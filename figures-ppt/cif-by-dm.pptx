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28600" y="228600"/>
            <a:ext cx="10058400" cy="6400800"/>
            <a:chOff x="228600" y="228600"/>
            <a:chExt cx="10058400" cy="6400800"/>
          </a:xfrm>
        </p:grpSpPr>
        <p:sp>
          <p:nvSpPr>
            <p:cNvPr id="3" name="rc3"/>
            <p:cNvSpPr/>
            <p:nvPr/>
          </p:nvSpPr>
          <p:spPr>
            <a:xfrm>
              <a:off x="228600" y="228600"/>
              <a:ext cx="100584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28600" y="228600"/>
              <a:ext cx="10058400" cy="6400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744274" y="524963"/>
              <a:ext cx="9473136" cy="5213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26450" y="1645538"/>
              <a:ext cx="9108785" cy="3855578"/>
            </a:xfrm>
            <a:custGeom>
              <a:avLst/>
              <a:pathLst>
                <a:path w="9108785" h="3855578">
                  <a:moveTo>
                    <a:pt x="0" y="3855578"/>
                  </a:moveTo>
                  <a:lnTo>
                    <a:pt x="4991" y="3855578"/>
                  </a:lnTo>
                  <a:lnTo>
                    <a:pt x="4991" y="3855578"/>
                  </a:lnTo>
                  <a:lnTo>
                    <a:pt x="9982" y="3855578"/>
                  </a:lnTo>
                  <a:lnTo>
                    <a:pt x="9982" y="3855578"/>
                  </a:lnTo>
                  <a:lnTo>
                    <a:pt x="14973" y="3855578"/>
                  </a:lnTo>
                  <a:lnTo>
                    <a:pt x="14973" y="3855578"/>
                  </a:lnTo>
                  <a:lnTo>
                    <a:pt x="19964" y="3855578"/>
                  </a:lnTo>
                  <a:lnTo>
                    <a:pt x="19964" y="3855578"/>
                  </a:lnTo>
                  <a:lnTo>
                    <a:pt x="24955" y="3855578"/>
                  </a:lnTo>
                  <a:lnTo>
                    <a:pt x="24955" y="3855578"/>
                  </a:lnTo>
                  <a:lnTo>
                    <a:pt x="29946" y="3855578"/>
                  </a:lnTo>
                  <a:lnTo>
                    <a:pt x="29946" y="3855578"/>
                  </a:lnTo>
                  <a:lnTo>
                    <a:pt x="34937" y="3855578"/>
                  </a:lnTo>
                  <a:lnTo>
                    <a:pt x="34937" y="3855578"/>
                  </a:lnTo>
                  <a:lnTo>
                    <a:pt x="39928" y="3855578"/>
                  </a:lnTo>
                  <a:lnTo>
                    <a:pt x="39928" y="3828582"/>
                  </a:lnTo>
                  <a:lnTo>
                    <a:pt x="44920" y="3828582"/>
                  </a:lnTo>
                  <a:lnTo>
                    <a:pt x="44920" y="3828582"/>
                  </a:lnTo>
                  <a:lnTo>
                    <a:pt x="49911" y="3828582"/>
                  </a:lnTo>
                  <a:lnTo>
                    <a:pt x="49911" y="3828582"/>
                  </a:lnTo>
                  <a:lnTo>
                    <a:pt x="54902" y="3828582"/>
                  </a:lnTo>
                  <a:lnTo>
                    <a:pt x="54902" y="3828582"/>
                  </a:lnTo>
                  <a:lnTo>
                    <a:pt x="59893" y="3828582"/>
                  </a:lnTo>
                  <a:lnTo>
                    <a:pt x="59893" y="3828582"/>
                  </a:lnTo>
                  <a:lnTo>
                    <a:pt x="64884" y="3828582"/>
                  </a:lnTo>
                  <a:lnTo>
                    <a:pt x="64884" y="3815073"/>
                  </a:lnTo>
                  <a:lnTo>
                    <a:pt x="69875" y="3815073"/>
                  </a:lnTo>
                  <a:lnTo>
                    <a:pt x="69875" y="3788045"/>
                  </a:lnTo>
                  <a:lnTo>
                    <a:pt x="74866" y="3788045"/>
                  </a:lnTo>
                  <a:lnTo>
                    <a:pt x="74866" y="3788045"/>
                  </a:lnTo>
                  <a:lnTo>
                    <a:pt x="79857" y="3788045"/>
                  </a:lnTo>
                  <a:lnTo>
                    <a:pt x="79857" y="3788045"/>
                  </a:lnTo>
                  <a:lnTo>
                    <a:pt x="84848" y="3788045"/>
                  </a:lnTo>
                  <a:lnTo>
                    <a:pt x="84848" y="3788045"/>
                  </a:lnTo>
                  <a:lnTo>
                    <a:pt x="89840" y="3788045"/>
                  </a:lnTo>
                  <a:lnTo>
                    <a:pt x="89840" y="3788045"/>
                  </a:lnTo>
                  <a:lnTo>
                    <a:pt x="94831" y="3788045"/>
                  </a:lnTo>
                  <a:lnTo>
                    <a:pt x="94831" y="3788045"/>
                  </a:lnTo>
                  <a:lnTo>
                    <a:pt x="99822" y="3788045"/>
                  </a:lnTo>
                  <a:lnTo>
                    <a:pt x="99822" y="3788045"/>
                  </a:lnTo>
                  <a:lnTo>
                    <a:pt x="104813" y="3788045"/>
                  </a:lnTo>
                  <a:lnTo>
                    <a:pt x="104813" y="3774505"/>
                  </a:lnTo>
                  <a:lnTo>
                    <a:pt x="109804" y="3774505"/>
                  </a:lnTo>
                  <a:lnTo>
                    <a:pt x="109804" y="3774505"/>
                  </a:lnTo>
                  <a:lnTo>
                    <a:pt x="114795" y="3774505"/>
                  </a:lnTo>
                  <a:lnTo>
                    <a:pt x="114795" y="3774505"/>
                  </a:lnTo>
                  <a:lnTo>
                    <a:pt x="119786" y="3774505"/>
                  </a:lnTo>
                  <a:lnTo>
                    <a:pt x="119786" y="3774505"/>
                  </a:lnTo>
                  <a:lnTo>
                    <a:pt x="124777" y="3774505"/>
                  </a:lnTo>
                  <a:lnTo>
                    <a:pt x="124777" y="3774505"/>
                  </a:lnTo>
                  <a:lnTo>
                    <a:pt x="129768" y="3774505"/>
                  </a:lnTo>
                  <a:lnTo>
                    <a:pt x="129768" y="3774505"/>
                  </a:lnTo>
                  <a:lnTo>
                    <a:pt x="134760" y="3774505"/>
                  </a:lnTo>
                  <a:lnTo>
                    <a:pt x="134760" y="3774505"/>
                  </a:lnTo>
                  <a:lnTo>
                    <a:pt x="139751" y="3774505"/>
                  </a:lnTo>
                  <a:lnTo>
                    <a:pt x="139751" y="3760905"/>
                  </a:lnTo>
                  <a:lnTo>
                    <a:pt x="144742" y="3760905"/>
                  </a:lnTo>
                  <a:lnTo>
                    <a:pt x="144742" y="3760905"/>
                  </a:lnTo>
                  <a:lnTo>
                    <a:pt x="149733" y="3760905"/>
                  </a:lnTo>
                  <a:lnTo>
                    <a:pt x="149733" y="3760905"/>
                  </a:lnTo>
                  <a:lnTo>
                    <a:pt x="154724" y="3760905"/>
                  </a:lnTo>
                  <a:lnTo>
                    <a:pt x="154724" y="3760905"/>
                  </a:lnTo>
                  <a:lnTo>
                    <a:pt x="159715" y="3760905"/>
                  </a:lnTo>
                  <a:lnTo>
                    <a:pt x="159715" y="3760905"/>
                  </a:lnTo>
                  <a:lnTo>
                    <a:pt x="164706" y="3760905"/>
                  </a:lnTo>
                  <a:lnTo>
                    <a:pt x="164706" y="3760905"/>
                  </a:lnTo>
                  <a:lnTo>
                    <a:pt x="169697" y="3760905"/>
                  </a:lnTo>
                  <a:lnTo>
                    <a:pt x="169697" y="3747261"/>
                  </a:lnTo>
                  <a:lnTo>
                    <a:pt x="174689" y="3747261"/>
                  </a:lnTo>
                  <a:lnTo>
                    <a:pt x="174689" y="3733618"/>
                  </a:lnTo>
                  <a:lnTo>
                    <a:pt x="179680" y="3733618"/>
                  </a:lnTo>
                  <a:lnTo>
                    <a:pt x="179680" y="3733618"/>
                  </a:lnTo>
                  <a:lnTo>
                    <a:pt x="184671" y="3733618"/>
                  </a:lnTo>
                  <a:lnTo>
                    <a:pt x="184671" y="3733618"/>
                  </a:lnTo>
                  <a:lnTo>
                    <a:pt x="189662" y="3733618"/>
                  </a:lnTo>
                  <a:lnTo>
                    <a:pt x="189662" y="3733618"/>
                  </a:lnTo>
                  <a:lnTo>
                    <a:pt x="194653" y="3733618"/>
                  </a:lnTo>
                  <a:lnTo>
                    <a:pt x="194653" y="3733618"/>
                  </a:lnTo>
                  <a:lnTo>
                    <a:pt x="199644" y="3733618"/>
                  </a:lnTo>
                  <a:lnTo>
                    <a:pt x="199644" y="3719951"/>
                  </a:lnTo>
                  <a:lnTo>
                    <a:pt x="204635" y="3719951"/>
                  </a:lnTo>
                  <a:lnTo>
                    <a:pt x="204635" y="3719951"/>
                  </a:lnTo>
                  <a:lnTo>
                    <a:pt x="209626" y="3719951"/>
                  </a:lnTo>
                  <a:lnTo>
                    <a:pt x="209626" y="3706280"/>
                  </a:lnTo>
                  <a:lnTo>
                    <a:pt x="214617" y="3706280"/>
                  </a:lnTo>
                  <a:lnTo>
                    <a:pt x="214617" y="3678855"/>
                  </a:lnTo>
                  <a:lnTo>
                    <a:pt x="219609" y="3678855"/>
                  </a:lnTo>
                  <a:lnTo>
                    <a:pt x="219609" y="3678855"/>
                  </a:lnTo>
                  <a:lnTo>
                    <a:pt x="224600" y="3678855"/>
                  </a:lnTo>
                  <a:lnTo>
                    <a:pt x="224600" y="3678855"/>
                  </a:lnTo>
                  <a:lnTo>
                    <a:pt x="229591" y="3678855"/>
                  </a:lnTo>
                  <a:lnTo>
                    <a:pt x="229591" y="3678855"/>
                  </a:lnTo>
                  <a:lnTo>
                    <a:pt x="234582" y="3678855"/>
                  </a:lnTo>
                  <a:lnTo>
                    <a:pt x="234582" y="3678855"/>
                  </a:lnTo>
                  <a:lnTo>
                    <a:pt x="239573" y="3678855"/>
                  </a:lnTo>
                  <a:lnTo>
                    <a:pt x="239573" y="3665137"/>
                  </a:lnTo>
                  <a:lnTo>
                    <a:pt x="244564" y="3665137"/>
                  </a:lnTo>
                  <a:lnTo>
                    <a:pt x="244564" y="3665137"/>
                  </a:lnTo>
                  <a:lnTo>
                    <a:pt x="249555" y="3665137"/>
                  </a:lnTo>
                  <a:lnTo>
                    <a:pt x="249555" y="3665137"/>
                  </a:lnTo>
                  <a:lnTo>
                    <a:pt x="254546" y="3665137"/>
                  </a:lnTo>
                  <a:lnTo>
                    <a:pt x="254546" y="3665137"/>
                  </a:lnTo>
                  <a:lnTo>
                    <a:pt x="259537" y="3665137"/>
                  </a:lnTo>
                  <a:lnTo>
                    <a:pt x="259537" y="3665137"/>
                  </a:lnTo>
                  <a:lnTo>
                    <a:pt x="264529" y="3665137"/>
                  </a:lnTo>
                  <a:lnTo>
                    <a:pt x="264529" y="3651407"/>
                  </a:lnTo>
                  <a:lnTo>
                    <a:pt x="269520" y="3651407"/>
                  </a:lnTo>
                  <a:lnTo>
                    <a:pt x="269520" y="3651407"/>
                  </a:lnTo>
                  <a:lnTo>
                    <a:pt x="274511" y="3651407"/>
                  </a:lnTo>
                  <a:lnTo>
                    <a:pt x="274511" y="3651407"/>
                  </a:lnTo>
                  <a:lnTo>
                    <a:pt x="279502" y="3651407"/>
                  </a:lnTo>
                  <a:lnTo>
                    <a:pt x="279502" y="3651407"/>
                  </a:lnTo>
                  <a:lnTo>
                    <a:pt x="284493" y="3651407"/>
                  </a:lnTo>
                  <a:lnTo>
                    <a:pt x="284493" y="3651407"/>
                  </a:lnTo>
                  <a:lnTo>
                    <a:pt x="289484" y="3651407"/>
                  </a:lnTo>
                  <a:lnTo>
                    <a:pt x="289484" y="3637653"/>
                  </a:lnTo>
                  <a:lnTo>
                    <a:pt x="294475" y="3637653"/>
                  </a:lnTo>
                  <a:lnTo>
                    <a:pt x="294475" y="3637653"/>
                  </a:lnTo>
                  <a:lnTo>
                    <a:pt x="299466" y="3637653"/>
                  </a:lnTo>
                  <a:lnTo>
                    <a:pt x="299466" y="3637653"/>
                  </a:lnTo>
                  <a:lnTo>
                    <a:pt x="304458" y="3637653"/>
                  </a:lnTo>
                  <a:lnTo>
                    <a:pt x="304458" y="3637653"/>
                  </a:lnTo>
                  <a:lnTo>
                    <a:pt x="309449" y="3637653"/>
                  </a:lnTo>
                  <a:lnTo>
                    <a:pt x="309449" y="3637653"/>
                  </a:lnTo>
                  <a:lnTo>
                    <a:pt x="314440" y="3637653"/>
                  </a:lnTo>
                  <a:lnTo>
                    <a:pt x="314440" y="3623869"/>
                  </a:lnTo>
                  <a:lnTo>
                    <a:pt x="319431" y="3623869"/>
                  </a:lnTo>
                  <a:lnTo>
                    <a:pt x="319431" y="3623869"/>
                  </a:lnTo>
                  <a:lnTo>
                    <a:pt x="324422" y="3623869"/>
                  </a:lnTo>
                  <a:lnTo>
                    <a:pt x="324422" y="3623869"/>
                  </a:lnTo>
                  <a:lnTo>
                    <a:pt x="329413" y="3623869"/>
                  </a:lnTo>
                  <a:lnTo>
                    <a:pt x="329413" y="3623869"/>
                  </a:lnTo>
                  <a:lnTo>
                    <a:pt x="334404" y="3623869"/>
                  </a:lnTo>
                  <a:lnTo>
                    <a:pt x="334404" y="3623869"/>
                  </a:lnTo>
                  <a:lnTo>
                    <a:pt x="339395" y="3623869"/>
                  </a:lnTo>
                  <a:lnTo>
                    <a:pt x="339395" y="3610036"/>
                  </a:lnTo>
                  <a:lnTo>
                    <a:pt x="344386" y="3610036"/>
                  </a:lnTo>
                  <a:lnTo>
                    <a:pt x="344386" y="3610036"/>
                  </a:lnTo>
                  <a:lnTo>
                    <a:pt x="349378" y="3610036"/>
                  </a:lnTo>
                  <a:lnTo>
                    <a:pt x="349378" y="3582356"/>
                  </a:lnTo>
                  <a:lnTo>
                    <a:pt x="354369" y="3582356"/>
                  </a:lnTo>
                  <a:lnTo>
                    <a:pt x="354369" y="3582356"/>
                  </a:lnTo>
                  <a:lnTo>
                    <a:pt x="359360" y="3582356"/>
                  </a:lnTo>
                  <a:lnTo>
                    <a:pt x="359360" y="3582356"/>
                  </a:lnTo>
                  <a:lnTo>
                    <a:pt x="364351" y="3582356"/>
                  </a:lnTo>
                  <a:lnTo>
                    <a:pt x="364351" y="3568484"/>
                  </a:lnTo>
                  <a:lnTo>
                    <a:pt x="369342" y="3568484"/>
                  </a:lnTo>
                  <a:lnTo>
                    <a:pt x="369342" y="3568484"/>
                  </a:lnTo>
                  <a:lnTo>
                    <a:pt x="374333" y="3568484"/>
                  </a:lnTo>
                  <a:lnTo>
                    <a:pt x="374333" y="3568484"/>
                  </a:lnTo>
                  <a:lnTo>
                    <a:pt x="379324" y="3568484"/>
                  </a:lnTo>
                  <a:lnTo>
                    <a:pt x="379324" y="3568484"/>
                  </a:lnTo>
                  <a:lnTo>
                    <a:pt x="384315" y="3568484"/>
                  </a:lnTo>
                  <a:lnTo>
                    <a:pt x="384315" y="3554600"/>
                  </a:lnTo>
                  <a:lnTo>
                    <a:pt x="389306" y="3554600"/>
                  </a:lnTo>
                  <a:lnTo>
                    <a:pt x="389306" y="3554600"/>
                  </a:lnTo>
                  <a:lnTo>
                    <a:pt x="394298" y="3554600"/>
                  </a:lnTo>
                  <a:lnTo>
                    <a:pt x="394298" y="3554600"/>
                  </a:lnTo>
                  <a:lnTo>
                    <a:pt x="399289" y="3554600"/>
                  </a:lnTo>
                  <a:lnTo>
                    <a:pt x="399289" y="3554600"/>
                  </a:lnTo>
                  <a:lnTo>
                    <a:pt x="404280" y="3554600"/>
                  </a:lnTo>
                  <a:lnTo>
                    <a:pt x="404280" y="3554600"/>
                  </a:lnTo>
                  <a:lnTo>
                    <a:pt x="409271" y="3554600"/>
                  </a:lnTo>
                  <a:lnTo>
                    <a:pt x="409271" y="3554600"/>
                  </a:lnTo>
                  <a:lnTo>
                    <a:pt x="414262" y="3554600"/>
                  </a:lnTo>
                  <a:lnTo>
                    <a:pt x="414262" y="3554600"/>
                  </a:lnTo>
                  <a:lnTo>
                    <a:pt x="419253" y="3554600"/>
                  </a:lnTo>
                  <a:lnTo>
                    <a:pt x="419253" y="3484983"/>
                  </a:lnTo>
                  <a:lnTo>
                    <a:pt x="424244" y="3484983"/>
                  </a:lnTo>
                  <a:lnTo>
                    <a:pt x="424244" y="3484983"/>
                  </a:lnTo>
                  <a:lnTo>
                    <a:pt x="429235" y="3484983"/>
                  </a:lnTo>
                  <a:lnTo>
                    <a:pt x="429235" y="3484983"/>
                  </a:lnTo>
                  <a:lnTo>
                    <a:pt x="434227" y="3484983"/>
                  </a:lnTo>
                  <a:lnTo>
                    <a:pt x="434227" y="3484983"/>
                  </a:lnTo>
                  <a:lnTo>
                    <a:pt x="439218" y="3484983"/>
                  </a:lnTo>
                  <a:lnTo>
                    <a:pt x="439218" y="3484983"/>
                  </a:lnTo>
                  <a:lnTo>
                    <a:pt x="444209" y="3484983"/>
                  </a:lnTo>
                  <a:lnTo>
                    <a:pt x="444209" y="3484983"/>
                  </a:lnTo>
                  <a:lnTo>
                    <a:pt x="449200" y="3484983"/>
                  </a:lnTo>
                  <a:lnTo>
                    <a:pt x="449200" y="3471034"/>
                  </a:lnTo>
                  <a:lnTo>
                    <a:pt x="454191" y="3471034"/>
                  </a:lnTo>
                  <a:lnTo>
                    <a:pt x="454191" y="3471034"/>
                  </a:lnTo>
                  <a:lnTo>
                    <a:pt x="459182" y="3471034"/>
                  </a:lnTo>
                  <a:lnTo>
                    <a:pt x="459182" y="3471034"/>
                  </a:lnTo>
                  <a:lnTo>
                    <a:pt x="464173" y="3471034"/>
                  </a:lnTo>
                  <a:lnTo>
                    <a:pt x="464173" y="3471034"/>
                  </a:lnTo>
                  <a:lnTo>
                    <a:pt x="469164" y="3471034"/>
                  </a:lnTo>
                  <a:lnTo>
                    <a:pt x="469164" y="3471034"/>
                  </a:lnTo>
                  <a:lnTo>
                    <a:pt x="474155" y="3471034"/>
                  </a:lnTo>
                  <a:lnTo>
                    <a:pt x="474155" y="3471034"/>
                  </a:lnTo>
                  <a:lnTo>
                    <a:pt x="479147" y="3471034"/>
                  </a:lnTo>
                  <a:lnTo>
                    <a:pt x="479147" y="3471034"/>
                  </a:lnTo>
                  <a:lnTo>
                    <a:pt x="484138" y="3471034"/>
                  </a:lnTo>
                  <a:lnTo>
                    <a:pt x="484138" y="3471034"/>
                  </a:lnTo>
                  <a:lnTo>
                    <a:pt x="489129" y="3471034"/>
                  </a:lnTo>
                  <a:lnTo>
                    <a:pt x="489129" y="3457070"/>
                  </a:lnTo>
                  <a:lnTo>
                    <a:pt x="494120" y="3457070"/>
                  </a:lnTo>
                  <a:lnTo>
                    <a:pt x="494120" y="3457070"/>
                  </a:lnTo>
                  <a:lnTo>
                    <a:pt x="499111" y="3457070"/>
                  </a:lnTo>
                  <a:lnTo>
                    <a:pt x="499111" y="3457070"/>
                  </a:lnTo>
                  <a:lnTo>
                    <a:pt x="504102" y="3457070"/>
                  </a:lnTo>
                  <a:lnTo>
                    <a:pt x="504102" y="3443094"/>
                  </a:lnTo>
                  <a:lnTo>
                    <a:pt x="509093" y="3443094"/>
                  </a:lnTo>
                  <a:lnTo>
                    <a:pt x="509093" y="3443094"/>
                  </a:lnTo>
                  <a:lnTo>
                    <a:pt x="514084" y="3443094"/>
                  </a:lnTo>
                  <a:lnTo>
                    <a:pt x="514084" y="3443094"/>
                  </a:lnTo>
                  <a:lnTo>
                    <a:pt x="519075" y="3443094"/>
                  </a:lnTo>
                  <a:lnTo>
                    <a:pt x="519075" y="3443094"/>
                  </a:lnTo>
                  <a:lnTo>
                    <a:pt x="524067" y="3443094"/>
                  </a:lnTo>
                  <a:lnTo>
                    <a:pt x="524067" y="3443094"/>
                  </a:lnTo>
                  <a:lnTo>
                    <a:pt x="529058" y="3443094"/>
                  </a:lnTo>
                  <a:lnTo>
                    <a:pt x="529058" y="3443094"/>
                  </a:lnTo>
                  <a:lnTo>
                    <a:pt x="534049" y="3443094"/>
                  </a:lnTo>
                  <a:lnTo>
                    <a:pt x="534049" y="3443094"/>
                  </a:lnTo>
                  <a:lnTo>
                    <a:pt x="539040" y="3443094"/>
                  </a:lnTo>
                  <a:lnTo>
                    <a:pt x="539040" y="3429089"/>
                  </a:lnTo>
                  <a:lnTo>
                    <a:pt x="544031" y="3429089"/>
                  </a:lnTo>
                  <a:lnTo>
                    <a:pt x="544031" y="3429089"/>
                  </a:lnTo>
                  <a:lnTo>
                    <a:pt x="549022" y="3429089"/>
                  </a:lnTo>
                  <a:lnTo>
                    <a:pt x="549022" y="3429089"/>
                  </a:lnTo>
                  <a:lnTo>
                    <a:pt x="554013" y="3429089"/>
                  </a:lnTo>
                  <a:lnTo>
                    <a:pt x="554013" y="3415085"/>
                  </a:lnTo>
                  <a:lnTo>
                    <a:pt x="559004" y="3415085"/>
                  </a:lnTo>
                  <a:lnTo>
                    <a:pt x="559004" y="3415085"/>
                  </a:lnTo>
                  <a:lnTo>
                    <a:pt x="563996" y="3415085"/>
                  </a:lnTo>
                  <a:lnTo>
                    <a:pt x="563996" y="3415085"/>
                  </a:lnTo>
                  <a:lnTo>
                    <a:pt x="568987" y="3415085"/>
                  </a:lnTo>
                  <a:lnTo>
                    <a:pt x="568987" y="3415085"/>
                  </a:lnTo>
                  <a:lnTo>
                    <a:pt x="573978" y="3415085"/>
                  </a:lnTo>
                  <a:lnTo>
                    <a:pt x="573978" y="3415085"/>
                  </a:lnTo>
                  <a:lnTo>
                    <a:pt x="578969" y="3415085"/>
                  </a:lnTo>
                  <a:lnTo>
                    <a:pt x="578969" y="3415085"/>
                  </a:lnTo>
                  <a:lnTo>
                    <a:pt x="583960" y="3415085"/>
                  </a:lnTo>
                  <a:lnTo>
                    <a:pt x="583960" y="3415085"/>
                  </a:lnTo>
                  <a:lnTo>
                    <a:pt x="588951" y="3415085"/>
                  </a:lnTo>
                  <a:lnTo>
                    <a:pt x="588951" y="3401059"/>
                  </a:lnTo>
                  <a:lnTo>
                    <a:pt x="593942" y="3401059"/>
                  </a:lnTo>
                  <a:lnTo>
                    <a:pt x="593942" y="3401059"/>
                  </a:lnTo>
                  <a:lnTo>
                    <a:pt x="598933" y="3401059"/>
                  </a:lnTo>
                  <a:lnTo>
                    <a:pt x="598933" y="3401059"/>
                  </a:lnTo>
                  <a:lnTo>
                    <a:pt x="603924" y="3401059"/>
                  </a:lnTo>
                  <a:lnTo>
                    <a:pt x="603924" y="3401059"/>
                  </a:lnTo>
                  <a:lnTo>
                    <a:pt x="608916" y="3401059"/>
                  </a:lnTo>
                  <a:lnTo>
                    <a:pt x="608916" y="3401059"/>
                  </a:lnTo>
                  <a:lnTo>
                    <a:pt x="613907" y="3401059"/>
                  </a:lnTo>
                  <a:lnTo>
                    <a:pt x="613907" y="3387020"/>
                  </a:lnTo>
                  <a:lnTo>
                    <a:pt x="618898" y="3387020"/>
                  </a:lnTo>
                  <a:lnTo>
                    <a:pt x="618898" y="3387020"/>
                  </a:lnTo>
                  <a:lnTo>
                    <a:pt x="623889" y="3387020"/>
                  </a:lnTo>
                  <a:lnTo>
                    <a:pt x="623889" y="3387020"/>
                  </a:lnTo>
                  <a:lnTo>
                    <a:pt x="628880" y="3387020"/>
                  </a:lnTo>
                  <a:lnTo>
                    <a:pt x="628880" y="3372980"/>
                  </a:lnTo>
                  <a:lnTo>
                    <a:pt x="633871" y="3372980"/>
                  </a:lnTo>
                  <a:lnTo>
                    <a:pt x="633871" y="3344871"/>
                  </a:lnTo>
                  <a:lnTo>
                    <a:pt x="638862" y="3344871"/>
                  </a:lnTo>
                  <a:lnTo>
                    <a:pt x="638862" y="3344871"/>
                  </a:lnTo>
                  <a:lnTo>
                    <a:pt x="643853" y="3344871"/>
                  </a:lnTo>
                  <a:lnTo>
                    <a:pt x="643853" y="3330802"/>
                  </a:lnTo>
                  <a:lnTo>
                    <a:pt x="648844" y="3330802"/>
                  </a:lnTo>
                  <a:lnTo>
                    <a:pt x="648844" y="3316733"/>
                  </a:lnTo>
                  <a:lnTo>
                    <a:pt x="653836" y="3316733"/>
                  </a:lnTo>
                  <a:lnTo>
                    <a:pt x="653836" y="3316733"/>
                  </a:lnTo>
                  <a:lnTo>
                    <a:pt x="658827" y="3316733"/>
                  </a:lnTo>
                  <a:lnTo>
                    <a:pt x="658827" y="3316733"/>
                  </a:lnTo>
                  <a:lnTo>
                    <a:pt x="663818" y="3316733"/>
                  </a:lnTo>
                  <a:lnTo>
                    <a:pt x="663818" y="3302635"/>
                  </a:lnTo>
                  <a:lnTo>
                    <a:pt x="668809" y="3302635"/>
                  </a:lnTo>
                  <a:lnTo>
                    <a:pt x="668809" y="3302635"/>
                  </a:lnTo>
                  <a:lnTo>
                    <a:pt x="673800" y="3302635"/>
                  </a:lnTo>
                  <a:lnTo>
                    <a:pt x="673800" y="3288522"/>
                  </a:lnTo>
                  <a:lnTo>
                    <a:pt x="678791" y="3288522"/>
                  </a:lnTo>
                  <a:lnTo>
                    <a:pt x="678791" y="3288522"/>
                  </a:lnTo>
                  <a:lnTo>
                    <a:pt x="683782" y="3288522"/>
                  </a:lnTo>
                  <a:lnTo>
                    <a:pt x="683782" y="3288522"/>
                  </a:lnTo>
                  <a:lnTo>
                    <a:pt x="688773" y="3288522"/>
                  </a:lnTo>
                  <a:lnTo>
                    <a:pt x="688773" y="3288522"/>
                  </a:lnTo>
                  <a:lnTo>
                    <a:pt x="693765" y="3288522"/>
                  </a:lnTo>
                  <a:lnTo>
                    <a:pt x="693765" y="3288522"/>
                  </a:lnTo>
                  <a:lnTo>
                    <a:pt x="698756" y="3288522"/>
                  </a:lnTo>
                  <a:lnTo>
                    <a:pt x="698756" y="3260265"/>
                  </a:lnTo>
                  <a:lnTo>
                    <a:pt x="703747" y="3260265"/>
                  </a:lnTo>
                  <a:lnTo>
                    <a:pt x="703747" y="3260265"/>
                  </a:lnTo>
                  <a:lnTo>
                    <a:pt x="708738" y="3260265"/>
                  </a:lnTo>
                  <a:lnTo>
                    <a:pt x="708738" y="3260265"/>
                  </a:lnTo>
                  <a:lnTo>
                    <a:pt x="713729" y="3260265"/>
                  </a:lnTo>
                  <a:lnTo>
                    <a:pt x="713729" y="3260265"/>
                  </a:lnTo>
                  <a:lnTo>
                    <a:pt x="718720" y="3260265"/>
                  </a:lnTo>
                  <a:lnTo>
                    <a:pt x="718720" y="3260265"/>
                  </a:lnTo>
                  <a:lnTo>
                    <a:pt x="723711" y="3260265"/>
                  </a:lnTo>
                  <a:lnTo>
                    <a:pt x="723711" y="3260265"/>
                  </a:lnTo>
                  <a:lnTo>
                    <a:pt x="728702" y="3260265"/>
                  </a:lnTo>
                  <a:lnTo>
                    <a:pt x="728702" y="3246114"/>
                  </a:lnTo>
                  <a:lnTo>
                    <a:pt x="733693" y="3246114"/>
                  </a:lnTo>
                  <a:lnTo>
                    <a:pt x="733693" y="3203660"/>
                  </a:lnTo>
                  <a:lnTo>
                    <a:pt x="738685" y="3203660"/>
                  </a:lnTo>
                  <a:lnTo>
                    <a:pt x="738685" y="3203660"/>
                  </a:lnTo>
                  <a:lnTo>
                    <a:pt x="743676" y="3203660"/>
                  </a:lnTo>
                  <a:lnTo>
                    <a:pt x="743676" y="3203660"/>
                  </a:lnTo>
                  <a:lnTo>
                    <a:pt x="748667" y="3203660"/>
                  </a:lnTo>
                  <a:lnTo>
                    <a:pt x="748667" y="3203660"/>
                  </a:lnTo>
                  <a:lnTo>
                    <a:pt x="753658" y="3203660"/>
                  </a:lnTo>
                  <a:lnTo>
                    <a:pt x="753658" y="3203660"/>
                  </a:lnTo>
                  <a:lnTo>
                    <a:pt x="758649" y="3203660"/>
                  </a:lnTo>
                  <a:lnTo>
                    <a:pt x="758649" y="3203660"/>
                  </a:lnTo>
                  <a:lnTo>
                    <a:pt x="763640" y="3203660"/>
                  </a:lnTo>
                  <a:lnTo>
                    <a:pt x="763640" y="3203660"/>
                  </a:lnTo>
                  <a:lnTo>
                    <a:pt x="768631" y="3203660"/>
                  </a:lnTo>
                  <a:lnTo>
                    <a:pt x="768631" y="3189471"/>
                  </a:lnTo>
                  <a:lnTo>
                    <a:pt x="773622" y="3189471"/>
                  </a:lnTo>
                  <a:lnTo>
                    <a:pt x="773622" y="3189471"/>
                  </a:lnTo>
                  <a:lnTo>
                    <a:pt x="778613" y="3189471"/>
                  </a:lnTo>
                  <a:lnTo>
                    <a:pt x="778613" y="3189471"/>
                  </a:lnTo>
                  <a:lnTo>
                    <a:pt x="783605" y="3189471"/>
                  </a:lnTo>
                  <a:lnTo>
                    <a:pt x="783605" y="3189471"/>
                  </a:lnTo>
                  <a:lnTo>
                    <a:pt x="788596" y="3189471"/>
                  </a:lnTo>
                  <a:lnTo>
                    <a:pt x="788596" y="3189471"/>
                  </a:lnTo>
                  <a:lnTo>
                    <a:pt x="793587" y="3189471"/>
                  </a:lnTo>
                  <a:lnTo>
                    <a:pt x="793587" y="3189471"/>
                  </a:lnTo>
                  <a:lnTo>
                    <a:pt x="798578" y="3189471"/>
                  </a:lnTo>
                  <a:lnTo>
                    <a:pt x="798578" y="3189471"/>
                  </a:lnTo>
                  <a:lnTo>
                    <a:pt x="803569" y="3189471"/>
                  </a:lnTo>
                  <a:lnTo>
                    <a:pt x="803569" y="3175257"/>
                  </a:lnTo>
                  <a:lnTo>
                    <a:pt x="808560" y="3175257"/>
                  </a:lnTo>
                  <a:lnTo>
                    <a:pt x="808560" y="3175257"/>
                  </a:lnTo>
                  <a:lnTo>
                    <a:pt x="813551" y="3175257"/>
                  </a:lnTo>
                  <a:lnTo>
                    <a:pt x="813551" y="3175257"/>
                  </a:lnTo>
                  <a:lnTo>
                    <a:pt x="818542" y="3175257"/>
                  </a:lnTo>
                  <a:lnTo>
                    <a:pt x="818542" y="3175257"/>
                  </a:lnTo>
                  <a:lnTo>
                    <a:pt x="823533" y="3175257"/>
                  </a:lnTo>
                  <a:lnTo>
                    <a:pt x="823533" y="3175257"/>
                  </a:lnTo>
                  <a:lnTo>
                    <a:pt x="828525" y="3175257"/>
                  </a:lnTo>
                  <a:lnTo>
                    <a:pt x="828525" y="3175257"/>
                  </a:lnTo>
                  <a:lnTo>
                    <a:pt x="833516" y="3175257"/>
                  </a:lnTo>
                  <a:lnTo>
                    <a:pt x="833516" y="3175257"/>
                  </a:lnTo>
                  <a:lnTo>
                    <a:pt x="838507" y="3175257"/>
                  </a:lnTo>
                  <a:lnTo>
                    <a:pt x="838507" y="3146733"/>
                  </a:lnTo>
                  <a:lnTo>
                    <a:pt x="843498" y="3146733"/>
                  </a:lnTo>
                  <a:lnTo>
                    <a:pt x="843498" y="3132463"/>
                  </a:lnTo>
                  <a:lnTo>
                    <a:pt x="848489" y="3132463"/>
                  </a:lnTo>
                  <a:lnTo>
                    <a:pt x="848489" y="3132463"/>
                  </a:lnTo>
                  <a:lnTo>
                    <a:pt x="853480" y="3132463"/>
                  </a:lnTo>
                  <a:lnTo>
                    <a:pt x="853480" y="3132463"/>
                  </a:lnTo>
                  <a:lnTo>
                    <a:pt x="858471" y="3132463"/>
                  </a:lnTo>
                  <a:lnTo>
                    <a:pt x="858471" y="3103923"/>
                  </a:lnTo>
                  <a:lnTo>
                    <a:pt x="863462" y="3103923"/>
                  </a:lnTo>
                  <a:lnTo>
                    <a:pt x="863462" y="3103923"/>
                  </a:lnTo>
                  <a:lnTo>
                    <a:pt x="868454" y="3103923"/>
                  </a:lnTo>
                  <a:lnTo>
                    <a:pt x="868454" y="3103923"/>
                  </a:lnTo>
                  <a:lnTo>
                    <a:pt x="873445" y="3103923"/>
                  </a:lnTo>
                  <a:lnTo>
                    <a:pt x="873445" y="3103923"/>
                  </a:lnTo>
                  <a:lnTo>
                    <a:pt x="878436" y="3103923"/>
                  </a:lnTo>
                  <a:lnTo>
                    <a:pt x="878436" y="3103923"/>
                  </a:lnTo>
                  <a:lnTo>
                    <a:pt x="883427" y="3103923"/>
                  </a:lnTo>
                  <a:lnTo>
                    <a:pt x="883427" y="3103923"/>
                  </a:lnTo>
                  <a:lnTo>
                    <a:pt x="888418" y="3103923"/>
                  </a:lnTo>
                  <a:lnTo>
                    <a:pt x="888418" y="3103923"/>
                  </a:lnTo>
                  <a:lnTo>
                    <a:pt x="893409" y="3103923"/>
                  </a:lnTo>
                  <a:lnTo>
                    <a:pt x="893409" y="3089603"/>
                  </a:lnTo>
                  <a:lnTo>
                    <a:pt x="898400" y="3089603"/>
                  </a:lnTo>
                  <a:lnTo>
                    <a:pt x="898400" y="3089603"/>
                  </a:lnTo>
                  <a:lnTo>
                    <a:pt x="903391" y="3089603"/>
                  </a:lnTo>
                  <a:lnTo>
                    <a:pt x="903391" y="3089603"/>
                  </a:lnTo>
                  <a:lnTo>
                    <a:pt x="908382" y="3089603"/>
                  </a:lnTo>
                  <a:lnTo>
                    <a:pt x="908382" y="3089603"/>
                  </a:lnTo>
                  <a:lnTo>
                    <a:pt x="913374" y="3089603"/>
                  </a:lnTo>
                  <a:lnTo>
                    <a:pt x="913374" y="3089603"/>
                  </a:lnTo>
                  <a:lnTo>
                    <a:pt x="918365" y="3089603"/>
                  </a:lnTo>
                  <a:lnTo>
                    <a:pt x="918365" y="3089603"/>
                  </a:lnTo>
                  <a:lnTo>
                    <a:pt x="923356" y="3089603"/>
                  </a:lnTo>
                  <a:lnTo>
                    <a:pt x="923356" y="3089603"/>
                  </a:lnTo>
                  <a:lnTo>
                    <a:pt x="928347" y="3089603"/>
                  </a:lnTo>
                  <a:lnTo>
                    <a:pt x="928347" y="3089603"/>
                  </a:lnTo>
                  <a:lnTo>
                    <a:pt x="933338" y="3089603"/>
                  </a:lnTo>
                  <a:lnTo>
                    <a:pt x="933338" y="3089603"/>
                  </a:lnTo>
                  <a:lnTo>
                    <a:pt x="938329" y="3089603"/>
                  </a:lnTo>
                  <a:lnTo>
                    <a:pt x="938329" y="3089603"/>
                  </a:lnTo>
                  <a:lnTo>
                    <a:pt x="943320" y="3089603"/>
                  </a:lnTo>
                  <a:lnTo>
                    <a:pt x="943320" y="3089603"/>
                  </a:lnTo>
                  <a:lnTo>
                    <a:pt x="948311" y="3089603"/>
                  </a:lnTo>
                  <a:lnTo>
                    <a:pt x="948311" y="3089603"/>
                  </a:lnTo>
                  <a:lnTo>
                    <a:pt x="953302" y="3089603"/>
                  </a:lnTo>
                  <a:lnTo>
                    <a:pt x="953302" y="3089603"/>
                  </a:lnTo>
                  <a:lnTo>
                    <a:pt x="958294" y="3089603"/>
                  </a:lnTo>
                  <a:lnTo>
                    <a:pt x="958294" y="3089603"/>
                  </a:lnTo>
                  <a:lnTo>
                    <a:pt x="963285" y="3089603"/>
                  </a:lnTo>
                  <a:lnTo>
                    <a:pt x="963285" y="3089603"/>
                  </a:lnTo>
                  <a:lnTo>
                    <a:pt x="968276" y="3089603"/>
                  </a:lnTo>
                  <a:lnTo>
                    <a:pt x="968276" y="3075241"/>
                  </a:lnTo>
                  <a:lnTo>
                    <a:pt x="973267" y="3075241"/>
                  </a:lnTo>
                  <a:lnTo>
                    <a:pt x="973267" y="3075241"/>
                  </a:lnTo>
                  <a:lnTo>
                    <a:pt x="978258" y="3075241"/>
                  </a:lnTo>
                  <a:lnTo>
                    <a:pt x="978258" y="3060879"/>
                  </a:lnTo>
                  <a:lnTo>
                    <a:pt x="983249" y="3060879"/>
                  </a:lnTo>
                  <a:lnTo>
                    <a:pt x="983249" y="3060879"/>
                  </a:lnTo>
                  <a:lnTo>
                    <a:pt x="988240" y="3060879"/>
                  </a:lnTo>
                  <a:lnTo>
                    <a:pt x="988240" y="3060879"/>
                  </a:lnTo>
                  <a:lnTo>
                    <a:pt x="993231" y="3060879"/>
                  </a:lnTo>
                  <a:lnTo>
                    <a:pt x="993231" y="3046508"/>
                  </a:lnTo>
                  <a:lnTo>
                    <a:pt x="998223" y="3046508"/>
                  </a:lnTo>
                  <a:lnTo>
                    <a:pt x="998223" y="3046508"/>
                  </a:lnTo>
                  <a:lnTo>
                    <a:pt x="1003214" y="3046508"/>
                  </a:lnTo>
                  <a:lnTo>
                    <a:pt x="1003214" y="3032137"/>
                  </a:lnTo>
                  <a:lnTo>
                    <a:pt x="1008205" y="3032137"/>
                  </a:lnTo>
                  <a:lnTo>
                    <a:pt x="1008205" y="3032137"/>
                  </a:lnTo>
                  <a:lnTo>
                    <a:pt x="1013196" y="3032137"/>
                  </a:lnTo>
                  <a:lnTo>
                    <a:pt x="1013196" y="3003343"/>
                  </a:lnTo>
                  <a:lnTo>
                    <a:pt x="1018187" y="3003343"/>
                  </a:lnTo>
                  <a:lnTo>
                    <a:pt x="1018187" y="2988946"/>
                  </a:lnTo>
                  <a:lnTo>
                    <a:pt x="1023178" y="2988946"/>
                  </a:lnTo>
                  <a:lnTo>
                    <a:pt x="1023178" y="2988946"/>
                  </a:lnTo>
                  <a:lnTo>
                    <a:pt x="1028169" y="2988946"/>
                  </a:lnTo>
                  <a:lnTo>
                    <a:pt x="1028169" y="2988946"/>
                  </a:lnTo>
                  <a:lnTo>
                    <a:pt x="1033160" y="2988946"/>
                  </a:lnTo>
                  <a:lnTo>
                    <a:pt x="1033160" y="2960117"/>
                  </a:lnTo>
                  <a:lnTo>
                    <a:pt x="1038151" y="2960117"/>
                  </a:lnTo>
                  <a:lnTo>
                    <a:pt x="1038151" y="2931270"/>
                  </a:lnTo>
                  <a:lnTo>
                    <a:pt x="1043143" y="2931270"/>
                  </a:lnTo>
                  <a:lnTo>
                    <a:pt x="1043143" y="2931270"/>
                  </a:lnTo>
                  <a:lnTo>
                    <a:pt x="1048134" y="2931270"/>
                  </a:lnTo>
                  <a:lnTo>
                    <a:pt x="1048134" y="2931270"/>
                  </a:lnTo>
                  <a:lnTo>
                    <a:pt x="1053125" y="2931270"/>
                  </a:lnTo>
                  <a:lnTo>
                    <a:pt x="1053125" y="2902422"/>
                  </a:lnTo>
                  <a:lnTo>
                    <a:pt x="1058116" y="2902422"/>
                  </a:lnTo>
                  <a:lnTo>
                    <a:pt x="1058116" y="2902422"/>
                  </a:lnTo>
                  <a:lnTo>
                    <a:pt x="1063107" y="2902422"/>
                  </a:lnTo>
                  <a:lnTo>
                    <a:pt x="1063107" y="2902422"/>
                  </a:lnTo>
                  <a:lnTo>
                    <a:pt x="1068098" y="2902422"/>
                  </a:lnTo>
                  <a:lnTo>
                    <a:pt x="1068098" y="2902422"/>
                  </a:lnTo>
                  <a:lnTo>
                    <a:pt x="1073089" y="2902422"/>
                  </a:lnTo>
                  <a:lnTo>
                    <a:pt x="1073089" y="2902422"/>
                  </a:lnTo>
                  <a:lnTo>
                    <a:pt x="1078080" y="2902422"/>
                  </a:lnTo>
                  <a:lnTo>
                    <a:pt x="1078080" y="2887981"/>
                  </a:lnTo>
                  <a:lnTo>
                    <a:pt x="1083071" y="2887981"/>
                  </a:lnTo>
                  <a:lnTo>
                    <a:pt x="1083071" y="2887981"/>
                  </a:lnTo>
                  <a:lnTo>
                    <a:pt x="1088063" y="2887981"/>
                  </a:lnTo>
                  <a:lnTo>
                    <a:pt x="1088063" y="2887981"/>
                  </a:lnTo>
                  <a:lnTo>
                    <a:pt x="1093054" y="2887981"/>
                  </a:lnTo>
                  <a:lnTo>
                    <a:pt x="1093054" y="2887981"/>
                  </a:lnTo>
                  <a:lnTo>
                    <a:pt x="1098045" y="2887981"/>
                  </a:lnTo>
                  <a:lnTo>
                    <a:pt x="1098045" y="2887981"/>
                  </a:lnTo>
                  <a:lnTo>
                    <a:pt x="1103036" y="2887981"/>
                  </a:lnTo>
                  <a:lnTo>
                    <a:pt x="1103036" y="2887981"/>
                  </a:lnTo>
                  <a:lnTo>
                    <a:pt x="1108027" y="2887981"/>
                  </a:lnTo>
                  <a:lnTo>
                    <a:pt x="1108027" y="2887981"/>
                  </a:lnTo>
                  <a:lnTo>
                    <a:pt x="1113018" y="2887981"/>
                  </a:lnTo>
                  <a:lnTo>
                    <a:pt x="1113018" y="2887981"/>
                  </a:lnTo>
                  <a:lnTo>
                    <a:pt x="1118009" y="2887981"/>
                  </a:lnTo>
                  <a:lnTo>
                    <a:pt x="1118009" y="2887981"/>
                  </a:lnTo>
                  <a:lnTo>
                    <a:pt x="1123000" y="2887981"/>
                  </a:lnTo>
                  <a:lnTo>
                    <a:pt x="1123000" y="2887981"/>
                  </a:lnTo>
                  <a:lnTo>
                    <a:pt x="1127992" y="2887981"/>
                  </a:lnTo>
                  <a:lnTo>
                    <a:pt x="1127992" y="2887981"/>
                  </a:lnTo>
                  <a:lnTo>
                    <a:pt x="1132983" y="2887981"/>
                  </a:lnTo>
                  <a:lnTo>
                    <a:pt x="1132983" y="2873530"/>
                  </a:lnTo>
                  <a:lnTo>
                    <a:pt x="1137974" y="2873530"/>
                  </a:lnTo>
                  <a:lnTo>
                    <a:pt x="1137974" y="2873530"/>
                  </a:lnTo>
                  <a:lnTo>
                    <a:pt x="1142965" y="2873530"/>
                  </a:lnTo>
                  <a:lnTo>
                    <a:pt x="1142965" y="2859079"/>
                  </a:lnTo>
                  <a:lnTo>
                    <a:pt x="1147956" y="2859079"/>
                  </a:lnTo>
                  <a:lnTo>
                    <a:pt x="1147956" y="2859079"/>
                  </a:lnTo>
                  <a:lnTo>
                    <a:pt x="1152947" y="2859079"/>
                  </a:lnTo>
                  <a:lnTo>
                    <a:pt x="1152947" y="2859079"/>
                  </a:lnTo>
                  <a:lnTo>
                    <a:pt x="1157938" y="2859079"/>
                  </a:lnTo>
                  <a:lnTo>
                    <a:pt x="1157938" y="2859079"/>
                  </a:lnTo>
                  <a:lnTo>
                    <a:pt x="1162929" y="2859079"/>
                  </a:lnTo>
                  <a:lnTo>
                    <a:pt x="1162929" y="2844619"/>
                  </a:lnTo>
                  <a:lnTo>
                    <a:pt x="1167920" y="2844619"/>
                  </a:lnTo>
                  <a:lnTo>
                    <a:pt x="1167920" y="2844619"/>
                  </a:lnTo>
                  <a:lnTo>
                    <a:pt x="1172912" y="2844619"/>
                  </a:lnTo>
                  <a:lnTo>
                    <a:pt x="1172912" y="2830159"/>
                  </a:lnTo>
                  <a:lnTo>
                    <a:pt x="1177903" y="2830159"/>
                  </a:lnTo>
                  <a:lnTo>
                    <a:pt x="1177903" y="2830159"/>
                  </a:lnTo>
                  <a:lnTo>
                    <a:pt x="1182894" y="2830159"/>
                  </a:lnTo>
                  <a:lnTo>
                    <a:pt x="1182894" y="2815680"/>
                  </a:lnTo>
                  <a:lnTo>
                    <a:pt x="1187885" y="2815680"/>
                  </a:lnTo>
                  <a:lnTo>
                    <a:pt x="1187885" y="2815680"/>
                  </a:lnTo>
                  <a:lnTo>
                    <a:pt x="1192876" y="2815680"/>
                  </a:lnTo>
                  <a:lnTo>
                    <a:pt x="1192876" y="2815680"/>
                  </a:lnTo>
                  <a:lnTo>
                    <a:pt x="1197867" y="2815680"/>
                  </a:lnTo>
                  <a:lnTo>
                    <a:pt x="1197867" y="2815680"/>
                  </a:lnTo>
                  <a:lnTo>
                    <a:pt x="1202858" y="2815680"/>
                  </a:lnTo>
                  <a:lnTo>
                    <a:pt x="1202858" y="2815680"/>
                  </a:lnTo>
                  <a:lnTo>
                    <a:pt x="1207849" y="2815680"/>
                  </a:lnTo>
                  <a:lnTo>
                    <a:pt x="1207849" y="2815680"/>
                  </a:lnTo>
                  <a:lnTo>
                    <a:pt x="1212840" y="2815680"/>
                  </a:lnTo>
                  <a:lnTo>
                    <a:pt x="1212840" y="2801192"/>
                  </a:lnTo>
                  <a:lnTo>
                    <a:pt x="1217832" y="2801192"/>
                  </a:lnTo>
                  <a:lnTo>
                    <a:pt x="1217832" y="2801192"/>
                  </a:lnTo>
                  <a:lnTo>
                    <a:pt x="1222823" y="2801192"/>
                  </a:lnTo>
                  <a:lnTo>
                    <a:pt x="1222823" y="2786704"/>
                  </a:lnTo>
                  <a:lnTo>
                    <a:pt x="1227814" y="2786704"/>
                  </a:lnTo>
                  <a:lnTo>
                    <a:pt x="1227814" y="2772216"/>
                  </a:lnTo>
                  <a:lnTo>
                    <a:pt x="1232805" y="2772216"/>
                  </a:lnTo>
                  <a:lnTo>
                    <a:pt x="1232805" y="2772216"/>
                  </a:lnTo>
                  <a:lnTo>
                    <a:pt x="1237796" y="2772216"/>
                  </a:lnTo>
                  <a:lnTo>
                    <a:pt x="1237796" y="2772216"/>
                  </a:lnTo>
                  <a:lnTo>
                    <a:pt x="1242787" y="2772216"/>
                  </a:lnTo>
                  <a:lnTo>
                    <a:pt x="1242787" y="2772216"/>
                  </a:lnTo>
                  <a:lnTo>
                    <a:pt x="1247778" y="2772216"/>
                  </a:lnTo>
                  <a:lnTo>
                    <a:pt x="1247778" y="2757718"/>
                  </a:lnTo>
                  <a:lnTo>
                    <a:pt x="1252769" y="2757718"/>
                  </a:lnTo>
                  <a:lnTo>
                    <a:pt x="1252769" y="2757718"/>
                  </a:lnTo>
                  <a:lnTo>
                    <a:pt x="1257761" y="2757718"/>
                  </a:lnTo>
                  <a:lnTo>
                    <a:pt x="1257761" y="2743211"/>
                  </a:lnTo>
                  <a:lnTo>
                    <a:pt x="1262752" y="2743211"/>
                  </a:lnTo>
                  <a:lnTo>
                    <a:pt x="1262752" y="2728703"/>
                  </a:lnTo>
                  <a:lnTo>
                    <a:pt x="1267743" y="2728703"/>
                  </a:lnTo>
                  <a:lnTo>
                    <a:pt x="1267743" y="2728703"/>
                  </a:lnTo>
                  <a:lnTo>
                    <a:pt x="1272734" y="2728703"/>
                  </a:lnTo>
                  <a:lnTo>
                    <a:pt x="1272734" y="2728703"/>
                  </a:lnTo>
                  <a:lnTo>
                    <a:pt x="1277725" y="2728703"/>
                  </a:lnTo>
                  <a:lnTo>
                    <a:pt x="1277725" y="2728703"/>
                  </a:lnTo>
                  <a:lnTo>
                    <a:pt x="1282716" y="2728703"/>
                  </a:lnTo>
                  <a:lnTo>
                    <a:pt x="1282716" y="2728703"/>
                  </a:lnTo>
                  <a:lnTo>
                    <a:pt x="1287707" y="2728703"/>
                  </a:lnTo>
                  <a:lnTo>
                    <a:pt x="1287707" y="2728703"/>
                  </a:lnTo>
                  <a:lnTo>
                    <a:pt x="1292698" y="2728703"/>
                  </a:lnTo>
                  <a:lnTo>
                    <a:pt x="1292698" y="2728703"/>
                  </a:lnTo>
                  <a:lnTo>
                    <a:pt x="1297689" y="2728703"/>
                  </a:lnTo>
                  <a:lnTo>
                    <a:pt x="1297689" y="2714176"/>
                  </a:lnTo>
                  <a:lnTo>
                    <a:pt x="1302681" y="2714176"/>
                  </a:lnTo>
                  <a:lnTo>
                    <a:pt x="1302681" y="2714176"/>
                  </a:lnTo>
                  <a:lnTo>
                    <a:pt x="1307672" y="2714176"/>
                  </a:lnTo>
                  <a:lnTo>
                    <a:pt x="1307672" y="2714176"/>
                  </a:lnTo>
                  <a:lnTo>
                    <a:pt x="1312663" y="2714176"/>
                  </a:lnTo>
                  <a:lnTo>
                    <a:pt x="1312663" y="2714176"/>
                  </a:lnTo>
                  <a:lnTo>
                    <a:pt x="1317654" y="2714176"/>
                  </a:lnTo>
                  <a:lnTo>
                    <a:pt x="1317654" y="2699650"/>
                  </a:lnTo>
                  <a:lnTo>
                    <a:pt x="1322645" y="2699650"/>
                  </a:lnTo>
                  <a:lnTo>
                    <a:pt x="1322645" y="2685113"/>
                  </a:lnTo>
                  <a:lnTo>
                    <a:pt x="1327636" y="2685113"/>
                  </a:lnTo>
                  <a:lnTo>
                    <a:pt x="1327636" y="2670566"/>
                  </a:lnTo>
                  <a:lnTo>
                    <a:pt x="1332627" y="2670566"/>
                  </a:lnTo>
                  <a:lnTo>
                    <a:pt x="1332627" y="2670566"/>
                  </a:lnTo>
                  <a:lnTo>
                    <a:pt x="1337618" y="2670566"/>
                  </a:lnTo>
                  <a:lnTo>
                    <a:pt x="1337618" y="2670566"/>
                  </a:lnTo>
                  <a:lnTo>
                    <a:pt x="1342609" y="2670566"/>
                  </a:lnTo>
                  <a:lnTo>
                    <a:pt x="1342609" y="2670566"/>
                  </a:lnTo>
                  <a:lnTo>
                    <a:pt x="1347601" y="2670566"/>
                  </a:lnTo>
                  <a:lnTo>
                    <a:pt x="1347601" y="2670566"/>
                  </a:lnTo>
                  <a:lnTo>
                    <a:pt x="1352592" y="2670566"/>
                  </a:lnTo>
                  <a:lnTo>
                    <a:pt x="1352592" y="2670566"/>
                  </a:lnTo>
                  <a:lnTo>
                    <a:pt x="1357583" y="2670566"/>
                  </a:lnTo>
                  <a:lnTo>
                    <a:pt x="1357583" y="2670566"/>
                  </a:lnTo>
                  <a:lnTo>
                    <a:pt x="1362574" y="2670566"/>
                  </a:lnTo>
                  <a:lnTo>
                    <a:pt x="1362574" y="2670566"/>
                  </a:lnTo>
                  <a:lnTo>
                    <a:pt x="1367565" y="2670566"/>
                  </a:lnTo>
                  <a:lnTo>
                    <a:pt x="1367565" y="2670566"/>
                  </a:lnTo>
                  <a:lnTo>
                    <a:pt x="1372556" y="2670566"/>
                  </a:lnTo>
                  <a:lnTo>
                    <a:pt x="1372556" y="2670566"/>
                  </a:lnTo>
                  <a:lnTo>
                    <a:pt x="1377547" y="2670566"/>
                  </a:lnTo>
                  <a:lnTo>
                    <a:pt x="1377547" y="2670566"/>
                  </a:lnTo>
                  <a:lnTo>
                    <a:pt x="1382538" y="2670566"/>
                  </a:lnTo>
                  <a:lnTo>
                    <a:pt x="1382538" y="2670566"/>
                  </a:lnTo>
                  <a:lnTo>
                    <a:pt x="1387530" y="2670566"/>
                  </a:lnTo>
                  <a:lnTo>
                    <a:pt x="1387530" y="2670566"/>
                  </a:lnTo>
                  <a:lnTo>
                    <a:pt x="1392521" y="2670566"/>
                  </a:lnTo>
                  <a:lnTo>
                    <a:pt x="1392521" y="2655960"/>
                  </a:lnTo>
                  <a:lnTo>
                    <a:pt x="1397512" y="2655960"/>
                  </a:lnTo>
                  <a:lnTo>
                    <a:pt x="1397512" y="2655960"/>
                  </a:lnTo>
                  <a:lnTo>
                    <a:pt x="1402503" y="2655960"/>
                  </a:lnTo>
                  <a:lnTo>
                    <a:pt x="1402503" y="2655960"/>
                  </a:lnTo>
                  <a:lnTo>
                    <a:pt x="1407494" y="2655960"/>
                  </a:lnTo>
                  <a:lnTo>
                    <a:pt x="1407494" y="2655960"/>
                  </a:lnTo>
                  <a:lnTo>
                    <a:pt x="1412485" y="2655960"/>
                  </a:lnTo>
                  <a:lnTo>
                    <a:pt x="1412485" y="2655960"/>
                  </a:lnTo>
                  <a:lnTo>
                    <a:pt x="1417476" y="2655960"/>
                  </a:lnTo>
                  <a:lnTo>
                    <a:pt x="1417476" y="2655960"/>
                  </a:lnTo>
                  <a:lnTo>
                    <a:pt x="1422467" y="2655960"/>
                  </a:lnTo>
                  <a:lnTo>
                    <a:pt x="1422467" y="2655960"/>
                  </a:lnTo>
                  <a:lnTo>
                    <a:pt x="1427458" y="2655960"/>
                  </a:lnTo>
                  <a:lnTo>
                    <a:pt x="1427458" y="2655960"/>
                  </a:lnTo>
                  <a:lnTo>
                    <a:pt x="1432450" y="2655960"/>
                  </a:lnTo>
                  <a:lnTo>
                    <a:pt x="1432450" y="2641333"/>
                  </a:lnTo>
                  <a:lnTo>
                    <a:pt x="1437441" y="2641333"/>
                  </a:lnTo>
                  <a:lnTo>
                    <a:pt x="1437441" y="2641333"/>
                  </a:lnTo>
                  <a:lnTo>
                    <a:pt x="1442432" y="2641333"/>
                  </a:lnTo>
                  <a:lnTo>
                    <a:pt x="1442432" y="2641333"/>
                  </a:lnTo>
                  <a:lnTo>
                    <a:pt x="1447423" y="2641333"/>
                  </a:lnTo>
                  <a:lnTo>
                    <a:pt x="1447423" y="2626685"/>
                  </a:lnTo>
                  <a:lnTo>
                    <a:pt x="1452414" y="2626685"/>
                  </a:lnTo>
                  <a:lnTo>
                    <a:pt x="1452414" y="2626685"/>
                  </a:lnTo>
                  <a:lnTo>
                    <a:pt x="1457405" y="2626685"/>
                  </a:lnTo>
                  <a:lnTo>
                    <a:pt x="1457405" y="2612037"/>
                  </a:lnTo>
                  <a:lnTo>
                    <a:pt x="1462396" y="2612037"/>
                  </a:lnTo>
                  <a:lnTo>
                    <a:pt x="1462396" y="2612037"/>
                  </a:lnTo>
                  <a:lnTo>
                    <a:pt x="1467387" y="2612037"/>
                  </a:lnTo>
                  <a:lnTo>
                    <a:pt x="1467387" y="2582720"/>
                  </a:lnTo>
                  <a:lnTo>
                    <a:pt x="1472378" y="2582720"/>
                  </a:lnTo>
                  <a:lnTo>
                    <a:pt x="1472378" y="2568062"/>
                  </a:lnTo>
                  <a:lnTo>
                    <a:pt x="1477370" y="2568062"/>
                  </a:lnTo>
                  <a:lnTo>
                    <a:pt x="1477370" y="2568062"/>
                  </a:lnTo>
                  <a:lnTo>
                    <a:pt x="1482361" y="2568062"/>
                  </a:lnTo>
                  <a:lnTo>
                    <a:pt x="1482361" y="2568062"/>
                  </a:lnTo>
                  <a:lnTo>
                    <a:pt x="1487352" y="2568062"/>
                  </a:lnTo>
                  <a:lnTo>
                    <a:pt x="1487352" y="2553403"/>
                  </a:lnTo>
                  <a:lnTo>
                    <a:pt x="1492343" y="2553403"/>
                  </a:lnTo>
                  <a:lnTo>
                    <a:pt x="1492343" y="2553403"/>
                  </a:lnTo>
                  <a:lnTo>
                    <a:pt x="1497334" y="2553403"/>
                  </a:lnTo>
                  <a:lnTo>
                    <a:pt x="1497334" y="2553403"/>
                  </a:lnTo>
                  <a:lnTo>
                    <a:pt x="1502325" y="2553403"/>
                  </a:lnTo>
                  <a:lnTo>
                    <a:pt x="1502325" y="2553403"/>
                  </a:lnTo>
                  <a:lnTo>
                    <a:pt x="1507316" y="2553403"/>
                  </a:lnTo>
                  <a:lnTo>
                    <a:pt x="1507316" y="2553403"/>
                  </a:lnTo>
                  <a:lnTo>
                    <a:pt x="1512307" y="2553403"/>
                  </a:lnTo>
                  <a:lnTo>
                    <a:pt x="1512307" y="2553403"/>
                  </a:lnTo>
                  <a:lnTo>
                    <a:pt x="1517299" y="2553403"/>
                  </a:lnTo>
                  <a:lnTo>
                    <a:pt x="1517299" y="2553403"/>
                  </a:lnTo>
                  <a:lnTo>
                    <a:pt x="1522290" y="2553403"/>
                  </a:lnTo>
                  <a:lnTo>
                    <a:pt x="1522290" y="2553403"/>
                  </a:lnTo>
                  <a:lnTo>
                    <a:pt x="1527281" y="2553403"/>
                  </a:lnTo>
                  <a:lnTo>
                    <a:pt x="1527281" y="2553403"/>
                  </a:lnTo>
                  <a:lnTo>
                    <a:pt x="1532272" y="2553403"/>
                  </a:lnTo>
                  <a:lnTo>
                    <a:pt x="1532272" y="2553403"/>
                  </a:lnTo>
                  <a:lnTo>
                    <a:pt x="1537263" y="2553403"/>
                  </a:lnTo>
                  <a:lnTo>
                    <a:pt x="1537263" y="2553403"/>
                  </a:lnTo>
                  <a:lnTo>
                    <a:pt x="1542254" y="2553403"/>
                  </a:lnTo>
                  <a:lnTo>
                    <a:pt x="1542254" y="2553403"/>
                  </a:lnTo>
                  <a:lnTo>
                    <a:pt x="1547245" y="2553403"/>
                  </a:lnTo>
                  <a:lnTo>
                    <a:pt x="1547245" y="2553403"/>
                  </a:lnTo>
                  <a:lnTo>
                    <a:pt x="1552236" y="2553403"/>
                  </a:lnTo>
                  <a:lnTo>
                    <a:pt x="1552236" y="2553403"/>
                  </a:lnTo>
                  <a:lnTo>
                    <a:pt x="1557227" y="2553403"/>
                  </a:lnTo>
                  <a:lnTo>
                    <a:pt x="1557227" y="2553403"/>
                  </a:lnTo>
                  <a:lnTo>
                    <a:pt x="1562219" y="2553403"/>
                  </a:lnTo>
                  <a:lnTo>
                    <a:pt x="1562219" y="2553403"/>
                  </a:lnTo>
                  <a:lnTo>
                    <a:pt x="1567210" y="2553403"/>
                  </a:lnTo>
                  <a:lnTo>
                    <a:pt x="1567210" y="2553403"/>
                  </a:lnTo>
                  <a:lnTo>
                    <a:pt x="1572201" y="2553403"/>
                  </a:lnTo>
                  <a:lnTo>
                    <a:pt x="1572201" y="2509332"/>
                  </a:lnTo>
                  <a:lnTo>
                    <a:pt x="1577192" y="2509332"/>
                  </a:lnTo>
                  <a:lnTo>
                    <a:pt x="1577192" y="2509332"/>
                  </a:lnTo>
                  <a:lnTo>
                    <a:pt x="1582183" y="2509332"/>
                  </a:lnTo>
                  <a:lnTo>
                    <a:pt x="1582183" y="2509332"/>
                  </a:lnTo>
                  <a:lnTo>
                    <a:pt x="1587174" y="2509332"/>
                  </a:lnTo>
                  <a:lnTo>
                    <a:pt x="1587174" y="2509332"/>
                  </a:lnTo>
                  <a:lnTo>
                    <a:pt x="1592165" y="2509332"/>
                  </a:lnTo>
                  <a:lnTo>
                    <a:pt x="1592165" y="2509332"/>
                  </a:lnTo>
                  <a:lnTo>
                    <a:pt x="1597156" y="2509332"/>
                  </a:lnTo>
                  <a:lnTo>
                    <a:pt x="1597156" y="2509332"/>
                  </a:lnTo>
                  <a:lnTo>
                    <a:pt x="1602147" y="2509332"/>
                  </a:lnTo>
                  <a:lnTo>
                    <a:pt x="1602147" y="2494642"/>
                  </a:lnTo>
                  <a:lnTo>
                    <a:pt x="1607139" y="2494642"/>
                  </a:lnTo>
                  <a:lnTo>
                    <a:pt x="1607139" y="2494642"/>
                  </a:lnTo>
                  <a:lnTo>
                    <a:pt x="1612130" y="2494642"/>
                  </a:lnTo>
                  <a:lnTo>
                    <a:pt x="1612130" y="2494642"/>
                  </a:lnTo>
                  <a:lnTo>
                    <a:pt x="1617121" y="2494642"/>
                  </a:lnTo>
                  <a:lnTo>
                    <a:pt x="1617121" y="2479940"/>
                  </a:lnTo>
                  <a:lnTo>
                    <a:pt x="1622112" y="2479940"/>
                  </a:lnTo>
                  <a:lnTo>
                    <a:pt x="1622112" y="2479940"/>
                  </a:lnTo>
                  <a:lnTo>
                    <a:pt x="1627103" y="2479940"/>
                  </a:lnTo>
                  <a:lnTo>
                    <a:pt x="1627103" y="2479940"/>
                  </a:lnTo>
                  <a:lnTo>
                    <a:pt x="1632094" y="2479940"/>
                  </a:lnTo>
                  <a:lnTo>
                    <a:pt x="1632094" y="2479940"/>
                  </a:lnTo>
                  <a:lnTo>
                    <a:pt x="1637085" y="2479940"/>
                  </a:lnTo>
                  <a:lnTo>
                    <a:pt x="1637085" y="2479940"/>
                  </a:lnTo>
                  <a:lnTo>
                    <a:pt x="1642076" y="2479940"/>
                  </a:lnTo>
                  <a:lnTo>
                    <a:pt x="1642076" y="2479940"/>
                  </a:lnTo>
                  <a:lnTo>
                    <a:pt x="1647067" y="2479940"/>
                  </a:lnTo>
                  <a:lnTo>
                    <a:pt x="1647067" y="2479940"/>
                  </a:lnTo>
                  <a:lnTo>
                    <a:pt x="1652059" y="2479940"/>
                  </a:lnTo>
                  <a:lnTo>
                    <a:pt x="1652059" y="2479940"/>
                  </a:lnTo>
                  <a:lnTo>
                    <a:pt x="1657050" y="2479940"/>
                  </a:lnTo>
                  <a:lnTo>
                    <a:pt x="1657050" y="2479940"/>
                  </a:lnTo>
                  <a:lnTo>
                    <a:pt x="1662041" y="2479940"/>
                  </a:lnTo>
                  <a:lnTo>
                    <a:pt x="1662041" y="2479940"/>
                  </a:lnTo>
                  <a:lnTo>
                    <a:pt x="1667032" y="2479940"/>
                  </a:lnTo>
                  <a:lnTo>
                    <a:pt x="1667032" y="2479940"/>
                  </a:lnTo>
                  <a:lnTo>
                    <a:pt x="1672023" y="2479940"/>
                  </a:lnTo>
                  <a:lnTo>
                    <a:pt x="1672023" y="2479940"/>
                  </a:lnTo>
                  <a:lnTo>
                    <a:pt x="1677014" y="2479940"/>
                  </a:lnTo>
                  <a:lnTo>
                    <a:pt x="1677014" y="2479940"/>
                  </a:lnTo>
                  <a:lnTo>
                    <a:pt x="1682005" y="2479940"/>
                  </a:lnTo>
                  <a:lnTo>
                    <a:pt x="1682005" y="2465205"/>
                  </a:lnTo>
                  <a:lnTo>
                    <a:pt x="1686996" y="2465205"/>
                  </a:lnTo>
                  <a:lnTo>
                    <a:pt x="1686996" y="2465205"/>
                  </a:lnTo>
                  <a:lnTo>
                    <a:pt x="1691988" y="2465205"/>
                  </a:lnTo>
                  <a:lnTo>
                    <a:pt x="1691988" y="2465205"/>
                  </a:lnTo>
                  <a:lnTo>
                    <a:pt x="1696979" y="2465205"/>
                  </a:lnTo>
                  <a:lnTo>
                    <a:pt x="1696979" y="2465205"/>
                  </a:lnTo>
                  <a:lnTo>
                    <a:pt x="1701970" y="2465205"/>
                  </a:lnTo>
                  <a:lnTo>
                    <a:pt x="1701970" y="2465205"/>
                  </a:lnTo>
                  <a:lnTo>
                    <a:pt x="1706961" y="2465205"/>
                  </a:lnTo>
                  <a:lnTo>
                    <a:pt x="1706961" y="2465205"/>
                  </a:lnTo>
                  <a:lnTo>
                    <a:pt x="1711952" y="2465205"/>
                  </a:lnTo>
                  <a:lnTo>
                    <a:pt x="1711952" y="2450470"/>
                  </a:lnTo>
                  <a:lnTo>
                    <a:pt x="1716943" y="2450470"/>
                  </a:lnTo>
                  <a:lnTo>
                    <a:pt x="1716943" y="2435735"/>
                  </a:lnTo>
                  <a:lnTo>
                    <a:pt x="1721934" y="2435735"/>
                  </a:lnTo>
                  <a:lnTo>
                    <a:pt x="1721934" y="2435735"/>
                  </a:lnTo>
                  <a:lnTo>
                    <a:pt x="1726925" y="2435735"/>
                  </a:lnTo>
                  <a:lnTo>
                    <a:pt x="1726925" y="2421001"/>
                  </a:lnTo>
                  <a:lnTo>
                    <a:pt x="1731916" y="2421001"/>
                  </a:lnTo>
                  <a:lnTo>
                    <a:pt x="1731916" y="2421001"/>
                  </a:lnTo>
                  <a:lnTo>
                    <a:pt x="1736908" y="2421001"/>
                  </a:lnTo>
                  <a:lnTo>
                    <a:pt x="1736908" y="2421001"/>
                  </a:lnTo>
                  <a:lnTo>
                    <a:pt x="1741899" y="2421001"/>
                  </a:lnTo>
                  <a:lnTo>
                    <a:pt x="1741899" y="2421001"/>
                  </a:lnTo>
                  <a:lnTo>
                    <a:pt x="1746890" y="2421001"/>
                  </a:lnTo>
                  <a:lnTo>
                    <a:pt x="1746890" y="2421001"/>
                  </a:lnTo>
                  <a:lnTo>
                    <a:pt x="1751881" y="2421001"/>
                  </a:lnTo>
                  <a:lnTo>
                    <a:pt x="1751881" y="2421001"/>
                  </a:lnTo>
                  <a:lnTo>
                    <a:pt x="1756872" y="2421001"/>
                  </a:lnTo>
                  <a:lnTo>
                    <a:pt x="1756872" y="2406266"/>
                  </a:lnTo>
                  <a:lnTo>
                    <a:pt x="1761863" y="2406266"/>
                  </a:lnTo>
                  <a:lnTo>
                    <a:pt x="1761863" y="2406266"/>
                  </a:lnTo>
                  <a:lnTo>
                    <a:pt x="1766854" y="2406266"/>
                  </a:lnTo>
                  <a:lnTo>
                    <a:pt x="1766854" y="2406266"/>
                  </a:lnTo>
                  <a:lnTo>
                    <a:pt x="1771845" y="2406266"/>
                  </a:lnTo>
                  <a:lnTo>
                    <a:pt x="1771845" y="2406266"/>
                  </a:lnTo>
                  <a:lnTo>
                    <a:pt x="1776836" y="2406266"/>
                  </a:lnTo>
                  <a:lnTo>
                    <a:pt x="1776836" y="2406266"/>
                  </a:lnTo>
                  <a:lnTo>
                    <a:pt x="1781828" y="2406266"/>
                  </a:lnTo>
                  <a:lnTo>
                    <a:pt x="1781828" y="2391508"/>
                  </a:lnTo>
                  <a:lnTo>
                    <a:pt x="1786819" y="2391508"/>
                  </a:lnTo>
                  <a:lnTo>
                    <a:pt x="1786819" y="2391508"/>
                  </a:lnTo>
                  <a:lnTo>
                    <a:pt x="1791810" y="2391508"/>
                  </a:lnTo>
                  <a:lnTo>
                    <a:pt x="1791810" y="2391508"/>
                  </a:lnTo>
                  <a:lnTo>
                    <a:pt x="1796801" y="2391508"/>
                  </a:lnTo>
                  <a:lnTo>
                    <a:pt x="1796801" y="2391508"/>
                  </a:lnTo>
                  <a:lnTo>
                    <a:pt x="1801792" y="2391508"/>
                  </a:lnTo>
                  <a:lnTo>
                    <a:pt x="1801792" y="2391508"/>
                  </a:lnTo>
                  <a:lnTo>
                    <a:pt x="1806783" y="2391508"/>
                  </a:lnTo>
                  <a:lnTo>
                    <a:pt x="1806783" y="2391508"/>
                  </a:lnTo>
                  <a:lnTo>
                    <a:pt x="1811774" y="2391508"/>
                  </a:lnTo>
                  <a:lnTo>
                    <a:pt x="1811774" y="2376727"/>
                  </a:lnTo>
                  <a:lnTo>
                    <a:pt x="1816765" y="2376727"/>
                  </a:lnTo>
                  <a:lnTo>
                    <a:pt x="1816765" y="2376727"/>
                  </a:lnTo>
                  <a:lnTo>
                    <a:pt x="1821757" y="2376727"/>
                  </a:lnTo>
                  <a:lnTo>
                    <a:pt x="1821757" y="2376727"/>
                  </a:lnTo>
                  <a:lnTo>
                    <a:pt x="1826748" y="2376727"/>
                  </a:lnTo>
                  <a:lnTo>
                    <a:pt x="1826748" y="2376727"/>
                  </a:lnTo>
                  <a:lnTo>
                    <a:pt x="1831739" y="2376727"/>
                  </a:lnTo>
                  <a:lnTo>
                    <a:pt x="1831739" y="2376727"/>
                  </a:lnTo>
                  <a:lnTo>
                    <a:pt x="1836730" y="2376727"/>
                  </a:lnTo>
                  <a:lnTo>
                    <a:pt x="1836730" y="2376727"/>
                  </a:lnTo>
                  <a:lnTo>
                    <a:pt x="1841721" y="2376727"/>
                  </a:lnTo>
                  <a:lnTo>
                    <a:pt x="1841721" y="2376727"/>
                  </a:lnTo>
                  <a:lnTo>
                    <a:pt x="1846712" y="2376727"/>
                  </a:lnTo>
                  <a:lnTo>
                    <a:pt x="1846712" y="2376727"/>
                  </a:lnTo>
                  <a:lnTo>
                    <a:pt x="1851703" y="2376727"/>
                  </a:lnTo>
                  <a:lnTo>
                    <a:pt x="1851703" y="2376727"/>
                  </a:lnTo>
                  <a:lnTo>
                    <a:pt x="1856694" y="2376727"/>
                  </a:lnTo>
                  <a:lnTo>
                    <a:pt x="1856694" y="2376727"/>
                  </a:lnTo>
                  <a:lnTo>
                    <a:pt x="1861685" y="2376727"/>
                  </a:lnTo>
                  <a:lnTo>
                    <a:pt x="1861685" y="2376727"/>
                  </a:lnTo>
                  <a:lnTo>
                    <a:pt x="1866677" y="2376727"/>
                  </a:lnTo>
                  <a:lnTo>
                    <a:pt x="1866677" y="2376727"/>
                  </a:lnTo>
                  <a:lnTo>
                    <a:pt x="1871668" y="2376727"/>
                  </a:lnTo>
                  <a:lnTo>
                    <a:pt x="1871668" y="2376727"/>
                  </a:lnTo>
                  <a:lnTo>
                    <a:pt x="1876659" y="2376727"/>
                  </a:lnTo>
                  <a:lnTo>
                    <a:pt x="1876659" y="2376727"/>
                  </a:lnTo>
                  <a:lnTo>
                    <a:pt x="1881650" y="2376727"/>
                  </a:lnTo>
                  <a:lnTo>
                    <a:pt x="1881650" y="2376727"/>
                  </a:lnTo>
                  <a:lnTo>
                    <a:pt x="1886641" y="2376727"/>
                  </a:lnTo>
                  <a:lnTo>
                    <a:pt x="1886641" y="2376727"/>
                  </a:lnTo>
                  <a:lnTo>
                    <a:pt x="1891632" y="2376727"/>
                  </a:lnTo>
                  <a:lnTo>
                    <a:pt x="1891632" y="2376727"/>
                  </a:lnTo>
                  <a:lnTo>
                    <a:pt x="1896623" y="2376727"/>
                  </a:lnTo>
                  <a:lnTo>
                    <a:pt x="1896623" y="2376727"/>
                  </a:lnTo>
                  <a:lnTo>
                    <a:pt x="1901614" y="2376727"/>
                  </a:lnTo>
                  <a:lnTo>
                    <a:pt x="1901614" y="2361885"/>
                  </a:lnTo>
                  <a:lnTo>
                    <a:pt x="1906605" y="2361885"/>
                  </a:lnTo>
                  <a:lnTo>
                    <a:pt x="1906605" y="2361885"/>
                  </a:lnTo>
                  <a:lnTo>
                    <a:pt x="1911597" y="2361885"/>
                  </a:lnTo>
                  <a:lnTo>
                    <a:pt x="1911597" y="2332203"/>
                  </a:lnTo>
                  <a:lnTo>
                    <a:pt x="1916588" y="2332203"/>
                  </a:lnTo>
                  <a:lnTo>
                    <a:pt x="1916588" y="2332203"/>
                  </a:lnTo>
                  <a:lnTo>
                    <a:pt x="1921579" y="2332203"/>
                  </a:lnTo>
                  <a:lnTo>
                    <a:pt x="1921579" y="2332203"/>
                  </a:lnTo>
                  <a:lnTo>
                    <a:pt x="1926570" y="2332203"/>
                  </a:lnTo>
                  <a:lnTo>
                    <a:pt x="1926570" y="2317361"/>
                  </a:lnTo>
                  <a:lnTo>
                    <a:pt x="1931561" y="2317361"/>
                  </a:lnTo>
                  <a:lnTo>
                    <a:pt x="1931561" y="2317361"/>
                  </a:lnTo>
                  <a:lnTo>
                    <a:pt x="1936552" y="2317361"/>
                  </a:lnTo>
                  <a:lnTo>
                    <a:pt x="1936552" y="2317361"/>
                  </a:lnTo>
                  <a:lnTo>
                    <a:pt x="1941543" y="2317361"/>
                  </a:lnTo>
                  <a:lnTo>
                    <a:pt x="1941543" y="2317361"/>
                  </a:lnTo>
                  <a:lnTo>
                    <a:pt x="1946534" y="2317361"/>
                  </a:lnTo>
                  <a:lnTo>
                    <a:pt x="1946534" y="2317361"/>
                  </a:lnTo>
                  <a:lnTo>
                    <a:pt x="1951526" y="2317361"/>
                  </a:lnTo>
                  <a:lnTo>
                    <a:pt x="1951526" y="2317361"/>
                  </a:lnTo>
                  <a:lnTo>
                    <a:pt x="1956517" y="2317361"/>
                  </a:lnTo>
                  <a:lnTo>
                    <a:pt x="1956517" y="2302508"/>
                  </a:lnTo>
                  <a:lnTo>
                    <a:pt x="1961508" y="2302508"/>
                  </a:lnTo>
                  <a:lnTo>
                    <a:pt x="1961508" y="2302508"/>
                  </a:lnTo>
                  <a:lnTo>
                    <a:pt x="1966499" y="2302508"/>
                  </a:lnTo>
                  <a:lnTo>
                    <a:pt x="1966499" y="2302508"/>
                  </a:lnTo>
                  <a:lnTo>
                    <a:pt x="1971490" y="2302508"/>
                  </a:lnTo>
                  <a:lnTo>
                    <a:pt x="1971490" y="2287654"/>
                  </a:lnTo>
                  <a:lnTo>
                    <a:pt x="1976481" y="2287654"/>
                  </a:lnTo>
                  <a:lnTo>
                    <a:pt x="1976481" y="2287654"/>
                  </a:lnTo>
                  <a:lnTo>
                    <a:pt x="1981472" y="2287654"/>
                  </a:lnTo>
                  <a:lnTo>
                    <a:pt x="1981472" y="2287654"/>
                  </a:lnTo>
                  <a:lnTo>
                    <a:pt x="1986463" y="2287654"/>
                  </a:lnTo>
                  <a:lnTo>
                    <a:pt x="1986463" y="2272788"/>
                  </a:lnTo>
                  <a:lnTo>
                    <a:pt x="1991454" y="2272788"/>
                  </a:lnTo>
                  <a:lnTo>
                    <a:pt x="1991454" y="2272788"/>
                  </a:lnTo>
                  <a:lnTo>
                    <a:pt x="1996446" y="2272788"/>
                  </a:lnTo>
                  <a:lnTo>
                    <a:pt x="1996446" y="2257910"/>
                  </a:lnTo>
                  <a:lnTo>
                    <a:pt x="2001437" y="2257910"/>
                  </a:lnTo>
                  <a:lnTo>
                    <a:pt x="2001437" y="2243031"/>
                  </a:lnTo>
                  <a:lnTo>
                    <a:pt x="2006428" y="2243031"/>
                  </a:lnTo>
                  <a:lnTo>
                    <a:pt x="2006428" y="2243031"/>
                  </a:lnTo>
                  <a:lnTo>
                    <a:pt x="2011419" y="2243031"/>
                  </a:lnTo>
                  <a:lnTo>
                    <a:pt x="2011419" y="2243031"/>
                  </a:lnTo>
                  <a:lnTo>
                    <a:pt x="2016410" y="2243031"/>
                  </a:lnTo>
                  <a:lnTo>
                    <a:pt x="2016410" y="2243031"/>
                  </a:lnTo>
                  <a:lnTo>
                    <a:pt x="2021401" y="2243031"/>
                  </a:lnTo>
                  <a:lnTo>
                    <a:pt x="2021401" y="2243031"/>
                  </a:lnTo>
                  <a:lnTo>
                    <a:pt x="2026392" y="2243031"/>
                  </a:lnTo>
                  <a:lnTo>
                    <a:pt x="2026392" y="2243031"/>
                  </a:lnTo>
                  <a:lnTo>
                    <a:pt x="2031383" y="2243031"/>
                  </a:lnTo>
                  <a:lnTo>
                    <a:pt x="2031383" y="2243031"/>
                  </a:lnTo>
                  <a:lnTo>
                    <a:pt x="2036374" y="2243031"/>
                  </a:lnTo>
                  <a:lnTo>
                    <a:pt x="2036374" y="2243031"/>
                  </a:lnTo>
                  <a:lnTo>
                    <a:pt x="2041366" y="2243031"/>
                  </a:lnTo>
                  <a:lnTo>
                    <a:pt x="2041366" y="2243031"/>
                  </a:lnTo>
                  <a:lnTo>
                    <a:pt x="2046357" y="2243031"/>
                  </a:lnTo>
                  <a:lnTo>
                    <a:pt x="2046357" y="2243031"/>
                  </a:lnTo>
                  <a:lnTo>
                    <a:pt x="2051348" y="2243031"/>
                  </a:lnTo>
                  <a:lnTo>
                    <a:pt x="2051348" y="2243031"/>
                  </a:lnTo>
                  <a:lnTo>
                    <a:pt x="2056339" y="2243031"/>
                  </a:lnTo>
                  <a:lnTo>
                    <a:pt x="2056339" y="2243031"/>
                  </a:lnTo>
                  <a:lnTo>
                    <a:pt x="2061330" y="2243031"/>
                  </a:lnTo>
                  <a:lnTo>
                    <a:pt x="2061330" y="2228128"/>
                  </a:lnTo>
                  <a:lnTo>
                    <a:pt x="2066321" y="2228128"/>
                  </a:lnTo>
                  <a:lnTo>
                    <a:pt x="2066321" y="2198320"/>
                  </a:lnTo>
                  <a:lnTo>
                    <a:pt x="2071312" y="2198320"/>
                  </a:lnTo>
                  <a:lnTo>
                    <a:pt x="2071312" y="2198320"/>
                  </a:lnTo>
                  <a:lnTo>
                    <a:pt x="2076303" y="2198320"/>
                  </a:lnTo>
                  <a:lnTo>
                    <a:pt x="2076303" y="2198320"/>
                  </a:lnTo>
                  <a:lnTo>
                    <a:pt x="2081295" y="2198320"/>
                  </a:lnTo>
                  <a:lnTo>
                    <a:pt x="2081295" y="2198320"/>
                  </a:lnTo>
                  <a:lnTo>
                    <a:pt x="2086286" y="2198320"/>
                  </a:lnTo>
                  <a:lnTo>
                    <a:pt x="2086286" y="2198320"/>
                  </a:lnTo>
                  <a:lnTo>
                    <a:pt x="2091277" y="2198320"/>
                  </a:lnTo>
                  <a:lnTo>
                    <a:pt x="2091277" y="2198320"/>
                  </a:lnTo>
                  <a:lnTo>
                    <a:pt x="2096268" y="2198320"/>
                  </a:lnTo>
                  <a:lnTo>
                    <a:pt x="2096268" y="2183416"/>
                  </a:lnTo>
                  <a:lnTo>
                    <a:pt x="2101259" y="2183416"/>
                  </a:lnTo>
                  <a:lnTo>
                    <a:pt x="2101259" y="2183416"/>
                  </a:lnTo>
                  <a:lnTo>
                    <a:pt x="2106250" y="2183416"/>
                  </a:lnTo>
                  <a:lnTo>
                    <a:pt x="2106250" y="2183416"/>
                  </a:lnTo>
                  <a:lnTo>
                    <a:pt x="2111241" y="2183416"/>
                  </a:lnTo>
                  <a:lnTo>
                    <a:pt x="2111241" y="2183416"/>
                  </a:lnTo>
                  <a:lnTo>
                    <a:pt x="2116232" y="2183416"/>
                  </a:lnTo>
                  <a:lnTo>
                    <a:pt x="2116232" y="2168512"/>
                  </a:lnTo>
                  <a:lnTo>
                    <a:pt x="2121223" y="2168512"/>
                  </a:lnTo>
                  <a:lnTo>
                    <a:pt x="2121223" y="2168512"/>
                  </a:lnTo>
                  <a:lnTo>
                    <a:pt x="2126215" y="2168512"/>
                  </a:lnTo>
                  <a:lnTo>
                    <a:pt x="2126215" y="2168512"/>
                  </a:lnTo>
                  <a:lnTo>
                    <a:pt x="2131206" y="2168512"/>
                  </a:lnTo>
                  <a:lnTo>
                    <a:pt x="2131206" y="2168512"/>
                  </a:lnTo>
                  <a:lnTo>
                    <a:pt x="2136197" y="2168512"/>
                  </a:lnTo>
                  <a:lnTo>
                    <a:pt x="2136197" y="2168512"/>
                  </a:lnTo>
                  <a:lnTo>
                    <a:pt x="2141188" y="2168512"/>
                  </a:lnTo>
                  <a:lnTo>
                    <a:pt x="2141188" y="2168512"/>
                  </a:lnTo>
                  <a:lnTo>
                    <a:pt x="2146179" y="2168512"/>
                  </a:lnTo>
                  <a:lnTo>
                    <a:pt x="2146179" y="2168512"/>
                  </a:lnTo>
                  <a:lnTo>
                    <a:pt x="2151170" y="2168512"/>
                  </a:lnTo>
                  <a:lnTo>
                    <a:pt x="2151170" y="2153596"/>
                  </a:lnTo>
                  <a:lnTo>
                    <a:pt x="2156161" y="2153596"/>
                  </a:lnTo>
                  <a:lnTo>
                    <a:pt x="2156161" y="2153596"/>
                  </a:lnTo>
                  <a:lnTo>
                    <a:pt x="2161152" y="2153596"/>
                  </a:lnTo>
                  <a:lnTo>
                    <a:pt x="2161152" y="2153596"/>
                  </a:lnTo>
                  <a:lnTo>
                    <a:pt x="2166143" y="2153596"/>
                  </a:lnTo>
                  <a:lnTo>
                    <a:pt x="2166143" y="2138679"/>
                  </a:lnTo>
                  <a:lnTo>
                    <a:pt x="2171135" y="2138679"/>
                  </a:lnTo>
                  <a:lnTo>
                    <a:pt x="2171135" y="2123762"/>
                  </a:lnTo>
                  <a:lnTo>
                    <a:pt x="2176126" y="2123762"/>
                  </a:lnTo>
                  <a:lnTo>
                    <a:pt x="2176126" y="2123762"/>
                  </a:lnTo>
                  <a:lnTo>
                    <a:pt x="2181117" y="2123762"/>
                  </a:lnTo>
                  <a:lnTo>
                    <a:pt x="2181117" y="2123762"/>
                  </a:lnTo>
                  <a:lnTo>
                    <a:pt x="2186108" y="2123762"/>
                  </a:lnTo>
                  <a:lnTo>
                    <a:pt x="2186108" y="2123762"/>
                  </a:lnTo>
                  <a:lnTo>
                    <a:pt x="2191099" y="2123762"/>
                  </a:lnTo>
                  <a:lnTo>
                    <a:pt x="2191099" y="2093929"/>
                  </a:lnTo>
                  <a:lnTo>
                    <a:pt x="2196090" y="2093929"/>
                  </a:lnTo>
                  <a:lnTo>
                    <a:pt x="2196090" y="2093929"/>
                  </a:lnTo>
                  <a:lnTo>
                    <a:pt x="2201081" y="2093929"/>
                  </a:lnTo>
                  <a:lnTo>
                    <a:pt x="2201081" y="2093929"/>
                  </a:lnTo>
                  <a:lnTo>
                    <a:pt x="2206072" y="2093929"/>
                  </a:lnTo>
                  <a:lnTo>
                    <a:pt x="2206072" y="2093929"/>
                  </a:lnTo>
                  <a:lnTo>
                    <a:pt x="2211064" y="2093929"/>
                  </a:lnTo>
                  <a:lnTo>
                    <a:pt x="2211064" y="2093929"/>
                  </a:lnTo>
                  <a:lnTo>
                    <a:pt x="2216055" y="2093929"/>
                  </a:lnTo>
                  <a:lnTo>
                    <a:pt x="2216055" y="2093929"/>
                  </a:lnTo>
                  <a:lnTo>
                    <a:pt x="2221046" y="2093929"/>
                  </a:lnTo>
                  <a:lnTo>
                    <a:pt x="2221046" y="2093929"/>
                  </a:lnTo>
                  <a:lnTo>
                    <a:pt x="2226037" y="2093929"/>
                  </a:lnTo>
                  <a:lnTo>
                    <a:pt x="2226037" y="2093929"/>
                  </a:lnTo>
                  <a:lnTo>
                    <a:pt x="2231028" y="2093929"/>
                  </a:lnTo>
                  <a:lnTo>
                    <a:pt x="2231028" y="2093929"/>
                  </a:lnTo>
                  <a:lnTo>
                    <a:pt x="2236019" y="2093929"/>
                  </a:lnTo>
                  <a:lnTo>
                    <a:pt x="2236019" y="2093929"/>
                  </a:lnTo>
                  <a:lnTo>
                    <a:pt x="2241010" y="2093929"/>
                  </a:lnTo>
                  <a:lnTo>
                    <a:pt x="2241010" y="2093929"/>
                  </a:lnTo>
                  <a:lnTo>
                    <a:pt x="2246001" y="2093929"/>
                  </a:lnTo>
                  <a:lnTo>
                    <a:pt x="2246001" y="2078972"/>
                  </a:lnTo>
                  <a:lnTo>
                    <a:pt x="2250992" y="2078972"/>
                  </a:lnTo>
                  <a:lnTo>
                    <a:pt x="2250992" y="2078972"/>
                  </a:lnTo>
                  <a:lnTo>
                    <a:pt x="2255984" y="2078972"/>
                  </a:lnTo>
                  <a:lnTo>
                    <a:pt x="2255984" y="2078972"/>
                  </a:lnTo>
                  <a:lnTo>
                    <a:pt x="2260975" y="2078972"/>
                  </a:lnTo>
                  <a:lnTo>
                    <a:pt x="2260975" y="2078972"/>
                  </a:lnTo>
                  <a:lnTo>
                    <a:pt x="2265966" y="2078972"/>
                  </a:lnTo>
                  <a:lnTo>
                    <a:pt x="2265966" y="2064002"/>
                  </a:lnTo>
                  <a:lnTo>
                    <a:pt x="2270957" y="2064002"/>
                  </a:lnTo>
                  <a:lnTo>
                    <a:pt x="2270957" y="2064002"/>
                  </a:lnTo>
                  <a:lnTo>
                    <a:pt x="2275948" y="2064002"/>
                  </a:lnTo>
                  <a:lnTo>
                    <a:pt x="2275948" y="2064002"/>
                  </a:lnTo>
                  <a:lnTo>
                    <a:pt x="2280939" y="2064002"/>
                  </a:lnTo>
                  <a:lnTo>
                    <a:pt x="2280939" y="2064002"/>
                  </a:lnTo>
                  <a:lnTo>
                    <a:pt x="2285930" y="2064002"/>
                  </a:lnTo>
                  <a:lnTo>
                    <a:pt x="2285930" y="2064002"/>
                  </a:lnTo>
                  <a:lnTo>
                    <a:pt x="2290921" y="2064002"/>
                  </a:lnTo>
                  <a:lnTo>
                    <a:pt x="2290921" y="2064002"/>
                  </a:lnTo>
                  <a:lnTo>
                    <a:pt x="2295912" y="2064002"/>
                  </a:lnTo>
                  <a:lnTo>
                    <a:pt x="2295912" y="2064002"/>
                  </a:lnTo>
                  <a:lnTo>
                    <a:pt x="2300904" y="2064002"/>
                  </a:lnTo>
                  <a:lnTo>
                    <a:pt x="2300904" y="2064002"/>
                  </a:lnTo>
                  <a:lnTo>
                    <a:pt x="2305895" y="2064002"/>
                  </a:lnTo>
                  <a:lnTo>
                    <a:pt x="2305895" y="2049018"/>
                  </a:lnTo>
                  <a:lnTo>
                    <a:pt x="2310886" y="2049018"/>
                  </a:lnTo>
                  <a:lnTo>
                    <a:pt x="2310886" y="2049018"/>
                  </a:lnTo>
                  <a:lnTo>
                    <a:pt x="2315877" y="2049018"/>
                  </a:lnTo>
                  <a:lnTo>
                    <a:pt x="2315877" y="2049018"/>
                  </a:lnTo>
                  <a:lnTo>
                    <a:pt x="2320868" y="2049018"/>
                  </a:lnTo>
                  <a:lnTo>
                    <a:pt x="2320868" y="2049018"/>
                  </a:lnTo>
                  <a:lnTo>
                    <a:pt x="2325859" y="2049018"/>
                  </a:lnTo>
                  <a:lnTo>
                    <a:pt x="2325859" y="2049018"/>
                  </a:lnTo>
                  <a:lnTo>
                    <a:pt x="2330850" y="2049018"/>
                  </a:lnTo>
                  <a:lnTo>
                    <a:pt x="2330850" y="2049018"/>
                  </a:lnTo>
                  <a:lnTo>
                    <a:pt x="2335841" y="2049018"/>
                  </a:lnTo>
                  <a:lnTo>
                    <a:pt x="2335841" y="2049018"/>
                  </a:lnTo>
                  <a:lnTo>
                    <a:pt x="2340833" y="2049018"/>
                  </a:lnTo>
                  <a:lnTo>
                    <a:pt x="2340833" y="2019023"/>
                  </a:lnTo>
                  <a:lnTo>
                    <a:pt x="2345824" y="2019023"/>
                  </a:lnTo>
                  <a:lnTo>
                    <a:pt x="2345824" y="2004012"/>
                  </a:lnTo>
                  <a:lnTo>
                    <a:pt x="2350815" y="2004012"/>
                  </a:lnTo>
                  <a:lnTo>
                    <a:pt x="2350815" y="2004012"/>
                  </a:lnTo>
                  <a:lnTo>
                    <a:pt x="2355806" y="2004012"/>
                  </a:lnTo>
                  <a:lnTo>
                    <a:pt x="2355806" y="2004012"/>
                  </a:lnTo>
                  <a:lnTo>
                    <a:pt x="2360797" y="2004012"/>
                  </a:lnTo>
                  <a:lnTo>
                    <a:pt x="2360797" y="2004012"/>
                  </a:lnTo>
                  <a:lnTo>
                    <a:pt x="2365788" y="2004012"/>
                  </a:lnTo>
                  <a:lnTo>
                    <a:pt x="2365788" y="2004012"/>
                  </a:lnTo>
                  <a:lnTo>
                    <a:pt x="2370779" y="2004012"/>
                  </a:lnTo>
                  <a:lnTo>
                    <a:pt x="2370779" y="2004012"/>
                  </a:lnTo>
                  <a:lnTo>
                    <a:pt x="2375770" y="2004012"/>
                  </a:lnTo>
                  <a:lnTo>
                    <a:pt x="2375770" y="1989001"/>
                  </a:lnTo>
                  <a:lnTo>
                    <a:pt x="2380761" y="1989001"/>
                  </a:lnTo>
                  <a:lnTo>
                    <a:pt x="2380761" y="1989001"/>
                  </a:lnTo>
                  <a:lnTo>
                    <a:pt x="2385753" y="1989001"/>
                  </a:lnTo>
                  <a:lnTo>
                    <a:pt x="2385753" y="1989001"/>
                  </a:lnTo>
                  <a:lnTo>
                    <a:pt x="2390744" y="1989001"/>
                  </a:lnTo>
                  <a:lnTo>
                    <a:pt x="2390744" y="1989001"/>
                  </a:lnTo>
                  <a:lnTo>
                    <a:pt x="2395735" y="1989001"/>
                  </a:lnTo>
                  <a:lnTo>
                    <a:pt x="2395735" y="1989001"/>
                  </a:lnTo>
                  <a:lnTo>
                    <a:pt x="2400726" y="1989001"/>
                  </a:lnTo>
                  <a:lnTo>
                    <a:pt x="2400726" y="1989001"/>
                  </a:lnTo>
                  <a:lnTo>
                    <a:pt x="2405717" y="1989001"/>
                  </a:lnTo>
                  <a:lnTo>
                    <a:pt x="2405717" y="1973961"/>
                  </a:lnTo>
                  <a:lnTo>
                    <a:pt x="2410708" y="1973961"/>
                  </a:lnTo>
                  <a:lnTo>
                    <a:pt x="2410708" y="1958922"/>
                  </a:lnTo>
                  <a:lnTo>
                    <a:pt x="2415699" y="1958922"/>
                  </a:lnTo>
                  <a:lnTo>
                    <a:pt x="2415699" y="1958922"/>
                  </a:lnTo>
                  <a:lnTo>
                    <a:pt x="2420690" y="1958922"/>
                  </a:lnTo>
                  <a:lnTo>
                    <a:pt x="2420690" y="1958922"/>
                  </a:lnTo>
                  <a:lnTo>
                    <a:pt x="2425681" y="1958922"/>
                  </a:lnTo>
                  <a:lnTo>
                    <a:pt x="2425681" y="1958922"/>
                  </a:lnTo>
                  <a:lnTo>
                    <a:pt x="2430673" y="1958922"/>
                  </a:lnTo>
                  <a:lnTo>
                    <a:pt x="2430673" y="1958922"/>
                  </a:lnTo>
                  <a:lnTo>
                    <a:pt x="2435664" y="1958922"/>
                  </a:lnTo>
                  <a:lnTo>
                    <a:pt x="2435664" y="1958922"/>
                  </a:lnTo>
                  <a:lnTo>
                    <a:pt x="2440655" y="1958922"/>
                  </a:lnTo>
                  <a:lnTo>
                    <a:pt x="2440655" y="1958922"/>
                  </a:lnTo>
                  <a:lnTo>
                    <a:pt x="2445646" y="1958922"/>
                  </a:lnTo>
                  <a:lnTo>
                    <a:pt x="2445646" y="1943869"/>
                  </a:lnTo>
                  <a:lnTo>
                    <a:pt x="2450637" y="1943869"/>
                  </a:lnTo>
                  <a:lnTo>
                    <a:pt x="2450637" y="1943869"/>
                  </a:lnTo>
                  <a:lnTo>
                    <a:pt x="2455628" y="1943869"/>
                  </a:lnTo>
                  <a:lnTo>
                    <a:pt x="2455628" y="1943869"/>
                  </a:lnTo>
                  <a:lnTo>
                    <a:pt x="2460619" y="1943869"/>
                  </a:lnTo>
                  <a:lnTo>
                    <a:pt x="2460619" y="1943869"/>
                  </a:lnTo>
                  <a:lnTo>
                    <a:pt x="2465610" y="1943869"/>
                  </a:lnTo>
                  <a:lnTo>
                    <a:pt x="2465610" y="1928816"/>
                  </a:lnTo>
                  <a:lnTo>
                    <a:pt x="2470601" y="1928816"/>
                  </a:lnTo>
                  <a:lnTo>
                    <a:pt x="2470601" y="1928816"/>
                  </a:lnTo>
                  <a:lnTo>
                    <a:pt x="2475593" y="1928816"/>
                  </a:lnTo>
                  <a:lnTo>
                    <a:pt x="2475593" y="1928816"/>
                  </a:lnTo>
                  <a:lnTo>
                    <a:pt x="2480584" y="1928816"/>
                  </a:lnTo>
                  <a:lnTo>
                    <a:pt x="2480584" y="1928816"/>
                  </a:lnTo>
                  <a:lnTo>
                    <a:pt x="2485575" y="1928816"/>
                  </a:lnTo>
                  <a:lnTo>
                    <a:pt x="2485575" y="1928816"/>
                  </a:lnTo>
                  <a:lnTo>
                    <a:pt x="2490566" y="1928816"/>
                  </a:lnTo>
                  <a:lnTo>
                    <a:pt x="2490566" y="1928816"/>
                  </a:lnTo>
                  <a:lnTo>
                    <a:pt x="2495557" y="1928816"/>
                  </a:lnTo>
                  <a:lnTo>
                    <a:pt x="2495557" y="1928816"/>
                  </a:lnTo>
                  <a:lnTo>
                    <a:pt x="2500548" y="1928816"/>
                  </a:lnTo>
                  <a:lnTo>
                    <a:pt x="2500548" y="1913719"/>
                  </a:lnTo>
                  <a:lnTo>
                    <a:pt x="2505539" y="1913719"/>
                  </a:lnTo>
                  <a:lnTo>
                    <a:pt x="2505539" y="1913719"/>
                  </a:lnTo>
                  <a:lnTo>
                    <a:pt x="2510530" y="1913719"/>
                  </a:lnTo>
                  <a:lnTo>
                    <a:pt x="2510530" y="1913719"/>
                  </a:lnTo>
                  <a:lnTo>
                    <a:pt x="2515522" y="1913719"/>
                  </a:lnTo>
                  <a:lnTo>
                    <a:pt x="2515522" y="1913719"/>
                  </a:lnTo>
                  <a:lnTo>
                    <a:pt x="2520513" y="1913719"/>
                  </a:lnTo>
                  <a:lnTo>
                    <a:pt x="2520513" y="1913719"/>
                  </a:lnTo>
                  <a:lnTo>
                    <a:pt x="2525504" y="1913719"/>
                  </a:lnTo>
                  <a:lnTo>
                    <a:pt x="2525504" y="1913719"/>
                  </a:lnTo>
                  <a:lnTo>
                    <a:pt x="2530495" y="1913719"/>
                  </a:lnTo>
                  <a:lnTo>
                    <a:pt x="2530495" y="1913719"/>
                  </a:lnTo>
                  <a:lnTo>
                    <a:pt x="2535486" y="1913719"/>
                  </a:lnTo>
                  <a:lnTo>
                    <a:pt x="2535486" y="1913719"/>
                  </a:lnTo>
                  <a:lnTo>
                    <a:pt x="2540477" y="1913719"/>
                  </a:lnTo>
                  <a:lnTo>
                    <a:pt x="2540477" y="1913719"/>
                  </a:lnTo>
                  <a:lnTo>
                    <a:pt x="2545468" y="1913719"/>
                  </a:lnTo>
                  <a:lnTo>
                    <a:pt x="2545468" y="1898594"/>
                  </a:lnTo>
                  <a:lnTo>
                    <a:pt x="2550459" y="1898594"/>
                  </a:lnTo>
                  <a:lnTo>
                    <a:pt x="2550459" y="1898594"/>
                  </a:lnTo>
                  <a:lnTo>
                    <a:pt x="2555450" y="1898594"/>
                  </a:lnTo>
                  <a:lnTo>
                    <a:pt x="2555450" y="1883468"/>
                  </a:lnTo>
                  <a:lnTo>
                    <a:pt x="2560442" y="1883468"/>
                  </a:lnTo>
                  <a:lnTo>
                    <a:pt x="2560442" y="1883468"/>
                  </a:lnTo>
                  <a:lnTo>
                    <a:pt x="2565433" y="1883468"/>
                  </a:lnTo>
                  <a:lnTo>
                    <a:pt x="2565433" y="1883468"/>
                  </a:lnTo>
                  <a:lnTo>
                    <a:pt x="2570424" y="1883468"/>
                  </a:lnTo>
                  <a:lnTo>
                    <a:pt x="2570424" y="1883468"/>
                  </a:lnTo>
                  <a:lnTo>
                    <a:pt x="2575415" y="1883468"/>
                  </a:lnTo>
                  <a:lnTo>
                    <a:pt x="2575415" y="1883468"/>
                  </a:lnTo>
                  <a:lnTo>
                    <a:pt x="2580406" y="1883468"/>
                  </a:lnTo>
                  <a:lnTo>
                    <a:pt x="2580406" y="1883468"/>
                  </a:lnTo>
                  <a:lnTo>
                    <a:pt x="2585397" y="1883468"/>
                  </a:lnTo>
                  <a:lnTo>
                    <a:pt x="2585397" y="1868328"/>
                  </a:lnTo>
                  <a:lnTo>
                    <a:pt x="2590388" y="1868328"/>
                  </a:lnTo>
                  <a:lnTo>
                    <a:pt x="2590388" y="1868328"/>
                  </a:lnTo>
                  <a:lnTo>
                    <a:pt x="2595379" y="1868328"/>
                  </a:lnTo>
                  <a:lnTo>
                    <a:pt x="2595379" y="1868328"/>
                  </a:lnTo>
                  <a:lnTo>
                    <a:pt x="2600370" y="1868328"/>
                  </a:lnTo>
                  <a:lnTo>
                    <a:pt x="2600370" y="1868328"/>
                  </a:lnTo>
                  <a:lnTo>
                    <a:pt x="2605362" y="1868328"/>
                  </a:lnTo>
                  <a:lnTo>
                    <a:pt x="2605362" y="1868328"/>
                  </a:lnTo>
                  <a:lnTo>
                    <a:pt x="2610353" y="1868328"/>
                  </a:lnTo>
                  <a:lnTo>
                    <a:pt x="2610353" y="1868328"/>
                  </a:lnTo>
                  <a:lnTo>
                    <a:pt x="2615344" y="1868328"/>
                  </a:lnTo>
                  <a:lnTo>
                    <a:pt x="2615344" y="1853142"/>
                  </a:lnTo>
                  <a:lnTo>
                    <a:pt x="2620335" y="1853142"/>
                  </a:lnTo>
                  <a:lnTo>
                    <a:pt x="2620335" y="1853142"/>
                  </a:lnTo>
                  <a:lnTo>
                    <a:pt x="2625326" y="1853142"/>
                  </a:lnTo>
                  <a:lnTo>
                    <a:pt x="2625326" y="1853142"/>
                  </a:lnTo>
                  <a:lnTo>
                    <a:pt x="2630317" y="1853142"/>
                  </a:lnTo>
                  <a:lnTo>
                    <a:pt x="2630317" y="1853142"/>
                  </a:lnTo>
                  <a:lnTo>
                    <a:pt x="2635308" y="1853142"/>
                  </a:lnTo>
                  <a:lnTo>
                    <a:pt x="2635308" y="1853142"/>
                  </a:lnTo>
                  <a:lnTo>
                    <a:pt x="2640299" y="1853142"/>
                  </a:lnTo>
                  <a:lnTo>
                    <a:pt x="2640299" y="1853142"/>
                  </a:lnTo>
                  <a:lnTo>
                    <a:pt x="2645291" y="1853142"/>
                  </a:lnTo>
                  <a:lnTo>
                    <a:pt x="2645291" y="1853142"/>
                  </a:lnTo>
                  <a:lnTo>
                    <a:pt x="2650282" y="1853142"/>
                  </a:lnTo>
                  <a:lnTo>
                    <a:pt x="2650282" y="1853142"/>
                  </a:lnTo>
                  <a:lnTo>
                    <a:pt x="2655273" y="1853142"/>
                  </a:lnTo>
                  <a:lnTo>
                    <a:pt x="2655273" y="1853142"/>
                  </a:lnTo>
                  <a:lnTo>
                    <a:pt x="2660264" y="1853142"/>
                  </a:lnTo>
                  <a:lnTo>
                    <a:pt x="2660264" y="1853142"/>
                  </a:lnTo>
                  <a:lnTo>
                    <a:pt x="2665255" y="1853142"/>
                  </a:lnTo>
                  <a:lnTo>
                    <a:pt x="2665255" y="1853142"/>
                  </a:lnTo>
                  <a:lnTo>
                    <a:pt x="2670246" y="1853142"/>
                  </a:lnTo>
                  <a:lnTo>
                    <a:pt x="2670246" y="1837911"/>
                  </a:lnTo>
                  <a:lnTo>
                    <a:pt x="2675237" y="1837911"/>
                  </a:lnTo>
                  <a:lnTo>
                    <a:pt x="2675237" y="1837911"/>
                  </a:lnTo>
                  <a:lnTo>
                    <a:pt x="2680228" y="1837911"/>
                  </a:lnTo>
                  <a:lnTo>
                    <a:pt x="2680228" y="1837911"/>
                  </a:lnTo>
                  <a:lnTo>
                    <a:pt x="2685219" y="1837911"/>
                  </a:lnTo>
                  <a:lnTo>
                    <a:pt x="2685219" y="1837911"/>
                  </a:lnTo>
                  <a:lnTo>
                    <a:pt x="2690211" y="1837911"/>
                  </a:lnTo>
                  <a:lnTo>
                    <a:pt x="2690211" y="1837911"/>
                  </a:lnTo>
                  <a:lnTo>
                    <a:pt x="2695202" y="1837911"/>
                  </a:lnTo>
                  <a:lnTo>
                    <a:pt x="2695202" y="1837911"/>
                  </a:lnTo>
                  <a:lnTo>
                    <a:pt x="2700193" y="1837911"/>
                  </a:lnTo>
                  <a:lnTo>
                    <a:pt x="2700193" y="1837911"/>
                  </a:lnTo>
                  <a:lnTo>
                    <a:pt x="2705184" y="1837911"/>
                  </a:lnTo>
                  <a:lnTo>
                    <a:pt x="2705184" y="1837911"/>
                  </a:lnTo>
                  <a:lnTo>
                    <a:pt x="2710175" y="1837911"/>
                  </a:lnTo>
                  <a:lnTo>
                    <a:pt x="2710175" y="1837911"/>
                  </a:lnTo>
                  <a:lnTo>
                    <a:pt x="2715166" y="1837911"/>
                  </a:lnTo>
                  <a:lnTo>
                    <a:pt x="2715166" y="1837911"/>
                  </a:lnTo>
                  <a:lnTo>
                    <a:pt x="2720157" y="1837911"/>
                  </a:lnTo>
                  <a:lnTo>
                    <a:pt x="2720157" y="1837911"/>
                  </a:lnTo>
                  <a:lnTo>
                    <a:pt x="2725148" y="1837911"/>
                  </a:lnTo>
                  <a:lnTo>
                    <a:pt x="2725148" y="1837911"/>
                  </a:lnTo>
                  <a:lnTo>
                    <a:pt x="2730139" y="1837911"/>
                  </a:lnTo>
                  <a:lnTo>
                    <a:pt x="2730139" y="1822601"/>
                  </a:lnTo>
                  <a:lnTo>
                    <a:pt x="2735131" y="1822601"/>
                  </a:lnTo>
                  <a:lnTo>
                    <a:pt x="2735131" y="1822601"/>
                  </a:lnTo>
                  <a:lnTo>
                    <a:pt x="2740122" y="1822601"/>
                  </a:lnTo>
                  <a:lnTo>
                    <a:pt x="2740122" y="1822601"/>
                  </a:lnTo>
                  <a:lnTo>
                    <a:pt x="2745113" y="1822601"/>
                  </a:lnTo>
                  <a:lnTo>
                    <a:pt x="2745113" y="1822601"/>
                  </a:lnTo>
                  <a:lnTo>
                    <a:pt x="2750104" y="1822601"/>
                  </a:lnTo>
                  <a:lnTo>
                    <a:pt x="2750104" y="1822601"/>
                  </a:lnTo>
                  <a:lnTo>
                    <a:pt x="2755095" y="1822601"/>
                  </a:lnTo>
                  <a:lnTo>
                    <a:pt x="2755095" y="1807275"/>
                  </a:lnTo>
                  <a:lnTo>
                    <a:pt x="2760086" y="1807275"/>
                  </a:lnTo>
                  <a:lnTo>
                    <a:pt x="2760086" y="1791950"/>
                  </a:lnTo>
                  <a:lnTo>
                    <a:pt x="2765077" y="1791950"/>
                  </a:lnTo>
                  <a:lnTo>
                    <a:pt x="2765077" y="1791950"/>
                  </a:lnTo>
                  <a:lnTo>
                    <a:pt x="2770068" y="1791950"/>
                  </a:lnTo>
                  <a:lnTo>
                    <a:pt x="2770068" y="1791950"/>
                  </a:lnTo>
                  <a:lnTo>
                    <a:pt x="2775060" y="1791950"/>
                  </a:lnTo>
                  <a:lnTo>
                    <a:pt x="2775060" y="1791950"/>
                  </a:lnTo>
                  <a:lnTo>
                    <a:pt x="2780051" y="1791950"/>
                  </a:lnTo>
                  <a:lnTo>
                    <a:pt x="2780051" y="1776592"/>
                  </a:lnTo>
                  <a:lnTo>
                    <a:pt x="2785042" y="1776592"/>
                  </a:lnTo>
                  <a:lnTo>
                    <a:pt x="2785042" y="1776592"/>
                  </a:lnTo>
                  <a:lnTo>
                    <a:pt x="2790033" y="1776592"/>
                  </a:lnTo>
                  <a:lnTo>
                    <a:pt x="2790033" y="1776592"/>
                  </a:lnTo>
                  <a:lnTo>
                    <a:pt x="2795024" y="1776592"/>
                  </a:lnTo>
                  <a:lnTo>
                    <a:pt x="2795024" y="1776592"/>
                  </a:lnTo>
                  <a:lnTo>
                    <a:pt x="2800015" y="1776592"/>
                  </a:lnTo>
                  <a:lnTo>
                    <a:pt x="2800015" y="1776592"/>
                  </a:lnTo>
                  <a:lnTo>
                    <a:pt x="2805006" y="1776592"/>
                  </a:lnTo>
                  <a:lnTo>
                    <a:pt x="2805006" y="1776592"/>
                  </a:lnTo>
                  <a:lnTo>
                    <a:pt x="2809997" y="1776592"/>
                  </a:lnTo>
                  <a:lnTo>
                    <a:pt x="2809997" y="1776592"/>
                  </a:lnTo>
                  <a:lnTo>
                    <a:pt x="2814988" y="1776592"/>
                  </a:lnTo>
                  <a:lnTo>
                    <a:pt x="2814988" y="1776592"/>
                  </a:lnTo>
                  <a:lnTo>
                    <a:pt x="2819980" y="1776592"/>
                  </a:lnTo>
                  <a:lnTo>
                    <a:pt x="2819980" y="1761234"/>
                  </a:lnTo>
                  <a:lnTo>
                    <a:pt x="2824971" y="1761234"/>
                  </a:lnTo>
                  <a:lnTo>
                    <a:pt x="2824971" y="1761234"/>
                  </a:lnTo>
                  <a:lnTo>
                    <a:pt x="2829962" y="1761234"/>
                  </a:lnTo>
                  <a:lnTo>
                    <a:pt x="2829962" y="1745844"/>
                  </a:lnTo>
                  <a:lnTo>
                    <a:pt x="2834953" y="1745844"/>
                  </a:lnTo>
                  <a:lnTo>
                    <a:pt x="2834953" y="1745844"/>
                  </a:lnTo>
                  <a:lnTo>
                    <a:pt x="2839944" y="1745844"/>
                  </a:lnTo>
                  <a:lnTo>
                    <a:pt x="2839944" y="1745844"/>
                  </a:lnTo>
                  <a:lnTo>
                    <a:pt x="2844935" y="1745844"/>
                  </a:lnTo>
                  <a:lnTo>
                    <a:pt x="2844935" y="1745844"/>
                  </a:lnTo>
                  <a:lnTo>
                    <a:pt x="2849926" y="1745844"/>
                  </a:lnTo>
                  <a:lnTo>
                    <a:pt x="2849926" y="1745844"/>
                  </a:lnTo>
                  <a:lnTo>
                    <a:pt x="2854917" y="1745844"/>
                  </a:lnTo>
                  <a:lnTo>
                    <a:pt x="2854917" y="1745844"/>
                  </a:lnTo>
                  <a:lnTo>
                    <a:pt x="2859908" y="1745844"/>
                  </a:lnTo>
                  <a:lnTo>
                    <a:pt x="2859908" y="1745844"/>
                  </a:lnTo>
                  <a:lnTo>
                    <a:pt x="2864900" y="1745844"/>
                  </a:lnTo>
                  <a:lnTo>
                    <a:pt x="2864900" y="1745844"/>
                  </a:lnTo>
                  <a:lnTo>
                    <a:pt x="2869891" y="1745844"/>
                  </a:lnTo>
                  <a:lnTo>
                    <a:pt x="2869891" y="1745844"/>
                  </a:lnTo>
                  <a:lnTo>
                    <a:pt x="2874882" y="1745844"/>
                  </a:lnTo>
                  <a:lnTo>
                    <a:pt x="2874882" y="1745844"/>
                  </a:lnTo>
                  <a:lnTo>
                    <a:pt x="2879873" y="1745844"/>
                  </a:lnTo>
                  <a:lnTo>
                    <a:pt x="2879873" y="1745844"/>
                  </a:lnTo>
                  <a:lnTo>
                    <a:pt x="2884864" y="1745844"/>
                  </a:lnTo>
                  <a:lnTo>
                    <a:pt x="2884864" y="1745844"/>
                  </a:lnTo>
                  <a:lnTo>
                    <a:pt x="2889855" y="1745844"/>
                  </a:lnTo>
                  <a:lnTo>
                    <a:pt x="2889855" y="1745844"/>
                  </a:lnTo>
                  <a:lnTo>
                    <a:pt x="2894846" y="1745844"/>
                  </a:lnTo>
                  <a:lnTo>
                    <a:pt x="2894846" y="1745844"/>
                  </a:lnTo>
                  <a:lnTo>
                    <a:pt x="2899837" y="1745844"/>
                  </a:lnTo>
                  <a:lnTo>
                    <a:pt x="2899837" y="1745844"/>
                  </a:lnTo>
                  <a:lnTo>
                    <a:pt x="2904829" y="1745844"/>
                  </a:lnTo>
                  <a:lnTo>
                    <a:pt x="2904829" y="1745844"/>
                  </a:lnTo>
                  <a:lnTo>
                    <a:pt x="2909820" y="1745844"/>
                  </a:lnTo>
                  <a:lnTo>
                    <a:pt x="2909820" y="1745844"/>
                  </a:lnTo>
                  <a:lnTo>
                    <a:pt x="2914811" y="1745844"/>
                  </a:lnTo>
                  <a:lnTo>
                    <a:pt x="2914811" y="1745844"/>
                  </a:lnTo>
                  <a:lnTo>
                    <a:pt x="2919802" y="1745844"/>
                  </a:lnTo>
                  <a:lnTo>
                    <a:pt x="2919802" y="1745844"/>
                  </a:lnTo>
                  <a:lnTo>
                    <a:pt x="2924793" y="1745844"/>
                  </a:lnTo>
                  <a:lnTo>
                    <a:pt x="2924793" y="1745844"/>
                  </a:lnTo>
                  <a:lnTo>
                    <a:pt x="2929784" y="1745844"/>
                  </a:lnTo>
                  <a:lnTo>
                    <a:pt x="2929784" y="1745844"/>
                  </a:lnTo>
                  <a:lnTo>
                    <a:pt x="2934775" y="1745844"/>
                  </a:lnTo>
                  <a:lnTo>
                    <a:pt x="2934775" y="1745844"/>
                  </a:lnTo>
                  <a:lnTo>
                    <a:pt x="2939766" y="1745844"/>
                  </a:lnTo>
                  <a:lnTo>
                    <a:pt x="2939766" y="1745844"/>
                  </a:lnTo>
                  <a:lnTo>
                    <a:pt x="2944757" y="1745844"/>
                  </a:lnTo>
                  <a:lnTo>
                    <a:pt x="2944757" y="1745844"/>
                  </a:lnTo>
                  <a:lnTo>
                    <a:pt x="2949749" y="1745844"/>
                  </a:lnTo>
                  <a:lnTo>
                    <a:pt x="2949749" y="1745844"/>
                  </a:lnTo>
                  <a:lnTo>
                    <a:pt x="2954740" y="1745844"/>
                  </a:lnTo>
                  <a:lnTo>
                    <a:pt x="2954740" y="1745844"/>
                  </a:lnTo>
                  <a:lnTo>
                    <a:pt x="2959731" y="1745844"/>
                  </a:lnTo>
                  <a:lnTo>
                    <a:pt x="2959731" y="1745844"/>
                  </a:lnTo>
                  <a:lnTo>
                    <a:pt x="2964722" y="1745844"/>
                  </a:lnTo>
                  <a:lnTo>
                    <a:pt x="2964722" y="1745844"/>
                  </a:lnTo>
                  <a:lnTo>
                    <a:pt x="2969713" y="1745844"/>
                  </a:lnTo>
                  <a:lnTo>
                    <a:pt x="2969713" y="1745844"/>
                  </a:lnTo>
                  <a:lnTo>
                    <a:pt x="2974704" y="1745844"/>
                  </a:lnTo>
                  <a:lnTo>
                    <a:pt x="2974704" y="1745844"/>
                  </a:lnTo>
                  <a:lnTo>
                    <a:pt x="2979695" y="1745844"/>
                  </a:lnTo>
                  <a:lnTo>
                    <a:pt x="2979695" y="1745844"/>
                  </a:lnTo>
                  <a:lnTo>
                    <a:pt x="2984686" y="1745844"/>
                  </a:lnTo>
                  <a:lnTo>
                    <a:pt x="2984686" y="1745844"/>
                  </a:lnTo>
                  <a:lnTo>
                    <a:pt x="2989677" y="1745844"/>
                  </a:lnTo>
                  <a:lnTo>
                    <a:pt x="2989677" y="1745844"/>
                  </a:lnTo>
                  <a:lnTo>
                    <a:pt x="2994669" y="1745844"/>
                  </a:lnTo>
                  <a:lnTo>
                    <a:pt x="2994669" y="1745844"/>
                  </a:lnTo>
                  <a:lnTo>
                    <a:pt x="2999660" y="1745844"/>
                  </a:lnTo>
                  <a:lnTo>
                    <a:pt x="2999660" y="1745844"/>
                  </a:lnTo>
                  <a:lnTo>
                    <a:pt x="3004651" y="1745844"/>
                  </a:lnTo>
                  <a:lnTo>
                    <a:pt x="3004651" y="1745844"/>
                  </a:lnTo>
                  <a:lnTo>
                    <a:pt x="3009642" y="1745844"/>
                  </a:lnTo>
                  <a:lnTo>
                    <a:pt x="3009642" y="1730043"/>
                  </a:lnTo>
                  <a:lnTo>
                    <a:pt x="3014633" y="1730043"/>
                  </a:lnTo>
                  <a:lnTo>
                    <a:pt x="3014633" y="1730043"/>
                  </a:lnTo>
                  <a:lnTo>
                    <a:pt x="3019624" y="1730043"/>
                  </a:lnTo>
                  <a:lnTo>
                    <a:pt x="3019624" y="1730043"/>
                  </a:lnTo>
                  <a:lnTo>
                    <a:pt x="3024615" y="1730043"/>
                  </a:lnTo>
                  <a:lnTo>
                    <a:pt x="3024615" y="1730043"/>
                  </a:lnTo>
                  <a:lnTo>
                    <a:pt x="3029606" y="1730043"/>
                  </a:lnTo>
                  <a:lnTo>
                    <a:pt x="3029606" y="1730043"/>
                  </a:lnTo>
                  <a:lnTo>
                    <a:pt x="3034598" y="1730043"/>
                  </a:lnTo>
                  <a:lnTo>
                    <a:pt x="3034598" y="1730043"/>
                  </a:lnTo>
                  <a:lnTo>
                    <a:pt x="3039589" y="1730043"/>
                  </a:lnTo>
                  <a:lnTo>
                    <a:pt x="3039589" y="1730043"/>
                  </a:lnTo>
                  <a:lnTo>
                    <a:pt x="3044580" y="1730043"/>
                  </a:lnTo>
                  <a:lnTo>
                    <a:pt x="3044580" y="1730043"/>
                  </a:lnTo>
                  <a:lnTo>
                    <a:pt x="3049571" y="1730043"/>
                  </a:lnTo>
                  <a:lnTo>
                    <a:pt x="3049571" y="1730043"/>
                  </a:lnTo>
                  <a:lnTo>
                    <a:pt x="3054562" y="1730043"/>
                  </a:lnTo>
                  <a:lnTo>
                    <a:pt x="3054562" y="1714096"/>
                  </a:lnTo>
                  <a:lnTo>
                    <a:pt x="3059553" y="1714096"/>
                  </a:lnTo>
                  <a:lnTo>
                    <a:pt x="3059553" y="1714096"/>
                  </a:lnTo>
                  <a:lnTo>
                    <a:pt x="3064544" y="1714096"/>
                  </a:lnTo>
                  <a:lnTo>
                    <a:pt x="3064544" y="1714096"/>
                  </a:lnTo>
                  <a:lnTo>
                    <a:pt x="3069535" y="1714096"/>
                  </a:lnTo>
                  <a:lnTo>
                    <a:pt x="3069535" y="1714096"/>
                  </a:lnTo>
                  <a:lnTo>
                    <a:pt x="3074526" y="1714096"/>
                  </a:lnTo>
                  <a:lnTo>
                    <a:pt x="3074526" y="1714096"/>
                  </a:lnTo>
                  <a:lnTo>
                    <a:pt x="3079518" y="1714096"/>
                  </a:lnTo>
                  <a:lnTo>
                    <a:pt x="3079518" y="1714096"/>
                  </a:lnTo>
                  <a:lnTo>
                    <a:pt x="3084509" y="1714096"/>
                  </a:lnTo>
                  <a:lnTo>
                    <a:pt x="3084509" y="1714096"/>
                  </a:lnTo>
                  <a:lnTo>
                    <a:pt x="3089500" y="1714096"/>
                  </a:lnTo>
                  <a:lnTo>
                    <a:pt x="3089500" y="1714096"/>
                  </a:lnTo>
                  <a:lnTo>
                    <a:pt x="3094491" y="1714096"/>
                  </a:lnTo>
                  <a:lnTo>
                    <a:pt x="3094491" y="1714096"/>
                  </a:lnTo>
                  <a:lnTo>
                    <a:pt x="3099482" y="1714096"/>
                  </a:lnTo>
                  <a:lnTo>
                    <a:pt x="3099482" y="1714096"/>
                  </a:lnTo>
                  <a:lnTo>
                    <a:pt x="3104473" y="1714096"/>
                  </a:lnTo>
                  <a:lnTo>
                    <a:pt x="3104473" y="1714096"/>
                  </a:lnTo>
                  <a:lnTo>
                    <a:pt x="3109464" y="1714096"/>
                  </a:lnTo>
                  <a:lnTo>
                    <a:pt x="3109464" y="1698073"/>
                  </a:lnTo>
                  <a:lnTo>
                    <a:pt x="3114455" y="1698073"/>
                  </a:lnTo>
                  <a:lnTo>
                    <a:pt x="3114455" y="1698073"/>
                  </a:lnTo>
                  <a:lnTo>
                    <a:pt x="3119446" y="1698073"/>
                  </a:lnTo>
                  <a:lnTo>
                    <a:pt x="3119446" y="1698073"/>
                  </a:lnTo>
                  <a:lnTo>
                    <a:pt x="3124438" y="1698073"/>
                  </a:lnTo>
                  <a:lnTo>
                    <a:pt x="3124438" y="1698073"/>
                  </a:lnTo>
                  <a:lnTo>
                    <a:pt x="3129429" y="1698073"/>
                  </a:lnTo>
                  <a:lnTo>
                    <a:pt x="3129429" y="1698073"/>
                  </a:lnTo>
                  <a:lnTo>
                    <a:pt x="3134420" y="1698073"/>
                  </a:lnTo>
                  <a:lnTo>
                    <a:pt x="3134420" y="1698073"/>
                  </a:lnTo>
                  <a:lnTo>
                    <a:pt x="3139411" y="1698073"/>
                  </a:lnTo>
                  <a:lnTo>
                    <a:pt x="3139411" y="1698073"/>
                  </a:lnTo>
                  <a:lnTo>
                    <a:pt x="3144402" y="1698073"/>
                  </a:lnTo>
                  <a:lnTo>
                    <a:pt x="3144402" y="1698073"/>
                  </a:lnTo>
                  <a:lnTo>
                    <a:pt x="3149393" y="1698073"/>
                  </a:lnTo>
                  <a:lnTo>
                    <a:pt x="3149393" y="1698073"/>
                  </a:lnTo>
                  <a:lnTo>
                    <a:pt x="3154384" y="1698073"/>
                  </a:lnTo>
                  <a:lnTo>
                    <a:pt x="3154384" y="1698073"/>
                  </a:lnTo>
                  <a:lnTo>
                    <a:pt x="3159375" y="1698073"/>
                  </a:lnTo>
                  <a:lnTo>
                    <a:pt x="3159375" y="1698073"/>
                  </a:lnTo>
                  <a:lnTo>
                    <a:pt x="3164367" y="1698073"/>
                  </a:lnTo>
                  <a:lnTo>
                    <a:pt x="3164367" y="1698073"/>
                  </a:lnTo>
                  <a:lnTo>
                    <a:pt x="3169358" y="1698073"/>
                  </a:lnTo>
                  <a:lnTo>
                    <a:pt x="3169358" y="1698073"/>
                  </a:lnTo>
                  <a:lnTo>
                    <a:pt x="3174349" y="1698073"/>
                  </a:lnTo>
                  <a:lnTo>
                    <a:pt x="3174349" y="1681859"/>
                  </a:lnTo>
                  <a:lnTo>
                    <a:pt x="3179340" y="1681859"/>
                  </a:lnTo>
                  <a:lnTo>
                    <a:pt x="3179340" y="1681859"/>
                  </a:lnTo>
                  <a:lnTo>
                    <a:pt x="3184331" y="1681859"/>
                  </a:lnTo>
                  <a:lnTo>
                    <a:pt x="3184331" y="1681859"/>
                  </a:lnTo>
                  <a:lnTo>
                    <a:pt x="3189322" y="1681859"/>
                  </a:lnTo>
                  <a:lnTo>
                    <a:pt x="3189322" y="1681859"/>
                  </a:lnTo>
                  <a:lnTo>
                    <a:pt x="3194313" y="1681859"/>
                  </a:lnTo>
                  <a:lnTo>
                    <a:pt x="3194313" y="1681859"/>
                  </a:lnTo>
                  <a:lnTo>
                    <a:pt x="3199304" y="1681859"/>
                  </a:lnTo>
                  <a:lnTo>
                    <a:pt x="3199304" y="1681859"/>
                  </a:lnTo>
                  <a:lnTo>
                    <a:pt x="3204295" y="1681859"/>
                  </a:lnTo>
                  <a:lnTo>
                    <a:pt x="3204295" y="1681859"/>
                  </a:lnTo>
                  <a:lnTo>
                    <a:pt x="3209287" y="1681859"/>
                  </a:lnTo>
                  <a:lnTo>
                    <a:pt x="3209287" y="1681859"/>
                  </a:lnTo>
                  <a:lnTo>
                    <a:pt x="3214278" y="1681859"/>
                  </a:lnTo>
                  <a:lnTo>
                    <a:pt x="3214278" y="1681859"/>
                  </a:lnTo>
                  <a:lnTo>
                    <a:pt x="3219269" y="1681859"/>
                  </a:lnTo>
                  <a:lnTo>
                    <a:pt x="3219269" y="1681859"/>
                  </a:lnTo>
                  <a:lnTo>
                    <a:pt x="3224260" y="1681859"/>
                  </a:lnTo>
                  <a:lnTo>
                    <a:pt x="3224260" y="1681859"/>
                  </a:lnTo>
                  <a:lnTo>
                    <a:pt x="3229251" y="1681859"/>
                  </a:lnTo>
                  <a:lnTo>
                    <a:pt x="3229251" y="1681859"/>
                  </a:lnTo>
                  <a:lnTo>
                    <a:pt x="3234242" y="1681859"/>
                  </a:lnTo>
                  <a:lnTo>
                    <a:pt x="3234242" y="1681859"/>
                  </a:lnTo>
                  <a:lnTo>
                    <a:pt x="3239233" y="1681859"/>
                  </a:lnTo>
                  <a:lnTo>
                    <a:pt x="3239233" y="1681859"/>
                  </a:lnTo>
                  <a:lnTo>
                    <a:pt x="3244224" y="1681859"/>
                  </a:lnTo>
                  <a:lnTo>
                    <a:pt x="3244224" y="1681859"/>
                  </a:lnTo>
                  <a:lnTo>
                    <a:pt x="3249215" y="1681859"/>
                  </a:lnTo>
                  <a:lnTo>
                    <a:pt x="3249215" y="1681859"/>
                  </a:lnTo>
                  <a:lnTo>
                    <a:pt x="3254207" y="1681859"/>
                  </a:lnTo>
                  <a:lnTo>
                    <a:pt x="3254207" y="1681859"/>
                  </a:lnTo>
                  <a:lnTo>
                    <a:pt x="3259198" y="1681859"/>
                  </a:lnTo>
                  <a:lnTo>
                    <a:pt x="3259198" y="1681859"/>
                  </a:lnTo>
                  <a:lnTo>
                    <a:pt x="3264189" y="1681859"/>
                  </a:lnTo>
                  <a:lnTo>
                    <a:pt x="3264189" y="1665259"/>
                  </a:lnTo>
                  <a:lnTo>
                    <a:pt x="3269180" y="1665259"/>
                  </a:lnTo>
                  <a:lnTo>
                    <a:pt x="3269180" y="1665259"/>
                  </a:lnTo>
                  <a:lnTo>
                    <a:pt x="3274171" y="1665259"/>
                  </a:lnTo>
                  <a:lnTo>
                    <a:pt x="3274171" y="1665259"/>
                  </a:lnTo>
                  <a:lnTo>
                    <a:pt x="3279162" y="1665259"/>
                  </a:lnTo>
                  <a:lnTo>
                    <a:pt x="3279162" y="1665259"/>
                  </a:lnTo>
                  <a:lnTo>
                    <a:pt x="3284153" y="1665259"/>
                  </a:lnTo>
                  <a:lnTo>
                    <a:pt x="3284153" y="1665259"/>
                  </a:lnTo>
                  <a:lnTo>
                    <a:pt x="3289144" y="1665259"/>
                  </a:lnTo>
                  <a:lnTo>
                    <a:pt x="3289144" y="1665259"/>
                  </a:lnTo>
                  <a:lnTo>
                    <a:pt x="3294135" y="1665259"/>
                  </a:lnTo>
                  <a:lnTo>
                    <a:pt x="3294135" y="1665259"/>
                  </a:lnTo>
                  <a:lnTo>
                    <a:pt x="3299127" y="1665259"/>
                  </a:lnTo>
                  <a:lnTo>
                    <a:pt x="3299127" y="1665259"/>
                  </a:lnTo>
                  <a:lnTo>
                    <a:pt x="3304118" y="1665259"/>
                  </a:lnTo>
                  <a:lnTo>
                    <a:pt x="3304118" y="1665259"/>
                  </a:lnTo>
                  <a:lnTo>
                    <a:pt x="3309109" y="1665259"/>
                  </a:lnTo>
                  <a:lnTo>
                    <a:pt x="3309109" y="1665259"/>
                  </a:lnTo>
                  <a:lnTo>
                    <a:pt x="3314100" y="1665259"/>
                  </a:lnTo>
                  <a:lnTo>
                    <a:pt x="3314100" y="1665259"/>
                  </a:lnTo>
                  <a:lnTo>
                    <a:pt x="3319091" y="1665259"/>
                  </a:lnTo>
                  <a:lnTo>
                    <a:pt x="3319091" y="1665259"/>
                  </a:lnTo>
                  <a:lnTo>
                    <a:pt x="3324082" y="1665259"/>
                  </a:lnTo>
                  <a:lnTo>
                    <a:pt x="3324082" y="1665259"/>
                  </a:lnTo>
                  <a:lnTo>
                    <a:pt x="3329073" y="1665259"/>
                  </a:lnTo>
                  <a:lnTo>
                    <a:pt x="3329073" y="1665259"/>
                  </a:lnTo>
                  <a:lnTo>
                    <a:pt x="3334064" y="1665259"/>
                  </a:lnTo>
                  <a:lnTo>
                    <a:pt x="3334064" y="1665259"/>
                  </a:lnTo>
                  <a:lnTo>
                    <a:pt x="3339056" y="1665259"/>
                  </a:lnTo>
                  <a:lnTo>
                    <a:pt x="3339056" y="1665259"/>
                  </a:lnTo>
                  <a:lnTo>
                    <a:pt x="3344047" y="1665259"/>
                  </a:lnTo>
                  <a:lnTo>
                    <a:pt x="3344047" y="1665259"/>
                  </a:lnTo>
                  <a:lnTo>
                    <a:pt x="3349038" y="1665259"/>
                  </a:lnTo>
                  <a:lnTo>
                    <a:pt x="3349038" y="1665259"/>
                  </a:lnTo>
                  <a:lnTo>
                    <a:pt x="3354029" y="1665259"/>
                  </a:lnTo>
                  <a:lnTo>
                    <a:pt x="3354029" y="1648426"/>
                  </a:lnTo>
                  <a:lnTo>
                    <a:pt x="3359020" y="1648426"/>
                  </a:lnTo>
                  <a:lnTo>
                    <a:pt x="3359020" y="1648426"/>
                  </a:lnTo>
                  <a:lnTo>
                    <a:pt x="3364011" y="1648426"/>
                  </a:lnTo>
                  <a:lnTo>
                    <a:pt x="3364011" y="1648426"/>
                  </a:lnTo>
                  <a:lnTo>
                    <a:pt x="3369002" y="1648426"/>
                  </a:lnTo>
                  <a:lnTo>
                    <a:pt x="3369002" y="1648426"/>
                  </a:lnTo>
                  <a:lnTo>
                    <a:pt x="3373993" y="1648426"/>
                  </a:lnTo>
                  <a:lnTo>
                    <a:pt x="3373993" y="1648426"/>
                  </a:lnTo>
                  <a:lnTo>
                    <a:pt x="3378984" y="1648426"/>
                  </a:lnTo>
                  <a:lnTo>
                    <a:pt x="3378984" y="1648426"/>
                  </a:lnTo>
                  <a:lnTo>
                    <a:pt x="3383976" y="1648426"/>
                  </a:lnTo>
                  <a:lnTo>
                    <a:pt x="3383976" y="1648426"/>
                  </a:lnTo>
                  <a:lnTo>
                    <a:pt x="3388967" y="1648426"/>
                  </a:lnTo>
                  <a:lnTo>
                    <a:pt x="3388967" y="1648426"/>
                  </a:lnTo>
                  <a:lnTo>
                    <a:pt x="3393958" y="1648426"/>
                  </a:lnTo>
                  <a:lnTo>
                    <a:pt x="3393958" y="1648426"/>
                  </a:lnTo>
                  <a:lnTo>
                    <a:pt x="3398949" y="1648426"/>
                  </a:lnTo>
                  <a:lnTo>
                    <a:pt x="3398949" y="1648426"/>
                  </a:lnTo>
                  <a:lnTo>
                    <a:pt x="3403940" y="1648426"/>
                  </a:lnTo>
                  <a:lnTo>
                    <a:pt x="3403940" y="1648426"/>
                  </a:lnTo>
                  <a:lnTo>
                    <a:pt x="3408931" y="1648426"/>
                  </a:lnTo>
                  <a:lnTo>
                    <a:pt x="3408931" y="1648426"/>
                  </a:lnTo>
                  <a:lnTo>
                    <a:pt x="3413922" y="1648426"/>
                  </a:lnTo>
                  <a:lnTo>
                    <a:pt x="3413922" y="1631416"/>
                  </a:lnTo>
                  <a:lnTo>
                    <a:pt x="3418913" y="1631416"/>
                  </a:lnTo>
                  <a:lnTo>
                    <a:pt x="3418913" y="1614407"/>
                  </a:lnTo>
                  <a:lnTo>
                    <a:pt x="3423904" y="1614407"/>
                  </a:lnTo>
                  <a:lnTo>
                    <a:pt x="3423904" y="1597353"/>
                  </a:lnTo>
                  <a:lnTo>
                    <a:pt x="3428896" y="1597353"/>
                  </a:lnTo>
                  <a:lnTo>
                    <a:pt x="3428896" y="1597353"/>
                  </a:lnTo>
                  <a:lnTo>
                    <a:pt x="3433887" y="1597353"/>
                  </a:lnTo>
                  <a:lnTo>
                    <a:pt x="3433887" y="1597353"/>
                  </a:lnTo>
                  <a:lnTo>
                    <a:pt x="3438878" y="1597353"/>
                  </a:lnTo>
                  <a:lnTo>
                    <a:pt x="3438878" y="1597353"/>
                  </a:lnTo>
                  <a:lnTo>
                    <a:pt x="3443869" y="1597353"/>
                  </a:lnTo>
                  <a:lnTo>
                    <a:pt x="3443869" y="1597353"/>
                  </a:lnTo>
                  <a:lnTo>
                    <a:pt x="3448860" y="1597353"/>
                  </a:lnTo>
                  <a:lnTo>
                    <a:pt x="3448860" y="1597353"/>
                  </a:lnTo>
                  <a:lnTo>
                    <a:pt x="3453851" y="1597353"/>
                  </a:lnTo>
                  <a:lnTo>
                    <a:pt x="3453851" y="1597353"/>
                  </a:lnTo>
                  <a:lnTo>
                    <a:pt x="3458842" y="1597353"/>
                  </a:lnTo>
                  <a:lnTo>
                    <a:pt x="3458842" y="1597353"/>
                  </a:lnTo>
                  <a:lnTo>
                    <a:pt x="3463833" y="1597353"/>
                  </a:lnTo>
                  <a:lnTo>
                    <a:pt x="3463833" y="1597353"/>
                  </a:lnTo>
                  <a:lnTo>
                    <a:pt x="3468825" y="1597353"/>
                  </a:lnTo>
                  <a:lnTo>
                    <a:pt x="3468825" y="1580184"/>
                  </a:lnTo>
                  <a:lnTo>
                    <a:pt x="3473816" y="1580184"/>
                  </a:lnTo>
                  <a:lnTo>
                    <a:pt x="3473816" y="1580184"/>
                  </a:lnTo>
                  <a:lnTo>
                    <a:pt x="3478807" y="1580184"/>
                  </a:lnTo>
                  <a:lnTo>
                    <a:pt x="3478807" y="1580184"/>
                  </a:lnTo>
                  <a:lnTo>
                    <a:pt x="3483798" y="1580184"/>
                  </a:lnTo>
                  <a:lnTo>
                    <a:pt x="3483798" y="1580184"/>
                  </a:lnTo>
                  <a:lnTo>
                    <a:pt x="3488789" y="1580184"/>
                  </a:lnTo>
                  <a:lnTo>
                    <a:pt x="3488789" y="1580184"/>
                  </a:lnTo>
                  <a:lnTo>
                    <a:pt x="3493780" y="1580184"/>
                  </a:lnTo>
                  <a:lnTo>
                    <a:pt x="3493780" y="1562946"/>
                  </a:lnTo>
                  <a:lnTo>
                    <a:pt x="3498771" y="1562946"/>
                  </a:lnTo>
                  <a:lnTo>
                    <a:pt x="3498771" y="1562946"/>
                  </a:lnTo>
                  <a:lnTo>
                    <a:pt x="3503762" y="1562946"/>
                  </a:lnTo>
                  <a:lnTo>
                    <a:pt x="3503762" y="1562946"/>
                  </a:lnTo>
                  <a:lnTo>
                    <a:pt x="3508753" y="1562946"/>
                  </a:lnTo>
                  <a:lnTo>
                    <a:pt x="3508753" y="1562946"/>
                  </a:lnTo>
                  <a:lnTo>
                    <a:pt x="3513745" y="1562946"/>
                  </a:lnTo>
                  <a:lnTo>
                    <a:pt x="3513745" y="1562946"/>
                  </a:lnTo>
                  <a:lnTo>
                    <a:pt x="3518736" y="1562946"/>
                  </a:lnTo>
                  <a:lnTo>
                    <a:pt x="3518736" y="1562946"/>
                  </a:lnTo>
                  <a:lnTo>
                    <a:pt x="3523727" y="1562946"/>
                  </a:lnTo>
                  <a:lnTo>
                    <a:pt x="3523727" y="1562946"/>
                  </a:lnTo>
                  <a:lnTo>
                    <a:pt x="3528718" y="1562946"/>
                  </a:lnTo>
                  <a:lnTo>
                    <a:pt x="3528718" y="1545591"/>
                  </a:lnTo>
                  <a:lnTo>
                    <a:pt x="3533709" y="1545591"/>
                  </a:lnTo>
                  <a:lnTo>
                    <a:pt x="3533709" y="1545591"/>
                  </a:lnTo>
                  <a:lnTo>
                    <a:pt x="3538700" y="1545591"/>
                  </a:lnTo>
                  <a:lnTo>
                    <a:pt x="3538700" y="1545591"/>
                  </a:lnTo>
                  <a:lnTo>
                    <a:pt x="3543691" y="1545591"/>
                  </a:lnTo>
                  <a:lnTo>
                    <a:pt x="3543691" y="1545591"/>
                  </a:lnTo>
                  <a:lnTo>
                    <a:pt x="3548682" y="1545591"/>
                  </a:lnTo>
                  <a:lnTo>
                    <a:pt x="3548682" y="1545591"/>
                  </a:lnTo>
                  <a:lnTo>
                    <a:pt x="3553673" y="1545591"/>
                  </a:lnTo>
                  <a:lnTo>
                    <a:pt x="3553673" y="1545591"/>
                  </a:lnTo>
                  <a:lnTo>
                    <a:pt x="3558665" y="1545591"/>
                  </a:lnTo>
                  <a:lnTo>
                    <a:pt x="3558665" y="1545591"/>
                  </a:lnTo>
                  <a:lnTo>
                    <a:pt x="3563656" y="1545591"/>
                  </a:lnTo>
                  <a:lnTo>
                    <a:pt x="3563656" y="1545591"/>
                  </a:lnTo>
                  <a:lnTo>
                    <a:pt x="3568647" y="1545591"/>
                  </a:lnTo>
                  <a:lnTo>
                    <a:pt x="3568647" y="1545591"/>
                  </a:lnTo>
                  <a:lnTo>
                    <a:pt x="3573638" y="1545591"/>
                  </a:lnTo>
                  <a:lnTo>
                    <a:pt x="3573638" y="1545591"/>
                  </a:lnTo>
                  <a:lnTo>
                    <a:pt x="3578629" y="1545591"/>
                  </a:lnTo>
                  <a:lnTo>
                    <a:pt x="3578629" y="1545591"/>
                  </a:lnTo>
                  <a:lnTo>
                    <a:pt x="3583620" y="1545591"/>
                  </a:lnTo>
                  <a:lnTo>
                    <a:pt x="3583620" y="1528187"/>
                  </a:lnTo>
                  <a:lnTo>
                    <a:pt x="3588611" y="1528187"/>
                  </a:lnTo>
                  <a:lnTo>
                    <a:pt x="3588611" y="1528187"/>
                  </a:lnTo>
                  <a:lnTo>
                    <a:pt x="3593602" y="1528187"/>
                  </a:lnTo>
                  <a:lnTo>
                    <a:pt x="3593602" y="1510735"/>
                  </a:lnTo>
                  <a:lnTo>
                    <a:pt x="3598594" y="1510735"/>
                  </a:lnTo>
                  <a:lnTo>
                    <a:pt x="3598594" y="1510735"/>
                  </a:lnTo>
                  <a:lnTo>
                    <a:pt x="3603585" y="1510735"/>
                  </a:lnTo>
                  <a:lnTo>
                    <a:pt x="3603585" y="1493283"/>
                  </a:lnTo>
                  <a:lnTo>
                    <a:pt x="3608576" y="1493283"/>
                  </a:lnTo>
                  <a:lnTo>
                    <a:pt x="3608576" y="1493283"/>
                  </a:lnTo>
                  <a:lnTo>
                    <a:pt x="3613567" y="1493283"/>
                  </a:lnTo>
                  <a:lnTo>
                    <a:pt x="3613567" y="1493283"/>
                  </a:lnTo>
                  <a:lnTo>
                    <a:pt x="3618558" y="1493283"/>
                  </a:lnTo>
                  <a:lnTo>
                    <a:pt x="3618558" y="1493283"/>
                  </a:lnTo>
                  <a:lnTo>
                    <a:pt x="3623549" y="1493283"/>
                  </a:lnTo>
                  <a:lnTo>
                    <a:pt x="3623549" y="1493283"/>
                  </a:lnTo>
                  <a:lnTo>
                    <a:pt x="3628540" y="1493283"/>
                  </a:lnTo>
                  <a:lnTo>
                    <a:pt x="3628540" y="1493283"/>
                  </a:lnTo>
                  <a:lnTo>
                    <a:pt x="3633531" y="1493283"/>
                  </a:lnTo>
                  <a:lnTo>
                    <a:pt x="3633531" y="1458281"/>
                  </a:lnTo>
                  <a:lnTo>
                    <a:pt x="3638522" y="1458281"/>
                  </a:lnTo>
                  <a:lnTo>
                    <a:pt x="3638522" y="1458281"/>
                  </a:lnTo>
                  <a:lnTo>
                    <a:pt x="3643514" y="1458281"/>
                  </a:lnTo>
                  <a:lnTo>
                    <a:pt x="3643514" y="1458281"/>
                  </a:lnTo>
                  <a:lnTo>
                    <a:pt x="3648505" y="1458281"/>
                  </a:lnTo>
                  <a:lnTo>
                    <a:pt x="3648505" y="1458281"/>
                  </a:lnTo>
                  <a:lnTo>
                    <a:pt x="3653496" y="1458281"/>
                  </a:lnTo>
                  <a:lnTo>
                    <a:pt x="3653496" y="1423279"/>
                  </a:lnTo>
                  <a:lnTo>
                    <a:pt x="3658487" y="1423279"/>
                  </a:lnTo>
                  <a:lnTo>
                    <a:pt x="3658487" y="1423279"/>
                  </a:lnTo>
                  <a:lnTo>
                    <a:pt x="3663478" y="1423279"/>
                  </a:lnTo>
                  <a:lnTo>
                    <a:pt x="3663478" y="1423279"/>
                  </a:lnTo>
                  <a:lnTo>
                    <a:pt x="3668469" y="1423279"/>
                  </a:lnTo>
                  <a:lnTo>
                    <a:pt x="3668469" y="1405753"/>
                  </a:lnTo>
                  <a:lnTo>
                    <a:pt x="3673460" y="1405753"/>
                  </a:lnTo>
                  <a:lnTo>
                    <a:pt x="3673460" y="1405753"/>
                  </a:lnTo>
                  <a:lnTo>
                    <a:pt x="3678451" y="1405753"/>
                  </a:lnTo>
                  <a:lnTo>
                    <a:pt x="3678451" y="1405753"/>
                  </a:lnTo>
                  <a:lnTo>
                    <a:pt x="3683442" y="1405753"/>
                  </a:lnTo>
                  <a:lnTo>
                    <a:pt x="3683442" y="1405753"/>
                  </a:lnTo>
                  <a:lnTo>
                    <a:pt x="3688434" y="1405753"/>
                  </a:lnTo>
                  <a:lnTo>
                    <a:pt x="3688434" y="1405753"/>
                  </a:lnTo>
                  <a:lnTo>
                    <a:pt x="3693425" y="1405753"/>
                  </a:lnTo>
                  <a:lnTo>
                    <a:pt x="3693425" y="1388202"/>
                  </a:lnTo>
                  <a:lnTo>
                    <a:pt x="3698416" y="1388202"/>
                  </a:lnTo>
                  <a:lnTo>
                    <a:pt x="3698416" y="1388202"/>
                  </a:lnTo>
                  <a:lnTo>
                    <a:pt x="3703407" y="1388202"/>
                  </a:lnTo>
                  <a:lnTo>
                    <a:pt x="3703407" y="1388202"/>
                  </a:lnTo>
                  <a:lnTo>
                    <a:pt x="3708398" y="1388202"/>
                  </a:lnTo>
                  <a:lnTo>
                    <a:pt x="3708398" y="1388202"/>
                  </a:lnTo>
                  <a:lnTo>
                    <a:pt x="3713389" y="1388202"/>
                  </a:lnTo>
                  <a:lnTo>
                    <a:pt x="3713389" y="1388202"/>
                  </a:lnTo>
                  <a:lnTo>
                    <a:pt x="3718380" y="1388202"/>
                  </a:lnTo>
                  <a:lnTo>
                    <a:pt x="3718380" y="1388202"/>
                  </a:lnTo>
                  <a:lnTo>
                    <a:pt x="3723371" y="1388202"/>
                  </a:lnTo>
                  <a:lnTo>
                    <a:pt x="3723371" y="1388202"/>
                  </a:lnTo>
                  <a:lnTo>
                    <a:pt x="3728363" y="1388202"/>
                  </a:lnTo>
                  <a:lnTo>
                    <a:pt x="3728363" y="1388202"/>
                  </a:lnTo>
                  <a:lnTo>
                    <a:pt x="3733354" y="1388202"/>
                  </a:lnTo>
                  <a:lnTo>
                    <a:pt x="3733354" y="1388202"/>
                  </a:lnTo>
                  <a:lnTo>
                    <a:pt x="3738345" y="1388202"/>
                  </a:lnTo>
                  <a:lnTo>
                    <a:pt x="3738345" y="1388202"/>
                  </a:lnTo>
                  <a:lnTo>
                    <a:pt x="3743336" y="1388202"/>
                  </a:lnTo>
                  <a:lnTo>
                    <a:pt x="3743336" y="1388202"/>
                  </a:lnTo>
                  <a:lnTo>
                    <a:pt x="3748327" y="1388202"/>
                  </a:lnTo>
                  <a:lnTo>
                    <a:pt x="3748327" y="1388202"/>
                  </a:lnTo>
                  <a:lnTo>
                    <a:pt x="3753318" y="1388202"/>
                  </a:lnTo>
                  <a:lnTo>
                    <a:pt x="3753318" y="1388202"/>
                  </a:lnTo>
                  <a:lnTo>
                    <a:pt x="3758309" y="1388202"/>
                  </a:lnTo>
                  <a:lnTo>
                    <a:pt x="3758309" y="1388202"/>
                  </a:lnTo>
                  <a:lnTo>
                    <a:pt x="3763300" y="1388202"/>
                  </a:lnTo>
                  <a:lnTo>
                    <a:pt x="3763300" y="1388202"/>
                  </a:lnTo>
                  <a:lnTo>
                    <a:pt x="3768291" y="1388202"/>
                  </a:lnTo>
                  <a:lnTo>
                    <a:pt x="3768291" y="1388202"/>
                  </a:lnTo>
                  <a:lnTo>
                    <a:pt x="3773283" y="1388202"/>
                  </a:lnTo>
                  <a:lnTo>
                    <a:pt x="3773283" y="1370389"/>
                  </a:lnTo>
                  <a:lnTo>
                    <a:pt x="3778274" y="1370389"/>
                  </a:lnTo>
                  <a:lnTo>
                    <a:pt x="3778274" y="1370389"/>
                  </a:lnTo>
                  <a:lnTo>
                    <a:pt x="3783265" y="1370389"/>
                  </a:lnTo>
                  <a:lnTo>
                    <a:pt x="3783265" y="1370389"/>
                  </a:lnTo>
                  <a:lnTo>
                    <a:pt x="3788256" y="1370389"/>
                  </a:lnTo>
                  <a:lnTo>
                    <a:pt x="3788256" y="1370389"/>
                  </a:lnTo>
                  <a:lnTo>
                    <a:pt x="3793247" y="1370389"/>
                  </a:lnTo>
                  <a:lnTo>
                    <a:pt x="3793247" y="1370389"/>
                  </a:lnTo>
                  <a:lnTo>
                    <a:pt x="3798238" y="1370389"/>
                  </a:lnTo>
                  <a:lnTo>
                    <a:pt x="3798238" y="1370389"/>
                  </a:lnTo>
                  <a:lnTo>
                    <a:pt x="3803229" y="1370389"/>
                  </a:lnTo>
                  <a:lnTo>
                    <a:pt x="3803229" y="1370389"/>
                  </a:lnTo>
                  <a:lnTo>
                    <a:pt x="3808220" y="1370389"/>
                  </a:lnTo>
                  <a:lnTo>
                    <a:pt x="3808220" y="1370389"/>
                  </a:lnTo>
                  <a:lnTo>
                    <a:pt x="3813211" y="1370389"/>
                  </a:lnTo>
                  <a:lnTo>
                    <a:pt x="3813211" y="1370389"/>
                  </a:lnTo>
                  <a:lnTo>
                    <a:pt x="3818203" y="1370389"/>
                  </a:lnTo>
                  <a:lnTo>
                    <a:pt x="3818203" y="1370389"/>
                  </a:lnTo>
                  <a:lnTo>
                    <a:pt x="3823194" y="1370389"/>
                  </a:lnTo>
                  <a:lnTo>
                    <a:pt x="3823194" y="1370389"/>
                  </a:lnTo>
                  <a:lnTo>
                    <a:pt x="3828185" y="1370389"/>
                  </a:lnTo>
                  <a:lnTo>
                    <a:pt x="3828185" y="1370389"/>
                  </a:lnTo>
                  <a:lnTo>
                    <a:pt x="3833176" y="1370389"/>
                  </a:lnTo>
                  <a:lnTo>
                    <a:pt x="3833176" y="1370389"/>
                  </a:lnTo>
                  <a:lnTo>
                    <a:pt x="3838167" y="1370389"/>
                  </a:lnTo>
                  <a:lnTo>
                    <a:pt x="3838167" y="1370389"/>
                  </a:lnTo>
                  <a:lnTo>
                    <a:pt x="3843158" y="1370389"/>
                  </a:lnTo>
                  <a:lnTo>
                    <a:pt x="3843158" y="1370389"/>
                  </a:lnTo>
                  <a:lnTo>
                    <a:pt x="3848149" y="1370389"/>
                  </a:lnTo>
                  <a:lnTo>
                    <a:pt x="3848149" y="1370389"/>
                  </a:lnTo>
                  <a:lnTo>
                    <a:pt x="3853140" y="1370389"/>
                  </a:lnTo>
                  <a:lnTo>
                    <a:pt x="3853140" y="1370389"/>
                  </a:lnTo>
                  <a:lnTo>
                    <a:pt x="3858132" y="1370389"/>
                  </a:lnTo>
                  <a:lnTo>
                    <a:pt x="3858132" y="1370389"/>
                  </a:lnTo>
                  <a:lnTo>
                    <a:pt x="3863123" y="1370389"/>
                  </a:lnTo>
                  <a:lnTo>
                    <a:pt x="3863123" y="1370389"/>
                  </a:lnTo>
                  <a:lnTo>
                    <a:pt x="3868114" y="1370389"/>
                  </a:lnTo>
                  <a:lnTo>
                    <a:pt x="3868114" y="1370389"/>
                  </a:lnTo>
                  <a:lnTo>
                    <a:pt x="3873105" y="1370389"/>
                  </a:lnTo>
                  <a:lnTo>
                    <a:pt x="3873105" y="1370389"/>
                  </a:lnTo>
                  <a:lnTo>
                    <a:pt x="3878096" y="1370389"/>
                  </a:lnTo>
                  <a:lnTo>
                    <a:pt x="3878096" y="1370389"/>
                  </a:lnTo>
                  <a:lnTo>
                    <a:pt x="3883087" y="1370389"/>
                  </a:lnTo>
                  <a:lnTo>
                    <a:pt x="3883087" y="1370389"/>
                  </a:lnTo>
                  <a:lnTo>
                    <a:pt x="3888078" y="1370389"/>
                  </a:lnTo>
                  <a:lnTo>
                    <a:pt x="3888078" y="1370389"/>
                  </a:lnTo>
                  <a:lnTo>
                    <a:pt x="3893069" y="1370389"/>
                  </a:lnTo>
                  <a:lnTo>
                    <a:pt x="3893069" y="1370389"/>
                  </a:lnTo>
                  <a:lnTo>
                    <a:pt x="3898060" y="1370389"/>
                  </a:lnTo>
                  <a:lnTo>
                    <a:pt x="3898060" y="1370389"/>
                  </a:lnTo>
                  <a:lnTo>
                    <a:pt x="3903052" y="1370389"/>
                  </a:lnTo>
                  <a:lnTo>
                    <a:pt x="3903052" y="1370389"/>
                  </a:lnTo>
                  <a:lnTo>
                    <a:pt x="3908043" y="1370389"/>
                  </a:lnTo>
                  <a:lnTo>
                    <a:pt x="3908043" y="1370389"/>
                  </a:lnTo>
                  <a:lnTo>
                    <a:pt x="3913034" y="1370389"/>
                  </a:lnTo>
                  <a:lnTo>
                    <a:pt x="3913034" y="1370389"/>
                  </a:lnTo>
                  <a:lnTo>
                    <a:pt x="3918025" y="1370389"/>
                  </a:lnTo>
                  <a:lnTo>
                    <a:pt x="3918025" y="1370389"/>
                  </a:lnTo>
                  <a:lnTo>
                    <a:pt x="3923016" y="1370389"/>
                  </a:lnTo>
                  <a:lnTo>
                    <a:pt x="3923016" y="1352247"/>
                  </a:lnTo>
                  <a:lnTo>
                    <a:pt x="3928007" y="1352247"/>
                  </a:lnTo>
                  <a:lnTo>
                    <a:pt x="3928007" y="1334104"/>
                  </a:lnTo>
                  <a:lnTo>
                    <a:pt x="3932998" y="1334104"/>
                  </a:lnTo>
                  <a:lnTo>
                    <a:pt x="3932998" y="1334104"/>
                  </a:lnTo>
                  <a:lnTo>
                    <a:pt x="3937989" y="1334104"/>
                  </a:lnTo>
                  <a:lnTo>
                    <a:pt x="3937989" y="1315932"/>
                  </a:lnTo>
                  <a:lnTo>
                    <a:pt x="3942980" y="1315932"/>
                  </a:lnTo>
                  <a:lnTo>
                    <a:pt x="3942980" y="1297760"/>
                  </a:lnTo>
                  <a:lnTo>
                    <a:pt x="3947972" y="1297760"/>
                  </a:lnTo>
                  <a:lnTo>
                    <a:pt x="3947972" y="1297760"/>
                  </a:lnTo>
                  <a:lnTo>
                    <a:pt x="3952963" y="1297760"/>
                  </a:lnTo>
                  <a:lnTo>
                    <a:pt x="3952963" y="1297760"/>
                  </a:lnTo>
                  <a:lnTo>
                    <a:pt x="3957954" y="1297760"/>
                  </a:lnTo>
                  <a:lnTo>
                    <a:pt x="3957954" y="1297760"/>
                  </a:lnTo>
                  <a:lnTo>
                    <a:pt x="3962945" y="1297760"/>
                  </a:lnTo>
                  <a:lnTo>
                    <a:pt x="3962945" y="1297760"/>
                  </a:lnTo>
                  <a:lnTo>
                    <a:pt x="3967936" y="1297760"/>
                  </a:lnTo>
                  <a:lnTo>
                    <a:pt x="3967936" y="1297760"/>
                  </a:lnTo>
                  <a:lnTo>
                    <a:pt x="3972927" y="1297760"/>
                  </a:lnTo>
                  <a:lnTo>
                    <a:pt x="3972927" y="1297760"/>
                  </a:lnTo>
                  <a:lnTo>
                    <a:pt x="3977918" y="1297760"/>
                  </a:lnTo>
                  <a:lnTo>
                    <a:pt x="3977918" y="1297760"/>
                  </a:lnTo>
                  <a:lnTo>
                    <a:pt x="3982909" y="1297760"/>
                  </a:lnTo>
                  <a:lnTo>
                    <a:pt x="3982909" y="1297760"/>
                  </a:lnTo>
                  <a:lnTo>
                    <a:pt x="3987900" y="1297760"/>
                  </a:lnTo>
                  <a:lnTo>
                    <a:pt x="3987900" y="1297760"/>
                  </a:lnTo>
                  <a:lnTo>
                    <a:pt x="3992892" y="1297760"/>
                  </a:lnTo>
                  <a:lnTo>
                    <a:pt x="3992892" y="1297760"/>
                  </a:lnTo>
                  <a:lnTo>
                    <a:pt x="3997883" y="1297760"/>
                  </a:lnTo>
                  <a:lnTo>
                    <a:pt x="3997883" y="1297760"/>
                  </a:lnTo>
                  <a:lnTo>
                    <a:pt x="4002874" y="1297760"/>
                  </a:lnTo>
                  <a:lnTo>
                    <a:pt x="4002874" y="1297760"/>
                  </a:lnTo>
                  <a:lnTo>
                    <a:pt x="4007865" y="1297760"/>
                  </a:lnTo>
                  <a:lnTo>
                    <a:pt x="4007865" y="1297760"/>
                  </a:lnTo>
                  <a:lnTo>
                    <a:pt x="4012856" y="1297760"/>
                  </a:lnTo>
                  <a:lnTo>
                    <a:pt x="4012856" y="1297760"/>
                  </a:lnTo>
                  <a:lnTo>
                    <a:pt x="4017847" y="1297760"/>
                  </a:lnTo>
                  <a:lnTo>
                    <a:pt x="4017847" y="1297760"/>
                  </a:lnTo>
                  <a:lnTo>
                    <a:pt x="4022838" y="1297760"/>
                  </a:lnTo>
                  <a:lnTo>
                    <a:pt x="4022838" y="1297760"/>
                  </a:lnTo>
                  <a:lnTo>
                    <a:pt x="4027829" y="1297760"/>
                  </a:lnTo>
                  <a:lnTo>
                    <a:pt x="4027829" y="1297760"/>
                  </a:lnTo>
                  <a:lnTo>
                    <a:pt x="4032821" y="1297760"/>
                  </a:lnTo>
                  <a:lnTo>
                    <a:pt x="4032821" y="1297760"/>
                  </a:lnTo>
                  <a:lnTo>
                    <a:pt x="4037812" y="1297760"/>
                  </a:lnTo>
                  <a:lnTo>
                    <a:pt x="4037812" y="1297760"/>
                  </a:lnTo>
                  <a:lnTo>
                    <a:pt x="4042803" y="1297760"/>
                  </a:lnTo>
                  <a:lnTo>
                    <a:pt x="4042803" y="1297760"/>
                  </a:lnTo>
                  <a:lnTo>
                    <a:pt x="4047794" y="1297760"/>
                  </a:lnTo>
                  <a:lnTo>
                    <a:pt x="4047794" y="1279291"/>
                  </a:lnTo>
                  <a:lnTo>
                    <a:pt x="4052785" y="1279291"/>
                  </a:lnTo>
                  <a:lnTo>
                    <a:pt x="4052785" y="1279291"/>
                  </a:lnTo>
                  <a:lnTo>
                    <a:pt x="4057776" y="1279291"/>
                  </a:lnTo>
                  <a:lnTo>
                    <a:pt x="4057776" y="1260791"/>
                  </a:lnTo>
                  <a:lnTo>
                    <a:pt x="4062767" y="1260791"/>
                  </a:lnTo>
                  <a:lnTo>
                    <a:pt x="4062767" y="1260791"/>
                  </a:lnTo>
                  <a:lnTo>
                    <a:pt x="4067758" y="1260791"/>
                  </a:lnTo>
                  <a:lnTo>
                    <a:pt x="4067758" y="1260791"/>
                  </a:lnTo>
                  <a:lnTo>
                    <a:pt x="4072749" y="1260791"/>
                  </a:lnTo>
                  <a:lnTo>
                    <a:pt x="4072749" y="1260791"/>
                  </a:lnTo>
                  <a:lnTo>
                    <a:pt x="4077741" y="1260791"/>
                  </a:lnTo>
                  <a:lnTo>
                    <a:pt x="4077741" y="1260791"/>
                  </a:lnTo>
                  <a:lnTo>
                    <a:pt x="4082732" y="1260791"/>
                  </a:lnTo>
                  <a:lnTo>
                    <a:pt x="4082732" y="1260791"/>
                  </a:lnTo>
                  <a:lnTo>
                    <a:pt x="4087723" y="1260791"/>
                  </a:lnTo>
                  <a:lnTo>
                    <a:pt x="4087723" y="1260791"/>
                  </a:lnTo>
                  <a:lnTo>
                    <a:pt x="4092714" y="1260791"/>
                  </a:lnTo>
                  <a:lnTo>
                    <a:pt x="4092714" y="1260791"/>
                  </a:lnTo>
                  <a:lnTo>
                    <a:pt x="4097705" y="1260791"/>
                  </a:lnTo>
                  <a:lnTo>
                    <a:pt x="4097705" y="1260791"/>
                  </a:lnTo>
                  <a:lnTo>
                    <a:pt x="4102696" y="1260791"/>
                  </a:lnTo>
                  <a:lnTo>
                    <a:pt x="4102696" y="1260791"/>
                  </a:lnTo>
                  <a:lnTo>
                    <a:pt x="4107687" y="1260791"/>
                  </a:lnTo>
                  <a:lnTo>
                    <a:pt x="4107687" y="1260791"/>
                  </a:lnTo>
                  <a:lnTo>
                    <a:pt x="4112678" y="1260791"/>
                  </a:lnTo>
                  <a:lnTo>
                    <a:pt x="4112678" y="1260791"/>
                  </a:lnTo>
                  <a:lnTo>
                    <a:pt x="4117669" y="1260791"/>
                  </a:lnTo>
                  <a:lnTo>
                    <a:pt x="4117669" y="1260791"/>
                  </a:lnTo>
                  <a:lnTo>
                    <a:pt x="4122661" y="1260791"/>
                  </a:lnTo>
                  <a:lnTo>
                    <a:pt x="4122661" y="1242167"/>
                  </a:lnTo>
                  <a:lnTo>
                    <a:pt x="4127652" y="1242167"/>
                  </a:lnTo>
                  <a:lnTo>
                    <a:pt x="4127652" y="1242167"/>
                  </a:lnTo>
                  <a:lnTo>
                    <a:pt x="4132643" y="1242167"/>
                  </a:lnTo>
                  <a:lnTo>
                    <a:pt x="4132643" y="1242167"/>
                  </a:lnTo>
                  <a:lnTo>
                    <a:pt x="4137634" y="1242167"/>
                  </a:lnTo>
                  <a:lnTo>
                    <a:pt x="4137634" y="1242167"/>
                  </a:lnTo>
                  <a:lnTo>
                    <a:pt x="4142625" y="1242167"/>
                  </a:lnTo>
                  <a:lnTo>
                    <a:pt x="4142625" y="1242167"/>
                  </a:lnTo>
                  <a:lnTo>
                    <a:pt x="4147616" y="1242167"/>
                  </a:lnTo>
                  <a:lnTo>
                    <a:pt x="4147616" y="1242167"/>
                  </a:lnTo>
                  <a:lnTo>
                    <a:pt x="4152607" y="1242167"/>
                  </a:lnTo>
                  <a:lnTo>
                    <a:pt x="4152607" y="1242167"/>
                  </a:lnTo>
                  <a:lnTo>
                    <a:pt x="4157598" y="1242167"/>
                  </a:lnTo>
                  <a:lnTo>
                    <a:pt x="4157598" y="1242167"/>
                  </a:lnTo>
                  <a:lnTo>
                    <a:pt x="4162590" y="1242167"/>
                  </a:lnTo>
                  <a:lnTo>
                    <a:pt x="4162590" y="1242167"/>
                  </a:lnTo>
                  <a:lnTo>
                    <a:pt x="4167581" y="1242167"/>
                  </a:lnTo>
                  <a:lnTo>
                    <a:pt x="4167581" y="1242167"/>
                  </a:lnTo>
                  <a:lnTo>
                    <a:pt x="4172572" y="1242167"/>
                  </a:lnTo>
                  <a:lnTo>
                    <a:pt x="4172572" y="1223384"/>
                  </a:lnTo>
                  <a:lnTo>
                    <a:pt x="4177563" y="1223384"/>
                  </a:lnTo>
                  <a:lnTo>
                    <a:pt x="4177563" y="1204601"/>
                  </a:lnTo>
                  <a:lnTo>
                    <a:pt x="4182554" y="1204601"/>
                  </a:lnTo>
                  <a:lnTo>
                    <a:pt x="4182554" y="1204601"/>
                  </a:lnTo>
                  <a:lnTo>
                    <a:pt x="4187545" y="1204601"/>
                  </a:lnTo>
                  <a:lnTo>
                    <a:pt x="4187545" y="1204601"/>
                  </a:lnTo>
                  <a:lnTo>
                    <a:pt x="4192536" y="1204601"/>
                  </a:lnTo>
                  <a:lnTo>
                    <a:pt x="4192536" y="1185722"/>
                  </a:lnTo>
                  <a:lnTo>
                    <a:pt x="4197527" y="1185722"/>
                  </a:lnTo>
                  <a:lnTo>
                    <a:pt x="4197527" y="1166809"/>
                  </a:lnTo>
                  <a:lnTo>
                    <a:pt x="4202518" y="1166809"/>
                  </a:lnTo>
                  <a:lnTo>
                    <a:pt x="4202518" y="1166809"/>
                  </a:lnTo>
                  <a:lnTo>
                    <a:pt x="4207510" y="1166809"/>
                  </a:lnTo>
                  <a:lnTo>
                    <a:pt x="4207510" y="1166809"/>
                  </a:lnTo>
                  <a:lnTo>
                    <a:pt x="4212501" y="1166809"/>
                  </a:lnTo>
                  <a:lnTo>
                    <a:pt x="4212501" y="1166809"/>
                  </a:lnTo>
                  <a:lnTo>
                    <a:pt x="4217492" y="1166809"/>
                  </a:lnTo>
                  <a:lnTo>
                    <a:pt x="4217492" y="1166809"/>
                  </a:lnTo>
                  <a:lnTo>
                    <a:pt x="4222483" y="1166809"/>
                  </a:lnTo>
                  <a:lnTo>
                    <a:pt x="4222483" y="1147831"/>
                  </a:lnTo>
                  <a:lnTo>
                    <a:pt x="4227474" y="1147831"/>
                  </a:lnTo>
                  <a:lnTo>
                    <a:pt x="4227474" y="1147831"/>
                  </a:lnTo>
                  <a:lnTo>
                    <a:pt x="4232465" y="1147831"/>
                  </a:lnTo>
                  <a:lnTo>
                    <a:pt x="4232465" y="1147831"/>
                  </a:lnTo>
                  <a:lnTo>
                    <a:pt x="4237456" y="1147831"/>
                  </a:lnTo>
                  <a:lnTo>
                    <a:pt x="4237456" y="1147831"/>
                  </a:lnTo>
                  <a:lnTo>
                    <a:pt x="4242447" y="1147831"/>
                  </a:lnTo>
                  <a:lnTo>
                    <a:pt x="4242447" y="1147831"/>
                  </a:lnTo>
                  <a:lnTo>
                    <a:pt x="4247438" y="1147831"/>
                  </a:lnTo>
                  <a:lnTo>
                    <a:pt x="4247438" y="1147831"/>
                  </a:lnTo>
                  <a:lnTo>
                    <a:pt x="4252430" y="1147831"/>
                  </a:lnTo>
                  <a:lnTo>
                    <a:pt x="4252430" y="1147831"/>
                  </a:lnTo>
                  <a:lnTo>
                    <a:pt x="4257421" y="1147831"/>
                  </a:lnTo>
                  <a:lnTo>
                    <a:pt x="4257421" y="1147831"/>
                  </a:lnTo>
                  <a:lnTo>
                    <a:pt x="4262412" y="1147831"/>
                  </a:lnTo>
                  <a:lnTo>
                    <a:pt x="4262412" y="1147831"/>
                  </a:lnTo>
                  <a:lnTo>
                    <a:pt x="4267403" y="1147831"/>
                  </a:lnTo>
                  <a:lnTo>
                    <a:pt x="4267403" y="1147831"/>
                  </a:lnTo>
                  <a:lnTo>
                    <a:pt x="4272394" y="1147831"/>
                  </a:lnTo>
                  <a:lnTo>
                    <a:pt x="4272394" y="1147831"/>
                  </a:lnTo>
                  <a:lnTo>
                    <a:pt x="4277385" y="1147831"/>
                  </a:lnTo>
                  <a:lnTo>
                    <a:pt x="4277385" y="1147831"/>
                  </a:lnTo>
                  <a:lnTo>
                    <a:pt x="4282376" y="1147831"/>
                  </a:lnTo>
                  <a:lnTo>
                    <a:pt x="4282376" y="1147831"/>
                  </a:lnTo>
                  <a:lnTo>
                    <a:pt x="4287367" y="1147831"/>
                  </a:lnTo>
                  <a:lnTo>
                    <a:pt x="4287367" y="1147831"/>
                  </a:lnTo>
                  <a:lnTo>
                    <a:pt x="4292359" y="1147831"/>
                  </a:lnTo>
                  <a:lnTo>
                    <a:pt x="4292359" y="1147831"/>
                  </a:lnTo>
                  <a:lnTo>
                    <a:pt x="4297350" y="1147831"/>
                  </a:lnTo>
                  <a:lnTo>
                    <a:pt x="4297350" y="1147831"/>
                  </a:lnTo>
                  <a:lnTo>
                    <a:pt x="4302341" y="1147831"/>
                  </a:lnTo>
                  <a:lnTo>
                    <a:pt x="4302341" y="1147831"/>
                  </a:lnTo>
                  <a:lnTo>
                    <a:pt x="4307332" y="1147831"/>
                  </a:lnTo>
                  <a:lnTo>
                    <a:pt x="4307332" y="1147831"/>
                  </a:lnTo>
                  <a:lnTo>
                    <a:pt x="4312323" y="1147831"/>
                  </a:lnTo>
                  <a:lnTo>
                    <a:pt x="4312323" y="1147831"/>
                  </a:lnTo>
                  <a:lnTo>
                    <a:pt x="4317314" y="1147831"/>
                  </a:lnTo>
                  <a:lnTo>
                    <a:pt x="4317314" y="1147831"/>
                  </a:lnTo>
                  <a:lnTo>
                    <a:pt x="4322305" y="1147831"/>
                  </a:lnTo>
                  <a:lnTo>
                    <a:pt x="4322305" y="1147831"/>
                  </a:lnTo>
                  <a:lnTo>
                    <a:pt x="4327296" y="1147831"/>
                  </a:lnTo>
                  <a:lnTo>
                    <a:pt x="4327296" y="1147831"/>
                  </a:lnTo>
                  <a:lnTo>
                    <a:pt x="4332287" y="1147831"/>
                  </a:lnTo>
                  <a:lnTo>
                    <a:pt x="4332287" y="1147831"/>
                  </a:lnTo>
                  <a:lnTo>
                    <a:pt x="4337279" y="1147831"/>
                  </a:lnTo>
                  <a:lnTo>
                    <a:pt x="4337279" y="1147831"/>
                  </a:lnTo>
                  <a:lnTo>
                    <a:pt x="4342270" y="1147831"/>
                  </a:lnTo>
                  <a:lnTo>
                    <a:pt x="4342270" y="1147831"/>
                  </a:lnTo>
                  <a:lnTo>
                    <a:pt x="4347261" y="1147831"/>
                  </a:lnTo>
                  <a:lnTo>
                    <a:pt x="4347261" y="1147831"/>
                  </a:lnTo>
                  <a:lnTo>
                    <a:pt x="4352252" y="1147831"/>
                  </a:lnTo>
                  <a:lnTo>
                    <a:pt x="4352252" y="1147831"/>
                  </a:lnTo>
                  <a:lnTo>
                    <a:pt x="4357243" y="1147831"/>
                  </a:lnTo>
                  <a:lnTo>
                    <a:pt x="4357243" y="1128371"/>
                  </a:lnTo>
                  <a:lnTo>
                    <a:pt x="4362234" y="1128371"/>
                  </a:lnTo>
                  <a:lnTo>
                    <a:pt x="4362234" y="1128371"/>
                  </a:lnTo>
                  <a:lnTo>
                    <a:pt x="4367225" y="1128371"/>
                  </a:lnTo>
                  <a:lnTo>
                    <a:pt x="4367225" y="1128371"/>
                  </a:lnTo>
                  <a:lnTo>
                    <a:pt x="4372216" y="1128371"/>
                  </a:lnTo>
                  <a:lnTo>
                    <a:pt x="4372216" y="1128371"/>
                  </a:lnTo>
                  <a:lnTo>
                    <a:pt x="4377207" y="1128371"/>
                  </a:lnTo>
                  <a:lnTo>
                    <a:pt x="4377207" y="1128371"/>
                  </a:lnTo>
                  <a:lnTo>
                    <a:pt x="4382199" y="1128371"/>
                  </a:lnTo>
                  <a:lnTo>
                    <a:pt x="4382199" y="1128371"/>
                  </a:lnTo>
                  <a:lnTo>
                    <a:pt x="4387190" y="1128371"/>
                  </a:lnTo>
                  <a:lnTo>
                    <a:pt x="4387190" y="1128371"/>
                  </a:lnTo>
                  <a:lnTo>
                    <a:pt x="4392181" y="1128371"/>
                  </a:lnTo>
                  <a:lnTo>
                    <a:pt x="4392181" y="1128371"/>
                  </a:lnTo>
                  <a:lnTo>
                    <a:pt x="4397172" y="1128371"/>
                  </a:lnTo>
                  <a:lnTo>
                    <a:pt x="4397172" y="1128371"/>
                  </a:lnTo>
                  <a:lnTo>
                    <a:pt x="4402163" y="1128371"/>
                  </a:lnTo>
                  <a:lnTo>
                    <a:pt x="4402163" y="1128371"/>
                  </a:lnTo>
                  <a:lnTo>
                    <a:pt x="4407154" y="1128371"/>
                  </a:lnTo>
                  <a:lnTo>
                    <a:pt x="4407154" y="1108656"/>
                  </a:lnTo>
                  <a:lnTo>
                    <a:pt x="4412145" y="1108656"/>
                  </a:lnTo>
                  <a:lnTo>
                    <a:pt x="4412145" y="1088941"/>
                  </a:lnTo>
                  <a:lnTo>
                    <a:pt x="4417136" y="1088941"/>
                  </a:lnTo>
                  <a:lnTo>
                    <a:pt x="4417136" y="1088941"/>
                  </a:lnTo>
                  <a:lnTo>
                    <a:pt x="4422128" y="1088941"/>
                  </a:lnTo>
                  <a:lnTo>
                    <a:pt x="4422128" y="1088941"/>
                  </a:lnTo>
                  <a:lnTo>
                    <a:pt x="4427119" y="1088941"/>
                  </a:lnTo>
                  <a:lnTo>
                    <a:pt x="4427119" y="1088941"/>
                  </a:lnTo>
                  <a:lnTo>
                    <a:pt x="4432110" y="1088941"/>
                  </a:lnTo>
                  <a:lnTo>
                    <a:pt x="4432110" y="1088941"/>
                  </a:lnTo>
                  <a:lnTo>
                    <a:pt x="4437101" y="1088941"/>
                  </a:lnTo>
                  <a:lnTo>
                    <a:pt x="4437101" y="1088941"/>
                  </a:lnTo>
                  <a:lnTo>
                    <a:pt x="4442092" y="1088941"/>
                  </a:lnTo>
                  <a:lnTo>
                    <a:pt x="4442092" y="1088941"/>
                  </a:lnTo>
                  <a:lnTo>
                    <a:pt x="4447083" y="1088941"/>
                  </a:lnTo>
                  <a:lnTo>
                    <a:pt x="4447083" y="1088941"/>
                  </a:lnTo>
                  <a:lnTo>
                    <a:pt x="4452074" y="1088941"/>
                  </a:lnTo>
                  <a:lnTo>
                    <a:pt x="4452074" y="1088941"/>
                  </a:lnTo>
                  <a:lnTo>
                    <a:pt x="4457065" y="1088941"/>
                  </a:lnTo>
                  <a:lnTo>
                    <a:pt x="4457065" y="1088941"/>
                  </a:lnTo>
                  <a:lnTo>
                    <a:pt x="4462056" y="1088941"/>
                  </a:lnTo>
                  <a:lnTo>
                    <a:pt x="4462056" y="1088941"/>
                  </a:lnTo>
                  <a:lnTo>
                    <a:pt x="4467048" y="1088941"/>
                  </a:lnTo>
                  <a:lnTo>
                    <a:pt x="4467048" y="1088941"/>
                  </a:lnTo>
                  <a:lnTo>
                    <a:pt x="4472039" y="1088941"/>
                  </a:lnTo>
                  <a:lnTo>
                    <a:pt x="4472039" y="1088941"/>
                  </a:lnTo>
                  <a:lnTo>
                    <a:pt x="4477030" y="1088941"/>
                  </a:lnTo>
                  <a:lnTo>
                    <a:pt x="4477030" y="1088941"/>
                  </a:lnTo>
                  <a:lnTo>
                    <a:pt x="4482021" y="1088941"/>
                  </a:lnTo>
                  <a:lnTo>
                    <a:pt x="4482021" y="1088941"/>
                  </a:lnTo>
                  <a:lnTo>
                    <a:pt x="4487012" y="1088941"/>
                  </a:lnTo>
                  <a:lnTo>
                    <a:pt x="4487012" y="1088941"/>
                  </a:lnTo>
                  <a:lnTo>
                    <a:pt x="4492003" y="1088941"/>
                  </a:lnTo>
                  <a:lnTo>
                    <a:pt x="4492003" y="1088941"/>
                  </a:lnTo>
                  <a:lnTo>
                    <a:pt x="4496994" y="1088941"/>
                  </a:lnTo>
                  <a:lnTo>
                    <a:pt x="4496994" y="1088941"/>
                  </a:lnTo>
                  <a:lnTo>
                    <a:pt x="4501985" y="1088941"/>
                  </a:lnTo>
                  <a:lnTo>
                    <a:pt x="4501985" y="1088941"/>
                  </a:lnTo>
                  <a:lnTo>
                    <a:pt x="4506976" y="1088941"/>
                  </a:lnTo>
                  <a:lnTo>
                    <a:pt x="4506976" y="1068923"/>
                  </a:lnTo>
                  <a:lnTo>
                    <a:pt x="4511968" y="1068923"/>
                  </a:lnTo>
                  <a:lnTo>
                    <a:pt x="4511968" y="1068923"/>
                  </a:lnTo>
                  <a:lnTo>
                    <a:pt x="4516959" y="1068923"/>
                  </a:lnTo>
                  <a:lnTo>
                    <a:pt x="4516959" y="1068923"/>
                  </a:lnTo>
                  <a:lnTo>
                    <a:pt x="4521950" y="1068923"/>
                  </a:lnTo>
                  <a:lnTo>
                    <a:pt x="4521950" y="1068923"/>
                  </a:lnTo>
                  <a:lnTo>
                    <a:pt x="4526941" y="1068923"/>
                  </a:lnTo>
                  <a:lnTo>
                    <a:pt x="4526941" y="1068923"/>
                  </a:lnTo>
                  <a:lnTo>
                    <a:pt x="4531932" y="1068923"/>
                  </a:lnTo>
                  <a:lnTo>
                    <a:pt x="4531932" y="1068923"/>
                  </a:lnTo>
                  <a:lnTo>
                    <a:pt x="4536923" y="1068923"/>
                  </a:lnTo>
                  <a:lnTo>
                    <a:pt x="4536923" y="1068923"/>
                  </a:lnTo>
                  <a:lnTo>
                    <a:pt x="4541914" y="1068923"/>
                  </a:lnTo>
                  <a:lnTo>
                    <a:pt x="4541914" y="1048709"/>
                  </a:lnTo>
                  <a:lnTo>
                    <a:pt x="4546905" y="1048709"/>
                  </a:lnTo>
                  <a:lnTo>
                    <a:pt x="4546905" y="1048709"/>
                  </a:lnTo>
                  <a:lnTo>
                    <a:pt x="4551897" y="1048709"/>
                  </a:lnTo>
                  <a:lnTo>
                    <a:pt x="4551897" y="1048709"/>
                  </a:lnTo>
                  <a:lnTo>
                    <a:pt x="4556888" y="1048709"/>
                  </a:lnTo>
                  <a:lnTo>
                    <a:pt x="4556888" y="1048709"/>
                  </a:lnTo>
                  <a:lnTo>
                    <a:pt x="4561879" y="1048709"/>
                  </a:lnTo>
                  <a:lnTo>
                    <a:pt x="4561879" y="1048709"/>
                  </a:lnTo>
                  <a:lnTo>
                    <a:pt x="4566870" y="1048709"/>
                  </a:lnTo>
                  <a:lnTo>
                    <a:pt x="4566870" y="1048709"/>
                  </a:lnTo>
                  <a:lnTo>
                    <a:pt x="4571861" y="1048709"/>
                  </a:lnTo>
                  <a:lnTo>
                    <a:pt x="4571861" y="1028414"/>
                  </a:lnTo>
                  <a:lnTo>
                    <a:pt x="4576852" y="1028414"/>
                  </a:lnTo>
                  <a:lnTo>
                    <a:pt x="4576852" y="1028414"/>
                  </a:lnTo>
                  <a:lnTo>
                    <a:pt x="4581843" y="1028414"/>
                  </a:lnTo>
                  <a:lnTo>
                    <a:pt x="4581843" y="1028414"/>
                  </a:lnTo>
                  <a:lnTo>
                    <a:pt x="4586834" y="1028414"/>
                  </a:lnTo>
                  <a:lnTo>
                    <a:pt x="4586834" y="1028414"/>
                  </a:lnTo>
                  <a:lnTo>
                    <a:pt x="4591825" y="1028414"/>
                  </a:lnTo>
                  <a:lnTo>
                    <a:pt x="4591825" y="1028414"/>
                  </a:lnTo>
                  <a:lnTo>
                    <a:pt x="4596817" y="1028414"/>
                  </a:lnTo>
                  <a:lnTo>
                    <a:pt x="4596817" y="1008119"/>
                  </a:lnTo>
                  <a:lnTo>
                    <a:pt x="4601808" y="1008119"/>
                  </a:lnTo>
                  <a:lnTo>
                    <a:pt x="4601808" y="1008119"/>
                  </a:lnTo>
                  <a:lnTo>
                    <a:pt x="4606799" y="1008119"/>
                  </a:lnTo>
                  <a:lnTo>
                    <a:pt x="4606799" y="1008119"/>
                  </a:lnTo>
                  <a:lnTo>
                    <a:pt x="4611790" y="1008119"/>
                  </a:lnTo>
                  <a:lnTo>
                    <a:pt x="4611790" y="1008119"/>
                  </a:lnTo>
                  <a:lnTo>
                    <a:pt x="4616781" y="1008119"/>
                  </a:lnTo>
                  <a:lnTo>
                    <a:pt x="4616781" y="1008119"/>
                  </a:lnTo>
                  <a:lnTo>
                    <a:pt x="4621772" y="1008119"/>
                  </a:lnTo>
                  <a:lnTo>
                    <a:pt x="4621772" y="987701"/>
                  </a:lnTo>
                  <a:lnTo>
                    <a:pt x="4626763" y="987701"/>
                  </a:lnTo>
                  <a:lnTo>
                    <a:pt x="4626763" y="987701"/>
                  </a:lnTo>
                  <a:lnTo>
                    <a:pt x="4631754" y="987701"/>
                  </a:lnTo>
                  <a:lnTo>
                    <a:pt x="4631754" y="987701"/>
                  </a:lnTo>
                  <a:lnTo>
                    <a:pt x="4636745" y="987701"/>
                  </a:lnTo>
                  <a:lnTo>
                    <a:pt x="4636745" y="987701"/>
                  </a:lnTo>
                  <a:lnTo>
                    <a:pt x="4641737" y="987701"/>
                  </a:lnTo>
                  <a:lnTo>
                    <a:pt x="4641737" y="987701"/>
                  </a:lnTo>
                  <a:lnTo>
                    <a:pt x="4646728" y="987701"/>
                  </a:lnTo>
                  <a:lnTo>
                    <a:pt x="4646728" y="967200"/>
                  </a:lnTo>
                  <a:lnTo>
                    <a:pt x="4651719" y="967200"/>
                  </a:lnTo>
                  <a:lnTo>
                    <a:pt x="4651719" y="967200"/>
                  </a:lnTo>
                  <a:lnTo>
                    <a:pt x="4656710" y="967200"/>
                  </a:lnTo>
                  <a:lnTo>
                    <a:pt x="4656710" y="967200"/>
                  </a:lnTo>
                  <a:lnTo>
                    <a:pt x="4661701" y="967200"/>
                  </a:lnTo>
                  <a:lnTo>
                    <a:pt x="4661701" y="967200"/>
                  </a:lnTo>
                  <a:lnTo>
                    <a:pt x="4666692" y="967200"/>
                  </a:lnTo>
                  <a:lnTo>
                    <a:pt x="4666692" y="967200"/>
                  </a:lnTo>
                  <a:lnTo>
                    <a:pt x="4671683" y="967200"/>
                  </a:lnTo>
                  <a:lnTo>
                    <a:pt x="4671683" y="967200"/>
                  </a:lnTo>
                  <a:lnTo>
                    <a:pt x="4676674" y="967200"/>
                  </a:lnTo>
                  <a:lnTo>
                    <a:pt x="4676674" y="967200"/>
                  </a:lnTo>
                  <a:lnTo>
                    <a:pt x="4681666" y="967200"/>
                  </a:lnTo>
                  <a:lnTo>
                    <a:pt x="4681666" y="967200"/>
                  </a:lnTo>
                  <a:lnTo>
                    <a:pt x="4686657" y="967200"/>
                  </a:lnTo>
                  <a:lnTo>
                    <a:pt x="4686657" y="967200"/>
                  </a:lnTo>
                  <a:lnTo>
                    <a:pt x="4691648" y="967200"/>
                  </a:lnTo>
                  <a:lnTo>
                    <a:pt x="4691648" y="967200"/>
                  </a:lnTo>
                  <a:lnTo>
                    <a:pt x="4696639" y="967200"/>
                  </a:lnTo>
                  <a:lnTo>
                    <a:pt x="4696639" y="967200"/>
                  </a:lnTo>
                  <a:lnTo>
                    <a:pt x="4701630" y="967200"/>
                  </a:lnTo>
                  <a:lnTo>
                    <a:pt x="4701630" y="967200"/>
                  </a:lnTo>
                  <a:lnTo>
                    <a:pt x="4706621" y="967200"/>
                  </a:lnTo>
                  <a:lnTo>
                    <a:pt x="4706621" y="967200"/>
                  </a:lnTo>
                  <a:lnTo>
                    <a:pt x="4711612" y="967200"/>
                  </a:lnTo>
                  <a:lnTo>
                    <a:pt x="4711612" y="967200"/>
                  </a:lnTo>
                  <a:lnTo>
                    <a:pt x="4716603" y="967200"/>
                  </a:lnTo>
                  <a:lnTo>
                    <a:pt x="4716603" y="967200"/>
                  </a:lnTo>
                  <a:lnTo>
                    <a:pt x="4721594" y="967200"/>
                  </a:lnTo>
                  <a:lnTo>
                    <a:pt x="4721594" y="967200"/>
                  </a:lnTo>
                  <a:lnTo>
                    <a:pt x="4726586" y="967200"/>
                  </a:lnTo>
                  <a:lnTo>
                    <a:pt x="4726586" y="967200"/>
                  </a:lnTo>
                  <a:lnTo>
                    <a:pt x="4731577" y="967200"/>
                  </a:lnTo>
                  <a:lnTo>
                    <a:pt x="4731577" y="967200"/>
                  </a:lnTo>
                  <a:lnTo>
                    <a:pt x="4736568" y="967200"/>
                  </a:lnTo>
                  <a:lnTo>
                    <a:pt x="4736568" y="967200"/>
                  </a:lnTo>
                  <a:lnTo>
                    <a:pt x="4741559" y="967200"/>
                  </a:lnTo>
                  <a:lnTo>
                    <a:pt x="4741559" y="967200"/>
                  </a:lnTo>
                  <a:lnTo>
                    <a:pt x="4746550" y="967200"/>
                  </a:lnTo>
                  <a:lnTo>
                    <a:pt x="4746550" y="967200"/>
                  </a:lnTo>
                  <a:lnTo>
                    <a:pt x="4751541" y="967200"/>
                  </a:lnTo>
                  <a:lnTo>
                    <a:pt x="4751541" y="967200"/>
                  </a:lnTo>
                  <a:lnTo>
                    <a:pt x="4756532" y="967200"/>
                  </a:lnTo>
                  <a:lnTo>
                    <a:pt x="4756532" y="967200"/>
                  </a:lnTo>
                  <a:lnTo>
                    <a:pt x="4761523" y="967200"/>
                  </a:lnTo>
                  <a:lnTo>
                    <a:pt x="4761523" y="967200"/>
                  </a:lnTo>
                  <a:lnTo>
                    <a:pt x="4766514" y="967200"/>
                  </a:lnTo>
                  <a:lnTo>
                    <a:pt x="4766514" y="967200"/>
                  </a:lnTo>
                  <a:lnTo>
                    <a:pt x="4771506" y="967200"/>
                  </a:lnTo>
                  <a:lnTo>
                    <a:pt x="4771506" y="967200"/>
                  </a:lnTo>
                  <a:lnTo>
                    <a:pt x="4776497" y="967200"/>
                  </a:lnTo>
                  <a:lnTo>
                    <a:pt x="4776497" y="967200"/>
                  </a:lnTo>
                  <a:lnTo>
                    <a:pt x="4781488" y="967200"/>
                  </a:lnTo>
                  <a:lnTo>
                    <a:pt x="4781488" y="967200"/>
                  </a:lnTo>
                  <a:lnTo>
                    <a:pt x="4786479" y="967200"/>
                  </a:lnTo>
                  <a:lnTo>
                    <a:pt x="4786479" y="967200"/>
                  </a:lnTo>
                  <a:lnTo>
                    <a:pt x="4791470" y="967200"/>
                  </a:lnTo>
                  <a:lnTo>
                    <a:pt x="4791470" y="967200"/>
                  </a:lnTo>
                  <a:lnTo>
                    <a:pt x="4796461" y="967200"/>
                  </a:lnTo>
                  <a:lnTo>
                    <a:pt x="4796461" y="967200"/>
                  </a:lnTo>
                  <a:lnTo>
                    <a:pt x="4801452" y="967200"/>
                  </a:lnTo>
                  <a:lnTo>
                    <a:pt x="4801452" y="967200"/>
                  </a:lnTo>
                  <a:lnTo>
                    <a:pt x="4806443" y="967200"/>
                  </a:lnTo>
                  <a:lnTo>
                    <a:pt x="4806443" y="967200"/>
                  </a:lnTo>
                  <a:lnTo>
                    <a:pt x="4811434" y="967200"/>
                  </a:lnTo>
                  <a:lnTo>
                    <a:pt x="4811434" y="967200"/>
                  </a:lnTo>
                  <a:lnTo>
                    <a:pt x="4816426" y="967200"/>
                  </a:lnTo>
                  <a:lnTo>
                    <a:pt x="4816426" y="967200"/>
                  </a:lnTo>
                  <a:lnTo>
                    <a:pt x="4821417" y="967200"/>
                  </a:lnTo>
                  <a:lnTo>
                    <a:pt x="4821417" y="967200"/>
                  </a:lnTo>
                  <a:lnTo>
                    <a:pt x="4826408" y="967200"/>
                  </a:lnTo>
                  <a:lnTo>
                    <a:pt x="4826408" y="967200"/>
                  </a:lnTo>
                  <a:lnTo>
                    <a:pt x="4831399" y="967200"/>
                  </a:lnTo>
                  <a:lnTo>
                    <a:pt x="4831399" y="967200"/>
                  </a:lnTo>
                  <a:lnTo>
                    <a:pt x="4836390" y="967200"/>
                  </a:lnTo>
                  <a:lnTo>
                    <a:pt x="4836390" y="967200"/>
                  </a:lnTo>
                  <a:lnTo>
                    <a:pt x="4841381" y="967200"/>
                  </a:lnTo>
                  <a:lnTo>
                    <a:pt x="4841381" y="967200"/>
                  </a:lnTo>
                  <a:lnTo>
                    <a:pt x="4846372" y="967200"/>
                  </a:lnTo>
                  <a:lnTo>
                    <a:pt x="4846372" y="967200"/>
                  </a:lnTo>
                  <a:lnTo>
                    <a:pt x="4851363" y="967200"/>
                  </a:lnTo>
                  <a:lnTo>
                    <a:pt x="4851363" y="967200"/>
                  </a:lnTo>
                  <a:lnTo>
                    <a:pt x="4856355" y="967200"/>
                  </a:lnTo>
                  <a:lnTo>
                    <a:pt x="4856355" y="967200"/>
                  </a:lnTo>
                  <a:lnTo>
                    <a:pt x="4861346" y="967200"/>
                  </a:lnTo>
                  <a:lnTo>
                    <a:pt x="4861346" y="967200"/>
                  </a:lnTo>
                  <a:lnTo>
                    <a:pt x="4866337" y="967200"/>
                  </a:lnTo>
                  <a:lnTo>
                    <a:pt x="4866337" y="967200"/>
                  </a:lnTo>
                  <a:lnTo>
                    <a:pt x="4871328" y="967200"/>
                  </a:lnTo>
                  <a:lnTo>
                    <a:pt x="4871328" y="967200"/>
                  </a:lnTo>
                  <a:lnTo>
                    <a:pt x="4876319" y="967200"/>
                  </a:lnTo>
                  <a:lnTo>
                    <a:pt x="4876319" y="967200"/>
                  </a:lnTo>
                  <a:lnTo>
                    <a:pt x="4881310" y="967200"/>
                  </a:lnTo>
                  <a:lnTo>
                    <a:pt x="4881310" y="967200"/>
                  </a:lnTo>
                  <a:lnTo>
                    <a:pt x="4886301" y="967200"/>
                  </a:lnTo>
                  <a:lnTo>
                    <a:pt x="4886301" y="967200"/>
                  </a:lnTo>
                  <a:lnTo>
                    <a:pt x="4891292" y="967200"/>
                  </a:lnTo>
                  <a:lnTo>
                    <a:pt x="4891292" y="967200"/>
                  </a:lnTo>
                  <a:lnTo>
                    <a:pt x="4896283" y="967200"/>
                  </a:lnTo>
                  <a:lnTo>
                    <a:pt x="4896283" y="967200"/>
                  </a:lnTo>
                  <a:lnTo>
                    <a:pt x="4901275" y="967200"/>
                  </a:lnTo>
                  <a:lnTo>
                    <a:pt x="4901275" y="967200"/>
                  </a:lnTo>
                  <a:lnTo>
                    <a:pt x="4906266" y="967200"/>
                  </a:lnTo>
                  <a:lnTo>
                    <a:pt x="4906266" y="967200"/>
                  </a:lnTo>
                  <a:lnTo>
                    <a:pt x="4911257" y="967200"/>
                  </a:lnTo>
                  <a:lnTo>
                    <a:pt x="4911257" y="967200"/>
                  </a:lnTo>
                  <a:lnTo>
                    <a:pt x="4916248" y="967200"/>
                  </a:lnTo>
                  <a:lnTo>
                    <a:pt x="4916248" y="945818"/>
                  </a:lnTo>
                  <a:lnTo>
                    <a:pt x="4921239" y="945818"/>
                  </a:lnTo>
                  <a:lnTo>
                    <a:pt x="4921239" y="945818"/>
                  </a:lnTo>
                  <a:lnTo>
                    <a:pt x="4926230" y="945818"/>
                  </a:lnTo>
                  <a:lnTo>
                    <a:pt x="4926230" y="945818"/>
                  </a:lnTo>
                  <a:lnTo>
                    <a:pt x="4931221" y="945818"/>
                  </a:lnTo>
                  <a:lnTo>
                    <a:pt x="4931221" y="945818"/>
                  </a:lnTo>
                  <a:lnTo>
                    <a:pt x="4936212" y="945818"/>
                  </a:lnTo>
                  <a:lnTo>
                    <a:pt x="4936212" y="945818"/>
                  </a:lnTo>
                  <a:lnTo>
                    <a:pt x="4941203" y="945818"/>
                  </a:lnTo>
                  <a:lnTo>
                    <a:pt x="4941203" y="945818"/>
                  </a:lnTo>
                  <a:lnTo>
                    <a:pt x="4946195" y="945818"/>
                  </a:lnTo>
                  <a:lnTo>
                    <a:pt x="4946195" y="945818"/>
                  </a:lnTo>
                  <a:lnTo>
                    <a:pt x="4951186" y="945818"/>
                  </a:lnTo>
                  <a:lnTo>
                    <a:pt x="4951186" y="945818"/>
                  </a:lnTo>
                  <a:lnTo>
                    <a:pt x="4956177" y="945818"/>
                  </a:lnTo>
                  <a:lnTo>
                    <a:pt x="4956177" y="945818"/>
                  </a:lnTo>
                  <a:lnTo>
                    <a:pt x="4961168" y="945818"/>
                  </a:lnTo>
                  <a:lnTo>
                    <a:pt x="4961168" y="945818"/>
                  </a:lnTo>
                  <a:lnTo>
                    <a:pt x="4966159" y="945818"/>
                  </a:lnTo>
                  <a:lnTo>
                    <a:pt x="4966159" y="945818"/>
                  </a:lnTo>
                  <a:lnTo>
                    <a:pt x="4971150" y="945818"/>
                  </a:lnTo>
                  <a:lnTo>
                    <a:pt x="4971150" y="945818"/>
                  </a:lnTo>
                  <a:lnTo>
                    <a:pt x="4976141" y="945818"/>
                  </a:lnTo>
                  <a:lnTo>
                    <a:pt x="4976141" y="945818"/>
                  </a:lnTo>
                  <a:lnTo>
                    <a:pt x="4981132" y="945818"/>
                  </a:lnTo>
                  <a:lnTo>
                    <a:pt x="4981132" y="945818"/>
                  </a:lnTo>
                  <a:lnTo>
                    <a:pt x="4986124" y="945818"/>
                  </a:lnTo>
                  <a:lnTo>
                    <a:pt x="4986124" y="945818"/>
                  </a:lnTo>
                  <a:lnTo>
                    <a:pt x="4991115" y="945818"/>
                  </a:lnTo>
                  <a:lnTo>
                    <a:pt x="4991115" y="945818"/>
                  </a:lnTo>
                  <a:lnTo>
                    <a:pt x="4996106" y="945818"/>
                  </a:lnTo>
                  <a:lnTo>
                    <a:pt x="4996106" y="945818"/>
                  </a:lnTo>
                  <a:lnTo>
                    <a:pt x="5001097" y="945818"/>
                  </a:lnTo>
                  <a:lnTo>
                    <a:pt x="5001097" y="945818"/>
                  </a:lnTo>
                  <a:lnTo>
                    <a:pt x="5006088" y="945818"/>
                  </a:lnTo>
                  <a:lnTo>
                    <a:pt x="5006088" y="945818"/>
                  </a:lnTo>
                  <a:lnTo>
                    <a:pt x="5011079" y="945818"/>
                  </a:lnTo>
                  <a:lnTo>
                    <a:pt x="5011079" y="945818"/>
                  </a:lnTo>
                  <a:lnTo>
                    <a:pt x="5016070" y="945818"/>
                  </a:lnTo>
                  <a:lnTo>
                    <a:pt x="5016070" y="945818"/>
                  </a:lnTo>
                  <a:lnTo>
                    <a:pt x="5021061" y="945818"/>
                  </a:lnTo>
                  <a:lnTo>
                    <a:pt x="5021061" y="945818"/>
                  </a:lnTo>
                  <a:lnTo>
                    <a:pt x="5026052" y="945818"/>
                  </a:lnTo>
                  <a:lnTo>
                    <a:pt x="5026052" y="923951"/>
                  </a:lnTo>
                  <a:lnTo>
                    <a:pt x="5031044" y="923951"/>
                  </a:lnTo>
                  <a:lnTo>
                    <a:pt x="5031044" y="923951"/>
                  </a:lnTo>
                  <a:lnTo>
                    <a:pt x="5036035" y="923951"/>
                  </a:lnTo>
                  <a:lnTo>
                    <a:pt x="5036035" y="923951"/>
                  </a:lnTo>
                  <a:lnTo>
                    <a:pt x="5041026" y="923951"/>
                  </a:lnTo>
                  <a:lnTo>
                    <a:pt x="5041026" y="923951"/>
                  </a:lnTo>
                  <a:lnTo>
                    <a:pt x="5046017" y="923951"/>
                  </a:lnTo>
                  <a:lnTo>
                    <a:pt x="5046017" y="923951"/>
                  </a:lnTo>
                  <a:lnTo>
                    <a:pt x="5051008" y="923951"/>
                  </a:lnTo>
                  <a:lnTo>
                    <a:pt x="5051008" y="923951"/>
                  </a:lnTo>
                  <a:lnTo>
                    <a:pt x="5055999" y="923951"/>
                  </a:lnTo>
                  <a:lnTo>
                    <a:pt x="5055999" y="923951"/>
                  </a:lnTo>
                  <a:lnTo>
                    <a:pt x="5060990" y="923951"/>
                  </a:lnTo>
                  <a:lnTo>
                    <a:pt x="5060990" y="923951"/>
                  </a:lnTo>
                  <a:lnTo>
                    <a:pt x="5065981" y="923951"/>
                  </a:lnTo>
                  <a:lnTo>
                    <a:pt x="5065981" y="923951"/>
                  </a:lnTo>
                  <a:lnTo>
                    <a:pt x="5070972" y="923951"/>
                  </a:lnTo>
                  <a:lnTo>
                    <a:pt x="5070972" y="923951"/>
                  </a:lnTo>
                  <a:lnTo>
                    <a:pt x="5075964" y="923951"/>
                  </a:lnTo>
                  <a:lnTo>
                    <a:pt x="5075964" y="923951"/>
                  </a:lnTo>
                  <a:lnTo>
                    <a:pt x="5080955" y="923951"/>
                  </a:lnTo>
                  <a:lnTo>
                    <a:pt x="5080955" y="923951"/>
                  </a:lnTo>
                  <a:lnTo>
                    <a:pt x="5085946" y="923951"/>
                  </a:lnTo>
                  <a:lnTo>
                    <a:pt x="5085946" y="923951"/>
                  </a:lnTo>
                  <a:lnTo>
                    <a:pt x="5090937" y="923951"/>
                  </a:lnTo>
                  <a:lnTo>
                    <a:pt x="5090937" y="923951"/>
                  </a:lnTo>
                  <a:lnTo>
                    <a:pt x="5095928" y="923951"/>
                  </a:lnTo>
                  <a:lnTo>
                    <a:pt x="5095928" y="923951"/>
                  </a:lnTo>
                  <a:lnTo>
                    <a:pt x="5100919" y="923951"/>
                  </a:lnTo>
                  <a:lnTo>
                    <a:pt x="5100919" y="923951"/>
                  </a:lnTo>
                  <a:lnTo>
                    <a:pt x="5105910" y="923951"/>
                  </a:lnTo>
                  <a:lnTo>
                    <a:pt x="5105910" y="923951"/>
                  </a:lnTo>
                  <a:lnTo>
                    <a:pt x="5110901" y="923951"/>
                  </a:lnTo>
                  <a:lnTo>
                    <a:pt x="5110901" y="923951"/>
                  </a:lnTo>
                  <a:lnTo>
                    <a:pt x="5115893" y="923951"/>
                  </a:lnTo>
                  <a:lnTo>
                    <a:pt x="5115893" y="923951"/>
                  </a:lnTo>
                  <a:lnTo>
                    <a:pt x="5120884" y="923951"/>
                  </a:lnTo>
                  <a:lnTo>
                    <a:pt x="5120884" y="923951"/>
                  </a:lnTo>
                  <a:lnTo>
                    <a:pt x="5125875" y="923951"/>
                  </a:lnTo>
                  <a:lnTo>
                    <a:pt x="5125875" y="923951"/>
                  </a:lnTo>
                  <a:lnTo>
                    <a:pt x="5130866" y="923951"/>
                  </a:lnTo>
                  <a:lnTo>
                    <a:pt x="5130866" y="923951"/>
                  </a:lnTo>
                  <a:lnTo>
                    <a:pt x="5135857" y="923951"/>
                  </a:lnTo>
                  <a:lnTo>
                    <a:pt x="5135857" y="923951"/>
                  </a:lnTo>
                  <a:lnTo>
                    <a:pt x="5140848" y="923951"/>
                  </a:lnTo>
                  <a:lnTo>
                    <a:pt x="5140848" y="923951"/>
                  </a:lnTo>
                  <a:lnTo>
                    <a:pt x="5145839" y="923951"/>
                  </a:lnTo>
                  <a:lnTo>
                    <a:pt x="5145839" y="923951"/>
                  </a:lnTo>
                  <a:lnTo>
                    <a:pt x="5150830" y="923951"/>
                  </a:lnTo>
                  <a:lnTo>
                    <a:pt x="5150830" y="923951"/>
                  </a:lnTo>
                  <a:lnTo>
                    <a:pt x="5155821" y="923951"/>
                  </a:lnTo>
                  <a:lnTo>
                    <a:pt x="5155821" y="923951"/>
                  </a:lnTo>
                  <a:lnTo>
                    <a:pt x="5160813" y="923951"/>
                  </a:lnTo>
                  <a:lnTo>
                    <a:pt x="5160813" y="923951"/>
                  </a:lnTo>
                  <a:lnTo>
                    <a:pt x="5165804" y="923951"/>
                  </a:lnTo>
                  <a:lnTo>
                    <a:pt x="5165804" y="923951"/>
                  </a:lnTo>
                  <a:lnTo>
                    <a:pt x="5170795" y="923951"/>
                  </a:lnTo>
                  <a:lnTo>
                    <a:pt x="5170795" y="923951"/>
                  </a:lnTo>
                  <a:lnTo>
                    <a:pt x="5175786" y="923951"/>
                  </a:lnTo>
                  <a:lnTo>
                    <a:pt x="5175786" y="923951"/>
                  </a:lnTo>
                  <a:lnTo>
                    <a:pt x="5180777" y="923951"/>
                  </a:lnTo>
                  <a:lnTo>
                    <a:pt x="5180777" y="923951"/>
                  </a:lnTo>
                  <a:lnTo>
                    <a:pt x="5185768" y="923951"/>
                  </a:lnTo>
                  <a:lnTo>
                    <a:pt x="5185768" y="923951"/>
                  </a:lnTo>
                  <a:lnTo>
                    <a:pt x="5190759" y="923951"/>
                  </a:lnTo>
                  <a:lnTo>
                    <a:pt x="5190759" y="923951"/>
                  </a:lnTo>
                  <a:lnTo>
                    <a:pt x="5195750" y="923951"/>
                  </a:lnTo>
                  <a:lnTo>
                    <a:pt x="5195750" y="923951"/>
                  </a:lnTo>
                  <a:lnTo>
                    <a:pt x="5200741" y="923951"/>
                  </a:lnTo>
                  <a:lnTo>
                    <a:pt x="5200741" y="923951"/>
                  </a:lnTo>
                  <a:lnTo>
                    <a:pt x="5205733" y="923951"/>
                  </a:lnTo>
                  <a:lnTo>
                    <a:pt x="5205733" y="923951"/>
                  </a:lnTo>
                  <a:lnTo>
                    <a:pt x="5210724" y="923951"/>
                  </a:lnTo>
                  <a:lnTo>
                    <a:pt x="5210724" y="923951"/>
                  </a:lnTo>
                  <a:lnTo>
                    <a:pt x="5215715" y="923951"/>
                  </a:lnTo>
                  <a:lnTo>
                    <a:pt x="5215715" y="923951"/>
                  </a:lnTo>
                  <a:lnTo>
                    <a:pt x="5220706" y="923951"/>
                  </a:lnTo>
                  <a:lnTo>
                    <a:pt x="5220706" y="923951"/>
                  </a:lnTo>
                  <a:lnTo>
                    <a:pt x="5225697" y="923951"/>
                  </a:lnTo>
                  <a:lnTo>
                    <a:pt x="5225697" y="923951"/>
                  </a:lnTo>
                  <a:lnTo>
                    <a:pt x="5230688" y="923951"/>
                  </a:lnTo>
                  <a:lnTo>
                    <a:pt x="5230688" y="923951"/>
                  </a:lnTo>
                  <a:lnTo>
                    <a:pt x="5235679" y="923951"/>
                  </a:lnTo>
                  <a:lnTo>
                    <a:pt x="5235679" y="923951"/>
                  </a:lnTo>
                  <a:lnTo>
                    <a:pt x="5240670" y="923951"/>
                  </a:lnTo>
                  <a:lnTo>
                    <a:pt x="5240670" y="923951"/>
                  </a:lnTo>
                  <a:lnTo>
                    <a:pt x="5245662" y="923951"/>
                  </a:lnTo>
                  <a:lnTo>
                    <a:pt x="5245662" y="923951"/>
                  </a:lnTo>
                  <a:lnTo>
                    <a:pt x="5250653" y="923951"/>
                  </a:lnTo>
                  <a:lnTo>
                    <a:pt x="5250653" y="923951"/>
                  </a:lnTo>
                  <a:lnTo>
                    <a:pt x="5255644" y="923951"/>
                  </a:lnTo>
                  <a:lnTo>
                    <a:pt x="5255644" y="923951"/>
                  </a:lnTo>
                  <a:lnTo>
                    <a:pt x="5260635" y="923951"/>
                  </a:lnTo>
                  <a:lnTo>
                    <a:pt x="5260635" y="923951"/>
                  </a:lnTo>
                  <a:lnTo>
                    <a:pt x="5265626" y="923951"/>
                  </a:lnTo>
                  <a:lnTo>
                    <a:pt x="5265626" y="923951"/>
                  </a:lnTo>
                  <a:lnTo>
                    <a:pt x="5270617" y="923951"/>
                  </a:lnTo>
                  <a:lnTo>
                    <a:pt x="5270617" y="923951"/>
                  </a:lnTo>
                  <a:lnTo>
                    <a:pt x="5275608" y="923951"/>
                  </a:lnTo>
                  <a:lnTo>
                    <a:pt x="5275608" y="923951"/>
                  </a:lnTo>
                  <a:lnTo>
                    <a:pt x="5280599" y="923951"/>
                  </a:lnTo>
                  <a:lnTo>
                    <a:pt x="5280599" y="923951"/>
                  </a:lnTo>
                  <a:lnTo>
                    <a:pt x="5285590" y="923951"/>
                  </a:lnTo>
                  <a:lnTo>
                    <a:pt x="5285590" y="923951"/>
                  </a:lnTo>
                  <a:lnTo>
                    <a:pt x="5290582" y="923951"/>
                  </a:lnTo>
                  <a:lnTo>
                    <a:pt x="5290582" y="923951"/>
                  </a:lnTo>
                  <a:lnTo>
                    <a:pt x="5295573" y="923951"/>
                  </a:lnTo>
                  <a:lnTo>
                    <a:pt x="5295573" y="923951"/>
                  </a:lnTo>
                  <a:lnTo>
                    <a:pt x="5300564" y="923951"/>
                  </a:lnTo>
                  <a:lnTo>
                    <a:pt x="5300564" y="901132"/>
                  </a:lnTo>
                  <a:lnTo>
                    <a:pt x="5305555" y="901132"/>
                  </a:lnTo>
                  <a:lnTo>
                    <a:pt x="5305555" y="901132"/>
                  </a:lnTo>
                  <a:lnTo>
                    <a:pt x="5310546" y="901132"/>
                  </a:lnTo>
                  <a:lnTo>
                    <a:pt x="5310546" y="878256"/>
                  </a:lnTo>
                  <a:lnTo>
                    <a:pt x="5315537" y="878256"/>
                  </a:lnTo>
                  <a:lnTo>
                    <a:pt x="5315537" y="878256"/>
                  </a:lnTo>
                  <a:lnTo>
                    <a:pt x="5320528" y="878256"/>
                  </a:lnTo>
                  <a:lnTo>
                    <a:pt x="5320528" y="878256"/>
                  </a:lnTo>
                  <a:lnTo>
                    <a:pt x="5325519" y="878256"/>
                  </a:lnTo>
                  <a:lnTo>
                    <a:pt x="5325519" y="878256"/>
                  </a:lnTo>
                  <a:lnTo>
                    <a:pt x="5330510" y="878256"/>
                  </a:lnTo>
                  <a:lnTo>
                    <a:pt x="5330510" y="878256"/>
                  </a:lnTo>
                  <a:lnTo>
                    <a:pt x="5335502" y="878256"/>
                  </a:lnTo>
                  <a:lnTo>
                    <a:pt x="5335502" y="878256"/>
                  </a:lnTo>
                  <a:lnTo>
                    <a:pt x="5340493" y="878256"/>
                  </a:lnTo>
                  <a:lnTo>
                    <a:pt x="5340493" y="878256"/>
                  </a:lnTo>
                  <a:lnTo>
                    <a:pt x="5345484" y="878256"/>
                  </a:lnTo>
                  <a:lnTo>
                    <a:pt x="5345484" y="878256"/>
                  </a:lnTo>
                  <a:lnTo>
                    <a:pt x="5350475" y="878256"/>
                  </a:lnTo>
                  <a:lnTo>
                    <a:pt x="5350475" y="878256"/>
                  </a:lnTo>
                  <a:lnTo>
                    <a:pt x="5355466" y="878256"/>
                  </a:lnTo>
                  <a:lnTo>
                    <a:pt x="5355466" y="878256"/>
                  </a:lnTo>
                  <a:lnTo>
                    <a:pt x="5360457" y="878256"/>
                  </a:lnTo>
                  <a:lnTo>
                    <a:pt x="5360457" y="878256"/>
                  </a:lnTo>
                  <a:lnTo>
                    <a:pt x="5365448" y="878256"/>
                  </a:lnTo>
                  <a:lnTo>
                    <a:pt x="5365448" y="878256"/>
                  </a:lnTo>
                  <a:lnTo>
                    <a:pt x="5370439" y="878256"/>
                  </a:lnTo>
                  <a:lnTo>
                    <a:pt x="5370439" y="878256"/>
                  </a:lnTo>
                  <a:lnTo>
                    <a:pt x="5375431" y="878256"/>
                  </a:lnTo>
                  <a:lnTo>
                    <a:pt x="5375431" y="878256"/>
                  </a:lnTo>
                  <a:lnTo>
                    <a:pt x="5380422" y="878256"/>
                  </a:lnTo>
                  <a:lnTo>
                    <a:pt x="5380422" y="878256"/>
                  </a:lnTo>
                  <a:lnTo>
                    <a:pt x="5385413" y="878256"/>
                  </a:lnTo>
                  <a:lnTo>
                    <a:pt x="5385413" y="878256"/>
                  </a:lnTo>
                  <a:lnTo>
                    <a:pt x="5390404" y="878256"/>
                  </a:lnTo>
                  <a:lnTo>
                    <a:pt x="5390404" y="878256"/>
                  </a:lnTo>
                  <a:lnTo>
                    <a:pt x="5395395" y="878256"/>
                  </a:lnTo>
                  <a:lnTo>
                    <a:pt x="5395395" y="878256"/>
                  </a:lnTo>
                  <a:lnTo>
                    <a:pt x="5400386" y="878256"/>
                  </a:lnTo>
                  <a:lnTo>
                    <a:pt x="5400386" y="878256"/>
                  </a:lnTo>
                  <a:lnTo>
                    <a:pt x="5405377" y="878256"/>
                  </a:lnTo>
                  <a:lnTo>
                    <a:pt x="5405377" y="878256"/>
                  </a:lnTo>
                  <a:lnTo>
                    <a:pt x="5410368" y="878256"/>
                  </a:lnTo>
                  <a:lnTo>
                    <a:pt x="5410368" y="878256"/>
                  </a:lnTo>
                  <a:lnTo>
                    <a:pt x="5415359" y="878256"/>
                  </a:lnTo>
                  <a:lnTo>
                    <a:pt x="5415359" y="878256"/>
                  </a:lnTo>
                  <a:lnTo>
                    <a:pt x="5420351" y="878256"/>
                  </a:lnTo>
                  <a:lnTo>
                    <a:pt x="5420351" y="878256"/>
                  </a:lnTo>
                  <a:lnTo>
                    <a:pt x="5425342" y="878256"/>
                  </a:lnTo>
                  <a:lnTo>
                    <a:pt x="5425342" y="878256"/>
                  </a:lnTo>
                  <a:lnTo>
                    <a:pt x="5430333" y="878256"/>
                  </a:lnTo>
                  <a:lnTo>
                    <a:pt x="5430333" y="878256"/>
                  </a:lnTo>
                  <a:lnTo>
                    <a:pt x="5435324" y="878256"/>
                  </a:lnTo>
                  <a:lnTo>
                    <a:pt x="5435324" y="878256"/>
                  </a:lnTo>
                  <a:lnTo>
                    <a:pt x="5440315" y="878256"/>
                  </a:lnTo>
                  <a:lnTo>
                    <a:pt x="5440315" y="878256"/>
                  </a:lnTo>
                  <a:lnTo>
                    <a:pt x="5445306" y="878256"/>
                  </a:lnTo>
                  <a:lnTo>
                    <a:pt x="5445306" y="854738"/>
                  </a:lnTo>
                  <a:lnTo>
                    <a:pt x="5450297" y="854738"/>
                  </a:lnTo>
                  <a:lnTo>
                    <a:pt x="5450297" y="854738"/>
                  </a:lnTo>
                  <a:lnTo>
                    <a:pt x="5455288" y="854738"/>
                  </a:lnTo>
                  <a:lnTo>
                    <a:pt x="5455288" y="854738"/>
                  </a:lnTo>
                  <a:lnTo>
                    <a:pt x="5460279" y="854738"/>
                  </a:lnTo>
                  <a:lnTo>
                    <a:pt x="5460279" y="854738"/>
                  </a:lnTo>
                  <a:lnTo>
                    <a:pt x="5465271" y="854738"/>
                  </a:lnTo>
                  <a:lnTo>
                    <a:pt x="5465271" y="854738"/>
                  </a:lnTo>
                  <a:lnTo>
                    <a:pt x="5470262" y="854738"/>
                  </a:lnTo>
                  <a:lnTo>
                    <a:pt x="5470262" y="854738"/>
                  </a:lnTo>
                  <a:lnTo>
                    <a:pt x="5475253" y="854738"/>
                  </a:lnTo>
                  <a:lnTo>
                    <a:pt x="5475253" y="854738"/>
                  </a:lnTo>
                  <a:lnTo>
                    <a:pt x="5480244" y="854738"/>
                  </a:lnTo>
                  <a:lnTo>
                    <a:pt x="5480244" y="831097"/>
                  </a:lnTo>
                  <a:lnTo>
                    <a:pt x="5485235" y="831097"/>
                  </a:lnTo>
                  <a:lnTo>
                    <a:pt x="5485235" y="831097"/>
                  </a:lnTo>
                  <a:lnTo>
                    <a:pt x="5490226" y="831097"/>
                  </a:lnTo>
                  <a:lnTo>
                    <a:pt x="5490226" y="831097"/>
                  </a:lnTo>
                  <a:lnTo>
                    <a:pt x="5495217" y="831097"/>
                  </a:lnTo>
                  <a:lnTo>
                    <a:pt x="5495217" y="831097"/>
                  </a:lnTo>
                  <a:lnTo>
                    <a:pt x="5500208" y="831097"/>
                  </a:lnTo>
                  <a:lnTo>
                    <a:pt x="5500208" y="831097"/>
                  </a:lnTo>
                  <a:lnTo>
                    <a:pt x="5505200" y="831097"/>
                  </a:lnTo>
                  <a:lnTo>
                    <a:pt x="5505200" y="807333"/>
                  </a:lnTo>
                  <a:lnTo>
                    <a:pt x="5510191" y="807333"/>
                  </a:lnTo>
                  <a:lnTo>
                    <a:pt x="5510191" y="807333"/>
                  </a:lnTo>
                  <a:lnTo>
                    <a:pt x="5515182" y="807333"/>
                  </a:lnTo>
                  <a:lnTo>
                    <a:pt x="5515182" y="807333"/>
                  </a:lnTo>
                  <a:lnTo>
                    <a:pt x="5520173" y="807333"/>
                  </a:lnTo>
                  <a:lnTo>
                    <a:pt x="5520173" y="807333"/>
                  </a:lnTo>
                  <a:lnTo>
                    <a:pt x="5525164" y="807333"/>
                  </a:lnTo>
                  <a:lnTo>
                    <a:pt x="5525164" y="807333"/>
                  </a:lnTo>
                  <a:lnTo>
                    <a:pt x="5530155" y="807333"/>
                  </a:lnTo>
                  <a:lnTo>
                    <a:pt x="5530155" y="807333"/>
                  </a:lnTo>
                  <a:lnTo>
                    <a:pt x="5535146" y="807333"/>
                  </a:lnTo>
                  <a:lnTo>
                    <a:pt x="5535146" y="807333"/>
                  </a:lnTo>
                  <a:lnTo>
                    <a:pt x="5540137" y="807333"/>
                  </a:lnTo>
                  <a:lnTo>
                    <a:pt x="5540137" y="807333"/>
                  </a:lnTo>
                  <a:lnTo>
                    <a:pt x="5545128" y="807333"/>
                  </a:lnTo>
                  <a:lnTo>
                    <a:pt x="5545128" y="807333"/>
                  </a:lnTo>
                  <a:lnTo>
                    <a:pt x="5550120" y="807333"/>
                  </a:lnTo>
                  <a:lnTo>
                    <a:pt x="5550120" y="807333"/>
                  </a:lnTo>
                  <a:lnTo>
                    <a:pt x="5555111" y="807333"/>
                  </a:lnTo>
                  <a:lnTo>
                    <a:pt x="5555111" y="807333"/>
                  </a:lnTo>
                  <a:lnTo>
                    <a:pt x="5560102" y="807333"/>
                  </a:lnTo>
                  <a:lnTo>
                    <a:pt x="5560102" y="807333"/>
                  </a:lnTo>
                  <a:lnTo>
                    <a:pt x="5565093" y="807333"/>
                  </a:lnTo>
                  <a:lnTo>
                    <a:pt x="5565093" y="807333"/>
                  </a:lnTo>
                  <a:lnTo>
                    <a:pt x="5570084" y="807333"/>
                  </a:lnTo>
                  <a:lnTo>
                    <a:pt x="5570084" y="807333"/>
                  </a:lnTo>
                  <a:lnTo>
                    <a:pt x="5575075" y="807333"/>
                  </a:lnTo>
                  <a:lnTo>
                    <a:pt x="5575075" y="807333"/>
                  </a:lnTo>
                  <a:lnTo>
                    <a:pt x="5580066" y="807333"/>
                  </a:lnTo>
                  <a:lnTo>
                    <a:pt x="5580066" y="807333"/>
                  </a:lnTo>
                  <a:lnTo>
                    <a:pt x="5585057" y="807333"/>
                  </a:lnTo>
                  <a:lnTo>
                    <a:pt x="5585057" y="807333"/>
                  </a:lnTo>
                  <a:lnTo>
                    <a:pt x="5590048" y="807333"/>
                  </a:lnTo>
                  <a:lnTo>
                    <a:pt x="5590048" y="807333"/>
                  </a:lnTo>
                  <a:lnTo>
                    <a:pt x="5595040" y="807333"/>
                  </a:lnTo>
                  <a:lnTo>
                    <a:pt x="5595040" y="807333"/>
                  </a:lnTo>
                  <a:lnTo>
                    <a:pt x="5600031" y="807333"/>
                  </a:lnTo>
                  <a:lnTo>
                    <a:pt x="5600031" y="807333"/>
                  </a:lnTo>
                  <a:lnTo>
                    <a:pt x="5605022" y="807333"/>
                  </a:lnTo>
                  <a:lnTo>
                    <a:pt x="5605022" y="807333"/>
                  </a:lnTo>
                  <a:lnTo>
                    <a:pt x="5610013" y="807333"/>
                  </a:lnTo>
                  <a:lnTo>
                    <a:pt x="5610013" y="807333"/>
                  </a:lnTo>
                  <a:lnTo>
                    <a:pt x="5615004" y="807333"/>
                  </a:lnTo>
                  <a:lnTo>
                    <a:pt x="5615004" y="807333"/>
                  </a:lnTo>
                  <a:lnTo>
                    <a:pt x="5619995" y="807333"/>
                  </a:lnTo>
                  <a:lnTo>
                    <a:pt x="5619995" y="807333"/>
                  </a:lnTo>
                  <a:lnTo>
                    <a:pt x="5624986" y="807333"/>
                  </a:lnTo>
                  <a:lnTo>
                    <a:pt x="5624986" y="807333"/>
                  </a:lnTo>
                  <a:lnTo>
                    <a:pt x="5629977" y="807333"/>
                  </a:lnTo>
                  <a:lnTo>
                    <a:pt x="5629977" y="807333"/>
                  </a:lnTo>
                  <a:lnTo>
                    <a:pt x="5634968" y="807333"/>
                  </a:lnTo>
                  <a:lnTo>
                    <a:pt x="5634968" y="807333"/>
                  </a:lnTo>
                  <a:lnTo>
                    <a:pt x="5639960" y="807333"/>
                  </a:lnTo>
                  <a:lnTo>
                    <a:pt x="5639960" y="807333"/>
                  </a:lnTo>
                  <a:lnTo>
                    <a:pt x="5644951" y="807333"/>
                  </a:lnTo>
                  <a:lnTo>
                    <a:pt x="5644951" y="807333"/>
                  </a:lnTo>
                  <a:lnTo>
                    <a:pt x="5649942" y="807333"/>
                  </a:lnTo>
                  <a:lnTo>
                    <a:pt x="5649942" y="807333"/>
                  </a:lnTo>
                  <a:lnTo>
                    <a:pt x="5654933" y="807333"/>
                  </a:lnTo>
                  <a:lnTo>
                    <a:pt x="5654933" y="807333"/>
                  </a:lnTo>
                  <a:lnTo>
                    <a:pt x="5659924" y="807333"/>
                  </a:lnTo>
                  <a:lnTo>
                    <a:pt x="5659924" y="807333"/>
                  </a:lnTo>
                  <a:lnTo>
                    <a:pt x="5664915" y="807333"/>
                  </a:lnTo>
                  <a:lnTo>
                    <a:pt x="5664915" y="807333"/>
                  </a:lnTo>
                  <a:lnTo>
                    <a:pt x="5669906" y="807333"/>
                  </a:lnTo>
                  <a:lnTo>
                    <a:pt x="5669906" y="807333"/>
                  </a:lnTo>
                  <a:lnTo>
                    <a:pt x="5674897" y="807333"/>
                  </a:lnTo>
                  <a:lnTo>
                    <a:pt x="5674897" y="807333"/>
                  </a:lnTo>
                  <a:lnTo>
                    <a:pt x="5679889" y="807333"/>
                  </a:lnTo>
                  <a:lnTo>
                    <a:pt x="5679889" y="807333"/>
                  </a:lnTo>
                  <a:lnTo>
                    <a:pt x="5684880" y="807333"/>
                  </a:lnTo>
                  <a:lnTo>
                    <a:pt x="5684880" y="807333"/>
                  </a:lnTo>
                  <a:lnTo>
                    <a:pt x="5689871" y="807333"/>
                  </a:lnTo>
                  <a:lnTo>
                    <a:pt x="5689871" y="807333"/>
                  </a:lnTo>
                  <a:lnTo>
                    <a:pt x="5694862" y="807333"/>
                  </a:lnTo>
                  <a:lnTo>
                    <a:pt x="5694862" y="807333"/>
                  </a:lnTo>
                  <a:lnTo>
                    <a:pt x="5699853" y="807333"/>
                  </a:lnTo>
                  <a:lnTo>
                    <a:pt x="5699853" y="807333"/>
                  </a:lnTo>
                  <a:lnTo>
                    <a:pt x="5704844" y="807333"/>
                  </a:lnTo>
                  <a:lnTo>
                    <a:pt x="5704844" y="807333"/>
                  </a:lnTo>
                  <a:lnTo>
                    <a:pt x="5709835" y="807333"/>
                  </a:lnTo>
                  <a:lnTo>
                    <a:pt x="5709835" y="807333"/>
                  </a:lnTo>
                  <a:lnTo>
                    <a:pt x="5714826" y="807333"/>
                  </a:lnTo>
                  <a:lnTo>
                    <a:pt x="5714826" y="807333"/>
                  </a:lnTo>
                  <a:lnTo>
                    <a:pt x="5719817" y="807333"/>
                  </a:lnTo>
                  <a:lnTo>
                    <a:pt x="5719817" y="807333"/>
                  </a:lnTo>
                  <a:lnTo>
                    <a:pt x="5724809" y="807333"/>
                  </a:lnTo>
                  <a:lnTo>
                    <a:pt x="5724809" y="807333"/>
                  </a:lnTo>
                  <a:lnTo>
                    <a:pt x="5729800" y="807333"/>
                  </a:lnTo>
                  <a:lnTo>
                    <a:pt x="5729800" y="807333"/>
                  </a:lnTo>
                  <a:lnTo>
                    <a:pt x="5734791" y="807333"/>
                  </a:lnTo>
                  <a:lnTo>
                    <a:pt x="5734791" y="807333"/>
                  </a:lnTo>
                  <a:lnTo>
                    <a:pt x="5744773" y="807333"/>
                  </a:lnTo>
                  <a:lnTo>
                    <a:pt x="5744773" y="807333"/>
                  </a:lnTo>
                  <a:lnTo>
                    <a:pt x="5749764" y="807333"/>
                  </a:lnTo>
                  <a:lnTo>
                    <a:pt x="5749764" y="807333"/>
                  </a:lnTo>
                  <a:lnTo>
                    <a:pt x="5754755" y="807333"/>
                  </a:lnTo>
                  <a:lnTo>
                    <a:pt x="5754755" y="807333"/>
                  </a:lnTo>
                  <a:lnTo>
                    <a:pt x="5759746" y="807333"/>
                  </a:lnTo>
                  <a:lnTo>
                    <a:pt x="5759746" y="807333"/>
                  </a:lnTo>
                  <a:lnTo>
                    <a:pt x="5764737" y="807333"/>
                  </a:lnTo>
                  <a:lnTo>
                    <a:pt x="5764737" y="807333"/>
                  </a:lnTo>
                  <a:lnTo>
                    <a:pt x="5769729" y="807333"/>
                  </a:lnTo>
                  <a:lnTo>
                    <a:pt x="5769729" y="807333"/>
                  </a:lnTo>
                  <a:lnTo>
                    <a:pt x="5774720" y="807333"/>
                  </a:lnTo>
                  <a:lnTo>
                    <a:pt x="5774720" y="807333"/>
                  </a:lnTo>
                  <a:lnTo>
                    <a:pt x="5779711" y="807333"/>
                  </a:lnTo>
                  <a:lnTo>
                    <a:pt x="5779711" y="807333"/>
                  </a:lnTo>
                  <a:lnTo>
                    <a:pt x="5784702" y="807333"/>
                  </a:lnTo>
                  <a:lnTo>
                    <a:pt x="5784702" y="807333"/>
                  </a:lnTo>
                  <a:lnTo>
                    <a:pt x="5789693" y="807333"/>
                  </a:lnTo>
                  <a:lnTo>
                    <a:pt x="5789693" y="807333"/>
                  </a:lnTo>
                  <a:lnTo>
                    <a:pt x="5794684" y="807333"/>
                  </a:lnTo>
                  <a:lnTo>
                    <a:pt x="5794684" y="807333"/>
                  </a:lnTo>
                  <a:lnTo>
                    <a:pt x="5799675" y="807333"/>
                  </a:lnTo>
                  <a:lnTo>
                    <a:pt x="5799675" y="807333"/>
                  </a:lnTo>
                  <a:lnTo>
                    <a:pt x="5804666" y="807333"/>
                  </a:lnTo>
                  <a:lnTo>
                    <a:pt x="5804666" y="782422"/>
                  </a:lnTo>
                  <a:lnTo>
                    <a:pt x="5809658" y="782422"/>
                  </a:lnTo>
                  <a:lnTo>
                    <a:pt x="5809658" y="782422"/>
                  </a:lnTo>
                  <a:lnTo>
                    <a:pt x="5814649" y="782422"/>
                  </a:lnTo>
                  <a:lnTo>
                    <a:pt x="5814649" y="782422"/>
                  </a:lnTo>
                  <a:lnTo>
                    <a:pt x="5819640" y="782422"/>
                  </a:lnTo>
                  <a:lnTo>
                    <a:pt x="5819640" y="782422"/>
                  </a:lnTo>
                  <a:lnTo>
                    <a:pt x="5829622" y="782422"/>
                  </a:lnTo>
                  <a:lnTo>
                    <a:pt x="5829622" y="782422"/>
                  </a:lnTo>
                  <a:lnTo>
                    <a:pt x="5834613" y="782422"/>
                  </a:lnTo>
                  <a:lnTo>
                    <a:pt x="5834613" y="782422"/>
                  </a:lnTo>
                  <a:lnTo>
                    <a:pt x="5839604" y="782422"/>
                  </a:lnTo>
                  <a:lnTo>
                    <a:pt x="5839604" y="782422"/>
                  </a:lnTo>
                  <a:lnTo>
                    <a:pt x="5844595" y="782422"/>
                  </a:lnTo>
                  <a:lnTo>
                    <a:pt x="5844595" y="782422"/>
                  </a:lnTo>
                  <a:lnTo>
                    <a:pt x="5849586" y="782422"/>
                  </a:lnTo>
                  <a:lnTo>
                    <a:pt x="5849586" y="782422"/>
                  </a:lnTo>
                  <a:lnTo>
                    <a:pt x="5854578" y="782422"/>
                  </a:lnTo>
                  <a:lnTo>
                    <a:pt x="5854578" y="782422"/>
                  </a:lnTo>
                  <a:lnTo>
                    <a:pt x="5859569" y="782422"/>
                  </a:lnTo>
                  <a:lnTo>
                    <a:pt x="5859569" y="782422"/>
                  </a:lnTo>
                  <a:lnTo>
                    <a:pt x="5864560" y="782422"/>
                  </a:lnTo>
                  <a:lnTo>
                    <a:pt x="5864560" y="782422"/>
                  </a:lnTo>
                  <a:lnTo>
                    <a:pt x="5869551" y="782422"/>
                  </a:lnTo>
                  <a:lnTo>
                    <a:pt x="5869551" y="782422"/>
                  </a:lnTo>
                  <a:lnTo>
                    <a:pt x="5874542" y="782422"/>
                  </a:lnTo>
                  <a:lnTo>
                    <a:pt x="5874542" y="782422"/>
                  </a:lnTo>
                  <a:lnTo>
                    <a:pt x="5879533" y="782422"/>
                  </a:lnTo>
                  <a:lnTo>
                    <a:pt x="5879533" y="782422"/>
                  </a:lnTo>
                  <a:lnTo>
                    <a:pt x="5884524" y="782422"/>
                  </a:lnTo>
                  <a:lnTo>
                    <a:pt x="5884524" y="782422"/>
                  </a:lnTo>
                  <a:lnTo>
                    <a:pt x="5889515" y="782422"/>
                  </a:lnTo>
                  <a:lnTo>
                    <a:pt x="5889515" y="782422"/>
                  </a:lnTo>
                  <a:lnTo>
                    <a:pt x="5894506" y="782422"/>
                  </a:lnTo>
                  <a:lnTo>
                    <a:pt x="5894506" y="782422"/>
                  </a:lnTo>
                  <a:lnTo>
                    <a:pt x="5899498" y="782422"/>
                  </a:lnTo>
                  <a:lnTo>
                    <a:pt x="5899498" y="782422"/>
                  </a:lnTo>
                  <a:lnTo>
                    <a:pt x="5904489" y="782422"/>
                  </a:lnTo>
                  <a:lnTo>
                    <a:pt x="5904489" y="782422"/>
                  </a:lnTo>
                  <a:lnTo>
                    <a:pt x="5909480" y="782422"/>
                  </a:lnTo>
                  <a:lnTo>
                    <a:pt x="5909480" y="782422"/>
                  </a:lnTo>
                  <a:lnTo>
                    <a:pt x="5914471" y="782422"/>
                  </a:lnTo>
                  <a:lnTo>
                    <a:pt x="5914471" y="782422"/>
                  </a:lnTo>
                  <a:lnTo>
                    <a:pt x="5919462" y="782422"/>
                  </a:lnTo>
                  <a:lnTo>
                    <a:pt x="5919462" y="782422"/>
                  </a:lnTo>
                  <a:lnTo>
                    <a:pt x="5924453" y="782422"/>
                  </a:lnTo>
                  <a:lnTo>
                    <a:pt x="5924453" y="782422"/>
                  </a:lnTo>
                  <a:lnTo>
                    <a:pt x="5929444" y="782422"/>
                  </a:lnTo>
                  <a:lnTo>
                    <a:pt x="5929444" y="782422"/>
                  </a:lnTo>
                  <a:lnTo>
                    <a:pt x="5934435" y="782422"/>
                  </a:lnTo>
                  <a:lnTo>
                    <a:pt x="5934435" y="782422"/>
                  </a:lnTo>
                  <a:lnTo>
                    <a:pt x="5939427" y="782422"/>
                  </a:lnTo>
                  <a:lnTo>
                    <a:pt x="5939427" y="782422"/>
                  </a:lnTo>
                  <a:lnTo>
                    <a:pt x="5944418" y="782422"/>
                  </a:lnTo>
                  <a:lnTo>
                    <a:pt x="5944418" y="782422"/>
                  </a:lnTo>
                  <a:lnTo>
                    <a:pt x="5949409" y="782422"/>
                  </a:lnTo>
                  <a:lnTo>
                    <a:pt x="5949409" y="782422"/>
                  </a:lnTo>
                  <a:lnTo>
                    <a:pt x="5954400" y="782422"/>
                  </a:lnTo>
                  <a:lnTo>
                    <a:pt x="5954400" y="782422"/>
                  </a:lnTo>
                  <a:lnTo>
                    <a:pt x="5959391" y="782422"/>
                  </a:lnTo>
                  <a:lnTo>
                    <a:pt x="5959391" y="782422"/>
                  </a:lnTo>
                  <a:lnTo>
                    <a:pt x="5964382" y="782422"/>
                  </a:lnTo>
                  <a:lnTo>
                    <a:pt x="5964382" y="782422"/>
                  </a:lnTo>
                  <a:lnTo>
                    <a:pt x="5969373" y="782422"/>
                  </a:lnTo>
                  <a:lnTo>
                    <a:pt x="5969373" y="782422"/>
                  </a:lnTo>
                  <a:lnTo>
                    <a:pt x="5974364" y="782422"/>
                  </a:lnTo>
                  <a:lnTo>
                    <a:pt x="5974364" y="782422"/>
                  </a:lnTo>
                  <a:lnTo>
                    <a:pt x="5979355" y="782422"/>
                  </a:lnTo>
                  <a:lnTo>
                    <a:pt x="5979355" y="782422"/>
                  </a:lnTo>
                  <a:lnTo>
                    <a:pt x="5984347" y="782422"/>
                  </a:lnTo>
                  <a:lnTo>
                    <a:pt x="5984347" y="782422"/>
                  </a:lnTo>
                  <a:lnTo>
                    <a:pt x="5989338" y="782422"/>
                  </a:lnTo>
                  <a:lnTo>
                    <a:pt x="5989338" y="782422"/>
                  </a:lnTo>
                  <a:lnTo>
                    <a:pt x="5999320" y="782422"/>
                  </a:lnTo>
                  <a:lnTo>
                    <a:pt x="5999320" y="782422"/>
                  </a:lnTo>
                  <a:lnTo>
                    <a:pt x="6009302" y="782422"/>
                  </a:lnTo>
                  <a:lnTo>
                    <a:pt x="6009302" y="782422"/>
                  </a:lnTo>
                  <a:lnTo>
                    <a:pt x="6014293" y="782422"/>
                  </a:lnTo>
                  <a:lnTo>
                    <a:pt x="6014293" y="782422"/>
                  </a:lnTo>
                  <a:lnTo>
                    <a:pt x="6019284" y="782422"/>
                  </a:lnTo>
                  <a:lnTo>
                    <a:pt x="6019284" y="782422"/>
                  </a:lnTo>
                  <a:lnTo>
                    <a:pt x="6024275" y="782422"/>
                  </a:lnTo>
                  <a:lnTo>
                    <a:pt x="6024275" y="782422"/>
                  </a:lnTo>
                  <a:lnTo>
                    <a:pt x="6029267" y="782422"/>
                  </a:lnTo>
                  <a:lnTo>
                    <a:pt x="6029267" y="757136"/>
                  </a:lnTo>
                  <a:lnTo>
                    <a:pt x="6034258" y="757136"/>
                  </a:lnTo>
                  <a:lnTo>
                    <a:pt x="6034258" y="757136"/>
                  </a:lnTo>
                  <a:lnTo>
                    <a:pt x="6039249" y="757136"/>
                  </a:lnTo>
                  <a:lnTo>
                    <a:pt x="6039249" y="757136"/>
                  </a:lnTo>
                  <a:lnTo>
                    <a:pt x="6044240" y="757136"/>
                  </a:lnTo>
                  <a:lnTo>
                    <a:pt x="6044240" y="757136"/>
                  </a:lnTo>
                  <a:lnTo>
                    <a:pt x="6049231" y="757136"/>
                  </a:lnTo>
                  <a:lnTo>
                    <a:pt x="6049231" y="757136"/>
                  </a:lnTo>
                  <a:lnTo>
                    <a:pt x="6054222" y="757136"/>
                  </a:lnTo>
                  <a:lnTo>
                    <a:pt x="6054222" y="757136"/>
                  </a:lnTo>
                  <a:lnTo>
                    <a:pt x="6059213" y="757136"/>
                  </a:lnTo>
                  <a:lnTo>
                    <a:pt x="6059213" y="757136"/>
                  </a:lnTo>
                  <a:lnTo>
                    <a:pt x="6064204" y="757136"/>
                  </a:lnTo>
                  <a:lnTo>
                    <a:pt x="6064204" y="757136"/>
                  </a:lnTo>
                  <a:lnTo>
                    <a:pt x="6069196" y="757136"/>
                  </a:lnTo>
                  <a:lnTo>
                    <a:pt x="6069196" y="757136"/>
                  </a:lnTo>
                  <a:lnTo>
                    <a:pt x="6074187" y="757136"/>
                  </a:lnTo>
                  <a:lnTo>
                    <a:pt x="6074187" y="757136"/>
                  </a:lnTo>
                  <a:lnTo>
                    <a:pt x="6079178" y="757136"/>
                  </a:lnTo>
                  <a:lnTo>
                    <a:pt x="6079178" y="757136"/>
                  </a:lnTo>
                  <a:lnTo>
                    <a:pt x="6084169" y="757136"/>
                  </a:lnTo>
                  <a:lnTo>
                    <a:pt x="6084169" y="757136"/>
                  </a:lnTo>
                  <a:lnTo>
                    <a:pt x="6089160" y="757136"/>
                  </a:lnTo>
                  <a:lnTo>
                    <a:pt x="6089160" y="757136"/>
                  </a:lnTo>
                  <a:lnTo>
                    <a:pt x="6094151" y="757136"/>
                  </a:lnTo>
                  <a:lnTo>
                    <a:pt x="6094151" y="757136"/>
                  </a:lnTo>
                  <a:lnTo>
                    <a:pt x="6099142" y="757136"/>
                  </a:lnTo>
                  <a:lnTo>
                    <a:pt x="6099142" y="757136"/>
                  </a:lnTo>
                  <a:lnTo>
                    <a:pt x="6104133" y="757136"/>
                  </a:lnTo>
                  <a:lnTo>
                    <a:pt x="6104133" y="757136"/>
                  </a:lnTo>
                  <a:lnTo>
                    <a:pt x="6109124" y="757136"/>
                  </a:lnTo>
                  <a:lnTo>
                    <a:pt x="6109124" y="757136"/>
                  </a:lnTo>
                  <a:lnTo>
                    <a:pt x="6114116" y="757136"/>
                  </a:lnTo>
                  <a:lnTo>
                    <a:pt x="6114116" y="757136"/>
                  </a:lnTo>
                  <a:lnTo>
                    <a:pt x="6119107" y="757136"/>
                  </a:lnTo>
                  <a:lnTo>
                    <a:pt x="6119107" y="757136"/>
                  </a:lnTo>
                  <a:lnTo>
                    <a:pt x="6124098" y="757136"/>
                  </a:lnTo>
                  <a:lnTo>
                    <a:pt x="6124098" y="757136"/>
                  </a:lnTo>
                  <a:lnTo>
                    <a:pt x="6129089" y="757136"/>
                  </a:lnTo>
                  <a:lnTo>
                    <a:pt x="6129089" y="757136"/>
                  </a:lnTo>
                  <a:lnTo>
                    <a:pt x="6134080" y="757136"/>
                  </a:lnTo>
                  <a:lnTo>
                    <a:pt x="6134080" y="757136"/>
                  </a:lnTo>
                  <a:lnTo>
                    <a:pt x="6139071" y="757136"/>
                  </a:lnTo>
                  <a:lnTo>
                    <a:pt x="6139071" y="757136"/>
                  </a:lnTo>
                  <a:lnTo>
                    <a:pt x="6144062" y="757136"/>
                  </a:lnTo>
                  <a:lnTo>
                    <a:pt x="6144062" y="757136"/>
                  </a:lnTo>
                  <a:lnTo>
                    <a:pt x="6149053" y="757136"/>
                  </a:lnTo>
                  <a:lnTo>
                    <a:pt x="6149053" y="757136"/>
                  </a:lnTo>
                  <a:lnTo>
                    <a:pt x="6154044" y="757136"/>
                  </a:lnTo>
                  <a:lnTo>
                    <a:pt x="6154044" y="757136"/>
                  </a:lnTo>
                  <a:lnTo>
                    <a:pt x="6159036" y="757136"/>
                  </a:lnTo>
                  <a:lnTo>
                    <a:pt x="6159036" y="757136"/>
                  </a:lnTo>
                  <a:lnTo>
                    <a:pt x="6164027" y="757136"/>
                  </a:lnTo>
                  <a:lnTo>
                    <a:pt x="6164027" y="757136"/>
                  </a:lnTo>
                  <a:lnTo>
                    <a:pt x="6169018" y="757136"/>
                  </a:lnTo>
                  <a:lnTo>
                    <a:pt x="6169018" y="757136"/>
                  </a:lnTo>
                  <a:lnTo>
                    <a:pt x="6174009" y="757136"/>
                  </a:lnTo>
                  <a:lnTo>
                    <a:pt x="6174009" y="757136"/>
                  </a:lnTo>
                  <a:lnTo>
                    <a:pt x="6179000" y="757136"/>
                  </a:lnTo>
                  <a:lnTo>
                    <a:pt x="6179000" y="757136"/>
                  </a:lnTo>
                  <a:lnTo>
                    <a:pt x="6183991" y="757136"/>
                  </a:lnTo>
                  <a:lnTo>
                    <a:pt x="6183991" y="757136"/>
                  </a:lnTo>
                  <a:lnTo>
                    <a:pt x="6188982" y="757136"/>
                  </a:lnTo>
                  <a:lnTo>
                    <a:pt x="6188982" y="757136"/>
                  </a:lnTo>
                  <a:lnTo>
                    <a:pt x="6193973" y="757136"/>
                  </a:lnTo>
                  <a:lnTo>
                    <a:pt x="6193973" y="757136"/>
                  </a:lnTo>
                  <a:lnTo>
                    <a:pt x="6198965" y="757136"/>
                  </a:lnTo>
                  <a:lnTo>
                    <a:pt x="6198965" y="757136"/>
                  </a:lnTo>
                  <a:lnTo>
                    <a:pt x="6203956" y="757136"/>
                  </a:lnTo>
                  <a:lnTo>
                    <a:pt x="6203956" y="757136"/>
                  </a:lnTo>
                  <a:lnTo>
                    <a:pt x="6208947" y="757136"/>
                  </a:lnTo>
                  <a:lnTo>
                    <a:pt x="6208947" y="757136"/>
                  </a:lnTo>
                  <a:lnTo>
                    <a:pt x="6213938" y="757136"/>
                  </a:lnTo>
                  <a:lnTo>
                    <a:pt x="6213938" y="757136"/>
                  </a:lnTo>
                  <a:lnTo>
                    <a:pt x="6218929" y="757136"/>
                  </a:lnTo>
                  <a:lnTo>
                    <a:pt x="6218929" y="757136"/>
                  </a:lnTo>
                  <a:lnTo>
                    <a:pt x="6223920" y="757136"/>
                  </a:lnTo>
                  <a:lnTo>
                    <a:pt x="6223920" y="757136"/>
                  </a:lnTo>
                  <a:lnTo>
                    <a:pt x="6228911" y="757136"/>
                  </a:lnTo>
                  <a:lnTo>
                    <a:pt x="6228911" y="757136"/>
                  </a:lnTo>
                  <a:lnTo>
                    <a:pt x="6233902" y="757136"/>
                  </a:lnTo>
                  <a:lnTo>
                    <a:pt x="6233902" y="757136"/>
                  </a:lnTo>
                  <a:lnTo>
                    <a:pt x="6243885" y="757136"/>
                  </a:lnTo>
                  <a:lnTo>
                    <a:pt x="6243885" y="757136"/>
                  </a:lnTo>
                  <a:lnTo>
                    <a:pt x="6248876" y="757136"/>
                  </a:lnTo>
                  <a:lnTo>
                    <a:pt x="6248876" y="757136"/>
                  </a:lnTo>
                  <a:lnTo>
                    <a:pt x="6253867" y="757136"/>
                  </a:lnTo>
                  <a:lnTo>
                    <a:pt x="6253867" y="757136"/>
                  </a:lnTo>
                  <a:lnTo>
                    <a:pt x="6258858" y="757136"/>
                  </a:lnTo>
                  <a:lnTo>
                    <a:pt x="6258858" y="757136"/>
                  </a:lnTo>
                  <a:lnTo>
                    <a:pt x="6263849" y="757136"/>
                  </a:lnTo>
                  <a:lnTo>
                    <a:pt x="6263849" y="757136"/>
                  </a:lnTo>
                  <a:lnTo>
                    <a:pt x="6268840" y="757136"/>
                  </a:lnTo>
                  <a:lnTo>
                    <a:pt x="6268840" y="757136"/>
                  </a:lnTo>
                  <a:lnTo>
                    <a:pt x="6273831" y="757136"/>
                  </a:lnTo>
                  <a:lnTo>
                    <a:pt x="6273831" y="757136"/>
                  </a:lnTo>
                  <a:lnTo>
                    <a:pt x="6278822" y="757136"/>
                  </a:lnTo>
                  <a:lnTo>
                    <a:pt x="6278822" y="757136"/>
                  </a:lnTo>
                  <a:lnTo>
                    <a:pt x="6283813" y="757136"/>
                  </a:lnTo>
                  <a:lnTo>
                    <a:pt x="6283813" y="730444"/>
                  </a:lnTo>
                  <a:lnTo>
                    <a:pt x="6288805" y="730444"/>
                  </a:lnTo>
                  <a:lnTo>
                    <a:pt x="6288805" y="730444"/>
                  </a:lnTo>
                  <a:lnTo>
                    <a:pt x="6293796" y="730444"/>
                  </a:lnTo>
                  <a:lnTo>
                    <a:pt x="6293796" y="730444"/>
                  </a:lnTo>
                  <a:lnTo>
                    <a:pt x="6298787" y="730444"/>
                  </a:lnTo>
                  <a:lnTo>
                    <a:pt x="6298787" y="730444"/>
                  </a:lnTo>
                  <a:lnTo>
                    <a:pt x="6303778" y="730444"/>
                  </a:lnTo>
                  <a:lnTo>
                    <a:pt x="6303778" y="730444"/>
                  </a:lnTo>
                  <a:lnTo>
                    <a:pt x="6308769" y="730444"/>
                  </a:lnTo>
                  <a:lnTo>
                    <a:pt x="6308769" y="730444"/>
                  </a:lnTo>
                  <a:lnTo>
                    <a:pt x="6313760" y="730444"/>
                  </a:lnTo>
                  <a:lnTo>
                    <a:pt x="6313760" y="730444"/>
                  </a:lnTo>
                  <a:lnTo>
                    <a:pt x="6318751" y="730444"/>
                  </a:lnTo>
                  <a:lnTo>
                    <a:pt x="6318751" y="730444"/>
                  </a:lnTo>
                  <a:lnTo>
                    <a:pt x="6323742" y="730444"/>
                  </a:lnTo>
                  <a:lnTo>
                    <a:pt x="6323742" y="730444"/>
                  </a:lnTo>
                  <a:lnTo>
                    <a:pt x="6328734" y="730444"/>
                  </a:lnTo>
                  <a:lnTo>
                    <a:pt x="6328734" y="730444"/>
                  </a:lnTo>
                  <a:lnTo>
                    <a:pt x="6333725" y="730444"/>
                  </a:lnTo>
                  <a:lnTo>
                    <a:pt x="6333725" y="730444"/>
                  </a:lnTo>
                  <a:lnTo>
                    <a:pt x="6338716" y="730444"/>
                  </a:lnTo>
                  <a:lnTo>
                    <a:pt x="6338716" y="730444"/>
                  </a:lnTo>
                  <a:lnTo>
                    <a:pt x="6343707" y="730444"/>
                  </a:lnTo>
                  <a:lnTo>
                    <a:pt x="6343707" y="730444"/>
                  </a:lnTo>
                  <a:lnTo>
                    <a:pt x="6348698" y="730444"/>
                  </a:lnTo>
                  <a:lnTo>
                    <a:pt x="6348698" y="730444"/>
                  </a:lnTo>
                  <a:lnTo>
                    <a:pt x="6353689" y="730444"/>
                  </a:lnTo>
                  <a:lnTo>
                    <a:pt x="6353689" y="730444"/>
                  </a:lnTo>
                  <a:lnTo>
                    <a:pt x="6358680" y="730444"/>
                  </a:lnTo>
                  <a:lnTo>
                    <a:pt x="6358680" y="730444"/>
                  </a:lnTo>
                  <a:lnTo>
                    <a:pt x="6363671" y="730444"/>
                  </a:lnTo>
                  <a:lnTo>
                    <a:pt x="6363671" y="730444"/>
                  </a:lnTo>
                  <a:lnTo>
                    <a:pt x="6368662" y="730444"/>
                  </a:lnTo>
                  <a:lnTo>
                    <a:pt x="6368662" y="730444"/>
                  </a:lnTo>
                  <a:lnTo>
                    <a:pt x="6373654" y="730444"/>
                  </a:lnTo>
                  <a:lnTo>
                    <a:pt x="6373654" y="730444"/>
                  </a:lnTo>
                  <a:lnTo>
                    <a:pt x="6378645" y="730444"/>
                  </a:lnTo>
                  <a:lnTo>
                    <a:pt x="6378645" y="730444"/>
                  </a:lnTo>
                  <a:lnTo>
                    <a:pt x="6383636" y="730444"/>
                  </a:lnTo>
                  <a:lnTo>
                    <a:pt x="6383636" y="730444"/>
                  </a:lnTo>
                  <a:lnTo>
                    <a:pt x="6388627" y="730444"/>
                  </a:lnTo>
                  <a:lnTo>
                    <a:pt x="6388627" y="730444"/>
                  </a:lnTo>
                  <a:lnTo>
                    <a:pt x="6393618" y="730444"/>
                  </a:lnTo>
                  <a:lnTo>
                    <a:pt x="6393618" y="730444"/>
                  </a:lnTo>
                  <a:lnTo>
                    <a:pt x="6398609" y="730444"/>
                  </a:lnTo>
                  <a:lnTo>
                    <a:pt x="6398609" y="730444"/>
                  </a:lnTo>
                  <a:lnTo>
                    <a:pt x="6403600" y="730444"/>
                  </a:lnTo>
                  <a:lnTo>
                    <a:pt x="6403600" y="730444"/>
                  </a:lnTo>
                  <a:lnTo>
                    <a:pt x="6408591" y="730444"/>
                  </a:lnTo>
                  <a:lnTo>
                    <a:pt x="6408591" y="730444"/>
                  </a:lnTo>
                  <a:lnTo>
                    <a:pt x="6413582" y="730444"/>
                  </a:lnTo>
                  <a:lnTo>
                    <a:pt x="6413582" y="730444"/>
                  </a:lnTo>
                  <a:lnTo>
                    <a:pt x="6418574" y="730444"/>
                  </a:lnTo>
                  <a:lnTo>
                    <a:pt x="6418574" y="730444"/>
                  </a:lnTo>
                  <a:lnTo>
                    <a:pt x="6423565" y="730444"/>
                  </a:lnTo>
                  <a:lnTo>
                    <a:pt x="6423565" y="730444"/>
                  </a:lnTo>
                  <a:lnTo>
                    <a:pt x="6428556" y="730444"/>
                  </a:lnTo>
                  <a:lnTo>
                    <a:pt x="6428556" y="730444"/>
                  </a:lnTo>
                  <a:lnTo>
                    <a:pt x="6433547" y="730444"/>
                  </a:lnTo>
                  <a:lnTo>
                    <a:pt x="6433547" y="730444"/>
                  </a:lnTo>
                  <a:lnTo>
                    <a:pt x="6438538" y="730444"/>
                  </a:lnTo>
                  <a:lnTo>
                    <a:pt x="6438538" y="730444"/>
                  </a:lnTo>
                  <a:lnTo>
                    <a:pt x="6443529" y="730444"/>
                  </a:lnTo>
                  <a:lnTo>
                    <a:pt x="6443529" y="730444"/>
                  </a:lnTo>
                  <a:lnTo>
                    <a:pt x="6448520" y="730444"/>
                  </a:lnTo>
                  <a:lnTo>
                    <a:pt x="6448520" y="730444"/>
                  </a:lnTo>
                  <a:lnTo>
                    <a:pt x="6453511" y="730444"/>
                  </a:lnTo>
                  <a:lnTo>
                    <a:pt x="6453511" y="703209"/>
                  </a:lnTo>
                  <a:lnTo>
                    <a:pt x="6458502" y="703209"/>
                  </a:lnTo>
                  <a:lnTo>
                    <a:pt x="6458502" y="703209"/>
                  </a:lnTo>
                  <a:lnTo>
                    <a:pt x="6463494" y="703209"/>
                  </a:lnTo>
                  <a:lnTo>
                    <a:pt x="6463494" y="703209"/>
                  </a:lnTo>
                  <a:lnTo>
                    <a:pt x="6468485" y="703209"/>
                  </a:lnTo>
                  <a:lnTo>
                    <a:pt x="6468485" y="703209"/>
                  </a:lnTo>
                  <a:lnTo>
                    <a:pt x="6473476" y="703209"/>
                  </a:lnTo>
                  <a:lnTo>
                    <a:pt x="6473476" y="703209"/>
                  </a:lnTo>
                  <a:lnTo>
                    <a:pt x="6478467" y="703209"/>
                  </a:lnTo>
                  <a:lnTo>
                    <a:pt x="6478467" y="703209"/>
                  </a:lnTo>
                  <a:lnTo>
                    <a:pt x="6483458" y="703209"/>
                  </a:lnTo>
                  <a:lnTo>
                    <a:pt x="6483458" y="703209"/>
                  </a:lnTo>
                  <a:lnTo>
                    <a:pt x="6493440" y="703209"/>
                  </a:lnTo>
                  <a:lnTo>
                    <a:pt x="6493440" y="703209"/>
                  </a:lnTo>
                  <a:lnTo>
                    <a:pt x="6498431" y="703209"/>
                  </a:lnTo>
                  <a:lnTo>
                    <a:pt x="6498431" y="703209"/>
                  </a:lnTo>
                  <a:lnTo>
                    <a:pt x="6503423" y="703209"/>
                  </a:lnTo>
                  <a:lnTo>
                    <a:pt x="6503423" y="703209"/>
                  </a:lnTo>
                  <a:lnTo>
                    <a:pt x="6508414" y="703209"/>
                  </a:lnTo>
                  <a:lnTo>
                    <a:pt x="6508414" y="703209"/>
                  </a:lnTo>
                  <a:lnTo>
                    <a:pt x="6513405" y="703209"/>
                  </a:lnTo>
                  <a:lnTo>
                    <a:pt x="6513405" y="703209"/>
                  </a:lnTo>
                  <a:lnTo>
                    <a:pt x="6518396" y="703209"/>
                  </a:lnTo>
                  <a:lnTo>
                    <a:pt x="6518396" y="703209"/>
                  </a:lnTo>
                  <a:lnTo>
                    <a:pt x="6523387" y="703209"/>
                  </a:lnTo>
                  <a:lnTo>
                    <a:pt x="6523387" y="703209"/>
                  </a:lnTo>
                  <a:lnTo>
                    <a:pt x="6528378" y="703209"/>
                  </a:lnTo>
                  <a:lnTo>
                    <a:pt x="6528378" y="703209"/>
                  </a:lnTo>
                  <a:lnTo>
                    <a:pt x="6533369" y="703209"/>
                  </a:lnTo>
                  <a:lnTo>
                    <a:pt x="6533369" y="703209"/>
                  </a:lnTo>
                  <a:lnTo>
                    <a:pt x="6538360" y="703209"/>
                  </a:lnTo>
                  <a:lnTo>
                    <a:pt x="6538360" y="703209"/>
                  </a:lnTo>
                  <a:lnTo>
                    <a:pt x="6543351" y="703209"/>
                  </a:lnTo>
                  <a:lnTo>
                    <a:pt x="6543351" y="703209"/>
                  </a:lnTo>
                  <a:lnTo>
                    <a:pt x="6548343" y="703209"/>
                  </a:lnTo>
                  <a:lnTo>
                    <a:pt x="6548343" y="703209"/>
                  </a:lnTo>
                  <a:lnTo>
                    <a:pt x="6553334" y="703209"/>
                  </a:lnTo>
                  <a:lnTo>
                    <a:pt x="6553334" y="703209"/>
                  </a:lnTo>
                  <a:lnTo>
                    <a:pt x="6558325" y="703209"/>
                  </a:lnTo>
                  <a:lnTo>
                    <a:pt x="6558325" y="675784"/>
                  </a:lnTo>
                  <a:lnTo>
                    <a:pt x="6563316" y="675784"/>
                  </a:lnTo>
                  <a:lnTo>
                    <a:pt x="6563316" y="675784"/>
                  </a:lnTo>
                  <a:lnTo>
                    <a:pt x="6568307" y="675784"/>
                  </a:lnTo>
                  <a:lnTo>
                    <a:pt x="6568307" y="675784"/>
                  </a:lnTo>
                  <a:lnTo>
                    <a:pt x="6573298" y="675784"/>
                  </a:lnTo>
                  <a:lnTo>
                    <a:pt x="6573298" y="675784"/>
                  </a:lnTo>
                  <a:lnTo>
                    <a:pt x="6578289" y="675784"/>
                  </a:lnTo>
                  <a:lnTo>
                    <a:pt x="6578289" y="675784"/>
                  </a:lnTo>
                  <a:lnTo>
                    <a:pt x="6583280" y="675784"/>
                  </a:lnTo>
                  <a:lnTo>
                    <a:pt x="6583280" y="675784"/>
                  </a:lnTo>
                  <a:lnTo>
                    <a:pt x="6588271" y="675784"/>
                  </a:lnTo>
                  <a:lnTo>
                    <a:pt x="6588271" y="675784"/>
                  </a:lnTo>
                  <a:lnTo>
                    <a:pt x="6593263" y="675784"/>
                  </a:lnTo>
                  <a:lnTo>
                    <a:pt x="6593263" y="675784"/>
                  </a:lnTo>
                  <a:lnTo>
                    <a:pt x="6598254" y="675784"/>
                  </a:lnTo>
                  <a:lnTo>
                    <a:pt x="6598254" y="675784"/>
                  </a:lnTo>
                  <a:lnTo>
                    <a:pt x="6603245" y="675784"/>
                  </a:lnTo>
                  <a:lnTo>
                    <a:pt x="6603245" y="675784"/>
                  </a:lnTo>
                  <a:lnTo>
                    <a:pt x="6608236" y="675784"/>
                  </a:lnTo>
                  <a:lnTo>
                    <a:pt x="6608236" y="675784"/>
                  </a:lnTo>
                  <a:lnTo>
                    <a:pt x="6613227" y="675784"/>
                  </a:lnTo>
                  <a:lnTo>
                    <a:pt x="6613227" y="675784"/>
                  </a:lnTo>
                  <a:lnTo>
                    <a:pt x="6618218" y="675784"/>
                  </a:lnTo>
                  <a:lnTo>
                    <a:pt x="6618218" y="675784"/>
                  </a:lnTo>
                  <a:lnTo>
                    <a:pt x="6623209" y="675784"/>
                  </a:lnTo>
                  <a:lnTo>
                    <a:pt x="6623209" y="675784"/>
                  </a:lnTo>
                  <a:lnTo>
                    <a:pt x="6628200" y="675784"/>
                  </a:lnTo>
                  <a:lnTo>
                    <a:pt x="6628200" y="675784"/>
                  </a:lnTo>
                  <a:lnTo>
                    <a:pt x="6638183" y="675784"/>
                  </a:lnTo>
                  <a:lnTo>
                    <a:pt x="6638183" y="675784"/>
                  </a:lnTo>
                  <a:lnTo>
                    <a:pt x="6643174" y="675784"/>
                  </a:lnTo>
                  <a:lnTo>
                    <a:pt x="6643174" y="675784"/>
                  </a:lnTo>
                  <a:lnTo>
                    <a:pt x="6648165" y="675784"/>
                  </a:lnTo>
                  <a:lnTo>
                    <a:pt x="6648165" y="675784"/>
                  </a:lnTo>
                  <a:lnTo>
                    <a:pt x="6653156" y="675784"/>
                  </a:lnTo>
                  <a:lnTo>
                    <a:pt x="6653156" y="675784"/>
                  </a:lnTo>
                  <a:lnTo>
                    <a:pt x="6658147" y="675784"/>
                  </a:lnTo>
                  <a:lnTo>
                    <a:pt x="6658147" y="675784"/>
                  </a:lnTo>
                  <a:lnTo>
                    <a:pt x="6663138" y="675784"/>
                  </a:lnTo>
                  <a:lnTo>
                    <a:pt x="6663138" y="675784"/>
                  </a:lnTo>
                  <a:lnTo>
                    <a:pt x="6668129" y="675784"/>
                  </a:lnTo>
                  <a:lnTo>
                    <a:pt x="6668129" y="675784"/>
                  </a:lnTo>
                  <a:lnTo>
                    <a:pt x="6673120" y="675784"/>
                  </a:lnTo>
                  <a:lnTo>
                    <a:pt x="6673120" y="675784"/>
                  </a:lnTo>
                  <a:lnTo>
                    <a:pt x="6678112" y="675784"/>
                  </a:lnTo>
                  <a:lnTo>
                    <a:pt x="6678112" y="675784"/>
                  </a:lnTo>
                  <a:lnTo>
                    <a:pt x="6683103" y="675784"/>
                  </a:lnTo>
                  <a:lnTo>
                    <a:pt x="6683103" y="675784"/>
                  </a:lnTo>
                  <a:lnTo>
                    <a:pt x="6688094" y="675784"/>
                  </a:lnTo>
                  <a:lnTo>
                    <a:pt x="6688094" y="675784"/>
                  </a:lnTo>
                  <a:lnTo>
                    <a:pt x="6693085" y="675784"/>
                  </a:lnTo>
                  <a:lnTo>
                    <a:pt x="6693085" y="675784"/>
                  </a:lnTo>
                  <a:lnTo>
                    <a:pt x="6698076" y="675784"/>
                  </a:lnTo>
                  <a:lnTo>
                    <a:pt x="6698076" y="675784"/>
                  </a:lnTo>
                  <a:lnTo>
                    <a:pt x="6703067" y="675784"/>
                  </a:lnTo>
                  <a:lnTo>
                    <a:pt x="6703067" y="675784"/>
                  </a:lnTo>
                  <a:lnTo>
                    <a:pt x="6708058" y="675784"/>
                  </a:lnTo>
                  <a:lnTo>
                    <a:pt x="6708058" y="675784"/>
                  </a:lnTo>
                  <a:lnTo>
                    <a:pt x="6713049" y="675784"/>
                  </a:lnTo>
                  <a:lnTo>
                    <a:pt x="6713049" y="675784"/>
                  </a:lnTo>
                  <a:lnTo>
                    <a:pt x="6718040" y="675784"/>
                  </a:lnTo>
                  <a:lnTo>
                    <a:pt x="6718040" y="675784"/>
                  </a:lnTo>
                  <a:lnTo>
                    <a:pt x="6723032" y="675784"/>
                  </a:lnTo>
                  <a:lnTo>
                    <a:pt x="6723032" y="675784"/>
                  </a:lnTo>
                  <a:lnTo>
                    <a:pt x="6728023" y="675784"/>
                  </a:lnTo>
                  <a:lnTo>
                    <a:pt x="6728023" y="675784"/>
                  </a:lnTo>
                  <a:lnTo>
                    <a:pt x="6733014" y="675784"/>
                  </a:lnTo>
                  <a:lnTo>
                    <a:pt x="6733014" y="675784"/>
                  </a:lnTo>
                  <a:lnTo>
                    <a:pt x="6738005" y="675784"/>
                  </a:lnTo>
                  <a:lnTo>
                    <a:pt x="6738005" y="675784"/>
                  </a:lnTo>
                  <a:lnTo>
                    <a:pt x="6742996" y="675784"/>
                  </a:lnTo>
                  <a:lnTo>
                    <a:pt x="6742996" y="675784"/>
                  </a:lnTo>
                  <a:lnTo>
                    <a:pt x="6747987" y="675784"/>
                  </a:lnTo>
                  <a:lnTo>
                    <a:pt x="6747987" y="675784"/>
                  </a:lnTo>
                  <a:lnTo>
                    <a:pt x="6752978" y="675784"/>
                  </a:lnTo>
                  <a:lnTo>
                    <a:pt x="6752978" y="675784"/>
                  </a:lnTo>
                  <a:lnTo>
                    <a:pt x="6757969" y="675784"/>
                  </a:lnTo>
                  <a:lnTo>
                    <a:pt x="6757969" y="675784"/>
                  </a:lnTo>
                  <a:lnTo>
                    <a:pt x="6762961" y="675784"/>
                  </a:lnTo>
                  <a:lnTo>
                    <a:pt x="6762961" y="675784"/>
                  </a:lnTo>
                  <a:lnTo>
                    <a:pt x="6767952" y="675784"/>
                  </a:lnTo>
                  <a:lnTo>
                    <a:pt x="6767952" y="675784"/>
                  </a:lnTo>
                  <a:lnTo>
                    <a:pt x="6772943" y="675784"/>
                  </a:lnTo>
                  <a:lnTo>
                    <a:pt x="6772943" y="675784"/>
                  </a:lnTo>
                  <a:lnTo>
                    <a:pt x="6777934" y="675784"/>
                  </a:lnTo>
                  <a:lnTo>
                    <a:pt x="6777934" y="675784"/>
                  </a:lnTo>
                  <a:lnTo>
                    <a:pt x="6782925" y="675784"/>
                  </a:lnTo>
                  <a:lnTo>
                    <a:pt x="6782925" y="675784"/>
                  </a:lnTo>
                  <a:lnTo>
                    <a:pt x="6787916" y="675784"/>
                  </a:lnTo>
                  <a:lnTo>
                    <a:pt x="6787916" y="675784"/>
                  </a:lnTo>
                  <a:lnTo>
                    <a:pt x="6792907" y="675784"/>
                  </a:lnTo>
                  <a:lnTo>
                    <a:pt x="6792907" y="675784"/>
                  </a:lnTo>
                  <a:lnTo>
                    <a:pt x="6797898" y="675784"/>
                  </a:lnTo>
                  <a:lnTo>
                    <a:pt x="6797898" y="675784"/>
                  </a:lnTo>
                  <a:lnTo>
                    <a:pt x="6802889" y="675784"/>
                  </a:lnTo>
                  <a:lnTo>
                    <a:pt x="6802889" y="675784"/>
                  </a:lnTo>
                  <a:lnTo>
                    <a:pt x="6807881" y="675784"/>
                  </a:lnTo>
                  <a:lnTo>
                    <a:pt x="6807881" y="675784"/>
                  </a:lnTo>
                  <a:lnTo>
                    <a:pt x="6812872" y="675784"/>
                  </a:lnTo>
                  <a:lnTo>
                    <a:pt x="6812872" y="675784"/>
                  </a:lnTo>
                  <a:lnTo>
                    <a:pt x="6817863" y="675784"/>
                  </a:lnTo>
                  <a:lnTo>
                    <a:pt x="6817863" y="675784"/>
                  </a:lnTo>
                  <a:lnTo>
                    <a:pt x="6822854" y="675784"/>
                  </a:lnTo>
                  <a:lnTo>
                    <a:pt x="6822854" y="675784"/>
                  </a:lnTo>
                  <a:lnTo>
                    <a:pt x="6827845" y="675784"/>
                  </a:lnTo>
                  <a:lnTo>
                    <a:pt x="6827845" y="675784"/>
                  </a:lnTo>
                  <a:lnTo>
                    <a:pt x="6832836" y="675784"/>
                  </a:lnTo>
                  <a:lnTo>
                    <a:pt x="6832836" y="675784"/>
                  </a:lnTo>
                  <a:lnTo>
                    <a:pt x="6837827" y="675784"/>
                  </a:lnTo>
                  <a:lnTo>
                    <a:pt x="6837827" y="675784"/>
                  </a:lnTo>
                  <a:lnTo>
                    <a:pt x="6842818" y="675784"/>
                  </a:lnTo>
                  <a:lnTo>
                    <a:pt x="6842818" y="675784"/>
                  </a:lnTo>
                  <a:lnTo>
                    <a:pt x="6847809" y="675784"/>
                  </a:lnTo>
                  <a:lnTo>
                    <a:pt x="6847809" y="675784"/>
                  </a:lnTo>
                  <a:lnTo>
                    <a:pt x="6852801" y="675784"/>
                  </a:lnTo>
                  <a:lnTo>
                    <a:pt x="6852801" y="675784"/>
                  </a:lnTo>
                  <a:lnTo>
                    <a:pt x="6857792" y="675784"/>
                  </a:lnTo>
                  <a:lnTo>
                    <a:pt x="6857792" y="675784"/>
                  </a:lnTo>
                  <a:lnTo>
                    <a:pt x="6862783" y="675784"/>
                  </a:lnTo>
                  <a:lnTo>
                    <a:pt x="6862783" y="675784"/>
                  </a:lnTo>
                  <a:lnTo>
                    <a:pt x="6867774" y="675784"/>
                  </a:lnTo>
                  <a:lnTo>
                    <a:pt x="6867774" y="675784"/>
                  </a:lnTo>
                  <a:lnTo>
                    <a:pt x="6877756" y="675784"/>
                  </a:lnTo>
                  <a:lnTo>
                    <a:pt x="6877756" y="675784"/>
                  </a:lnTo>
                  <a:lnTo>
                    <a:pt x="6882747" y="675784"/>
                  </a:lnTo>
                  <a:lnTo>
                    <a:pt x="6882747" y="675784"/>
                  </a:lnTo>
                  <a:lnTo>
                    <a:pt x="6887738" y="675784"/>
                  </a:lnTo>
                  <a:lnTo>
                    <a:pt x="6887738" y="675784"/>
                  </a:lnTo>
                  <a:lnTo>
                    <a:pt x="6892730" y="675784"/>
                  </a:lnTo>
                  <a:lnTo>
                    <a:pt x="6892730" y="675784"/>
                  </a:lnTo>
                  <a:lnTo>
                    <a:pt x="6897721" y="675784"/>
                  </a:lnTo>
                  <a:lnTo>
                    <a:pt x="6897721" y="675784"/>
                  </a:lnTo>
                  <a:lnTo>
                    <a:pt x="6902712" y="675784"/>
                  </a:lnTo>
                  <a:lnTo>
                    <a:pt x="6902712" y="675784"/>
                  </a:lnTo>
                  <a:lnTo>
                    <a:pt x="6907703" y="675784"/>
                  </a:lnTo>
                  <a:lnTo>
                    <a:pt x="6907703" y="675784"/>
                  </a:lnTo>
                  <a:lnTo>
                    <a:pt x="6912694" y="675784"/>
                  </a:lnTo>
                  <a:lnTo>
                    <a:pt x="6912694" y="675784"/>
                  </a:lnTo>
                  <a:lnTo>
                    <a:pt x="6917685" y="675784"/>
                  </a:lnTo>
                  <a:lnTo>
                    <a:pt x="6917685" y="675784"/>
                  </a:lnTo>
                  <a:lnTo>
                    <a:pt x="6927667" y="675784"/>
                  </a:lnTo>
                  <a:lnTo>
                    <a:pt x="6927667" y="675784"/>
                  </a:lnTo>
                  <a:lnTo>
                    <a:pt x="6932658" y="675784"/>
                  </a:lnTo>
                  <a:lnTo>
                    <a:pt x="6932658" y="675784"/>
                  </a:lnTo>
                  <a:lnTo>
                    <a:pt x="6937650" y="675784"/>
                  </a:lnTo>
                  <a:lnTo>
                    <a:pt x="6937650" y="675784"/>
                  </a:lnTo>
                  <a:lnTo>
                    <a:pt x="6947632" y="675784"/>
                  </a:lnTo>
                  <a:lnTo>
                    <a:pt x="6947632" y="675784"/>
                  </a:lnTo>
                  <a:lnTo>
                    <a:pt x="6952623" y="675784"/>
                  </a:lnTo>
                  <a:lnTo>
                    <a:pt x="6952623" y="675784"/>
                  </a:lnTo>
                  <a:lnTo>
                    <a:pt x="6957614" y="675784"/>
                  </a:lnTo>
                  <a:lnTo>
                    <a:pt x="6957614" y="646274"/>
                  </a:lnTo>
                  <a:lnTo>
                    <a:pt x="6967596" y="646274"/>
                  </a:lnTo>
                  <a:lnTo>
                    <a:pt x="6967596" y="646274"/>
                  </a:lnTo>
                  <a:lnTo>
                    <a:pt x="6972587" y="646274"/>
                  </a:lnTo>
                  <a:lnTo>
                    <a:pt x="6972587" y="646274"/>
                  </a:lnTo>
                  <a:lnTo>
                    <a:pt x="6977578" y="646274"/>
                  </a:lnTo>
                  <a:lnTo>
                    <a:pt x="6977578" y="646274"/>
                  </a:lnTo>
                  <a:lnTo>
                    <a:pt x="6982570" y="646274"/>
                  </a:lnTo>
                  <a:lnTo>
                    <a:pt x="6982570" y="646274"/>
                  </a:lnTo>
                  <a:lnTo>
                    <a:pt x="6987561" y="646274"/>
                  </a:lnTo>
                  <a:lnTo>
                    <a:pt x="6987561" y="646274"/>
                  </a:lnTo>
                  <a:lnTo>
                    <a:pt x="6992552" y="646274"/>
                  </a:lnTo>
                  <a:lnTo>
                    <a:pt x="6992552" y="646274"/>
                  </a:lnTo>
                  <a:lnTo>
                    <a:pt x="6997543" y="646274"/>
                  </a:lnTo>
                  <a:lnTo>
                    <a:pt x="6997543" y="616649"/>
                  </a:lnTo>
                  <a:lnTo>
                    <a:pt x="7002534" y="616649"/>
                  </a:lnTo>
                  <a:lnTo>
                    <a:pt x="7002534" y="616649"/>
                  </a:lnTo>
                  <a:lnTo>
                    <a:pt x="7007525" y="616649"/>
                  </a:lnTo>
                  <a:lnTo>
                    <a:pt x="7007525" y="616649"/>
                  </a:lnTo>
                  <a:lnTo>
                    <a:pt x="7012516" y="616649"/>
                  </a:lnTo>
                  <a:lnTo>
                    <a:pt x="7012516" y="616649"/>
                  </a:lnTo>
                  <a:lnTo>
                    <a:pt x="7017507" y="616649"/>
                  </a:lnTo>
                  <a:lnTo>
                    <a:pt x="7017507" y="616649"/>
                  </a:lnTo>
                  <a:lnTo>
                    <a:pt x="7022499" y="616649"/>
                  </a:lnTo>
                  <a:lnTo>
                    <a:pt x="7022499" y="616649"/>
                  </a:lnTo>
                  <a:lnTo>
                    <a:pt x="7027490" y="616649"/>
                  </a:lnTo>
                  <a:lnTo>
                    <a:pt x="7027490" y="616649"/>
                  </a:lnTo>
                  <a:lnTo>
                    <a:pt x="7032481" y="616649"/>
                  </a:lnTo>
                  <a:lnTo>
                    <a:pt x="7032481" y="616649"/>
                  </a:lnTo>
                  <a:lnTo>
                    <a:pt x="7037472" y="616649"/>
                  </a:lnTo>
                  <a:lnTo>
                    <a:pt x="7037472" y="616649"/>
                  </a:lnTo>
                  <a:lnTo>
                    <a:pt x="7042463" y="616649"/>
                  </a:lnTo>
                  <a:lnTo>
                    <a:pt x="7042463" y="616649"/>
                  </a:lnTo>
                  <a:lnTo>
                    <a:pt x="7047454" y="616649"/>
                  </a:lnTo>
                  <a:lnTo>
                    <a:pt x="7047454" y="616649"/>
                  </a:lnTo>
                  <a:lnTo>
                    <a:pt x="7052445" y="616649"/>
                  </a:lnTo>
                  <a:lnTo>
                    <a:pt x="7052445" y="616649"/>
                  </a:lnTo>
                  <a:lnTo>
                    <a:pt x="7057436" y="616649"/>
                  </a:lnTo>
                  <a:lnTo>
                    <a:pt x="7057436" y="616649"/>
                  </a:lnTo>
                  <a:lnTo>
                    <a:pt x="7062427" y="616649"/>
                  </a:lnTo>
                  <a:lnTo>
                    <a:pt x="7062427" y="616649"/>
                  </a:lnTo>
                  <a:lnTo>
                    <a:pt x="7067419" y="616649"/>
                  </a:lnTo>
                  <a:lnTo>
                    <a:pt x="7067419" y="616649"/>
                  </a:lnTo>
                  <a:lnTo>
                    <a:pt x="7072410" y="616649"/>
                  </a:lnTo>
                  <a:lnTo>
                    <a:pt x="7072410" y="616649"/>
                  </a:lnTo>
                  <a:lnTo>
                    <a:pt x="7077401" y="616649"/>
                  </a:lnTo>
                  <a:lnTo>
                    <a:pt x="7077401" y="616649"/>
                  </a:lnTo>
                  <a:lnTo>
                    <a:pt x="7082392" y="616649"/>
                  </a:lnTo>
                  <a:lnTo>
                    <a:pt x="7082392" y="586429"/>
                  </a:lnTo>
                  <a:lnTo>
                    <a:pt x="7087383" y="586429"/>
                  </a:lnTo>
                  <a:lnTo>
                    <a:pt x="7087383" y="586429"/>
                  </a:lnTo>
                  <a:lnTo>
                    <a:pt x="7092374" y="586429"/>
                  </a:lnTo>
                  <a:lnTo>
                    <a:pt x="7092374" y="586429"/>
                  </a:lnTo>
                  <a:lnTo>
                    <a:pt x="7097365" y="586429"/>
                  </a:lnTo>
                  <a:lnTo>
                    <a:pt x="7097365" y="586429"/>
                  </a:lnTo>
                  <a:lnTo>
                    <a:pt x="7102356" y="586429"/>
                  </a:lnTo>
                  <a:lnTo>
                    <a:pt x="7102356" y="586429"/>
                  </a:lnTo>
                  <a:lnTo>
                    <a:pt x="7107347" y="586429"/>
                  </a:lnTo>
                  <a:lnTo>
                    <a:pt x="7107347" y="586429"/>
                  </a:lnTo>
                  <a:lnTo>
                    <a:pt x="7112339" y="586429"/>
                  </a:lnTo>
                  <a:lnTo>
                    <a:pt x="7112339" y="586429"/>
                  </a:lnTo>
                  <a:lnTo>
                    <a:pt x="7117330" y="586429"/>
                  </a:lnTo>
                  <a:lnTo>
                    <a:pt x="7117330" y="586429"/>
                  </a:lnTo>
                  <a:lnTo>
                    <a:pt x="7122321" y="586429"/>
                  </a:lnTo>
                  <a:lnTo>
                    <a:pt x="7122321" y="586429"/>
                  </a:lnTo>
                  <a:lnTo>
                    <a:pt x="7137294" y="586429"/>
                  </a:lnTo>
                  <a:lnTo>
                    <a:pt x="7137294" y="586429"/>
                  </a:lnTo>
                  <a:lnTo>
                    <a:pt x="7142285" y="586429"/>
                  </a:lnTo>
                  <a:lnTo>
                    <a:pt x="7142285" y="586429"/>
                  </a:lnTo>
                  <a:lnTo>
                    <a:pt x="7147276" y="586429"/>
                  </a:lnTo>
                  <a:lnTo>
                    <a:pt x="7147276" y="586429"/>
                  </a:lnTo>
                  <a:lnTo>
                    <a:pt x="7152267" y="586429"/>
                  </a:lnTo>
                  <a:lnTo>
                    <a:pt x="7152267" y="586429"/>
                  </a:lnTo>
                  <a:lnTo>
                    <a:pt x="7157259" y="586429"/>
                  </a:lnTo>
                  <a:lnTo>
                    <a:pt x="7157259" y="586429"/>
                  </a:lnTo>
                  <a:lnTo>
                    <a:pt x="7162250" y="586429"/>
                  </a:lnTo>
                  <a:lnTo>
                    <a:pt x="7162250" y="586429"/>
                  </a:lnTo>
                  <a:lnTo>
                    <a:pt x="7167241" y="586429"/>
                  </a:lnTo>
                  <a:lnTo>
                    <a:pt x="7167241" y="555587"/>
                  </a:lnTo>
                  <a:lnTo>
                    <a:pt x="7172232" y="555587"/>
                  </a:lnTo>
                  <a:lnTo>
                    <a:pt x="7172232" y="555587"/>
                  </a:lnTo>
                  <a:lnTo>
                    <a:pt x="7177223" y="555587"/>
                  </a:lnTo>
                  <a:lnTo>
                    <a:pt x="7177223" y="555587"/>
                  </a:lnTo>
                  <a:lnTo>
                    <a:pt x="7187205" y="555587"/>
                  </a:lnTo>
                  <a:lnTo>
                    <a:pt x="7187205" y="555587"/>
                  </a:lnTo>
                  <a:lnTo>
                    <a:pt x="7192196" y="555587"/>
                  </a:lnTo>
                  <a:lnTo>
                    <a:pt x="7192196" y="555587"/>
                  </a:lnTo>
                  <a:lnTo>
                    <a:pt x="7197188" y="555587"/>
                  </a:lnTo>
                  <a:lnTo>
                    <a:pt x="7197188" y="555587"/>
                  </a:lnTo>
                  <a:lnTo>
                    <a:pt x="7202179" y="555587"/>
                  </a:lnTo>
                  <a:lnTo>
                    <a:pt x="7202179" y="555587"/>
                  </a:lnTo>
                  <a:lnTo>
                    <a:pt x="7207170" y="555587"/>
                  </a:lnTo>
                  <a:lnTo>
                    <a:pt x="7207170" y="555587"/>
                  </a:lnTo>
                  <a:lnTo>
                    <a:pt x="7212161" y="555587"/>
                  </a:lnTo>
                  <a:lnTo>
                    <a:pt x="7212161" y="555587"/>
                  </a:lnTo>
                  <a:lnTo>
                    <a:pt x="7217152" y="555587"/>
                  </a:lnTo>
                  <a:lnTo>
                    <a:pt x="7217152" y="555587"/>
                  </a:lnTo>
                  <a:lnTo>
                    <a:pt x="7222143" y="555587"/>
                  </a:lnTo>
                  <a:lnTo>
                    <a:pt x="7222143" y="524488"/>
                  </a:lnTo>
                  <a:lnTo>
                    <a:pt x="7227134" y="524488"/>
                  </a:lnTo>
                  <a:lnTo>
                    <a:pt x="7227134" y="524488"/>
                  </a:lnTo>
                  <a:lnTo>
                    <a:pt x="7232125" y="524488"/>
                  </a:lnTo>
                  <a:lnTo>
                    <a:pt x="7232125" y="524488"/>
                  </a:lnTo>
                  <a:lnTo>
                    <a:pt x="7237116" y="524488"/>
                  </a:lnTo>
                  <a:lnTo>
                    <a:pt x="7237116" y="524488"/>
                  </a:lnTo>
                  <a:lnTo>
                    <a:pt x="7242108" y="524488"/>
                  </a:lnTo>
                  <a:lnTo>
                    <a:pt x="7242108" y="524488"/>
                  </a:lnTo>
                  <a:lnTo>
                    <a:pt x="7247099" y="524488"/>
                  </a:lnTo>
                  <a:lnTo>
                    <a:pt x="7247099" y="524488"/>
                  </a:lnTo>
                  <a:lnTo>
                    <a:pt x="7252090" y="524488"/>
                  </a:lnTo>
                  <a:lnTo>
                    <a:pt x="7252090" y="524488"/>
                  </a:lnTo>
                  <a:lnTo>
                    <a:pt x="7257081" y="524488"/>
                  </a:lnTo>
                  <a:lnTo>
                    <a:pt x="7257081" y="524488"/>
                  </a:lnTo>
                  <a:lnTo>
                    <a:pt x="7262072" y="524488"/>
                  </a:lnTo>
                  <a:lnTo>
                    <a:pt x="7262072" y="524488"/>
                  </a:lnTo>
                  <a:lnTo>
                    <a:pt x="7267063" y="524488"/>
                  </a:lnTo>
                  <a:lnTo>
                    <a:pt x="7267063" y="524488"/>
                  </a:lnTo>
                  <a:lnTo>
                    <a:pt x="7272054" y="524488"/>
                  </a:lnTo>
                  <a:lnTo>
                    <a:pt x="7272054" y="524488"/>
                  </a:lnTo>
                  <a:lnTo>
                    <a:pt x="7277045" y="524488"/>
                  </a:lnTo>
                  <a:lnTo>
                    <a:pt x="7277045" y="524488"/>
                  </a:lnTo>
                  <a:lnTo>
                    <a:pt x="7282036" y="524488"/>
                  </a:lnTo>
                  <a:lnTo>
                    <a:pt x="7282036" y="524488"/>
                  </a:lnTo>
                  <a:lnTo>
                    <a:pt x="7287028" y="524488"/>
                  </a:lnTo>
                  <a:lnTo>
                    <a:pt x="7287028" y="524488"/>
                  </a:lnTo>
                  <a:lnTo>
                    <a:pt x="7292019" y="524488"/>
                  </a:lnTo>
                  <a:lnTo>
                    <a:pt x="7292019" y="524488"/>
                  </a:lnTo>
                  <a:lnTo>
                    <a:pt x="7302001" y="524488"/>
                  </a:lnTo>
                  <a:lnTo>
                    <a:pt x="7302001" y="524488"/>
                  </a:lnTo>
                  <a:lnTo>
                    <a:pt x="7306992" y="524488"/>
                  </a:lnTo>
                  <a:lnTo>
                    <a:pt x="7306992" y="524488"/>
                  </a:lnTo>
                  <a:lnTo>
                    <a:pt x="7311983" y="524488"/>
                  </a:lnTo>
                  <a:lnTo>
                    <a:pt x="7311983" y="524488"/>
                  </a:lnTo>
                  <a:lnTo>
                    <a:pt x="7316974" y="524488"/>
                  </a:lnTo>
                  <a:lnTo>
                    <a:pt x="7316974" y="524488"/>
                  </a:lnTo>
                  <a:lnTo>
                    <a:pt x="7326957" y="524488"/>
                  </a:lnTo>
                  <a:lnTo>
                    <a:pt x="7326957" y="524488"/>
                  </a:lnTo>
                  <a:lnTo>
                    <a:pt x="7331948" y="524488"/>
                  </a:lnTo>
                  <a:lnTo>
                    <a:pt x="7331948" y="524488"/>
                  </a:lnTo>
                  <a:lnTo>
                    <a:pt x="7336939" y="524488"/>
                  </a:lnTo>
                  <a:lnTo>
                    <a:pt x="7336939" y="524488"/>
                  </a:lnTo>
                  <a:lnTo>
                    <a:pt x="7341930" y="524488"/>
                  </a:lnTo>
                  <a:lnTo>
                    <a:pt x="7341930" y="524488"/>
                  </a:lnTo>
                  <a:lnTo>
                    <a:pt x="7346921" y="524488"/>
                  </a:lnTo>
                  <a:lnTo>
                    <a:pt x="7346921" y="524488"/>
                  </a:lnTo>
                  <a:lnTo>
                    <a:pt x="7351912" y="524488"/>
                  </a:lnTo>
                  <a:lnTo>
                    <a:pt x="7351912" y="524488"/>
                  </a:lnTo>
                  <a:lnTo>
                    <a:pt x="7361894" y="524488"/>
                  </a:lnTo>
                  <a:lnTo>
                    <a:pt x="7361894" y="524488"/>
                  </a:lnTo>
                  <a:lnTo>
                    <a:pt x="7366885" y="524488"/>
                  </a:lnTo>
                  <a:lnTo>
                    <a:pt x="7366885" y="524488"/>
                  </a:lnTo>
                  <a:lnTo>
                    <a:pt x="7371877" y="524488"/>
                  </a:lnTo>
                  <a:lnTo>
                    <a:pt x="7371877" y="524488"/>
                  </a:lnTo>
                  <a:lnTo>
                    <a:pt x="7376868" y="524488"/>
                  </a:lnTo>
                  <a:lnTo>
                    <a:pt x="7376868" y="524488"/>
                  </a:lnTo>
                  <a:lnTo>
                    <a:pt x="7381859" y="524488"/>
                  </a:lnTo>
                  <a:lnTo>
                    <a:pt x="7381859" y="524488"/>
                  </a:lnTo>
                  <a:lnTo>
                    <a:pt x="7386850" y="524488"/>
                  </a:lnTo>
                  <a:lnTo>
                    <a:pt x="7386850" y="524488"/>
                  </a:lnTo>
                  <a:lnTo>
                    <a:pt x="7391841" y="524488"/>
                  </a:lnTo>
                  <a:lnTo>
                    <a:pt x="7391841" y="524488"/>
                  </a:lnTo>
                  <a:lnTo>
                    <a:pt x="7396832" y="524488"/>
                  </a:lnTo>
                  <a:lnTo>
                    <a:pt x="7396832" y="524488"/>
                  </a:lnTo>
                  <a:lnTo>
                    <a:pt x="7401823" y="524488"/>
                  </a:lnTo>
                  <a:lnTo>
                    <a:pt x="7401823" y="524488"/>
                  </a:lnTo>
                  <a:lnTo>
                    <a:pt x="7406814" y="524488"/>
                  </a:lnTo>
                  <a:lnTo>
                    <a:pt x="7406814" y="524488"/>
                  </a:lnTo>
                  <a:lnTo>
                    <a:pt x="7411805" y="524488"/>
                  </a:lnTo>
                  <a:lnTo>
                    <a:pt x="7411805" y="524488"/>
                  </a:lnTo>
                  <a:lnTo>
                    <a:pt x="7416797" y="524488"/>
                  </a:lnTo>
                  <a:lnTo>
                    <a:pt x="7416797" y="524488"/>
                  </a:lnTo>
                  <a:lnTo>
                    <a:pt x="7421788" y="524488"/>
                  </a:lnTo>
                  <a:lnTo>
                    <a:pt x="7421788" y="524488"/>
                  </a:lnTo>
                  <a:lnTo>
                    <a:pt x="7436761" y="524488"/>
                  </a:lnTo>
                  <a:lnTo>
                    <a:pt x="7436761" y="524488"/>
                  </a:lnTo>
                  <a:lnTo>
                    <a:pt x="7441752" y="524488"/>
                  </a:lnTo>
                  <a:lnTo>
                    <a:pt x="7441752" y="524488"/>
                  </a:lnTo>
                  <a:lnTo>
                    <a:pt x="7451734" y="524488"/>
                  </a:lnTo>
                  <a:lnTo>
                    <a:pt x="7451734" y="524488"/>
                  </a:lnTo>
                  <a:lnTo>
                    <a:pt x="7456726" y="524488"/>
                  </a:lnTo>
                  <a:lnTo>
                    <a:pt x="7456726" y="524488"/>
                  </a:lnTo>
                  <a:lnTo>
                    <a:pt x="7461717" y="524488"/>
                  </a:lnTo>
                  <a:lnTo>
                    <a:pt x="7461717" y="524488"/>
                  </a:lnTo>
                  <a:lnTo>
                    <a:pt x="7466708" y="524488"/>
                  </a:lnTo>
                  <a:lnTo>
                    <a:pt x="7466708" y="524488"/>
                  </a:lnTo>
                  <a:lnTo>
                    <a:pt x="7471699" y="524488"/>
                  </a:lnTo>
                  <a:lnTo>
                    <a:pt x="7471699" y="524488"/>
                  </a:lnTo>
                  <a:lnTo>
                    <a:pt x="7476690" y="524488"/>
                  </a:lnTo>
                  <a:lnTo>
                    <a:pt x="7476690" y="524488"/>
                  </a:lnTo>
                  <a:lnTo>
                    <a:pt x="7481681" y="524488"/>
                  </a:lnTo>
                  <a:lnTo>
                    <a:pt x="7481681" y="524488"/>
                  </a:lnTo>
                  <a:lnTo>
                    <a:pt x="7486672" y="524488"/>
                  </a:lnTo>
                  <a:lnTo>
                    <a:pt x="7486672" y="524488"/>
                  </a:lnTo>
                  <a:lnTo>
                    <a:pt x="7491663" y="524488"/>
                  </a:lnTo>
                  <a:lnTo>
                    <a:pt x="7491663" y="524488"/>
                  </a:lnTo>
                  <a:lnTo>
                    <a:pt x="7496654" y="524488"/>
                  </a:lnTo>
                  <a:lnTo>
                    <a:pt x="7496654" y="524488"/>
                  </a:lnTo>
                  <a:lnTo>
                    <a:pt x="7501646" y="524488"/>
                  </a:lnTo>
                  <a:lnTo>
                    <a:pt x="7501646" y="524488"/>
                  </a:lnTo>
                  <a:lnTo>
                    <a:pt x="7506637" y="524488"/>
                  </a:lnTo>
                  <a:lnTo>
                    <a:pt x="7506637" y="524488"/>
                  </a:lnTo>
                  <a:lnTo>
                    <a:pt x="7511628" y="524488"/>
                  </a:lnTo>
                  <a:lnTo>
                    <a:pt x="7511628" y="524488"/>
                  </a:lnTo>
                  <a:lnTo>
                    <a:pt x="7516619" y="524488"/>
                  </a:lnTo>
                  <a:lnTo>
                    <a:pt x="7516619" y="524488"/>
                  </a:lnTo>
                  <a:lnTo>
                    <a:pt x="7521610" y="524488"/>
                  </a:lnTo>
                  <a:lnTo>
                    <a:pt x="7521610" y="524488"/>
                  </a:lnTo>
                  <a:lnTo>
                    <a:pt x="7526601" y="524488"/>
                  </a:lnTo>
                  <a:lnTo>
                    <a:pt x="7526601" y="524488"/>
                  </a:lnTo>
                  <a:lnTo>
                    <a:pt x="7531592" y="524488"/>
                  </a:lnTo>
                  <a:lnTo>
                    <a:pt x="7531592" y="524488"/>
                  </a:lnTo>
                  <a:lnTo>
                    <a:pt x="7536583" y="524488"/>
                  </a:lnTo>
                  <a:lnTo>
                    <a:pt x="7536583" y="524488"/>
                  </a:lnTo>
                  <a:lnTo>
                    <a:pt x="7541574" y="524488"/>
                  </a:lnTo>
                  <a:lnTo>
                    <a:pt x="7541574" y="524488"/>
                  </a:lnTo>
                  <a:lnTo>
                    <a:pt x="7546566" y="524488"/>
                  </a:lnTo>
                  <a:lnTo>
                    <a:pt x="7546566" y="524488"/>
                  </a:lnTo>
                  <a:lnTo>
                    <a:pt x="7551557" y="524488"/>
                  </a:lnTo>
                  <a:lnTo>
                    <a:pt x="7551557" y="524488"/>
                  </a:lnTo>
                  <a:lnTo>
                    <a:pt x="7556548" y="524488"/>
                  </a:lnTo>
                  <a:lnTo>
                    <a:pt x="7556548" y="524488"/>
                  </a:lnTo>
                  <a:lnTo>
                    <a:pt x="7561539" y="524488"/>
                  </a:lnTo>
                  <a:lnTo>
                    <a:pt x="7561539" y="524488"/>
                  </a:lnTo>
                  <a:lnTo>
                    <a:pt x="7566530" y="524488"/>
                  </a:lnTo>
                  <a:lnTo>
                    <a:pt x="7566530" y="491860"/>
                  </a:lnTo>
                  <a:lnTo>
                    <a:pt x="7576512" y="491860"/>
                  </a:lnTo>
                  <a:lnTo>
                    <a:pt x="7576512" y="491860"/>
                  </a:lnTo>
                  <a:lnTo>
                    <a:pt x="7581503" y="491860"/>
                  </a:lnTo>
                  <a:lnTo>
                    <a:pt x="7581503" y="491860"/>
                  </a:lnTo>
                  <a:lnTo>
                    <a:pt x="7586495" y="491860"/>
                  </a:lnTo>
                  <a:lnTo>
                    <a:pt x="7586495" y="491860"/>
                  </a:lnTo>
                  <a:lnTo>
                    <a:pt x="7591486" y="491860"/>
                  </a:lnTo>
                  <a:lnTo>
                    <a:pt x="7591486" y="491860"/>
                  </a:lnTo>
                  <a:lnTo>
                    <a:pt x="7596477" y="491860"/>
                  </a:lnTo>
                  <a:lnTo>
                    <a:pt x="7596477" y="491860"/>
                  </a:lnTo>
                  <a:lnTo>
                    <a:pt x="7601468" y="491860"/>
                  </a:lnTo>
                  <a:lnTo>
                    <a:pt x="7601468" y="491860"/>
                  </a:lnTo>
                  <a:lnTo>
                    <a:pt x="7606459" y="491860"/>
                  </a:lnTo>
                  <a:lnTo>
                    <a:pt x="7606459" y="491860"/>
                  </a:lnTo>
                  <a:lnTo>
                    <a:pt x="7611450" y="491860"/>
                  </a:lnTo>
                  <a:lnTo>
                    <a:pt x="7611450" y="491860"/>
                  </a:lnTo>
                  <a:lnTo>
                    <a:pt x="7616441" y="491860"/>
                  </a:lnTo>
                  <a:lnTo>
                    <a:pt x="7616441" y="491860"/>
                  </a:lnTo>
                  <a:lnTo>
                    <a:pt x="7621432" y="491860"/>
                  </a:lnTo>
                  <a:lnTo>
                    <a:pt x="7621432" y="491860"/>
                  </a:lnTo>
                  <a:lnTo>
                    <a:pt x="7626423" y="491860"/>
                  </a:lnTo>
                  <a:lnTo>
                    <a:pt x="7626423" y="491860"/>
                  </a:lnTo>
                  <a:lnTo>
                    <a:pt x="7631415" y="491860"/>
                  </a:lnTo>
                  <a:lnTo>
                    <a:pt x="7631415" y="491860"/>
                  </a:lnTo>
                  <a:lnTo>
                    <a:pt x="7636406" y="491860"/>
                  </a:lnTo>
                  <a:lnTo>
                    <a:pt x="7636406" y="491860"/>
                  </a:lnTo>
                  <a:lnTo>
                    <a:pt x="7641397" y="491860"/>
                  </a:lnTo>
                  <a:lnTo>
                    <a:pt x="7641397" y="491860"/>
                  </a:lnTo>
                  <a:lnTo>
                    <a:pt x="7646388" y="491860"/>
                  </a:lnTo>
                  <a:lnTo>
                    <a:pt x="7646388" y="491860"/>
                  </a:lnTo>
                  <a:lnTo>
                    <a:pt x="7651379" y="491860"/>
                  </a:lnTo>
                  <a:lnTo>
                    <a:pt x="7651379" y="491860"/>
                  </a:lnTo>
                  <a:lnTo>
                    <a:pt x="7661361" y="491860"/>
                  </a:lnTo>
                  <a:lnTo>
                    <a:pt x="7661361" y="491860"/>
                  </a:lnTo>
                  <a:lnTo>
                    <a:pt x="7666352" y="491860"/>
                  </a:lnTo>
                  <a:lnTo>
                    <a:pt x="7666352" y="491860"/>
                  </a:lnTo>
                  <a:lnTo>
                    <a:pt x="7671343" y="491860"/>
                  </a:lnTo>
                  <a:lnTo>
                    <a:pt x="7671343" y="491860"/>
                  </a:lnTo>
                  <a:lnTo>
                    <a:pt x="7676335" y="491860"/>
                  </a:lnTo>
                  <a:lnTo>
                    <a:pt x="7676335" y="491860"/>
                  </a:lnTo>
                  <a:lnTo>
                    <a:pt x="7681326" y="491860"/>
                  </a:lnTo>
                  <a:lnTo>
                    <a:pt x="7681326" y="491860"/>
                  </a:lnTo>
                  <a:lnTo>
                    <a:pt x="7686317" y="491860"/>
                  </a:lnTo>
                  <a:lnTo>
                    <a:pt x="7686317" y="491860"/>
                  </a:lnTo>
                  <a:lnTo>
                    <a:pt x="7691308" y="491860"/>
                  </a:lnTo>
                  <a:lnTo>
                    <a:pt x="7691308" y="491860"/>
                  </a:lnTo>
                  <a:lnTo>
                    <a:pt x="7696299" y="491860"/>
                  </a:lnTo>
                  <a:lnTo>
                    <a:pt x="7696299" y="491860"/>
                  </a:lnTo>
                  <a:lnTo>
                    <a:pt x="7701290" y="491860"/>
                  </a:lnTo>
                  <a:lnTo>
                    <a:pt x="7701290" y="491860"/>
                  </a:lnTo>
                  <a:lnTo>
                    <a:pt x="7706281" y="491860"/>
                  </a:lnTo>
                  <a:lnTo>
                    <a:pt x="7706281" y="491860"/>
                  </a:lnTo>
                  <a:lnTo>
                    <a:pt x="7711272" y="491860"/>
                  </a:lnTo>
                  <a:lnTo>
                    <a:pt x="7711272" y="491860"/>
                  </a:lnTo>
                  <a:lnTo>
                    <a:pt x="7716264" y="491860"/>
                  </a:lnTo>
                  <a:lnTo>
                    <a:pt x="7716264" y="491860"/>
                  </a:lnTo>
                  <a:lnTo>
                    <a:pt x="7721255" y="491860"/>
                  </a:lnTo>
                  <a:lnTo>
                    <a:pt x="7721255" y="491860"/>
                  </a:lnTo>
                  <a:lnTo>
                    <a:pt x="7726246" y="491860"/>
                  </a:lnTo>
                  <a:lnTo>
                    <a:pt x="7726246" y="491860"/>
                  </a:lnTo>
                  <a:lnTo>
                    <a:pt x="7736228" y="491860"/>
                  </a:lnTo>
                  <a:lnTo>
                    <a:pt x="7736228" y="491860"/>
                  </a:lnTo>
                  <a:lnTo>
                    <a:pt x="7741219" y="491860"/>
                  </a:lnTo>
                  <a:lnTo>
                    <a:pt x="7741219" y="491860"/>
                  </a:lnTo>
                  <a:lnTo>
                    <a:pt x="7746210" y="491860"/>
                  </a:lnTo>
                  <a:lnTo>
                    <a:pt x="7746210" y="491860"/>
                  </a:lnTo>
                  <a:lnTo>
                    <a:pt x="7751201" y="491860"/>
                  </a:lnTo>
                  <a:lnTo>
                    <a:pt x="7751201" y="491860"/>
                  </a:lnTo>
                  <a:lnTo>
                    <a:pt x="7756192" y="491860"/>
                  </a:lnTo>
                  <a:lnTo>
                    <a:pt x="7756192" y="457814"/>
                  </a:lnTo>
                  <a:lnTo>
                    <a:pt x="7761184" y="457814"/>
                  </a:lnTo>
                  <a:lnTo>
                    <a:pt x="7761184" y="457814"/>
                  </a:lnTo>
                  <a:lnTo>
                    <a:pt x="7766175" y="457814"/>
                  </a:lnTo>
                  <a:lnTo>
                    <a:pt x="7766175" y="457814"/>
                  </a:lnTo>
                  <a:lnTo>
                    <a:pt x="7776157" y="457814"/>
                  </a:lnTo>
                  <a:lnTo>
                    <a:pt x="7776157" y="457814"/>
                  </a:lnTo>
                  <a:lnTo>
                    <a:pt x="7781148" y="457814"/>
                  </a:lnTo>
                  <a:lnTo>
                    <a:pt x="7781148" y="457814"/>
                  </a:lnTo>
                  <a:lnTo>
                    <a:pt x="7786139" y="457814"/>
                  </a:lnTo>
                  <a:lnTo>
                    <a:pt x="7786139" y="457814"/>
                  </a:lnTo>
                  <a:lnTo>
                    <a:pt x="7791130" y="457814"/>
                  </a:lnTo>
                  <a:lnTo>
                    <a:pt x="7791130" y="457814"/>
                  </a:lnTo>
                  <a:lnTo>
                    <a:pt x="7796121" y="457814"/>
                  </a:lnTo>
                  <a:lnTo>
                    <a:pt x="7796121" y="457814"/>
                  </a:lnTo>
                  <a:lnTo>
                    <a:pt x="7801112" y="457814"/>
                  </a:lnTo>
                  <a:lnTo>
                    <a:pt x="7801112" y="457814"/>
                  </a:lnTo>
                  <a:lnTo>
                    <a:pt x="7806104" y="457814"/>
                  </a:lnTo>
                  <a:lnTo>
                    <a:pt x="7806104" y="457814"/>
                  </a:lnTo>
                  <a:lnTo>
                    <a:pt x="7811095" y="457814"/>
                  </a:lnTo>
                  <a:lnTo>
                    <a:pt x="7811095" y="457814"/>
                  </a:lnTo>
                  <a:lnTo>
                    <a:pt x="7816086" y="457814"/>
                  </a:lnTo>
                  <a:lnTo>
                    <a:pt x="7816086" y="457814"/>
                  </a:lnTo>
                  <a:lnTo>
                    <a:pt x="7821077" y="457814"/>
                  </a:lnTo>
                  <a:lnTo>
                    <a:pt x="7821077" y="457814"/>
                  </a:lnTo>
                  <a:lnTo>
                    <a:pt x="7826068" y="457814"/>
                  </a:lnTo>
                  <a:lnTo>
                    <a:pt x="7826068" y="457814"/>
                  </a:lnTo>
                  <a:lnTo>
                    <a:pt x="7831059" y="457814"/>
                  </a:lnTo>
                  <a:lnTo>
                    <a:pt x="7831059" y="457814"/>
                  </a:lnTo>
                  <a:lnTo>
                    <a:pt x="7836050" y="457814"/>
                  </a:lnTo>
                  <a:lnTo>
                    <a:pt x="7836050" y="457814"/>
                  </a:lnTo>
                  <a:lnTo>
                    <a:pt x="7841041" y="457814"/>
                  </a:lnTo>
                  <a:lnTo>
                    <a:pt x="7841041" y="457814"/>
                  </a:lnTo>
                  <a:lnTo>
                    <a:pt x="7846033" y="457814"/>
                  </a:lnTo>
                  <a:lnTo>
                    <a:pt x="7846033" y="457814"/>
                  </a:lnTo>
                  <a:lnTo>
                    <a:pt x="7856015" y="457814"/>
                  </a:lnTo>
                  <a:lnTo>
                    <a:pt x="7856015" y="457814"/>
                  </a:lnTo>
                  <a:lnTo>
                    <a:pt x="7861006" y="457814"/>
                  </a:lnTo>
                  <a:lnTo>
                    <a:pt x="7861006" y="457814"/>
                  </a:lnTo>
                  <a:lnTo>
                    <a:pt x="7865997" y="457814"/>
                  </a:lnTo>
                  <a:lnTo>
                    <a:pt x="7865997" y="457814"/>
                  </a:lnTo>
                  <a:lnTo>
                    <a:pt x="7870988" y="457814"/>
                  </a:lnTo>
                  <a:lnTo>
                    <a:pt x="7870988" y="457814"/>
                  </a:lnTo>
                  <a:lnTo>
                    <a:pt x="7880970" y="457814"/>
                  </a:lnTo>
                  <a:lnTo>
                    <a:pt x="7880970" y="457814"/>
                  </a:lnTo>
                  <a:lnTo>
                    <a:pt x="7885961" y="457814"/>
                  </a:lnTo>
                  <a:lnTo>
                    <a:pt x="7885961" y="457814"/>
                  </a:lnTo>
                  <a:lnTo>
                    <a:pt x="7890953" y="457814"/>
                  </a:lnTo>
                  <a:lnTo>
                    <a:pt x="7890953" y="457814"/>
                  </a:lnTo>
                  <a:lnTo>
                    <a:pt x="7895944" y="457814"/>
                  </a:lnTo>
                  <a:lnTo>
                    <a:pt x="7895944" y="457814"/>
                  </a:lnTo>
                  <a:lnTo>
                    <a:pt x="7905926" y="457814"/>
                  </a:lnTo>
                  <a:lnTo>
                    <a:pt x="7905926" y="457814"/>
                  </a:lnTo>
                  <a:lnTo>
                    <a:pt x="7910917" y="457814"/>
                  </a:lnTo>
                  <a:lnTo>
                    <a:pt x="7910917" y="457814"/>
                  </a:lnTo>
                  <a:lnTo>
                    <a:pt x="7915908" y="457814"/>
                  </a:lnTo>
                  <a:lnTo>
                    <a:pt x="7915908" y="457814"/>
                  </a:lnTo>
                  <a:lnTo>
                    <a:pt x="7920899" y="457814"/>
                  </a:lnTo>
                  <a:lnTo>
                    <a:pt x="7920899" y="457814"/>
                  </a:lnTo>
                  <a:lnTo>
                    <a:pt x="7925890" y="457814"/>
                  </a:lnTo>
                  <a:lnTo>
                    <a:pt x="7925890" y="457814"/>
                  </a:lnTo>
                  <a:lnTo>
                    <a:pt x="7930881" y="457814"/>
                  </a:lnTo>
                  <a:lnTo>
                    <a:pt x="7930881" y="457814"/>
                  </a:lnTo>
                  <a:lnTo>
                    <a:pt x="7940864" y="457814"/>
                  </a:lnTo>
                  <a:lnTo>
                    <a:pt x="7940864" y="457814"/>
                  </a:lnTo>
                  <a:lnTo>
                    <a:pt x="7945855" y="457814"/>
                  </a:lnTo>
                  <a:lnTo>
                    <a:pt x="7945855" y="457814"/>
                  </a:lnTo>
                  <a:lnTo>
                    <a:pt x="7955837" y="457814"/>
                  </a:lnTo>
                  <a:lnTo>
                    <a:pt x="7955837" y="457814"/>
                  </a:lnTo>
                  <a:lnTo>
                    <a:pt x="7960828" y="457814"/>
                  </a:lnTo>
                  <a:lnTo>
                    <a:pt x="7960828" y="457814"/>
                  </a:lnTo>
                  <a:lnTo>
                    <a:pt x="7965819" y="457814"/>
                  </a:lnTo>
                  <a:lnTo>
                    <a:pt x="7965819" y="457814"/>
                  </a:lnTo>
                  <a:lnTo>
                    <a:pt x="7970810" y="457814"/>
                  </a:lnTo>
                  <a:lnTo>
                    <a:pt x="7970810" y="457814"/>
                  </a:lnTo>
                  <a:lnTo>
                    <a:pt x="7975801" y="457814"/>
                  </a:lnTo>
                  <a:lnTo>
                    <a:pt x="7975801" y="457814"/>
                  </a:lnTo>
                  <a:lnTo>
                    <a:pt x="7980793" y="457814"/>
                  </a:lnTo>
                  <a:lnTo>
                    <a:pt x="7980793" y="457814"/>
                  </a:lnTo>
                  <a:lnTo>
                    <a:pt x="7985784" y="457814"/>
                  </a:lnTo>
                  <a:lnTo>
                    <a:pt x="7985784" y="457814"/>
                  </a:lnTo>
                  <a:lnTo>
                    <a:pt x="7995766" y="457814"/>
                  </a:lnTo>
                  <a:lnTo>
                    <a:pt x="7995766" y="457814"/>
                  </a:lnTo>
                  <a:lnTo>
                    <a:pt x="8000757" y="457814"/>
                  </a:lnTo>
                  <a:lnTo>
                    <a:pt x="8000757" y="457814"/>
                  </a:lnTo>
                  <a:lnTo>
                    <a:pt x="8005748" y="457814"/>
                  </a:lnTo>
                  <a:lnTo>
                    <a:pt x="8005748" y="457814"/>
                  </a:lnTo>
                  <a:lnTo>
                    <a:pt x="8010739" y="457814"/>
                  </a:lnTo>
                  <a:lnTo>
                    <a:pt x="8010739" y="457814"/>
                  </a:lnTo>
                  <a:lnTo>
                    <a:pt x="8015730" y="457814"/>
                  </a:lnTo>
                  <a:lnTo>
                    <a:pt x="8015730" y="457814"/>
                  </a:lnTo>
                  <a:lnTo>
                    <a:pt x="8020722" y="457814"/>
                  </a:lnTo>
                  <a:lnTo>
                    <a:pt x="8020722" y="457814"/>
                  </a:lnTo>
                  <a:lnTo>
                    <a:pt x="8025713" y="457814"/>
                  </a:lnTo>
                  <a:lnTo>
                    <a:pt x="8025713" y="457814"/>
                  </a:lnTo>
                  <a:lnTo>
                    <a:pt x="8030704" y="457814"/>
                  </a:lnTo>
                  <a:lnTo>
                    <a:pt x="8030704" y="457814"/>
                  </a:lnTo>
                  <a:lnTo>
                    <a:pt x="8035695" y="457814"/>
                  </a:lnTo>
                  <a:lnTo>
                    <a:pt x="8035695" y="457814"/>
                  </a:lnTo>
                  <a:lnTo>
                    <a:pt x="8040686" y="457814"/>
                  </a:lnTo>
                  <a:lnTo>
                    <a:pt x="8040686" y="422893"/>
                  </a:lnTo>
                  <a:lnTo>
                    <a:pt x="8045677" y="422893"/>
                  </a:lnTo>
                  <a:lnTo>
                    <a:pt x="8045677" y="387972"/>
                  </a:lnTo>
                  <a:lnTo>
                    <a:pt x="8050668" y="387972"/>
                  </a:lnTo>
                  <a:lnTo>
                    <a:pt x="8050668" y="387972"/>
                  </a:lnTo>
                  <a:lnTo>
                    <a:pt x="8055659" y="387972"/>
                  </a:lnTo>
                  <a:lnTo>
                    <a:pt x="8055659" y="387972"/>
                  </a:lnTo>
                  <a:lnTo>
                    <a:pt x="8060650" y="387972"/>
                  </a:lnTo>
                  <a:lnTo>
                    <a:pt x="8060650" y="387972"/>
                  </a:lnTo>
                  <a:lnTo>
                    <a:pt x="8070633" y="387972"/>
                  </a:lnTo>
                  <a:lnTo>
                    <a:pt x="8070633" y="387972"/>
                  </a:lnTo>
                  <a:lnTo>
                    <a:pt x="8075624" y="387972"/>
                  </a:lnTo>
                  <a:lnTo>
                    <a:pt x="8075624" y="387972"/>
                  </a:lnTo>
                  <a:lnTo>
                    <a:pt x="8085606" y="387972"/>
                  </a:lnTo>
                  <a:lnTo>
                    <a:pt x="8085606" y="387972"/>
                  </a:lnTo>
                  <a:lnTo>
                    <a:pt x="8090597" y="387972"/>
                  </a:lnTo>
                  <a:lnTo>
                    <a:pt x="8090597" y="387972"/>
                  </a:lnTo>
                  <a:lnTo>
                    <a:pt x="8095588" y="387972"/>
                  </a:lnTo>
                  <a:lnTo>
                    <a:pt x="8095588" y="387972"/>
                  </a:lnTo>
                  <a:lnTo>
                    <a:pt x="8100579" y="387972"/>
                  </a:lnTo>
                  <a:lnTo>
                    <a:pt x="8100579" y="387972"/>
                  </a:lnTo>
                  <a:lnTo>
                    <a:pt x="8105570" y="387972"/>
                  </a:lnTo>
                  <a:lnTo>
                    <a:pt x="8105570" y="353051"/>
                  </a:lnTo>
                  <a:lnTo>
                    <a:pt x="8110562" y="353051"/>
                  </a:lnTo>
                  <a:lnTo>
                    <a:pt x="8110562" y="353051"/>
                  </a:lnTo>
                  <a:lnTo>
                    <a:pt x="8120544" y="353051"/>
                  </a:lnTo>
                  <a:lnTo>
                    <a:pt x="8120544" y="353051"/>
                  </a:lnTo>
                  <a:lnTo>
                    <a:pt x="8125535" y="353051"/>
                  </a:lnTo>
                  <a:lnTo>
                    <a:pt x="8125535" y="353051"/>
                  </a:lnTo>
                  <a:lnTo>
                    <a:pt x="8130526" y="353051"/>
                  </a:lnTo>
                  <a:lnTo>
                    <a:pt x="8130526" y="353051"/>
                  </a:lnTo>
                  <a:lnTo>
                    <a:pt x="8140508" y="353051"/>
                  </a:lnTo>
                  <a:lnTo>
                    <a:pt x="8140508" y="353051"/>
                  </a:lnTo>
                  <a:lnTo>
                    <a:pt x="8145499" y="353051"/>
                  </a:lnTo>
                  <a:lnTo>
                    <a:pt x="8145499" y="353051"/>
                  </a:lnTo>
                  <a:lnTo>
                    <a:pt x="8150491" y="353051"/>
                  </a:lnTo>
                  <a:lnTo>
                    <a:pt x="8150491" y="353051"/>
                  </a:lnTo>
                  <a:lnTo>
                    <a:pt x="8155482" y="353051"/>
                  </a:lnTo>
                  <a:lnTo>
                    <a:pt x="8155482" y="353051"/>
                  </a:lnTo>
                  <a:lnTo>
                    <a:pt x="8160473" y="353051"/>
                  </a:lnTo>
                  <a:lnTo>
                    <a:pt x="8160473" y="353051"/>
                  </a:lnTo>
                  <a:lnTo>
                    <a:pt x="8170455" y="353051"/>
                  </a:lnTo>
                  <a:lnTo>
                    <a:pt x="8170455" y="353051"/>
                  </a:lnTo>
                  <a:lnTo>
                    <a:pt x="8175446" y="353051"/>
                  </a:lnTo>
                  <a:lnTo>
                    <a:pt x="8175446" y="353051"/>
                  </a:lnTo>
                  <a:lnTo>
                    <a:pt x="8180437" y="353051"/>
                  </a:lnTo>
                  <a:lnTo>
                    <a:pt x="8180437" y="353051"/>
                  </a:lnTo>
                  <a:lnTo>
                    <a:pt x="8190419" y="353051"/>
                  </a:lnTo>
                  <a:lnTo>
                    <a:pt x="8190419" y="353051"/>
                  </a:lnTo>
                  <a:lnTo>
                    <a:pt x="8195411" y="353051"/>
                  </a:lnTo>
                  <a:lnTo>
                    <a:pt x="8195411" y="317755"/>
                  </a:lnTo>
                  <a:lnTo>
                    <a:pt x="8205393" y="317755"/>
                  </a:lnTo>
                  <a:lnTo>
                    <a:pt x="8205393" y="317755"/>
                  </a:lnTo>
                  <a:lnTo>
                    <a:pt x="8210384" y="317755"/>
                  </a:lnTo>
                  <a:lnTo>
                    <a:pt x="8210384" y="317755"/>
                  </a:lnTo>
                  <a:lnTo>
                    <a:pt x="8215375" y="317755"/>
                  </a:lnTo>
                  <a:lnTo>
                    <a:pt x="8215375" y="317755"/>
                  </a:lnTo>
                  <a:lnTo>
                    <a:pt x="8220366" y="317755"/>
                  </a:lnTo>
                  <a:lnTo>
                    <a:pt x="8220366" y="317755"/>
                  </a:lnTo>
                  <a:lnTo>
                    <a:pt x="8230348" y="317755"/>
                  </a:lnTo>
                  <a:lnTo>
                    <a:pt x="8230348" y="317755"/>
                  </a:lnTo>
                  <a:lnTo>
                    <a:pt x="8235339" y="317755"/>
                  </a:lnTo>
                  <a:lnTo>
                    <a:pt x="8235339" y="317755"/>
                  </a:lnTo>
                  <a:lnTo>
                    <a:pt x="8240331" y="317755"/>
                  </a:lnTo>
                  <a:lnTo>
                    <a:pt x="8240331" y="317755"/>
                  </a:lnTo>
                  <a:lnTo>
                    <a:pt x="8245322" y="317755"/>
                  </a:lnTo>
                  <a:lnTo>
                    <a:pt x="8245322" y="317755"/>
                  </a:lnTo>
                  <a:lnTo>
                    <a:pt x="8250313" y="317755"/>
                  </a:lnTo>
                  <a:lnTo>
                    <a:pt x="8250313" y="317755"/>
                  </a:lnTo>
                  <a:lnTo>
                    <a:pt x="8255304" y="317755"/>
                  </a:lnTo>
                  <a:lnTo>
                    <a:pt x="8255304" y="317755"/>
                  </a:lnTo>
                  <a:lnTo>
                    <a:pt x="8260295" y="317755"/>
                  </a:lnTo>
                  <a:lnTo>
                    <a:pt x="8260295" y="317755"/>
                  </a:lnTo>
                  <a:lnTo>
                    <a:pt x="8265286" y="317755"/>
                  </a:lnTo>
                  <a:lnTo>
                    <a:pt x="8265286" y="317755"/>
                  </a:lnTo>
                  <a:lnTo>
                    <a:pt x="8275268" y="317755"/>
                  </a:lnTo>
                  <a:lnTo>
                    <a:pt x="8275268" y="317755"/>
                  </a:lnTo>
                  <a:lnTo>
                    <a:pt x="8280260" y="317755"/>
                  </a:lnTo>
                  <a:lnTo>
                    <a:pt x="8280260" y="317755"/>
                  </a:lnTo>
                  <a:lnTo>
                    <a:pt x="8285251" y="317755"/>
                  </a:lnTo>
                  <a:lnTo>
                    <a:pt x="8285251" y="317755"/>
                  </a:lnTo>
                  <a:lnTo>
                    <a:pt x="8290242" y="317755"/>
                  </a:lnTo>
                  <a:lnTo>
                    <a:pt x="8290242" y="317755"/>
                  </a:lnTo>
                  <a:lnTo>
                    <a:pt x="8295233" y="317755"/>
                  </a:lnTo>
                  <a:lnTo>
                    <a:pt x="8295233" y="317755"/>
                  </a:lnTo>
                  <a:lnTo>
                    <a:pt x="8300224" y="317755"/>
                  </a:lnTo>
                  <a:lnTo>
                    <a:pt x="8300224" y="317755"/>
                  </a:lnTo>
                  <a:lnTo>
                    <a:pt x="8305215" y="317755"/>
                  </a:lnTo>
                  <a:lnTo>
                    <a:pt x="8305215" y="317755"/>
                  </a:lnTo>
                  <a:lnTo>
                    <a:pt x="8315197" y="317755"/>
                  </a:lnTo>
                  <a:lnTo>
                    <a:pt x="8315197" y="317755"/>
                  </a:lnTo>
                  <a:lnTo>
                    <a:pt x="8320188" y="317755"/>
                  </a:lnTo>
                  <a:lnTo>
                    <a:pt x="8320188" y="317755"/>
                  </a:lnTo>
                  <a:lnTo>
                    <a:pt x="8325180" y="317755"/>
                  </a:lnTo>
                  <a:lnTo>
                    <a:pt x="8325180" y="317755"/>
                  </a:lnTo>
                  <a:lnTo>
                    <a:pt x="8330171" y="317755"/>
                  </a:lnTo>
                  <a:lnTo>
                    <a:pt x="8330171" y="317755"/>
                  </a:lnTo>
                  <a:lnTo>
                    <a:pt x="8335162" y="317755"/>
                  </a:lnTo>
                  <a:lnTo>
                    <a:pt x="8335162" y="317755"/>
                  </a:lnTo>
                  <a:lnTo>
                    <a:pt x="8340153" y="317755"/>
                  </a:lnTo>
                  <a:lnTo>
                    <a:pt x="8340153" y="317755"/>
                  </a:lnTo>
                  <a:lnTo>
                    <a:pt x="8350135" y="317755"/>
                  </a:lnTo>
                  <a:lnTo>
                    <a:pt x="8350135" y="317755"/>
                  </a:lnTo>
                  <a:lnTo>
                    <a:pt x="8355126" y="317755"/>
                  </a:lnTo>
                  <a:lnTo>
                    <a:pt x="8355126" y="317755"/>
                  </a:lnTo>
                  <a:lnTo>
                    <a:pt x="8360117" y="317755"/>
                  </a:lnTo>
                  <a:lnTo>
                    <a:pt x="8360117" y="317755"/>
                  </a:lnTo>
                  <a:lnTo>
                    <a:pt x="8365108" y="317755"/>
                  </a:lnTo>
                  <a:lnTo>
                    <a:pt x="8365108" y="317755"/>
                  </a:lnTo>
                  <a:lnTo>
                    <a:pt x="8370100" y="317755"/>
                  </a:lnTo>
                  <a:lnTo>
                    <a:pt x="8370100" y="317755"/>
                  </a:lnTo>
                  <a:lnTo>
                    <a:pt x="8375091" y="317755"/>
                  </a:lnTo>
                  <a:lnTo>
                    <a:pt x="8375091" y="317755"/>
                  </a:lnTo>
                  <a:lnTo>
                    <a:pt x="8380082" y="317755"/>
                  </a:lnTo>
                  <a:lnTo>
                    <a:pt x="8380082" y="317755"/>
                  </a:lnTo>
                  <a:lnTo>
                    <a:pt x="8385073" y="317755"/>
                  </a:lnTo>
                  <a:lnTo>
                    <a:pt x="8385073" y="317755"/>
                  </a:lnTo>
                  <a:lnTo>
                    <a:pt x="8390064" y="317755"/>
                  </a:lnTo>
                  <a:lnTo>
                    <a:pt x="8390064" y="317755"/>
                  </a:lnTo>
                  <a:lnTo>
                    <a:pt x="8395055" y="317755"/>
                  </a:lnTo>
                  <a:lnTo>
                    <a:pt x="8395055" y="317755"/>
                  </a:lnTo>
                  <a:lnTo>
                    <a:pt x="8405037" y="317755"/>
                  </a:lnTo>
                  <a:lnTo>
                    <a:pt x="8405037" y="317755"/>
                  </a:lnTo>
                  <a:lnTo>
                    <a:pt x="8410029" y="317755"/>
                  </a:lnTo>
                  <a:lnTo>
                    <a:pt x="8410029" y="317755"/>
                  </a:lnTo>
                  <a:lnTo>
                    <a:pt x="8420011" y="317755"/>
                  </a:lnTo>
                  <a:lnTo>
                    <a:pt x="8420011" y="317755"/>
                  </a:lnTo>
                  <a:lnTo>
                    <a:pt x="8425002" y="317755"/>
                  </a:lnTo>
                  <a:lnTo>
                    <a:pt x="8425002" y="317755"/>
                  </a:lnTo>
                  <a:lnTo>
                    <a:pt x="8429993" y="317755"/>
                  </a:lnTo>
                  <a:lnTo>
                    <a:pt x="8429993" y="317755"/>
                  </a:lnTo>
                  <a:lnTo>
                    <a:pt x="8434984" y="317755"/>
                  </a:lnTo>
                  <a:lnTo>
                    <a:pt x="8434984" y="317755"/>
                  </a:lnTo>
                  <a:lnTo>
                    <a:pt x="8439975" y="317755"/>
                  </a:lnTo>
                  <a:lnTo>
                    <a:pt x="8439975" y="317755"/>
                  </a:lnTo>
                  <a:lnTo>
                    <a:pt x="8444966" y="317755"/>
                  </a:lnTo>
                  <a:lnTo>
                    <a:pt x="8444966" y="317755"/>
                  </a:lnTo>
                  <a:lnTo>
                    <a:pt x="8449957" y="317755"/>
                  </a:lnTo>
                  <a:lnTo>
                    <a:pt x="8449957" y="317755"/>
                  </a:lnTo>
                  <a:lnTo>
                    <a:pt x="8454949" y="317755"/>
                  </a:lnTo>
                  <a:lnTo>
                    <a:pt x="8454949" y="317755"/>
                  </a:lnTo>
                  <a:lnTo>
                    <a:pt x="8459940" y="317755"/>
                  </a:lnTo>
                  <a:lnTo>
                    <a:pt x="8459940" y="317755"/>
                  </a:lnTo>
                  <a:lnTo>
                    <a:pt x="8469922" y="317755"/>
                  </a:lnTo>
                  <a:lnTo>
                    <a:pt x="8469922" y="317755"/>
                  </a:lnTo>
                  <a:lnTo>
                    <a:pt x="8474913" y="317755"/>
                  </a:lnTo>
                  <a:lnTo>
                    <a:pt x="8474913" y="317755"/>
                  </a:lnTo>
                  <a:lnTo>
                    <a:pt x="8479904" y="317755"/>
                  </a:lnTo>
                  <a:lnTo>
                    <a:pt x="8479904" y="317755"/>
                  </a:lnTo>
                  <a:lnTo>
                    <a:pt x="8484895" y="317755"/>
                  </a:lnTo>
                  <a:lnTo>
                    <a:pt x="8484895" y="317755"/>
                  </a:lnTo>
                  <a:lnTo>
                    <a:pt x="8489886" y="317755"/>
                  </a:lnTo>
                  <a:lnTo>
                    <a:pt x="8489886" y="317755"/>
                  </a:lnTo>
                  <a:lnTo>
                    <a:pt x="8494877" y="317755"/>
                  </a:lnTo>
                  <a:lnTo>
                    <a:pt x="8494877" y="317755"/>
                  </a:lnTo>
                  <a:lnTo>
                    <a:pt x="8499869" y="317755"/>
                  </a:lnTo>
                  <a:lnTo>
                    <a:pt x="8499869" y="317755"/>
                  </a:lnTo>
                  <a:lnTo>
                    <a:pt x="8504860" y="317755"/>
                  </a:lnTo>
                  <a:lnTo>
                    <a:pt x="8504860" y="317755"/>
                  </a:lnTo>
                  <a:lnTo>
                    <a:pt x="8514842" y="317755"/>
                  </a:lnTo>
                  <a:lnTo>
                    <a:pt x="8514842" y="317755"/>
                  </a:lnTo>
                  <a:lnTo>
                    <a:pt x="8519833" y="317755"/>
                  </a:lnTo>
                  <a:lnTo>
                    <a:pt x="8519833" y="317755"/>
                  </a:lnTo>
                  <a:lnTo>
                    <a:pt x="8524824" y="317755"/>
                  </a:lnTo>
                  <a:lnTo>
                    <a:pt x="8524824" y="317755"/>
                  </a:lnTo>
                  <a:lnTo>
                    <a:pt x="8529815" y="317755"/>
                  </a:lnTo>
                  <a:lnTo>
                    <a:pt x="8529815" y="317755"/>
                  </a:lnTo>
                  <a:lnTo>
                    <a:pt x="8539798" y="317755"/>
                  </a:lnTo>
                  <a:lnTo>
                    <a:pt x="8539798" y="317755"/>
                  </a:lnTo>
                  <a:lnTo>
                    <a:pt x="8549780" y="317755"/>
                  </a:lnTo>
                  <a:lnTo>
                    <a:pt x="8549780" y="317755"/>
                  </a:lnTo>
                  <a:lnTo>
                    <a:pt x="8554771" y="317755"/>
                  </a:lnTo>
                  <a:lnTo>
                    <a:pt x="8554771" y="317755"/>
                  </a:lnTo>
                  <a:lnTo>
                    <a:pt x="8559762" y="317755"/>
                  </a:lnTo>
                  <a:lnTo>
                    <a:pt x="8559762" y="317755"/>
                  </a:lnTo>
                  <a:lnTo>
                    <a:pt x="8564753" y="317755"/>
                  </a:lnTo>
                  <a:lnTo>
                    <a:pt x="8564753" y="317755"/>
                  </a:lnTo>
                  <a:lnTo>
                    <a:pt x="8569744" y="317755"/>
                  </a:lnTo>
                  <a:lnTo>
                    <a:pt x="8569744" y="317755"/>
                  </a:lnTo>
                  <a:lnTo>
                    <a:pt x="8574735" y="317755"/>
                  </a:lnTo>
                  <a:lnTo>
                    <a:pt x="8574735" y="317755"/>
                  </a:lnTo>
                  <a:lnTo>
                    <a:pt x="8579726" y="317755"/>
                  </a:lnTo>
                  <a:lnTo>
                    <a:pt x="8579726" y="317755"/>
                  </a:lnTo>
                  <a:lnTo>
                    <a:pt x="8589709" y="317755"/>
                  </a:lnTo>
                  <a:lnTo>
                    <a:pt x="8589709" y="317755"/>
                  </a:lnTo>
                  <a:lnTo>
                    <a:pt x="8594700" y="317755"/>
                  </a:lnTo>
                  <a:lnTo>
                    <a:pt x="8594700" y="317755"/>
                  </a:lnTo>
                  <a:lnTo>
                    <a:pt x="8599691" y="317755"/>
                  </a:lnTo>
                  <a:lnTo>
                    <a:pt x="8599691" y="317755"/>
                  </a:lnTo>
                  <a:lnTo>
                    <a:pt x="8604682" y="317755"/>
                  </a:lnTo>
                  <a:lnTo>
                    <a:pt x="8604682" y="317755"/>
                  </a:lnTo>
                  <a:lnTo>
                    <a:pt x="8609673" y="317755"/>
                  </a:lnTo>
                  <a:lnTo>
                    <a:pt x="8609673" y="317755"/>
                  </a:lnTo>
                  <a:lnTo>
                    <a:pt x="8629638" y="317755"/>
                  </a:lnTo>
                  <a:lnTo>
                    <a:pt x="8629638" y="278748"/>
                  </a:lnTo>
                  <a:lnTo>
                    <a:pt x="8634629" y="278748"/>
                  </a:lnTo>
                  <a:lnTo>
                    <a:pt x="8634629" y="278748"/>
                  </a:lnTo>
                  <a:lnTo>
                    <a:pt x="8644611" y="278748"/>
                  </a:lnTo>
                  <a:lnTo>
                    <a:pt x="8644611" y="278748"/>
                  </a:lnTo>
                  <a:lnTo>
                    <a:pt x="8649602" y="278748"/>
                  </a:lnTo>
                  <a:lnTo>
                    <a:pt x="8649602" y="278748"/>
                  </a:lnTo>
                  <a:lnTo>
                    <a:pt x="8654593" y="278748"/>
                  </a:lnTo>
                  <a:lnTo>
                    <a:pt x="8654593" y="239741"/>
                  </a:lnTo>
                  <a:lnTo>
                    <a:pt x="8659584" y="239741"/>
                  </a:lnTo>
                  <a:lnTo>
                    <a:pt x="8659584" y="239741"/>
                  </a:lnTo>
                  <a:lnTo>
                    <a:pt x="8664575" y="239741"/>
                  </a:lnTo>
                  <a:lnTo>
                    <a:pt x="8664575" y="239741"/>
                  </a:lnTo>
                  <a:lnTo>
                    <a:pt x="8669567" y="239741"/>
                  </a:lnTo>
                  <a:lnTo>
                    <a:pt x="8669567" y="239741"/>
                  </a:lnTo>
                  <a:lnTo>
                    <a:pt x="8674558" y="239741"/>
                  </a:lnTo>
                  <a:lnTo>
                    <a:pt x="8674558" y="239741"/>
                  </a:lnTo>
                  <a:lnTo>
                    <a:pt x="8679549" y="239741"/>
                  </a:lnTo>
                  <a:lnTo>
                    <a:pt x="8679549" y="239741"/>
                  </a:lnTo>
                  <a:lnTo>
                    <a:pt x="8684540" y="239741"/>
                  </a:lnTo>
                  <a:lnTo>
                    <a:pt x="8684540" y="239741"/>
                  </a:lnTo>
                  <a:lnTo>
                    <a:pt x="8689531" y="239741"/>
                  </a:lnTo>
                  <a:lnTo>
                    <a:pt x="8689531" y="239741"/>
                  </a:lnTo>
                  <a:lnTo>
                    <a:pt x="8694522" y="239741"/>
                  </a:lnTo>
                  <a:lnTo>
                    <a:pt x="8694522" y="239741"/>
                  </a:lnTo>
                  <a:lnTo>
                    <a:pt x="8699513" y="239741"/>
                  </a:lnTo>
                  <a:lnTo>
                    <a:pt x="8699513" y="239741"/>
                  </a:lnTo>
                  <a:lnTo>
                    <a:pt x="8704504" y="239741"/>
                  </a:lnTo>
                  <a:lnTo>
                    <a:pt x="8704504" y="239741"/>
                  </a:lnTo>
                  <a:lnTo>
                    <a:pt x="8709495" y="239741"/>
                  </a:lnTo>
                  <a:lnTo>
                    <a:pt x="8709495" y="200479"/>
                  </a:lnTo>
                  <a:lnTo>
                    <a:pt x="8714487" y="200479"/>
                  </a:lnTo>
                  <a:lnTo>
                    <a:pt x="8714487" y="200479"/>
                  </a:lnTo>
                  <a:lnTo>
                    <a:pt x="8719478" y="200479"/>
                  </a:lnTo>
                  <a:lnTo>
                    <a:pt x="8719478" y="161218"/>
                  </a:lnTo>
                  <a:lnTo>
                    <a:pt x="8724469" y="161218"/>
                  </a:lnTo>
                  <a:lnTo>
                    <a:pt x="8724469" y="161218"/>
                  </a:lnTo>
                  <a:lnTo>
                    <a:pt x="8729460" y="161218"/>
                  </a:lnTo>
                  <a:lnTo>
                    <a:pt x="8729460" y="161218"/>
                  </a:lnTo>
                  <a:lnTo>
                    <a:pt x="8734451" y="161218"/>
                  </a:lnTo>
                  <a:lnTo>
                    <a:pt x="8734451" y="161218"/>
                  </a:lnTo>
                  <a:lnTo>
                    <a:pt x="8739442" y="161218"/>
                  </a:lnTo>
                  <a:lnTo>
                    <a:pt x="8739442" y="161218"/>
                  </a:lnTo>
                  <a:lnTo>
                    <a:pt x="8749424" y="161218"/>
                  </a:lnTo>
                  <a:lnTo>
                    <a:pt x="8749424" y="161218"/>
                  </a:lnTo>
                  <a:lnTo>
                    <a:pt x="8764398" y="161218"/>
                  </a:lnTo>
                  <a:lnTo>
                    <a:pt x="8764398" y="161218"/>
                  </a:lnTo>
                  <a:lnTo>
                    <a:pt x="8769389" y="161218"/>
                  </a:lnTo>
                  <a:lnTo>
                    <a:pt x="8769389" y="161218"/>
                  </a:lnTo>
                  <a:lnTo>
                    <a:pt x="8774380" y="161218"/>
                  </a:lnTo>
                  <a:lnTo>
                    <a:pt x="8774380" y="161218"/>
                  </a:lnTo>
                  <a:lnTo>
                    <a:pt x="8779371" y="161218"/>
                  </a:lnTo>
                  <a:lnTo>
                    <a:pt x="8779371" y="161218"/>
                  </a:lnTo>
                  <a:lnTo>
                    <a:pt x="8784362" y="161218"/>
                  </a:lnTo>
                  <a:lnTo>
                    <a:pt x="8784362" y="161218"/>
                  </a:lnTo>
                  <a:lnTo>
                    <a:pt x="8789353" y="161218"/>
                  </a:lnTo>
                  <a:lnTo>
                    <a:pt x="8789353" y="161218"/>
                  </a:lnTo>
                  <a:lnTo>
                    <a:pt x="8794344" y="161218"/>
                  </a:lnTo>
                  <a:lnTo>
                    <a:pt x="8794344" y="161218"/>
                  </a:lnTo>
                  <a:lnTo>
                    <a:pt x="8799335" y="161218"/>
                  </a:lnTo>
                  <a:lnTo>
                    <a:pt x="8799335" y="161218"/>
                  </a:lnTo>
                  <a:lnTo>
                    <a:pt x="8804327" y="161218"/>
                  </a:lnTo>
                  <a:lnTo>
                    <a:pt x="8804327" y="161218"/>
                  </a:lnTo>
                  <a:lnTo>
                    <a:pt x="8814309" y="161218"/>
                  </a:lnTo>
                  <a:lnTo>
                    <a:pt x="8814309" y="161218"/>
                  </a:lnTo>
                  <a:lnTo>
                    <a:pt x="8829282" y="161218"/>
                  </a:lnTo>
                  <a:lnTo>
                    <a:pt x="8829282" y="161218"/>
                  </a:lnTo>
                  <a:lnTo>
                    <a:pt x="8834273" y="161218"/>
                  </a:lnTo>
                  <a:lnTo>
                    <a:pt x="8834273" y="161218"/>
                  </a:lnTo>
                  <a:lnTo>
                    <a:pt x="8839264" y="161218"/>
                  </a:lnTo>
                  <a:lnTo>
                    <a:pt x="8839264" y="81618"/>
                  </a:lnTo>
                  <a:lnTo>
                    <a:pt x="8854238" y="81618"/>
                  </a:lnTo>
                  <a:lnTo>
                    <a:pt x="8854238" y="81618"/>
                  </a:lnTo>
                  <a:lnTo>
                    <a:pt x="8859229" y="81618"/>
                  </a:lnTo>
                  <a:lnTo>
                    <a:pt x="8859229" y="81618"/>
                  </a:lnTo>
                  <a:lnTo>
                    <a:pt x="8864220" y="81618"/>
                  </a:lnTo>
                  <a:lnTo>
                    <a:pt x="8864220" y="81618"/>
                  </a:lnTo>
                  <a:lnTo>
                    <a:pt x="8869211" y="81618"/>
                  </a:lnTo>
                  <a:lnTo>
                    <a:pt x="8869211" y="81618"/>
                  </a:lnTo>
                  <a:lnTo>
                    <a:pt x="8874202" y="81618"/>
                  </a:lnTo>
                  <a:lnTo>
                    <a:pt x="8874202" y="81618"/>
                  </a:lnTo>
                  <a:lnTo>
                    <a:pt x="8884184" y="81618"/>
                  </a:lnTo>
                  <a:lnTo>
                    <a:pt x="8884184" y="81618"/>
                  </a:lnTo>
                  <a:lnTo>
                    <a:pt x="8889176" y="81618"/>
                  </a:lnTo>
                  <a:lnTo>
                    <a:pt x="8889176" y="81618"/>
                  </a:lnTo>
                  <a:lnTo>
                    <a:pt x="8894167" y="81618"/>
                  </a:lnTo>
                  <a:lnTo>
                    <a:pt x="8894167" y="81618"/>
                  </a:lnTo>
                  <a:lnTo>
                    <a:pt x="8899158" y="81618"/>
                  </a:lnTo>
                  <a:lnTo>
                    <a:pt x="8899158" y="81618"/>
                  </a:lnTo>
                  <a:lnTo>
                    <a:pt x="8904149" y="81618"/>
                  </a:lnTo>
                  <a:lnTo>
                    <a:pt x="8904149" y="81618"/>
                  </a:lnTo>
                  <a:lnTo>
                    <a:pt x="8909140" y="81618"/>
                  </a:lnTo>
                  <a:lnTo>
                    <a:pt x="8909140" y="81618"/>
                  </a:lnTo>
                  <a:lnTo>
                    <a:pt x="8914131" y="81618"/>
                  </a:lnTo>
                  <a:lnTo>
                    <a:pt x="8914131" y="81618"/>
                  </a:lnTo>
                  <a:lnTo>
                    <a:pt x="8929104" y="81618"/>
                  </a:lnTo>
                  <a:lnTo>
                    <a:pt x="8929104" y="81618"/>
                  </a:lnTo>
                  <a:lnTo>
                    <a:pt x="8934096" y="81618"/>
                  </a:lnTo>
                  <a:lnTo>
                    <a:pt x="8934096" y="81618"/>
                  </a:lnTo>
                  <a:lnTo>
                    <a:pt x="8939087" y="81618"/>
                  </a:lnTo>
                  <a:lnTo>
                    <a:pt x="8939087" y="81618"/>
                  </a:lnTo>
                  <a:lnTo>
                    <a:pt x="8944078" y="81618"/>
                  </a:lnTo>
                  <a:lnTo>
                    <a:pt x="8944078" y="81618"/>
                  </a:lnTo>
                  <a:lnTo>
                    <a:pt x="8949069" y="81618"/>
                  </a:lnTo>
                  <a:lnTo>
                    <a:pt x="8949069" y="81618"/>
                  </a:lnTo>
                  <a:lnTo>
                    <a:pt x="8954060" y="81618"/>
                  </a:lnTo>
                  <a:lnTo>
                    <a:pt x="8954060" y="81618"/>
                  </a:lnTo>
                  <a:lnTo>
                    <a:pt x="8964042" y="81618"/>
                  </a:lnTo>
                  <a:lnTo>
                    <a:pt x="8964042" y="81618"/>
                  </a:lnTo>
                  <a:lnTo>
                    <a:pt x="8969033" y="81618"/>
                  </a:lnTo>
                  <a:lnTo>
                    <a:pt x="8969033" y="81618"/>
                  </a:lnTo>
                  <a:lnTo>
                    <a:pt x="8974025" y="81618"/>
                  </a:lnTo>
                  <a:lnTo>
                    <a:pt x="8974025" y="81618"/>
                  </a:lnTo>
                  <a:lnTo>
                    <a:pt x="8979016" y="81618"/>
                  </a:lnTo>
                  <a:lnTo>
                    <a:pt x="8979016" y="81618"/>
                  </a:lnTo>
                  <a:lnTo>
                    <a:pt x="8984007" y="81618"/>
                  </a:lnTo>
                  <a:lnTo>
                    <a:pt x="8984007" y="40960"/>
                  </a:lnTo>
                  <a:lnTo>
                    <a:pt x="8988998" y="40960"/>
                  </a:lnTo>
                  <a:lnTo>
                    <a:pt x="8988998" y="40960"/>
                  </a:lnTo>
                  <a:lnTo>
                    <a:pt x="8993989" y="40960"/>
                  </a:lnTo>
                  <a:lnTo>
                    <a:pt x="8993989" y="40960"/>
                  </a:lnTo>
                  <a:lnTo>
                    <a:pt x="8998980" y="40960"/>
                  </a:lnTo>
                  <a:lnTo>
                    <a:pt x="8998980" y="40960"/>
                  </a:lnTo>
                  <a:lnTo>
                    <a:pt x="9003971" y="40960"/>
                  </a:lnTo>
                  <a:lnTo>
                    <a:pt x="9003971" y="40960"/>
                  </a:lnTo>
                  <a:lnTo>
                    <a:pt x="9013953" y="40960"/>
                  </a:lnTo>
                  <a:lnTo>
                    <a:pt x="9013953" y="40960"/>
                  </a:lnTo>
                  <a:lnTo>
                    <a:pt x="9018945" y="40960"/>
                  </a:lnTo>
                  <a:lnTo>
                    <a:pt x="9018945" y="40960"/>
                  </a:lnTo>
                  <a:lnTo>
                    <a:pt x="9033918" y="40960"/>
                  </a:lnTo>
                  <a:lnTo>
                    <a:pt x="9033918" y="0"/>
                  </a:lnTo>
                  <a:lnTo>
                    <a:pt x="9038909" y="0"/>
                  </a:lnTo>
                  <a:lnTo>
                    <a:pt x="9038909" y="0"/>
                  </a:lnTo>
                  <a:lnTo>
                    <a:pt x="9043900" y="0"/>
                  </a:lnTo>
                  <a:lnTo>
                    <a:pt x="9043900" y="0"/>
                  </a:lnTo>
                  <a:lnTo>
                    <a:pt x="9053882" y="0"/>
                  </a:lnTo>
                  <a:lnTo>
                    <a:pt x="9053882" y="0"/>
                  </a:lnTo>
                  <a:lnTo>
                    <a:pt x="9058873" y="0"/>
                  </a:lnTo>
                  <a:lnTo>
                    <a:pt x="9058873" y="0"/>
                  </a:lnTo>
                  <a:lnTo>
                    <a:pt x="9063865" y="0"/>
                  </a:lnTo>
                  <a:lnTo>
                    <a:pt x="9063865" y="0"/>
                  </a:lnTo>
                  <a:lnTo>
                    <a:pt x="9073847" y="0"/>
                  </a:lnTo>
                  <a:lnTo>
                    <a:pt x="9073847" y="0"/>
                  </a:lnTo>
                  <a:lnTo>
                    <a:pt x="9078838" y="0"/>
                  </a:lnTo>
                  <a:lnTo>
                    <a:pt x="9078838" y="0"/>
                  </a:lnTo>
                  <a:lnTo>
                    <a:pt x="9083829" y="0"/>
                  </a:lnTo>
                  <a:lnTo>
                    <a:pt x="9083829" y="0"/>
                  </a:lnTo>
                  <a:lnTo>
                    <a:pt x="9088820" y="0"/>
                  </a:lnTo>
                  <a:lnTo>
                    <a:pt x="9088820" y="0"/>
                  </a:lnTo>
                  <a:lnTo>
                    <a:pt x="9098802" y="0"/>
                  </a:lnTo>
                  <a:lnTo>
                    <a:pt x="9098802" y="0"/>
                  </a:lnTo>
                  <a:lnTo>
                    <a:pt x="9108785" y="0"/>
                  </a:lnTo>
                  <a:lnTo>
                    <a:pt x="9108785" y="0"/>
                  </a:lnTo>
                </a:path>
              </a:pathLst>
            </a:custGeom>
            <a:ln w="13550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26450" y="2982184"/>
              <a:ext cx="9108785" cy="2518932"/>
            </a:xfrm>
            <a:custGeom>
              <a:avLst/>
              <a:pathLst>
                <a:path w="9108785" h="2518932">
                  <a:moveTo>
                    <a:pt x="0" y="2518932"/>
                  </a:moveTo>
                  <a:lnTo>
                    <a:pt x="4991" y="2518932"/>
                  </a:lnTo>
                  <a:lnTo>
                    <a:pt x="4991" y="2518932"/>
                  </a:lnTo>
                  <a:lnTo>
                    <a:pt x="9982" y="2518932"/>
                  </a:lnTo>
                  <a:lnTo>
                    <a:pt x="9982" y="2518932"/>
                  </a:lnTo>
                  <a:lnTo>
                    <a:pt x="14973" y="2518932"/>
                  </a:lnTo>
                  <a:lnTo>
                    <a:pt x="14973" y="2516555"/>
                  </a:lnTo>
                  <a:lnTo>
                    <a:pt x="19964" y="2516555"/>
                  </a:lnTo>
                  <a:lnTo>
                    <a:pt x="19964" y="2516555"/>
                  </a:lnTo>
                  <a:lnTo>
                    <a:pt x="24955" y="2516555"/>
                  </a:lnTo>
                  <a:lnTo>
                    <a:pt x="24955" y="2516555"/>
                  </a:lnTo>
                  <a:lnTo>
                    <a:pt x="29946" y="2516555"/>
                  </a:lnTo>
                  <a:lnTo>
                    <a:pt x="29946" y="2516555"/>
                  </a:lnTo>
                  <a:lnTo>
                    <a:pt x="34937" y="2516555"/>
                  </a:lnTo>
                  <a:lnTo>
                    <a:pt x="34937" y="2514177"/>
                  </a:lnTo>
                  <a:lnTo>
                    <a:pt x="39928" y="2514177"/>
                  </a:lnTo>
                  <a:lnTo>
                    <a:pt x="39928" y="2514177"/>
                  </a:lnTo>
                  <a:lnTo>
                    <a:pt x="44920" y="2514177"/>
                  </a:lnTo>
                  <a:lnTo>
                    <a:pt x="44920" y="2511797"/>
                  </a:lnTo>
                  <a:lnTo>
                    <a:pt x="49911" y="2511797"/>
                  </a:lnTo>
                  <a:lnTo>
                    <a:pt x="49911" y="2509416"/>
                  </a:lnTo>
                  <a:lnTo>
                    <a:pt x="54902" y="2509416"/>
                  </a:lnTo>
                  <a:lnTo>
                    <a:pt x="54902" y="2509416"/>
                  </a:lnTo>
                  <a:lnTo>
                    <a:pt x="59893" y="2509416"/>
                  </a:lnTo>
                  <a:lnTo>
                    <a:pt x="59893" y="2502273"/>
                  </a:lnTo>
                  <a:lnTo>
                    <a:pt x="64884" y="2502273"/>
                  </a:lnTo>
                  <a:lnTo>
                    <a:pt x="64884" y="2499892"/>
                  </a:lnTo>
                  <a:lnTo>
                    <a:pt x="69875" y="2499892"/>
                  </a:lnTo>
                  <a:lnTo>
                    <a:pt x="69875" y="2495128"/>
                  </a:lnTo>
                  <a:lnTo>
                    <a:pt x="74866" y="2495128"/>
                  </a:lnTo>
                  <a:lnTo>
                    <a:pt x="74866" y="2490358"/>
                  </a:lnTo>
                  <a:lnTo>
                    <a:pt x="79857" y="2490358"/>
                  </a:lnTo>
                  <a:lnTo>
                    <a:pt x="79857" y="2485586"/>
                  </a:lnTo>
                  <a:lnTo>
                    <a:pt x="84848" y="2485586"/>
                  </a:lnTo>
                  <a:lnTo>
                    <a:pt x="84848" y="2485586"/>
                  </a:lnTo>
                  <a:lnTo>
                    <a:pt x="89840" y="2485586"/>
                  </a:lnTo>
                  <a:lnTo>
                    <a:pt x="89840" y="2485586"/>
                  </a:lnTo>
                  <a:lnTo>
                    <a:pt x="94831" y="2485586"/>
                  </a:lnTo>
                  <a:lnTo>
                    <a:pt x="94831" y="2485586"/>
                  </a:lnTo>
                  <a:lnTo>
                    <a:pt x="99822" y="2485586"/>
                  </a:lnTo>
                  <a:lnTo>
                    <a:pt x="99822" y="2485586"/>
                  </a:lnTo>
                  <a:lnTo>
                    <a:pt x="104813" y="2485586"/>
                  </a:lnTo>
                  <a:lnTo>
                    <a:pt x="104813" y="2476028"/>
                  </a:lnTo>
                  <a:lnTo>
                    <a:pt x="109804" y="2476028"/>
                  </a:lnTo>
                  <a:lnTo>
                    <a:pt x="109804" y="2476028"/>
                  </a:lnTo>
                  <a:lnTo>
                    <a:pt x="114795" y="2476028"/>
                  </a:lnTo>
                  <a:lnTo>
                    <a:pt x="114795" y="2476028"/>
                  </a:lnTo>
                  <a:lnTo>
                    <a:pt x="119786" y="2476028"/>
                  </a:lnTo>
                  <a:lnTo>
                    <a:pt x="119786" y="2476028"/>
                  </a:lnTo>
                  <a:lnTo>
                    <a:pt x="124777" y="2476028"/>
                  </a:lnTo>
                  <a:lnTo>
                    <a:pt x="124777" y="2473632"/>
                  </a:lnTo>
                  <a:lnTo>
                    <a:pt x="129768" y="2473632"/>
                  </a:lnTo>
                  <a:lnTo>
                    <a:pt x="129768" y="2473632"/>
                  </a:lnTo>
                  <a:lnTo>
                    <a:pt x="134760" y="2473632"/>
                  </a:lnTo>
                  <a:lnTo>
                    <a:pt x="134760" y="2473632"/>
                  </a:lnTo>
                  <a:lnTo>
                    <a:pt x="139751" y="2473632"/>
                  </a:lnTo>
                  <a:lnTo>
                    <a:pt x="139751" y="2471235"/>
                  </a:lnTo>
                  <a:lnTo>
                    <a:pt x="144742" y="2471235"/>
                  </a:lnTo>
                  <a:lnTo>
                    <a:pt x="144742" y="2471235"/>
                  </a:lnTo>
                  <a:lnTo>
                    <a:pt x="149733" y="2471235"/>
                  </a:lnTo>
                  <a:lnTo>
                    <a:pt x="149733" y="2471235"/>
                  </a:lnTo>
                  <a:lnTo>
                    <a:pt x="154724" y="2471235"/>
                  </a:lnTo>
                  <a:lnTo>
                    <a:pt x="154724" y="2471235"/>
                  </a:lnTo>
                  <a:lnTo>
                    <a:pt x="159715" y="2471235"/>
                  </a:lnTo>
                  <a:lnTo>
                    <a:pt x="159715" y="2471235"/>
                  </a:lnTo>
                  <a:lnTo>
                    <a:pt x="164706" y="2471235"/>
                  </a:lnTo>
                  <a:lnTo>
                    <a:pt x="164706" y="2471235"/>
                  </a:lnTo>
                  <a:lnTo>
                    <a:pt x="169697" y="2471235"/>
                  </a:lnTo>
                  <a:lnTo>
                    <a:pt x="169697" y="2471235"/>
                  </a:lnTo>
                  <a:lnTo>
                    <a:pt x="174689" y="2471235"/>
                  </a:lnTo>
                  <a:lnTo>
                    <a:pt x="174689" y="2468830"/>
                  </a:lnTo>
                  <a:lnTo>
                    <a:pt x="179680" y="2468830"/>
                  </a:lnTo>
                  <a:lnTo>
                    <a:pt x="179680" y="2468830"/>
                  </a:lnTo>
                  <a:lnTo>
                    <a:pt x="184671" y="2468830"/>
                  </a:lnTo>
                  <a:lnTo>
                    <a:pt x="184671" y="2468830"/>
                  </a:lnTo>
                  <a:lnTo>
                    <a:pt x="189662" y="2468830"/>
                  </a:lnTo>
                  <a:lnTo>
                    <a:pt x="189662" y="2468830"/>
                  </a:lnTo>
                  <a:lnTo>
                    <a:pt x="194653" y="2468830"/>
                  </a:lnTo>
                  <a:lnTo>
                    <a:pt x="194653" y="2466423"/>
                  </a:lnTo>
                  <a:lnTo>
                    <a:pt x="199644" y="2466423"/>
                  </a:lnTo>
                  <a:lnTo>
                    <a:pt x="199644" y="2466423"/>
                  </a:lnTo>
                  <a:lnTo>
                    <a:pt x="204635" y="2466423"/>
                  </a:lnTo>
                  <a:lnTo>
                    <a:pt x="204635" y="2461606"/>
                  </a:lnTo>
                  <a:lnTo>
                    <a:pt x="209626" y="2461606"/>
                  </a:lnTo>
                  <a:lnTo>
                    <a:pt x="209626" y="2442326"/>
                  </a:lnTo>
                  <a:lnTo>
                    <a:pt x="214617" y="2442326"/>
                  </a:lnTo>
                  <a:lnTo>
                    <a:pt x="214617" y="2442326"/>
                  </a:lnTo>
                  <a:lnTo>
                    <a:pt x="219609" y="2442326"/>
                  </a:lnTo>
                  <a:lnTo>
                    <a:pt x="219609" y="2442326"/>
                  </a:lnTo>
                  <a:lnTo>
                    <a:pt x="224600" y="2442326"/>
                  </a:lnTo>
                  <a:lnTo>
                    <a:pt x="224600" y="2439909"/>
                  </a:lnTo>
                  <a:lnTo>
                    <a:pt x="229591" y="2439909"/>
                  </a:lnTo>
                  <a:lnTo>
                    <a:pt x="229591" y="2439909"/>
                  </a:lnTo>
                  <a:lnTo>
                    <a:pt x="234582" y="2439909"/>
                  </a:lnTo>
                  <a:lnTo>
                    <a:pt x="234582" y="2437490"/>
                  </a:lnTo>
                  <a:lnTo>
                    <a:pt x="239573" y="2437490"/>
                  </a:lnTo>
                  <a:lnTo>
                    <a:pt x="239573" y="2435071"/>
                  </a:lnTo>
                  <a:lnTo>
                    <a:pt x="244564" y="2435071"/>
                  </a:lnTo>
                  <a:lnTo>
                    <a:pt x="244564" y="2435071"/>
                  </a:lnTo>
                  <a:lnTo>
                    <a:pt x="249555" y="2435071"/>
                  </a:lnTo>
                  <a:lnTo>
                    <a:pt x="249555" y="2435071"/>
                  </a:lnTo>
                  <a:lnTo>
                    <a:pt x="254546" y="2435071"/>
                  </a:lnTo>
                  <a:lnTo>
                    <a:pt x="254546" y="2435071"/>
                  </a:lnTo>
                  <a:lnTo>
                    <a:pt x="259537" y="2435071"/>
                  </a:lnTo>
                  <a:lnTo>
                    <a:pt x="259537" y="2435071"/>
                  </a:lnTo>
                  <a:lnTo>
                    <a:pt x="264529" y="2435071"/>
                  </a:lnTo>
                  <a:lnTo>
                    <a:pt x="264529" y="2435071"/>
                  </a:lnTo>
                  <a:lnTo>
                    <a:pt x="269520" y="2435071"/>
                  </a:lnTo>
                  <a:lnTo>
                    <a:pt x="269520" y="2435071"/>
                  </a:lnTo>
                  <a:lnTo>
                    <a:pt x="274511" y="2435071"/>
                  </a:lnTo>
                  <a:lnTo>
                    <a:pt x="274511" y="2427800"/>
                  </a:lnTo>
                  <a:lnTo>
                    <a:pt x="279502" y="2427800"/>
                  </a:lnTo>
                  <a:lnTo>
                    <a:pt x="279502" y="2418105"/>
                  </a:lnTo>
                  <a:lnTo>
                    <a:pt x="284493" y="2418105"/>
                  </a:lnTo>
                  <a:lnTo>
                    <a:pt x="284493" y="2418105"/>
                  </a:lnTo>
                  <a:lnTo>
                    <a:pt x="289484" y="2418105"/>
                  </a:lnTo>
                  <a:lnTo>
                    <a:pt x="289484" y="2418105"/>
                  </a:lnTo>
                  <a:lnTo>
                    <a:pt x="294475" y="2418105"/>
                  </a:lnTo>
                  <a:lnTo>
                    <a:pt x="294475" y="2418105"/>
                  </a:lnTo>
                  <a:lnTo>
                    <a:pt x="299466" y="2418105"/>
                  </a:lnTo>
                  <a:lnTo>
                    <a:pt x="299466" y="2418105"/>
                  </a:lnTo>
                  <a:lnTo>
                    <a:pt x="304458" y="2418105"/>
                  </a:lnTo>
                  <a:lnTo>
                    <a:pt x="304458" y="2418105"/>
                  </a:lnTo>
                  <a:lnTo>
                    <a:pt x="309449" y="2418105"/>
                  </a:lnTo>
                  <a:lnTo>
                    <a:pt x="309449" y="2413246"/>
                  </a:lnTo>
                  <a:lnTo>
                    <a:pt x="314440" y="2413246"/>
                  </a:lnTo>
                  <a:lnTo>
                    <a:pt x="314440" y="2401094"/>
                  </a:lnTo>
                  <a:lnTo>
                    <a:pt x="319431" y="2401094"/>
                  </a:lnTo>
                  <a:lnTo>
                    <a:pt x="319431" y="2401094"/>
                  </a:lnTo>
                  <a:lnTo>
                    <a:pt x="324422" y="2401094"/>
                  </a:lnTo>
                  <a:lnTo>
                    <a:pt x="324422" y="2398659"/>
                  </a:lnTo>
                  <a:lnTo>
                    <a:pt x="329413" y="2398659"/>
                  </a:lnTo>
                  <a:lnTo>
                    <a:pt x="329413" y="2393789"/>
                  </a:lnTo>
                  <a:lnTo>
                    <a:pt x="334404" y="2393789"/>
                  </a:lnTo>
                  <a:lnTo>
                    <a:pt x="334404" y="2393789"/>
                  </a:lnTo>
                  <a:lnTo>
                    <a:pt x="339395" y="2393789"/>
                  </a:lnTo>
                  <a:lnTo>
                    <a:pt x="339395" y="2393789"/>
                  </a:lnTo>
                  <a:lnTo>
                    <a:pt x="344386" y="2393789"/>
                  </a:lnTo>
                  <a:lnTo>
                    <a:pt x="344386" y="2388914"/>
                  </a:lnTo>
                  <a:lnTo>
                    <a:pt x="349378" y="2388914"/>
                  </a:lnTo>
                  <a:lnTo>
                    <a:pt x="349378" y="2384037"/>
                  </a:lnTo>
                  <a:lnTo>
                    <a:pt x="354369" y="2384037"/>
                  </a:lnTo>
                  <a:lnTo>
                    <a:pt x="354369" y="2381596"/>
                  </a:lnTo>
                  <a:lnTo>
                    <a:pt x="359360" y="2381596"/>
                  </a:lnTo>
                  <a:lnTo>
                    <a:pt x="359360" y="2379156"/>
                  </a:lnTo>
                  <a:lnTo>
                    <a:pt x="364351" y="2379156"/>
                  </a:lnTo>
                  <a:lnTo>
                    <a:pt x="364351" y="2379156"/>
                  </a:lnTo>
                  <a:lnTo>
                    <a:pt x="369342" y="2379156"/>
                  </a:lnTo>
                  <a:lnTo>
                    <a:pt x="369342" y="2379156"/>
                  </a:lnTo>
                  <a:lnTo>
                    <a:pt x="374333" y="2379156"/>
                  </a:lnTo>
                  <a:lnTo>
                    <a:pt x="374333" y="2374272"/>
                  </a:lnTo>
                  <a:lnTo>
                    <a:pt x="379324" y="2374272"/>
                  </a:lnTo>
                  <a:lnTo>
                    <a:pt x="379324" y="2362058"/>
                  </a:lnTo>
                  <a:lnTo>
                    <a:pt x="384315" y="2362058"/>
                  </a:lnTo>
                  <a:lnTo>
                    <a:pt x="384315" y="2362058"/>
                  </a:lnTo>
                  <a:lnTo>
                    <a:pt x="389306" y="2362058"/>
                  </a:lnTo>
                  <a:lnTo>
                    <a:pt x="389306" y="2357170"/>
                  </a:lnTo>
                  <a:lnTo>
                    <a:pt x="394298" y="2357170"/>
                  </a:lnTo>
                  <a:lnTo>
                    <a:pt x="394298" y="2357170"/>
                  </a:lnTo>
                  <a:lnTo>
                    <a:pt x="399289" y="2357170"/>
                  </a:lnTo>
                  <a:lnTo>
                    <a:pt x="399289" y="2357170"/>
                  </a:lnTo>
                  <a:lnTo>
                    <a:pt x="404280" y="2357170"/>
                  </a:lnTo>
                  <a:lnTo>
                    <a:pt x="404280" y="2354725"/>
                  </a:lnTo>
                  <a:lnTo>
                    <a:pt x="409271" y="2354725"/>
                  </a:lnTo>
                  <a:lnTo>
                    <a:pt x="409271" y="2352278"/>
                  </a:lnTo>
                  <a:lnTo>
                    <a:pt x="414262" y="2352278"/>
                  </a:lnTo>
                  <a:lnTo>
                    <a:pt x="414262" y="2349831"/>
                  </a:lnTo>
                  <a:lnTo>
                    <a:pt x="419253" y="2349831"/>
                  </a:lnTo>
                  <a:lnTo>
                    <a:pt x="419253" y="2335135"/>
                  </a:lnTo>
                  <a:lnTo>
                    <a:pt x="424244" y="2335135"/>
                  </a:lnTo>
                  <a:lnTo>
                    <a:pt x="424244" y="2332684"/>
                  </a:lnTo>
                  <a:lnTo>
                    <a:pt x="429235" y="2332684"/>
                  </a:lnTo>
                  <a:lnTo>
                    <a:pt x="429235" y="2330230"/>
                  </a:lnTo>
                  <a:lnTo>
                    <a:pt x="434227" y="2330230"/>
                  </a:lnTo>
                  <a:lnTo>
                    <a:pt x="434227" y="2330230"/>
                  </a:lnTo>
                  <a:lnTo>
                    <a:pt x="439218" y="2330230"/>
                  </a:lnTo>
                  <a:lnTo>
                    <a:pt x="439218" y="2327777"/>
                  </a:lnTo>
                  <a:lnTo>
                    <a:pt x="444209" y="2327777"/>
                  </a:lnTo>
                  <a:lnTo>
                    <a:pt x="444209" y="2327777"/>
                  </a:lnTo>
                  <a:lnTo>
                    <a:pt x="449200" y="2327777"/>
                  </a:lnTo>
                  <a:lnTo>
                    <a:pt x="449200" y="2325322"/>
                  </a:lnTo>
                  <a:lnTo>
                    <a:pt x="454191" y="2325322"/>
                  </a:lnTo>
                  <a:lnTo>
                    <a:pt x="454191" y="2317954"/>
                  </a:lnTo>
                  <a:lnTo>
                    <a:pt x="459182" y="2317954"/>
                  </a:lnTo>
                  <a:lnTo>
                    <a:pt x="459182" y="2317954"/>
                  </a:lnTo>
                  <a:lnTo>
                    <a:pt x="464173" y="2317954"/>
                  </a:lnTo>
                  <a:lnTo>
                    <a:pt x="464173" y="2315497"/>
                  </a:lnTo>
                  <a:lnTo>
                    <a:pt x="469164" y="2315497"/>
                  </a:lnTo>
                  <a:lnTo>
                    <a:pt x="469164" y="2313039"/>
                  </a:lnTo>
                  <a:lnTo>
                    <a:pt x="474155" y="2313039"/>
                  </a:lnTo>
                  <a:lnTo>
                    <a:pt x="474155" y="2313039"/>
                  </a:lnTo>
                  <a:lnTo>
                    <a:pt x="479147" y="2313039"/>
                  </a:lnTo>
                  <a:lnTo>
                    <a:pt x="479147" y="2313039"/>
                  </a:lnTo>
                  <a:lnTo>
                    <a:pt x="484138" y="2313039"/>
                  </a:lnTo>
                  <a:lnTo>
                    <a:pt x="484138" y="2313039"/>
                  </a:lnTo>
                  <a:lnTo>
                    <a:pt x="489129" y="2313039"/>
                  </a:lnTo>
                  <a:lnTo>
                    <a:pt x="489129" y="2310579"/>
                  </a:lnTo>
                  <a:lnTo>
                    <a:pt x="494120" y="2310579"/>
                  </a:lnTo>
                  <a:lnTo>
                    <a:pt x="494120" y="2310579"/>
                  </a:lnTo>
                  <a:lnTo>
                    <a:pt x="499111" y="2310579"/>
                  </a:lnTo>
                  <a:lnTo>
                    <a:pt x="499111" y="2310579"/>
                  </a:lnTo>
                  <a:lnTo>
                    <a:pt x="504102" y="2310579"/>
                  </a:lnTo>
                  <a:lnTo>
                    <a:pt x="504102" y="2310579"/>
                  </a:lnTo>
                  <a:lnTo>
                    <a:pt x="509093" y="2310579"/>
                  </a:lnTo>
                  <a:lnTo>
                    <a:pt x="509093" y="2310579"/>
                  </a:lnTo>
                  <a:lnTo>
                    <a:pt x="514084" y="2310579"/>
                  </a:lnTo>
                  <a:lnTo>
                    <a:pt x="514084" y="2308116"/>
                  </a:lnTo>
                  <a:lnTo>
                    <a:pt x="519075" y="2308116"/>
                  </a:lnTo>
                  <a:lnTo>
                    <a:pt x="519075" y="2303187"/>
                  </a:lnTo>
                  <a:lnTo>
                    <a:pt x="524067" y="2303187"/>
                  </a:lnTo>
                  <a:lnTo>
                    <a:pt x="524067" y="2288394"/>
                  </a:lnTo>
                  <a:lnTo>
                    <a:pt x="529058" y="2288394"/>
                  </a:lnTo>
                  <a:lnTo>
                    <a:pt x="529058" y="2283457"/>
                  </a:lnTo>
                  <a:lnTo>
                    <a:pt x="534049" y="2283457"/>
                  </a:lnTo>
                  <a:lnTo>
                    <a:pt x="534049" y="2280988"/>
                  </a:lnTo>
                  <a:lnTo>
                    <a:pt x="539040" y="2280988"/>
                  </a:lnTo>
                  <a:lnTo>
                    <a:pt x="539040" y="2276049"/>
                  </a:lnTo>
                  <a:lnTo>
                    <a:pt x="544031" y="2276049"/>
                  </a:lnTo>
                  <a:lnTo>
                    <a:pt x="544031" y="2276049"/>
                  </a:lnTo>
                  <a:lnTo>
                    <a:pt x="549022" y="2276049"/>
                  </a:lnTo>
                  <a:lnTo>
                    <a:pt x="549022" y="2273579"/>
                  </a:lnTo>
                  <a:lnTo>
                    <a:pt x="554013" y="2273579"/>
                  </a:lnTo>
                  <a:lnTo>
                    <a:pt x="554013" y="2271108"/>
                  </a:lnTo>
                  <a:lnTo>
                    <a:pt x="559004" y="2271108"/>
                  </a:lnTo>
                  <a:lnTo>
                    <a:pt x="559004" y="2263693"/>
                  </a:lnTo>
                  <a:lnTo>
                    <a:pt x="563996" y="2263693"/>
                  </a:lnTo>
                  <a:lnTo>
                    <a:pt x="563996" y="2263693"/>
                  </a:lnTo>
                  <a:lnTo>
                    <a:pt x="568987" y="2263693"/>
                  </a:lnTo>
                  <a:lnTo>
                    <a:pt x="568987" y="2258744"/>
                  </a:lnTo>
                  <a:lnTo>
                    <a:pt x="573978" y="2258744"/>
                  </a:lnTo>
                  <a:lnTo>
                    <a:pt x="573978" y="2258744"/>
                  </a:lnTo>
                  <a:lnTo>
                    <a:pt x="578969" y="2258744"/>
                  </a:lnTo>
                  <a:lnTo>
                    <a:pt x="578969" y="2256268"/>
                  </a:lnTo>
                  <a:lnTo>
                    <a:pt x="583960" y="2256268"/>
                  </a:lnTo>
                  <a:lnTo>
                    <a:pt x="583960" y="2256268"/>
                  </a:lnTo>
                  <a:lnTo>
                    <a:pt x="588951" y="2256268"/>
                  </a:lnTo>
                  <a:lnTo>
                    <a:pt x="588951" y="2256268"/>
                  </a:lnTo>
                  <a:lnTo>
                    <a:pt x="593942" y="2256268"/>
                  </a:lnTo>
                  <a:lnTo>
                    <a:pt x="593942" y="2251313"/>
                  </a:lnTo>
                  <a:lnTo>
                    <a:pt x="598933" y="2251313"/>
                  </a:lnTo>
                  <a:lnTo>
                    <a:pt x="598933" y="2251313"/>
                  </a:lnTo>
                  <a:lnTo>
                    <a:pt x="603924" y="2251313"/>
                  </a:lnTo>
                  <a:lnTo>
                    <a:pt x="603924" y="2248833"/>
                  </a:lnTo>
                  <a:lnTo>
                    <a:pt x="608916" y="2248833"/>
                  </a:lnTo>
                  <a:lnTo>
                    <a:pt x="608916" y="2248833"/>
                  </a:lnTo>
                  <a:lnTo>
                    <a:pt x="613907" y="2248833"/>
                  </a:lnTo>
                  <a:lnTo>
                    <a:pt x="613907" y="2248833"/>
                  </a:lnTo>
                  <a:lnTo>
                    <a:pt x="618898" y="2248833"/>
                  </a:lnTo>
                  <a:lnTo>
                    <a:pt x="618898" y="2246352"/>
                  </a:lnTo>
                  <a:lnTo>
                    <a:pt x="623889" y="2246352"/>
                  </a:lnTo>
                  <a:lnTo>
                    <a:pt x="623889" y="2243871"/>
                  </a:lnTo>
                  <a:lnTo>
                    <a:pt x="628880" y="2243871"/>
                  </a:lnTo>
                  <a:lnTo>
                    <a:pt x="628880" y="2236421"/>
                  </a:lnTo>
                  <a:lnTo>
                    <a:pt x="633871" y="2236421"/>
                  </a:lnTo>
                  <a:lnTo>
                    <a:pt x="633871" y="2226480"/>
                  </a:lnTo>
                  <a:lnTo>
                    <a:pt x="638862" y="2226480"/>
                  </a:lnTo>
                  <a:lnTo>
                    <a:pt x="638862" y="2223995"/>
                  </a:lnTo>
                  <a:lnTo>
                    <a:pt x="643853" y="2223995"/>
                  </a:lnTo>
                  <a:lnTo>
                    <a:pt x="643853" y="2221509"/>
                  </a:lnTo>
                  <a:lnTo>
                    <a:pt x="648844" y="2221509"/>
                  </a:lnTo>
                  <a:lnTo>
                    <a:pt x="648844" y="2221509"/>
                  </a:lnTo>
                  <a:lnTo>
                    <a:pt x="653836" y="2221509"/>
                  </a:lnTo>
                  <a:lnTo>
                    <a:pt x="653836" y="2219022"/>
                  </a:lnTo>
                  <a:lnTo>
                    <a:pt x="658827" y="2219022"/>
                  </a:lnTo>
                  <a:lnTo>
                    <a:pt x="658827" y="2214046"/>
                  </a:lnTo>
                  <a:lnTo>
                    <a:pt x="663818" y="2214046"/>
                  </a:lnTo>
                  <a:lnTo>
                    <a:pt x="663818" y="2206582"/>
                  </a:lnTo>
                  <a:lnTo>
                    <a:pt x="668809" y="2206582"/>
                  </a:lnTo>
                  <a:lnTo>
                    <a:pt x="668809" y="2196621"/>
                  </a:lnTo>
                  <a:lnTo>
                    <a:pt x="673800" y="2196621"/>
                  </a:lnTo>
                  <a:lnTo>
                    <a:pt x="673800" y="2196621"/>
                  </a:lnTo>
                  <a:lnTo>
                    <a:pt x="678791" y="2196621"/>
                  </a:lnTo>
                  <a:lnTo>
                    <a:pt x="678791" y="2194130"/>
                  </a:lnTo>
                  <a:lnTo>
                    <a:pt x="683782" y="2194130"/>
                  </a:lnTo>
                  <a:lnTo>
                    <a:pt x="683782" y="2189148"/>
                  </a:lnTo>
                  <a:lnTo>
                    <a:pt x="688773" y="2189148"/>
                  </a:lnTo>
                  <a:lnTo>
                    <a:pt x="688773" y="2186657"/>
                  </a:lnTo>
                  <a:lnTo>
                    <a:pt x="693765" y="2186657"/>
                  </a:lnTo>
                  <a:lnTo>
                    <a:pt x="693765" y="2179182"/>
                  </a:lnTo>
                  <a:lnTo>
                    <a:pt x="698756" y="2179182"/>
                  </a:lnTo>
                  <a:lnTo>
                    <a:pt x="698756" y="2179182"/>
                  </a:lnTo>
                  <a:lnTo>
                    <a:pt x="703747" y="2179182"/>
                  </a:lnTo>
                  <a:lnTo>
                    <a:pt x="703747" y="2176689"/>
                  </a:lnTo>
                  <a:lnTo>
                    <a:pt x="708738" y="2176689"/>
                  </a:lnTo>
                  <a:lnTo>
                    <a:pt x="708738" y="2174195"/>
                  </a:lnTo>
                  <a:lnTo>
                    <a:pt x="713729" y="2174195"/>
                  </a:lnTo>
                  <a:lnTo>
                    <a:pt x="713729" y="2166710"/>
                  </a:lnTo>
                  <a:lnTo>
                    <a:pt x="718720" y="2166710"/>
                  </a:lnTo>
                  <a:lnTo>
                    <a:pt x="718720" y="2164215"/>
                  </a:lnTo>
                  <a:lnTo>
                    <a:pt x="723711" y="2164215"/>
                  </a:lnTo>
                  <a:lnTo>
                    <a:pt x="723711" y="2161720"/>
                  </a:lnTo>
                  <a:lnTo>
                    <a:pt x="728702" y="2161720"/>
                  </a:lnTo>
                  <a:lnTo>
                    <a:pt x="728702" y="2159224"/>
                  </a:lnTo>
                  <a:lnTo>
                    <a:pt x="733693" y="2159224"/>
                  </a:lnTo>
                  <a:lnTo>
                    <a:pt x="733693" y="2149240"/>
                  </a:lnTo>
                  <a:lnTo>
                    <a:pt x="738685" y="2149240"/>
                  </a:lnTo>
                  <a:lnTo>
                    <a:pt x="738685" y="2146743"/>
                  </a:lnTo>
                  <a:lnTo>
                    <a:pt x="743676" y="2146743"/>
                  </a:lnTo>
                  <a:lnTo>
                    <a:pt x="743676" y="2141748"/>
                  </a:lnTo>
                  <a:lnTo>
                    <a:pt x="748667" y="2141748"/>
                  </a:lnTo>
                  <a:lnTo>
                    <a:pt x="748667" y="2141748"/>
                  </a:lnTo>
                  <a:lnTo>
                    <a:pt x="753658" y="2141748"/>
                  </a:lnTo>
                  <a:lnTo>
                    <a:pt x="753658" y="2139250"/>
                  </a:lnTo>
                  <a:lnTo>
                    <a:pt x="758649" y="2139250"/>
                  </a:lnTo>
                  <a:lnTo>
                    <a:pt x="758649" y="2136751"/>
                  </a:lnTo>
                  <a:lnTo>
                    <a:pt x="763640" y="2136751"/>
                  </a:lnTo>
                  <a:lnTo>
                    <a:pt x="763640" y="2131753"/>
                  </a:lnTo>
                  <a:lnTo>
                    <a:pt x="768631" y="2131753"/>
                  </a:lnTo>
                  <a:lnTo>
                    <a:pt x="768631" y="2124253"/>
                  </a:lnTo>
                  <a:lnTo>
                    <a:pt x="773622" y="2124253"/>
                  </a:lnTo>
                  <a:lnTo>
                    <a:pt x="773622" y="2119248"/>
                  </a:lnTo>
                  <a:lnTo>
                    <a:pt x="778613" y="2119248"/>
                  </a:lnTo>
                  <a:lnTo>
                    <a:pt x="778613" y="2119248"/>
                  </a:lnTo>
                  <a:lnTo>
                    <a:pt x="783605" y="2119248"/>
                  </a:lnTo>
                  <a:lnTo>
                    <a:pt x="783605" y="2114241"/>
                  </a:lnTo>
                  <a:lnTo>
                    <a:pt x="788596" y="2114241"/>
                  </a:lnTo>
                  <a:lnTo>
                    <a:pt x="788596" y="2114241"/>
                  </a:lnTo>
                  <a:lnTo>
                    <a:pt x="793587" y="2114241"/>
                  </a:lnTo>
                  <a:lnTo>
                    <a:pt x="793587" y="2111737"/>
                  </a:lnTo>
                  <a:lnTo>
                    <a:pt x="798578" y="2111737"/>
                  </a:lnTo>
                  <a:lnTo>
                    <a:pt x="798578" y="2109232"/>
                  </a:lnTo>
                  <a:lnTo>
                    <a:pt x="803569" y="2109232"/>
                  </a:lnTo>
                  <a:lnTo>
                    <a:pt x="803569" y="2104222"/>
                  </a:lnTo>
                  <a:lnTo>
                    <a:pt x="808560" y="2104222"/>
                  </a:lnTo>
                  <a:lnTo>
                    <a:pt x="808560" y="2101716"/>
                  </a:lnTo>
                  <a:lnTo>
                    <a:pt x="813551" y="2101716"/>
                  </a:lnTo>
                  <a:lnTo>
                    <a:pt x="813551" y="2101716"/>
                  </a:lnTo>
                  <a:lnTo>
                    <a:pt x="818542" y="2101716"/>
                  </a:lnTo>
                  <a:lnTo>
                    <a:pt x="818542" y="2099209"/>
                  </a:lnTo>
                  <a:lnTo>
                    <a:pt x="823533" y="2099209"/>
                  </a:lnTo>
                  <a:lnTo>
                    <a:pt x="823533" y="2099209"/>
                  </a:lnTo>
                  <a:lnTo>
                    <a:pt x="828525" y="2099209"/>
                  </a:lnTo>
                  <a:lnTo>
                    <a:pt x="828525" y="2094194"/>
                  </a:lnTo>
                  <a:lnTo>
                    <a:pt x="833516" y="2094194"/>
                  </a:lnTo>
                  <a:lnTo>
                    <a:pt x="833516" y="2094194"/>
                  </a:lnTo>
                  <a:lnTo>
                    <a:pt x="838507" y="2094194"/>
                  </a:lnTo>
                  <a:lnTo>
                    <a:pt x="838507" y="2081651"/>
                  </a:lnTo>
                  <a:lnTo>
                    <a:pt x="843498" y="2081651"/>
                  </a:lnTo>
                  <a:lnTo>
                    <a:pt x="843498" y="2079140"/>
                  </a:lnTo>
                  <a:lnTo>
                    <a:pt x="848489" y="2079140"/>
                  </a:lnTo>
                  <a:lnTo>
                    <a:pt x="848489" y="2079140"/>
                  </a:lnTo>
                  <a:lnTo>
                    <a:pt x="853480" y="2079140"/>
                  </a:lnTo>
                  <a:lnTo>
                    <a:pt x="853480" y="2079140"/>
                  </a:lnTo>
                  <a:lnTo>
                    <a:pt x="858471" y="2079140"/>
                  </a:lnTo>
                  <a:lnTo>
                    <a:pt x="858471" y="2079140"/>
                  </a:lnTo>
                  <a:lnTo>
                    <a:pt x="863462" y="2079140"/>
                  </a:lnTo>
                  <a:lnTo>
                    <a:pt x="863462" y="2074115"/>
                  </a:lnTo>
                  <a:lnTo>
                    <a:pt x="868454" y="2074115"/>
                  </a:lnTo>
                  <a:lnTo>
                    <a:pt x="868454" y="2071601"/>
                  </a:lnTo>
                  <a:lnTo>
                    <a:pt x="873445" y="2071601"/>
                  </a:lnTo>
                  <a:lnTo>
                    <a:pt x="873445" y="2064058"/>
                  </a:lnTo>
                  <a:lnTo>
                    <a:pt x="878436" y="2064058"/>
                  </a:lnTo>
                  <a:lnTo>
                    <a:pt x="878436" y="2061542"/>
                  </a:lnTo>
                  <a:lnTo>
                    <a:pt x="883427" y="2061542"/>
                  </a:lnTo>
                  <a:lnTo>
                    <a:pt x="883427" y="2061542"/>
                  </a:lnTo>
                  <a:lnTo>
                    <a:pt x="888418" y="2061542"/>
                  </a:lnTo>
                  <a:lnTo>
                    <a:pt x="888418" y="2061542"/>
                  </a:lnTo>
                  <a:lnTo>
                    <a:pt x="893409" y="2061542"/>
                  </a:lnTo>
                  <a:lnTo>
                    <a:pt x="893409" y="2061542"/>
                  </a:lnTo>
                  <a:lnTo>
                    <a:pt x="898400" y="2061542"/>
                  </a:lnTo>
                  <a:lnTo>
                    <a:pt x="898400" y="2059024"/>
                  </a:lnTo>
                  <a:lnTo>
                    <a:pt x="903391" y="2059024"/>
                  </a:lnTo>
                  <a:lnTo>
                    <a:pt x="903391" y="2056506"/>
                  </a:lnTo>
                  <a:lnTo>
                    <a:pt x="908382" y="2056506"/>
                  </a:lnTo>
                  <a:lnTo>
                    <a:pt x="908382" y="2048950"/>
                  </a:lnTo>
                  <a:lnTo>
                    <a:pt x="913374" y="2048950"/>
                  </a:lnTo>
                  <a:lnTo>
                    <a:pt x="913374" y="2046430"/>
                  </a:lnTo>
                  <a:lnTo>
                    <a:pt x="918365" y="2046430"/>
                  </a:lnTo>
                  <a:lnTo>
                    <a:pt x="918365" y="2043910"/>
                  </a:lnTo>
                  <a:lnTo>
                    <a:pt x="923356" y="2043910"/>
                  </a:lnTo>
                  <a:lnTo>
                    <a:pt x="923356" y="2043910"/>
                  </a:lnTo>
                  <a:lnTo>
                    <a:pt x="928347" y="2043910"/>
                  </a:lnTo>
                  <a:lnTo>
                    <a:pt x="928347" y="2041389"/>
                  </a:lnTo>
                  <a:lnTo>
                    <a:pt x="933338" y="2041389"/>
                  </a:lnTo>
                  <a:lnTo>
                    <a:pt x="933338" y="2041389"/>
                  </a:lnTo>
                  <a:lnTo>
                    <a:pt x="938329" y="2041389"/>
                  </a:lnTo>
                  <a:lnTo>
                    <a:pt x="938329" y="2041389"/>
                  </a:lnTo>
                  <a:lnTo>
                    <a:pt x="943320" y="2041389"/>
                  </a:lnTo>
                  <a:lnTo>
                    <a:pt x="943320" y="2021203"/>
                  </a:lnTo>
                  <a:lnTo>
                    <a:pt x="948311" y="2021203"/>
                  </a:lnTo>
                  <a:lnTo>
                    <a:pt x="948311" y="2016154"/>
                  </a:lnTo>
                  <a:lnTo>
                    <a:pt x="953302" y="2016154"/>
                  </a:lnTo>
                  <a:lnTo>
                    <a:pt x="953302" y="2011104"/>
                  </a:lnTo>
                  <a:lnTo>
                    <a:pt x="958294" y="2011104"/>
                  </a:lnTo>
                  <a:lnTo>
                    <a:pt x="958294" y="2011104"/>
                  </a:lnTo>
                  <a:lnTo>
                    <a:pt x="963285" y="2011104"/>
                  </a:lnTo>
                  <a:lnTo>
                    <a:pt x="963285" y="2001004"/>
                  </a:lnTo>
                  <a:lnTo>
                    <a:pt x="968276" y="2001004"/>
                  </a:lnTo>
                  <a:lnTo>
                    <a:pt x="968276" y="1998478"/>
                  </a:lnTo>
                  <a:lnTo>
                    <a:pt x="973267" y="1998478"/>
                  </a:lnTo>
                  <a:lnTo>
                    <a:pt x="973267" y="1998478"/>
                  </a:lnTo>
                  <a:lnTo>
                    <a:pt x="978258" y="1998478"/>
                  </a:lnTo>
                  <a:lnTo>
                    <a:pt x="978258" y="1990900"/>
                  </a:lnTo>
                  <a:lnTo>
                    <a:pt x="983249" y="1990900"/>
                  </a:lnTo>
                  <a:lnTo>
                    <a:pt x="983249" y="1990900"/>
                  </a:lnTo>
                  <a:lnTo>
                    <a:pt x="988240" y="1990900"/>
                  </a:lnTo>
                  <a:lnTo>
                    <a:pt x="988240" y="1988372"/>
                  </a:lnTo>
                  <a:lnTo>
                    <a:pt x="993231" y="1988372"/>
                  </a:lnTo>
                  <a:lnTo>
                    <a:pt x="993231" y="1988372"/>
                  </a:lnTo>
                  <a:lnTo>
                    <a:pt x="998223" y="1988372"/>
                  </a:lnTo>
                  <a:lnTo>
                    <a:pt x="998223" y="1985843"/>
                  </a:lnTo>
                  <a:lnTo>
                    <a:pt x="1003214" y="1985843"/>
                  </a:lnTo>
                  <a:lnTo>
                    <a:pt x="1003214" y="1985843"/>
                  </a:lnTo>
                  <a:lnTo>
                    <a:pt x="1008205" y="1985843"/>
                  </a:lnTo>
                  <a:lnTo>
                    <a:pt x="1008205" y="1985843"/>
                  </a:lnTo>
                  <a:lnTo>
                    <a:pt x="1013196" y="1985843"/>
                  </a:lnTo>
                  <a:lnTo>
                    <a:pt x="1013196" y="1985843"/>
                  </a:lnTo>
                  <a:lnTo>
                    <a:pt x="1018187" y="1985843"/>
                  </a:lnTo>
                  <a:lnTo>
                    <a:pt x="1018187" y="1985843"/>
                  </a:lnTo>
                  <a:lnTo>
                    <a:pt x="1023178" y="1985843"/>
                  </a:lnTo>
                  <a:lnTo>
                    <a:pt x="1023178" y="1985843"/>
                  </a:lnTo>
                  <a:lnTo>
                    <a:pt x="1028169" y="1985843"/>
                  </a:lnTo>
                  <a:lnTo>
                    <a:pt x="1028169" y="1983313"/>
                  </a:lnTo>
                  <a:lnTo>
                    <a:pt x="1033160" y="1983313"/>
                  </a:lnTo>
                  <a:lnTo>
                    <a:pt x="1033160" y="1980783"/>
                  </a:lnTo>
                  <a:lnTo>
                    <a:pt x="1038151" y="1980783"/>
                  </a:lnTo>
                  <a:lnTo>
                    <a:pt x="1038151" y="1978251"/>
                  </a:lnTo>
                  <a:lnTo>
                    <a:pt x="1043143" y="1978251"/>
                  </a:lnTo>
                  <a:lnTo>
                    <a:pt x="1043143" y="1975720"/>
                  </a:lnTo>
                  <a:lnTo>
                    <a:pt x="1048134" y="1975720"/>
                  </a:lnTo>
                  <a:lnTo>
                    <a:pt x="1048134" y="1965591"/>
                  </a:lnTo>
                  <a:lnTo>
                    <a:pt x="1053125" y="1965591"/>
                  </a:lnTo>
                  <a:lnTo>
                    <a:pt x="1053125" y="1960522"/>
                  </a:lnTo>
                  <a:lnTo>
                    <a:pt x="1058116" y="1960522"/>
                  </a:lnTo>
                  <a:lnTo>
                    <a:pt x="1058116" y="1960522"/>
                  </a:lnTo>
                  <a:lnTo>
                    <a:pt x="1063107" y="1960522"/>
                  </a:lnTo>
                  <a:lnTo>
                    <a:pt x="1063107" y="1957986"/>
                  </a:lnTo>
                  <a:lnTo>
                    <a:pt x="1068098" y="1957986"/>
                  </a:lnTo>
                  <a:lnTo>
                    <a:pt x="1068098" y="1955451"/>
                  </a:lnTo>
                  <a:lnTo>
                    <a:pt x="1073089" y="1955451"/>
                  </a:lnTo>
                  <a:lnTo>
                    <a:pt x="1073089" y="1947844"/>
                  </a:lnTo>
                  <a:lnTo>
                    <a:pt x="1078080" y="1947844"/>
                  </a:lnTo>
                  <a:lnTo>
                    <a:pt x="1078080" y="1947844"/>
                  </a:lnTo>
                  <a:lnTo>
                    <a:pt x="1083071" y="1947844"/>
                  </a:lnTo>
                  <a:lnTo>
                    <a:pt x="1083071" y="1945308"/>
                  </a:lnTo>
                  <a:lnTo>
                    <a:pt x="1088063" y="1945308"/>
                  </a:lnTo>
                  <a:lnTo>
                    <a:pt x="1088063" y="1945308"/>
                  </a:lnTo>
                  <a:lnTo>
                    <a:pt x="1093054" y="1945308"/>
                  </a:lnTo>
                  <a:lnTo>
                    <a:pt x="1093054" y="1940230"/>
                  </a:lnTo>
                  <a:lnTo>
                    <a:pt x="1098045" y="1940230"/>
                  </a:lnTo>
                  <a:lnTo>
                    <a:pt x="1098045" y="1937691"/>
                  </a:lnTo>
                  <a:lnTo>
                    <a:pt x="1103036" y="1937691"/>
                  </a:lnTo>
                  <a:lnTo>
                    <a:pt x="1103036" y="1937691"/>
                  </a:lnTo>
                  <a:lnTo>
                    <a:pt x="1108027" y="1937691"/>
                  </a:lnTo>
                  <a:lnTo>
                    <a:pt x="1108027" y="1937691"/>
                  </a:lnTo>
                  <a:lnTo>
                    <a:pt x="1113018" y="1937691"/>
                  </a:lnTo>
                  <a:lnTo>
                    <a:pt x="1113018" y="1937691"/>
                  </a:lnTo>
                  <a:lnTo>
                    <a:pt x="1118009" y="1937691"/>
                  </a:lnTo>
                  <a:lnTo>
                    <a:pt x="1118009" y="1924990"/>
                  </a:lnTo>
                  <a:lnTo>
                    <a:pt x="1123000" y="1924990"/>
                  </a:lnTo>
                  <a:lnTo>
                    <a:pt x="1123000" y="1922448"/>
                  </a:lnTo>
                  <a:lnTo>
                    <a:pt x="1127992" y="1922448"/>
                  </a:lnTo>
                  <a:lnTo>
                    <a:pt x="1127992" y="1917362"/>
                  </a:lnTo>
                  <a:lnTo>
                    <a:pt x="1132983" y="1917362"/>
                  </a:lnTo>
                  <a:lnTo>
                    <a:pt x="1132983" y="1917362"/>
                  </a:lnTo>
                  <a:lnTo>
                    <a:pt x="1137974" y="1917362"/>
                  </a:lnTo>
                  <a:lnTo>
                    <a:pt x="1137974" y="1914818"/>
                  </a:lnTo>
                  <a:lnTo>
                    <a:pt x="1142965" y="1914818"/>
                  </a:lnTo>
                  <a:lnTo>
                    <a:pt x="1142965" y="1914818"/>
                  </a:lnTo>
                  <a:lnTo>
                    <a:pt x="1147956" y="1914818"/>
                  </a:lnTo>
                  <a:lnTo>
                    <a:pt x="1147956" y="1904641"/>
                  </a:lnTo>
                  <a:lnTo>
                    <a:pt x="1152947" y="1904641"/>
                  </a:lnTo>
                  <a:lnTo>
                    <a:pt x="1152947" y="1902096"/>
                  </a:lnTo>
                  <a:lnTo>
                    <a:pt x="1157938" y="1902096"/>
                  </a:lnTo>
                  <a:lnTo>
                    <a:pt x="1157938" y="1902096"/>
                  </a:lnTo>
                  <a:lnTo>
                    <a:pt x="1162929" y="1902096"/>
                  </a:lnTo>
                  <a:lnTo>
                    <a:pt x="1162929" y="1902096"/>
                  </a:lnTo>
                  <a:lnTo>
                    <a:pt x="1167920" y="1902096"/>
                  </a:lnTo>
                  <a:lnTo>
                    <a:pt x="1167920" y="1899547"/>
                  </a:lnTo>
                  <a:lnTo>
                    <a:pt x="1172912" y="1899547"/>
                  </a:lnTo>
                  <a:lnTo>
                    <a:pt x="1172912" y="1899547"/>
                  </a:lnTo>
                  <a:lnTo>
                    <a:pt x="1177903" y="1899547"/>
                  </a:lnTo>
                  <a:lnTo>
                    <a:pt x="1177903" y="1896998"/>
                  </a:lnTo>
                  <a:lnTo>
                    <a:pt x="1182894" y="1896998"/>
                  </a:lnTo>
                  <a:lnTo>
                    <a:pt x="1182894" y="1889350"/>
                  </a:lnTo>
                  <a:lnTo>
                    <a:pt x="1187885" y="1889350"/>
                  </a:lnTo>
                  <a:lnTo>
                    <a:pt x="1187885" y="1884250"/>
                  </a:lnTo>
                  <a:lnTo>
                    <a:pt x="1192876" y="1884250"/>
                  </a:lnTo>
                  <a:lnTo>
                    <a:pt x="1192876" y="1881698"/>
                  </a:lnTo>
                  <a:lnTo>
                    <a:pt x="1197867" y="1881698"/>
                  </a:lnTo>
                  <a:lnTo>
                    <a:pt x="1197867" y="1879145"/>
                  </a:lnTo>
                  <a:lnTo>
                    <a:pt x="1202858" y="1879145"/>
                  </a:lnTo>
                  <a:lnTo>
                    <a:pt x="1202858" y="1876592"/>
                  </a:lnTo>
                  <a:lnTo>
                    <a:pt x="1207849" y="1876592"/>
                  </a:lnTo>
                  <a:lnTo>
                    <a:pt x="1207849" y="1876592"/>
                  </a:lnTo>
                  <a:lnTo>
                    <a:pt x="1212840" y="1876592"/>
                  </a:lnTo>
                  <a:lnTo>
                    <a:pt x="1212840" y="1876592"/>
                  </a:lnTo>
                  <a:lnTo>
                    <a:pt x="1217832" y="1876592"/>
                  </a:lnTo>
                  <a:lnTo>
                    <a:pt x="1217832" y="1876592"/>
                  </a:lnTo>
                  <a:lnTo>
                    <a:pt x="1222823" y="1876592"/>
                  </a:lnTo>
                  <a:lnTo>
                    <a:pt x="1222823" y="1876592"/>
                  </a:lnTo>
                  <a:lnTo>
                    <a:pt x="1227814" y="1876592"/>
                  </a:lnTo>
                  <a:lnTo>
                    <a:pt x="1227814" y="1876592"/>
                  </a:lnTo>
                  <a:lnTo>
                    <a:pt x="1232805" y="1876592"/>
                  </a:lnTo>
                  <a:lnTo>
                    <a:pt x="1232805" y="1876592"/>
                  </a:lnTo>
                  <a:lnTo>
                    <a:pt x="1237796" y="1876592"/>
                  </a:lnTo>
                  <a:lnTo>
                    <a:pt x="1237796" y="1874035"/>
                  </a:lnTo>
                  <a:lnTo>
                    <a:pt x="1242787" y="1874035"/>
                  </a:lnTo>
                  <a:lnTo>
                    <a:pt x="1242787" y="1874035"/>
                  </a:lnTo>
                  <a:lnTo>
                    <a:pt x="1247778" y="1874035"/>
                  </a:lnTo>
                  <a:lnTo>
                    <a:pt x="1247778" y="1871477"/>
                  </a:lnTo>
                  <a:lnTo>
                    <a:pt x="1252769" y="1871477"/>
                  </a:lnTo>
                  <a:lnTo>
                    <a:pt x="1252769" y="1868918"/>
                  </a:lnTo>
                  <a:lnTo>
                    <a:pt x="1257761" y="1868918"/>
                  </a:lnTo>
                  <a:lnTo>
                    <a:pt x="1257761" y="1863801"/>
                  </a:lnTo>
                  <a:lnTo>
                    <a:pt x="1262752" y="1863801"/>
                  </a:lnTo>
                  <a:lnTo>
                    <a:pt x="1262752" y="1858681"/>
                  </a:lnTo>
                  <a:lnTo>
                    <a:pt x="1267743" y="1858681"/>
                  </a:lnTo>
                  <a:lnTo>
                    <a:pt x="1267743" y="1856121"/>
                  </a:lnTo>
                  <a:lnTo>
                    <a:pt x="1272734" y="1856121"/>
                  </a:lnTo>
                  <a:lnTo>
                    <a:pt x="1272734" y="1848438"/>
                  </a:lnTo>
                  <a:lnTo>
                    <a:pt x="1277725" y="1848438"/>
                  </a:lnTo>
                  <a:lnTo>
                    <a:pt x="1277725" y="1848438"/>
                  </a:lnTo>
                  <a:lnTo>
                    <a:pt x="1282716" y="1848438"/>
                  </a:lnTo>
                  <a:lnTo>
                    <a:pt x="1282716" y="1848438"/>
                  </a:lnTo>
                  <a:lnTo>
                    <a:pt x="1287707" y="1848438"/>
                  </a:lnTo>
                  <a:lnTo>
                    <a:pt x="1287707" y="1848438"/>
                  </a:lnTo>
                  <a:lnTo>
                    <a:pt x="1292698" y="1848438"/>
                  </a:lnTo>
                  <a:lnTo>
                    <a:pt x="1292698" y="1838185"/>
                  </a:lnTo>
                  <a:lnTo>
                    <a:pt x="1297689" y="1838185"/>
                  </a:lnTo>
                  <a:lnTo>
                    <a:pt x="1297689" y="1835621"/>
                  </a:lnTo>
                  <a:lnTo>
                    <a:pt x="1302681" y="1835621"/>
                  </a:lnTo>
                  <a:lnTo>
                    <a:pt x="1302681" y="1833056"/>
                  </a:lnTo>
                  <a:lnTo>
                    <a:pt x="1307672" y="1833056"/>
                  </a:lnTo>
                  <a:lnTo>
                    <a:pt x="1307672" y="1833056"/>
                  </a:lnTo>
                  <a:lnTo>
                    <a:pt x="1312663" y="1833056"/>
                  </a:lnTo>
                  <a:lnTo>
                    <a:pt x="1312663" y="1830492"/>
                  </a:lnTo>
                  <a:lnTo>
                    <a:pt x="1317654" y="1830492"/>
                  </a:lnTo>
                  <a:lnTo>
                    <a:pt x="1317654" y="1827926"/>
                  </a:lnTo>
                  <a:lnTo>
                    <a:pt x="1322645" y="1827926"/>
                  </a:lnTo>
                  <a:lnTo>
                    <a:pt x="1322645" y="1827926"/>
                  </a:lnTo>
                  <a:lnTo>
                    <a:pt x="1327636" y="1827926"/>
                  </a:lnTo>
                  <a:lnTo>
                    <a:pt x="1327636" y="1815095"/>
                  </a:lnTo>
                  <a:lnTo>
                    <a:pt x="1332627" y="1815095"/>
                  </a:lnTo>
                  <a:lnTo>
                    <a:pt x="1332627" y="1812528"/>
                  </a:lnTo>
                  <a:lnTo>
                    <a:pt x="1337618" y="1812528"/>
                  </a:lnTo>
                  <a:lnTo>
                    <a:pt x="1337618" y="1812528"/>
                  </a:lnTo>
                  <a:lnTo>
                    <a:pt x="1342609" y="1812528"/>
                  </a:lnTo>
                  <a:lnTo>
                    <a:pt x="1342609" y="1812528"/>
                  </a:lnTo>
                  <a:lnTo>
                    <a:pt x="1347601" y="1812528"/>
                  </a:lnTo>
                  <a:lnTo>
                    <a:pt x="1347601" y="1809960"/>
                  </a:lnTo>
                  <a:lnTo>
                    <a:pt x="1352592" y="1809960"/>
                  </a:lnTo>
                  <a:lnTo>
                    <a:pt x="1352592" y="1807391"/>
                  </a:lnTo>
                  <a:lnTo>
                    <a:pt x="1357583" y="1807391"/>
                  </a:lnTo>
                  <a:lnTo>
                    <a:pt x="1357583" y="1807391"/>
                  </a:lnTo>
                  <a:lnTo>
                    <a:pt x="1362574" y="1807391"/>
                  </a:lnTo>
                  <a:lnTo>
                    <a:pt x="1362574" y="1802251"/>
                  </a:lnTo>
                  <a:lnTo>
                    <a:pt x="1367565" y="1802251"/>
                  </a:lnTo>
                  <a:lnTo>
                    <a:pt x="1367565" y="1802251"/>
                  </a:lnTo>
                  <a:lnTo>
                    <a:pt x="1372556" y="1802251"/>
                  </a:lnTo>
                  <a:lnTo>
                    <a:pt x="1372556" y="1799680"/>
                  </a:lnTo>
                  <a:lnTo>
                    <a:pt x="1377547" y="1799680"/>
                  </a:lnTo>
                  <a:lnTo>
                    <a:pt x="1377547" y="1794536"/>
                  </a:lnTo>
                  <a:lnTo>
                    <a:pt x="1382538" y="1794536"/>
                  </a:lnTo>
                  <a:lnTo>
                    <a:pt x="1382538" y="1794536"/>
                  </a:lnTo>
                  <a:lnTo>
                    <a:pt x="1387530" y="1794536"/>
                  </a:lnTo>
                  <a:lnTo>
                    <a:pt x="1387530" y="1794536"/>
                  </a:lnTo>
                  <a:lnTo>
                    <a:pt x="1392521" y="1794536"/>
                  </a:lnTo>
                  <a:lnTo>
                    <a:pt x="1392521" y="1794536"/>
                  </a:lnTo>
                  <a:lnTo>
                    <a:pt x="1397512" y="1794536"/>
                  </a:lnTo>
                  <a:lnTo>
                    <a:pt x="1397512" y="1791962"/>
                  </a:lnTo>
                  <a:lnTo>
                    <a:pt x="1402503" y="1791962"/>
                  </a:lnTo>
                  <a:lnTo>
                    <a:pt x="1402503" y="1791962"/>
                  </a:lnTo>
                  <a:lnTo>
                    <a:pt x="1407494" y="1791962"/>
                  </a:lnTo>
                  <a:lnTo>
                    <a:pt x="1407494" y="1791962"/>
                  </a:lnTo>
                  <a:lnTo>
                    <a:pt x="1412485" y="1791962"/>
                  </a:lnTo>
                  <a:lnTo>
                    <a:pt x="1412485" y="1791962"/>
                  </a:lnTo>
                  <a:lnTo>
                    <a:pt x="1417476" y="1791962"/>
                  </a:lnTo>
                  <a:lnTo>
                    <a:pt x="1417476" y="1789385"/>
                  </a:lnTo>
                  <a:lnTo>
                    <a:pt x="1422467" y="1789385"/>
                  </a:lnTo>
                  <a:lnTo>
                    <a:pt x="1422467" y="1789385"/>
                  </a:lnTo>
                  <a:lnTo>
                    <a:pt x="1427458" y="1789385"/>
                  </a:lnTo>
                  <a:lnTo>
                    <a:pt x="1427458" y="1786809"/>
                  </a:lnTo>
                  <a:lnTo>
                    <a:pt x="1432450" y="1786809"/>
                  </a:lnTo>
                  <a:lnTo>
                    <a:pt x="1432450" y="1776502"/>
                  </a:lnTo>
                  <a:lnTo>
                    <a:pt x="1437441" y="1776502"/>
                  </a:lnTo>
                  <a:lnTo>
                    <a:pt x="1437441" y="1776502"/>
                  </a:lnTo>
                  <a:lnTo>
                    <a:pt x="1442432" y="1776502"/>
                  </a:lnTo>
                  <a:lnTo>
                    <a:pt x="1442432" y="1773925"/>
                  </a:lnTo>
                  <a:lnTo>
                    <a:pt x="1447423" y="1773925"/>
                  </a:lnTo>
                  <a:lnTo>
                    <a:pt x="1447423" y="1773925"/>
                  </a:lnTo>
                  <a:lnTo>
                    <a:pt x="1452414" y="1773925"/>
                  </a:lnTo>
                  <a:lnTo>
                    <a:pt x="1452414" y="1771347"/>
                  </a:lnTo>
                  <a:lnTo>
                    <a:pt x="1457405" y="1771347"/>
                  </a:lnTo>
                  <a:lnTo>
                    <a:pt x="1457405" y="1768769"/>
                  </a:lnTo>
                  <a:lnTo>
                    <a:pt x="1462396" y="1768769"/>
                  </a:lnTo>
                  <a:lnTo>
                    <a:pt x="1462396" y="1768769"/>
                  </a:lnTo>
                  <a:lnTo>
                    <a:pt x="1467387" y="1768769"/>
                  </a:lnTo>
                  <a:lnTo>
                    <a:pt x="1467387" y="1766190"/>
                  </a:lnTo>
                  <a:lnTo>
                    <a:pt x="1472378" y="1766190"/>
                  </a:lnTo>
                  <a:lnTo>
                    <a:pt x="1472378" y="1766190"/>
                  </a:lnTo>
                  <a:lnTo>
                    <a:pt x="1477370" y="1766190"/>
                  </a:lnTo>
                  <a:lnTo>
                    <a:pt x="1477370" y="1766190"/>
                  </a:lnTo>
                  <a:lnTo>
                    <a:pt x="1482361" y="1766190"/>
                  </a:lnTo>
                  <a:lnTo>
                    <a:pt x="1482361" y="1763607"/>
                  </a:lnTo>
                  <a:lnTo>
                    <a:pt x="1487352" y="1763607"/>
                  </a:lnTo>
                  <a:lnTo>
                    <a:pt x="1487352" y="1761025"/>
                  </a:lnTo>
                  <a:lnTo>
                    <a:pt x="1492343" y="1761025"/>
                  </a:lnTo>
                  <a:lnTo>
                    <a:pt x="1492343" y="1758441"/>
                  </a:lnTo>
                  <a:lnTo>
                    <a:pt x="1497334" y="1758441"/>
                  </a:lnTo>
                  <a:lnTo>
                    <a:pt x="1497334" y="1755857"/>
                  </a:lnTo>
                  <a:lnTo>
                    <a:pt x="1502325" y="1755857"/>
                  </a:lnTo>
                  <a:lnTo>
                    <a:pt x="1502325" y="1748102"/>
                  </a:lnTo>
                  <a:lnTo>
                    <a:pt x="1507316" y="1748102"/>
                  </a:lnTo>
                  <a:lnTo>
                    <a:pt x="1507316" y="1742929"/>
                  </a:lnTo>
                  <a:lnTo>
                    <a:pt x="1512307" y="1742929"/>
                  </a:lnTo>
                  <a:lnTo>
                    <a:pt x="1512307" y="1742929"/>
                  </a:lnTo>
                  <a:lnTo>
                    <a:pt x="1517299" y="1742929"/>
                  </a:lnTo>
                  <a:lnTo>
                    <a:pt x="1517299" y="1740343"/>
                  </a:lnTo>
                  <a:lnTo>
                    <a:pt x="1522290" y="1740343"/>
                  </a:lnTo>
                  <a:lnTo>
                    <a:pt x="1522290" y="1737756"/>
                  </a:lnTo>
                  <a:lnTo>
                    <a:pt x="1527281" y="1737756"/>
                  </a:lnTo>
                  <a:lnTo>
                    <a:pt x="1527281" y="1737756"/>
                  </a:lnTo>
                  <a:lnTo>
                    <a:pt x="1532272" y="1737756"/>
                  </a:lnTo>
                  <a:lnTo>
                    <a:pt x="1532272" y="1737756"/>
                  </a:lnTo>
                  <a:lnTo>
                    <a:pt x="1537263" y="1737756"/>
                  </a:lnTo>
                  <a:lnTo>
                    <a:pt x="1537263" y="1732578"/>
                  </a:lnTo>
                  <a:lnTo>
                    <a:pt x="1542254" y="1732578"/>
                  </a:lnTo>
                  <a:lnTo>
                    <a:pt x="1542254" y="1727399"/>
                  </a:lnTo>
                  <a:lnTo>
                    <a:pt x="1547245" y="1727399"/>
                  </a:lnTo>
                  <a:lnTo>
                    <a:pt x="1547245" y="1727399"/>
                  </a:lnTo>
                  <a:lnTo>
                    <a:pt x="1552236" y="1727399"/>
                  </a:lnTo>
                  <a:lnTo>
                    <a:pt x="1552236" y="1727399"/>
                  </a:lnTo>
                  <a:lnTo>
                    <a:pt x="1557227" y="1727399"/>
                  </a:lnTo>
                  <a:lnTo>
                    <a:pt x="1557227" y="1727399"/>
                  </a:lnTo>
                  <a:lnTo>
                    <a:pt x="1562219" y="1727399"/>
                  </a:lnTo>
                  <a:lnTo>
                    <a:pt x="1562219" y="1727399"/>
                  </a:lnTo>
                  <a:lnTo>
                    <a:pt x="1567210" y="1727399"/>
                  </a:lnTo>
                  <a:lnTo>
                    <a:pt x="1567210" y="1722218"/>
                  </a:lnTo>
                  <a:lnTo>
                    <a:pt x="1572201" y="1722218"/>
                  </a:lnTo>
                  <a:lnTo>
                    <a:pt x="1572201" y="1717034"/>
                  </a:lnTo>
                  <a:lnTo>
                    <a:pt x="1577192" y="1717034"/>
                  </a:lnTo>
                  <a:lnTo>
                    <a:pt x="1577192" y="1717034"/>
                  </a:lnTo>
                  <a:lnTo>
                    <a:pt x="1582183" y="1717034"/>
                  </a:lnTo>
                  <a:lnTo>
                    <a:pt x="1582183" y="1717034"/>
                  </a:lnTo>
                  <a:lnTo>
                    <a:pt x="1587174" y="1717034"/>
                  </a:lnTo>
                  <a:lnTo>
                    <a:pt x="1587174" y="1714439"/>
                  </a:lnTo>
                  <a:lnTo>
                    <a:pt x="1592165" y="1714439"/>
                  </a:lnTo>
                  <a:lnTo>
                    <a:pt x="1592165" y="1711844"/>
                  </a:lnTo>
                  <a:lnTo>
                    <a:pt x="1597156" y="1711844"/>
                  </a:lnTo>
                  <a:lnTo>
                    <a:pt x="1597156" y="1711844"/>
                  </a:lnTo>
                  <a:lnTo>
                    <a:pt x="1602147" y="1711844"/>
                  </a:lnTo>
                  <a:lnTo>
                    <a:pt x="1602147" y="1711844"/>
                  </a:lnTo>
                  <a:lnTo>
                    <a:pt x="1607139" y="1711844"/>
                  </a:lnTo>
                  <a:lnTo>
                    <a:pt x="1607139" y="1709247"/>
                  </a:lnTo>
                  <a:lnTo>
                    <a:pt x="1612130" y="1709247"/>
                  </a:lnTo>
                  <a:lnTo>
                    <a:pt x="1612130" y="1709247"/>
                  </a:lnTo>
                  <a:lnTo>
                    <a:pt x="1617121" y="1709247"/>
                  </a:lnTo>
                  <a:lnTo>
                    <a:pt x="1617121" y="1709247"/>
                  </a:lnTo>
                  <a:lnTo>
                    <a:pt x="1622112" y="1709247"/>
                  </a:lnTo>
                  <a:lnTo>
                    <a:pt x="1622112" y="1704051"/>
                  </a:lnTo>
                  <a:lnTo>
                    <a:pt x="1627103" y="1704051"/>
                  </a:lnTo>
                  <a:lnTo>
                    <a:pt x="1627103" y="1704051"/>
                  </a:lnTo>
                  <a:lnTo>
                    <a:pt x="1632094" y="1704051"/>
                  </a:lnTo>
                  <a:lnTo>
                    <a:pt x="1632094" y="1701453"/>
                  </a:lnTo>
                  <a:lnTo>
                    <a:pt x="1637085" y="1701453"/>
                  </a:lnTo>
                  <a:lnTo>
                    <a:pt x="1637085" y="1701453"/>
                  </a:lnTo>
                  <a:lnTo>
                    <a:pt x="1642076" y="1701453"/>
                  </a:lnTo>
                  <a:lnTo>
                    <a:pt x="1642076" y="1698854"/>
                  </a:lnTo>
                  <a:lnTo>
                    <a:pt x="1647067" y="1698854"/>
                  </a:lnTo>
                  <a:lnTo>
                    <a:pt x="1647067" y="1696252"/>
                  </a:lnTo>
                  <a:lnTo>
                    <a:pt x="1652059" y="1696252"/>
                  </a:lnTo>
                  <a:lnTo>
                    <a:pt x="1652059" y="1693651"/>
                  </a:lnTo>
                  <a:lnTo>
                    <a:pt x="1657050" y="1693651"/>
                  </a:lnTo>
                  <a:lnTo>
                    <a:pt x="1657050" y="1693651"/>
                  </a:lnTo>
                  <a:lnTo>
                    <a:pt x="1662041" y="1693651"/>
                  </a:lnTo>
                  <a:lnTo>
                    <a:pt x="1662041" y="1691049"/>
                  </a:lnTo>
                  <a:lnTo>
                    <a:pt x="1667032" y="1691049"/>
                  </a:lnTo>
                  <a:lnTo>
                    <a:pt x="1667032" y="1688445"/>
                  </a:lnTo>
                  <a:lnTo>
                    <a:pt x="1672023" y="1688445"/>
                  </a:lnTo>
                  <a:lnTo>
                    <a:pt x="1672023" y="1685841"/>
                  </a:lnTo>
                  <a:lnTo>
                    <a:pt x="1677014" y="1685841"/>
                  </a:lnTo>
                  <a:lnTo>
                    <a:pt x="1677014" y="1683236"/>
                  </a:lnTo>
                  <a:lnTo>
                    <a:pt x="1682005" y="1683236"/>
                  </a:lnTo>
                  <a:lnTo>
                    <a:pt x="1682005" y="1680628"/>
                  </a:lnTo>
                  <a:lnTo>
                    <a:pt x="1686996" y="1680628"/>
                  </a:lnTo>
                  <a:lnTo>
                    <a:pt x="1686996" y="1680628"/>
                  </a:lnTo>
                  <a:lnTo>
                    <a:pt x="1691988" y="1680628"/>
                  </a:lnTo>
                  <a:lnTo>
                    <a:pt x="1691988" y="1680628"/>
                  </a:lnTo>
                  <a:lnTo>
                    <a:pt x="1696979" y="1680628"/>
                  </a:lnTo>
                  <a:lnTo>
                    <a:pt x="1696979" y="1680628"/>
                  </a:lnTo>
                  <a:lnTo>
                    <a:pt x="1701970" y="1680628"/>
                  </a:lnTo>
                  <a:lnTo>
                    <a:pt x="1701970" y="1678020"/>
                  </a:lnTo>
                  <a:lnTo>
                    <a:pt x="1706961" y="1678020"/>
                  </a:lnTo>
                  <a:lnTo>
                    <a:pt x="1706961" y="1675410"/>
                  </a:lnTo>
                  <a:lnTo>
                    <a:pt x="1711952" y="1675410"/>
                  </a:lnTo>
                  <a:lnTo>
                    <a:pt x="1711952" y="1670191"/>
                  </a:lnTo>
                  <a:lnTo>
                    <a:pt x="1716943" y="1670191"/>
                  </a:lnTo>
                  <a:lnTo>
                    <a:pt x="1716943" y="1670191"/>
                  </a:lnTo>
                  <a:lnTo>
                    <a:pt x="1721934" y="1670191"/>
                  </a:lnTo>
                  <a:lnTo>
                    <a:pt x="1721934" y="1670191"/>
                  </a:lnTo>
                  <a:lnTo>
                    <a:pt x="1726925" y="1670191"/>
                  </a:lnTo>
                  <a:lnTo>
                    <a:pt x="1726925" y="1667579"/>
                  </a:lnTo>
                  <a:lnTo>
                    <a:pt x="1731916" y="1667579"/>
                  </a:lnTo>
                  <a:lnTo>
                    <a:pt x="1731916" y="1664966"/>
                  </a:lnTo>
                  <a:lnTo>
                    <a:pt x="1736908" y="1664966"/>
                  </a:lnTo>
                  <a:lnTo>
                    <a:pt x="1736908" y="1659739"/>
                  </a:lnTo>
                  <a:lnTo>
                    <a:pt x="1741899" y="1659739"/>
                  </a:lnTo>
                  <a:lnTo>
                    <a:pt x="1741899" y="1657125"/>
                  </a:lnTo>
                  <a:lnTo>
                    <a:pt x="1746890" y="1657125"/>
                  </a:lnTo>
                  <a:lnTo>
                    <a:pt x="1746890" y="1646669"/>
                  </a:lnTo>
                  <a:lnTo>
                    <a:pt x="1751881" y="1646669"/>
                  </a:lnTo>
                  <a:lnTo>
                    <a:pt x="1751881" y="1646669"/>
                  </a:lnTo>
                  <a:lnTo>
                    <a:pt x="1756872" y="1646669"/>
                  </a:lnTo>
                  <a:lnTo>
                    <a:pt x="1756872" y="1641434"/>
                  </a:lnTo>
                  <a:lnTo>
                    <a:pt x="1761863" y="1641434"/>
                  </a:lnTo>
                  <a:lnTo>
                    <a:pt x="1761863" y="1641434"/>
                  </a:lnTo>
                  <a:lnTo>
                    <a:pt x="1766854" y="1641434"/>
                  </a:lnTo>
                  <a:lnTo>
                    <a:pt x="1766854" y="1638815"/>
                  </a:lnTo>
                  <a:lnTo>
                    <a:pt x="1771845" y="1638815"/>
                  </a:lnTo>
                  <a:lnTo>
                    <a:pt x="1771845" y="1636196"/>
                  </a:lnTo>
                  <a:lnTo>
                    <a:pt x="1776836" y="1636196"/>
                  </a:lnTo>
                  <a:lnTo>
                    <a:pt x="1776836" y="1633576"/>
                  </a:lnTo>
                  <a:lnTo>
                    <a:pt x="1781828" y="1633576"/>
                  </a:lnTo>
                  <a:lnTo>
                    <a:pt x="1781828" y="1623093"/>
                  </a:lnTo>
                  <a:lnTo>
                    <a:pt x="1786819" y="1623093"/>
                  </a:lnTo>
                  <a:lnTo>
                    <a:pt x="1786819" y="1623093"/>
                  </a:lnTo>
                  <a:lnTo>
                    <a:pt x="1791810" y="1623093"/>
                  </a:lnTo>
                  <a:lnTo>
                    <a:pt x="1791810" y="1620470"/>
                  </a:lnTo>
                  <a:lnTo>
                    <a:pt x="1796801" y="1620470"/>
                  </a:lnTo>
                  <a:lnTo>
                    <a:pt x="1796801" y="1620470"/>
                  </a:lnTo>
                  <a:lnTo>
                    <a:pt x="1801792" y="1620470"/>
                  </a:lnTo>
                  <a:lnTo>
                    <a:pt x="1801792" y="1617846"/>
                  </a:lnTo>
                  <a:lnTo>
                    <a:pt x="1806783" y="1617846"/>
                  </a:lnTo>
                  <a:lnTo>
                    <a:pt x="1806783" y="1617846"/>
                  </a:lnTo>
                  <a:lnTo>
                    <a:pt x="1811774" y="1617846"/>
                  </a:lnTo>
                  <a:lnTo>
                    <a:pt x="1811774" y="1612596"/>
                  </a:lnTo>
                  <a:lnTo>
                    <a:pt x="1816765" y="1612596"/>
                  </a:lnTo>
                  <a:lnTo>
                    <a:pt x="1816765" y="1604720"/>
                  </a:lnTo>
                  <a:lnTo>
                    <a:pt x="1821757" y="1604720"/>
                  </a:lnTo>
                  <a:lnTo>
                    <a:pt x="1821757" y="1604720"/>
                  </a:lnTo>
                  <a:lnTo>
                    <a:pt x="1826748" y="1604720"/>
                  </a:lnTo>
                  <a:lnTo>
                    <a:pt x="1826748" y="1602092"/>
                  </a:lnTo>
                  <a:lnTo>
                    <a:pt x="1831739" y="1602092"/>
                  </a:lnTo>
                  <a:lnTo>
                    <a:pt x="1831739" y="1602092"/>
                  </a:lnTo>
                  <a:lnTo>
                    <a:pt x="1836730" y="1602092"/>
                  </a:lnTo>
                  <a:lnTo>
                    <a:pt x="1836730" y="1602092"/>
                  </a:lnTo>
                  <a:lnTo>
                    <a:pt x="1841721" y="1602092"/>
                  </a:lnTo>
                  <a:lnTo>
                    <a:pt x="1841721" y="1602092"/>
                  </a:lnTo>
                  <a:lnTo>
                    <a:pt x="1846712" y="1602092"/>
                  </a:lnTo>
                  <a:lnTo>
                    <a:pt x="1846712" y="1602092"/>
                  </a:lnTo>
                  <a:lnTo>
                    <a:pt x="1851703" y="1602092"/>
                  </a:lnTo>
                  <a:lnTo>
                    <a:pt x="1851703" y="1599461"/>
                  </a:lnTo>
                  <a:lnTo>
                    <a:pt x="1856694" y="1599461"/>
                  </a:lnTo>
                  <a:lnTo>
                    <a:pt x="1856694" y="1599461"/>
                  </a:lnTo>
                  <a:lnTo>
                    <a:pt x="1861685" y="1599461"/>
                  </a:lnTo>
                  <a:lnTo>
                    <a:pt x="1861685" y="1596828"/>
                  </a:lnTo>
                  <a:lnTo>
                    <a:pt x="1866677" y="1596828"/>
                  </a:lnTo>
                  <a:lnTo>
                    <a:pt x="1866677" y="1594193"/>
                  </a:lnTo>
                  <a:lnTo>
                    <a:pt x="1871668" y="1594193"/>
                  </a:lnTo>
                  <a:lnTo>
                    <a:pt x="1871668" y="1594193"/>
                  </a:lnTo>
                  <a:lnTo>
                    <a:pt x="1876659" y="1594193"/>
                  </a:lnTo>
                  <a:lnTo>
                    <a:pt x="1876659" y="1591557"/>
                  </a:lnTo>
                  <a:lnTo>
                    <a:pt x="1881650" y="1591557"/>
                  </a:lnTo>
                  <a:lnTo>
                    <a:pt x="1881650" y="1588920"/>
                  </a:lnTo>
                  <a:lnTo>
                    <a:pt x="1886641" y="1588920"/>
                  </a:lnTo>
                  <a:lnTo>
                    <a:pt x="1886641" y="1583646"/>
                  </a:lnTo>
                  <a:lnTo>
                    <a:pt x="1891632" y="1583646"/>
                  </a:lnTo>
                  <a:lnTo>
                    <a:pt x="1891632" y="1583646"/>
                  </a:lnTo>
                  <a:lnTo>
                    <a:pt x="1896623" y="1583646"/>
                  </a:lnTo>
                  <a:lnTo>
                    <a:pt x="1896623" y="1583646"/>
                  </a:lnTo>
                  <a:lnTo>
                    <a:pt x="1901614" y="1583646"/>
                  </a:lnTo>
                  <a:lnTo>
                    <a:pt x="1901614" y="1583646"/>
                  </a:lnTo>
                  <a:lnTo>
                    <a:pt x="1906605" y="1583646"/>
                  </a:lnTo>
                  <a:lnTo>
                    <a:pt x="1906605" y="1583646"/>
                  </a:lnTo>
                  <a:lnTo>
                    <a:pt x="1911597" y="1583646"/>
                  </a:lnTo>
                  <a:lnTo>
                    <a:pt x="1911597" y="1583646"/>
                  </a:lnTo>
                  <a:lnTo>
                    <a:pt x="1916588" y="1583646"/>
                  </a:lnTo>
                  <a:lnTo>
                    <a:pt x="1916588" y="1583646"/>
                  </a:lnTo>
                  <a:lnTo>
                    <a:pt x="1921579" y="1583646"/>
                  </a:lnTo>
                  <a:lnTo>
                    <a:pt x="1921579" y="1578359"/>
                  </a:lnTo>
                  <a:lnTo>
                    <a:pt x="1926570" y="1578359"/>
                  </a:lnTo>
                  <a:lnTo>
                    <a:pt x="1926570" y="1578359"/>
                  </a:lnTo>
                  <a:lnTo>
                    <a:pt x="1931561" y="1578359"/>
                  </a:lnTo>
                  <a:lnTo>
                    <a:pt x="1931561" y="1573072"/>
                  </a:lnTo>
                  <a:lnTo>
                    <a:pt x="1936552" y="1573072"/>
                  </a:lnTo>
                  <a:lnTo>
                    <a:pt x="1936552" y="1573072"/>
                  </a:lnTo>
                  <a:lnTo>
                    <a:pt x="1941543" y="1573072"/>
                  </a:lnTo>
                  <a:lnTo>
                    <a:pt x="1941543" y="1570429"/>
                  </a:lnTo>
                  <a:lnTo>
                    <a:pt x="1946534" y="1570429"/>
                  </a:lnTo>
                  <a:lnTo>
                    <a:pt x="1946534" y="1565140"/>
                  </a:lnTo>
                  <a:lnTo>
                    <a:pt x="1951526" y="1565140"/>
                  </a:lnTo>
                  <a:lnTo>
                    <a:pt x="1951526" y="1559851"/>
                  </a:lnTo>
                  <a:lnTo>
                    <a:pt x="1956517" y="1559851"/>
                  </a:lnTo>
                  <a:lnTo>
                    <a:pt x="1956517" y="1551915"/>
                  </a:lnTo>
                  <a:lnTo>
                    <a:pt x="1961508" y="1551915"/>
                  </a:lnTo>
                  <a:lnTo>
                    <a:pt x="1961508" y="1551915"/>
                  </a:lnTo>
                  <a:lnTo>
                    <a:pt x="1966499" y="1551915"/>
                  </a:lnTo>
                  <a:lnTo>
                    <a:pt x="1966499" y="1551915"/>
                  </a:lnTo>
                  <a:lnTo>
                    <a:pt x="1971490" y="1551915"/>
                  </a:lnTo>
                  <a:lnTo>
                    <a:pt x="1971490" y="1551915"/>
                  </a:lnTo>
                  <a:lnTo>
                    <a:pt x="1976481" y="1551915"/>
                  </a:lnTo>
                  <a:lnTo>
                    <a:pt x="1976481" y="1549267"/>
                  </a:lnTo>
                  <a:lnTo>
                    <a:pt x="1981472" y="1549267"/>
                  </a:lnTo>
                  <a:lnTo>
                    <a:pt x="1981472" y="1549267"/>
                  </a:lnTo>
                  <a:lnTo>
                    <a:pt x="1986463" y="1549267"/>
                  </a:lnTo>
                  <a:lnTo>
                    <a:pt x="1986463" y="1549267"/>
                  </a:lnTo>
                  <a:lnTo>
                    <a:pt x="1991454" y="1549267"/>
                  </a:lnTo>
                  <a:lnTo>
                    <a:pt x="1991454" y="1543968"/>
                  </a:lnTo>
                  <a:lnTo>
                    <a:pt x="1996446" y="1543968"/>
                  </a:lnTo>
                  <a:lnTo>
                    <a:pt x="1996446" y="1541317"/>
                  </a:lnTo>
                  <a:lnTo>
                    <a:pt x="2001437" y="1541317"/>
                  </a:lnTo>
                  <a:lnTo>
                    <a:pt x="2001437" y="1538666"/>
                  </a:lnTo>
                  <a:lnTo>
                    <a:pt x="2006428" y="1538666"/>
                  </a:lnTo>
                  <a:lnTo>
                    <a:pt x="2006428" y="1533361"/>
                  </a:lnTo>
                  <a:lnTo>
                    <a:pt x="2011419" y="1533361"/>
                  </a:lnTo>
                  <a:lnTo>
                    <a:pt x="2011419" y="1530709"/>
                  </a:lnTo>
                  <a:lnTo>
                    <a:pt x="2016410" y="1530709"/>
                  </a:lnTo>
                  <a:lnTo>
                    <a:pt x="2016410" y="1530709"/>
                  </a:lnTo>
                  <a:lnTo>
                    <a:pt x="2021401" y="1530709"/>
                  </a:lnTo>
                  <a:lnTo>
                    <a:pt x="2021401" y="1530709"/>
                  </a:lnTo>
                  <a:lnTo>
                    <a:pt x="2026392" y="1530709"/>
                  </a:lnTo>
                  <a:lnTo>
                    <a:pt x="2026392" y="1530709"/>
                  </a:lnTo>
                  <a:lnTo>
                    <a:pt x="2031383" y="1530709"/>
                  </a:lnTo>
                  <a:lnTo>
                    <a:pt x="2031383" y="1530709"/>
                  </a:lnTo>
                  <a:lnTo>
                    <a:pt x="2036374" y="1530709"/>
                  </a:lnTo>
                  <a:lnTo>
                    <a:pt x="2036374" y="1530709"/>
                  </a:lnTo>
                  <a:lnTo>
                    <a:pt x="2041366" y="1530709"/>
                  </a:lnTo>
                  <a:lnTo>
                    <a:pt x="2041366" y="1528052"/>
                  </a:lnTo>
                  <a:lnTo>
                    <a:pt x="2046357" y="1528052"/>
                  </a:lnTo>
                  <a:lnTo>
                    <a:pt x="2046357" y="1528052"/>
                  </a:lnTo>
                  <a:lnTo>
                    <a:pt x="2051348" y="1528052"/>
                  </a:lnTo>
                  <a:lnTo>
                    <a:pt x="2051348" y="1522734"/>
                  </a:lnTo>
                  <a:lnTo>
                    <a:pt x="2056339" y="1522734"/>
                  </a:lnTo>
                  <a:lnTo>
                    <a:pt x="2056339" y="1520074"/>
                  </a:lnTo>
                  <a:lnTo>
                    <a:pt x="2061330" y="1520074"/>
                  </a:lnTo>
                  <a:lnTo>
                    <a:pt x="2061330" y="1512093"/>
                  </a:lnTo>
                  <a:lnTo>
                    <a:pt x="2066321" y="1512093"/>
                  </a:lnTo>
                  <a:lnTo>
                    <a:pt x="2066321" y="1509430"/>
                  </a:lnTo>
                  <a:lnTo>
                    <a:pt x="2071312" y="1509430"/>
                  </a:lnTo>
                  <a:lnTo>
                    <a:pt x="2071312" y="1504104"/>
                  </a:lnTo>
                  <a:lnTo>
                    <a:pt x="2076303" y="1504104"/>
                  </a:lnTo>
                  <a:lnTo>
                    <a:pt x="2076303" y="1504104"/>
                  </a:lnTo>
                  <a:lnTo>
                    <a:pt x="2081295" y="1504104"/>
                  </a:lnTo>
                  <a:lnTo>
                    <a:pt x="2081295" y="1504104"/>
                  </a:lnTo>
                  <a:lnTo>
                    <a:pt x="2086286" y="1504104"/>
                  </a:lnTo>
                  <a:lnTo>
                    <a:pt x="2086286" y="1504104"/>
                  </a:lnTo>
                  <a:lnTo>
                    <a:pt x="2091277" y="1504104"/>
                  </a:lnTo>
                  <a:lnTo>
                    <a:pt x="2091277" y="1501438"/>
                  </a:lnTo>
                  <a:lnTo>
                    <a:pt x="2096268" y="1501438"/>
                  </a:lnTo>
                  <a:lnTo>
                    <a:pt x="2096268" y="1496104"/>
                  </a:lnTo>
                  <a:lnTo>
                    <a:pt x="2101259" y="1496104"/>
                  </a:lnTo>
                  <a:lnTo>
                    <a:pt x="2101259" y="1490766"/>
                  </a:lnTo>
                  <a:lnTo>
                    <a:pt x="2106250" y="1490766"/>
                  </a:lnTo>
                  <a:lnTo>
                    <a:pt x="2106250" y="1488096"/>
                  </a:lnTo>
                  <a:lnTo>
                    <a:pt x="2111241" y="1488096"/>
                  </a:lnTo>
                  <a:lnTo>
                    <a:pt x="2111241" y="1488096"/>
                  </a:lnTo>
                  <a:lnTo>
                    <a:pt x="2116232" y="1488096"/>
                  </a:lnTo>
                  <a:lnTo>
                    <a:pt x="2116232" y="1488096"/>
                  </a:lnTo>
                  <a:lnTo>
                    <a:pt x="2121223" y="1488096"/>
                  </a:lnTo>
                  <a:lnTo>
                    <a:pt x="2121223" y="1488096"/>
                  </a:lnTo>
                  <a:lnTo>
                    <a:pt x="2126215" y="1488096"/>
                  </a:lnTo>
                  <a:lnTo>
                    <a:pt x="2126215" y="1488096"/>
                  </a:lnTo>
                  <a:lnTo>
                    <a:pt x="2131206" y="1488096"/>
                  </a:lnTo>
                  <a:lnTo>
                    <a:pt x="2131206" y="1469395"/>
                  </a:lnTo>
                  <a:lnTo>
                    <a:pt x="2136197" y="1469395"/>
                  </a:lnTo>
                  <a:lnTo>
                    <a:pt x="2136197" y="1469395"/>
                  </a:lnTo>
                  <a:lnTo>
                    <a:pt x="2141188" y="1469395"/>
                  </a:lnTo>
                  <a:lnTo>
                    <a:pt x="2141188" y="1466721"/>
                  </a:lnTo>
                  <a:lnTo>
                    <a:pt x="2146179" y="1466721"/>
                  </a:lnTo>
                  <a:lnTo>
                    <a:pt x="2146179" y="1466721"/>
                  </a:lnTo>
                  <a:lnTo>
                    <a:pt x="2151170" y="1466721"/>
                  </a:lnTo>
                  <a:lnTo>
                    <a:pt x="2151170" y="1461374"/>
                  </a:lnTo>
                  <a:lnTo>
                    <a:pt x="2156161" y="1461374"/>
                  </a:lnTo>
                  <a:lnTo>
                    <a:pt x="2156161" y="1458701"/>
                  </a:lnTo>
                  <a:lnTo>
                    <a:pt x="2161152" y="1458701"/>
                  </a:lnTo>
                  <a:lnTo>
                    <a:pt x="2161152" y="1453352"/>
                  </a:lnTo>
                  <a:lnTo>
                    <a:pt x="2166143" y="1453352"/>
                  </a:lnTo>
                  <a:lnTo>
                    <a:pt x="2166143" y="1445330"/>
                  </a:lnTo>
                  <a:lnTo>
                    <a:pt x="2171135" y="1445330"/>
                  </a:lnTo>
                  <a:lnTo>
                    <a:pt x="2171135" y="1445330"/>
                  </a:lnTo>
                  <a:lnTo>
                    <a:pt x="2176126" y="1445330"/>
                  </a:lnTo>
                  <a:lnTo>
                    <a:pt x="2176126" y="1445330"/>
                  </a:lnTo>
                  <a:lnTo>
                    <a:pt x="2181117" y="1445330"/>
                  </a:lnTo>
                  <a:lnTo>
                    <a:pt x="2181117" y="1445330"/>
                  </a:lnTo>
                  <a:lnTo>
                    <a:pt x="2186108" y="1445330"/>
                  </a:lnTo>
                  <a:lnTo>
                    <a:pt x="2186108" y="1445330"/>
                  </a:lnTo>
                  <a:lnTo>
                    <a:pt x="2191099" y="1445330"/>
                  </a:lnTo>
                  <a:lnTo>
                    <a:pt x="2191099" y="1445330"/>
                  </a:lnTo>
                  <a:lnTo>
                    <a:pt x="2196090" y="1445330"/>
                  </a:lnTo>
                  <a:lnTo>
                    <a:pt x="2196090" y="1439973"/>
                  </a:lnTo>
                  <a:lnTo>
                    <a:pt x="2201081" y="1439973"/>
                  </a:lnTo>
                  <a:lnTo>
                    <a:pt x="2201081" y="1429258"/>
                  </a:lnTo>
                  <a:lnTo>
                    <a:pt x="2206072" y="1429258"/>
                  </a:lnTo>
                  <a:lnTo>
                    <a:pt x="2206072" y="1423895"/>
                  </a:lnTo>
                  <a:lnTo>
                    <a:pt x="2211064" y="1423895"/>
                  </a:lnTo>
                  <a:lnTo>
                    <a:pt x="2211064" y="1421213"/>
                  </a:lnTo>
                  <a:lnTo>
                    <a:pt x="2216055" y="1421213"/>
                  </a:lnTo>
                  <a:lnTo>
                    <a:pt x="2216055" y="1418530"/>
                  </a:lnTo>
                  <a:lnTo>
                    <a:pt x="2221046" y="1418530"/>
                  </a:lnTo>
                  <a:lnTo>
                    <a:pt x="2221046" y="1418530"/>
                  </a:lnTo>
                  <a:lnTo>
                    <a:pt x="2226037" y="1418530"/>
                  </a:lnTo>
                  <a:lnTo>
                    <a:pt x="2226037" y="1418530"/>
                  </a:lnTo>
                  <a:lnTo>
                    <a:pt x="2231028" y="1418530"/>
                  </a:lnTo>
                  <a:lnTo>
                    <a:pt x="2231028" y="1418530"/>
                  </a:lnTo>
                  <a:lnTo>
                    <a:pt x="2236019" y="1418530"/>
                  </a:lnTo>
                  <a:lnTo>
                    <a:pt x="2236019" y="1410475"/>
                  </a:lnTo>
                  <a:lnTo>
                    <a:pt x="2241010" y="1410475"/>
                  </a:lnTo>
                  <a:lnTo>
                    <a:pt x="2241010" y="1405103"/>
                  </a:lnTo>
                  <a:lnTo>
                    <a:pt x="2246001" y="1405103"/>
                  </a:lnTo>
                  <a:lnTo>
                    <a:pt x="2246001" y="1405103"/>
                  </a:lnTo>
                  <a:lnTo>
                    <a:pt x="2250992" y="1405103"/>
                  </a:lnTo>
                  <a:lnTo>
                    <a:pt x="2250992" y="1405103"/>
                  </a:lnTo>
                  <a:lnTo>
                    <a:pt x="2255984" y="1405103"/>
                  </a:lnTo>
                  <a:lnTo>
                    <a:pt x="2255984" y="1402416"/>
                  </a:lnTo>
                  <a:lnTo>
                    <a:pt x="2260975" y="1402416"/>
                  </a:lnTo>
                  <a:lnTo>
                    <a:pt x="2260975" y="1402416"/>
                  </a:lnTo>
                  <a:lnTo>
                    <a:pt x="2265966" y="1402416"/>
                  </a:lnTo>
                  <a:lnTo>
                    <a:pt x="2265966" y="1402416"/>
                  </a:lnTo>
                  <a:lnTo>
                    <a:pt x="2270957" y="1402416"/>
                  </a:lnTo>
                  <a:lnTo>
                    <a:pt x="2270957" y="1394347"/>
                  </a:lnTo>
                  <a:lnTo>
                    <a:pt x="2275948" y="1394347"/>
                  </a:lnTo>
                  <a:lnTo>
                    <a:pt x="2275948" y="1391656"/>
                  </a:lnTo>
                  <a:lnTo>
                    <a:pt x="2280939" y="1391656"/>
                  </a:lnTo>
                  <a:lnTo>
                    <a:pt x="2280939" y="1388964"/>
                  </a:lnTo>
                  <a:lnTo>
                    <a:pt x="2285930" y="1388964"/>
                  </a:lnTo>
                  <a:lnTo>
                    <a:pt x="2285930" y="1388964"/>
                  </a:lnTo>
                  <a:lnTo>
                    <a:pt x="2290921" y="1388964"/>
                  </a:lnTo>
                  <a:lnTo>
                    <a:pt x="2290921" y="1388964"/>
                  </a:lnTo>
                  <a:lnTo>
                    <a:pt x="2295912" y="1388964"/>
                  </a:lnTo>
                  <a:lnTo>
                    <a:pt x="2295912" y="1388964"/>
                  </a:lnTo>
                  <a:lnTo>
                    <a:pt x="2300904" y="1388964"/>
                  </a:lnTo>
                  <a:lnTo>
                    <a:pt x="2300904" y="1386271"/>
                  </a:lnTo>
                  <a:lnTo>
                    <a:pt x="2305895" y="1386271"/>
                  </a:lnTo>
                  <a:lnTo>
                    <a:pt x="2305895" y="1383578"/>
                  </a:lnTo>
                  <a:lnTo>
                    <a:pt x="2310886" y="1383578"/>
                  </a:lnTo>
                  <a:lnTo>
                    <a:pt x="2310886" y="1378190"/>
                  </a:lnTo>
                  <a:lnTo>
                    <a:pt x="2315877" y="1378190"/>
                  </a:lnTo>
                  <a:lnTo>
                    <a:pt x="2315877" y="1378190"/>
                  </a:lnTo>
                  <a:lnTo>
                    <a:pt x="2320868" y="1378190"/>
                  </a:lnTo>
                  <a:lnTo>
                    <a:pt x="2320868" y="1372798"/>
                  </a:lnTo>
                  <a:lnTo>
                    <a:pt x="2325859" y="1372798"/>
                  </a:lnTo>
                  <a:lnTo>
                    <a:pt x="2325859" y="1372798"/>
                  </a:lnTo>
                  <a:lnTo>
                    <a:pt x="2330850" y="1372798"/>
                  </a:lnTo>
                  <a:lnTo>
                    <a:pt x="2330850" y="1372798"/>
                  </a:lnTo>
                  <a:lnTo>
                    <a:pt x="2335841" y="1372798"/>
                  </a:lnTo>
                  <a:lnTo>
                    <a:pt x="2335841" y="1367403"/>
                  </a:lnTo>
                  <a:lnTo>
                    <a:pt x="2340833" y="1367403"/>
                  </a:lnTo>
                  <a:lnTo>
                    <a:pt x="2340833" y="1359307"/>
                  </a:lnTo>
                  <a:lnTo>
                    <a:pt x="2345824" y="1359307"/>
                  </a:lnTo>
                  <a:lnTo>
                    <a:pt x="2345824" y="1359307"/>
                  </a:lnTo>
                  <a:lnTo>
                    <a:pt x="2350815" y="1359307"/>
                  </a:lnTo>
                  <a:lnTo>
                    <a:pt x="2350815" y="1359307"/>
                  </a:lnTo>
                  <a:lnTo>
                    <a:pt x="2355806" y="1359307"/>
                  </a:lnTo>
                  <a:lnTo>
                    <a:pt x="2355806" y="1356604"/>
                  </a:lnTo>
                  <a:lnTo>
                    <a:pt x="2360797" y="1356604"/>
                  </a:lnTo>
                  <a:lnTo>
                    <a:pt x="2360797" y="1356604"/>
                  </a:lnTo>
                  <a:lnTo>
                    <a:pt x="2365788" y="1356604"/>
                  </a:lnTo>
                  <a:lnTo>
                    <a:pt x="2365788" y="1351198"/>
                  </a:lnTo>
                  <a:lnTo>
                    <a:pt x="2370779" y="1351198"/>
                  </a:lnTo>
                  <a:lnTo>
                    <a:pt x="2370779" y="1351198"/>
                  </a:lnTo>
                  <a:lnTo>
                    <a:pt x="2375770" y="1351198"/>
                  </a:lnTo>
                  <a:lnTo>
                    <a:pt x="2375770" y="1345790"/>
                  </a:lnTo>
                  <a:lnTo>
                    <a:pt x="2380761" y="1345790"/>
                  </a:lnTo>
                  <a:lnTo>
                    <a:pt x="2380761" y="1343085"/>
                  </a:lnTo>
                  <a:lnTo>
                    <a:pt x="2385753" y="1343085"/>
                  </a:lnTo>
                  <a:lnTo>
                    <a:pt x="2385753" y="1343085"/>
                  </a:lnTo>
                  <a:lnTo>
                    <a:pt x="2390744" y="1343085"/>
                  </a:lnTo>
                  <a:lnTo>
                    <a:pt x="2390744" y="1343085"/>
                  </a:lnTo>
                  <a:lnTo>
                    <a:pt x="2395735" y="1343085"/>
                  </a:lnTo>
                  <a:lnTo>
                    <a:pt x="2395735" y="1343085"/>
                  </a:lnTo>
                  <a:lnTo>
                    <a:pt x="2400726" y="1343085"/>
                  </a:lnTo>
                  <a:lnTo>
                    <a:pt x="2400726" y="1343085"/>
                  </a:lnTo>
                  <a:lnTo>
                    <a:pt x="2405717" y="1343085"/>
                  </a:lnTo>
                  <a:lnTo>
                    <a:pt x="2405717" y="1340378"/>
                  </a:lnTo>
                  <a:lnTo>
                    <a:pt x="2410708" y="1340378"/>
                  </a:lnTo>
                  <a:lnTo>
                    <a:pt x="2410708" y="1337670"/>
                  </a:lnTo>
                  <a:lnTo>
                    <a:pt x="2415699" y="1337670"/>
                  </a:lnTo>
                  <a:lnTo>
                    <a:pt x="2415699" y="1334960"/>
                  </a:lnTo>
                  <a:lnTo>
                    <a:pt x="2420690" y="1334960"/>
                  </a:lnTo>
                  <a:lnTo>
                    <a:pt x="2420690" y="1334960"/>
                  </a:lnTo>
                  <a:lnTo>
                    <a:pt x="2425681" y="1334960"/>
                  </a:lnTo>
                  <a:lnTo>
                    <a:pt x="2425681" y="1334960"/>
                  </a:lnTo>
                  <a:lnTo>
                    <a:pt x="2430673" y="1334960"/>
                  </a:lnTo>
                  <a:lnTo>
                    <a:pt x="2430673" y="1332249"/>
                  </a:lnTo>
                  <a:lnTo>
                    <a:pt x="2435664" y="1332249"/>
                  </a:lnTo>
                  <a:lnTo>
                    <a:pt x="2435664" y="1332249"/>
                  </a:lnTo>
                  <a:lnTo>
                    <a:pt x="2440655" y="1332249"/>
                  </a:lnTo>
                  <a:lnTo>
                    <a:pt x="2440655" y="1324107"/>
                  </a:lnTo>
                  <a:lnTo>
                    <a:pt x="2445646" y="1324107"/>
                  </a:lnTo>
                  <a:lnTo>
                    <a:pt x="2445646" y="1321393"/>
                  </a:lnTo>
                  <a:lnTo>
                    <a:pt x="2450637" y="1321393"/>
                  </a:lnTo>
                  <a:lnTo>
                    <a:pt x="2450637" y="1321393"/>
                  </a:lnTo>
                  <a:lnTo>
                    <a:pt x="2455628" y="1321393"/>
                  </a:lnTo>
                  <a:lnTo>
                    <a:pt x="2455628" y="1318677"/>
                  </a:lnTo>
                  <a:lnTo>
                    <a:pt x="2460619" y="1318677"/>
                  </a:lnTo>
                  <a:lnTo>
                    <a:pt x="2460619" y="1315960"/>
                  </a:lnTo>
                  <a:lnTo>
                    <a:pt x="2465610" y="1315960"/>
                  </a:lnTo>
                  <a:lnTo>
                    <a:pt x="2465610" y="1315960"/>
                  </a:lnTo>
                  <a:lnTo>
                    <a:pt x="2470601" y="1315960"/>
                  </a:lnTo>
                  <a:lnTo>
                    <a:pt x="2470601" y="1315960"/>
                  </a:lnTo>
                  <a:lnTo>
                    <a:pt x="2475593" y="1315960"/>
                  </a:lnTo>
                  <a:lnTo>
                    <a:pt x="2475593" y="1315960"/>
                  </a:lnTo>
                  <a:lnTo>
                    <a:pt x="2480584" y="1315960"/>
                  </a:lnTo>
                  <a:lnTo>
                    <a:pt x="2480584" y="1315960"/>
                  </a:lnTo>
                  <a:lnTo>
                    <a:pt x="2485575" y="1315960"/>
                  </a:lnTo>
                  <a:lnTo>
                    <a:pt x="2485575" y="1315960"/>
                  </a:lnTo>
                  <a:lnTo>
                    <a:pt x="2490566" y="1315960"/>
                  </a:lnTo>
                  <a:lnTo>
                    <a:pt x="2490566" y="1313238"/>
                  </a:lnTo>
                  <a:lnTo>
                    <a:pt x="2495557" y="1313238"/>
                  </a:lnTo>
                  <a:lnTo>
                    <a:pt x="2495557" y="1307793"/>
                  </a:lnTo>
                  <a:lnTo>
                    <a:pt x="2500548" y="1307793"/>
                  </a:lnTo>
                  <a:lnTo>
                    <a:pt x="2500548" y="1305071"/>
                  </a:lnTo>
                  <a:lnTo>
                    <a:pt x="2505539" y="1305071"/>
                  </a:lnTo>
                  <a:lnTo>
                    <a:pt x="2505539" y="1302349"/>
                  </a:lnTo>
                  <a:lnTo>
                    <a:pt x="2510530" y="1302349"/>
                  </a:lnTo>
                  <a:lnTo>
                    <a:pt x="2510530" y="1302349"/>
                  </a:lnTo>
                  <a:lnTo>
                    <a:pt x="2515522" y="1302349"/>
                  </a:lnTo>
                  <a:lnTo>
                    <a:pt x="2515522" y="1296902"/>
                  </a:lnTo>
                  <a:lnTo>
                    <a:pt x="2520513" y="1296902"/>
                  </a:lnTo>
                  <a:lnTo>
                    <a:pt x="2520513" y="1296902"/>
                  </a:lnTo>
                  <a:lnTo>
                    <a:pt x="2525504" y="1296902"/>
                  </a:lnTo>
                  <a:lnTo>
                    <a:pt x="2525504" y="1296902"/>
                  </a:lnTo>
                  <a:lnTo>
                    <a:pt x="2530495" y="1296902"/>
                  </a:lnTo>
                  <a:lnTo>
                    <a:pt x="2530495" y="1294177"/>
                  </a:lnTo>
                  <a:lnTo>
                    <a:pt x="2535486" y="1294177"/>
                  </a:lnTo>
                  <a:lnTo>
                    <a:pt x="2535486" y="1294177"/>
                  </a:lnTo>
                  <a:lnTo>
                    <a:pt x="2540477" y="1294177"/>
                  </a:lnTo>
                  <a:lnTo>
                    <a:pt x="2540477" y="1291451"/>
                  </a:lnTo>
                  <a:lnTo>
                    <a:pt x="2545468" y="1291451"/>
                  </a:lnTo>
                  <a:lnTo>
                    <a:pt x="2545468" y="1291451"/>
                  </a:lnTo>
                  <a:lnTo>
                    <a:pt x="2550459" y="1291451"/>
                  </a:lnTo>
                  <a:lnTo>
                    <a:pt x="2550459" y="1291451"/>
                  </a:lnTo>
                  <a:lnTo>
                    <a:pt x="2555450" y="1291451"/>
                  </a:lnTo>
                  <a:lnTo>
                    <a:pt x="2555450" y="1285993"/>
                  </a:lnTo>
                  <a:lnTo>
                    <a:pt x="2560442" y="1285993"/>
                  </a:lnTo>
                  <a:lnTo>
                    <a:pt x="2560442" y="1285993"/>
                  </a:lnTo>
                  <a:lnTo>
                    <a:pt x="2565433" y="1285993"/>
                  </a:lnTo>
                  <a:lnTo>
                    <a:pt x="2565433" y="1285993"/>
                  </a:lnTo>
                  <a:lnTo>
                    <a:pt x="2570424" y="1285993"/>
                  </a:lnTo>
                  <a:lnTo>
                    <a:pt x="2570424" y="1280534"/>
                  </a:lnTo>
                  <a:lnTo>
                    <a:pt x="2575415" y="1280534"/>
                  </a:lnTo>
                  <a:lnTo>
                    <a:pt x="2575415" y="1275075"/>
                  </a:lnTo>
                  <a:lnTo>
                    <a:pt x="2580406" y="1275075"/>
                  </a:lnTo>
                  <a:lnTo>
                    <a:pt x="2580406" y="1275075"/>
                  </a:lnTo>
                  <a:lnTo>
                    <a:pt x="2585397" y="1275075"/>
                  </a:lnTo>
                  <a:lnTo>
                    <a:pt x="2585397" y="1269614"/>
                  </a:lnTo>
                  <a:lnTo>
                    <a:pt x="2590388" y="1269614"/>
                  </a:lnTo>
                  <a:lnTo>
                    <a:pt x="2590388" y="1266880"/>
                  </a:lnTo>
                  <a:lnTo>
                    <a:pt x="2595379" y="1266880"/>
                  </a:lnTo>
                  <a:lnTo>
                    <a:pt x="2595379" y="1264146"/>
                  </a:lnTo>
                  <a:lnTo>
                    <a:pt x="2600370" y="1264146"/>
                  </a:lnTo>
                  <a:lnTo>
                    <a:pt x="2600370" y="1264146"/>
                  </a:lnTo>
                  <a:lnTo>
                    <a:pt x="2605362" y="1264146"/>
                  </a:lnTo>
                  <a:lnTo>
                    <a:pt x="2605362" y="1264146"/>
                  </a:lnTo>
                  <a:lnTo>
                    <a:pt x="2610353" y="1264146"/>
                  </a:lnTo>
                  <a:lnTo>
                    <a:pt x="2610353" y="1258673"/>
                  </a:lnTo>
                  <a:lnTo>
                    <a:pt x="2615344" y="1258673"/>
                  </a:lnTo>
                  <a:lnTo>
                    <a:pt x="2615344" y="1253200"/>
                  </a:lnTo>
                  <a:lnTo>
                    <a:pt x="2620335" y="1253200"/>
                  </a:lnTo>
                  <a:lnTo>
                    <a:pt x="2620335" y="1253200"/>
                  </a:lnTo>
                  <a:lnTo>
                    <a:pt x="2625326" y="1253200"/>
                  </a:lnTo>
                  <a:lnTo>
                    <a:pt x="2625326" y="1250461"/>
                  </a:lnTo>
                  <a:lnTo>
                    <a:pt x="2630317" y="1250461"/>
                  </a:lnTo>
                  <a:lnTo>
                    <a:pt x="2630317" y="1250461"/>
                  </a:lnTo>
                  <a:lnTo>
                    <a:pt x="2635308" y="1250461"/>
                  </a:lnTo>
                  <a:lnTo>
                    <a:pt x="2635308" y="1250461"/>
                  </a:lnTo>
                  <a:lnTo>
                    <a:pt x="2640299" y="1250461"/>
                  </a:lnTo>
                  <a:lnTo>
                    <a:pt x="2640299" y="1250461"/>
                  </a:lnTo>
                  <a:lnTo>
                    <a:pt x="2645291" y="1250461"/>
                  </a:lnTo>
                  <a:lnTo>
                    <a:pt x="2645291" y="1247718"/>
                  </a:lnTo>
                  <a:lnTo>
                    <a:pt x="2650282" y="1247718"/>
                  </a:lnTo>
                  <a:lnTo>
                    <a:pt x="2650282" y="1247718"/>
                  </a:lnTo>
                  <a:lnTo>
                    <a:pt x="2655273" y="1247718"/>
                  </a:lnTo>
                  <a:lnTo>
                    <a:pt x="2655273" y="1242226"/>
                  </a:lnTo>
                  <a:lnTo>
                    <a:pt x="2660264" y="1242226"/>
                  </a:lnTo>
                  <a:lnTo>
                    <a:pt x="2660264" y="1236726"/>
                  </a:lnTo>
                  <a:lnTo>
                    <a:pt x="2665255" y="1236726"/>
                  </a:lnTo>
                  <a:lnTo>
                    <a:pt x="2665255" y="1236726"/>
                  </a:lnTo>
                  <a:lnTo>
                    <a:pt x="2670246" y="1236726"/>
                  </a:lnTo>
                  <a:lnTo>
                    <a:pt x="2670246" y="1233975"/>
                  </a:lnTo>
                  <a:lnTo>
                    <a:pt x="2675237" y="1233975"/>
                  </a:lnTo>
                  <a:lnTo>
                    <a:pt x="2675237" y="1228472"/>
                  </a:lnTo>
                  <a:lnTo>
                    <a:pt x="2680228" y="1228472"/>
                  </a:lnTo>
                  <a:lnTo>
                    <a:pt x="2680228" y="1228472"/>
                  </a:lnTo>
                  <a:lnTo>
                    <a:pt x="2685219" y="1228472"/>
                  </a:lnTo>
                  <a:lnTo>
                    <a:pt x="2685219" y="1225720"/>
                  </a:lnTo>
                  <a:lnTo>
                    <a:pt x="2690211" y="1225720"/>
                  </a:lnTo>
                  <a:lnTo>
                    <a:pt x="2690211" y="1222967"/>
                  </a:lnTo>
                  <a:lnTo>
                    <a:pt x="2695202" y="1222967"/>
                  </a:lnTo>
                  <a:lnTo>
                    <a:pt x="2695202" y="1222967"/>
                  </a:lnTo>
                  <a:lnTo>
                    <a:pt x="2700193" y="1222967"/>
                  </a:lnTo>
                  <a:lnTo>
                    <a:pt x="2700193" y="1222967"/>
                  </a:lnTo>
                  <a:lnTo>
                    <a:pt x="2705184" y="1222967"/>
                  </a:lnTo>
                  <a:lnTo>
                    <a:pt x="2705184" y="1222967"/>
                  </a:lnTo>
                  <a:lnTo>
                    <a:pt x="2710175" y="1222967"/>
                  </a:lnTo>
                  <a:lnTo>
                    <a:pt x="2710175" y="1220209"/>
                  </a:lnTo>
                  <a:lnTo>
                    <a:pt x="2715166" y="1220209"/>
                  </a:lnTo>
                  <a:lnTo>
                    <a:pt x="2715166" y="1214690"/>
                  </a:lnTo>
                  <a:lnTo>
                    <a:pt x="2720157" y="1214690"/>
                  </a:lnTo>
                  <a:lnTo>
                    <a:pt x="2720157" y="1214690"/>
                  </a:lnTo>
                  <a:lnTo>
                    <a:pt x="2725148" y="1214690"/>
                  </a:lnTo>
                  <a:lnTo>
                    <a:pt x="2725148" y="1211927"/>
                  </a:lnTo>
                  <a:lnTo>
                    <a:pt x="2730139" y="1211927"/>
                  </a:lnTo>
                  <a:lnTo>
                    <a:pt x="2730139" y="1211927"/>
                  </a:lnTo>
                  <a:lnTo>
                    <a:pt x="2735131" y="1211927"/>
                  </a:lnTo>
                  <a:lnTo>
                    <a:pt x="2735131" y="1209160"/>
                  </a:lnTo>
                  <a:lnTo>
                    <a:pt x="2740122" y="1209160"/>
                  </a:lnTo>
                  <a:lnTo>
                    <a:pt x="2740122" y="1209160"/>
                  </a:lnTo>
                  <a:lnTo>
                    <a:pt x="2745113" y="1209160"/>
                  </a:lnTo>
                  <a:lnTo>
                    <a:pt x="2745113" y="1206392"/>
                  </a:lnTo>
                  <a:lnTo>
                    <a:pt x="2750104" y="1206392"/>
                  </a:lnTo>
                  <a:lnTo>
                    <a:pt x="2750104" y="1200855"/>
                  </a:lnTo>
                  <a:lnTo>
                    <a:pt x="2755095" y="1200855"/>
                  </a:lnTo>
                  <a:lnTo>
                    <a:pt x="2755095" y="1200855"/>
                  </a:lnTo>
                  <a:lnTo>
                    <a:pt x="2760086" y="1200855"/>
                  </a:lnTo>
                  <a:lnTo>
                    <a:pt x="2760086" y="1198084"/>
                  </a:lnTo>
                  <a:lnTo>
                    <a:pt x="2765077" y="1198084"/>
                  </a:lnTo>
                  <a:lnTo>
                    <a:pt x="2765077" y="1198084"/>
                  </a:lnTo>
                  <a:lnTo>
                    <a:pt x="2770068" y="1198084"/>
                  </a:lnTo>
                  <a:lnTo>
                    <a:pt x="2770068" y="1195309"/>
                  </a:lnTo>
                  <a:lnTo>
                    <a:pt x="2775060" y="1195309"/>
                  </a:lnTo>
                  <a:lnTo>
                    <a:pt x="2775060" y="1189758"/>
                  </a:lnTo>
                  <a:lnTo>
                    <a:pt x="2780051" y="1189758"/>
                  </a:lnTo>
                  <a:lnTo>
                    <a:pt x="2780051" y="1186983"/>
                  </a:lnTo>
                  <a:lnTo>
                    <a:pt x="2785042" y="1186983"/>
                  </a:lnTo>
                  <a:lnTo>
                    <a:pt x="2785042" y="1186983"/>
                  </a:lnTo>
                  <a:lnTo>
                    <a:pt x="2790033" y="1186983"/>
                  </a:lnTo>
                  <a:lnTo>
                    <a:pt x="2790033" y="1186983"/>
                  </a:lnTo>
                  <a:lnTo>
                    <a:pt x="2795024" y="1186983"/>
                  </a:lnTo>
                  <a:lnTo>
                    <a:pt x="2795024" y="1186983"/>
                  </a:lnTo>
                  <a:lnTo>
                    <a:pt x="2800015" y="1186983"/>
                  </a:lnTo>
                  <a:lnTo>
                    <a:pt x="2800015" y="1186983"/>
                  </a:lnTo>
                  <a:lnTo>
                    <a:pt x="2805006" y="1186983"/>
                  </a:lnTo>
                  <a:lnTo>
                    <a:pt x="2805006" y="1186983"/>
                  </a:lnTo>
                  <a:lnTo>
                    <a:pt x="2809997" y="1186983"/>
                  </a:lnTo>
                  <a:lnTo>
                    <a:pt x="2809997" y="1186983"/>
                  </a:lnTo>
                  <a:lnTo>
                    <a:pt x="2814988" y="1186983"/>
                  </a:lnTo>
                  <a:lnTo>
                    <a:pt x="2814988" y="1186983"/>
                  </a:lnTo>
                  <a:lnTo>
                    <a:pt x="2819980" y="1186983"/>
                  </a:lnTo>
                  <a:lnTo>
                    <a:pt x="2819980" y="1186983"/>
                  </a:lnTo>
                  <a:lnTo>
                    <a:pt x="2824971" y="1186983"/>
                  </a:lnTo>
                  <a:lnTo>
                    <a:pt x="2824971" y="1186983"/>
                  </a:lnTo>
                  <a:lnTo>
                    <a:pt x="2829962" y="1186983"/>
                  </a:lnTo>
                  <a:lnTo>
                    <a:pt x="2829962" y="1184198"/>
                  </a:lnTo>
                  <a:lnTo>
                    <a:pt x="2834953" y="1184198"/>
                  </a:lnTo>
                  <a:lnTo>
                    <a:pt x="2834953" y="1181411"/>
                  </a:lnTo>
                  <a:lnTo>
                    <a:pt x="2839944" y="1181411"/>
                  </a:lnTo>
                  <a:lnTo>
                    <a:pt x="2839944" y="1181411"/>
                  </a:lnTo>
                  <a:lnTo>
                    <a:pt x="2844935" y="1181411"/>
                  </a:lnTo>
                  <a:lnTo>
                    <a:pt x="2844935" y="1181411"/>
                  </a:lnTo>
                  <a:lnTo>
                    <a:pt x="2849926" y="1181411"/>
                  </a:lnTo>
                  <a:lnTo>
                    <a:pt x="2849926" y="1181411"/>
                  </a:lnTo>
                  <a:lnTo>
                    <a:pt x="2854917" y="1181411"/>
                  </a:lnTo>
                  <a:lnTo>
                    <a:pt x="2854917" y="1181411"/>
                  </a:lnTo>
                  <a:lnTo>
                    <a:pt x="2859908" y="1181411"/>
                  </a:lnTo>
                  <a:lnTo>
                    <a:pt x="2859908" y="1181411"/>
                  </a:lnTo>
                  <a:lnTo>
                    <a:pt x="2864900" y="1181411"/>
                  </a:lnTo>
                  <a:lnTo>
                    <a:pt x="2864900" y="1181411"/>
                  </a:lnTo>
                  <a:lnTo>
                    <a:pt x="2869891" y="1181411"/>
                  </a:lnTo>
                  <a:lnTo>
                    <a:pt x="2869891" y="1181411"/>
                  </a:lnTo>
                  <a:lnTo>
                    <a:pt x="2874882" y="1181411"/>
                  </a:lnTo>
                  <a:lnTo>
                    <a:pt x="2874882" y="1175817"/>
                  </a:lnTo>
                  <a:lnTo>
                    <a:pt x="2879873" y="1175817"/>
                  </a:lnTo>
                  <a:lnTo>
                    <a:pt x="2879873" y="1175817"/>
                  </a:lnTo>
                  <a:lnTo>
                    <a:pt x="2884864" y="1175817"/>
                  </a:lnTo>
                  <a:lnTo>
                    <a:pt x="2884864" y="1175817"/>
                  </a:lnTo>
                  <a:lnTo>
                    <a:pt x="2889855" y="1175817"/>
                  </a:lnTo>
                  <a:lnTo>
                    <a:pt x="2889855" y="1175817"/>
                  </a:lnTo>
                  <a:lnTo>
                    <a:pt x="2894846" y="1175817"/>
                  </a:lnTo>
                  <a:lnTo>
                    <a:pt x="2894846" y="1173018"/>
                  </a:lnTo>
                  <a:lnTo>
                    <a:pt x="2899837" y="1173018"/>
                  </a:lnTo>
                  <a:lnTo>
                    <a:pt x="2899837" y="1173018"/>
                  </a:lnTo>
                  <a:lnTo>
                    <a:pt x="2904829" y="1173018"/>
                  </a:lnTo>
                  <a:lnTo>
                    <a:pt x="2904829" y="1170216"/>
                  </a:lnTo>
                  <a:lnTo>
                    <a:pt x="2909820" y="1170216"/>
                  </a:lnTo>
                  <a:lnTo>
                    <a:pt x="2909820" y="1167412"/>
                  </a:lnTo>
                  <a:lnTo>
                    <a:pt x="2914811" y="1167412"/>
                  </a:lnTo>
                  <a:lnTo>
                    <a:pt x="2914811" y="1167412"/>
                  </a:lnTo>
                  <a:lnTo>
                    <a:pt x="2919802" y="1167412"/>
                  </a:lnTo>
                  <a:lnTo>
                    <a:pt x="2919802" y="1167412"/>
                  </a:lnTo>
                  <a:lnTo>
                    <a:pt x="2924793" y="1167412"/>
                  </a:lnTo>
                  <a:lnTo>
                    <a:pt x="2924793" y="1167412"/>
                  </a:lnTo>
                  <a:lnTo>
                    <a:pt x="2929784" y="1167412"/>
                  </a:lnTo>
                  <a:lnTo>
                    <a:pt x="2929784" y="1167412"/>
                  </a:lnTo>
                  <a:lnTo>
                    <a:pt x="2934775" y="1167412"/>
                  </a:lnTo>
                  <a:lnTo>
                    <a:pt x="2934775" y="1161796"/>
                  </a:lnTo>
                  <a:lnTo>
                    <a:pt x="2939766" y="1161796"/>
                  </a:lnTo>
                  <a:lnTo>
                    <a:pt x="2939766" y="1161796"/>
                  </a:lnTo>
                  <a:lnTo>
                    <a:pt x="2944757" y="1161796"/>
                  </a:lnTo>
                  <a:lnTo>
                    <a:pt x="2944757" y="1161796"/>
                  </a:lnTo>
                  <a:lnTo>
                    <a:pt x="2949749" y="1161796"/>
                  </a:lnTo>
                  <a:lnTo>
                    <a:pt x="2949749" y="1161796"/>
                  </a:lnTo>
                  <a:lnTo>
                    <a:pt x="2954740" y="1161796"/>
                  </a:lnTo>
                  <a:lnTo>
                    <a:pt x="2954740" y="1161796"/>
                  </a:lnTo>
                  <a:lnTo>
                    <a:pt x="2959731" y="1161796"/>
                  </a:lnTo>
                  <a:lnTo>
                    <a:pt x="2959731" y="1161796"/>
                  </a:lnTo>
                  <a:lnTo>
                    <a:pt x="2964722" y="1161796"/>
                  </a:lnTo>
                  <a:lnTo>
                    <a:pt x="2964722" y="1156157"/>
                  </a:lnTo>
                  <a:lnTo>
                    <a:pt x="2969713" y="1156157"/>
                  </a:lnTo>
                  <a:lnTo>
                    <a:pt x="2969713" y="1153334"/>
                  </a:lnTo>
                  <a:lnTo>
                    <a:pt x="2974704" y="1153334"/>
                  </a:lnTo>
                  <a:lnTo>
                    <a:pt x="2974704" y="1153334"/>
                  </a:lnTo>
                  <a:lnTo>
                    <a:pt x="2979695" y="1153334"/>
                  </a:lnTo>
                  <a:lnTo>
                    <a:pt x="2979695" y="1153334"/>
                  </a:lnTo>
                  <a:lnTo>
                    <a:pt x="2984686" y="1153334"/>
                  </a:lnTo>
                  <a:lnTo>
                    <a:pt x="2984686" y="1150502"/>
                  </a:lnTo>
                  <a:lnTo>
                    <a:pt x="2989677" y="1150502"/>
                  </a:lnTo>
                  <a:lnTo>
                    <a:pt x="2989677" y="1150502"/>
                  </a:lnTo>
                  <a:lnTo>
                    <a:pt x="2994669" y="1150502"/>
                  </a:lnTo>
                  <a:lnTo>
                    <a:pt x="2994669" y="1147667"/>
                  </a:lnTo>
                  <a:lnTo>
                    <a:pt x="2999660" y="1147667"/>
                  </a:lnTo>
                  <a:lnTo>
                    <a:pt x="2999660" y="1147667"/>
                  </a:lnTo>
                  <a:lnTo>
                    <a:pt x="3004651" y="1147667"/>
                  </a:lnTo>
                  <a:lnTo>
                    <a:pt x="3004651" y="1144830"/>
                  </a:lnTo>
                  <a:lnTo>
                    <a:pt x="3009642" y="1144830"/>
                  </a:lnTo>
                  <a:lnTo>
                    <a:pt x="3009642" y="1144830"/>
                  </a:lnTo>
                  <a:lnTo>
                    <a:pt x="3014633" y="1144830"/>
                  </a:lnTo>
                  <a:lnTo>
                    <a:pt x="3014633" y="1141987"/>
                  </a:lnTo>
                  <a:lnTo>
                    <a:pt x="3019624" y="1141987"/>
                  </a:lnTo>
                  <a:lnTo>
                    <a:pt x="3019624" y="1139142"/>
                  </a:lnTo>
                  <a:lnTo>
                    <a:pt x="3024615" y="1139142"/>
                  </a:lnTo>
                  <a:lnTo>
                    <a:pt x="3024615" y="1136294"/>
                  </a:lnTo>
                  <a:lnTo>
                    <a:pt x="3029606" y="1136294"/>
                  </a:lnTo>
                  <a:lnTo>
                    <a:pt x="3029606" y="1133445"/>
                  </a:lnTo>
                  <a:lnTo>
                    <a:pt x="3034598" y="1133445"/>
                  </a:lnTo>
                  <a:lnTo>
                    <a:pt x="3034598" y="1133445"/>
                  </a:lnTo>
                  <a:lnTo>
                    <a:pt x="3039589" y="1133445"/>
                  </a:lnTo>
                  <a:lnTo>
                    <a:pt x="3039589" y="1124886"/>
                  </a:lnTo>
                  <a:lnTo>
                    <a:pt x="3044580" y="1124886"/>
                  </a:lnTo>
                  <a:lnTo>
                    <a:pt x="3044580" y="1124886"/>
                  </a:lnTo>
                  <a:lnTo>
                    <a:pt x="3049571" y="1124886"/>
                  </a:lnTo>
                  <a:lnTo>
                    <a:pt x="3049571" y="1122027"/>
                  </a:lnTo>
                  <a:lnTo>
                    <a:pt x="3054562" y="1122027"/>
                  </a:lnTo>
                  <a:lnTo>
                    <a:pt x="3054562" y="1122027"/>
                  </a:lnTo>
                  <a:lnTo>
                    <a:pt x="3059553" y="1122027"/>
                  </a:lnTo>
                  <a:lnTo>
                    <a:pt x="3059553" y="1119165"/>
                  </a:lnTo>
                  <a:lnTo>
                    <a:pt x="3064544" y="1119165"/>
                  </a:lnTo>
                  <a:lnTo>
                    <a:pt x="3064544" y="1119165"/>
                  </a:lnTo>
                  <a:lnTo>
                    <a:pt x="3069535" y="1119165"/>
                  </a:lnTo>
                  <a:lnTo>
                    <a:pt x="3069535" y="1119165"/>
                  </a:lnTo>
                  <a:lnTo>
                    <a:pt x="3074526" y="1119165"/>
                  </a:lnTo>
                  <a:lnTo>
                    <a:pt x="3074526" y="1113438"/>
                  </a:lnTo>
                  <a:lnTo>
                    <a:pt x="3079518" y="1113438"/>
                  </a:lnTo>
                  <a:lnTo>
                    <a:pt x="3079518" y="1113438"/>
                  </a:lnTo>
                  <a:lnTo>
                    <a:pt x="3084509" y="1113438"/>
                  </a:lnTo>
                  <a:lnTo>
                    <a:pt x="3084509" y="1110568"/>
                  </a:lnTo>
                  <a:lnTo>
                    <a:pt x="3089500" y="1110568"/>
                  </a:lnTo>
                  <a:lnTo>
                    <a:pt x="3089500" y="1110568"/>
                  </a:lnTo>
                  <a:lnTo>
                    <a:pt x="3094491" y="1110568"/>
                  </a:lnTo>
                  <a:lnTo>
                    <a:pt x="3094491" y="1110568"/>
                  </a:lnTo>
                  <a:lnTo>
                    <a:pt x="3099482" y="1110568"/>
                  </a:lnTo>
                  <a:lnTo>
                    <a:pt x="3099482" y="1107695"/>
                  </a:lnTo>
                  <a:lnTo>
                    <a:pt x="3104473" y="1107695"/>
                  </a:lnTo>
                  <a:lnTo>
                    <a:pt x="3104473" y="1107695"/>
                  </a:lnTo>
                  <a:lnTo>
                    <a:pt x="3109464" y="1107695"/>
                  </a:lnTo>
                  <a:lnTo>
                    <a:pt x="3109464" y="1099060"/>
                  </a:lnTo>
                  <a:lnTo>
                    <a:pt x="3114455" y="1099060"/>
                  </a:lnTo>
                  <a:lnTo>
                    <a:pt x="3114455" y="1099060"/>
                  </a:lnTo>
                  <a:lnTo>
                    <a:pt x="3119446" y="1099060"/>
                  </a:lnTo>
                  <a:lnTo>
                    <a:pt x="3119446" y="1099060"/>
                  </a:lnTo>
                  <a:lnTo>
                    <a:pt x="3124438" y="1099060"/>
                  </a:lnTo>
                  <a:lnTo>
                    <a:pt x="3124438" y="1099060"/>
                  </a:lnTo>
                  <a:lnTo>
                    <a:pt x="3129429" y="1099060"/>
                  </a:lnTo>
                  <a:lnTo>
                    <a:pt x="3129429" y="1099060"/>
                  </a:lnTo>
                  <a:lnTo>
                    <a:pt x="3134420" y="1099060"/>
                  </a:lnTo>
                  <a:lnTo>
                    <a:pt x="3134420" y="1099060"/>
                  </a:lnTo>
                  <a:lnTo>
                    <a:pt x="3139411" y="1099060"/>
                  </a:lnTo>
                  <a:lnTo>
                    <a:pt x="3139411" y="1096170"/>
                  </a:lnTo>
                  <a:lnTo>
                    <a:pt x="3144402" y="1096170"/>
                  </a:lnTo>
                  <a:lnTo>
                    <a:pt x="3144402" y="1096170"/>
                  </a:lnTo>
                  <a:lnTo>
                    <a:pt x="3149393" y="1096170"/>
                  </a:lnTo>
                  <a:lnTo>
                    <a:pt x="3149393" y="1096170"/>
                  </a:lnTo>
                  <a:lnTo>
                    <a:pt x="3154384" y="1096170"/>
                  </a:lnTo>
                  <a:lnTo>
                    <a:pt x="3154384" y="1096170"/>
                  </a:lnTo>
                  <a:lnTo>
                    <a:pt x="3159375" y="1096170"/>
                  </a:lnTo>
                  <a:lnTo>
                    <a:pt x="3159375" y="1096170"/>
                  </a:lnTo>
                  <a:lnTo>
                    <a:pt x="3164367" y="1096170"/>
                  </a:lnTo>
                  <a:lnTo>
                    <a:pt x="3164367" y="1096170"/>
                  </a:lnTo>
                  <a:lnTo>
                    <a:pt x="3169358" y="1096170"/>
                  </a:lnTo>
                  <a:lnTo>
                    <a:pt x="3169358" y="1096170"/>
                  </a:lnTo>
                  <a:lnTo>
                    <a:pt x="3174349" y="1096170"/>
                  </a:lnTo>
                  <a:lnTo>
                    <a:pt x="3174349" y="1087460"/>
                  </a:lnTo>
                  <a:lnTo>
                    <a:pt x="3179340" y="1087460"/>
                  </a:lnTo>
                  <a:lnTo>
                    <a:pt x="3179340" y="1078747"/>
                  </a:lnTo>
                  <a:lnTo>
                    <a:pt x="3184331" y="1078747"/>
                  </a:lnTo>
                  <a:lnTo>
                    <a:pt x="3184331" y="1070023"/>
                  </a:lnTo>
                  <a:lnTo>
                    <a:pt x="3189322" y="1070023"/>
                  </a:lnTo>
                  <a:lnTo>
                    <a:pt x="3189322" y="1070023"/>
                  </a:lnTo>
                  <a:lnTo>
                    <a:pt x="3194313" y="1070023"/>
                  </a:lnTo>
                  <a:lnTo>
                    <a:pt x="3194313" y="1070023"/>
                  </a:lnTo>
                  <a:lnTo>
                    <a:pt x="3199304" y="1070023"/>
                  </a:lnTo>
                  <a:lnTo>
                    <a:pt x="3199304" y="1064202"/>
                  </a:lnTo>
                  <a:lnTo>
                    <a:pt x="3204295" y="1064202"/>
                  </a:lnTo>
                  <a:lnTo>
                    <a:pt x="3204295" y="1061290"/>
                  </a:lnTo>
                  <a:lnTo>
                    <a:pt x="3209287" y="1061290"/>
                  </a:lnTo>
                  <a:lnTo>
                    <a:pt x="3209287" y="1058376"/>
                  </a:lnTo>
                  <a:lnTo>
                    <a:pt x="3214278" y="1058376"/>
                  </a:lnTo>
                  <a:lnTo>
                    <a:pt x="3214278" y="1055461"/>
                  </a:lnTo>
                  <a:lnTo>
                    <a:pt x="3219269" y="1055461"/>
                  </a:lnTo>
                  <a:lnTo>
                    <a:pt x="3219269" y="1052540"/>
                  </a:lnTo>
                  <a:lnTo>
                    <a:pt x="3224260" y="1052540"/>
                  </a:lnTo>
                  <a:lnTo>
                    <a:pt x="3224260" y="1049617"/>
                  </a:lnTo>
                  <a:lnTo>
                    <a:pt x="3229251" y="1049617"/>
                  </a:lnTo>
                  <a:lnTo>
                    <a:pt x="3229251" y="1049617"/>
                  </a:lnTo>
                  <a:lnTo>
                    <a:pt x="3234242" y="1049617"/>
                  </a:lnTo>
                  <a:lnTo>
                    <a:pt x="3234242" y="1049617"/>
                  </a:lnTo>
                  <a:lnTo>
                    <a:pt x="3239233" y="1049617"/>
                  </a:lnTo>
                  <a:lnTo>
                    <a:pt x="3239233" y="1049617"/>
                  </a:lnTo>
                  <a:lnTo>
                    <a:pt x="3244224" y="1049617"/>
                  </a:lnTo>
                  <a:lnTo>
                    <a:pt x="3244224" y="1046686"/>
                  </a:lnTo>
                  <a:lnTo>
                    <a:pt x="3249215" y="1046686"/>
                  </a:lnTo>
                  <a:lnTo>
                    <a:pt x="3249215" y="1037883"/>
                  </a:lnTo>
                  <a:lnTo>
                    <a:pt x="3254207" y="1037883"/>
                  </a:lnTo>
                  <a:lnTo>
                    <a:pt x="3254207" y="1037883"/>
                  </a:lnTo>
                  <a:lnTo>
                    <a:pt x="3259198" y="1037883"/>
                  </a:lnTo>
                  <a:lnTo>
                    <a:pt x="3259198" y="1034944"/>
                  </a:lnTo>
                  <a:lnTo>
                    <a:pt x="3264189" y="1034944"/>
                  </a:lnTo>
                  <a:lnTo>
                    <a:pt x="3264189" y="1034944"/>
                  </a:lnTo>
                  <a:lnTo>
                    <a:pt x="3269180" y="1034944"/>
                  </a:lnTo>
                  <a:lnTo>
                    <a:pt x="3269180" y="1034944"/>
                  </a:lnTo>
                  <a:lnTo>
                    <a:pt x="3274171" y="1034944"/>
                  </a:lnTo>
                  <a:lnTo>
                    <a:pt x="3274171" y="1032000"/>
                  </a:lnTo>
                  <a:lnTo>
                    <a:pt x="3279162" y="1032000"/>
                  </a:lnTo>
                  <a:lnTo>
                    <a:pt x="3279162" y="1032000"/>
                  </a:lnTo>
                  <a:lnTo>
                    <a:pt x="3284153" y="1032000"/>
                  </a:lnTo>
                  <a:lnTo>
                    <a:pt x="3284153" y="1026101"/>
                  </a:lnTo>
                  <a:lnTo>
                    <a:pt x="3289144" y="1026101"/>
                  </a:lnTo>
                  <a:lnTo>
                    <a:pt x="3289144" y="1026101"/>
                  </a:lnTo>
                  <a:lnTo>
                    <a:pt x="3294135" y="1026101"/>
                  </a:lnTo>
                  <a:lnTo>
                    <a:pt x="3294135" y="1026101"/>
                  </a:lnTo>
                  <a:lnTo>
                    <a:pt x="3299127" y="1026101"/>
                  </a:lnTo>
                  <a:lnTo>
                    <a:pt x="3299127" y="1023144"/>
                  </a:lnTo>
                  <a:lnTo>
                    <a:pt x="3304118" y="1023144"/>
                  </a:lnTo>
                  <a:lnTo>
                    <a:pt x="3304118" y="1023144"/>
                  </a:lnTo>
                  <a:lnTo>
                    <a:pt x="3309109" y="1023144"/>
                  </a:lnTo>
                  <a:lnTo>
                    <a:pt x="3309109" y="1020182"/>
                  </a:lnTo>
                  <a:lnTo>
                    <a:pt x="3314100" y="1020182"/>
                  </a:lnTo>
                  <a:lnTo>
                    <a:pt x="3314100" y="1020182"/>
                  </a:lnTo>
                  <a:lnTo>
                    <a:pt x="3319091" y="1020182"/>
                  </a:lnTo>
                  <a:lnTo>
                    <a:pt x="3319091" y="1017214"/>
                  </a:lnTo>
                  <a:lnTo>
                    <a:pt x="3324082" y="1017214"/>
                  </a:lnTo>
                  <a:lnTo>
                    <a:pt x="3324082" y="1017214"/>
                  </a:lnTo>
                  <a:lnTo>
                    <a:pt x="3329073" y="1017214"/>
                  </a:lnTo>
                  <a:lnTo>
                    <a:pt x="3329073" y="1014240"/>
                  </a:lnTo>
                  <a:lnTo>
                    <a:pt x="3334064" y="1014240"/>
                  </a:lnTo>
                  <a:lnTo>
                    <a:pt x="3334064" y="1005316"/>
                  </a:lnTo>
                  <a:lnTo>
                    <a:pt x="3339056" y="1005316"/>
                  </a:lnTo>
                  <a:lnTo>
                    <a:pt x="3339056" y="1005316"/>
                  </a:lnTo>
                  <a:lnTo>
                    <a:pt x="3344047" y="1005316"/>
                  </a:lnTo>
                  <a:lnTo>
                    <a:pt x="3344047" y="1005316"/>
                  </a:lnTo>
                  <a:lnTo>
                    <a:pt x="3349038" y="1005316"/>
                  </a:lnTo>
                  <a:lnTo>
                    <a:pt x="3349038" y="1005316"/>
                  </a:lnTo>
                  <a:lnTo>
                    <a:pt x="3354029" y="1005316"/>
                  </a:lnTo>
                  <a:lnTo>
                    <a:pt x="3354029" y="1005316"/>
                  </a:lnTo>
                  <a:lnTo>
                    <a:pt x="3359020" y="1005316"/>
                  </a:lnTo>
                  <a:lnTo>
                    <a:pt x="3359020" y="1005316"/>
                  </a:lnTo>
                  <a:lnTo>
                    <a:pt x="3364011" y="1005316"/>
                  </a:lnTo>
                  <a:lnTo>
                    <a:pt x="3364011" y="1005316"/>
                  </a:lnTo>
                  <a:lnTo>
                    <a:pt x="3369002" y="1005316"/>
                  </a:lnTo>
                  <a:lnTo>
                    <a:pt x="3369002" y="1002327"/>
                  </a:lnTo>
                  <a:lnTo>
                    <a:pt x="3373993" y="1002327"/>
                  </a:lnTo>
                  <a:lnTo>
                    <a:pt x="3373993" y="1002327"/>
                  </a:lnTo>
                  <a:lnTo>
                    <a:pt x="3378984" y="1002327"/>
                  </a:lnTo>
                  <a:lnTo>
                    <a:pt x="3378984" y="999337"/>
                  </a:lnTo>
                  <a:lnTo>
                    <a:pt x="3383976" y="999337"/>
                  </a:lnTo>
                  <a:lnTo>
                    <a:pt x="3383976" y="996346"/>
                  </a:lnTo>
                  <a:lnTo>
                    <a:pt x="3388967" y="996346"/>
                  </a:lnTo>
                  <a:lnTo>
                    <a:pt x="3388967" y="990361"/>
                  </a:lnTo>
                  <a:lnTo>
                    <a:pt x="3393958" y="990361"/>
                  </a:lnTo>
                  <a:lnTo>
                    <a:pt x="3393958" y="990361"/>
                  </a:lnTo>
                  <a:lnTo>
                    <a:pt x="3398949" y="990361"/>
                  </a:lnTo>
                  <a:lnTo>
                    <a:pt x="3398949" y="987360"/>
                  </a:lnTo>
                  <a:lnTo>
                    <a:pt x="3403940" y="987360"/>
                  </a:lnTo>
                  <a:lnTo>
                    <a:pt x="3403940" y="987360"/>
                  </a:lnTo>
                  <a:lnTo>
                    <a:pt x="3408931" y="987360"/>
                  </a:lnTo>
                  <a:lnTo>
                    <a:pt x="3408931" y="987360"/>
                  </a:lnTo>
                  <a:lnTo>
                    <a:pt x="3413922" y="987360"/>
                  </a:lnTo>
                  <a:lnTo>
                    <a:pt x="3413922" y="981348"/>
                  </a:lnTo>
                  <a:lnTo>
                    <a:pt x="3418913" y="981348"/>
                  </a:lnTo>
                  <a:lnTo>
                    <a:pt x="3418913" y="981348"/>
                  </a:lnTo>
                  <a:lnTo>
                    <a:pt x="3423904" y="981348"/>
                  </a:lnTo>
                  <a:lnTo>
                    <a:pt x="3423904" y="978338"/>
                  </a:lnTo>
                  <a:lnTo>
                    <a:pt x="3428896" y="978338"/>
                  </a:lnTo>
                  <a:lnTo>
                    <a:pt x="3428896" y="978338"/>
                  </a:lnTo>
                  <a:lnTo>
                    <a:pt x="3433887" y="978338"/>
                  </a:lnTo>
                  <a:lnTo>
                    <a:pt x="3433887" y="975324"/>
                  </a:lnTo>
                  <a:lnTo>
                    <a:pt x="3438878" y="975324"/>
                  </a:lnTo>
                  <a:lnTo>
                    <a:pt x="3438878" y="975324"/>
                  </a:lnTo>
                  <a:lnTo>
                    <a:pt x="3443869" y="975324"/>
                  </a:lnTo>
                  <a:lnTo>
                    <a:pt x="3443869" y="972306"/>
                  </a:lnTo>
                  <a:lnTo>
                    <a:pt x="3448860" y="972306"/>
                  </a:lnTo>
                  <a:lnTo>
                    <a:pt x="3448860" y="972306"/>
                  </a:lnTo>
                  <a:lnTo>
                    <a:pt x="3453851" y="972306"/>
                  </a:lnTo>
                  <a:lnTo>
                    <a:pt x="3453851" y="972306"/>
                  </a:lnTo>
                  <a:lnTo>
                    <a:pt x="3458842" y="972306"/>
                  </a:lnTo>
                  <a:lnTo>
                    <a:pt x="3458842" y="969281"/>
                  </a:lnTo>
                  <a:lnTo>
                    <a:pt x="3463833" y="969281"/>
                  </a:lnTo>
                  <a:lnTo>
                    <a:pt x="3463833" y="969281"/>
                  </a:lnTo>
                  <a:lnTo>
                    <a:pt x="3468825" y="969281"/>
                  </a:lnTo>
                  <a:lnTo>
                    <a:pt x="3468825" y="969281"/>
                  </a:lnTo>
                  <a:lnTo>
                    <a:pt x="3473816" y="969281"/>
                  </a:lnTo>
                  <a:lnTo>
                    <a:pt x="3473816" y="969281"/>
                  </a:lnTo>
                  <a:lnTo>
                    <a:pt x="3478807" y="969281"/>
                  </a:lnTo>
                  <a:lnTo>
                    <a:pt x="3478807" y="966246"/>
                  </a:lnTo>
                  <a:lnTo>
                    <a:pt x="3483798" y="966246"/>
                  </a:lnTo>
                  <a:lnTo>
                    <a:pt x="3483798" y="963211"/>
                  </a:lnTo>
                  <a:lnTo>
                    <a:pt x="3488789" y="963211"/>
                  </a:lnTo>
                  <a:lnTo>
                    <a:pt x="3488789" y="957130"/>
                  </a:lnTo>
                  <a:lnTo>
                    <a:pt x="3493780" y="957130"/>
                  </a:lnTo>
                  <a:lnTo>
                    <a:pt x="3493780" y="957130"/>
                  </a:lnTo>
                  <a:lnTo>
                    <a:pt x="3498771" y="957130"/>
                  </a:lnTo>
                  <a:lnTo>
                    <a:pt x="3498771" y="957130"/>
                  </a:lnTo>
                  <a:lnTo>
                    <a:pt x="3503762" y="957130"/>
                  </a:lnTo>
                  <a:lnTo>
                    <a:pt x="3503762" y="957130"/>
                  </a:lnTo>
                  <a:lnTo>
                    <a:pt x="3508753" y="957130"/>
                  </a:lnTo>
                  <a:lnTo>
                    <a:pt x="3508753" y="957130"/>
                  </a:lnTo>
                  <a:lnTo>
                    <a:pt x="3513745" y="957130"/>
                  </a:lnTo>
                  <a:lnTo>
                    <a:pt x="3513745" y="957130"/>
                  </a:lnTo>
                  <a:lnTo>
                    <a:pt x="3518736" y="957130"/>
                  </a:lnTo>
                  <a:lnTo>
                    <a:pt x="3518736" y="957130"/>
                  </a:lnTo>
                  <a:lnTo>
                    <a:pt x="3523727" y="957130"/>
                  </a:lnTo>
                  <a:lnTo>
                    <a:pt x="3523727" y="957130"/>
                  </a:lnTo>
                  <a:lnTo>
                    <a:pt x="3528718" y="957130"/>
                  </a:lnTo>
                  <a:lnTo>
                    <a:pt x="3528718" y="954072"/>
                  </a:lnTo>
                  <a:lnTo>
                    <a:pt x="3533709" y="954072"/>
                  </a:lnTo>
                  <a:lnTo>
                    <a:pt x="3533709" y="954072"/>
                  </a:lnTo>
                  <a:lnTo>
                    <a:pt x="3538700" y="954072"/>
                  </a:lnTo>
                  <a:lnTo>
                    <a:pt x="3538700" y="951006"/>
                  </a:lnTo>
                  <a:lnTo>
                    <a:pt x="3543691" y="951006"/>
                  </a:lnTo>
                  <a:lnTo>
                    <a:pt x="3543691" y="951006"/>
                  </a:lnTo>
                  <a:lnTo>
                    <a:pt x="3548682" y="951006"/>
                  </a:lnTo>
                  <a:lnTo>
                    <a:pt x="3548682" y="947935"/>
                  </a:lnTo>
                  <a:lnTo>
                    <a:pt x="3553673" y="947935"/>
                  </a:lnTo>
                  <a:lnTo>
                    <a:pt x="3553673" y="947935"/>
                  </a:lnTo>
                  <a:lnTo>
                    <a:pt x="3558665" y="947935"/>
                  </a:lnTo>
                  <a:lnTo>
                    <a:pt x="3558665" y="947935"/>
                  </a:lnTo>
                  <a:lnTo>
                    <a:pt x="3563656" y="947935"/>
                  </a:lnTo>
                  <a:lnTo>
                    <a:pt x="3563656" y="947935"/>
                  </a:lnTo>
                  <a:lnTo>
                    <a:pt x="3568647" y="947935"/>
                  </a:lnTo>
                  <a:lnTo>
                    <a:pt x="3568647" y="947935"/>
                  </a:lnTo>
                  <a:lnTo>
                    <a:pt x="3573638" y="947935"/>
                  </a:lnTo>
                  <a:lnTo>
                    <a:pt x="3573638" y="947935"/>
                  </a:lnTo>
                  <a:lnTo>
                    <a:pt x="3578629" y="947935"/>
                  </a:lnTo>
                  <a:lnTo>
                    <a:pt x="3578629" y="947935"/>
                  </a:lnTo>
                  <a:lnTo>
                    <a:pt x="3583620" y="947935"/>
                  </a:lnTo>
                  <a:lnTo>
                    <a:pt x="3583620" y="947935"/>
                  </a:lnTo>
                  <a:lnTo>
                    <a:pt x="3588611" y="947935"/>
                  </a:lnTo>
                  <a:lnTo>
                    <a:pt x="3588611" y="947935"/>
                  </a:lnTo>
                  <a:lnTo>
                    <a:pt x="3593602" y="947935"/>
                  </a:lnTo>
                  <a:lnTo>
                    <a:pt x="3593602" y="947935"/>
                  </a:lnTo>
                  <a:lnTo>
                    <a:pt x="3598594" y="947935"/>
                  </a:lnTo>
                  <a:lnTo>
                    <a:pt x="3598594" y="947935"/>
                  </a:lnTo>
                  <a:lnTo>
                    <a:pt x="3603585" y="947935"/>
                  </a:lnTo>
                  <a:lnTo>
                    <a:pt x="3603585" y="947935"/>
                  </a:lnTo>
                  <a:lnTo>
                    <a:pt x="3608576" y="947935"/>
                  </a:lnTo>
                  <a:lnTo>
                    <a:pt x="3608576" y="944831"/>
                  </a:lnTo>
                  <a:lnTo>
                    <a:pt x="3613567" y="944831"/>
                  </a:lnTo>
                  <a:lnTo>
                    <a:pt x="3613567" y="941727"/>
                  </a:lnTo>
                  <a:lnTo>
                    <a:pt x="3618558" y="941727"/>
                  </a:lnTo>
                  <a:lnTo>
                    <a:pt x="3618558" y="941727"/>
                  </a:lnTo>
                  <a:lnTo>
                    <a:pt x="3623549" y="941727"/>
                  </a:lnTo>
                  <a:lnTo>
                    <a:pt x="3623549" y="938621"/>
                  </a:lnTo>
                  <a:lnTo>
                    <a:pt x="3628540" y="938621"/>
                  </a:lnTo>
                  <a:lnTo>
                    <a:pt x="3628540" y="932410"/>
                  </a:lnTo>
                  <a:lnTo>
                    <a:pt x="3633531" y="932410"/>
                  </a:lnTo>
                  <a:lnTo>
                    <a:pt x="3633531" y="929303"/>
                  </a:lnTo>
                  <a:lnTo>
                    <a:pt x="3638522" y="929303"/>
                  </a:lnTo>
                  <a:lnTo>
                    <a:pt x="3638522" y="929303"/>
                  </a:lnTo>
                  <a:lnTo>
                    <a:pt x="3643514" y="929303"/>
                  </a:lnTo>
                  <a:lnTo>
                    <a:pt x="3643514" y="929303"/>
                  </a:lnTo>
                  <a:lnTo>
                    <a:pt x="3648505" y="929303"/>
                  </a:lnTo>
                  <a:lnTo>
                    <a:pt x="3648505" y="929303"/>
                  </a:lnTo>
                  <a:lnTo>
                    <a:pt x="3653496" y="929303"/>
                  </a:lnTo>
                  <a:lnTo>
                    <a:pt x="3653496" y="923066"/>
                  </a:lnTo>
                  <a:lnTo>
                    <a:pt x="3658487" y="923066"/>
                  </a:lnTo>
                  <a:lnTo>
                    <a:pt x="3658487" y="923066"/>
                  </a:lnTo>
                  <a:lnTo>
                    <a:pt x="3663478" y="923066"/>
                  </a:lnTo>
                  <a:lnTo>
                    <a:pt x="3663478" y="923066"/>
                  </a:lnTo>
                  <a:lnTo>
                    <a:pt x="3668469" y="923066"/>
                  </a:lnTo>
                  <a:lnTo>
                    <a:pt x="3668469" y="913693"/>
                  </a:lnTo>
                  <a:lnTo>
                    <a:pt x="3673460" y="913693"/>
                  </a:lnTo>
                  <a:lnTo>
                    <a:pt x="3673460" y="913693"/>
                  </a:lnTo>
                  <a:lnTo>
                    <a:pt x="3678451" y="913693"/>
                  </a:lnTo>
                  <a:lnTo>
                    <a:pt x="3678451" y="910561"/>
                  </a:lnTo>
                  <a:lnTo>
                    <a:pt x="3683442" y="910561"/>
                  </a:lnTo>
                  <a:lnTo>
                    <a:pt x="3683442" y="910561"/>
                  </a:lnTo>
                  <a:lnTo>
                    <a:pt x="3688434" y="910561"/>
                  </a:lnTo>
                  <a:lnTo>
                    <a:pt x="3688434" y="910561"/>
                  </a:lnTo>
                  <a:lnTo>
                    <a:pt x="3693425" y="910561"/>
                  </a:lnTo>
                  <a:lnTo>
                    <a:pt x="3693425" y="907421"/>
                  </a:lnTo>
                  <a:lnTo>
                    <a:pt x="3698416" y="907421"/>
                  </a:lnTo>
                  <a:lnTo>
                    <a:pt x="3698416" y="907421"/>
                  </a:lnTo>
                  <a:lnTo>
                    <a:pt x="3703407" y="907421"/>
                  </a:lnTo>
                  <a:lnTo>
                    <a:pt x="3703407" y="904276"/>
                  </a:lnTo>
                  <a:lnTo>
                    <a:pt x="3708398" y="904276"/>
                  </a:lnTo>
                  <a:lnTo>
                    <a:pt x="3708398" y="904276"/>
                  </a:lnTo>
                  <a:lnTo>
                    <a:pt x="3713389" y="904276"/>
                  </a:lnTo>
                  <a:lnTo>
                    <a:pt x="3713389" y="904276"/>
                  </a:lnTo>
                  <a:lnTo>
                    <a:pt x="3718380" y="904276"/>
                  </a:lnTo>
                  <a:lnTo>
                    <a:pt x="3718380" y="904276"/>
                  </a:lnTo>
                  <a:lnTo>
                    <a:pt x="3723371" y="904276"/>
                  </a:lnTo>
                  <a:lnTo>
                    <a:pt x="3723371" y="904276"/>
                  </a:lnTo>
                  <a:lnTo>
                    <a:pt x="3728363" y="904276"/>
                  </a:lnTo>
                  <a:lnTo>
                    <a:pt x="3728363" y="904276"/>
                  </a:lnTo>
                  <a:lnTo>
                    <a:pt x="3733354" y="904276"/>
                  </a:lnTo>
                  <a:lnTo>
                    <a:pt x="3733354" y="904276"/>
                  </a:lnTo>
                  <a:lnTo>
                    <a:pt x="3738345" y="904276"/>
                  </a:lnTo>
                  <a:lnTo>
                    <a:pt x="3738345" y="901115"/>
                  </a:lnTo>
                  <a:lnTo>
                    <a:pt x="3743336" y="901115"/>
                  </a:lnTo>
                  <a:lnTo>
                    <a:pt x="3743336" y="901115"/>
                  </a:lnTo>
                  <a:lnTo>
                    <a:pt x="3748327" y="901115"/>
                  </a:lnTo>
                  <a:lnTo>
                    <a:pt x="3748327" y="901115"/>
                  </a:lnTo>
                  <a:lnTo>
                    <a:pt x="3753318" y="901115"/>
                  </a:lnTo>
                  <a:lnTo>
                    <a:pt x="3753318" y="901115"/>
                  </a:lnTo>
                  <a:lnTo>
                    <a:pt x="3758309" y="901115"/>
                  </a:lnTo>
                  <a:lnTo>
                    <a:pt x="3758309" y="901115"/>
                  </a:lnTo>
                  <a:lnTo>
                    <a:pt x="3763300" y="901115"/>
                  </a:lnTo>
                  <a:lnTo>
                    <a:pt x="3763300" y="897946"/>
                  </a:lnTo>
                  <a:lnTo>
                    <a:pt x="3768291" y="897946"/>
                  </a:lnTo>
                  <a:lnTo>
                    <a:pt x="3768291" y="897946"/>
                  </a:lnTo>
                  <a:lnTo>
                    <a:pt x="3773283" y="897946"/>
                  </a:lnTo>
                  <a:lnTo>
                    <a:pt x="3773283" y="897946"/>
                  </a:lnTo>
                  <a:lnTo>
                    <a:pt x="3778274" y="897946"/>
                  </a:lnTo>
                  <a:lnTo>
                    <a:pt x="3778274" y="897946"/>
                  </a:lnTo>
                  <a:lnTo>
                    <a:pt x="3783265" y="897946"/>
                  </a:lnTo>
                  <a:lnTo>
                    <a:pt x="3783265" y="894761"/>
                  </a:lnTo>
                  <a:lnTo>
                    <a:pt x="3788256" y="894761"/>
                  </a:lnTo>
                  <a:lnTo>
                    <a:pt x="3788256" y="894761"/>
                  </a:lnTo>
                  <a:lnTo>
                    <a:pt x="3793247" y="894761"/>
                  </a:lnTo>
                  <a:lnTo>
                    <a:pt x="3793247" y="894761"/>
                  </a:lnTo>
                  <a:lnTo>
                    <a:pt x="3798238" y="894761"/>
                  </a:lnTo>
                  <a:lnTo>
                    <a:pt x="3798238" y="894761"/>
                  </a:lnTo>
                  <a:lnTo>
                    <a:pt x="3803229" y="894761"/>
                  </a:lnTo>
                  <a:lnTo>
                    <a:pt x="3803229" y="891573"/>
                  </a:lnTo>
                  <a:lnTo>
                    <a:pt x="3808220" y="891573"/>
                  </a:lnTo>
                  <a:lnTo>
                    <a:pt x="3808220" y="888384"/>
                  </a:lnTo>
                  <a:lnTo>
                    <a:pt x="3813211" y="888384"/>
                  </a:lnTo>
                  <a:lnTo>
                    <a:pt x="3813211" y="888384"/>
                  </a:lnTo>
                  <a:lnTo>
                    <a:pt x="3818203" y="888384"/>
                  </a:lnTo>
                  <a:lnTo>
                    <a:pt x="3818203" y="888384"/>
                  </a:lnTo>
                  <a:lnTo>
                    <a:pt x="3823194" y="888384"/>
                  </a:lnTo>
                  <a:lnTo>
                    <a:pt x="3823194" y="885188"/>
                  </a:lnTo>
                  <a:lnTo>
                    <a:pt x="3828185" y="885188"/>
                  </a:lnTo>
                  <a:lnTo>
                    <a:pt x="3828185" y="885188"/>
                  </a:lnTo>
                  <a:lnTo>
                    <a:pt x="3833176" y="885188"/>
                  </a:lnTo>
                  <a:lnTo>
                    <a:pt x="3833176" y="885188"/>
                  </a:lnTo>
                  <a:lnTo>
                    <a:pt x="3838167" y="885188"/>
                  </a:lnTo>
                  <a:lnTo>
                    <a:pt x="3838167" y="881986"/>
                  </a:lnTo>
                  <a:lnTo>
                    <a:pt x="3843158" y="881986"/>
                  </a:lnTo>
                  <a:lnTo>
                    <a:pt x="3843158" y="881986"/>
                  </a:lnTo>
                  <a:lnTo>
                    <a:pt x="3848149" y="881986"/>
                  </a:lnTo>
                  <a:lnTo>
                    <a:pt x="3848149" y="881986"/>
                  </a:lnTo>
                  <a:lnTo>
                    <a:pt x="3853140" y="881986"/>
                  </a:lnTo>
                  <a:lnTo>
                    <a:pt x="3853140" y="881986"/>
                  </a:lnTo>
                  <a:lnTo>
                    <a:pt x="3858132" y="881986"/>
                  </a:lnTo>
                  <a:lnTo>
                    <a:pt x="3858132" y="881986"/>
                  </a:lnTo>
                  <a:lnTo>
                    <a:pt x="3863123" y="881986"/>
                  </a:lnTo>
                  <a:lnTo>
                    <a:pt x="3863123" y="875556"/>
                  </a:lnTo>
                  <a:lnTo>
                    <a:pt x="3868114" y="875556"/>
                  </a:lnTo>
                  <a:lnTo>
                    <a:pt x="3868114" y="875556"/>
                  </a:lnTo>
                  <a:lnTo>
                    <a:pt x="3873105" y="875556"/>
                  </a:lnTo>
                  <a:lnTo>
                    <a:pt x="3873105" y="872336"/>
                  </a:lnTo>
                  <a:lnTo>
                    <a:pt x="3878096" y="872336"/>
                  </a:lnTo>
                  <a:lnTo>
                    <a:pt x="3878096" y="865889"/>
                  </a:lnTo>
                  <a:lnTo>
                    <a:pt x="3883087" y="865889"/>
                  </a:lnTo>
                  <a:lnTo>
                    <a:pt x="3883087" y="865889"/>
                  </a:lnTo>
                  <a:lnTo>
                    <a:pt x="3888078" y="865889"/>
                  </a:lnTo>
                  <a:lnTo>
                    <a:pt x="3888078" y="862660"/>
                  </a:lnTo>
                  <a:lnTo>
                    <a:pt x="3893069" y="862660"/>
                  </a:lnTo>
                  <a:lnTo>
                    <a:pt x="3893069" y="856197"/>
                  </a:lnTo>
                  <a:lnTo>
                    <a:pt x="3898060" y="856197"/>
                  </a:lnTo>
                  <a:lnTo>
                    <a:pt x="3898060" y="856197"/>
                  </a:lnTo>
                  <a:lnTo>
                    <a:pt x="3903052" y="856197"/>
                  </a:lnTo>
                  <a:lnTo>
                    <a:pt x="3903052" y="852960"/>
                  </a:lnTo>
                  <a:lnTo>
                    <a:pt x="3908043" y="852960"/>
                  </a:lnTo>
                  <a:lnTo>
                    <a:pt x="3908043" y="852960"/>
                  </a:lnTo>
                  <a:lnTo>
                    <a:pt x="3913034" y="852960"/>
                  </a:lnTo>
                  <a:lnTo>
                    <a:pt x="3913034" y="852960"/>
                  </a:lnTo>
                  <a:lnTo>
                    <a:pt x="3918025" y="852960"/>
                  </a:lnTo>
                  <a:lnTo>
                    <a:pt x="3918025" y="849716"/>
                  </a:lnTo>
                  <a:lnTo>
                    <a:pt x="3923016" y="849716"/>
                  </a:lnTo>
                  <a:lnTo>
                    <a:pt x="3923016" y="849716"/>
                  </a:lnTo>
                  <a:lnTo>
                    <a:pt x="3928007" y="849716"/>
                  </a:lnTo>
                  <a:lnTo>
                    <a:pt x="3928007" y="849716"/>
                  </a:lnTo>
                  <a:lnTo>
                    <a:pt x="3932998" y="849716"/>
                  </a:lnTo>
                  <a:lnTo>
                    <a:pt x="3932998" y="849716"/>
                  </a:lnTo>
                  <a:lnTo>
                    <a:pt x="3937989" y="849716"/>
                  </a:lnTo>
                  <a:lnTo>
                    <a:pt x="3937989" y="849716"/>
                  </a:lnTo>
                  <a:lnTo>
                    <a:pt x="3942980" y="849716"/>
                  </a:lnTo>
                  <a:lnTo>
                    <a:pt x="3942980" y="843208"/>
                  </a:lnTo>
                  <a:lnTo>
                    <a:pt x="3947972" y="843208"/>
                  </a:lnTo>
                  <a:lnTo>
                    <a:pt x="3947972" y="836699"/>
                  </a:lnTo>
                  <a:lnTo>
                    <a:pt x="3952963" y="836699"/>
                  </a:lnTo>
                  <a:lnTo>
                    <a:pt x="3952963" y="836699"/>
                  </a:lnTo>
                  <a:lnTo>
                    <a:pt x="3957954" y="836699"/>
                  </a:lnTo>
                  <a:lnTo>
                    <a:pt x="3957954" y="833437"/>
                  </a:lnTo>
                  <a:lnTo>
                    <a:pt x="3962945" y="833437"/>
                  </a:lnTo>
                  <a:lnTo>
                    <a:pt x="3962945" y="833437"/>
                  </a:lnTo>
                  <a:lnTo>
                    <a:pt x="3967936" y="833437"/>
                  </a:lnTo>
                  <a:lnTo>
                    <a:pt x="3967936" y="833437"/>
                  </a:lnTo>
                  <a:lnTo>
                    <a:pt x="3972927" y="833437"/>
                  </a:lnTo>
                  <a:lnTo>
                    <a:pt x="3972927" y="833437"/>
                  </a:lnTo>
                  <a:lnTo>
                    <a:pt x="3977918" y="833437"/>
                  </a:lnTo>
                  <a:lnTo>
                    <a:pt x="3977918" y="833437"/>
                  </a:lnTo>
                  <a:lnTo>
                    <a:pt x="3982909" y="833437"/>
                  </a:lnTo>
                  <a:lnTo>
                    <a:pt x="3982909" y="833437"/>
                  </a:lnTo>
                  <a:lnTo>
                    <a:pt x="3987900" y="833437"/>
                  </a:lnTo>
                  <a:lnTo>
                    <a:pt x="3987900" y="833437"/>
                  </a:lnTo>
                  <a:lnTo>
                    <a:pt x="3992892" y="833437"/>
                  </a:lnTo>
                  <a:lnTo>
                    <a:pt x="3992892" y="833437"/>
                  </a:lnTo>
                  <a:lnTo>
                    <a:pt x="3997883" y="833437"/>
                  </a:lnTo>
                  <a:lnTo>
                    <a:pt x="3997883" y="833437"/>
                  </a:lnTo>
                  <a:lnTo>
                    <a:pt x="4002874" y="833437"/>
                  </a:lnTo>
                  <a:lnTo>
                    <a:pt x="4002874" y="833437"/>
                  </a:lnTo>
                  <a:lnTo>
                    <a:pt x="4007865" y="833437"/>
                  </a:lnTo>
                  <a:lnTo>
                    <a:pt x="4007865" y="830148"/>
                  </a:lnTo>
                  <a:lnTo>
                    <a:pt x="4012856" y="830148"/>
                  </a:lnTo>
                  <a:lnTo>
                    <a:pt x="4012856" y="830148"/>
                  </a:lnTo>
                  <a:lnTo>
                    <a:pt x="4017847" y="830148"/>
                  </a:lnTo>
                  <a:lnTo>
                    <a:pt x="4017847" y="826847"/>
                  </a:lnTo>
                  <a:lnTo>
                    <a:pt x="4022838" y="826847"/>
                  </a:lnTo>
                  <a:lnTo>
                    <a:pt x="4022838" y="820238"/>
                  </a:lnTo>
                  <a:lnTo>
                    <a:pt x="4027829" y="820238"/>
                  </a:lnTo>
                  <a:lnTo>
                    <a:pt x="4027829" y="820238"/>
                  </a:lnTo>
                  <a:lnTo>
                    <a:pt x="4032821" y="820238"/>
                  </a:lnTo>
                  <a:lnTo>
                    <a:pt x="4032821" y="820238"/>
                  </a:lnTo>
                  <a:lnTo>
                    <a:pt x="4037812" y="820238"/>
                  </a:lnTo>
                  <a:lnTo>
                    <a:pt x="4037812" y="820238"/>
                  </a:lnTo>
                  <a:lnTo>
                    <a:pt x="4042803" y="820238"/>
                  </a:lnTo>
                  <a:lnTo>
                    <a:pt x="4042803" y="820238"/>
                  </a:lnTo>
                  <a:lnTo>
                    <a:pt x="4047794" y="820238"/>
                  </a:lnTo>
                  <a:lnTo>
                    <a:pt x="4047794" y="820238"/>
                  </a:lnTo>
                  <a:lnTo>
                    <a:pt x="4052785" y="820238"/>
                  </a:lnTo>
                  <a:lnTo>
                    <a:pt x="4052785" y="813601"/>
                  </a:lnTo>
                  <a:lnTo>
                    <a:pt x="4057776" y="813601"/>
                  </a:lnTo>
                  <a:lnTo>
                    <a:pt x="4057776" y="813601"/>
                  </a:lnTo>
                  <a:lnTo>
                    <a:pt x="4062767" y="813601"/>
                  </a:lnTo>
                  <a:lnTo>
                    <a:pt x="4062767" y="813601"/>
                  </a:lnTo>
                  <a:lnTo>
                    <a:pt x="4067758" y="813601"/>
                  </a:lnTo>
                  <a:lnTo>
                    <a:pt x="4067758" y="813601"/>
                  </a:lnTo>
                  <a:lnTo>
                    <a:pt x="4072749" y="813601"/>
                  </a:lnTo>
                  <a:lnTo>
                    <a:pt x="4072749" y="813601"/>
                  </a:lnTo>
                  <a:lnTo>
                    <a:pt x="4077741" y="813601"/>
                  </a:lnTo>
                  <a:lnTo>
                    <a:pt x="4077741" y="813601"/>
                  </a:lnTo>
                  <a:lnTo>
                    <a:pt x="4082732" y="813601"/>
                  </a:lnTo>
                  <a:lnTo>
                    <a:pt x="4082732" y="810273"/>
                  </a:lnTo>
                  <a:lnTo>
                    <a:pt x="4087723" y="810273"/>
                  </a:lnTo>
                  <a:lnTo>
                    <a:pt x="4087723" y="803610"/>
                  </a:lnTo>
                  <a:lnTo>
                    <a:pt x="4092714" y="803610"/>
                  </a:lnTo>
                  <a:lnTo>
                    <a:pt x="4092714" y="803610"/>
                  </a:lnTo>
                  <a:lnTo>
                    <a:pt x="4097705" y="803610"/>
                  </a:lnTo>
                  <a:lnTo>
                    <a:pt x="4097705" y="803610"/>
                  </a:lnTo>
                  <a:lnTo>
                    <a:pt x="4102696" y="803610"/>
                  </a:lnTo>
                  <a:lnTo>
                    <a:pt x="4102696" y="803610"/>
                  </a:lnTo>
                  <a:lnTo>
                    <a:pt x="4107687" y="803610"/>
                  </a:lnTo>
                  <a:lnTo>
                    <a:pt x="4107687" y="803610"/>
                  </a:lnTo>
                  <a:lnTo>
                    <a:pt x="4112678" y="803610"/>
                  </a:lnTo>
                  <a:lnTo>
                    <a:pt x="4112678" y="803610"/>
                  </a:lnTo>
                  <a:lnTo>
                    <a:pt x="4117669" y="803610"/>
                  </a:lnTo>
                  <a:lnTo>
                    <a:pt x="4117669" y="803610"/>
                  </a:lnTo>
                  <a:lnTo>
                    <a:pt x="4122661" y="803610"/>
                  </a:lnTo>
                  <a:lnTo>
                    <a:pt x="4122661" y="800266"/>
                  </a:lnTo>
                  <a:lnTo>
                    <a:pt x="4127652" y="800266"/>
                  </a:lnTo>
                  <a:lnTo>
                    <a:pt x="4127652" y="800266"/>
                  </a:lnTo>
                  <a:lnTo>
                    <a:pt x="4132643" y="800266"/>
                  </a:lnTo>
                  <a:lnTo>
                    <a:pt x="4132643" y="800266"/>
                  </a:lnTo>
                  <a:lnTo>
                    <a:pt x="4137634" y="800266"/>
                  </a:lnTo>
                  <a:lnTo>
                    <a:pt x="4137634" y="793561"/>
                  </a:lnTo>
                  <a:lnTo>
                    <a:pt x="4142625" y="793561"/>
                  </a:lnTo>
                  <a:lnTo>
                    <a:pt x="4142625" y="790207"/>
                  </a:lnTo>
                  <a:lnTo>
                    <a:pt x="4147616" y="790207"/>
                  </a:lnTo>
                  <a:lnTo>
                    <a:pt x="4147616" y="786850"/>
                  </a:lnTo>
                  <a:lnTo>
                    <a:pt x="4152607" y="786850"/>
                  </a:lnTo>
                  <a:lnTo>
                    <a:pt x="4152607" y="783491"/>
                  </a:lnTo>
                  <a:lnTo>
                    <a:pt x="4157598" y="783491"/>
                  </a:lnTo>
                  <a:lnTo>
                    <a:pt x="4157598" y="783491"/>
                  </a:lnTo>
                  <a:lnTo>
                    <a:pt x="4162590" y="783491"/>
                  </a:lnTo>
                  <a:lnTo>
                    <a:pt x="4162590" y="783491"/>
                  </a:lnTo>
                  <a:lnTo>
                    <a:pt x="4167581" y="783491"/>
                  </a:lnTo>
                  <a:lnTo>
                    <a:pt x="4167581" y="780129"/>
                  </a:lnTo>
                  <a:lnTo>
                    <a:pt x="4172572" y="780129"/>
                  </a:lnTo>
                  <a:lnTo>
                    <a:pt x="4172572" y="780129"/>
                  </a:lnTo>
                  <a:lnTo>
                    <a:pt x="4177563" y="780129"/>
                  </a:lnTo>
                  <a:lnTo>
                    <a:pt x="4177563" y="780129"/>
                  </a:lnTo>
                  <a:lnTo>
                    <a:pt x="4182554" y="780129"/>
                  </a:lnTo>
                  <a:lnTo>
                    <a:pt x="4182554" y="780129"/>
                  </a:lnTo>
                  <a:lnTo>
                    <a:pt x="4187545" y="780129"/>
                  </a:lnTo>
                  <a:lnTo>
                    <a:pt x="4187545" y="780129"/>
                  </a:lnTo>
                  <a:lnTo>
                    <a:pt x="4192536" y="780129"/>
                  </a:lnTo>
                  <a:lnTo>
                    <a:pt x="4192536" y="776761"/>
                  </a:lnTo>
                  <a:lnTo>
                    <a:pt x="4197527" y="776761"/>
                  </a:lnTo>
                  <a:lnTo>
                    <a:pt x="4197527" y="770012"/>
                  </a:lnTo>
                  <a:lnTo>
                    <a:pt x="4202518" y="770012"/>
                  </a:lnTo>
                  <a:lnTo>
                    <a:pt x="4202518" y="770012"/>
                  </a:lnTo>
                  <a:lnTo>
                    <a:pt x="4207510" y="770012"/>
                  </a:lnTo>
                  <a:lnTo>
                    <a:pt x="4207510" y="766636"/>
                  </a:lnTo>
                  <a:lnTo>
                    <a:pt x="4212501" y="766636"/>
                  </a:lnTo>
                  <a:lnTo>
                    <a:pt x="4212501" y="766636"/>
                  </a:lnTo>
                  <a:lnTo>
                    <a:pt x="4217492" y="766636"/>
                  </a:lnTo>
                  <a:lnTo>
                    <a:pt x="4217492" y="766636"/>
                  </a:lnTo>
                  <a:lnTo>
                    <a:pt x="4222483" y="766636"/>
                  </a:lnTo>
                  <a:lnTo>
                    <a:pt x="4222483" y="766636"/>
                  </a:lnTo>
                  <a:lnTo>
                    <a:pt x="4227474" y="766636"/>
                  </a:lnTo>
                  <a:lnTo>
                    <a:pt x="4227474" y="766636"/>
                  </a:lnTo>
                  <a:lnTo>
                    <a:pt x="4232465" y="766636"/>
                  </a:lnTo>
                  <a:lnTo>
                    <a:pt x="4232465" y="766636"/>
                  </a:lnTo>
                  <a:lnTo>
                    <a:pt x="4237456" y="766636"/>
                  </a:lnTo>
                  <a:lnTo>
                    <a:pt x="4237456" y="759857"/>
                  </a:lnTo>
                  <a:lnTo>
                    <a:pt x="4242447" y="759857"/>
                  </a:lnTo>
                  <a:lnTo>
                    <a:pt x="4242447" y="759857"/>
                  </a:lnTo>
                  <a:lnTo>
                    <a:pt x="4247438" y="759857"/>
                  </a:lnTo>
                  <a:lnTo>
                    <a:pt x="4247438" y="756462"/>
                  </a:lnTo>
                  <a:lnTo>
                    <a:pt x="4252430" y="756462"/>
                  </a:lnTo>
                  <a:lnTo>
                    <a:pt x="4252430" y="749663"/>
                  </a:lnTo>
                  <a:lnTo>
                    <a:pt x="4257421" y="749663"/>
                  </a:lnTo>
                  <a:lnTo>
                    <a:pt x="4257421" y="749663"/>
                  </a:lnTo>
                  <a:lnTo>
                    <a:pt x="4262412" y="749663"/>
                  </a:lnTo>
                  <a:lnTo>
                    <a:pt x="4262412" y="749663"/>
                  </a:lnTo>
                  <a:lnTo>
                    <a:pt x="4267403" y="749663"/>
                  </a:lnTo>
                  <a:lnTo>
                    <a:pt x="4267403" y="749663"/>
                  </a:lnTo>
                  <a:lnTo>
                    <a:pt x="4272394" y="749663"/>
                  </a:lnTo>
                  <a:lnTo>
                    <a:pt x="4272394" y="749663"/>
                  </a:lnTo>
                  <a:lnTo>
                    <a:pt x="4277385" y="749663"/>
                  </a:lnTo>
                  <a:lnTo>
                    <a:pt x="4277385" y="749663"/>
                  </a:lnTo>
                  <a:lnTo>
                    <a:pt x="4282376" y="749663"/>
                  </a:lnTo>
                  <a:lnTo>
                    <a:pt x="4282376" y="749663"/>
                  </a:lnTo>
                  <a:lnTo>
                    <a:pt x="4287367" y="749663"/>
                  </a:lnTo>
                  <a:lnTo>
                    <a:pt x="4287367" y="749663"/>
                  </a:lnTo>
                  <a:lnTo>
                    <a:pt x="4292359" y="749663"/>
                  </a:lnTo>
                  <a:lnTo>
                    <a:pt x="4292359" y="749663"/>
                  </a:lnTo>
                  <a:lnTo>
                    <a:pt x="4297350" y="749663"/>
                  </a:lnTo>
                  <a:lnTo>
                    <a:pt x="4297350" y="749663"/>
                  </a:lnTo>
                  <a:lnTo>
                    <a:pt x="4302341" y="749663"/>
                  </a:lnTo>
                  <a:lnTo>
                    <a:pt x="4302341" y="749663"/>
                  </a:lnTo>
                  <a:lnTo>
                    <a:pt x="4307332" y="749663"/>
                  </a:lnTo>
                  <a:lnTo>
                    <a:pt x="4307332" y="749663"/>
                  </a:lnTo>
                  <a:lnTo>
                    <a:pt x="4312323" y="749663"/>
                  </a:lnTo>
                  <a:lnTo>
                    <a:pt x="4312323" y="749663"/>
                  </a:lnTo>
                  <a:lnTo>
                    <a:pt x="4317314" y="749663"/>
                  </a:lnTo>
                  <a:lnTo>
                    <a:pt x="4317314" y="746243"/>
                  </a:lnTo>
                  <a:lnTo>
                    <a:pt x="4322305" y="746243"/>
                  </a:lnTo>
                  <a:lnTo>
                    <a:pt x="4322305" y="746243"/>
                  </a:lnTo>
                  <a:lnTo>
                    <a:pt x="4327296" y="746243"/>
                  </a:lnTo>
                  <a:lnTo>
                    <a:pt x="4327296" y="739398"/>
                  </a:lnTo>
                  <a:lnTo>
                    <a:pt x="4332287" y="739398"/>
                  </a:lnTo>
                  <a:lnTo>
                    <a:pt x="4332287" y="739398"/>
                  </a:lnTo>
                  <a:lnTo>
                    <a:pt x="4337279" y="739398"/>
                  </a:lnTo>
                  <a:lnTo>
                    <a:pt x="4337279" y="739398"/>
                  </a:lnTo>
                  <a:lnTo>
                    <a:pt x="4342270" y="739398"/>
                  </a:lnTo>
                  <a:lnTo>
                    <a:pt x="4342270" y="735968"/>
                  </a:lnTo>
                  <a:lnTo>
                    <a:pt x="4347261" y="735968"/>
                  </a:lnTo>
                  <a:lnTo>
                    <a:pt x="4347261" y="735968"/>
                  </a:lnTo>
                  <a:lnTo>
                    <a:pt x="4352252" y="735968"/>
                  </a:lnTo>
                  <a:lnTo>
                    <a:pt x="4352252" y="735968"/>
                  </a:lnTo>
                  <a:lnTo>
                    <a:pt x="4357243" y="735968"/>
                  </a:lnTo>
                  <a:lnTo>
                    <a:pt x="4357243" y="735968"/>
                  </a:lnTo>
                  <a:lnTo>
                    <a:pt x="4362234" y="735968"/>
                  </a:lnTo>
                  <a:lnTo>
                    <a:pt x="4362234" y="735968"/>
                  </a:lnTo>
                  <a:lnTo>
                    <a:pt x="4367225" y="735968"/>
                  </a:lnTo>
                  <a:lnTo>
                    <a:pt x="4367225" y="725637"/>
                  </a:lnTo>
                  <a:lnTo>
                    <a:pt x="4372216" y="725637"/>
                  </a:lnTo>
                  <a:lnTo>
                    <a:pt x="4372216" y="725637"/>
                  </a:lnTo>
                  <a:lnTo>
                    <a:pt x="4377207" y="725637"/>
                  </a:lnTo>
                  <a:lnTo>
                    <a:pt x="4377207" y="725637"/>
                  </a:lnTo>
                  <a:lnTo>
                    <a:pt x="4382199" y="725637"/>
                  </a:lnTo>
                  <a:lnTo>
                    <a:pt x="4382199" y="725637"/>
                  </a:lnTo>
                  <a:lnTo>
                    <a:pt x="4387190" y="725637"/>
                  </a:lnTo>
                  <a:lnTo>
                    <a:pt x="4387190" y="722183"/>
                  </a:lnTo>
                  <a:lnTo>
                    <a:pt x="4392181" y="722183"/>
                  </a:lnTo>
                  <a:lnTo>
                    <a:pt x="4392181" y="722183"/>
                  </a:lnTo>
                  <a:lnTo>
                    <a:pt x="4397172" y="722183"/>
                  </a:lnTo>
                  <a:lnTo>
                    <a:pt x="4397172" y="722183"/>
                  </a:lnTo>
                  <a:lnTo>
                    <a:pt x="4402163" y="722183"/>
                  </a:lnTo>
                  <a:lnTo>
                    <a:pt x="4402163" y="718723"/>
                  </a:lnTo>
                  <a:lnTo>
                    <a:pt x="4407154" y="718723"/>
                  </a:lnTo>
                  <a:lnTo>
                    <a:pt x="4407154" y="718723"/>
                  </a:lnTo>
                  <a:lnTo>
                    <a:pt x="4412145" y="718723"/>
                  </a:lnTo>
                  <a:lnTo>
                    <a:pt x="4412145" y="718723"/>
                  </a:lnTo>
                  <a:lnTo>
                    <a:pt x="4417136" y="718723"/>
                  </a:lnTo>
                  <a:lnTo>
                    <a:pt x="4417136" y="718723"/>
                  </a:lnTo>
                  <a:lnTo>
                    <a:pt x="4422128" y="718723"/>
                  </a:lnTo>
                  <a:lnTo>
                    <a:pt x="4422128" y="718723"/>
                  </a:lnTo>
                  <a:lnTo>
                    <a:pt x="4427119" y="718723"/>
                  </a:lnTo>
                  <a:lnTo>
                    <a:pt x="4427119" y="715256"/>
                  </a:lnTo>
                  <a:lnTo>
                    <a:pt x="4432110" y="715256"/>
                  </a:lnTo>
                  <a:lnTo>
                    <a:pt x="4432110" y="715256"/>
                  </a:lnTo>
                  <a:lnTo>
                    <a:pt x="4437101" y="715256"/>
                  </a:lnTo>
                  <a:lnTo>
                    <a:pt x="4437101" y="711782"/>
                  </a:lnTo>
                  <a:lnTo>
                    <a:pt x="4442092" y="711782"/>
                  </a:lnTo>
                  <a:lnTo>
                    <a:pt x="4442092" y="708302"/>
                  </a:lnTo>
                  <a:lnTo>
                    <a:pt x="4447083" y="708302"/>
                  </a:lnTo>
                  <a:lnTo>
                    <a:pt x="4447083" y="708302"/>
                  </a:lnTo>
                  <a:lnTo>
                    <a:pt x="4452074" y="708302"/>
                  </a:lnTo>
                  <a:lnTo>
                    <a:pt x="4452074" y="708302"/>
                  </a:lnTo>
                  <a:lnTo>
                    <a:pt x="4457065" y="708302"/>
                  </a:lnTo>
                  <a:lnTo>
                    <a:pt x="4457065" y="708302"/>
                  </a:lnTo>
                  <a:lnTo>
                    <a:pt x="4462056" y="708302"/>
                  </a:lnTo>
                  <a:lnTo>
                    <a:pt x="4462056" y="708302"/>
                  </a:lnTo>
                  <a:lnTo>
                    <a:pt x="4467048" y="708302"/>
                  </a:lnTo>
                  <a:lnTo>
                    <a:pt x="4467048" y="704809"/>
                  </a:lnTo>
                  <a:lnTo>
                    <a:pt x="4472039" y="704809"/>
                  </a:lnTo>
                  <a:lnTo>
                    <a:pt x="4472039" y="701315"/>
                  </a:lnTo>
                  <a:lnTo>
                    <a:pt x="4477030" y="701315"/>
                  </a:lnTo>
                  <a:lnTo>
                    <a:pt x="4477030" y="701315"/>
                  </a:lnTo>
                  <a:lnTo>
                    <a:pt x="4482021" y="701315"/>
                  </a:lnTo>
                  <a:lnTo>
                    <a:pt x="4482021" y="701315"/>
                  </a:lnTo>
                  <a:lnTo>
                    <a:pt x="4487012" y="701315"/>
                  </a:lnTo>
                  <a:lnTo>
                    <a:pt x="4487012" y="701315"/>
                  </a:lnTo>
                  <a:lnTo>
                    <a:pt x="4492003" y="701315"/>
                  </a:lnTo>
                  <a:lnTo>
                    <a:pt x="4492003" y="697805"/>
                  </a:lnTo>
                  <a:lnTo>
                    <a:pt x="4496994" y="697805"/>
                  </a:lnTo>
                  <a:lnTo>
                    <a:pt x="4496994" y="694294"/>
                  </a:lnTo>
                  <a:lnTo>
                    <a:pt x="4501985" y="694294"/>
                  </a:lnTo>
                  <a:lnTo>
                    <a:pt x="4501985" y="694294"/>
                  </a:lnTo>
                  <a:lnTo>
                    <a:pt x="4506976" y="694294"/>
                  </a:lnTo>
                  <a:lnTo>
                    <a:pt x="4506976" y="694294"/>
                  </a:lnTo>
                  <a:lnTo>
                    <a:pt x="4511968" y="694294"/>
                  </a:lnTo>
                  <a:lnTo>
                    <a:pt x="4511968" y="694294"/>
                  </a:lnTo>
                  <a:lnTo>
                    <a:pt x="4516959" y="694294"/>
                  </a:lnTo>
                  <a:lnTo>
                    <a:pt x="4516959" y="690761"/>
                  </a:lnTo>
                  <a:lnTo>
                    <a:pt x="4521950" y="690761"/>
                  </a:lnTo>
                  <a:lnTo>
                    <a:pt x="4521950" y="690761"/>
                  </a:lnTo>
                  <a:lnTo>
                    <a:pt x="4526941" y="690761"/>
                  </a:lnTo>
                  <a:lnTo>
                    <a:pt x="4526941" y="690761"/>
                  </a:lnTo>
                  <a:lnTo>
                    <a:pt x="4531932" y="690761"/>
                  </a:lnTo>
                  <a:lnTo>
                    <a:pt x="4531932" y="687223"/>
                  </a:lnTo>
                  <a:lnTo>
                    <a:pt x="4536923" y="687223"/>
                  </a:lnTo>
                  <a:lnTo>
                    <a:pt x="4536923" y="683679"/>
                  </a:lnTo>
                  <a:lnTo>
                    <a:pt x="4541914" y="683679"/>
                  </a:lnTo>
                  <a:lnTo>
                    <a:pt x="4541914" y="680133"/>
                  </a:lnTo>
                  <a:lnTo>
                    <a:pt x="4546905" y="680133"/>
                  </a:lnTo>
                  <a:lnTo>
                    <a:pt x="4546905" y="680133"/>
                  </a:lnTo>
                  <a:lnTo>
                    <a:pt x="4551897" y="680133"/>
                  </a:lnTo>
                  <a:lnTo>
                    <a:pt x="4551897" y="680133"/>
                  </a:lnTo>
                  <a:lnTo>
                    <a:pt x="4556888" y="680133"/>
                  </a:lnTo>
                  <a:lnTo>
                    <a:pt x="4556888" y="680133"/>
                  </a:lnTo>
                  <a:lnTo>
                    <a:pt x="4561879" y="680133"/>
                  </a:lnTo>
                  <a:lnTo>
                    <a:pt x="4561879" y="680133"/>
                  </a:lnTo>
                  <a:lnTo>
                    <a:pt x="4566870" y="680133"/>
                  </a:lnTo>
                  <a:lnTo>
                    <a:pt x="4566870" y="676574"/>
                  </a:lnTo>
                  <a:lnTo>
                    <a:pt x="4571861" y="676574"/>
                  </a:lnTo>
                  <a:lnTo>
                    <a:pt x="4571861" y="676574"/>
                  </a:lnTo>
                  <a:lnTo>
                    <a:pt x="4576852" y="676574"/>
                  </a:lnTo>
                  <a:lnTo>
                    <a:pt x="4576852" y="669444"/>
                  </a:lnTo>
                  <a:lnTo>
                    <a:pt x="4581843" y="669444"/>
                  </a:lnTo>
                  <a:lnTo>
                    <a:pt x="4581843" y="669444"/>
                  </a:lnTo>
                  <a:lnTo>
                    <a:pt x="4586834" y="669444"/>
                  </a:lnTo>
                  <a:lnTo>
                    <a:pt x="4586834" y="669444"/>
                  </a:lnTo>
                  <a:lnTo>
                    <a:pt x="4591825" y="669444"/>
                  </a:lnTo>
                  <a:lnTo>
                    <a:pt x="4591825" y="669444"/>
                  </a:lnTo>
                  <a:lnTo>
                    <a:pt x="4596817" y="669444"/>
                  </a:lnTo>
                  <a:lnTo>
                    <a:pt x="4596817" y="669444"/>
                  </a:lnTo>
                  <a:lnTo>
                    <a:pt x="4601808" y="669444"/>
                  </a:lnTo>
                  <a:lnTo>
                    <a:pt x="4601808" y="669444"/>
                  </a:lnTo>
                  <a:lnTo>
                    <a:pt x="4606799" y="669444"/>
                  </a:lnTo>
                  <a:lnTo>
                    <a:pt x="4606799" y="669444"/>
                  </a:lnTo>
                  <a:lnTo>
                    <a:pt x="4611790" y="669444"/>
                  </a:lnTo>
                  <a:lnTo>
                    <a:pt x="4611790" y="669444"/>
                  </a:lnTo>
                  <a:lnTo>
                    <a:pt x="4616781" y="669444"/>
                  </a:lnTo>
                  <a:lnTo>
                    <a:pt x="4616781" y="669444"/>
                  </a:lnTo>
                  <a:lnTo>
                    <a:pt x="4621772" y="669444"/>
                  </a:lnTo>
                  <a:lnTo>
                    <a:pt x="4621772" y="669444"/>
                  </a:lnTo>
                  <a:lnTo>
                    <a:pt x="4626763" y="669444"/>
                  </a:lnTo>
                  <a:lnTo>
                    <a:pt x="4626763" y="665855"/>
                  </a:lnTo>
                  <a:lnTo>
                    <a:pt x="4631754" y="665855"/>
                  </a:lnTo>
                  <a:lnTo>
                    <a:pt x="4631754" y="665855"/>
                  </a:lnTo>
                  <a:lnTo>
                    <a:pt x="4636745" y="665855"/>
                  </a:lnTo>
                  <a:lnTo>
                    <a:pt x="4636745" y="665855"/>
                  </a:lnTo>
                  <a:lnTo>
                    <a:pt x="4641737" y="665855"/>
                  </a:lnTo>
                  <a:lnTo>
                    <a:pt x="4641737" y="662259"/>
                  </a:lnTo>
                  <a:lnTo>
                    <a:pt x="4646728" y="662259"/>
                  </a:lnTo>
                  <a:lnTo>
                    <a:pt x="4646728" y="662259"/>
                  </a:lnTo>
                  <a:lnTo>
                    <a:pt x="4651719" y="662259"/>
                  </a:lnTo>
                  <a:lnTo>
                    <a:pt x="4651719" y="662259"/>
                  </a:lnTo>
                  <a:lnTo>
                    <a:pt x="4656710" y="662259"/>
                  </a:lnTo>
                  <a:lnTo>
                    <a:pt x="4656710" y="662259"/>
                  </a:lnTo>
                  <a:lnTo>
                    <a:pt x="4661701" y="662259"/>
                  </a:lnTo>
                  <a:lnTo>
                    <a:pt x="4661701" y="662259"/>
                  </a:lnTo>
                  <a:lnTo>
                    <a:pt x="4666692" y="662259"/>
                  </a:lnTo>
                  <a:lnTo>
                    <a:pt x="4666692" y="662259"/>
                  </a:lnTo>
                  <a:lnTo>
                    <a:pt x="4671683" y="662259"/>
                  </a:lnTo>
                  <a:lnTo>
                    <a:pt x="4671683" y="662259"/>
                  </a:lnTo>
                  <a:lnTo>
                    <a:pt x="4676674" y="662259"/>
                  </a:lnTo>
                  <a:lnTo>
                    <a:pt x="4676674" y="658647"/>
                  </a:lnTo>
                  <a:lnTo>
                    <a:pt x="4681666" y="658647"/>
                  </a:lnTo>
                  <a:lnTo>
                    <a:pt x="4681666" y="658647"/>
                  </a:lnTo>
                  <a:lnTo>
                    <a:pt x="4686657" y="658647"/>
                  </a:lnTo>
                  <a:lnTo>
                    <a:pt x="4686657" y="658647"/>
                  </a:lnTo>
                  <a:lnTo>
                    <a:pt x="4691648" y="658647"/>
                  </a:lnTo>
                  <a:lnTo>
                    <a:pt x="4691648" y="658647"/>
                  </a:lnTo>
                  <a:lnTo>
                    <a:pt x="4696639" y="658647"/>
                  </a:lnTo>
                  <a:lnTo>
                    <a:pt x="4696639" y="655024"/>
                  </a:lnTo>
                  <a:lnTo>
                    <a:pt x="4701630" y="655024"/>
                  </a:lnTo>
                  <a:lnTo>
                    <a:pt x="4701630" y="655024"/>
                  </a:lnTo>
                  <a:lnTo>
                    <a:pt x="4706621" y="655024"/>
                  </a:lnTo>
                  <a:lnTo>
                    <a:pt x="4706621" y="655024"/>
                  </a:lnTo>
                  <a:lnTo>
                    <a:pt x="4711612" y="655024"/>
                  </a:lnTo>
                  <a:lnTo>
                    <a:pt x="4711612" y="651396"/>
                  </a:lnTo>
                  <a:lnTo>
                    <a:pt x="4716603" y="651396"/>
                  </a:lnTo>
                  <a:lnTo>
                    <a:pt x="4716603" y="651396"/>
                  </a:lnTo>
                  <a:lnTo>
                    <a:pt x="4721594" y="651396"/>
                  </a:lnTo>
                  <a:lnTo>
                    <a:pt x="4721594" y="647763"/>
                  </a:lnTo>
                  <a:lnTo>
                    <a:pt x="4726586" y="647763"/>
                  </a:lnTo>
                  <a:lnTo>
                    <a:pt x="4726586" y="647763"/>
                  </a:lnTo>
                  <a:lnTo>
                    <a:pt x="4731577" y="647763"/>
                  </a:lnTo>
                  <a:lnTo>
                    <a:pt x="4731577" y="647763"/>
                  </a:lnTo>
                  <a:lnTo>
                    <a:pt x="4736568" y="647763"/>
                  </a:lnTo>
                  <a:lnTo>
                    <a:pt x="4736568" y="647763"/>
                  </a:lnTo>
                  <a:lnTo>
                    <a:pt x="4741559" y="647763"/>
                  </a:lnTo>
                  <a:lnTo>
                    <a:pt x="4741559" y="644126"/>
                  </a:lnTo>
                  <a:lnTo>
                    <a:pt x="4746550" y="644126"/>
                  </a:lnTo>
                  <a:lnTo>
                    <a:pt x="4746550" y="644126"/>
                  </a:lnTo>
                  <a:lnTo>
                    <a:pt x="4751541" y="644126"/>
                  </a:lnTo>
                  <a:lnTo>
                    <a:pt x="4751541" y="640485"/>
                  </a:lnTo>
                  <a:lnTo>
                    <a:pt x="4756532" y="640485"/>
                  </a:lnTo>
                  <a:lnTo>
                    <a:pt x="4756532" y="640485"/>
                  </a:lnTo>
                  <a:lnTo>
                    <a:pt x="4761523" y="640485"/>
                  </a:lnTo>
                  <a:lnTo>
                    <a:pt x="4761523" y="636838"/>
                  </a:lnTo>
                  <a:lnTo>
                    <a:pt x="4766514" y="636838"/>
                  </a:lnTo>
                  <a:lnTo>
                    <a:pt x="4766514" y="636838"/>
                  </a:lnTo>
                  <a:lnTo>
                    <a:pt x="4771506" y="636838"/>
                  </a:lnTo>
                  <a:lnTo>
                    <a:pt x="4771506" y="636838"/>
                  </a:lnTo>
                  <a:lnTo>
                    <a:pt x="4776497" y="636838"/>
                  </a:lnTo>
                  <a:lnTo>
                    <a:pt x="4776497" y="636838"/>
                  </a:lnTo>
                  <a:lnTo>
                    <a:pt x="4781488" y="636838"/>
                  </a:lnTo>
                  <a:lnTo>
                    <a:pt x="4781488" y="636838"/>
                  </a:lnTo>
                  <a:lnTo>
                    <a:pt x="4786479" y="636838"/>
                  </a:lnTo>
                  <a:lnTo>
                    <a:pt x="4786479" y="636838"/>
                  </a:lnTo>
                  <a:lnTo>
                    <a:pt x="4791470" y="636838"/>
                  </a:lnTo>
                  <a:lnTo>
                    <a:pt x="4791470" y="636838"/>
                  </a:lnTo>
                  <a:lnTo>
                    <a:pt x="4796461" y="636838"/>
                  </a:lnTo>
                  <a:lnTo>
                    <a:pt x="4796461" y="636838"/>
                  </a:lnTo>
                  <a:lnTo>
                    <a:pt x="4801452" y="636838"/>
                  </a:lnTo>
                  <a:lnTo>
                    <a:pt x="4801452" y="636838"/>
                  </a:lnTo>
                  <a:lnTo>
                    <a:pt x="4806443" y="636838"/>
                  </a:lnTo>
                  <a:lnTo>
                    <a:pt x="4806443" y="636838"/>
                  </a:lnTo>
                  <a:lnTo>
                    <a:pt x="4811434" y="636838"/>
                  </a:lnTo>
                  <a:lnTo>
                    <a:pt x="4811434" y="636838"/>
                  </a:lnTo>
                  <a:lnTo>
                    <a:pt x="4816426" y="636838"/>
                  </a:lnTo>
                  <a:lnTo>
                    <a:pt x="4816426" y="636838"/>
                  </a:lnTo>
                  <a:lnTo>
                    <a:pt x="4821417" y="636838"/>
                  </a:lnTo>
                  <a:lnTo>
                    <a:pt x="4821417" y="633154"/>
                  </a:lnTo>
                  <a:lnTo>
                    <a:pt x="4826408" y="633154"/>
                  </a:lnTo>
                  <a:lnTo>
                    <a:pt x="4826408" y="633154"/>
                  </a:lnTo>
                  <a:lnTo>
                    <a:pt x="4831399" y="633154"/>
                  </a:lnTo>
                  <a:lnTo>
                    <a:pt x="4831399" y="633154"/>
                  </a:lnTo>
                  <a:lnTo>
                    <a:pt x="4836390" y="633154"/>
                  </a:lnTo>
                  <a:lnTo>
                    <a:pt x="4836390" y="633154"/>
                  </a:lnTo>
                  <a:lnTo>
                    <a:pt x="4841381" y="633154"/>
                  </a:lnTo>
                  <a:lnTo>
                    <a:pt x="4841381" y="633154"/>
                  </a:lnTo>
                  <a:lnTo>
                    <a:pt x="4846372" y="633154"/>
                  </a:lnTo>
                  <a:lnTo>
                    <a:pt x="4846372" y="629464"/>
                  </a:lnTo>
                  <a:lnTo>
                    <a:pt x="4851363" y="629464"/>
                  </a:lnTo>
                  <a:lnTo>
                    <a:pt x="4851363" y="629464"/>
                  </a:lnTo>
                  <a:lnTo>
                    <a:pt x="4856355" y="629464"/>
                  </a:lnTo>
                  <a:lnTo>
                    <a:pt x="4856355" y="625767"/>
                  </a:lnTo>
                  <a:lnTo>
                    <a:pt x="4861346" y="625767"/>
                  </a:lnTo>
                  <a:lnTo>
                    <a:pt x="4861346" y="625767"/>
                  </a:lnTo>
                  <a:lnTo>
                    <a:pt x="4866337" y="625767"/>
                  </a:lnTo>
                  <a:lnTo>
                    <a:pt x="4866337" y="618363"/>
                  </a:lnTo>
                  <a:lnTo>
                    <a:pt x="4871328" y="618363"/>
                  </a:lnTo>
                  <a:lnTo>
                    <a:pt x="4871328" y="614661"/>
                  </a:lnTo>
                  <a:lnTo>
                    <a:pt x="4876319" y="614661"/>
                  </a:lnTo>
                  <a:lnTo>
                    <a:pt x="4876319" y="610957"/>
                  </a:lnTo>
                  <a:lnTo>
                    <a:pt x="4881310" y="610957"/>
                  </a:lnTo>
                  <a:lnTo>
                    <a:pt x="4881310" y="607250"/>
                  </a:lnTo>
                  <a:lnTo>
                    <a:pt x="4886301" y="607250"/>
                  </a:lnTo>
                  <a:lnTo>
                    <a:pt x="4886301" y="607250"/>
                  </a:lnTo>
                  <a:lnTo>
                    <a:pt x="4891292" y="607250"/>
                  </a:lnTo>
                  <a:lnTo>
                    <a:pt x="4891292" y="607250"/>
                  </a:lnTo>
                  <a:lnTo>
                    <a:pt x="4896283" y="607250"/>
                  </a:lnTo>
                  <a:lnTo>
                    <a:pt x="4896283" y="607250"/>
                  </a:lnTo>
                  <a:lnTo>
                    <a:pt x="4901275" y="607250"/>
                  </a:lnTo>
                  <a:lnTo>
                    <a:pt x="4901275" y="603533"/>
                  </a:lnTo>
                  <a:lnTo>
                    <a:pt x="4906266" y="603533"/>
                  </a:lnTo>
                  <a:lnTo>
                    <a:pt x="4906266" y="603533"/>
                  </a:lnTo>
                  <a:lnTo>
                    <a:pt x="4911257" y="603533"/>
                  </a:lnTo>
                  <a:lnTo>
                    <a:pt x="4911257" y="603533"/>
                  </a:lnTo>
                  <a:lnTo>
                    <a:pt x="4916248" y="603533"/>
                  </a:lnTo>
                  <a:lnTo>
                    <a:pt x="4916248" y="599813"/>
                  </a:lnTo>
                  <a:lnTo>
                    <a:pt x="4921239" y="599813"/>
                  </a:lnTo>
                  <a:lnTo>
                    <a:pt x="4921239" y="599813"/>
                  </a:lnTo>
                  <a:lnTo>
                    <a:pt x="4926230" y="599813"/>
                  </a:lnTo>
                  <a:lnTo>
                    <a:pt x="4926230" y="596082"/>
                  </a:lnTo>
                  <a:lnTo>
                    <a:pt x="4931221" y="596082"/>
                  </a:lnTo>
                  <a:lnTo>
                    <a:pt x="4931221" y="596082"/>
                  </a:lnTo>
                  <a:lnTo>
                    <a:pt x="4936212" y="596082"/>
                  </a:lnTo>
                  <a:lnTo>
                    <a:pt x="4936212" y="592341"/>
                  </a:lnTo>
                  <a:lnTo>
                    <a:pt x="4941203" y="592341"/>
                  </a:lnTo>
                  <a:lnTo>
                    <a:pt x="4941203" y="592341"/>
                  </a:lnTo>
                  <a:lnTo>
                    <a:pt x="4946195" y="592341"/>
                  </a:lnTo>
                  <a:lnTo>
                    <a:pt x="4946195" y="592341"/>
                  </a:lnTo>
                  <a:lnTo>
                    <a:pt x="4951186" y="592341"/>
                  </a:lnTo>
                  <a:lnTo>
                    <a:pt x="4951186" y="592341"/>
                  </a:lnTo>
                  <a:lnTo>
                    <a:pt x="4956177" y="592341"/>
                  </a:lnTo>
                  <a:lnTo>
                    <a:pt x="4956177" y="592341"/>
                  </a:lnTo>
                  <a:lnTo>
                    <a:pt x="4961168" y="592341"/>
                  </a:lnTo>
                  <a:lnTo>
                    <a:pt x="4961168" y="592341"/>
                  </a:lnTo>
                  <a:lnTo>
                    <a:pt x="4966159" y="592341"/>
                  </a:lnTo>
                  <a:lnTo>
                    <a:pt x="4966159" y="588590"/>
                  </a:lnTo>
                  <a:lnTo>
                    <a:pt x="4971150" y="588590"/>
                  </a:lnTo>
                  <a:lnTo>
                    <a:pt x="4971150" y="588590"/>
                  </a:lnTo>
                  <a:lnTo>
                    <a:pt x="4976141" y="588590"/>
                  </a:lnTo>
                  <a:lnTo>
                    <a:pt x="4976141" y="588590"/>
                  </a:lnTo>
                  <a:lnTo>
                    <a:pt x="4981132" y="588590"/>
                  </a:lnTo>
                  <a:lnTo>
                    <a:pt x="4981132" y="588590"/>
                  </a:lnTo>
                  <a:lnTo>
                    <a:pt x="4986124" y="588590"/>
                  </a:lnTo>
                  <a:lnTo>
                    <a:pt x="4986124" y="588590"/>
                  </a:lnTo>
                  <a:lnTo>
                    <a:pt x="4991115" y="588590"/>
                  </a:lnTo>
                  <a:lnTo>
                    <a:pt x="4991115" y="588590"/>
                  </a:lnTo>
                  <a:lnTo>
                    <a:pt x="4996106" y="588590"/>
                  </a:lnTo>
                  <a:lnTo>
                    <a:pt x="4996106" y="581058"/>
                  </a:lnTo>
                  <a:lnTo>
                    <a:pt x="5001097" y="581058"/>
                  </a:lnTo>
                  <a:lnTo>
                    <a:pt x="5001097" y="581058"/>
                  </a:lnTo>
                  <a:lnTo>
                    <a:pt x="5006088" y="581058"/>
                  </a:lnTo>
                  <a:lnTo>
                    <a:pt x="5006088" y="577285"/>
                  </a:lnTo>
                  <a:lnTo>
                    <a:pt x="5011079" y="577285"/>
                  </a:lnTo>
                  <a:lnTo>
                    <a:pt x="5011079" y="573511"/>
                  </a:lnTo>
                  <a:lnTo>
                    <a:pt x="5016070" y="573511"/>
                  </a:lnTo>
                  <a:lnTo>
                    <a:pt x="5016070" y="573511"/>
                  </a:lnTo>
                  <a:lnTo>
                    <a:pt x="5021061" y="573511"/>
                  </a:lnTo>
                  <a:lnTo>
                    <a:pt x="5021061" y="573511"/>
                  </a:lnTo>
                  <a:lnTo>
                    <a:pt x="5026052" y="573511"/>
                  </a:lnTo>
                  <a:lnTo>
                    <a:pt x="5026052" y="573511"/>
                  </a:lnTo>
                  <a:lnTo>
                    <a:pt x="5031044" y="573511"/>
                  </a:lnTo>
                  <a:lnTo>
                    <a:pt x="5031044" y="573511"/>
                  </a:lnTo>
                  <a:lnTo>
                    <a:pt x="5036035" y="573511"/>
                  </a:lnTo>
                  <a:lnTo>
                    <a:pt x="5036035" y="573511"/>
                  </a:lnTo>
                  <a:lnTo>
                    <a:pt x="5041026" y="573511"/>
                  </a:lnTo>
                  <a:lnTo>
                    <a:pt x="5041026" y="573511"/>
                  </a:lnTo>
                  <a:lnTo>
                    <a:pt x="5046017" y="573511"/>
                  </a:lnTo>
                  <a:lnTo>
                    <a:pt x="5046017" y="573511"/>
                  </a:lnTo>
                  <a:lnTo>
                    <a:pt x="5051008" y="573511"/>
                  </a:lnTo>
                  <a:lnTo>
                    <a:pt x="5051008" y="573511"/>
                  </a:lnTo>
                  <a:lnTo>
                    <a:pt x="5055999" y="573511"/>
                  </a:lnTo>
                  <a:lnTo>
                    <a:pt x="5055999" y="573511"/>
                  </a:lnTo>
                  <a:lnTo>
                    <a:pt x="5060990" y="573511"/>
                  </a:lnTo>
                  <a:lnTo>
                    <a:pt x="5060990" y="573511"/>
                  </a:lnTo>
                  <a:lnTo>
                    <a:pt x="5065981" y="573511"/>
                  </a:lnTo>
                  <a:lnTo>
                    <a:pt x="5065981" y="573511"/>
                  </a:lnTo>
                  <a:lnTo>
                    <a:pt x="5070972" y="573511"/>
                  </a:lnTo>
                  <a:lnTo>
                    <a:pt x="5070972" y="573511"/>
                  </a:lnTo>
                  <a:lnTo>
                    <a:pt x="5075964" y="573511"/>
                  </a:lnTo>
                  <a:lnTo>
                    <a:pt x="5075964" y="573511"/>
                  </a:lnTo>
                  <a:lnTo>
                    <a:pt x="5080955" y="573511"/>
                  </a:lnTo>
                  <a:lnTo>
                    <a:pt x="5080955" y="573511"/>
                  </a:lnTo>
                  <a:lnTo>
                    <a:pt x="5085946" y="573511"/>
                  </a:lnTo>
                  <a:lnTo>
                    <a:pt x="5085946" y="573511"/>
                  </a:lnTo>
                  <a:lnTo>
                    <a:pt x="5090937" y="573511"/>
                  </a:lnTo>
                  <a:lnTo>
                    <a:pt x="5090937" y="573511"/>
                  </a:lnTo>
                  <a:lnTo>
                    <a:pt x="5095928" y="573511"/>
                  </a:lnTo>
                  <a:lnTo>
                    <a:pt x="5095928" y="573511"/>
                  </a:lnTo>
                  <a:lnTo>
                    <a:pt x="5100919" y="573511"/>
                  </a:lnTo>
                  <a:lnTo>
                    <a:pt x="5100919" y="565869"/>
                  </a:lnTo>
                  <a:lnTo>
                    <a:pt x="5105910" y="565869"/>
                  </a:lnTo>
                  <a:lnTo>
                    <a:pt x="5105910" y="565869"/>
                  </a:lnTo>
                  <a:lnTo>
                    <a:pt x="5110901" y="565869"/>
                  </a:lnTo>
                  <a:lnTo>
                    <a:pt x="5110901" y="565869"/>
                  </a:lnTo>
                  <a:lnTo>
                    <a:pt x="5115893" y="565869"/>
                  </a:lnTo>
                  <a:lnTo>
                    <a:pt x="5115893" y="565869"/>
                  </a:lnTo>
                  <a:lnTo>
                    <a:pt x="5120884" y="565869"/>
                  </a:lnTo>
                  <a:lnTo>
                    <a:pt x="5120884" y="565869"/>
                  </a:lnTo>
                  <a:lnTo>
                    <a:pt x="5125875" y="565869"/>
                  </a:lnTo>
                  <a:lnTo>
                    <a:pt x="5125875" y="565869"/>
                  </a:lnTo>
                  <a:lnTo>
                    <a:pt x="5130866" y="565869"/>
                  </a:lnTo>
                  <a:lnTo>
                    <a:pt x="5130866" y="562032"/>
                  </a:lnTo>
                  <a:lnTo>
                    <a:pt x="5135857" y="562032"/>
                  </a:lnTo>
                  <a:lnTo>
                    <a:pt x="5135857" y="562032"/>
                  </a:lnTo>
                  <a:lnTo>
                    <a:pt x="5140848" y="562032"/>
                  </a:lnTo>
                  <a:lnTo>
                    <a:pt x="5140848" y="558182"/>
                  </a:lnTo>
                  <a:lnTo>
                    <a:pt x="5145839" y="558182"/>
                  </a:lnTo>
                  <a:lnTo>
                    <a:pt x="5145839" y="554330"/>
                  </a:lnTo>
                  <a:lnTo>
                    <a:pt x="5150830" y="554330"/>
                  </a:lnTo>
                  <a:lnTo>
                    <a:pt x="5150830" y="550474"/>
                  </a:lnTo>
                  <a:lnTo>
                    <a:pt x="5155821" y="550474"/>
                  </a:lnTo>
                  <a:lnTo>
                    <a:pt x="5155821" y="550474"/>
                  </a:lnTo>
                  <a:lnTo>
                    <a:pt x="5160813" y="550474"/>
                  </a:lnTo>
                  <a:lnTo>
                    <a:pt x="5160813" y="550474"/>
                  </a:lnTo>
                  <a:lnTo>
                    <a:pt x="5165804" y="550474"/>
                  </a:lnTo>
                  <a:lnTo>
                    <a:pt x="5165804" y="546615"/>
                  </a:lnTo>
                  <a:lnTo>
                    <a:pt x="5170795" y="546615"/>
                  </a:lnTo>
                  <a:lnTo>
                    <a:pt x="5170795" y="535029"/>
                  </a:lnTo>
                  <a:lnTo>
                    <a:pt x="5175786" y="535029"/>
                  </a:lnTo>
                  <a:lnTo>
                    <a:pt x="5175786" y="535029"/>
                  </a:lnTo>
                  <a:lnTo>
                    <a:pt x="5180777" y="535029"/>
                  </a:lnTo>
                  <a:lnTo>
                    <a:pt x="5180777" y="535029"/>
                  </a:lnTo>
                  <a:lnTo>
                    <a:pt x="5185768" y="535029"/>
                  </a:lnTo>
                  <a:lnTo>
                    <a:pt x="5185768" y="535029"/>
                  </a:lnTo>
                  <a:lnTo>
                    <a:pt x="5190759" y="535029"/>
                  </a:lnTo>
                  <a:lnTo>
                    <a:pt x="5190759" y="535029"/>
                  </a:lnTo>
                  <a:lnTo>
                    <a:pt x="5195750" y="535029"/>
                  </a:lnTo>
                  <a:lnTo>
                    <a:pt x="5195750" y="535029"/>
                  </a:lnTo>
                  <a:lnTo>
                    <a:pt x="5200741" y="535029"/>
                  </a:lnTo>
                  <a:lnTo>
                    <a:pt x="5200741" y="531150"/>
                  </a:lnTo>
                  <a:lnTo>
                    <a:pt x="5205733" y="531150"/>
                  </a:lnTo>
                  <a:lnTo>
                    <a:pt x="5205733" y="531150"/>
                  </a:lnTo>
                  <a:lnTo>
                    <a:pt x="5210724" y="531150"/>
                  </a:lnTo>
                  <a:lnTo>
                    <a:pt x="5210724" y="531150"/>
                  </a:lnTo>
                  <a:lnTo>
                    <a:pt x="5215715" y="531150"/>
                  </a:lnTo>
                  <a:lnTo>
                    <a:pt x="5215715" y="531150"/>
                  </a:lnTo>
                  <a:lnTo>
                    <a:pt x="5220706" y="531150"/>
                  </a:lnTo>
                  <a:lnTo>
                    <a:pt x="5220706" y="531150"/>
                  </a:lnTo>
                  <a:lnTo>
                    <a:pt x="5225697" y="531150"/>
                  </a:lnTo>
                  <a:lnTo>
                    <a:pt x="5225697" y="531150"/>
                  </a:lnTo>
                  <a:lnTo>
                    <a:pt x="5230688" y="531150"/>
                  </a:lnTo>
                  <a:lnTo>
                    <a:pt x="5230688" y="527253"/>
                  </a:lnTo>
                  <a:lnTo>
                    <a:pt x="5235679" y="527253"/>
                  </a:lnTo>
                  <a:lnTo>
                    <a:pt x="5235679" y="527253"/>
                  </a:lnTo>
                  <a:lnTo>
                    <a:pt x="5240670" y="527253"/>
                  </a:lnTo>
                  <a:lnTo>
                    <a:pt x="5240670" y="527253"/>
                  </a:lnTo>
                  <a:lnTo>
                    <a:pt x="5245662" y="527253"/>
                  </a:lnTo>
                  <a:lnTo>
                    <a:pt x="5245662" y="527253"/>
                  </a:lnTo>
                  <a:lnTo>
                    <a:pt x="5250653" y="527253"/>
                  </a:lnTo>
                  <a:lnTo>
                    <a:pt x="5250653" y="527253"/>
                  </a:lnTo>
                  <a:lnTo>
                    <a:pt x="5255644" y="527253"/>
                  </a:lnTo>
                  <a:lnTo>
                    <a:pt x="5255644" y="527253"/>
                  </a:lnTo>
                  <a:lnTo>
                    <a:pt x="5260635" y="527253"/>
                  </a:lnTo>
                  <a:lnTo>
                    <a:pt x="5260635" y="527253"/>
                  </a:lnTo>
                  <a:lnTo>
                    <a:pt x="5265626" y="527253"/>
                  </a:lnTo>
                  <a:lnTo>
                    <a:pt x="5265626" y="523335"/>
                  </a:lnTo>
                  <a:lnTo>
                    <a:pt x="5270617" y="523335"/>
                  </a:lnTo>
                  <a:lnTo>
                    <a:pt x="5270617" y="523335"/>
                  </a:lnTo>
                  <a:lnTo>
                    <a:pt x="5275608" y="523335"/>
                  </a:lnTo>
                  <a:lnTo>
                    <a:pt x="5275608" y="519408"/>
                  </a:lnTo>
                  <a:lnTo>
                    <a:pt x="5280599" y="519408"/>
                  </a:lnTo>
                  <a:lnTo>
                    <a:pt x="5280599" y="519408"/>
                  </a:lnTo>
                  <a:lnTo>
                    <a:pt x="5285590" y="519408"/>
                  </a:lnTo>
                  <a:lnTo>
                    <a:pt x="5285590" y="519408"/>
                  </a:lnTo>
                  <a:lnTo>
                    <a:pt x="5290582" y="519408"/>
                  </a:lnTo>
                  <a:lnTo>
                    <a:pt x="5290582" y="519408"/>
                  </a:lnTo>
                  <a:lnTo>
                    <a:pt x="5295573" y="519408"/>
                  </a:lnTo>
                  <a:lnTo>
                    <a:pt x="5295573" y="515469"/>
                  </a:lnTo>
                  <a:lnTo>
                    <a:pt x="5300564" y="515469"/>
                  </a:lnTo>
                  <a:lnTo>
                    <a:pt x="5300564" y="515469"/>
                  </a:lnTo>
                  <a:lnTo>
                    <a:pt x="5305555" y="515469"/>
                  </a:lnTo>
                  <a:lnTo>
                    <a:pt x="5305555" y="515469"/>
                  </a:lnTo>
                  <a:lnTo>
                    <a:pt x="5310546" y="515469"/>
                  </a:lnTo>
                  <a:lnTo>
                    <a:pt x="5310546" y="515469"/>
                  </a:lnTo>
                  <a:lnTo>
                    <a:pt x="5315537" y="515469"/>
                  </a:lnTo>
                  <a:lnTo>
                    <a:pt x="5315537" y="515469"/>
                  </a:lnTo>
                  <a:lnTo>
                    <a:pt x="5320528" y="515469"/>
                  </a:lnTo>
                  <a:lnTo>
                    <a:pt x="5320528" y="511514"/>
                  </a:lnTo>
                  <a:lnTo>
                    <a:pt x="5325519" y="511514"/>
                  </a:lnTo>
                  <a:lnTo>
                    <a:pt x="5325519" y="511514"/>
                  </a:lnTo>
                  <a:lnTo>
                    <a:pt x="5330510" y="511514"/>
                  </a:lnTo>
                  <a:lnTo>
                    <a:pt x="5330510" y="511514"/>
                  </a:lnTo>
                  <a:lnTo>
                    <a:pt x="5335502" y="511514"/>
                  </a:lnTo>
                  <a:lnTo>
                    <a:pt x="5335502" y="511514"/>
                  </a:lnTo>
                  <a:lnTo>
                    <a:pt x="5340493" y="511514"/>
                  </a:lnTo>
                  <a:lnTo>
                    <a:pt x="5340493" y="511514"/>
                  </a:lnTo>
                  <a:lnTo>
                    <a:pt x="5345484" y="511514"/>
                  </a:lnTo>
                  <a:lnTo>
                    <a:pt x="5345484" y="511514"/>
                  </a:lnTo>
                  <a:lnTo>
                    <a:pt x="5350475" y="511514"/>
                  </a:lnTo>
                  <a:lnTo>
                    <a:pt x="5350475" y="511514"/>
                  </a:lnTo>
                  <a:lnTo>
                    <a:pt x="5355466" y="511514"/>
                  </a:lnTo>
                  <a:lnTo>
                    <a:pt x="5355466" y="507538"/>
                  </a:lnTo>
                  <a:lnTo>
                    <a:pt x="5360457" y="507538"/>
                  </a:lnTo>
                  <a:lnTo>
                    <a:pt x="5360457" y="507538"/>
                  </a:lnTo>
                  <a:lnTo>
                    <a:pt x="5365448" y="507538"/>
                  </a:lnTo>
                  <a:lnTo>
                    <a:pt x="5365448" y="507538"/>
                  </a:lnTo>
                  <a:lnTo>
                    <a:pt x="5370439" y="507538"/>
                  </a:lnTo>
                  <a:lnTo>
                    <a:pt x="5370439" y="507538"/>
                  </a:lnTo>
                  <a:lnTo>
                    <a:pt x="5375431" y="507538"/>
                  </a:lnTo>
                  <a:lnTo>
                    <a:pt x="5375431" y="507538"/>
                  </a:lnTo>
                  <a:lnTo>
                    <a:pt x="5380422" y="507538"/>
                  </a:lnTo>
                  <a:lnTo>
                    <a:pt x="5380422" y="507538"/>
                  </a:lnTo>
                  <a:lnTo>
                    <a:pt x="5385413" y="507538"/>
                  </a:lnTo>
                  <a:lnTo>
                    <a:pt x="5385413" y="507538"/>
                  </a:lnTo>
                  <a:lnTo>
                    <a:pt x="5390404" y="507538"/>
                  </a:lnTo>
                  <a:lnTo>
                    <a:pt x="5390404" y="507538"/>
                  </a:lnTo>
                  <a:lnTo>
                    <a:pt x="5395395" y="507538"/>
                  </a:lnTo>
                  <a:lnTo>
                    <a:pt x="5395395" y="507538"/>
                  </a:lnTo>
                  <a:lnTo>
                    <a:pt x="5400386" y="507538"/>
                  </a:lnTo>
                  <a:lnTo>
                    <a:pt x="5400386" y="507538"/>
                  </a:lnTo>
                  <a:lnTo>
                    <a:pt x="5405377" y="507538"/>
                  </a:lnTo>
                  <a:lnTo>
                    <a:pt x="5405377" y="503535"/>
                  </a:lnTo>
                  <a:lnTo>
                    <a:pt x="5410368" y="503535"/>
                  </a:lnTo>
                  <a:lnTo>
                    <a:pt x="5410368" y="503535"/>
                  </a:lnTo>
                  <a:lnTo>
                    <a:pt x="5415359" y="503535"/>
                  </a:lnTo>
                  <a:lnTo>
                    <a:pt x="5415359" y="503535"/>
                  </a:lnTo>
                  <a:lnTo>
                    <a:pt x="5420351" y="503535"/>
                  </a:lnTo>
                  <a:lnTo>
                    <a:pt x="5420351" y="503535"/>
                  </a:lnTo>
                  <a:lnTo>
                    <a:pt x="5425342" y="503535"/>
                  </a:lnTo>
                  <a:lnTo>
                    <a:pt x="5425342" y="503535"/>
                  </a:lnTo>
                  <a:lnTo>
                    <a:pt x="5430333" y="503535"/>
                  </a:lnTo>
                  <a:lnTo>
                    <a:pt x="5430333" y="503535"/>
                  </a:lnTo>
                  <a:lnTo>
                    <a:pt x="5435324" y="503535"/>
                  </a:lnTo>
                  <a:lnTo>
                    <a:pt x="5435324" y="503535"/>
                  </a:lnTo>
                  <a:lnTo>
                    <a:pt x="5440315" y="503535"/>
                  </a:lnTo>
                  <a:lnTo>
                    <a:pt x="5440315" y="503535"/>
                  </a:lnTo>
                  <a:lnTo>
                    <a:pt x="5445306" y="503535"/>
                  </a:lnTo>
                  <a:lnTo>
                    <a:pt x="5445306" y="503535"/>
                  </a:lnTo>
                  <a:lnTo>
                    <a:pt x="5450297" y="503535"/>
                  </a:lnTo>
                  <a:lnTo>
                    <a:pt x="5450297" y="503535"/>
                  </a:lnTo>
                  <a:lnTo>
                    <a:pt x="5455288" y="503535"/>
                  </a:lnTo>
                  <a:lnTo>
                    <a:pt x="5455288" y="503535"/>
                  </a:lnTo>
                  <a:lnTo>
                    <a:pt x="5460279" y="503535"/>
                  </a:lnTo>
                  <a:lnTo>
                    <a:pt x="5460279" y="503535"/>
                  </a:lnTo>
                  <a:lnTo>
                    <a:pt x="5465271" y="503535"/>
                  </a:lnTo>
                  <a:lnTo>
                    <a:pt x="5465271" y="503535"/>
                  </a:lnTo>
                  <a:lnTo>
                    <a:pt x="5470262" y="503535"/>
                  </a:lnTo>
                  <a:lnTo>
                    <a:pt x="5470262" y="503535"/>
                  </a:lnTo>
                  <a:lnTo>
                    <a:pt x="5475253" y="503535"/>
                  </a:lnTo>
                  <a:lnTo>
                    <a:pt x="5475253" y="503535"/>
                  </a:lnTo>
                  <a:lnTo>
                    <a:pt x="5480244" y="503535"/>
                  </a:lnTo>
                  <a:lnTo>
                    <a:pt x="5480244" y="503535"/>
                  </a:lnTo>
                  <a:lnTo>
                    <a:pt x="5485235" y="503535"/>
                  </a:lnTo>
                  <a:lnTo>
                    <a:pt x="5485235" y="499483"/>
                  </a:lnTo>
                  <a:lnTo>
                    <a:pt x="5490226" y="499483"/>
                  </a:lnTo>
                  <a:lnTo>
                    <a:pt x="5490226" y="499483"/>
                  </a:lnTo>
                  <a:lnTo>
                    <a:pt x="5495217" y="499483"/>
                  </a:lnTo>
                  <a:lnTo>
                    <a:pt x="5495217" y="499483"/>
                  </a:lnTo>
                  <a:lnTo>
                    <a:pt x="5500208" y="499483"/>
                  </a:lnTo>
                  <a:lnTo>
                    <a:pt x="5500208" y="499483"/>
                  </a:lnTo>
                  <a:lnTo>
                    <a:pt x="5505200" y="499483"/>
                  </a:lnTo>
                  <a:lnTo>
                    <a:pt x="5505200" y="499483"/>
                  </a:lnTo>
                  <a:lnTo>
                    <a:pt x="5510191" y="499483"/>
                  </a:lnTo>
                  <a:lnTo>
                    <a:pt x="5510191" y="495415"/>
                  </a:lnTo>
                  <a:lnTo>
                    <a:pt x="5515182" y="495415"/>
                  </a:lnTo>
                  <a:lnTo>
                    <a:pt x="5515182" y="495415"/>
                  </a:lnTo>
                  <a:lnTo>
                    <a:pt x="5520173" y="495415"/>
                  </a:lnTo>
                  <a:lnTo>
                    <a:pt x="5520173" y="495415"/>
                  </a:lnTo>
                  <a:lnTo>
                    <a:pt x="5525164" y="495415"/>
                  </a:lnTo>
                  <a:lnTo>
                    <a:pt x="5525164" y="495415"/>
                  </a:lnTo>
                  <a:lnTo>
                    <a:pt x="5530155" y="495415"/>
                  </a:lnTo>
                  <a:lnTo>
                    <a:pt x="5530155" y="495415"/>
                  </a:lnTo>
                  <a:lnTo>
                    <a:pt x="5535146" y="495415"/>
                  </a:lnTo>
                  <a:lnTo>
                    <a:pt x="5535146" y="495415"/>
                  </a:lnTo>
                  <a:lnTo>
                    <a:pt x="5540137" y="495415"/>
                  </a:lnTo>
                  <a:lnTo>
                    <a:pt x="5540137" y="491329"/>
                  </a:lnTo>
                  <a:lnTo>
                    <a:pt x="5545128" y="491329"/>
                  </a:lnTo>
                  <a:lnTo>
                    <a:pt x="5545128" y="491329"/>
                  </a:lnTo>
                  <a:lnTo>
                    <a:pt x="5550120" y="491329"/>
                  </a:lnTo>
                  <a:lnTo>
                    <a:pt x="5550120" y="487242"/>
                  </a:lnTo>
                  <a:lnTo>
                    <a:pt x="5555111" y="487242"/>
                  </a:lnTo>
                  <a:lnTo>
                    <a:pt x="5555111" y="487242"/>
                  </a:lnTo>
                  <a:lnTo>
                    <a:pt x="5560102" y="487242"/>
                  </a:lnTo>
                  <a:lnTo>
                    <a:pt x="5560102" y="483145"/>
                  </a:lnTo>
                  <a:lnTo>
                    <a:pt x="5565093" y="483145"/>
                  </a:lnTo>
                  <a:lnTo>
                    <a:pt x="5565093" y="479046"/>
                  </a:lnTo>
                  <a:lnTo>
                    <a:pt x="5570084" y="479046"/>
                  </a:lnTo>
                  <a:lnTo>
                    <a:pt x="5570084" y="474948"/>
                  </a:lnTo>
                  <a:lnTo>
                    <a:pt x="5575075" y="474948"/>
                  </a:lnTo>
                  <a:lnTo>
                    <a:pt x="5575075" y="474948"/>
                  </a:lnTo>
                  <a:lnTo>
                    <a:pt x="5580066" y="474948"/>
                  </a:lnTo>
                  <a:lnTo>
                    <a:pt x="5580066" y="470847"/>
                  </a:lnTo>
                  <a:lnTo>
                    <a:pt x="5585057" y="470847"/>
                  </a:lnTo>
                  <a:lnTo>
                    <a:pt x="5585057" y="470847"/>
                  </a:lnTo>
                  <a:lnTo>
                    <a:pt x="5590048" y="470847"/>
                  </a:lnTo>
                  <a:lnTo>
                    <a:pt x="5590048" y="466739"/>
                  </a:lnTo>
                  <a:lnTo>
                    <a:pt x="5595040" y="466739"/>
                  </a:lnTo>
                  <a:lnTo>
                    <a:pt x="5595040" y="466739"/>
                  </a:lnTo>
                  <a:lnTo>
                    <a:pt x="5600031" y="466739"/>
                  </a:lnTo>
                  <a:lnTo>
                    <a:pt x="5600031" y="466739"/>
                  </a:lnTo>
                  <a:lnTo>
                    <a:pt x="5605022" y="466739"/>
                  </a:lnTo>
                  <a:lnTo>
                    <a:pt x="5605022" y="466739"/>
                  </a:lnTo>
                  <a:lnTo>
                    <a:pt x="5610013" y="466739"/>
                  </a:lnTo>
                  <a:lnTo>
                    <a:pt x="5610013" y="466739"/>
                  </a:lnTo>
                  <a:lnTo>
                    <a:pt x="5615004" y="466739"/>
                  </a:lnTo>
                  <a:lnTo>
                    <a:pt x="5615004" y="458483"/>
                  </a:lnTo>
                  <a:lnTo>
                    <a:pt x="5619995" y="458483"/>
                  </a:lnTo>
                  <a:lnTo>
                    <a:pt x="5619995" y="458483"/>
                  </a:lnTo>
                  <a:lnTo>
                    <a:pt x="5624986" y="458483"/>
                  </a:lnTo>
                  <a:lnTo>
                    <a:pt x="5624986" y="458483"/>
                  </a:lnTo>
                  <a:lnTo>
                    <a:pt x="5629977" y="458483"/>
                  </a:lnTo>
                  <a:lnTo>
                    <a:pt x="5629977" y="458483"/>
                  </a:lnTo>
                  <a:lnTo>
                    <a:pt x="5634968" y="458483"/>
                  </a:lnTo>
                  <a:lnTo>
                    <a:pt x="5634968" y="458483"/>
                  </a:lnTo>
                  <a:lnTo>
                    <a:pt x="5639960" y="458483"/>
                  </a:lnTo>
                  <a:lnTo>
                    <a:pt x="5639960" y="458483"/>
                  </a:lnTo>
                  <a:lnTo>
                    <a:pt x="5644951" y="458483"/>
                  </a:lnTo>
                  <a:lnTo>
                    <a:pt x="5644951" y="458483"/>
                  </a:lnTo>
                  <a:lnTo>
                    <a:pt x="5649942" y="458483"/>
                  </a:lnTo>
                  <a:lnTo>
                    <a:pt x="5649942" y="458483"/>
                  </a:lnTo>
                  <a:lnTo>
                    <a:pt x="5654933" y="458483"/>
                  </a:lnTo>
                  <a:lnTo>
                    <a:pt x="5654933" y="454324"/>
                  </a:lnTo>
                  <a:lnTo>
                    <a:pt x="5659924" y="454324"/>
                  </a:lnTo>
                  <a:lnTo>
                    <a:pt x="5659924" y="454324"/>
                  </a:lnTo>
                  <a:lnTo>
                    <a:pt x="5664915" y="454324"/>
                  </a:lnTo>
                  <a:lnTo>
                    <a:pt x="5664915" y="454324"/>
                  </a:lnTo>
                  <a:lnTo>
                    <a:pt x="5669906" y="454324"/>
                  </a:lnTo>
                  <a:lnTo>
                    <a:pt x="5669906" y="454324"/>
                  </a:lnTo>
                  <a:lnTo>
                    <a:pt x="5674897" y="454324"/>
                  </a:lnTo>
                  <a:lnTo>
                    <a:pt x="5674897" y="450148"/>
                  </a:lnTo>
                  <a:lnTo>
                    <a:pt x="5679889" y="450148"/>
                  </a:lnTo>
                  <a:lnTo>
                    <a:pt x="5679889" y="450148"/>
                  </a:lnTo>
                  <a:lnTo>
                    <a:pt x="5684880" y="450148"/>
                  </a:lnTo>
                  <a:lnTo>
                    <a:pt x="5684880" y="450148"/>
                  </a:lnTo>
                  <a:lnTo>
                    <a:pt x="5689871" y="450148"/>
                  </a:lnTo>
                  <a:lnTo>
                    <a:pt x="5689871" y="450148"/>
                  </a:lnTo>
                  <a:lnTo>
                    <a:pt x="5694862" y="450148"/>
                  </a:lnTo>
                  <a:lnTo>
                    <a:pt x="5694862" y="437605"/>
                  </a:lnTo>
                  <a:lnTo>
                    <a:pt x="5699853" y="437605"/>
                  </a:lnTo>
                  <a:lnTo>
                    <a:pt x="5699853" y="437605"/>
                  </a:lnTo>
                  <a:lnTo>
                    <a:pt x="5704844" y="437605"/>
                  </a:lnTo>
                  <a:lnTo>
                    <a:pt x="5704844" y="437605"/>
                  </a:lnTo>
                  <a:lnTo>
                    <a:pt x="5709835" y="437605"/>
                  </a:lnTo>
                  <a:lnTo>
                    <a:pt x="5709835" y="437605"/>
                  </a:lnTo>
                  <a:lnTo>
                    <a:pt x="5714826" y="437605"/>
                  </a:lnTo>
                  <a:lnTo>
                    <a:pt x="5714826" y="437605"/>
                  </a:lnTo>
                  <a:lnTo>
                    <a:pt x="5719817" y="437605"/>
                  </a:lnTo>
                  <a:lnTo>
                    <a:pt x="5719817" y="437605"/>
                  </a:lnTo>
                  <a:lnTo>
                    <a:pt x="5724809" y="437605"/>
                  </a:lnTo>
                  <a:lnTo>
                    <a:pt x="5724809" y="433408"/>
                  </a:lnTo>
                  <a:lnTo>
                    <a:pt x="5729800" y="433408"/>
                  </a:lnTo>
                  <a:lnTo>
                    <a:pt x="5729800" y="433408"/>
                  </a:lnTo>
                  <a:lnTo>
                    <a:pt x="5734791" y="433408"/>
                  </a:lnTo>
                  <a:lnTo>
                    <a:pt x="5734791" y="433408"/>
                  </a:lnTo>
                  <a:lnTo>
                    <a:pt x="5744773" y="433408"/>
                  </a:lnTo>
                  <a:lnTo>
                    <a:pt x="5744773" y="433408"/>
                  </a:lnTo>
                  <a:lnTo>
                    <a:pt x="5749764" y="433408"/>
                  </a:lnTo>
                  <a:lnTo>
                    <a:pt x="5749764" y="433408"/>
                  </a:lnTo>
                  <a:lnTo>
                    <a:pt x="5754755" y="433408"/>
                  </a:lnTo>
                  <a:lnTo>
                    <a:pt x="5754755" y="433408"/>
                  </a:lnTo>
                  <a:lnTo>
                    <a:pt x="5759746" y="433408"/>
                  </a:lnTo>
                  <a:lnTo>
                    <a:pt x="5759746" y="433408"/>
                  </a:lnTo>
                  <a:lnTo>
                    <a:pt x="5764737" y="433408"/>
                  </a:lnTo>
                  <a:lnTo>
                    <a:pt x="5764737" y="433408"/>
                  </a:lnTo>
                  <a:lnTo>
                    <a:pt x="5769729" y="433408"/>
                  </a:lnTo>
                  <a:lnTo>
                    <a:pt x="5769729" y="433408"/>
                  </a:lnTo>
                  <a:lnTo>
                    <a:pt x="5774720" y="433408"/>
                  </a:lnTo>
                  <a:lnTo>
                    <a:pt x="5774720" y="433408"/>
                  </a:lnTo>
                  <a:lnTo>
                    <a:pt x="5779711" y="433408"/>
                  </a:lnTo>
                  <a:lnTo>
                    <a:pt x="5779711" y="433408"/>
                  </a:lnTo>
                  <a:lnTo>
                    <a:pt x="5784702" y="433408"/>
                  </a:lnTo>
                  <a:lnTo>
                    <a:pt x="5784702" y="433408"/>
                  </a:lnTo>
                  <a:lnTo>
                    <a:pt x="5789693" y="433408"/>
                  </a:lnTo>
                  <a:lnTo>
                    <a:pt x="5789693" y="433408"/>
                  </a:lnTo>
                  <a:lnTo>
                    <a:pt x="5794684" y="433408"/>
                  </a:lnTo>
                  <a:lnTo>
                    <a:pt x="5794684" y="429168"/>
                  </a:lnTo>
                  <a:lnTo>
                    <a:pt x="5799675" y="429168"/>
                  </a:lnTo>
                  <a:lnTo>
                    <a:pt x="5799675" y="424926"/>
                  </a:lnTo>
                  <a:lnTo>
                    <a:pt x="5804666" y="424926"/>
                  </a:lnTo>
                  <a:lnTo>
                    <a:pt x="5804666" y="424926"/>
                  </a:lnTo>
                  <a:lnTo>
                    <a:pt x="5809658" y="424926"/>
                  </a:lnTo>
                  <a:lnTo>
                    <a:pt x="5809658" y="420680"/>
                  </a:lnTo>
                  <a:lnTo>
                    <a:pt x="5814649" y="420680"/>
                  </a:lnTo>
                  <a:lnTo>
                    <a:pt x="5814649" y="420680"/>
                  </a:lnTo>
                  <a:lnTo>
                    <a:pt x="5819640" y="420680"/>
                  </a:lnTo>
                  <a:lnTo>
                    <a:pt x="5819640" y="420680"/>
                  </a:lnTo>
                  <a:lnTo>
                    <a:pt x="5829622" y="420680"/>
                  </a:lnTo>
                  <a:lnTo>
                    <a:pt x="5829622" y="416432"/>
                  </a:lnTo>
                  <a:lnTo>
                    <a:pt x="5834613" y="416432"/>
                  </a:lnTo>
                  <a:lnTo>
                    <a:pt x="5834613" y="416432"/>
                  </a:lnTo>
                  <a:lnTo>
                    <a:pt x="5839604" y="416432"/>
                  </a:lnTo>
                  <a:lnTo>
                    <a:pt x="5839604" y="416432"/>
                  </a:lnTo>
                  <a:lnTo>
                    <a:pt x="5844595" y="416432"/>
                  </a:lnTo>
                  <a:lnTo>
                    <a:pt x="5844595" y="416432"/>
                  </a:lnTo>
                  <a:lnTo>
                    <a:pt x="5849586" y="416432"/>
                  </a:lnTo>
                  <a:lnTo>
                    <a:pt x="5849586" y="416432"/>
                  </a:lnTo>
                  <a:lnTo>
                    <a:pt x="5854578" y="416432"/>
                  </a:lnTo>
                  <a:lnTo>
                    <a:pt x="5854578" y="416432"/>
                  </a:lnTo>
                  <a:lnTo>
                    <a:pt x="5859569" y="416432"/>
                  </a:lnTo>
                  <a:lnTo>
                    <a:pt x="5859569" y="412165"/>
                  </a:lnTo>
                  <a:lnTo>
                    <a:pt x="5864560" y="412165"/>
                  </a:lnTo>
                  <a:lnTo>
                    <a:pt x="5864560" y="412165"/>
                  </a:lnTo>
                  <a:lnTo>
                    <a:pt x="5869551" y="412165"/>
                  </a:lnTo>
                  <a:lnTo>
                    <a:pt x="5869551" y="412165"/>
                  </a:lnTo>
                  <a:lnTo>
                    <a:pt x="5874542" y="412165"/>
                  </a:lnTo>
                  <a:lnTo>
                    <a:pt x="5874542" y="412165"/>
                  </a:lnTo>
                  <a:lnTo>
                    <a:pt x="5879533" y="412165"/>
                  </a:lnTo>
                  <a:lnTo>
                    <a:pt x="5879533" y="412165"/>
                  </a:lnTo>
                  <a:lnTo>
                    <a:pt x="5884524" y="412165"/>
                  </a:lnTo>
                  <a:lnTo>
                    <a:pt x="5884524" y="412165"/>
                  </a:lnTo>
                  <a:lnTo>
                    <a:pt x="5889515" y="412165"/>
                  </a:lnTo>
                  <a:lnTo>
                    <a:pt x="5889515" y="407887"/>
                  </a:lnTo>
                  <a:lnTo>
                    <a:pt x="5894506" y="407887"/>
                  </a:lnTo>
                  <a:lnTo>
                    <a:pt x="5894506" y="407887"/>
                  </a:lnTo>
                  <a:lnTo>
                    <a:pt x="5899498" y="407887"/>
                  </a:lnTo>
                  <a:lnTo>
                    <a:pt x="5899498" y="403604"/>
                  </a:lnTo>
                  <a:lnTo>
                    <a:pt x="5904489" y="403604"/>
                  </a:lnTo>
                  <a:lnTo>
                    <a:pt x="5904489" y="403604"/>
                  </a:lnTo>
                  <a:lnTo>
                    <a:pt x="5909480" y="403604"/>
                  </a:lnTo>
                  <a:lnTo>
                    <a:pt x="5909480" y="403604"/>
                  </a:lnTo>
                  <a:lnTo>
                    <a:pt x="5914471" y="403604"/>
                  </a:lnTo>
                  <a:lnTo>
                    <a:pt x="5914471" y="403604"/>
                  </a:lnTo>
                  <a:lnTo>
                    <a:pt x="5919462" y="403604"/>
                  </a:lnTo>
                  <a:lnTo>
                    <a:pt x="5919462" y="399314"/>
                  </a:lnTo>
                  <a:lnTo>
                    <a:pt x="5924453" y="399314"/>
                  </a:lnTo>
                  <a:lnTo>
                    <a:pt x="5924453" y="399314"/>
                  </a:lnTo>
                  <a:lnTo>
                    <a:pt x="5929444" y="399314"/>
                  </a:lnTo>
                  <a:lnTo>
                    <a:pt x="5929444" y="399314"/>
                  </a:lnTo>
                  <a:lnTo>
                    <a:pt x="5934435" y="399314"/>
                  </a:lnTo>
                  <a:lnTo>
                    <a:pt x="5934435" y="399314"/>
                  </a:lnTo>
                  <a:lnTo>
                    <a:pt x="5939427" y="399314"/>
                  </a:lnTo>
                  <a:lnTo>
                    <a:pt x="5939427" y="399314"/>
                  </a:lnTo>
                  <a:lnTo>
                    <a:pt x="5944418" y="399314"/>
                  </a:lnTo>
                  <a:lnTo>
                    <a:pt x="5944418" y="395003"/>
                  </a:lnTo>
                  <a:lnTo>
                    <a:pt x="5949409" y="395003"/>
                  </a:lnTo>
                  <a:lnTo>
                    <a:pt x="5949409" y="395003"/>
                  </a:lnTo>
                  <a:lnTo>
                    <a:pt x="5954400" y="395003"/>
                  </a:lnTo>
                  <a:lnTo>
                    <a:pt x="5954400" y="395003"/>
                  </a:lnTo>
                  <a:lnTo>
                    <a:pt x="5959391" y="395003"/>
                  </a:lnTo>
                  <a:lnTo>
                    <a:pt x="5959391" y="395003"/>
                  </a:lnTo>
                  <a:lnTo>
                    <a:pt x="5964382" y="395003"/>
                  </a:lnTo>
                  <a:lnTo>
                    <a:pt x="5964382" y="395003"/>
                  </a:lnTo>
                  <a:lnTo>
                    <a:pt x="5969373" y="395003"/>
                  </a:lnTo>
                  <a:lnTo>
                    <a:pt x="5969373" y="395003"/>
                  </a:lnTo>
                  <a:lnTo>
                    <a:pt x="5974364" y="395003"/>
                  </a:lnTo>
                  <a:lnTo>
                    <a:pt x="5974364" y="395003"/>
                  </a:lnTo>
                  <a:lnTo>
                    <a:pt x="5979355" y="395003"/>
                  </a:lnTo>
                  <a:lnTo>
                    <a:pt x="5979355" y="395003"/>
                  </a:lnTo>
                  <a:lnTo>
                    <a:pt x="5984347" y="395003"/>
                  </a:lnTo>
                  <a:lnTo>
                    <a:pt x="5984347" y="395003"/>
                  </a:lnTo>
                  <a:lnTo>
                    <a:pt x="5989338" y="395003"/>
                  </a:lnTo>
                  <a:lnTo>
                    <a:pt x="5989338" y="395003"/>
                  </a:lnTo>
                  <a:lnTo>
                    <a:pt x="5999320" y="395003"/>
                  </a:lnTo>
                  <a:lnTo>
                    <a:pt x="5999320" y="395003"/>
                  </a:lnTo>
                  <a:lnTo>
                    <a:pt x="6009302" y="395003"/>
                  </a:lnTo>
                  <a:lnTo>
                    <a:pt x="6009302" y="395003"/>
                  </a:lnTo>
                  <a:lnTo>
                    <a:pt x="6014293" y="395003"/>
                  </a:lnTo>
                  <a:lnTo>
                    <a:pt x="6014293" y="395003"/>
                  </a:lnTo>
                  <a:lnTo>
                    <a:pt x="6019284" y="395003"/>
                  </a:lnTo>
                  <a:lnTo>
                    <a:pt x="6019284" y="395003"/>
                  </a:lnTo>
                  <a:lnTo>
                    <a:pt x="6024275" y="395003"/>
                  </a:lnTo>
                  <a:lnTo>
                    <a:pt x="6024275" y="395003"/>
                  </a:lnTo>
                  <a:lnTo>
                    <a:pt x="6029267" y="395003"/>
                  </a:lnTo>
                  <a:lnTo>
                    <a:pt x="6029267" y="395003"/>
                  </a:lnTo>
                  <a:lnTo>
                    <a:pt x="6034258" y="395003"/>
                  </a:lnTo>
                  <a:lnTo>
                    <a:pt x="6034258" y="395003"/>
                  </a:lnTo>
                  <a:lnTo>
                    <a:pt x="6039249" y="395003"/>
                  </a:lnTo>
                  <a:lnTo>
                    <a:pt x="6039249" y="395003"/>
                  </a:lnTo>
                  <a:lnTo>
                    <a:pt x="6044240" y="395003"/>
                  </a:lnTo>
                  <a:lnTo>
                    <a:pt x="6044240" y="395003"/>
                  </a:lnTo>
                  <a:lnTo>
                    <a:pt x="6049231" y="395003"/>
                  </a:lnTo>
                  <a:lnTo>
                    <a:pt x="6049231" y="395003"/>
                  </a:lnTo>
                  <a:lnTo>
                    <a:pt x="6054222" y="395003"/>
                  </a:lnTo>
                  <a:lnTo>
                    <a:pt x="6054222" y="395003"/>
                  </a:lnTo>
                  <a:lnTo>
                    <a:pt x="6059213" y="395003"/>
                  </a:lnTo>
                  <a:lnTo>
                    <a:pt x="6059213" y="395003"/>
                  </a:lnTo>
                  <a:lnTo>
                    <a:pt x="6064204" y="395003"/>
                  </a:lnTo>
                  <a:lnTo>
                    <a:pt x="6064204" y="395003"/>
                  </a:lnTo>
                  <a:lnTo>
                    <a:pt x="6069196" y="395003"/>
                  </a:lnTo>
                  <a:lnTo>
                    <a:pt x="6069196" y="395003"/>
                  </a:lnTo>
                  <a:lnTo>
                    <a:pt x="6074187" y="395003"/>
                  </a:lnTo>
                  <a:lnTo>
                    <a:pt x="6074187" y="390626"/>
                  </a:lnTo>
                  <a:lnTo>
                    <a:pt x="6079178" y="390626"/>
                  </a:lnTo>
                  <a:lnTo>
                    <a:pt x="6079178" y="390626"/>
                  </a:lnTo>
                  <a:lnTo>
                    <a:pt x="6084169" y="390626"/>
                  </a:lnTo>
                  <a:lnTo>
                    <a:pt x="6084169" y="390626"/>
                  </a:lnTo>
                  <a:lnTo>
                    <a:pt x="6089160" y="390626"/>
                  </a:lnTo>
                  <a:lnTo>
                    <a:pt x="6089160" y="390626"/>
                  </a:lnTo>
                  <a:lnTo>
                    <a:pt x="6094151" y="390626"/>
                  </a:lnTo>
                  <a:lnTo>
                    <a:pt x="6094151" y="386235"/>
                  </a:lnTo>
                  <a:lnTo>
                    <a:pt x="6099142" y="386235"/>
                  </a:lnTo>
                  <a:lnTo>
                    <a:pt x="6099142" y="386235"/>
                  </a:lnTo>
                  <a:lnTo>
                    <a:pt x="6104133" y="386235"/>
                  </a:lnTo>
                  <a:lnTo>
                    <a:pt x="6104133" y="386235"/>
                  </a:lnTo>
                  <a:lnTo>
                    <a:pt x="6109124" y="386235"/>
                  </a:lnTo>
                  <a:lnTo>
                    <a:pt x="6109124" y="386235"/>
                  </a:lnTo>
                  <a:lnTo>
                    <a:pt x="6114116" y="386235"/>
                  </a:lnTo>
                  <a:lnTo>
                    <a:pt x="6114116" y="386235"/>
                  </a:lnTo>
                  <a:lnTo>
                    <a:pt x="6119107" y="386235"/>
                  </a:lnTo>
                  <a:lnTo>
                    <a:pt x="6119107" y="386235"/>
                  </a:lnTo>
                  <a:lnTo>
                    <a:pt x="6124098" y="386235"/>
                  </a:lnTo>
                  <a:lnTo>
                    <a:pt x="6124098" y="386235"/>
                  </a:lnTo>
                  <a:lnTo>
                    <a:pt x="6129089" y="386235"/>
                  </a:lnTo>
                  <a:lnTo>
                    <a:pt x="6129089" y="386235"/>
                  </a:lnTo>
                  <a:lnTo>
                    <a:pt x="6134080" y="386235"/>
                  </a:lnTo>
                  <a:lnTo>
                    <a:pt x="6134080" y="386235"/>
                  </a:lnTo>
                  <a:lnTo>
                    <a:pt x="6139071" y="386235"/>
                  </a:lnTo>
                  <a:lnTo>
                    <a:pt x="6139071" y="386235"/>
                  </a:lnTo>
                  <a:lnTo>
                    <a:pt x="6144062" y="386235"/>
                  </a:lnTo>
                  <a:lnTo>
                    <a:pt x="6144062" y="386235"/>
                  </a:lnTo>
                  <a:lnTo>
                    <a:pt x="6149053" y="386235"/>
                  </a:lnTo>
                  <a:lnTo>
                    <a:pt x="6149053" y="381806"/>
                  </a:lnTo>
                  <a:lnTo>
                    <a:pt x="6154044" y="381806"/>
                  </a:lnTo>
                  <a:lnTo>
                    <a:pt x="6154044" y="381806"/>
                  </a:lnTo>
                  <a:lnTo>
                    <a:pt x="6159036" y="381806"/>
                  </a:lnTo>
                  <a:lnTo>
                    <a:pt x="6159036" y="377363"/>
                  </a:lnTo>
                  <a:lnTo>
                    <a:pt x="6164027" y="377363"/>
                  </a:lnTo>
                  <a:lnTo>
                    <a:pt x="6164027" y="377363"/>
                  </a:lnTo>
                  <a:lnTo>
                    <a:pt x="6169018" y="377363"/>
                  </a:lnTo>
                  <a:lnTo>
                    <a:pt x="6169018" y="377363"/>
                  </a:lnTo>
                  <a:lnTo>
                    <a:pt x="6174009" y="377363"/>
                  </a:lnTo>
                  <a:lnTo>
                    <a:pt x="6174009" y="377363"/>
                  </a:lnTo>
                  <a:lnTo>
                    <a:pt x="6179000" y="377363"/>
                  </a:lnTo>
                  <a:lnTo>
                    <a:pt x="6179000" y="377363"/>
                  </a:lnTo>
                  <a:lnTo>
                    <a:pt x="6183991" y="377363"/>
                  </a:lnTo>
                  <a:lnTo>
                    <a:pt x="6183991" y="377363"/>
                  </a:lnTo>
                  <a:lnTo>
                    <a:pt x="6188982" y="377363"/>
                  </a:lnTo>
                  <a:lnTo>
                    <a:pt x="6188982" y="377363"/>
                  </a:lnTo>
                  <a:lnTo>
                    <a:pt x="6193973" y="377363"/>
                  </a:lnTo>
                  <a:lnTo>
                    <a:pt x="6193973" y="377363"/>
                  </a:lnTo>
                  <a:lnTo>
                    <a:pt x="6198965" y="377363"/>
                  </a:lnTo>
                  <a:lnTo>
                    <a:pt x="6198965" y="377363"/>
                  </a:lnTo>
                  <a:lnTo>
                    <a:pt x="6203956" y="377363"/>
                  </a:lnTo>
                  <a:lnTo>
                    <a:pt x="6203956" y="372880"/>
                  </a:lnTo>
                  <a:lnTo>
                    <a:pt x="6208947" y="372880"/>
                  </a:lnTo>
                  <a:lnTo>
                    <a:pt x="6208947" y="372880"/>
                  </a:lnTo>
                  <a:lnTo>
                    <a:pt x="6213938" y="372880"/>
                  </a:lnTo>
                  <a:lnTo>
                    <a:pt x="6213938" y="372880"/>
                  </a:lnTo>
                  <a:lnTo>
                    <a:pt x="6218929" y="372880"/>
                  </a:lnTo>
                  <a:lnTo>
                    <a:pt x="6218929" y="372880"/>
                  </a:lnTo>
                  <a:lnTo>
                    <a:pt x="6223920" y="372880"/>
                  </a:lnTo>
                  <a:lnTo>
                    <a:pt x="6223920" y="372880"/>
                  </a:lnTo>
                  <a:lnTo>
                    <a:pt x="6228911" y="372880"/>
                  </a:lnTo>
                  <a:lnTo>
                    <a:pt x="6228911" y="372880"/>
                  </a:lnTo>
                  <a:lnTo>
                    <a:pt x="6233902" y="372880"/>
                  </a:lnTo>
                  <a:lnTo>
                    <a:pt x="6233902" y="372880"/>
                  </a:lnTo>
                  <a:lnTo>
                    <a:pt x="6243885" y="372880"/>
                  </a:lnTo>
                  <a:lnTo>
                    <a:pt x="6243885" y="372880"/>
                  </a:lnTo>
                  <a:lnTo>
                    <a:pt x="6248876" y="372880"/>
                  </a:lnTo>
                  <a:lnTo>
                    <a:pt x="6248876" y="372880"/>
                  </a:lnTo>
                  <a:lnTo>
                    <a:pt x="6253867" y="372880"/>
                  </a:lnTo>
                  <a:lnTo>
                    <a:pt x="6253867" y="372880"/>
                  </a:lnTo>
                  <a:lnTo>
                    <a:pt x="6258858" y="372880"/>
                  </a:lnTo>
                  <a:lnTo>
                    <a:pt x="6258858" y="372880"/>
                  </a:lnTo>
                  <a:lnTo>
                    <a:pt x="6263849" y="372880"/>
                  </a:lnTo>
                  <a:lnTo>
                    <a:pt x="6263849" y="372880"/>
                  </a:lnTo>
                  <a:lnTo>
                    <a:pt x="6268840" y="372880"/>
                  </a:lnTo>
                  <a:lnTo>
                    <a:pt x="6268840" y="372880"/>
                  </a:lnTo>
                  <a:lnTo>
                    <a:pt x="6273831" y="372880"/>
                  </a:lnTo>
                  <a:lnTo>
                    <a:pt x="6273831" y="372880"/>
                  </a:lnTo>
                  <a:lnTo>
                    <a:pt x="6278822" y="372880"/>
                  </a:lnTo>
                  <a:lnTo>
                    <a:pt x="6278822" y="368360"/>
                  </a:lnTo>
                  <a:lnTo>
                    <a:pt x="6283813" y="368360"/>
                  </a:lnTo>
                  <a:lnTo>
                    <a:pt x="6283813" y="368360"/>
                  </a:lnTo>
                  <a:lnTo>
                    <a:pt x="6288805" y="368360"/>
                  </a:lnTo>
                  <a:lnTo>
                    <a:pt x="6288805" y="363830"/>
                  </a:lnTo>
                  <a:lnTo>
                    <a:pt x="6293796" y="363830"/>
                  </a:lnTo>
                  <a:lnTo>
                    <a:pt x="6293796" y="363830"/>
                  </a:lnTo>
                  <a:lnTo>
                    <a:pt x="6298787" y="363830"/>
                  </a:lnTo>
                  <a:lnTo>
                    <a:pt x="6298787" y="359292"/>
                  </a:lnTo>
                  <a:lnTo>
                    <a:pt x="6303778" y="359292"/>
                  </a:lnTo>
                  <a:lnTo>
                    <a:pt x="6303778" y="359292"/>
                  </a:lnTo>
                  <a:lnTo>
                    <a:pt x="6308769" y="359292"/>
                  </a:lnTo>
                  <a:lnTo>
                    <a:pt x="6308769" y="359292"/>
                  </a:lnTo>
                  <a:lnTo>
                    <a:pt x="6313760" y="359292"/>
                  </a:lnTo>
                  <a:lnTo>
                    <a:pt x="6313760" y="359292"/>
                  </a:lnTo>
                  <a:lnTo>
                    <a:pt x="6318751" y="359292"/>
                  </a:lnTo>
                  <a:lnTo>
                    <a:pt x="6318751" y="359292"/>
                  </a:lnTo>
                  <a:lnTo>
                    <a:pt x="6323742" y="359292"/>
                  </a:lnTo>
                  <a:lnTo>
                    <a:pt x="6323742" y="359292"/>
                  </a:lnTo>
                  <a:lnTo>
                    <a:pt x="6328734" y="359292"/>
                  </a:lnTo>
                  <a:lnTo>
                    <a:pt x="6328734" y="359292"/>
                  </a:lnTo>
                  <a:lnTo>
                    <a:pt x="6333725" y="359292"/>
                  </a:lnTo>
                  <a:lnTo>
                    <a:pt x="6333725" y="354729"/>
                  </a:lnTo>
                  <a:lnTo>
                    <a:pt x="6338716" y="354729"/>
                  </a:lnTo>
                  <a:lnTo>
                    <a:pt x="6338716" y="354729"/>
                  </a:lnTo>
                  <a:lnTo>
                    <a:pt x="6343707" y="354729"/>
                  </a:lnTo>
                  <a:lnTo>
                    <a:pt x="6343707" y="354729"/>
                  </a:lnTo>
                  <a:lnTo>
                    <a:pt x="6348698" y="354729"/>
                  </a:lnTo>
                  <a:lnTo>
                    <a:pt x="6348698" y="354729"/>
                  </a:lnTo>
                  <a:lnTo>
                    <a:pt x="6353689" y="354729"/>
                  </a:lnTo>
                  <a:lnTo>
                    <a:pt x="6353689" y="350158"/>
                  </a:lnTo>
                  <a:lnTo>
                    <a:pt x="6358680" y="350158"/>
                  </a:lnTo>
                  <a:lnTo>
                    <a:pt x="6358680" y="350158"/>
                  </a:lnTo>
                  <a:lnTo>
                    <a:pt x="6363671" y="350158"/>
                  </a:lnTo>
                  <a:lnTo>
                    <a:pt x="6363671" y="350158"/>
                  </a:lnTo>
                  <a:lnTo>
                    <a:pt x="6368662" y="350158"/>
                  </a:lnTo>
                  <a:lnTo>
                    <a:pt x="6368662" y="350158"/>
                  </a:lnTo>
                  <a:lnTo>
                    <a:pt x="6373654" y="350158"/>
                  </a:lnTo>
                  <a:lnTo>
                    <a:pt x="6373654" y="350158"/>
                  </a:lnTo>
                  <a:lnTo>
                    <a:pt x="6378645" y="350158"/>
                  </a:lnTo>
                  <a:lnTo>
                    <a:pt x="6378645" y="350158"/>
                  </a:lnTo>
                  <a:lnTo>
                    <a:pt x="6383636" y="350158"/>
                  </a:lnTo>
                  <a:lnTo>
                    <a:pt x="6383636" y="350158"/>
                  </a:lnTo>
                  <a:lnTo>
                    <a:pt x="6388627" y="350158"/>
                  </a:lnTo>
                  <a:lnTo>
                    <a:pt x="6388627" y="350158"/>
                  </a:lnTo>
                  <a:lnTo>
                    <a:pt x="6393618" y="350158"/>
                  </a:lnTo>
                  <a:lnTo>
                    <a:pt x="6393618" y="345565"/>
                  </a:lnTo>
                  <a:lnTo>
                    <a:pt x="6398609" y="345565"/>
                  </a:lnTo>
                  <a:lnTo>
                    <a:pt x="6398609" y="340965"/>
                  </a:lnTo>
                  <a:lnTo>
                    <a:pt x="6403600" y="340965"/>
                  </a:lnTo>
                  <a:lnTo>
                    <a:pt x="6403600" y="340965"/>
                  </a:lnTo>
                  <a:lnTo>
                    <a:pt x="6408591" y="340965"/>
                  </a:lnTo>
                  <a:lnTo>
                    <a:pt x="6408591" y="340965"/>
                  </a:lnTo>
                  <a:lnTo>
                    <a:pt x="6413582" y="340965"/>
                  </a:lnTo>
                  <a:lnTo>
                    <a:pt x="6413582" y="340965"/>
                  </a:lnTo>
                  <a:lnTo>
                    <a:pt x="6418574" y="340965"/>
                  </a:lnTo>
                  <a:lnTo>
                    <a:pt x="6418574" y="340965"/>
                  </a:lnTo>
                  <a:lnTo>
                    <a:pt x="6423565" y="340965"/>
                  </a:lnTo>
                  <a:lnTo>
                    <a:pt x="6423565" y="340965"/>
                  </a:lnTo>
                  <a:lnTo>
                    <a:pt x="6428556" y="340965"/>
                  </a:lnTo>
                  <a:lnTo>
                    <a:pt x="6428556" y="340965"/>
                  </a:lnTo>
                  <a:lnTo>
                    <a:pt x="6433547" y="340965"/>
                  </a:lnTo>
                  <a:lnTo>
                    <a:pt x="6433547" y="340965"/>
                  </a:lnTo>
                  <a:lnTo>
                    <a:pt x="6438538" y="340965"/>
                  </a:lnTo>
                  <a:lnTo>
                    <a:pt x="6438538" y="340965"/>
                  </a:lnTo>
                  <a:lnTo>
                    <a:pt x="6443529" y="340965"/>
                  </a:lnTo>
                  <a:lnTo>
                    <a:pt x="6443529" y="340965"/>
                  </a:lnTo>
                  <a:lnTo>
                    <a:pt x="6448520" y="340965"/>
                  </a:lnTo>
                  <a:lnTo>
                    <a:pt x="6448520" y="340965"/>
                  </a:lnTo>
                  <a:lnTo>
                    <a:pt x="6453511" y="340965"/>
                  </a:lnTo>
                  <a:lnTo>
                    <a:pt x="6453511" y="340965"/>
                  </a:lnTo>
                  <a:lnTo>
                    <a:pt x="6458502" y="340965"/>
                  </a:lnTo>
                  <a:lnTo>
                    <a:pt x="6458502" y="340965"/>
                  </a:lnTo>
                  <a:lnTo>
                    <a:pt x="6463494" y="340965"/>
                  </a:lnTo>
                  <a:lnTo>
                    <a:pt x="6463494" y="340965"/>
                  </a:lnTo>
                  <a:lnTo>
                    <a:pt x="6468485" y="340965"/>
                  </a:lnTo>
                  <a:lnTo>
                    <a:pt x="6468485" y="336322"/>
                  </a:lnTo>
                  <a:lnTo>
                    <a:pt x="6473476" y="336322"/>
                  </a:lnTo>
                  <a:lnTo>
                    <a:pt x="6473476" y="336322"/>
                  </a:lnTo>
                  <a:lnTo>
                    <a:pt x="6478467" y="336322"/>
                  </a:lnTo>
                  <a:lnTo>
                    <a:pt x="6478467" y="336322"/>
                  </a:lnTo>
                  <a:lnTo>
                    <a:pt x="6483458" y="336322"/>
                  </a:lnTo>
                  <a:lnTo>
                    <a:pt x="6483458" y="336322"/>
                  </a:lnTo>
                  <a:lnTo>
                    <a:pt x="6493440" y="336322"/>
                  </a:lnTo>
                  <a:lnTo>
                    <a:pt x="6493440" y="336322"/>
                  </a:lnTo>
                  <a:lnTo>
                    <a:pt x="6498431" y="336322"/>
                  </a:lnTo>
                  <a:lnTo>
                    <a:pt x="6498431" y="336322"/>
                  </a:lnTo>
                  <a:lnTo>
                    <a:pt x="6503423" y="336322"/>
                  </a:lnTo>
                  <a:lnTo>
                    <a:pt x="6503423" y="336322"/>
                  </a:lnTo>
                  <a:lnTo>
                    <a:pt x="6508414" y="336322"/>
                  </a:lnTo>
                  <a:lnTo>
                    <a:pt x="6508414" y="331658"/>
                  </a:lnTo>
                  <a:lnTo>
                    <a:pt x="6513405" y="331658"/>
                  </a:lnTo>
                  <a:lnTo>
                    <a:pt x="6513405" y="331658"/>
                  </a:lnTo>
                  <a:lnTo>
                    <a:pt x="6518396" y="331658"/>
                  </a:lnTo>
                  <a:lnTo>
                    <a:pt x="6518396" y="331658"/>
                  </a:lnTo>
                  <a:lnTo>
                    <a:pt x="6523387" y="331658"/>
                  </a:lnTo>
                  <a:lnTo>
                    <a:pt x="6523387" y="331658"/>
                  </a:lnTo>
                  <a:lnTo>
                    <a:pt x="6528378" y="331658"/>
                  </a:lnTo>
                  <a:lnTo>
                    <a:pt x="6528378" y="331658"/>
                  </a:lnTo>
                  <a:lnTo>
                    <a:pt x="6533369" y="331658"/>
                  </a:lnTo>
                  <a:lnTo>
                    <a:pt x="6533369" y="331658"/>
                  </a:lnTo>
                  <a:lnTo>
                    <a:pt x="6538360" y="331658"/>
                  </a:lnTo>
                  <a:lnTo>
                    <a:pt x="6538360" y="331658"/>
                  </a:lnTo>
                  <a:lnTo>
                    <a:pt x="6543351" y="331658"/>
                  </a:lnTo>
                  <a:lnTo>
                    <a:pt x="6543351" y="331658"/>
                  </a:lnTo>
                  <a:lnTo>
                    <a:pt x="6548343" y="331658"/>
                  </a:lnTo>
                  <a:lnTo>
                    <a:pt x="6548343" y="331658"/>
                  </a:lnTo>
                  <a:lnTo>
                    <a:pt x="6553334" y="331658"/>
                  </a:lnTo>
                  <a:lnTo>
                    <a:pt x="6553334" y="331658"/>
                  </a:lnTo>
                  <a:lnTo>
                    <a:pt x="6558325" y="331658"/>
                  </a:lnTo>
                  <a:lnTo>
                    <a:pt x="6558325" y="331658"/>
                  </a:lnTo>
                  <a:lnTo>
                    <a:pt x="6563316" y="331658"/>
                  </a:lnTo>
                  <a:lnTo>
                    <a:pt x="6563316" y="331658"/>
                  </a:lnTo>
                  <a:lnTo>
                    <a:pt x="6568307" y="331658"/>
                  </a:lnTo>
                  <a:lnTo>
                    <a:pt x="6568307" y="331658"/>
                  </a:lnTo>
                  <a:lnTo>
                    <a:pt x="6573298" y="331658"/>
                  </a:lnTo>
                  <a:lnTo>
                    <a:pt x="6573298" y="331658"/>
                  </a:lnTo>
                  <a:lnTo>
                    <a:pt x="6578289" y="331658"/>
                  </a:lnTo>
                  <a:lnTo>
                    <a:pt x="6578289" y="331658"/>
                  </a:lnTo>
                  <a:lnTo>
                    <a:pt x="6583280" y="331658"/>
                  </a:lnTo>
                  <a:lnTo>
                    <a:pt x="6583280" y="331658"/>
                  </a:lnTo>
                  <a:lnTo>
                    <a:pt x="6588271" y="331658"/>
                  </a:lnTo>
                  <a:lnTo>
                    <a:pt x="6588271" y="331658"/>
                  </a:lnTo>
                  <a:lnTo>
                    <a:pt x="6593263" y="331658"/>
                  </a:lnTo>
                  <a:lnTo>
                    <a:pt x="6593263" y="331658"/>
                  </a:lnTo>
                  <a:lnTo>
                    <a:pt x="6598254" y="331658"/>
                  </a:lnTo>
                  <a:lnTo>
                    <a:pt x="6598254" y="326935"/>
                  </a:lnTo>
                  <a:lnTo>
                    <a:pt x="6603245" y="326935"/>
                  </a:lnTo>
                  <a:lnTo>
                    <a:pt x="6603245" y="322205"/>
                  </a:lnTo>
                  <a:lnTo>
                    <a:pt x="6608236" y="322205"/>
                  </a:lnTo>
                  <a:lnTo>
                    <a:pt x="6608236" y="322205"/>
                  </a:lnTo>
                  <a:lnTo>
                    <a:pt x="6613227" y="322205"/>
                  </a:lnTo>
                  <a:lnTo>
                    <a:pt x="6613227" y="322205"/>
                  </a:lnTo>
                  <a:lnTo>
                    <a:pt x="6618218" y="322205"/>
                  </a:lnTo>
                  <a:lnTo>
                    <a:pt x="6618218" y="322205"/>
                  </a:lnTo>
                  <a:lnTo>
                    <a:pt x="6623209" y="322205"/>
                  </a:lnTo>
                  <a:lnTo>
                    <a:pt x="6623209" y="322205"/>
                  </a:lnTo>
                  <a:lnTo>
                    <a:pt x="6628200" y="322205"/>
                  </a:lnTo>
                  <a:lnTo>
                    <a:pt x="6628200" y="317460"/>
                  </a:lnTo>
                  <a:lnTo>
                    <a:pt x="6638183" y="317460"/>
                  </a:lnTo>
                  <a:lnTo>
                    <a:pt x="6638183" y="317460"/>
                  </a:lnTo>
                  <a:lnTo>
                    <a:pt x="6643174" y="317460"/>
                  </a:lnTo>
                  <a:lnTo>
                    <a:pt x="6643174" y="317460"/>
                  </a:lnTo>
                  <a:lnTo>
                    <a:pt x="6648165" y="317460"/>
                  </a:lnTo>
                  <a:lnTo>
                    <a:pt x="6648165" y="317460"/>
                  </a:lnTo>
                  <a:lnTo>
                    <a:pt x="6653156" y="317460"/>
                  </a:lnTo>
                  <a:lnTo>
                    <a:pt x="6653156" y="317460"/>
                  </a:lnTo>
                  <a:lnTo>
                    <a:pt x="6658147" y="317460"/>
                  </a:lnTo>
                  <a:lnTo>
                    <a:pt x="6658147" y="317460"/>
                  </a:lnTo>
                  <a:lnTo>
                    <a:pt x="6663138" y="317460"/>
                  </a:lnTo>
                  <a:lnTo>
                    <a:pt x="6663138" y="317460"/>
                  </a:lnTo>
                  <a:lnTo>
                    <a:pt x="6668129" y="317460"/>
                  </a:lnTo>
                  <a:lnTo>
                    <a:pt x="6668129" y="317460"/>
                  </a:lnTo>
                  <a:lnTo>
                    <a:pt x="6673120" y="317460"/>
                  </a:lnTo>
                  <a:lnTo>
                    <a:pt x="6673120" y="317460"/>
                  </a:lnTo>
                  <a:lnTo>
                    <a:pt x="6678112" y="317460"/>
                  </a:lnTo>
                  <a:lnTo>
                    <a:pt x="6678112" y="317460"/>
                  </a:lnTo>
                  <a:lnTo>
                    <a:pt x="6683103" y="317460"/>
                  </a:lnTo>
                  <a:lnTo>
                    <a:pt x="6683103" y="317460"/>
                  </a:lnTo>
                  <a:lnTo>
                    <a:pt x="6688094" y="317460"/>
                  </a:lnTo>
                  <a:lnTo>
                    <a:pt x="6688094" y="317460"/>
                  </a:lnTo>
                  <a:lnTo>
                    <a:pt x="6693085" y="317460"/>
                  </a:lnTo>
                  <a:lnTo>
                    <a:pt x="6693085" y="317460"/>
                  </a:lnTo>
                  <a:lnTo>
                    <a:pt x="6698076" y="317460"/>
                  </a:lnTo>
                  <a:lnTo>
                    <a:pt x="6698076" y="312651"/>
                  </a:lnTo>
                  <a:lnTo>
                    <a:pt x="6703067" y="312651"/>
                  </a:lnTo>
                  <a:lnTo>
                    <a:pt x="6703067" y="312651"/>
                  </a:lnTo>
                  <a:lnTo>
                    <a:pt x="6708058" y="312651"/>
                  </a:lnTo>
                  <a:lnTo>
                    <a:pt x="6708058" y="312651"/>
                  </a:lnTo>
                  <a:lnTo>
                    <a:pt x="6713049" y="312651"/>
                  </a:lnTo>
                  <a:lnTo>
                    <a:pt x="6713049" y="312651"/>
                  </a:lnTo>
                  <a:lnTo>
                    <a:pt x="6718040" y="312651"/>
                  </a:lnTo>
                  <a:lnTo>
                    <a:pt x="6718040" y="312651"/>
                  </a:lnTo>
                  <a:lnTo>
                    <a:pt x="6723032" y="312651"/>
                  </a:lnTo>
                  <a:lnTo>
                    <a:pt x="6723032" y="312651"/>
                  </a:lnTo>
                  <a:lnTo>
                    <a:pt x="6728023" y="312651"/>
                  </a:lnTo>
                  <a:lnTo>
                    <a:pt x="6728023" y="312651"/>
                  </a:lnTo>
                  <a:lnTo>
                    <a:pt x="6733014" y="312651"/>
                  </a:lnTo>
                  <a:lnTo>
                    <a:pt x="6733014" y="307809"/>
                  </a:lnTo>
                  <a:lnTo>
                    <a:pt x="6738005" y="307809"/>
                  </a:lnTo>
                  <a:lnTo>
                    <a:pt x="6738005" y="307809"/>
                  </a:lnTo>
                  <a:lnTo>
                    <a:pt x="6742996" y="307809"/>
                  </a:lnTo>
                  <a:lnTo>
                    <a:pt x="6742996" y="307809"/>
                  </a:lnTo>
                  <a:lnTo>
                    <a:pt x="6747987" y="307809"/>
                  </a:lnTo>
                  <a:lnTo>
                    <a:pt x="6747987" y="307809"/>
                  </a:lnTo>
                  <a:lnTo>
                    <a:pt x="6752978" y="307809"/>
                  </a:lnTo>
                  <a:lnTo>
                    <a:pt x="6752978" y="302958"/>
                  </a:lnTo>
                  <a:lnTo>
                    <a:pt x="6757969" y="302958"/>
                  </a:lnTo>
                  <a:lnTo>
                    <a:pt x="6757969" y="302958"/>
                  </a:lnTo>
                  <a:lnTo>
                    <a:pt x="6762961" y="302958"/>
                  </a:lnTo>
                  <a:lnTo>
                    <a:pt x="6762961" y="302958"/>
                  </a:lnTo>
                  <a:lnTo>
                    <a:pt x="6767952" y="302958"/>
                  </a:lnTo>
                  <a:lnTo>
                    <a:pt x="6767952" y="298096"/>
                  </a:lnTo>
                  <a:lnTo>
                    <a:pt x="6772943" y="298096"/>
                  </a:lnTo>
                  <a:lnTo>
                    <a:pt x="6772943" y="293231"/>
                  </a:lnTo>
                  <a:lnTo>
                    <a:pt x="6777934" y="293231"/>
                  </a:lnTo>
                  <a:lnTo>
                    <a:pt x="6777934" y="288367"/>
                  </a:lnTo>
                  <a:lnTo>
                    <a:pt x="6782925" y="288367"/>
                  </a:lnTo>
                  <a:lnTo>
                    <a:pt x="6782925" y="288367"/>
                  </a:lnTo>
                  <a:lnTo>
                    <a:pt x="6787916" y="288367"/>
                  </a:lnTo>
                  <a:lnTo>
                    <a:pt x="6787916" y="288367"/>
                  </a:lnTo>
                  <a:lnTo>
                    <a:pt x="6792907" y="288367"/>
                  </a:lnTo>
                  <a:lnTo>
                    <a:pt x="6792907" y="288367"/>
                  </a:lnTo>
                  <a:lnTo>
                    <a:pt x="6797898" y="288367"/>
                  </a:lnTo>
                  <a:lnTo>
                    <a:pt x="6797898" y="288367"/>
                  </a:lnTo>
                  <a:lnTo>
                    <a:pt x="6802889" y="288367"/>
                  </a:lnTo>
                  <a:lnTo>
                    <a:pt x="6802889" y="288367"/>
                  </a:lnTo>
                  <a:lnTo>
                    <a:pt x="6807881" y="288367"/>
                  </a:lnTo>
                  <a:lnTo>
                    <a:pt x="6807881" y="288367"/>
                  </a:lnTo>
                  <a:lnTo>
                    <a:pt x="6812872" y="288367"/>
                  </a:lnTo>
                  <a:lnTo>
                    <a:pt x="6812872" y="288367"/>
                  </a:lnTo>
                  <a:lnTo>
                    <a:pt x="6817863" y="288367"/>
                  </a:lnTo>
                  <a:lnTo>
                    <a:pt x="6817863" y="288367"/>
                  </a:lnTo>
                  <a:lnTo>
                    <a:pt x="6822854" y="288367"/>
                  </a:lnTo>
                  <a:lnTo>
                    <a:pt x="6822854" y="288367"/>
                  </a:lnTo>
                  <a:lnTo>
                    <a:pt x="6827845" y="288367"/>
                  </a:lnTo>
                  <a:lnTo>
                    <a:pt x="6827845" y="288367"/>
                  </a:lnTo>
                  <a:lnTo>
                    <a:pt x="6832836" y="288367"/>
                  </a:lnTo>
                  <a:lnTo>
                    <a:pt x="6832836" y="288367"/>
                  </a:lnTo>
                  <a:lnTo>
                    <a:pt x="6837827" y="288367"/>
                  </a:lnTo>
                  <a:lnTo>
                    <a:pt x="6837827" y="288367"/>
                  </a:lnTo>
                  <a:lnTo>
                    <a:pt x="6842818" y="288367"/>
                  </a:lnTo>
                  <a:lnTo>
                    <a:pt x="6842818" y="288367"/>
                  </a:lnTo>
                  <a:lnTo>
                    <a:pt x="6847809" y="288367"/>
                  </a:lnTo>
                  <a:lnTo>
                    <a:pt x="6847809" y="288367"/>
                  </a:lnTo>
                  <a:lnTo>
                    <a:pt x="6852801" y="288367"/>
                  </a:lnTo>
                  <a:lnTo>
                    <a:pt x="6852801" y="288367"/>
                  </a:lnTo>
                  <a:lnTo>
                    <a:pt x="6857792" y="288367"/>
                  </a:lnTo>
                  <a:lnTo>
                    <a:pt x="6857792" y="288367"/>
                  </a:lnTo>
                  <a:lnTo>
                    <a:pt x="6862783" y="288367"/>
                  </a:lnTo>
                  <a:lnTo>
                    <a:pt x="6862783" y="288367"/>
                  </a:lnTo>
                  <a:lnTo>
                    <a:pt x="6867774" y="288367"/>
                  </a:lnTo>
                  <a:lnTo>
                    <a:pt x="6867774" y="288367"/>
                  </a:lnTo>
                  <a:lnTo>
                    <a:pt x="6877756" y="288367"/>
                  </a:lnTo>
                  <a:lnTo>
                    <a:pt x="6877756" y="288367"/>
                  </a:lnTo>
                  <a:lnTo>
                    <a:pt x="6882747" y="288367"/>
                  </a:lnTo>
                  <a:lnTo>
                    <a:pt x="6882747" y="288367"/>
                  </a:lnTo>
                  <a:lnTo>
                    <a:pt x="6887738" y="288367"/>
                  </a:lnTo>
                  <a:lnTo>
                    <a:pt x="6887738" y="288367"/>
                  </a:lnTo>
                  <a:lnTo>
                    <a:pt x="6892730" y="288367"/>
                  </a:lnTo>
                  <a:lnTo>
                    <a:pt x="6892730" y="288367"/>
                  </a:lnTo>
                  <a:lnTo>
                    <a:pt x="6897721" y="288367"/>
                  </a:lnTo>
                  <a:lnTo>
                    <a:pt x="6897721" y="288367"/>
                  </a:lnTo>
                  <a:lnTo>
                    <a:pt x="6902712" y="288367"/>
                  </a:lnTo>
                  <a:lnTo>
                    <a:pt x="6902712" y="288367"/>
                  </a:lnTo>
                  <a:lnTo>
                    <a:pt x="6907703" y="288367"/>
                  </a:lnTo>
                  <a:lnTo>
                    <a:pt x="6907703" y="283407"/>
                  </a:lnTo>
                  <a:lnTo>
                    <a:pt x="6912694" y="283407"/>
                  </a:lnTo>
                  <a:lnTo>
                    <a:pt x="6912694" y="283407"/>
                  </a:lnTo>
                  <a:lnTo>
                    <a:pt x="6917685" y="283407"/>
                  </a:lnTo>
                  <a:lnTo>
                    <a:pt x="6917685" y="283407"/>
                  </a:lnTo>
                  <a:lnTo>
                    <a:pt x="6927667" y="283407"/>
                  </a:lnTo>
                  <a:lnTo>
                    <a:pt x="6927667" y="283407"/>
                  </a:lnTo>
                  <a:lnTo>
                    <a:pt x="6932658" y="283407"/>
                  </a:lnTo>
                  <a:lnTo>
                    <a:pt x="6932658" y="283407"/>
                  </a:lnTo>
                  <a:lnTo>
                    <a:pt x="6937650" y="283407"/>
                  </a:lnTo>
                  <a:lnTo>
                    <a:pt x="6937650" y="283407"/>
                  </a:lnTo>
                  <a:lnTo>
                    <a:pt x="6947632" y="283407"/>
                  </a:lnTo>
                  <a:lnTo>
                    <a:pt x="6947632" y="278414"/>
                  </a:lnTo>
                  <a:lnTo>
                    <a:pt x="6952623" y="278414"/>
                  </a:lnTo>
                  <a:lnTo>
                    <a:pt x="6952623" y="278414"/>
                  </a:lnTo>
                  <a:lnTo>
                    <a:pt x="6957614" y="278414"/>
                  </a:lnTo>
                  <a:lnTo>
                    <a:pt x="6957614" y="278414"/>
                  </a:lnTo>
                  <a:lnTo>
                    <a:pt x="6967596" y="278414"/>
                  </a:lnTo>
                  <a:lnTo>
                    <a:pt x="6967596" y="278414"/>
                  </a:lnTo>
                  <a:lnTo>
                    <a:pt x="6972587" y="278414"/>
                  </a:lnTo>
                  <a:lnTo>
                    <a:pt x="6972587" y="278414"/>
                  </a:lnTo>
                  <a:lnTo>
                    <a:pt x="6977578" y="278414"/>
                  </a:lnTo>
                  <a:lnTo>
                    <a:pt x="6977578" y="278414"/>
                  </a:lnTo>
                  <a:lnTo>
                    <a:pt x="6982570" y="278414"/>
                  </a:lnTo>
                  <a:lnTo>
                    <a:pt x="6982570" y="278414"/>
                  </a:lnTo>
                  <a:lnTo>
                    <a:pt x="6987561" y="278414"/>
                  </a:lnTo>
                  <a:lnTo>
                    <a:pt x="6987561" y="278414"/>
                  </a:lnTo>
                  <a:lnTo>
                    <a:pt x="6992552" y="278414"/>
                  </a:lnTo>
                  <a:lnTo>
                    <a:pt x="6992552" y="278414"/>
                  </a:lnTo>
                  <a:lnTo>
                    <a:pt x="6997543" y="278414"/>
                  </a:lnTo>
                  <a:lnTo>
                    <a:pt x="6997543" y="278414"/>
                  </a:lnTo>
                  <a:lnTo>
                    <a:pt x="7002534" y="278414"/>
                  </a:lnTo>
                  <a:lnTo>
                    <a:pt x="7002534" y="278414"/>
                  </a:lnTo>
                  <a:lnTo>
                    <a:pt x="7007525" y="278414"/>
                  </a:lnTo>
                  <a:lnTo>
                    <a:pt x="7007525" y="278414"/>
                  </a:lnTo>
                  <a:lnTo>
                    <a:pt x="7012516" y="278414"/>
                  </a:lnTo>
                  <a:lnTo>
                    <a:pt x="7012516" y="278414"/>
                  </a:lnTo>
                  <a:lnTo>
                    <a:pt x="7017507" y="278414"/>
                  </a:lnTo>
                  <a:lnTo>
                    <a:pt x="7017507" y="278414"/>
                  </a:lnTo>
                  <a:lnTo>
                    <a:pt x="7022499" y="278414"/>
                  </a:lnTo>
                  <a:lnTo>
                    <a:pt x="7022499" y="278414"/>
                  </a:lnTo>
                  <a:lnTo>
                    <a:pt x="7027490" y="278414"/>
                  </a:lnTo>
                  <a:lnTo>
                    <a:pt x="7027490" y="278414"/>
                  </a:lnTo>
                  <a:lnTo>
                    <a:pt x="7032481" y="278414"/>
                  </a:lnTo>
                  <a:lnTo>
                    <a:pt x="7032481" y="278414"/>
                  </a:lnTo>
                  <a:lnTo>
                    <a:pt x="7037472" y="278414"/>
                  </a:lnTo>
                  <a:lnTo>
                    <a:pt x="7037472" y="278414"/>
                  </a:lnTo>
                  <a:lnTo>
                    <a:pt x="7042463" y="278414"/>
                  </a:lnTo>
                  <a:lnTo>
                    <a:pt x="7042463" y="278414"/>
                  </a:lnTo>
                  <a:lnTo>
                    <a:pt x="7047454" y="278414"/>
                  </a:lnTo>
                  <a:lnTo>
                    <a:pt x="7047454" y="278414"/>
                  </a:lnTo>
                  <a:lnTo>
                    <a:pt x="7052445" y="278414"/>
                  </a:lnTo>
                  <a:lnTo>
                    <a:pt x="7052445" y="278414"/>
                  </a:lnTo>
                  <a:lnTo>
                    <a:pt x="7057436" y="278414"/>
                  </a:lnTo>
                  <a:lnTo>
                    <a:pt x="7057436" y="273335"/>
                  </a:lnTo>
                  <a:lnTo>
                    <a:pt x="7062427" y="273335"/>
                  </a:lnTo>
                  <a:lnTo>
                    <a:pt x="7062427" y="273335"/>
                  </a:lnTo>
                  <a:lnTo>
                    <a:pt x="7067419" y="273335"/>
                  </a:lnTo>
                  <a:lnTo>
                    <a:pt x="7067419" y="273335"/>
                  </a:lnTo>
                  <a:lnTo>
                    <a:pt x="7072410" y="273335"/>
                  </a:lnTo>
                  <a:lnTo>
                    <a:pt x="7072410" y="268229"/>
                  </a:lnTo>
                  <a:lnTo>
                    <a:pt x="7077401" y="268229"/>
                  </a:lnTo>
                  <a:lnTo>
                    <a:pt x="7077401" y="263121"/>
                  </a:lnTo>
                  <a:lnTo>
                    <a:pt x="7082392" y="263121"/>
                  </a:lnTo>
                  <a:lnTo>
                    <a:pt x="7082392" y="263121"/>
                  </a:lnTo>
                  <a:lnTo>
                    <a:pt x="7087383" y="263121"/>
                  </a:lnTo>
                  <a:lnTo>
                    <a:pt x="7087383" y="263121"/>
                  </a:lnTo>
                  <a:lnTo>
                    <a:pt x="7092374" y="263121"/>
                  </a:lnTo>
                  <a:lnTo>
                    <a:pt x="7092374" y="263121"/>
                  </a:lnTo>
                  <a:lnTo>
                    <a:pt x="7097365" y="263121"/>
                  </a:lnTo>
                  <a:lnTo>
                    <a:pt x="7097365" y="263121"/>
                  </a:lnTo>
                  <a:lnTo>
                    <a:pt x="7102356" y="263121"/>
                  </a:lnTo>
                  <a:lnTo>
                    <a:pt x="7102356" y="263121"/>
                  </a:lnTo>
                  <a:lnTo>
                    <a:pt x="7107347" y="263121"/>
                  </a:lnTo>
                  <a:lnTo>
                    <a:pt x="7107347" y="263121"/>
                  </a:lnTo>
                  <a:lnTo>
                    <a:pt x="7112339" y="263121"/>
                  </a:lnTo>
                  <a:lnTo>
                    <a:pt x="7112339" y="263121"/>
                  </a:lnTo>
                  <a:lnTo>
                    <a:pt x="7117330" y="263121"/>
                  </a:lnTo>
                  <a:lnTo>
                    <a:pt x="7117330" y="263121"/>
                  </a:lnTo>
                  <a:lnTo>
                    <a:pt x="7122321" y="263121"/>
                  </a:lnTo>
                  <a:lnTo>
                    <a:pt x="7122321" y="263121"/>
                  </a:lnTo>
                  <a:lnTo>
                    <a:pt x="7137294" y="263121"/>
                  </a:lnTo>
                  <a:lnTo>
                    <a:pt x="7137294" y="257980"/>
                  </a:lnTo>
                  <a:lnTo>
                    <a:pt x="7142285" y="257980"/>
                  </a:lnTo>
                  <a:lnTo>
                    <a:pt x="7142285" y="257980"/>
                  </a:lnTo>
                  <a:lnTo>
                    <a:pt x="7147276" y="257980"/>
                  </a:lnTo>
                  <a:lnTo>
                    <a:pt x="7147276" y="257980"/>
                  </a:lnTo>
                  <a:lnTo>
                    <a:pt x="7152267" y="257980"/>
                  </a:lnTo>
                  <a:lnTo>
                    <a:pt x="7152267" y="257980"/>
                  </a:lnTo>
                  <a:lnTo>
                    <a:pt x="7157259" y="257980"/>
                  </a:lnTo>
                  <a:lnTo>
                    <a:pt x="7157259" y="257980"/>
                  </a:lnTo>
                  <a:lnTo>
                    <a:pt x="7162250" y="257980"/>
                  </a:lnTo>
                  <a:lnTo>
                    <a:pt x="7162250" y="252824"/>
                  </a:lnTo>
                  <a:lnTo>
                    <a:pt x="7167241" y="252824"/>
                  </a:lnTo>
                  <a:lnTo>
                    <a:pt x="7167241" y="242507"/>
                  </a:lnTo>
                  <a:lnTo>
                    <a:pt x="7172232" y="242507"/>
                  </a:lnTo>
                  <a:lnTo>
                    <a:pt x="7172232" y="237341"/>
                  </a:lnTo>
                  <a:lnTo>
                    <a:pt x="7177223" y="237341"/>
                  </a:lnTo>
                  <a:lnTo>
                    <a:pt x="7177223" y="237341"/>
                  </a:lnTo>
                  <a:lnTo>
                    <a:pt x="7187205" y="237341"/>
                  </a:lnTo>
                  <a:lnTo>
                    <a:pt x="7187205" y="237341"/>
                  </a:lnTo>
                  <a:lnTo>
                    <a:pt x="7192196" y="237341"/>
                  </a:lnTo>
                  <a:lnTo>
                    <a:pt x="7192196" y="237341"/>
                  </a:lnTo>
                  <a:lnTo>
                    <a:pt x="7197188" y="237341"/>
                  </a:lnTo>
                  <a:lnTo>
                    <a:pt x="7197188" y="232155"/>
                  </a:lnTo>
                  <a:lnTo>
                    <a:pt x="7202179" y="232155"/>
                  </a:lnTo>
                  <a:lnTo>
                    <a:pt x="7202179" y="232155"/>
                  </a:lnTo>
                  <a:lnTo>
                    <a:pt x="7207170" y="232155"/>
                  </a:lnTo>
                  <a:lnTo>
                    <a:pt x="7207170" y="232155"/>
                  </a:lnTo>
                  <a:lnTo>
                    <a:pt x="7212161" y="232155"/>
                  </a:lnTo>
                  <a:lnTo>
                    <a:pt x="7212161" y="232155"/>
                  </a:lnTo>
                  <a:lnTo>
                    <a:pt x="7217152" y="232155"/>
                  </a:lnTo>
                  <a:lnTo>
                    <a:pt x="7217152" y="232155"/>
                  </a:lnTo>
                  <a:lnTo>
                    <a:pt x="7222143" y="232155"/>
                  </a:lnTo>
                  <a:lnTo>
                    <a:pt x="7222143" y="232155"/>
                  </a:lnTo>
                  <a:lnTo>
                    <a:pt x="7227134" y="232155"/>
                  </a:lnTo>
                  <a:lnTo>
                    <a:pt x="7227134" y="232155"/>
                  </a:lnTo>
                  <a:lnTo>
                    <a:pt x="7232125" y="232155"/>
                  </a:lnTo>
                  <a:lnTo>
                    <a:pt x="7232125" y="232155"/>
                  </a:lnTo>
                  <a:lnTo>
                    <a:pt x="7237116" y="232155"/>
                  </a:lnTo>
                  <a:lnTo>
                    <a:pt x="7237116" y="232155"/>
                  </a:lnTo>
                  <a:lnTo>
                    <a:pt x="7242108" y="232155"/>
                  </a:lnTo>
                  <a:lnTo>
                    <a:pt x="7242108" y="232155"/>
                  </a:lnTo>
                  <a:lnTo>
                    <a:pt x="7247099" y="232155"/>
                  </a:lnTo>
                  <a:lnTo>
                    <a:pt x="7247099" y="232155"/>
                  </a:lnTo>
                  <a:lnTo>
                    <a:pt x="7252090" y="232155"/>
                  </a:lnTo>
                  <a:lnTo>
                    <a:pt x="7252090" y="232155"/>
                  </a:lnTo>
                  <a:lnTo>
                    <a:pt x="7257081" y="232155"/>
                  </a:lnTo>
                  <a:lnTo>
                    <a:pt x="7257081" y="232155"/>
                  </a:lnTo>
                  <a:lnTo>
                    <a:pt x="7262072" y="232155"/>
                  </a:lnTo>
                  <a:lnTo>
                    <a:pt x="7262072" y="221698"/>
                  </a:lnTo>
                  <a:lnTo>
                    <a:pt x="7267063" y="221698"/>
                  </a:lnTo>
                  <a:lnTo>
                    <a:pt x="7267063" y="221698"/>
                  </a:lnTo>
                  <a:lnTo>
                    <a:pt x="7272054" y="221698"/>
                  </a:lnTo>
                  <a:lnTo>
                    <a:pt x="7272054" y="221698"/>
                  </a:lnTo>
                  <a:lnTo>
                    <a:pt x="7277045" y="221698"/>
                  </a:lnTo>
                  <a:lnTo>
                    <a:pt x="7277045" y="221698"/>
                  </a:lnTo>
                  <a:lnTo>
                    <a:pt x="7282036" y="221698"/>
                  </a:lnTo>
                  <a:lnTo>
                    <a:pt x="7282036" y="221698"/>
                  </a:lnTo>
                  <a:lnTo>
                    <a:pt x="7287028" y="221698"/>
                  </a:lnTo>
                  <a:lnTo>
                    <a:pt x="7287028" y="221698"/>
                  </a:lnTo>
                  <a:lnTo>
                    <a:pt x="7292019" y="221698"/>
                  </a:lnTo>
                  <a:lnTo>
                    <a:pt x="7292019" y="216449"/>
                  </a:lnTo>
                  <a:lnTo>
                    <a:pt x="7302001" y="216449"/>
                  </a:lnTo>
                  <a:lnTo>
                    <a:pt x="7302001" y="216449"/>
                  </a:lnTo>
                  <a:lnTo>
                    <a:pt x="7306992" y="216449"/>
                  </a:lnTo>
                  <a:lnTo>
                    <a:pt x="7306992" y="216449"/>
                  </a:lnTo>
                  <a:lnTo>
                    <a:pt x="7311983" y="216449"/>
                  </a:lnTo>
                  <a:lnTo>
                    <a:pt x="7311983" y="216449"/>
                  </a:lnTo>
                  <a:lnTo>
                    <a:pt x="7316974" y="216449"/>
                  </a:lnTo>
                  <a:lnTo>
                    <a:pt x="7316974" y="216449"/>
                  </a:lnTo>
                  <a:lnTo>
                    <a:pt x="7326957" y="216449"/>
                  </a:lnTo>
                  <a:lnTo>
                    <a:pt x="7326957" y="216449"/>
                  </a:lnTo>
                  <a:lnTo>
                    <a:pt x="7331948" y="216449"/>
                  </a:lnTo>
                  <a:lnTo>
                    <a:pt x="7331948" y="216449"/>
                  </a:lnTo>
                  <a:lnTo>
                    <a:pt x="7336939" y="216449"/>
                  </a:lnTo>
                  <a:lnTo>
                    <a:pt x="7336939" y="216449"/>
                  </a:lnTo>
                  <a:lnTo>
                    <a:pt x="7341930" y="216449"/>
                  </a:lnTo>
                  <a:lnTo>
                    <a:pt x="7341930" y="216449"/>
                  </a:lnTo>
                  <a:lnTo>
                    <a:pt x="7346921" y="216449"/>
                  </a:lnTo>
                  <a:lnTo>
                    <a:pt x="7346921" y="216449"/>
                  </a:lnTo>
                  <a:lnTo>
                    <a:pt x="7351912" y="216449"/>
                  </a:lnTo>
                  <a:lnTo>
                    <a:pt x="7351912" y="216449"/>
                  </a:lnTo>
                  <a:lnTo>
                    <a:pt x="7361894" y="216449"/>
                  </a:lnTo>
                  <a:lnTo>
                    <a:pt x="7361894" y="211140"/>
                  </a:lnTo>
                  <a:lnTo>
                    <a:pt x="7366885" y="211140"/>
                  </a:lnTo>
                  <a:lnTo>
                    <a:pt x="7366885" y="205828"/>
                  </a:lnTo>
                  <a:lnTo>
                    <a:pt x="7371877" y="205828"/>
                  </a:lnTo>
                  <a:lnTo>
                    <a:pt x="7371877" y="195204"/>
                  </a:lnTo>
                  <a:lnTo>
                    <a:pt x="7376868" y="195204"/>
                  </a:lnTo>
                  <a:lnTo>
                    <a:pt x="7376868" y="195204"/>
                  </a:lnTo>
                  <a:lnTo>
                    <a:pt x="7381859" y="195204"/>
                  </a:lnTo>
                  <a:lnTo>
                    <a:pt x="7381859" y="195204"/>
                  </a:lnTo>
                  <a:lnTo>
                    <a:pt x="7386850" y="195204"/>
                  </a:lnTo>
                  <a:lnTo>
                    <a:pt x="7386850" y="195204"/>
                  </a:lnTo>
                  <a:lnTo>
                    <a:pt x="7391841" y="195204"/>
                  </a:lnTo>
                  <a:lnTo>
                    <a:pt x="7391841" y="195204"/>
                  </a:lnTo>
                  <a:lnTo>
                    <a:pt x="7396832" y="195204"/>
                  </a:lnTo>
                  <a:lnTo>
                    <a:pt x="7396832" y="195204"/>
                  </a:lnTo>
                  <a:lnTo>
                    <a:pt x="7401823" y="195204"/>
                  </a:lnTo>
                  <a:lnTo>
                    <a:pt x="7401823" y="195204"/>
                  </a:lnTo>
                  <a:lnTo>
                    <a:pt x="7406814" y="195204"/>
                  </a:lnTo>
                  <a:lnTo>
                    <a:pt x="7406814" y="195204"/>
                  </a:lnTo>
                  <a:lnTo>
                    <a:pt x="7411805" y="195204"/>
                  </a:lnTo>
                  <a:lnTo>
                    <a:pt x="7411805" y="195204"/>
                  </a:lnTo>
                  <a:lnTo>
                    <a:pt x="7416797" y="195204"/>
                  </a:lnTo>
                  <a:lnTo>
                    <a:pt x="7416797" y="195204"/>
                  </a:lnTo>
                  <a:lnTo>
                    <a:pt x="7421788" y="195204"/>
                  </a:lnTo>
                  <a:lnTo>
                    <a:pt x="7421788" y="195204"/>
                  </a:lnTo>
                  <a:lnTo>
                    <a:pt x="7436761" y="195204"/>
                  </a:lnTo>
                  <a:lnTo>
                    <a:pt x="7436761" y="195204"/>
                  </a:lnTo>
                  <a:lnTo>
                    <a:pt x="7441752" y="195204"/>
                  </a:lnTo>
                  <a:lnTo>
                    <a:pt x="7441752" y="189831"/>
                  </a:lnTo>
                  <a:lnTo>
                    <a:pt x="7451734" y="189831"/>
                  </a:lnTo>
                  <a:lnTo>
                    <a:pt x="7451734" y="189831"/>
                  </a:lnTo>
                  <a:lnTo>
                    <a:pt x="7456726" y="189831"/>
                  </a:lnTo>
                  <a:lnTo>
                    <a:pt x="7456726" y="189831"/>
                  </a:lnTo>
                  <a:lnTo>
                    <a:pt x="7461717" y="189831"/>
                  </a:lnTo>
                  <a:lnTo>
                    <a:pt x="7461717" y="189831"/>
                  </a:lnTo>
                  <a:lnTo>
                    <a:pt x="7466708" y="189831"/>
                  </a:lnTo>
                  <a:lnTo>
                    <a:pt x="7466708" y="189831"/>
                  </a:lnTo>
                  <a:lnTo>
                    <a:pt x="7471699" y="189831"/>
                  </a:lnTo>
                  <a:lnTo>
                    <a:pt x="7471699" y="189831"/>
                  </a:lnTo>
                  <a:lnTo>
                    <a:pt x="7476690" y="189831"/>
                  </a:lnTo>
                  <a:lnTo>
                    <a:pt x="7476690" y="189831"/>
                  </a:lnTo>
                  <a:lnTo>
                    <a:pt x="7481681" y="189831"/>
                  </a:lnTo>
                  <a:lnTo>
                    <a:pt x="7481681" y="189831"/>
                  </a:lnTo>
                  <a:lnTo>
                    <a:pt x="7486672" y="189831"/>
                  </a:lnTo>
                  <a:lnTo>
                    <a:pt x="7486672" y="189831"/>
                  </a:lnTo>
                  <a:lnTo>
                    <a:pt x="7491663" y="189831"/>
                  </a:lnTo>
                  <a:lnTo>
                    <a:pt x="7491663" y="189831"/>
                  </a:lnTo>
                  <a:lnTo>
                    <a:pt x="7496654" y="189831"/>
                  </a:lnTo>
                  <a:lnTo>
                    <a:pt x="7496654" y="189831"/>
                  </a:lnTo>
                  <a:lnTo>
                    <a:pt x="7501646" y="189831"/>
                  </a:lnTo>
                  <a:lnTo>
                    <a:pt x="7501646" y="184418"/>
                  </a:lnTo>
                  <a:lnTo>
                    <a:pt x="7506637" y="184418"/>
                  </a:lnTo>
                  <a:lnTo>
                    <a:pt x="7506637" y="184418"/>
                  </a:lnTo>
                  <a:lnTo>
                    <a:pt x="7511628" y="184418"/>
                  </a:lnTo>
                  <a:lnTo>
                    <a:pt x="7511628" y="173563"/>
                  </a:lnTo>
                  <a:lnTo>
                    <a:pt x="7516619" y="173563"/>
                  </a:lnTo>
                  <a:lnTo>
                    <a:pt x="7516619" y="173563"/>
                  </a:lnTo>
                  <a:lnTo>
                    <a:pt x="7521610" y="173563"/>
                  </a:lnTo>
                  <a:lnTo>
                    <a:pt x="7521610" y="173563"/>
                  </a:lnTo>
                  <a:lnTo>
                    <a:pt x="7526601" y="173563"/>
                  </a:lnTo>
                  <a:lnTo>
                    <a:pt x="7526601" y="173563"/>
                  </a:lnTo>
                  <a:lnTo>
                    <a:pt x="7531592" y="173563"/>
                  </a:lnTo>
                  <a:lnTo>
                    <a:pt x="7531592" y="173563"/>
                  </a:lnTo>
                  <a:lnTo>
                    <a:pt x="7536583" y="173563"/>
                  </a:lnTo>
                  <a:lnTo>
                    <a:pt x="7536583" y="168097"/>
                  </a:lnTo>
                  <a:lnTo>
                    <a:pt x="7541574" y="168097"/>
                  </a:lnTo>
                  <a:lnTo>
                    <a:pt x="7541574" y="168097"/>
                  </a:lnTo>
                  <a:lnTo>
                    <a:pt x="7546566" y="168097"/>
                  </a:lnTo>
                  <a:lnTo>
                    <a:pt x="7546566" y="168097"/>
                  </a:lnTo>
                  <a:lnTo>
                    <a:pt x="7551557" y="168097"/>
                  </a:lnTo>
                  <a:lnTo>
                    <a:pt x="7551557" y="168097"/>
                  </a:lnTo>
                  <a:lnTo>
                    <a:pt x="7556548" y="168097"/>
                  </a:lnTo>
                  <a:lnTo>
                    <a:pt x="7556548" y="168097"/>
                  </a:lnTo>
                  <a:lnTo>
                    <a:pt x="7561539" y="168097"/>
                  </a:lnTo>
                  <a:lnTo>
                    <a:pt x="7561539" y="168097"/>
                  </a:lnTo>
                  <a:lnTo>
                    <a:pt x="7566530" y="168097"/>
                  </a:lnTo>
                  <a:lnTo>
                    <a:pt x="7566530" y="162608"/>
                  </a:lnTo>
                  <a:lnTo>
                    <a:pt x="7576512" y="162608"/>
                  </a:lnTo>
                  <a:lnTo>
                    <a:pt x="7576512" y="162608"/>
                  </a:lnTo>
                  <a:lnTo>
                    <a:pt x="7581503" y="162608"/>
                  </a:lnTo>
                  <a:lnTo>
                    <a:pt x="7581503" y="162608"/>
                  </a:lnTo>
                  <a:lnTo>
                    <a:pt x="7586495" y="162608"/>
                  </a:lnTo>
                  <a:lnTo>
                    <a:pt x="7586495" y="162608"/>
                  </a:lnTo>
                  <a:lnTo>
                    <a:pt x="7591486" y="162608"/>
                  </a:lnTo>
                  <a:lnTo>
                    <a:pt x="7591486" y="162608"/>
                  </a:lnTo>
                  <a:lnTo>
                    <a:pt x="7596477" y="162608"/>
                  </a:lnTo>
                  <a:lnTo>
                    <a:pt x="7596477" y="162608"/>
                  </a:lnTo>
                  <a:lnTo>
                    <a:pt x="7601468" y="162608"/>
                  </a:lnTo>
                  <a:lnTo>
                    <a:pt x="7601468" y="162608"/>
                  </a:lnTo>
                  <a:lnTo>
                    <a:pt x="7606459" y="162608"/>
                  </a:lnTo>
                  <a:lnTo>
                    <a:pt x="7606459" y="162608"/>
                  </a:lnTo>
                  <a:lnTo>
                    <a:pt x="7611450" y="162608"/>
                  </a:lnTo>
                  <a:lnTo>
                    <a:pt x="7611450" y="162608"/>
                  </a:lnTo>
                  <a:lnTo>
                    <a:pt x="7616441" y="162608"/>
                  </a:lnTo>
                  <a:lnTo>
                    <a:pt x="7616441" y="157082"/>
                  </a:lnTo>
                  <a:lnTo>
                    <a:pt x="7621432" y="157082"/>
                  </a:lnTo>
                  <a:lnTo>
                    <a:pt x="7621432" y="157082"/>
                  </a:lnTo>
                  <a:lnTo>
                    <a:pt x="7626423" y="157082"/>
                  </a:lnTo>
                  <a:lnTo>
                    <a:pt x="7626423" y="157082"/>
                  </a:lnTo>
                  <a:lnTo>
                    <a:pt x="7631415" y="157082"/>
                  </a:lnTo>
                  <a:lnTo>
                    <a:pt x="7631415" y="157082"/>
                  </a:lnTo>
                  <a:lnTo>
                    <a:pt x="7636406" y="157082"/>
                  </a:lnTo>
                  <a:lnTo>
                    <a:pt x="7636406" y="157082"/>
                  </a:lnTo>
                  <a:lnTo>
                    <a:pt x="7641397" y="157082"/>
                  </a:lnTo>
                  <a:lnTo>
                    <a:pt x="7641397" y="157082"/>
                  </a:lnTo>
                  <a:lnTo>
                    <a:pt x="7646388" y="157082"/>
                  </a:lnTo>
                  <a:lnTo>
                    <a:pt x="7646388" y="157082"/>
                  </a:lnTo>
                  <a:lnTo>
                    <a:pt x="7651379" y="157082"/>
                  </a:lnTo>
                  <a:lnTo>
                    <a:pt x="7651379" y="157082"/>
                  </a:lnTo>
                  <a:lnTo>
                    <a:pt x="7661361" y="157082"/>
                  </a:lnTo>
                  <a:lnTo>
                    <a:pt x="7661361" y="157082"/>
                  </a:lnTo>
                  <a:lnTo>
                    <a:pt x="7666352" y="157082"/>
                  </a:lnTo>
                  <a:lnTo>
                    <a:pt x="7666352" y="157082"/>
                  </a:lnTo>
                  <a:lnTo>
                    <a:pt x="7671343" y="157082"/>
                  </a:lnTo>
                  <a:lnTo>
                    <a:pt x="7671343" y="157082"/>
                  </a:lnTo>
                  <a:lnTo>
                    <a:pt x="7676335" y="157082"/>
                  </a:lnTo>
                  <a:lnTo>
                    <a:pt x="7676335" y="157082"/>
                  </a:lnTo>
                  <a:lnTo>
                    <a:pt x="7681326" y="157082"/>
                  </a:lnTo>
                  <a:lnTo>
                    <a:pt x="7681326" y="157082"/>
                  </a:lnTo>
                  <a:lnTo>
                    <a:pt x="7686317" y="157082"/>
                  </a:lnTo>
                  <a:lnTo>
                    <a:pt x="7686317" y="151493"/>
                  </a:lnTo>
                  <a:lnTo>
                    <a:pt x="7691308" y="151493"/>
                  </a:lnTo>
                  <a:lnTo>
                    <a:pt x="7691308" y="151493"/>
                  </a:lnTo>
                  <a:lnTo>
                    <a:pt x="7696299" y="151493"/>
                  </a:lnTo>
                  <a:lnTo>
                    <a:pt x="7696299" y="151493"/>
                  </a:lnTo>
                  <a:lnTo>
                    <a:pt x="7701290" y="151493"/>
                  </a:lnTo>
                  <a:lnTo>
                    <a:pt x="7701290" y="151493"/>
                  </a:lnTo>
                  <a:lnTo>
                    <a:pt x="7706281" y="151493"/>
                  </a:lnTo>
                  <a:lnTo>
                    <a:pt x="7706281" y="151493"/>
                  </a:lnTo>
                  <a:lnTo>
                    <a:pt x="7711272" y="151493"/>
                  </a:lnTo>
                  <a:lnTo>
                    <a:pt x="7711272" y="151493"/>
                  </a:lnTo>
                  <a:lnTo>
                    <a:pt x="7716264" y="151493"/>
                  </a:lnTo>
                  <a:lnTo>
                    <a:pt x="7716264" y="151493"/>
                  </a:lnTo>
                  <a:lnTo>
                    <a:pt x="7721255" y="151493"/>
                  </a:lnTo>
                  <a:lnTo>
                    <a:pt x="7721255" y="151493"/>
                  </a:lnTo>
                  <a:lnTo>
                    <a:pt x="7726246" y="151493"/>
                  </a:lnTo>
                  <a:lnTo>
                    <a:pt x="7726246" y="151493"/>
                  </a:lnTo>
                  <a:lnTo>
                    <a:pt x="7736228" y="151493"/>
                  </a:lnTo>
                  <a:lnTo>
                    <a:pt x="7736228" y="151493"/>
                  </a:lnTo>
                  <a:lnTo>
                    <a:pt x="7741219" y="151493"/>
                  </a:lnTo>
                  <a:lnTo>
                    <a:pt x="7741219" y="145846"/>
                  </a:lnTo>
                  <a:lnTo>
                    <a:pt x="7746210" y="145846"/>
                  </a:lnTo>
                  <a:lnTo>
                    <a:pt x="7746210" y="145846"/>
                  </a:lnTo>
                  <a:lnTo>
                    <a:pt x="7751201" y="145846"/>
                  </a:lnTo>
                  <a:lnTo>
                    <a:pt x="7751201" y="145846"/>
                  </a:lnTo>
                  <a:lnTo>
                    <a:pt x="7756192" y="145846"/>
                  </a:lnTo>
                  <a:lnTo>
                    <a:pt x="7756192" y="145846"/>
                  </a:lnTo>
                  <a:lnTo>
                    <a:pt x="7761184" y="145846"/>
                  </a:lnTo>
                  <a:lnTo>
                    <a:pt x="7761184" y="145846"/>
                  </a:lnTo>
                  <a:lnTo>
                    <a:pt x="7766175" y="145846"/>
                  </a:lnTo>
                  <a:lnTo>
                    <a:pt x="7766175" y="145846"/>
                  </a:lnTo>
                  <a:lnTo>
                    <a:pt x="7776157" y="145846"/>
                  </a:lnTo>
                  <a:lnTo>
                    <a:pt x="7776157" y="145846"/>
                  </a:lnTo>
                  <a:lnTo>
                    <a:pt x="7781148" y="145846"/>
                  </a:lnTo>
                  <a:lnTo>
                    <a:pt x="7781148" y="145846"/>
                  </a:lnTo>
                  <a:lnTo>
                    <a:pt x="7786139" y="145846"/>
                  </a:lnTo>
                  <a:lnTo>
                    <a:pt x="7786139" y="145846"/>
                  </a:lnTo>
                  <a:lnTo>
                    <a:pt x="7791130" y="145846"/>
                  </a:lnTo>
                  <a:lnTo>
                    <a:pt x="7791130" y="145846"/>
                  </a:lnTo>
                  <a:lnTo>
                    <a:pt x="7796121" y="145846"/>
                  </a:lnTo>
                  <a:lnTo>
                    <a:pt x="7796121" y="145846"/>
                  </a:lnTo>
                  <a:lnTo>
                    <a:pt x="7801112" y="145846"/>
                  </a:lnTo>
                  <a:lnTo>
                    <a:pt x="7801112" y="145846"/>
                  </a:lnTo>
                  <a:lnTo>
                    <a:pt x="7806104" y="145846"/>
                  </a:lnTo>
                  <a:lnTo>
                    <a:pt x="7806104" y="145846"/>
                  </a:lnTo>
                  <a:lnTo>
                    <a:pt x="7811095" y="145846"/>
                  </a:lnTo>
                  <a:lnTo>
                    <a:pt x="7811095" y="140119"/>
                  </a:lnTo>
                  <a:lnTo>
                    <a:pt x="7816086" y="140119"/>
                  </a:lnTo>
                  <a:lnTo>
                    <a:pt x="7816086" y="140119"/>
                  </a:lnTo>
                  <a:lnTo>
                    <a:pt x="7821077" y="140119"/>
                  </a:lnTo>
                  <a:lnTo>
                    <a:pt x="7821077" y="140119"/>
                  </a:lnTo>
                  <a:lnTo>
                    <a:pt x="7826068" y="140119"/>
                  </a:lnTo>
                  <a:lnTo>
                    <a:pt x="7826068" y="134375"/>
                  </a:lnTo>
                  <a:lnTo>
                    <a:pt x="7831059" y="134375"/>
                  </a:lnTo>
                  <a:lnTo>
                    <a:pt x="7831059" y="134375"/>
                  </a:lnTo>
                  <a:lnTo>
                    <a:pt x="7836050" y="134375"/>
                  </a:lnTo>
                  <a:lnTo>
                    <a:pt x="7836050" y="134375"/>
                  </a:lnTo>
                  <a:lnTo>
                    <a:pt x="7841041" y="134375"/>
                  </a:lnTo>
                  <a:lnTo>
                    <a:pt x="7841041" y="134375"/>
                  </a:lnTo>
                  <a:lnTo>
                    <a:pt x="7846033" y="134375"/>
                  </a:lnTo>
                  <a:lnTo>
                    <a:pt x="7846033" y="128611"/>
                  </a:lnTo>
                  <a:lnTo>
                    <a:pt x="7856015" y="128611"/>
                  </a:lnTo>
                  <a:lnTo>
                    <a:pt x="7856015" y="128611"/>
                  </a:lnTo>
                  <a:lnTo>
                    <a:pt x="7861006" y="128611"/>
                  </a:lnTo>
                  <a:lnTo>
                    <a:pt x="7861006" y="122837"/>
                  </a:lnTo>
                  <a:lnTo>
                    <a:pt x="7865997" y="122837"/>
                  </a:lnTo>
                  <a:lnTo>
                    <a:pt x="7865997" y="122837"/>
                  </a:lnTo>
                  <a:lnTo>
                    <a:pt x="7870988" y="122837"/>
                  </a:lnTo>
                  <a:lnTo>
                    <a:pt x="7870988" y="122837"/>
                  </a:lnTo>
                  <a:lnTo>
                    <a:pt x="7880970" y="122837"/>
                  </a:lnTo>
                  <a:lnTo>
                    <a:pt x="7880970" y="122837"/>
                  </a:lnTo>
                  <a:lnTo>
                    <a:pt x="7885961" y="122837"/>
                  </a:lnTo>
                  <a:lnTo>
                    <a:pt x="7885961" y="111256"/>
                  </a:lnTo>
                  <a:lnTo>
                    <a:pt x="7890953" y="111256"/>
                  </a:lnTo>
                  <a:lnTo>
                    <a:pt x="7890953" y="105462"/>
                  </a:lnTo>
                  <a:lnTo>
                    <a:pt x="7895944" y="105462"/>
                  </a:lnTo>
                  <a:lnTo>
                    <a:pt x="7895944" y="99664"/>
                  </a:lnTo>
                  <a:lnTo>
                    <a:pt x="7905926" y="99664"/>
                  </a:lnTo>
                  <a:lnTo>
                    <a:pt x="7905926" y="99664"/>
                  </a:lnTo>
                  <a:lnTo>
                    <a:pt x="7910917" y="99664"/>
                  </a:lnTo>
                  <a:lnTo>
                    <a:pt x="7910917" y="99664"/>
                  </a:lnTo>
                  <a:lnTo>
                    <a:pt x="7915908" y="99664"/>
                  </a:lnTo>
                  <a:lnTo>
                    <a:pt x="7915908" y="99664"/>
                  </a:lnTo>
                  <a:lnTo>
                    <a:pt x="7920899" y="99664"/>
                  </a:lnTo>
                  <a:lnTo>
                    <a:pt x="7920899" y="99664"/>
                  </a:lnTo>
                  <a:lnTo>
                    <a:pt x="7925890" y="99664"/>
                  </a:lnTo>
                  <a:lnTo>
                    <a:pt x="7925890" y="99664"/>
                  </a:lnTo>
                  <a:lnTo>
                    <a:pt x="7930881" y="99664"/>
                  </a:lnTo>
                  <a:lnTo>
                    <a:pt x="7930881" y="99664"/>
                  </a:lnTo>
                  <a:lnTo>
                    <a:pt x="7940864" y="99664"/>
                  </a:lnTo>
                  <a:lnTo>
                    <a:pt x="7940864" y="99664"/>
                  </a:lnTo>
                  <a:lnTo>
                    <a:pt x="7945855" y="99664"/>
                  </a:lnTo>
                  <a:lnTo>
                    <a:pt x="7945855" y="99664"/>
                  </a:lnTo>
                  <a:lnTo>
                    <a:pt x="7955837" y="99664"/>
                  </a:lnTo>
                  <a:lnTo>
                    <a:pt x="7955837" y="99664"/>
                  </a:lnTo>
                  <a:lnTo>
                    <a:pt x="7960828" y="99664"/>
                  </a:lnTo>
                  <a:lnTo>
                    <a:pt x="7960828" y="93811"/>
                  </a:lnTo>
                  <a:lnTo>
                    <a:pt x="7965819" y="93811"/>
                  </a:lnTo>
                  <a:lnTo>
                    <a:pt x="7965819" y="93811"/>
                  </a:lnTo>
                  <a:lnTo>
                    <a:pt x="7970810" y="93811"/>
                  </a:lnTo>
                  <a:lnTo>
                    <a:pt x="7970810" y="93811"/>
                  </a:lnTo>
                  <a:lnTo>
                    <a:pt x="7975801" y="93811"/>
                  </a:lnTo>
                  <a:lnTo>
                    <a:pt x="7975801" y="93811"/>
                  </a:lnTo>
                  <a:lnTo>
                    <a:pt x="7980793" y="93811"/>
                  </a:lnTo>
                  <a:lnTo>
                    <a:pt x="7980793" y="93811"/>
                  </a:lnTo>
                  <a:lnTo>
                    <a:pt x="7985784" y="93811"/>
                  </a:lnTo>
                  <a:lnTo>
                    <a:pt x="7985784" y="93811"/>
                  </a:lnTo>
                  <a:lnTo>
                    <a:pt x="7995766" y="93811"/>
                  </a:lnTo>
                  <a:lnTo>
                    <a:pt x="7995766" y="93811"/>
                  </a:lnTo>
                  <a:lnTo>
                    <a:pt x="8000757" y="93811"/>
                  </a:lnTo>
                  <a:lnTo>
                    <a:pt x="8000757" y="93811"/>
                  </a:lnTo>
                  <a:lnTo>
                    <a:pt x="8005748" y="93811"/>
                  </a:lnTo>
                  <a:lnTo>
                    <a:pt x="8005748" y="87916"/>
                  </a:lnTo>
                  <a:lnTo>
                    <a:pt x="8010739" y="87916"/>
                  </a:lnTo>
                  <a:lnTo>
                    <a:pt x="8010739" y="87916"/>
                  </a:lnTo>
                  <a:lnTo>
                    <a:pt x="8015730" y="87916"/>
                  </a:lnTo>
                  <a:lnTo>
                    <a:pt x="8015730" y="87916"/>
                  </a:lnTo>
                  <a:lnTo>
                    <a:pt x="8020722" y="87916"/>
                  </a:lnTo>
                  <a:lnTo>
                    <a:pt x="8020722" y="87916"/>
                  </a:lnTo>
                  <a:lnTo>
                    <a:pt x="8025713" y="87916"/>
                  </a:lnTo>
                  <a:lnTo>
                    <a:pt x="8025713" y="87916"/>
                  </a:lnTo>
                  <a:lnTo>
                    <a:pt x="8030704" y="87916"/>
                  </a:lnTo>
                  <a:lnTo>
                    <a:pt x="8030704" y="87916"/>
                  </a:lnTo>
                  <a:lnTo>
                    <a:pt x="8035695" y="87916"/>
                  </a:lnTo>
                  <a:lnTo>
                    <a:pt x="8035695" y="87916"/>
                  </a:lnTo>
                  <a:lnTo>
                    <a:pt x="8040686" y="87916"/>
                  </a:lnTo>
                  <a:lnTo>
                    <a:pt x="8040686" y="87916"/>
                  </a:lnTo>
                  <a:lnTo>
                    <a:pt x="8045677" y="87916"/>
                  </a:lnTo>
                  <a:lnTo>
                    <a:pt x="8045677" y="87916"/>
                  </a:lnTo>
                  <a:lnTo>
                    <a:pt x="8050668" y="87916"/>
                  </a:lnTo>
                  <a:lnTo>
                    <a:pt x="8050668" y="87916"/>
                  </a:lnTo>
                  <a:lnTo>
                    <a:pt x="8055659" y="87916"/>
                  </a:lnTo>
                  <a:lnTo>
                    <a:pt x="8055659" y="87916"/>
                  </a:lnTo>
                  <a:lnTo>
                    <a:pt x="8060650" y="87916"/>
                  </a:lnTo>
                  <a:lnTo>
                    <a:pt x="8060650" y="87916"/>
                  </a:lnTo>
                  <a:lnTo>
                    <a:pt x="8070633" y="87916"/>
                  </a:lnTo>
                  <a:lnTo>
                    <a:pt x="8070633" y="87916"/>
                  </a:lnTo>
                  <a:lnTo>
                    <a:pt x="8075624" y="87916"/>
                  </a:lnTo>
                  <a:lnTo>
                    <a:pt x="8075624" y="87916"/>
                  </a:lnTo>
                  <a:lnTo>
                    <a:pt x="8085606" y="87916"/>
                  </a:lnTo>
                  <a:lnTo>
                    <a:pt x="8085606" y="87916"/>
                  </a:lnTo>
                  <a:lnTo>
                    <a:pt x="8090597" y="87916"/>
                  </a:lnTo>
                  <a:lnTo>
                    <a:pt x="8090597" y="87916"/>
                  </a:lnTo>
                  <a:lnTo>
                    <a:pt x="8095588" y="87916"/>
                  </a:lnTo>
                  <a:lnTo>
                    <a:pt x="8095588" y="87916"/>
                  </a:lnTo>
                  <a:lnTo>
                    <a:pt x="8100579" y="87916"/>
                  </a:lnTo>
                  <a:lnTo>
                    <a:pt x="8100579" y="87916"/>
                  </a:lnTo>
                  <a:lnTo>
                    <a:pt x="8105570" y="87916"/>
                  </a:lnTo>
                  <a:lnTo>
                    <a:pt x="8105570" y="87916"/>
                  </a:lnTo>
                  <a:lnTo>
                    <a:pt x="8110562" y="87916"/>
                  </a:lnTo>
                  <a:lnTo>
                    <a:pt x="8110562" y="81934"/>
                  </a:lnTo>
                  <a:lnTo>
                    <a:pt x="8120544" y="81934"/>
                  </a:lnTo>
                  <a:lnTo>
                    <a:pt x="8120544" y="81934"/>
                  </a:lnTo>
                  <a:lnTo>
                    <a:pt x="8125535" y="81934"/>
                  </a:lnTo>
                  <a:lnTo>
                    <a:pt x="8125535" y="81934"/>
                  </a:lnTo>
                  <a:lnTo>
                    <a:pt x="8130526" y="81934"/>
                  </a:lnTo>
                  <a:lnTo>
                    <a:pt x="8130526" y="81934"/>
                  </a:lnTo>
                  <a:lnTo>
                    <a:pt x="8140508" y="81934"/>
                  </a:lnTo>
                  <a:lnTo>
                    <a:pt x="8140508" y="81934"/>
                  </a:lnTo>
                  <a:lnTo>
                    <a:pt x="8145499" y="81934"/>
                  </a:lnTo>
                  <a:lnTo>
                    <a:pt x="8145499" y="75907"/>
                  </a:lnTo>
                  <a:lnTo>
                    <a:pt x="8150491" y="75907"/>
                  </a:lnTo>
                  <a:lnTo>
                    <a:pt x="8150491" y="75907"/>
                  </a:lnTo>
                  <a:lnTo>
                    <a:pt x="8155482" y="75907"/>
                  </a:lnTo>
                  <a:lnTo>
                    <a:pt x="8155482" y="75907"/>
                  </a:lnTo>
                  <a:lnTo>
                    <a:pt x="8160473" y="75907"/>
                  </a:lnTo>
                  <a:lnTo>
                    <a:pt x="8160473" y="75907"/>
                  </a:lnTo>
                  <a:lnTo>
                    <a:pt x="8170455" y="75907"/>
                  </a:lnTo>
                  <a:lnTo>
                    <a:pt x="8170455" y="75907"/>
                  </a:lnTo>
                  <a:lnTo>
                    <a:pt x="8175446" y="75907"/>
                  </a:lnTo>
                  <a:lnTo>
                    <a:pt x="8175446" y="69862"/>
                  </a:lnTo>
                  <a:lnTo>
                    <a:pt x="8180437" y="69862"/>
                  </a:lnTo>
                  <a:lnTo>
                    <a:pt x="8180437" y="69862"/>
                  </a:lnTo>
                  <a:lnTo>
                    <a:pt x="8190419" y="69862"/>
                  </a:lnTo>
                  <a:lnTo>
                    <a:pt x="8190419" y="69862"/>
                  </a:lnTo>
                  <a:lnTo>
                    <a:pt x="8195411" y="69862"/>
                  </a:lnTo>
                  <a:lnTo>
                    <a:pt x="8195411" y="69862"/>
                  </a:lnTo>
                  <a:lnTo>
                    <a:pt x="8205393" y="69862"/>
                  </a:lnTo>
                  <a:lnTo>
                    <a:pt x="8205393" y="69862"/>
                  </a:lnTo>
                  <a:lnTo>
                    <a:pt x="8210384" y="69862"/>
                  </a:lnTo>
                  <a:lnTo>
                    <a:pt x="8210384" y="63801"/>
                  </a:lnTo>
                  <a:lnTo>
                    <a:pt x="8215375" y="63801"/>
                  </a:lnTo>
                  <a:lnTo>
                    <a:pt x="8215375" y="63801"/>
                  </a:lnTo>
                  <a:lnTo>
                    <a:pt x="8220366" y="63801"/>
                  </a:lnTo>
                  <a:lnTo>
                    <a:pt x="8220366" y="63801"/>
                  </a:lnTo>
                  <a:lnTo>
                    <a:pt x="8230348" y="63801"/>
                  </a:lnTo>
                  <a:lnTo>
                    <a:pt x="8230348" y="63801"/>
                  </a:lnTo>
                  <a:lnTo>
                    <a:pt x="8235339" y="63801"/>
                  </a:lnTo>
                  <a:lnTo>
                    <a:pt x="8235339" y="63801"/>
                  </a:lnTo>
                  <a:lnTo>
                    <a:pt x="8240331" y="63801"/>
                  </a:lnTo>
                  <a:lnTo>
                    <a:pt x="8240331" y="57729"/>
                  </a:lnTo>
                  <a:lnTo>
                    <a:pt x="8245322" y="57729"/>
                  </a:lnTo>
                  <a:lnTo>
                    <a:pt x="8245322" y="57729"/>
                  </a:lnTo>
                  <a:lnTo>
                    <a:pt x="8250313" y="57729"/>
                  </a:lnTo>
                  <a:lnTo>
                    <a:pt x="8250313" y="57729"/>
                  </a:lnTo>
                  <a:lnTo>
                    <a:pt x="8255304" y="57729"/>
                  </a:lnTo>
                  <a:lnTo>
                    <a:pt x="8255304" y="57729"/>
                  </a:lnTo>
                  <a:lnTo>
                    <a:pt x="8260295" y="57729"/>
                  </a:lnTo>
                  <a:lnTo>
                    <a:pt x="8260295" y="57729"/>
                  </a:lnTo>
                  <a:lnTo>
                    <a:pt x="8265286" y="57729"/>
                  </a:lnTo>
                  <a:lnTo>
                    <a:pt x="8265286" y="57729"/>
                  </a:lnTo>
                  <a:lnTo>
                    <a:pt x="8275268" y="57729"/>
                  </a:lnTo>
                  <a:lnTo>
                    <a:pt x="8275268" y="57729"/>
                  </a:lnTo>
                  <a:lnTo>
                    <a:pt x="8280260" y="57729"/>
                  </a:lnTo>
                  <a:lnTo>
                    <a:pt x="8280260" y="57729"/>
                  </a:lnTo>
                  <a:lnTo>
                    <a:pt x="8285251" y="57729"/>
                  </a:lnTo>
                  <a:lnTo>
                    <a:pt x="8285251" y="57729"/>
                  </a:lnTo>
                  <a:lnTo>
                    <a:pt x="8290242" y="57729"/>
                  </a:lnTo>
                  <a:lnTo>
                    <a:pt x="8290242" y="57729"/>
                  </a:lnTo>
                  <a:lnTo>
                    <a:pt x="8295233" y="57729"/>
                  </a:lnTo>
                  <a:lnTo>
                    <a:pt x="8295233" y="57729"/>
                  </a:lnTo>
                  <a:lnTo>
                    <a:pt x="8300224" y="57729"/>
                  </a:lnTo>
                  <a:lnTo>
                    <a:pt x="8300224" y="57729"/>
                  </a:lnTo>
                  <a:lnTo>
                    <a:pt x="8305215" y="57729"/>
                  </a:lnTo>
                  <a:lnTo>
                    <a:pt x="8305215" y="57729"/>
                  </a:lnTo>
                  <a:lnTo>
                    <a:pt x="8315197" y="57729"/>
                  </a:lnTo>
                  <a:lnTo>
                    <a:pt x="8315197" y="57729"/>
                  </a:lnTo>
                  <a:lnTo>
                    <a:pt x="8320188" y="57729"/>
                  </a:lnTo>
                  <a:lnTo>
                    <a:pt x="8320188" y="57729"/>
                  </a:lnTo>
                  <a:lnTo>
                    <a:pt x="8325180" y="57729"/>
                  </a:lnTo>
                  <a:lnTo>
                    <a:pt x="8325180" y="57729"/>
                  </a:lnTo>
                  <a:lnTo>
                    <a:pt x="8330171" y="57729"/>
                  </a:lnTo>
                  <a:lnTo>
                    <a:pt x="8330171" y="57729"/>
                  </a:lnTo>
                  <a:lnTo>
                    <a:pt x="8335162" y="57729"/>
                  </a:lnTo>
                  <a:lnTo>
                    <a:pt x="8335162" y="57729"/>
                  </a:lnTo>
                  <a:lnTo>
                    <a:pt x="8340153" y="57729"/>
                  </a:lnTo>
                  <a:lnTo>
                    <a:pt x="8340153" y="57729"/>
                  </a:lnTo>
                  <a:lnTo>
                    <a:pt x="8350135" y="57729"/>
                  </a:lnTo>
                  <a:lnTo>
                    <a:pt x="8350135" y="51599"/>
                  </a:lnTo>
                  <a:lnTo>
                    <a:pt x="8355126" y="51599"/>
                  </a:lnTo>
                  <a:lnTo>
                    <a:pt x="8355126" y="51599"/>
                  </a:lnTo>
                  <a:lnTo>
                    <a:pt x="8360117" y="51599"/>
                  </a:lnTo>
                  <a:lnTo>
                    <a:pt x="8360117" y="51599"/>
                  </a:lnTo>
                  <a:lnTo>
                    <a:pt x="8365108" y="51599"/>
                  </a:lnTo>
                  <a:lnTo>
                    <a:pt x="8365108" y="51599"/>
                  </a:lnTo>
                  <a:lnTo>
                    <a:pt x="8370100" y="51599"/>
                  </a:lnTo>
                  <a:lnTo>
                    <a:pt x="8370100" y="51599"/>
                  </a:lnTo>
                  <a:lnTo>
                    <a:pt x="8375091" y="51599"/>
                  </a:lnTo>
                  <a:lnTo>
                    <a:pt x="8375091" y="51599"/>
                  </a:lnTo>
                  <a:lnTo>
                    <a:pt x="8380082" y="51599"/>
                  </a:lnTo>
                  <a:lnTo>
                    <a:pt x="8380082" y="51599"/>
                  </a:lnTo>
                  <a:lnTo>
                    <a:pt x="8385073" y="51599"/>
                  </a:lnTo>
                  <a:lnTo>
                    <a:pt x="8385073" y="51599"/>
                  </a:lnTo>
                  <a:lnTo>
                    <a:pt x="8390064" y="51599"/>
                  </a:lnTo>
                  <a:lnTo>
                    <a:pt x="8390064" y="51599"/>
                  </a:lnTo>
                  <a:lnTo>
                    <a:pt x="8395055" y="51599"/>
                  </a:lnTo>
                  <a:lnTo>
                    <a:pt x="8395055" y="51599"/>
                  </a:lnTo>
                  <a:lnTo>
                    <a:pt x="8405037" y="51599"/>
                  </a:lnTo>
                  <a:lnTo>
                    <a:pt x="8405037" y="51599"/>
                  </a:lnTo>
                  <a:lnTo>
                    <a:pt x="8410029" y="51599"/>
                  </a:lnTo>
                  <a:lnTo>
                    <a:pt x="8410029" y="51599"/>
                  </a:lnTo>
                  <a:lnTo>
                    <a:pt x="8420011" y="51599"/>
                  </a:lnTo>
                  <a:lnTo>
                    <a:pt x="8420011" y="51599"/>
                  </a:lnTo>
                  <a:lnTo>
                    <a:pt x="8425002" y="51599"/>
                  </a:lnTo>
                  <a:lnTo>
                    <a:pt x="8425002" y="51599"/>
                  </a:lnTo>
                  <a:lnTo>
                    <a:pt x="8429993" y="51599"/>
                  </a:lnTo>
                  <a:lnTo>
                    <a:pt x="8429993" y="45380"/>
                  </a:lnTo>
                  <a:lnTo>
                    <a:pt x="8434984" y="45380"/>
                  </a:lnTo>
                  <a:lnTo>
                    <a:pt x="8434984" y="45380"/>
                  </a:lnTo>
                  <a:lnTo>
                    <a:pt x="8439975" y="45380"/>
                  </a:lnTo>
                  <a:lnTo>
                    <a:pt x="8439975" y="45380"/>
                  </a:lnTo>
                  <a:lnTo>
                    <a:pt x="8444966" y="45380"/>
                  </a:lnTo>
                  <a:lnTo>
                    <a:pt x="8444966" y="45380"/>
                  </a:lnTo>
                  <a:lnTo>
                    <a:pt x="8449957" y="45380"/>
                  </a:lnTo>
                  <a:lnTo>
                    <a:pt x="8449957" y="45380"/>
                  </a:lnTo>
                  <a:lnTo>
                    <a:pt x="8454949" y="45380"/>
                  </a:lnTo>
                  <a:lnTo>
                    <a:pt x="8454949" y="45380"/>
                  </a:lnTo>
                  <a:lnTo>
                    <a:pt x="8459940" y="45380"/>
                  </a:lnTo>
                  <a:lnTo>
                    <a:pt x="8459940" y="45380"/>
                  </a:lnTo>
                  <a:lnTo>
                    <a:pt x="8469922" y="45380"/>
                  </a:lnTo>
                  <a:lnTo>
                    <a:pt x="8469922" y="39128"/>
                  </a:lnTo>
                  <a:lnTo>
                    <a:pt x="8474913" y="39128"/>
                  </a:lnTo>
                  <a:lnTo>
                    <a:pt x="8474913" y="39128"/>
                  </a:lnTo>
                  <a:lnTo>
                    <a:pt x="8479904" y="39128"/>
                  </a:lnTo>
                  <a:lnTo>
                    <a:pt x="8479904" y="39128"/>
                  </a:lnTo>
                  <a:lnTo>
                    <a:pt x="8484895" y="39128"/>
                  </a:lnTo>
                  <a:lnTo>
                    <a:pt x="8484895" y="39128"/>
                  </a:lnTo>
                  <a:lnTo>
                    <a:pt x="8489886" y="39128"/>
                  </a:lnTo>
                  <a:lnTo>
                    <a:pt x="8489886" y="39128"/>
                  </a:lnTo>
                  <a:lnTo>
                    <a:pt x="8494877" y="39128"/>
                  </a:lnTo>
                  <a:lnTo>
                    <a:pt x="8494877" y="39128"/>
                  </a:lnTo>
                  <a:lnTo>
                    <a:pt x="8499869" y="39128"/>
                  </a:lnTo>
                  <a:lnTo>
                    <a:pt x="8499869" y="39128"/>
                  </a:lnTo>
                  <a:lnTo>
                    <a:pt x="8504860" y="39128"/>
                  </a:lnTo>
                  <a:lnTo>
                    <a:pt x="8504860" y="39128"/>
                  </a:lnTo>
                  <a:lnTo>
                    <a:pt x="8514842" y="39128"/>
                  </a:lnTo>
                  <a:lnTo>
                    <a:pt x="8514842" y="39128"/>
                  </a:lnTo>
                  <a:lnTo>
                    <a:pt x="8519833" y="39128"/>
                  </a:lnTo>
                  <a:lnTo>
                    <a:pt x="8519833" y="39128"/>
                  </a:lnTo>
                  <a:lnTo>
                    <a:pt x="8524824" y="39128"/>
                  </a:lnTo>
                  <a:lnTo>
                    <a:pt x="8524824" y="39128"/>
                  </a:lnTo>
                  <a:lnTo>
                    <a:pt x="8529815" y="39128"/>
                  </a:lnTo>
                  <a:lnTo>
                    <a:pt x="8529815" y="39128"/>
                  </a:lnTo>
                  <a:lnTo>
                    <a:pt x="8539798" y="39128"/>
                  </a:lnTo>
                  <a:lnTo>
                    <a:pt x="8539798" y="39128"/>
                  </a:lnTo>
                  <a:lnTo>
                    <a:pt x="8549780" y="39128"/>
                  </a:lnTo>
                  <a:lnTo>
                    <a:pt x="8549780" y="39128"/>
                  </a:lnTo>
                  <a:lnTo>
                    <a:pt x="8554771" y="39128"/>
                  </a:lnTo>
                  <a:lnTo>
                    <a:pt x="8554771" y="39128"/>
                  </a:lnTo>
                  <a:lnTo>
                    <a:pt x="8559762" y="39128"/>
                  </a:lnTo>
                  <a:lnTo>
                    <a:pt x="8559762" y="32804"/>
                  </a:lnTo>
                  <a:lnTo>
                    <a:pt x="8564753" y="32804"/>
                  </a:lnTo>
                  <a:lnTo>
                    <a:pt x="8564753" y="32804"/>
                  </a:lnTo>
                  <a:lnTo>
                    <a:pt x="8569744" y="32804"/>
                  </a:lnTo>
                  <a:lnTo>
                    <a:pt x="8569744" y="32804"/>
                  </a:lnTo>
                  <a:lnTo>
                    <a:pt x="8574735" y="32804"/>
                  </a:lnTo>
                  <a:lnTo>
                    <a:pt x="8574735" y="32804"/>
                  </a:lnTo>
                  <a:lnTo>
                    <a:pt x="8579726" y="32804"/>
                  </a:lnTo>
                  <a:lnTo>
                    <a:pt x="8579726" y="32804"/>
                  </a:lnTo>
                  <a:lnTo>
                    <a:pt x="8589709" y="32804"/>
                  </a:lnTo>
                  <a:lnTo>
                    <a:pt x="8589709" y="32804"/>
                  </a:lnTo>
                  <a:lnTo>
                    <a:pt x="8594700" y="32804"/>
                  </a:lnTo>
                  <a:lnTo>
                    <a:pt x="8594700" y="32804"/>
                  </a:lnTo>
                  <a:lnTo>
                    <a:pt x="8599691" y="32804"/>
                  </a:lnTo>
                  <a:lnTo>
                    <a:pt x="8599691" y="32804"/>
                  </a:lnTo>
                  <a:lnTo>
                    <a:pt x="8604682" y="32804"/>
                  </a:lnTo>
                  <a:lnTo>
                    <a:pt x="8604682" y="32804"/>
                  </a:lnTo>
                  <a:lnTo>
                    <a:pt x="8609673" y="32804"/>
                  </a:lnTo>
                  <a:lnTo>
                    <a:pt x="8609673" y="32804"/>
                  </a:lnTo>
                  <a:lnTo>
                    <a:pt x="8629638" y="32804"/>
                  </a:lnTo>
                  <a:lnTo>
                    <a:pt x="8629638" y="32804"/>
                  </a:lnTo>
                  <a:lnTo>
                    <a:pt x="8634629" y="32804"/>
                  </a:lnTo>
                  <a:lnTo>
                    <a:pt x="8634629" y="32804"/>
                  </a:lnTo>
                  <a:lnTo>
                    <a:pt x="8644611" y="32804"/>
                  </a:lnTo>
                  <a:lnTo>
                    <a:pt x="8644611" y="32804"/>
                  </a:lnTo>
                  <a:lnTo>
                    <a:pt x="8649602" y="32804"/>
                  </a:lnTo>
                  <a:lnTo>
                    <a:pt x="8649602" y="32804"/>
                  </a:lnTo>
                  <a:lnTo>
                    <a:pt x="8654593" y="32804"/>
                  </a:lnTo>
                  <a:lnTo>
                    <a:pt x="8654593" y="32804"/>
                  </a:lnTo>
                  <a:lnTo>
                    <a:pt x="8659584" y="32804"/>
                  </a:lnTo>
                  <a:lnTo>
                    <a:pt x="8659584" y="32804"/>
                  </a:lnTo>
                  <a:lnTo>
                    <a:pt x="8664575" y="32804"/>
                  </a:lnTo>
                  <a:lnTo>
                    <a:pt x="8664575" y="32804"/>
                  </a:lnTo>
                  <a:lnTo>
                    <a:pt x="8669567" y="32804"/>
                  </a:lnTo>
                  <a:lnTo>
                    <a:pt x="8669567" y="32804"/>
                  </a:lnTo>
                  <a:lnTo>
                    <a:pt x="8674558" y="32804"/>
                  </a:lnTo>
                  <a:lnTo>
                    <a:pt x="8674558" y="26368"/>
                  </a:lnTo>
                  <a:lnTo>
                    <a:pt x="8679549" y="26368"/>
                  </a:lnTo>
                  <a:lnTo>
                    <a:pt x="8679549" y="26368"/>
                  </a:lnTo>
                  <a:lnTo>
                    <a:pt x="8684540" y="26368"/>
                  </a:lnTo>
                  <a:lnTo>
                    <a:pt x="8684540" y="26368"/>
                  </a:lnTo>
                  <a:lnTo>
                    <a:pt x="8689531" y="26368"/>
                  </a:lnTo>
                  <a:lnTo>
                    <a:pt x="8689531" y="26368"/>
                  </a:lnTo>
                  <a:lnTo>
                    <a:pt x="8694522" y="26368"/>
                  </a:lnTo>
                  <a:lnTo>
                    <a:pt x="8694522" y="26368"/>
                  </a:lnTo>
                  <a:lnTo>
                    <a:pt x="8699513" y="26368"/>
                  </a:lnTo>
                  <a:lnTo>
                    <a:pt x="8699513" y="26368"/>
                  </a:lnTo>
                  <a:lnTo>
                    <a:pt x="8704504" y="26368"/>
                  </a:lnTo>
                  <a:lnTo>
                    <a:pt x="8704504" y="26368"/>
                  </a:lnTo>
                  <a:lnTo>
                    <a:pt x="8709495" y="26368"/>
                  </a:lnTo>
                  <a:lnTo>
                    <a:pt x="8709495" y="26368"/>
                  </a:lnTo>
                  <a:lnTo>
                    <a:pt x="8714487" y="26368"/>
                  </a:lnTo>
                  <a:lnTo>
                    <a:pt x="8714487" y="26368"/>
                  </a:lnTo>
                  <a:lnTo>
                    <a:pt x="8719478" y="26368"/>
                  </a:lnTo>
                  <a:lnTo>
                    <a:pt x="8719478" y="26368"/>
                  </a:lnTo>
                  <a:lnTo>
                    <a:pt x="8724469" y="26368"/>
                  </a:lnTo>
                  <a:lnTo>
                    <a:pt x="8724469" y="26368"/>
                  </a:lnTo>
                  <a:lnTo>
                    <a:pt x="8729460" y="26368"/>
                  </a:lnTo>
                  <a:lnTo>
                    <a:pt x="8729460" y="19877"/>
                  </a:lnTo>
                  <a:lnTo>
                    <a:pt x="8734451" y="19877"/>
                  </a:lnTo>
                  <a:lnTo>
                    <a:pt x="8734451" y="13378"/>
                  </a:lnTo>
                  <a:lnTo>
                    <a:pt x="8739442" y="13378"/>
                  </a:lnTo>
                  <a:lnTo>
                    <a:pt x="8739442" y="13378"/>
                  </a:lnTo>
                  <a:lnTo>
                    <a:pt x="8749424" y="13378"/>
                  </a:lnTo>
                  <a:lnTo>
                    <a:pt x="8749424" y="13378"/>
                  </a:lnTo>
                  <a:lnTo>
                    <a:pt x="8764398" y="13378"/>
                  </a:lnTo>
                  <a:lnTo>
                    <a:pt x="8764398" y="13378"/>
                  </a:lnTo>
                  <a:lnTo>
                    <a:pt x="8769389" y="13378"/>
                  </a:lnTo>
                  <a:lnTo>
                    <a:pt x="8769389" y="13378"/>
                  </a:lnTo>
                  <a:lnTo>
                    <a:pt x="8774380" y="13378"/>
                  </a:lnTo>
                  <a:lnTo>
                    <a:pt x="8774380" y="13378"/>
                  </a:lnTo>
                  <a:lnTo>
                    <a:pt x="8779371" y="13378"/>
                  </a:lnTo>
                  <a:lnTo>
                    <a:pt x="8779371" y="13378"/>
                  </a:lnTo>
                  <a:lnTo>
                    <a:pt x="8784362" y="13378"/>
                  </a:lnTo>
                  <a:lnTo>
                    <a:pt x="8784362" y="13378"/>
                  </a:lnTo>
                  <a:lnTo>
                    <a:pt x="8789353" y="13378"/>
                  </a:lnTo>
                  <a:lnTo>
                    <a:pt x="8789353" y="13378"/>
                  </a:lnTo>
                  <a:lnTo>
                    <a:pt x="8794344" y="13378"/>
                  </a:lnTo>
                  <a:lnTo>
                    <a:pt x="8794344" y="13378"/>
                  </a:lnTo>
                  <a:lnTo>
                    <a:pt x="8799335" y="13378"/>
                  </a:lnTo>
                  <a:lnTo>
                    <a:pt x="8799335" y="13378"/>
                  </a:lnTo>
                  <a:lnTo>
                    <a:pt x="8804327" y="13378"/>
                  </a:lnTo>
                  <a:lnTo>
                    <a:pt x="8804327" y="13378"/>
                  </a:lnTo>
                  <a:lnTo>
                    <a:pt x="8814309" y="13378"/>
                  </a:lnTo>
                  <a:lnTo>
                    <a:pt x="8814309" y="13378"/>
                  </a:lnTo>
                  <a:lnTo>
                    <a:pt x="8829282" y="13378"/>
                  </a:lnTo>
                  <a:lnTo>
                    <a:pt x="8829282" y="13378"/>
                  </a:lnTo>
                  <a:lnTo>
                    <a:pt x="8834273" y="13378"/>
                  </a:lnTo>
                  <a:lnTo>
                    <a:pt x="8834273" y="13378"/>
                  </a:lnTo>
                  <a:lnTo>
                    <a:pt x="8839264" y="13378"/>
                  </a:lnTo>
                  <a:lnTo>
                    <a:pt x="8839264" y="13378"/>
                  </a:lnTo>
                  <a:lnTo>
                    <a:pt x="8854238" y="13378"/>
                  </a:lnTo>
                  <a:lnTo>
                    <a:pt x="8854238" y="13378"/>
                  </a:lnTo>
                  <a:lnTo>
                    <a:pt x="8859229" y="13378"/>
                  </a:lnTo>
                  <a:lnTo>
                    <a:pt x="8859229" y="13378"/>
                  </a:lnTo>
                  <a:lnTo>
                    <a:pt x="8864220" y="13378"/>
                  </a:lnTo>
                  <a:lnTo>
                    <a:pt x="8864220" y="13378"/>
                  </a:lnTo>
                  <a:lnTo>
                    <a:pt x="8869211" y="13378"/>
                  </a:lnTo>
                  <a:lnTo>
                    <a:pt x="8869211" y="13378"/>
                  </a:lnTo>
                  <a:lnTo>
                    <a:pt x="8874202" y="13378"/>
                  </a:lnTo>
                  <a:lnTo>
                    <a:pt x="8874202" y="6728"/>
                  </a:lnTo>
                  <a:lnTo>
                    <a:pt x="8884184" y="6728"/>
                  </a:lnTo>
                  <a:lnTo>
                    <a:pt x="8884184" y="6728"/>
                  </a:lnTo>
                  <a:lnTo>
                    <a:pt x="8889176" y="6728"/>
                  </a:lnTo>
                  <a:lnTo>
                    <a:pt x="8889176" y="6728"/>
                  </a:lnTo>
                  <a:lnTo>
                    <a:pt x="8894167" y="6728"/>
                  </a:lnTo>
                  <a:lnTo>
                    <a:pt x="8894167" y="6728"/>
                  </a:lnTo>
                  <a:lnTo>
                    <a:pt x="8899158" y="6728"/>
                  </a:lnTo>
                  <a:lnTo>
                    <a:pt x="8899158" y="6728"/>
                  </a:lnTo>
                  <a:lnTo>
                    <a:pt x="8904149" y="6728"/>
                  </a:lnTo>
                  <a:lnTo>
                    <a:pt x="8904149" y="6728"/>
                  </a:lnTo>
                  <a:lnTo>
                    <a:pt x="8909140" y="6728"/>
                  </a:lnTo>
                  <a:lnTo>
                    <a:pt x="8909140" y="6728"/>
                  </a:lnTo>
                  <a:lnTo>
                    <a:pt x="8914131" y="6728"/>
                  </a:lnTo>
                  <a:lnTo>
                    <a:pt x="8914131" y="6728"/>
                  </a:lnTo>
                  <a:lnTo>
                    <a:pt x="8929104" y="6728"/>
                  </a:lnTo>
                  <a:lnTo>
                    <a:pt x="8929104" y="6728"/>
                  </a:lnTo>
                  <a:lnTo>
                    <a:pt x="8934096" y="6728"/>
                  </a:lnTo>
                  <a:lnTo>
                    <a:pt x="8934096" y="6728"/>
                  </a:lnTo>
                  <a:lnTo>
                    <a:pt x="8939087" y="6728"/>
                  </a:lnTo>
                  <a:lnTo>
                    <a:pt x="8939087" y="6728"/>
                  </a:lnTo>
                  <a:lnTo>
                    <a:pt x="8944078" y="6728"/>
                  </a:lnTo>
                  <a:lnTo>
                    <a:pt x="8944078" y="6728"/>
                  </a:lnTo>
                  <a:lnTo>
                    <a:pt x="8949069" y="6728"/>
                  </a:lnTo>
                  <a:lnTo>
                    <a:pt x="8949069" y="6728"/>
                  </a:lnTo>
                  <a:lnTo>
                    <a:pt x="8954060" y="6728"/>
                  </a:lnTo>
                  <a:lnTo>
                    <a:pt x="8954060" y="0"/>
                  </a:lnTo>
                  <a:lnTo>
                    <a:pt x="8964042" y="0"/>
                  </a:lnTo>
                  <a:lnTo>
                    <a:pt x="8964042" y="0"/>
                  </a:lnTo>
                  <a:lnTo>
                    <a:pt x="8969033" y="0"/>
                  </a:lnTo>
                  <a:lnTo>
                    <a:pt x="8969033" y="0"/>
                  </a:lnTo>
                  <a:lnTo>
                    <a:pt x="8974025" y="0"/>
                  </a:lnTo>
                  <a:lnTo>
                    <a:pt x="8974025" y="0"/>
                  </a:lnTo>
                  <a:lnTo>
                    <a:pt x="8979016" y="0"/>
                  </a:lnTo>
                  <a:lnTo>
                    <a:pt x="8979016" y="0"/>
                  </a:lnTo>
                  <a:lnTo>
                    <a:pt x="8984007" y="0"/>
                  </a:lnTo>
                  <a:lnTo>
                    <a:pt x="8984007" y="0"/>
                  </a:lnTo>
                  <a:lnTo>
                    <a:pt x="8988998" y="0"/>
                  </a:lnTo>
                  <a:lnTo>
                    <a:pt x="8988998" y="0"/>
                  </a:lnTo>
                  <a:lnTo>
                    <a:pt x="8993989" y="0"/>
                  </a:lnTo>
                  <a:lnTo>
                    <a:pt x="8993989" y="0"/>
                  </a:lnTo>
                  <a:lnTo>
                    <a:pt x="8998980" y="0"/>
                  </a:lnTo>
                  <a:lnTo>
                    <a:pt x="8998980" y="0"/>
                  </a:lnTo>
                  <a:lnTo>
                    <a:pt x="9003971" y="0"/>
                  </a:lnTo>
                  <a:lnTo>
                    <a:pt x="9003971" y="0"/>
                  </a:lnTo>
                  <a:lnTo>
                    <a:pt x="9013953" y="0"/>
                  </a:lnTo>
                  <a:lnTo>
                    <a:pt x="9013953" y="0"/>
                  </a:lnTo>
                  <a:lnTo>
                    <a:pt x="9018945" y="0"/>
                  </a:lnTo>
                  <a:lnTo>
                    <a:pt x="9018945" y="0"/>
                  </a:lnTo>
                  <a:lnTo>
                    <a:pt x="9033918" y="0"/>
                  </a:lnTo>
                  <a:lnTo>
                    <a:pt x="9033918" y="0"/>
                  </a:lnTo>
                  <a:lnTo>
                    <a:pt x="9038909" y="0"/>
                  </a:lnTo>
                  <a:lnTo>
                    <a:pt x="9038909" y="0"/>
                  </a:lnTo>
                  <a:lnTo>
                    <a:pt x="9043900" y="0"/>
                  </a:lnTo>
                  <a:lnTo>
                    <a:pt x="9043900" y="0"/>
                  </a:lnTo>
                  <a:lnTo>
                    <a:pt x="9053882" y="0"/>
                  </a:lnTo>
                  <a:lnTo>
                    <a:pt x="9053882" y="0"/>
                  </a:lnTo>
                  <a:lnTo>
                    <a:pt x="9058873" y="0"/>
                  </a:lnTo>
                  <a:lnTo>
                    <a:pt x="9058873" y="0"/>
                  </a:lnTo>
                  <a:lnTo>
                    <a:pt x="9063865" y="0"/>
                  </a:lnTo>
                  <a:lnTo>
                    <a:pt x="9063865" y="0"/>
                  </a:lnTo>
                  <a:lnTo>
                    <a:pt x="9073847" y="0"/>
                  </a:lnTo>
                  <a:lnTo>
                    <a:pt x="9073847" y="0"/>
                  </a:lnTo>
                  <a:lnTo>
                    <a:pt x="9078838" y="0"/>
                  </a:lnTo>
                  <a:lnTo>
                    <a:pt x="9078838" y="0"/>
                  </a:lnTo>
                  <a:lnTo>
                    <a:pt x="9083829" y="0"/>
                  </a:lnTo>
                  <a:lnTo>
                    <a:pt x="9083829" y="0"/>
                  </a:lnTo>
                  <a:lnTo>
                    <a:pt x="9088820" y="0"/>
                  </a:lnTo>
                  <a:lnTo>
                    <a:pt x="9088820" y="0"/>
                  </a:lnTo>
                  <a:lnTo>
                    <a:pt x="9098802" y="0"/>
                  </a:lnTo>
                  <a:lnTo>
                    <a:pt x="9098802" y="0"/>
                  </a:lnTo>
                  <a:lnTo>
                    <a:pt x="9108785" y="0"/>
                  </a:lnTo>
                  <a:lnTo>
                    <a:pt x="910878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966379" y="1115063"/>
              <a:ext cx="9068856" cy="4380197"/>
            </a:xfrm>
            <a:custGeom>
              <a:avLst/>
              <a:pathLst>
                <a:path w="9068856" h="4380197">
                  <a:moveTo>
                    <a:pt x="0" y="4290858"/>
                  </a:moveTo>
                  <a:lnTo>
                    <a:pt x="4991" y="4290858"/>
                  </a:lnTo>
                  <a:lnTo>
                    <a:pt x="9982" y="4290858"/>
                  </a:lnTo>
                  <a:lnTo>
                    <a:pt x="14973" y="4290858"/>
                  </a:lnTo>
                  <a:lnTo>
                    <a:pt x="19964" y="4290858"/>
                  </a:lnTo>
                  <a:lnTo>
                    <a:pt x="24955" y="4290858"/>
                  </a:lnTo>
                  <a:lnTo>
                    <a:pt x="24955" y="4271245"/>
                  </a:lnTo>
                  <a:lnTo>
                    <a:pt x="29946" y="4271245"/>
                  </a:lnTo>
                  <a:lnTo>
                    <a:pt x="29946" y="4233115"/>
                  </a:lnTo>
                  <a:lnTo>
                    <a:pt x="34937" y="4233115"/>
                  </a:lnTo>
                  <a:lnTo>
                    <a:pt x="39928" y="4233115"/>
                  </a:lnTo>
                  <a:lnTo>
                    <a:pt x="44920" y="4233115"/>
                  </a:lnTo>
                  <a:lnTo>
                    <a:pt x="49911" y="4233115"/>
                  </a:lnTo>
                  <a:lnTo>
                    <a:pt x="54902" y="4233115"/>
                  </a:lnTo>
                  <a:lnTo>
                    <a:pt x="59893" y="4233115"/>
                  </a:lnTo>
                  <a:lnTo>
                    <a:pt x="64884" y="4233115"/>
                  </a:lnTo>
                  <a:lnTo>
                    <a:pt x="64884" y="4214573"/>
                  </a:lnTo>
                  <a:lnTo>
                    <a:pt x="69875" y="4214573"/>
                  </a:lnTo>
                  <a:lnTo>
                    <a:pt x="74866" y="4214573"/>
                  </a:lnTo>
                  <a:lnTo>
                    <a:pt x="79857" y="4214573"/>
                  </a:lnTo>
                  <a:lnTo>
                    <a:pt x="84848" y="4214573"/>
                  </a:lnTo>
                  <a:lnTo>
                    <a:pt x="89840" y="4214573"/>
                  </a:lnTo>
                  <a:lnTo>
                    <a:pt x="94831" y="4214573"/>
                  </a:lnTo>
                  <a:lnTo>
                    <a:pt x="99822" y="4214573"/>
                  </a:lnTo>
                  <a:lnTo>
                    <a:pt x="99822" y="4196232"/>
                  </a:lnTo>
                  <a:lnTo>
                    <a:pt x="104813" y="4196232"/>
                  </a:lnTo>
                  <a:lnTo>
                    <a:pt x="109804" y="4196232"/>
                  </a:lnTo>
                  <a:lnTo>
                    <a:pt x="114795" y="4196232"/>
                  </a:lnTo>
                  <a:lnTo>
                    <a:pt x="119786" y="4196232"/>
                  </a:lnTo>
                  <a:lnTo>
                    <a:pt x="124777" y="4196232"/>
                  </a:lnTo>
                  <a:lnTo>
                    <a:pt x="129768" y="4196232"/>
                  </a:lnTo>
                  <a:lnTo>
                    <a:pt x="129768" y="4178087"/>
                  </a:lnTo>
                  <a:lnTo>
                    <a:pt x="134760" y="4178087"/>
                  </a:lnTo>
                  <a:lnTo>
                    <a:pt x="134760" y="4160186"/>
                  </a:lnTo>
                  <a:lnTo>
                    <a:pt x="139751" y="4160186"/>
                  </a:lnTo>
                  <a:lnTo>
                    <a:pt x="144742" y="4160186"/>
                  </a:lnTo>
                  <a:lnTo>
                    <a:pt x="149733" y="4160186"/>
                  </a:lnTo>
                  <a:lnTo>
                    <a:pt x="154724" y="4160186"/>
                  </a:lnTo>
                  <a:lnTo>
                    <a:pt x="159715" y="4160186"/>
                  </a:lnTo>
                  <a:lnTo>
                    <a:pt x="159715" y="4142453"/>
                  </a:lnTo>
                  <a:lnTo>
                    <a:pt x="164706" y="4142453"/>
                  </a:lnTo>
                  <a:lnTo>
                    <a:pt x="169697" y="4142453"/>
                  </a:lnTo>
                  <a:lnTo>
                    <a:pt x="169697" y="4124896"/>
                  </a:lnTo>
                  <a:lnTo>
                    <a:pt x="174689" y="4124896"/>
                  </a:lnTo>
                  <a:lnTo>
                    <a:pt x="174689" y="4090115"/>
                  </a:lnTo>
                  <a:lnTo>
                    <a:pt x="179680" y="4090115"/>
                  </a:lnTo>
                  <a:lnTo>
                    <a:pt x="184671" y="4090115"/>
                  </a:lnTo>
                  <a:lnTo>
                    <a:pt x="189662" y="4090115"/>
                  </a:lnTo>
                  <a:lnTo>
                    <a:pt x="194653" y="4090115"/>
                  </a:lnTo>
                  <a:lnTo>
                    <a:pt x="199644" y="4090115"/>
                  </a:lnTo>
                  <a:lnTo>
                    <a:pt x="199644" y="4072919"/>
                  </a:lnTo>
                  <a:lnTo>
                    <a:pt x="204635" y="4072919"/>
                  </a:lnTo>
                  <a:lnTo>
                    <a:pt x="209626" y="4072919"/>
                  </a:lnTo>
                  <a:lnTo>
                    <a:pt x="214617" y="4072919"/>
                  </a:lnTo>
                  <a:lnTo>
                    <a:pt x="219609" y="4072919"/>
                  </a:lnTo>
                  <a:lnTo>
                    <a:pt x="224600" y="4072919"/>
                  </a:lnTo>
                  <a:lnTo>
                    <a:pt x="224600" y="4055823"/>
                  </a:lnTo>
                  <a:lnTo>
                    <a:pt x="229591" y="4055823"/>
                  </a:lnTo>
                  <a:lnTo>
                    <a:pt x="234582" y="4055823"/>
                  </a:lnTo>
                  <a:lnTo>
                    <a:pt x="239573" y="4055823"/>
                  </a:lnTo>
                  <a:lnTo>
                    <a:pt x="244564" y="4055823"/>
                  </a:lnTo>
                  <a:lnTo>
                    <a:pt x="249555" y="4055823"/>
                  </a:lnTo>
                  <a:lnTo>
                    <a:pt x="249555" y="4038797"/>
                  </a:lnTo>
                  <a:lnTo>
                    <a:pt x="254546" y="4038797"/>
                  </a:lnTo>
                  <a:lnTo>
                    <a:pt x="259537" y="4038797"/>
                  </a:lnTo>
                  <a:lnTo>
                    <a:pt x="264529" y="4038797"/>
                  </a:lnTo>
                  <a:lnTo>
                    <a:pt x="269520" y="4038797"/>
                  </a:lnTo>
                  <a:lnTo>
                    <a:pt x="274511" y="4038797"/>
                  </a:lnTo>
                  <a:lnTo>
                    <a:pt x="274511" y="4021823"/>
                  </a:lnTo>
                  <a:lnTo>
                    <a:pt x="279502" y="4021823"/>
                  </a:lnTo>
                  <a:lnTo>
                    <a:pt x="284493" y="4021823"/>
                  </a:lnTo>
                  <a:lnTo>
                    <a:pt x="289484" y="4021823"/>
                  </a:lnTo>
                  <a:lnTo>
                    <a:pt x="294475" y="4021823"/>
                  </a:lnTo>
                  <a:lnTo>
                    <a:pt x="299466" y="4021823"/>
                  </a:lnTo>
                  <a:lnTo>
                    <a:pt x="299466" y="4004864"/>
                  </a:lnTo>
                  <a:lnTo>
                    <a:pt x="304458" y="4004864"/>
                  </a:lnTo>
                  <a:lnTo>
                    <a:pt x="309449" y="4004864"/>
                  </a:lnTo>
                  <a:lnTo>
                    <a:pt x="309449" y="3971181"/>
                  </a:lnTo>
                  <a:lnTo>
                    <a:pt x="314440" y="3971181"/>
                  </a:lnTo>
                  <a:lnTo>
                    <a:pt x="319431" y="3971181"/>
                  </a:lnTo>
                  <a:lnTo>
                    <a:pt x="324422" y="3971181"/>
                  </a:lnTo>
                  <a:lnTo>
                    <a:pt x="324422" y="3954407"/>
                  </a:lnTo>
                  <a:lnTo>
                    <a:pt x="329413" y="3954407"/>
                  </a:lnTo>
                  <a:lnTo>
                    <a:pt x="334404" y="3954407"/>
                  </a:lnTo>
                  <a:lnTo>
                    <a:pt x="339395" y="3954407"/>
                  </a:lnTo>
                  <a:lnTo>
                    <a:pt x="344386" y="3954407"/>
                  </a:lnTo>
                  <a:lnTo>
                    <a:pt x="344386" y="3937684"/>
                  </a:lnTo>
                  <a:lnTo>
                    <a:pt x="349378" y="3937684"/>
                  </a:lnTo>
                  <a:lnTo>
                    <a:pt x="354369" y="3937684"/>
                  </a:lnTo>
                  <a:lnTo>
                    <a:pt x="359360" y="3937684"/>
                  </a:lnTo>
                  <a:lnTo>
                    <a:pt x="364351" y="3937684"/>
                  </a:lnTo>
                  <a:lnTo>
                    <a:pt x="369342" y="3937684"/>
                  </a:lnTo>
                  <a:lnTo>
                    <a:pt x="374333" y="3937684"/>
                  </a:lnTo>
                  <a:lnTo>
                    <a:pt x="379324" y="3937684"/>
                  </a:lnTo>
                  <a:lnTo>
                    <a:pt x="379324" y="3854697"/>
                  </a:lnTo>
                  <a:lnTo>
                    <a:pt x="384315" y="3854697"/>
                  </a:lnTo>
                  <a:lnTo>
                    <a:pt x="389306" y="3854697"/>
                  </a:lnTo>
                  <a:lnTo>
                    <a:pt x="394298" y="3854697"/>
                  </a:lnTo>
                  <a:lnTo>
                    <a:pt x="399289" y="3854697"/>
                  </a:lnTo>
                  <a:lnTo>
                    <a:pt x="404280" y="3854697"/>
                  </a:lnTo>
                  <a:lnTo>
                    <a:pt x="409271" y="3854697"/>
                  </a:lnTo>
                  <a:lnTo>
                    <a:pt x="409271" y="3838222"/>
                  </a:lnTo>
                  <a:lnTo>
                    <a:pt x="414262" y="3838222"/>
                  </a:lnTo>
                  <a:lnTo>
                    <a:pt x="419253" y="3838222"/>
                  </a:lnTo>
                  <a:lnTo>
                    <a:pt x="424244" y="3838222"/>
                  </a:lnTo>
                  <a:lnTo>
                    <a:pt x="429235" y="3838222"/>
                  </a:lnTo>
                  <a:lnTo>
                    <a:pt x="434227" y="3838222"/>
                  </a:lnTo>
                  <a:lnTo>
                    <a:pt x="439218" y="3838222"/>
                  </a:lnTo>
                  <a:lnTo>
                    <a:pt x="444209" y="3838222"/>
                  </a:lnTo>
                  <a:lnTo>
                    <a:pt x="449200" y="3838222"/>
                  </a:lnTo>
                  <a:lnTo>
                    <a:pt x="449200" y="3821774"/>
                  </a:lnTo>
                  <a:lnTo>
                    <a:pt x="454191" y="3821774"/>
                  </a:lnTo>
                  <a:lnTo>
                    <a:pt x="459182" y="3821774"/>
                  </a:lnTo>
                  <a:lnTo>
                    <a:pt x="464173" y="3821774"/>
                  </a:lnTo>
                  <a:lnTo>
                    <a:pt x="464173" y="3805352"/>
                  </a:lnTo>
                  <a:lnTo>
                    <a:pt x="469164" y="3805352"/>
                  </a:lnTo>
                  <a:lnTo>
                    <a:pt x="474155" y="3805352"/>
                  </a:lnTo>
                  <a:lnTo>
                    <a:pt x="479147" y="3805352"/>
                  </a:lnTo>
                  <a:lnTo>
                    <a:pt x="484138" y="3805352"/>
                  </a:lnTo>
                  <a:lnTo>
                    <a:pt x="489129" y="3805352"/>
                  </a:lnTo>
                  <a:lnTo>
                    <a:pt x="494120" y="3805352"/>
                  </a:lnTo>
                  <a:lnTo>
                    <a:pt x="499111" y="3805352"/>
                  </a:lnTo>
                  <a:lnTo>
                    <a:pt x="499111" y="3788934"/>
                  </a:lnTo>
                  <a:lnTo>
                    <a:pt x="504102" y="3788934"/>
                  </a:lnTo>
                  <a:lnTo>
                    <a:pt x="509093" y="3788934"/>
                  </a:lnTo>
                  <a:lnTo>
                    <a:pt x="514084" y="3788934"/>
                  </a:lnTo>
                  <a:lnTo>
                    <a:pt x="514084" y="3772558"/>
                  </a:lnTo>
                  <a:lnTo>
                    <a:pt x="519075" y="3772558"/>
                  </a:lnTo>
                  <a:lnTo>
                    <a:pt x="524067" y="3772558"/>
                  </a:lnTo>
                  <a:lnTo>
                    <a:pt x="529058" y="3772558"/>
                  </a:lnTo>
                  <a:lnTo>
                    <a:pt x="534049" y="3772558"/>
                  </a:lnTo>
                  <a:lnTo>
                    <a:pt x="539040" y="3772558"/>
                  </a:lnTo>
                  <a:lnTo>
                    <a:pt x="544031" y="3772558"/>
                  </a:lnTo>
                  <a:lnTo>
                    <a:pt x="549022" y="3772558"/>
                  </a:lnTo>
                  <a:lnTo>
                    <a:pt x="549022" y="3756191"/>
                  </a:lnTo>
                  <a:lnTo>
                    <a:pt x="554013" y="3756191"/>
                  </a:lnTo>
                  <a:lnTo>
                    <a:pt x="559004" y="3756191"/>
                  </a:lnTo>
                  <a:lnTo>
                    <a:pt x="563996" y="3756191"/>
                  </a:lnTo>
                  <a:lnTo>
                    <a:pt x="568987" y="3756191"/>
                  </a:lnTo>
                  <a:lnTo>
                    <a:pt x="573978" y="3756191"/>
                  </a:lnTo>
                  <a:lnTo>
                    <a:pt x="573978" y="3739841"/>
                  </a:lnTo>
                  <a:lnTo>
                    <a:pt x="578969" y="3739841"/>
                  </a:lnTo>
                  <a:lnTo>
                    <a:pt x="583960" y="3739841"/>
                  </a:lnTo>
                  <a:lnTo>
                    <a:pt x="588951" y="3739841"/>
                  </a:lnTo>
                  <a:lnTo>
                    <a:pt x="588951" y="3723529"/>
                  </a:lnTo>
                  <a:lnTo>
                    <a:pt x="593942" y="3723529"/>
                  </a:lnTo>
                  <a:lnTo>
                    <a:pt x="593942" y="3690966"/>
                  </a:lnTo>
                  <a:lnTo>
                    <a:pt x="598933" y="3690966"/>
                  </a:lnTo>
                  <a:lnTo>
                    <a:pt x="603924" y="3690966"/>
                  </a:lnTo>
                  <a:lnTo>
                    <a:pt x="603924" y="3674713"/>
                  </a:lnTo>
                  <a:lnTo>
                    <a:pt x="608916" y="3674713"/>
                  </a:lnTo>
                  <a:lnTo>
                    <a:pt x="608916" y="3658491"/>
                  </a:lnTo>
                  <a:lnTo>
                    <a:pt x="613907" y="3658491"/>
                  </a:lnTo>
                  <a:lnTo>
                    <a:pt x="618898" y="3658491"/>
                  </a:lnTo>
                  <a:lnTo>
                    <a:pt x="623889" y="3658491"/>
                  </a:lnTo>
                  <a:lnTo>
                    <a:pt x="623889" y="3642259"/>
                  </a:lnTo>
                  <a:lnTo>
                    <a:pt x="628880" y="3642259"/>
                  </a:lnTo>
                  <a:lnTo>
                    <a:pt x="633871" y="3642259"/>
                  </a:lnTo>
                  <a:lnTo>
                    <a:pt x="633871" y="3626036"/>
                  </a:lnTo>
                  <a:lnTo>
                    <a:pt x="638862" y="3626036"/>
                  </a:lnTo>
                  <a:lnTo>
                    <a:pt x="643853" y="3626036"/>
                  </a:lnTo>
                  <a:lnTo>
                    <a:pt x="648844" y="3626036"/>
                  </a:lnTo>
                  <a:lnTo>
                    <a:pt x="653836" y="3626036"/>
                  </a:lnTo>
                  <a:lnTo>
                    <a:pt x="658827" y="3626036"/>
                  </a:lnTo>
                  <a:lnTo>
                    <a:pt x="658827" y="3593633"/>
                  </a:lnTo>
                  <a:lnTo>
                    <a:pt x="663818" y="3593633"/>
                  </a:lnTo>
                  <a:lnTo>
                    <a:pt x="668809" y="3593633"/>
                  </a:lnTo>
                  <a:lnTo>
                    <a:pt x="673800" y="3593633"/>
                  </a:lnTo>
                  <a:lnTo>
                    <a:pt x="678791" y="3593633"/>
                  </a:lnTo>
                  <a:lnTo>
                    <a:pt x="683782" y="3593633"/>
                  </a:lnTo>
                  <a:lnTo>
                    <a:pt x="688773" y="3593633"/>
                  </a:lnTo>
                  <a:lnTo>
                    <a:pt x="688773" y="3577440"/>
                  </a:lnTo>
                  <a:lnTo>
                    <a:pt x="693765" y="3577440"/>
                  </a:lnTo>
                  <a:lnTo>
                    <a:pt x="693765" y="3529011"/>
                  </a:lnTo>
                  <a:lnTo>
                    <a:pt x="698756" y="3529011"/>
                  </a:lnTo>
                  <a:lnTo>
                    <a:pt x="703747" y="3529011"/>
                  </a:lnTo>
                  <a:lnTo>
                    <a:pt x="708738" y="3529011"/>
                  </a:lnTo>
                  <a:lnTo>
                    <a:pt x="713729" y="3529011"/>
                  </a:lnTo>
                  <a:lnTo>
                    <a:pt x="718720" y="3529011"/>
                  </a:lnTo>
                  <a:lnTo>
                    <a:pt x="723711" y="3529011"/>
                  </a:lnTo>
                  <a:lnTo>
                    <a:pt x="728702" y="3529011"/>
                  </a:lnTo>
                  <a:lnTo>
                    <a:pt x="728702" y="3512864"/>
                  </a:lnTo>
                  <a:lnTo>
                    <a:pt x="733693" y="3512864"/>
                  </a:lnTo>
                  <a:lnTo>
                    <a:pt x="738685" y="3512864"/>
                  </a:lnTo>
                  <a:lnTo>
                    <a:pt x="743676" y="3512864"/>
                  </a:lnTo>
                  <a:lnTo>
                    <a:pt x="748667" y="3512864"/>
                  </a:lnTo>
                  <a:lnTo>
                    <a:pt x="753658" y="3512864"/>
                  </a:lnTo>
                  <a:lnTo>
                    <a:pt x="758649" y="3512864"/>
                  </a:lnTo>
                  <a:lnTo>
                    <a:pt x="763640" y="3512864"/>
                  </a:lnTo>
                  <a:lnTo>
                    <a:pt x="763640" y="3496709"/>
                  </a:lnTo>
                  <a:lnTo>
                    <a:pt x="768631" y="3496709"/>
                  </a:lnTo>
                  <a:lnTo>
                    <a:pt x="773622" y="3496709"/>
                  </a:lnTo>
                  <a:lnTo>
                    <a:pt x="778613" y="3496709"/>
                  </a:lnTo>
                  <a:lnTo>
                    <a:pt x="783605" y="3496709"/>
                  </a:lnTo>
                  <a:lnTo>
                    <a:pt x="788596" y="3496709"/>
                  </a:lnTo>
                  <a:lnTo>
                    <a:pt x="793587" y="3496709"/>
                  </a:lnTo>
                  <a:lnTo>
                    <a:pt x="798578" y="3496709"/>
                  </a:lnTo>
                  <a:lnTo>
                    <a:pt x="798578" y="3464337"/>
                  </a:lnTo>
                  <a:lnTo>
                    <a:pt x="803569" y="3464337"/>
                  </a:lnTo>
                  <a:lnTo>
                    <a:pt x="803569" y="3448172"/>
                  </a:lnTo>
                  <a:lnTo>
                    <a:pt x="808560" y="3448172"/>
                  </a:lnTo>
                  <a:lnTo>
                    <a:pt x="813551" y="3448172"/>
                  </a:lnTo>
                  <a:lnTo>
                    <a:pt x="818542" y="3448172"/>
                  </a:lnTo>
                  <a:lnTo>
                    <a:pt x="818542" y="3415903"/>
                  </a:lnTo>
                  <a:lnTo>
                    <a:pt x="823533" y="3415903"/>
                  </a:lnTo>
                  <a:lnTo>
                    <a:pt x="828525" y="3415903"/>
                  </a:lnTo>
                  <a:lnTo>
                    <a:pt x="833516" y="3415903"/>
                  </a:lnTo>
                  <a:lnTo>
                    <a:pt x="838507" y="3415903"/>
                  </a:lnTo>
                  <a:lnTo>
                    <a:pt x="843498" y="3415903"/>
                  </a:lnTo>
                  <a:lnTo>
                    <a:pt x="848489" y="3415903"/>
                  </a:lnTo>
                  <a:lnTo>
                    <a:pt x="853480" y="3415903"/>
                  </a:lnTo>
                  <a:lnTo>
                    <a:pt x="853480" y="3399734"/>
                  </a:lnTo>
                  <a:lnTo>
                    <a:pt x="858471" y="3399734"/>
                  </a:lnTo>
                  <a:lnTo>
                    <a:pt x="863462" y="3399734"/>
                  </a:lnTo>
                  <a:lnTo>
                    <a:pt x="868454" y="3399734"/>
                  </a:lnTo>
                  <a:lnTo>
                    <a:pt x="873445" y="3399734"/>
                  </a:lnTo>
                  <a:lnTo>
                    <a:pt x="878436" y="3399734"/>
                  </a:lnTo>
                  <a:lnTo>
                    <a:pt x="883427" y="3399734"/>
                  </a:lnTo>
                  <a:lnTo>
                    <a:pt x="888418" y="3399734"/>
                  </a:lnTo>
                  <a:lnTo>
                    <a:pt x="893409" y="3399734"/>
                  </a:lnTo>
                  <a:lnTo>
                    <a:pt x="898400" y="3399734"/>
                  </a:lnTo>
                  <a:lnTo>
                    <a:pt x="903391" y="3399734"/>
                  </a:lnTo>
                  <a:lnTo>
                    <a:pt x="908382" y="3399734"/>
                  </a:lnTo>
                  <a:lnTo>
                    <a:pt x="913374" y="3399734"/>
                  </a:lnTo>
                  <a:lnTo>
                    <a:pt x="918365" y="3399734"/>
                  </a:lnTo>
                  <a:lnTo>
                    <a:pt x="923356" y="3399734"/>
                  </a:lnTo>
                  <a:lnTo>
                    <a:pt x="928347" y="3399734"/>
                  </a:lnTo>
                  <a:lnTo>
                    <a:pt x="928347" y="3383529"/>
                  </a:lnTo>
                  <a:lnTo>
                    <a:pt x="933338" y="3383529"/>
                  </a:lnTo>
                  <a:lnTo>
                    <a:pt x="938329" y="3383529"/>
                  </a:lnTo>
                  <a:lnTo>
                    <a:pt x="938329" y="3367343"/>
                  </a:lnTo>
                  <a:lnTo>
                    <a:pt x="943320" y="3367343"/>
                  </a:lnTo>
                  <a:lnTo>
                    <a:pt x="948311" y="3367343"/>
                  </a:lnTo>
                  <a:lnTo>
                    <a:pt x="953302" y="3367343"/>
                  </a:lnTo>
                  <a:lnTo>
                    <a:pt x="953302" y="3351164"/>
                  </a:lnTo>
                  <a:lnTo>
                    <a:pt x="958294" y="3351164"/>
                  </a:lnTo>
                  <a:lnTo>
                    <a:pt x="963285" y="3351164"/>
                  </a:lnTo>
                  <a:lnTo>
                    <a:pt x="963285" y="3335003"/>
                  </a:lnTo>
                  <a:lnTo>
                    <a:pt x="968276" y="3335003"/>
                  </a:lnTo>
                  <a:lnTo>
                    <a:pt x="973267" y="3335003"/>
                  </a:lnTo>
                  <a:lnTo>
                    <a:pt x="973267" y="3302665"/>
                  </a:lnTo>
                  <a:lnTo>
                    <a:pt x="978258" y="3302665"/>
                  </a:lnTo>
                  <a:lnTo>
                    <a:pt x="978258" y="3286521"/>
                  </a:lnTo>
                  <a:lnTo>
                    <a:pt x="983249" y="3286521"/>
                  </a:lnTo>
                  <a:lnTo>
                    <a:pt x="988240" y="3286521"/>
                  </a:lnTo>
                  <a:lnTo>
                    <a:pt x="993231" y="3286521"/>
                  </a:lnTo>
                  <a:lnTo>
                    <a:pt x="993231" y="3254237"/>
                  </a:lnTo>
                  <a:lnTo>
                    <a:pt x="998223" y="3254237"/>
                  </a:lnTo>
                  <a:lnTo>
                    <a:pt x="998223" y="3221992"/>
                  </a:lnTo>
                  <a:lnTo>
                    <a:pt x="1003214" y="3221992"/>
                  </a:lnTo>
                  <a:lnTo>
                    <a:pt x="1008205" y="3221992"/>
                  </a:lnTo>
                  <a:lnTo>
                    <a:pt x="1013196" y="3221992"/>
                  </a:lnTo>
                  <a:lnTo>
                    <a:pt x="1013196" y="3189807"/>
                  </a:lnTo>
                  <a:lnTo>
                    <a:pt x="1018187" y="3189807"/>
                  </a:lnTo>
                  <a:lnTo>
                    <a:pt x="1023178" y="3189807"/>
                  </a:lnTo>
                  <a:lnTo>
                    <a:pt x="1028169" y="3189807"/>
                  </a:lnTo>
                  <a:lnTo>
                    <a:pt x="1033160" y="3189807"/>
                  </a:lnTo>
                  <a:lnTo>
                    <a:pt x="1038151" y="3189807"/>
                  </a:lnTo>
                  <a:lnTo>
                    <a:pt x="1038151" y="3173713"/>
                  </a:lnTo>
                  <a:lnTo>
                    <a:pt x="1043143" y="3173713"/>
                  </a:lnTo>
                  <a:lnTo>
                    <a:pt x="1048134" y="3173713"/>
                  </a:lnTo>
                  <a:lnTo>
                    <a:pt x="1053125" y="3173713"/>
                  </a:lnTo>
                  <a:lnTo>
                    <a:pt x="1058116" y="3173713"/>
                  </a:lnTo>
                  <a:lnTo>
                    <a:pt x="1063107" y="3173713"/>
                  </a:lnTo>
                  <a:lnTo>
                    <a:pt x="1068098" y="3173713"/>
                  </a:lnTo>
                  <a:lnTo>
                    <a:pt x="1073089" y="3173713"/>
                  </a:lnTo>
                  <a:lnTo>
                    <a:pt x="1078080" y="3173713"/>
                  </a:lnTo>
                  <a:lnTo>
                    <a:pt x="1083071" y="3173713"/>
                  </a:lnTo>
                  <a:lnTo>
                    <a:pt x="1088063" y="3173713"/>
                  </a:lnTo>
                  <a:lnTo>
                    <a:pt x="1093054" y="3173713"/>
                  </a:lnTo>
                  <a:lnTo>
                    <a:pt x="1093054" y="3157622"/>
                  </a:lnTo>
                  <a:lnTo>
                    <a:pt x="1098045" y="3157622"/>
                  </a:lnTo>
                  <a:lnTo>
                    <a:pt x="1103036" y="3157622"/>
                  </a:lnTo>
                  <a:lnTo>
                    <a:pt x="1103036" y="3141544"/>
                  </a:lnTo>
                  <a:lnTo>
                    <a:pt x="1108027" y="3141544"/>
                  </a:lnTo>
                  <a:lnTo>
                    <a:pt x="1113018" y="3141544"/>
                  </a:lnTo>
                  <a:lnTo>
                    <a:pt x="1118009" y="3141544"/>
                  </a:lnTo>
                  <a:lnTo>
                    <a:pt x="1123000" y="3141544"/>
                  </a:lnTo>
                  <a:lnTo>
                    <a:pt x="1123000" y="3125467"/>
                  </a:lnTo>
                  <a:lnTo>
                    <a:pt x="1127992" y="3125467"/>
                  </a:lnTo>
                  <a:lnTo>
                    <a:pt x="1132983" y="3125467"/>
                  </a:lnTo>
                  <a:lnTo>
                    <a:pt x="1132983" y="3109404"/>
                  </a:lnTo>
                  <a:lnTo>
                    <a:pt x="1137974" y="3109404"/>
                  </a:lnTo>
                  <a:lnTo>
                    <a:pt x="1142965" y="3109404"/>
                  </a:lnTo>
                  <a:lnTo>
                    <a:pt x="1142965" y="3093331"/>
                  </a:lnTo>
                  <a:lnTo>
                    <a:pt x="1147956" y="3093331"/>
                  </a:lnTo>
                  <a:lnTo>
                    <a:pt x="1152947" y="3093331"/>
                  </a:lnTo>
                  <a:lnTo>
                    <a:pt x="1157938" y="3093331"/>
                  </a:lnTo>
                  <a:lnTo>
                    <a:pt x="1162929" y="3093331"/>
                  </a:lnTo>
                  <a:lnTo>
                    <a:pt x="1167920" y="3093331"/>
                  </a:lnTo>
                  <a:lnTo>
                    <a:pt x="1172912" y="3093331"/>
                  </a:lnTo>
                  <a:lnTo>
                    <a:pt x="1172912" y="3077258"/>
                  </a:lnTo>
                  <a:lnTo>
                    <a:pt x="1177903" y="3077258"/>
                  </a:lnTo>
                  <a:lnTo>
                    <a:pt x="1182894" y="3077258"/>
                  </a:lnTo>
                  <a:lnTo>
                    <a:pt x="1182894" y="3061198"/>
                  </a:lnTo>
                  <a:lnTo>
                    <a:pt x="1187885" y="3061198"/>
                  </a:lnTo>
                  <a:lnTo>
                    <a:pt x="1187885" y="3045149"/>
                  </a:lnTo>
                  <a:lnTo>
                    <a:pt x="1192876" y="3045149"/>
                  </a:lnTo>
                  <a:lnTo>
                    <a:pt x="1197867" y="3045149"/>
                  </a:lnTo>
                  <a:lnTo>
                    <a:pt x="1202858" y="3045149"/>
                  </a:lnTo>
                  <a:lnTo>
                    <a:pt x="1207849" y="3045149"/>
                  </a:lnTo>
                  <a:lnTo>
                    <a:pt x="1207849" y="3029101"/>
                  </a:lnTo>
                  <a:lnTo>
                    <a:pt x="1212840" y="3029101"/>
                  </a:lnTo>
                  <a:lnTo>
                    <a:pt x="1217832" y="3029101"/>
                  </a:lnTo>
                  <a:lnTo>
                    <a:pt x="1217832" y="3013053"/>
                  </a:lnTo>
                  <a:lnTo>
                    <a:pt x="1222823" y="3013053"/>
                  </a:lnTo>
                  <a:lnTo>
                    <a:pt x="1222823" y="2997016"/>
                  </a:lnTo>
                  <a:lnTo>
                    <a:pt x="1227814" y="2997016"/>
                  </a:lnTo>
                  <a:lnTo>
                    <a:pt x="1232805" y="2997016"/>
                  </a:lnTo>
                  <a:lnTo>
                    <a:pt x="1237796" y="2997016"/>
                  </a:lnTo>
                  <a:lnTo>
                    <a:pt x="1242787" y="2997016"/>
                  </a:lnTo>
                  <a:lnTo>
                    <a:pt x="1247778" y="2997016"/>
                  </a:lnTo>
                  <a:lnTo>
                    <a:pt x="1252769" y="2997016"/>
                  </a:lnTo>
                  <a:lnTo>
                    <a:pt x="1257761" y="2997016"/>
                  </a:lnTo>
                  <a:lnTo>
                    <a:pt x="1257761" y="2980966"/>
                  </a:lnTo>
                  <a:lnTo>
                    <a:pt x="1262752" y="2980966"/>
                  </a:lnTo>
                  <a:lnTo>
                    <a:pt x="1267743" y="2980966"/>
                  </a:lnTo>
                  <a:lnTo>
                    <a:pt x="1272734" y="2980966"/>
                  </a:lnTo>
                  <a:lnTo>
                    <a:pt x="1277725" y="2980966"/>
                  </a:lnTo>
                  <a:lnTo>
                    <a:pt x="1277725" y="2964928"/>
                  </a:lnTo>
                  <a:lnTo>
                    <a:pt x="1282716" y="2964928"/>
                  </a:lnTo>
                  <a:lnTo>
                    <a:pt x="1282716" y="2948888"/>
                  </a:lnTo>
                  <a:lnTo>
                    <a:pt x="1287707" y="2948888"/>
                  </a:lnTo>
                  <a:lnTo>
                    <a:pt x="1287707" y="2932847"/>
                  </a:lnTo>
                  <a:lnTo>
                    <a:pt x="1292698" y="2932847"/>
                  </a:lnTo>
                  <a:lnTo>
                    <a:pt x="1297689" y="2932847"/>
                  </a:lnTo>
                  <a:lnTo>
                    <a:pt x="1302681" y="2932847"/>
                  </a:lnTo>
                  <a:lnTo>
                    <a:pt x="1307672" y="2932847"/>
                  </a:lnTo>
                  <a:lnTo>
                    <a:pt x="1312663" y="2932847"/>
                  </a:lnTo>
                  <a:lnTo>
                    <a:pt x="1317654" y="2932847"/>
                  </a:lnTo>
                  <a:lnTo>
                    <a:pt x="1322645" y="2932847"/>
                  </a:lnTo>
                  <a:lnTo>
                    <a:pt x="1327636" y="2932847"/>
                  </a:lnTo>
                  <a:lnTo>
                    <a:pt x="1332627" y="2932847"/>
                  </a:lnTo>
                  <a:lnTo>
                    <a:pt x="1337618" y="2932847"/>
                  </a:lnTo>
                  <a:lnTo>
                    <a:pt x="1342609" y="2932847"/>
                  </a:lnTo>
                  <a:lnTo>
                    <a:pt x="1347601" y="2932847"/>
                  </a:lnTo>
                  <a:lnTo>
                    <a:pt x="1352592" y="2932847"/>
                  </a:lnTo>
                  <a:lnTo>
                    <a:pt x="1352592" y="2916743"/>
                  </a:lnTo>
                  <a:lnTo>
                    <a:pt x="1357583" y="2916743"/>
                  </a:lnTo>
                  <a:lnTo>
                    <a:pt x="1362574" y="2916743"/>
                  </a:lnTo>
                  <a:lnTo>
                    <a:pt x="1367565" y="2916743"/>
                  </a:lnTo>
                  <a:lnTo>
                    <a:pt x="1372556" y="2916743"/>
                  </a:lnTo>
                  <a:lnTo>
                    <a:pt x="1377547" y="2916743"/>
                  </a:lnTo>
                  <a:lnTo>
                    <a:pt x="1382538" y="2916743"/>
                  </a:lnTo>
                  <a:lnTo>
                    <a:pt x="1387530" y="2916743"/>
                  </a:lnTo>
                  <a:lnTo>
                    <a:pt x="1392521" y="2916743"/>
                  </a:lnTo>
                  <a:lnTo>
                    <a:pt x="1392521" y="2900623"/>
                  </a:lnTo>
                  <a:lnTo>
                    <a:pt x="1397512" y="2900623"/>
                  </a:lnTo>
                  <a:lnTo>
                    <a:pt x="1402503" y="2900623"/>
                  </a:lnTo>
                  <a:lnTo>
                    <a:pt x="1407494" y="2900623"/>
                  </a:lnTo>
                  <a:lnTo>
                    <a:pt x="1407494" y="2884489"/>
                  </a:lnTo>
                  <a:lnTo>
                    <a:pt x="1412485" y="2884489"/>
                  </a:lnTo>
                  <a:lnTo>
                    <a:pt x="1417476" y="2884489"/>
                  </a:lnTo>
                  <a:lnTo>
                    <a:pt x="1417476" y="2868366"/>
                  </a:lnTo>
                  <a:lnTo>
                    <a:pt x="1422467" y="2868366"/>
                  </a:lnTo>
                  <a:lnTo>
                    <a:pt x="1427458" y="2868366"/>
                  </a:lnTo>
                  <a:lnTo>
                    <a:pt x="1427458" y="2836123"/>
                  </a:lnTo>
                  <a:lnTo>
                    <a:pt x="1432450" y="2836123"/>
                  </a:lnTo>
                  <a:lnTo>
                    <a:pt x="1432450" y="2820017"/>
                  </a:lnTo>
                  <a:lnTo>
                    <a:pt x="1437441" y="2820017"/>
                  </a:lnTo>
                  <a:lnTo>
                    <a:pt x="1442432" y="2820017"/>
                  </a:lnTo>
                  <a:lnTo>
                    <a:pt x="1447423" y="2820017"/>
                  </a:lnTo>
                  <a:lnTo>
                    <a:pt x="1447423" y="2803920"/>
                  </a:lnTo>
                  <a:lnTo>
                    <a:pt x="1452414" y="2803920"/>
                  </a:lnTo>
                  <a:lnTo>
                    <a:pt x="1457405" y="2803920"/>
                  </a:lnTo>
                  <a:lnTo>
                    <a:pt x="1462396" y="2803920"/>
                  </a:lnTo>
                  <a:lnTo>
                    <a:pt x="1467387" y="2803920"/>
                  </a:lnTo>
                  <a:lnTo>
                    <a:pt x="1472378" y="2803920"/>
                  </a:lnTo>
                  <a:lnTo>
                    <a:pt x="1477370" y="2803920"/>
                  </a:lnTo>
                  <a:lnTo>
                    <a:pt x="1482361" y="2803920"/>
                  </a:lnTo>
                  <a:lnTo>
                    <a:pt x="1487352" y="2803920"/>
                  </a:lnTo>
                  <a:lnTo>
                    <a:pt x="1492343" y="2803920"/>
                  </a:lnTo>
                  <a:lnTo>
                    <a:pt x="1497334" y="2803920"/>
                  </a:lnTo>
                  <a:lnTo>
                    <a:pt x="1502325" y="2803920"/>
                  </a:lnTo>
                  <a:lnTo>
                    <a:pt x="1507316" y="2803920"/>
                  </a:lnTo>
                  <a:lnTo>
                    <a:pt x="1512307" y="2803920"/>
                  </a:lnTo>
                  <a:lnTo>
                    <a:pt x="1517299" y="2803920"/>
                  </a:lnTo>
                  <a:lnTo>
                    <a:pt x="1522290" y="2803920"/>
                  </a:lnTo>
                  <a:lnTo>
                    <a:pt x="1527281" y="2803920"/>
                  </a:lnTo>
                  <a:lnTo>
                    <a:pt x="1532272" y="2803920"/>
                  </a:lnTo>
                  <a:lnTo>
                    <a:pt x="1532272" y="2755569"/>
                  </a:lnTo>
                  <a:lnTo>
                    <a:pt x="1537263" y="2755569"/>
                  </a:lnTo>
                  <a:lnTo>
                    <a:pt x="1542254" y="2755569"/>
                  </a:lnTo>
                  <a:lnTo>
                    <a:pt x="1547245" y="2755569"/>
                  </a:lnTo>
                  <a:lnTo>
                    <a:pt x="1552236" y="2755569"/>
                  </a:lnTo>
                  <a:lnTo>
                    <a:pt x="1557227" y="2755569"/>
                  </a:lnTo>
                  <a:lnTo>
                    <a:pt x="1562219" y="2755569"/>
                  </a:lnTo>
                  <a:lnTo>
                    <a:pt x="1562219" y="2739471"/>
                  </a:lnTo>
                  <a:lnTo>
                    <a:pt x="1567210" y="2739471"/>
                  </a:lnTo>
                  <a:lnTo>
                    <a:pt x="1572201" y="2739471"/>
                  </a:lnTo>
                  <a:lnTo>
                    <a:pt x="1577192" y="2739471"/>
                  </a:lnTo>
                  <a:lnTo>
                    <a:pt x="1577192" y="2723368"/>
                  </a:lnTo>
                  <a:lnTo>
                    <a:pt x="1582183" y="2723368"/>
                  </a:lnTo>
                  <a:lnTo>
                    <a:pt x="1587174" y="2723368"/>
                  </a:lnTo>
                  <a:lnTo>
                    <a:pt x="1592165" y="2723368"/>
                  </a:lnTo>
                  <a:lnTo>
                    <a:pt x="1597156" y="2723368"/>
                  </a:lnTo>
                  <a:lnTo>
                    <a:pt x="1602147" y="2723368"/>
                  </a:lnTo>
                  <a:lnTo>
                    <a:pt x="1607139" y="2723368"/>
                  </a:lnTo>
                  <a:lnTo>
                    <a:pt x="1612130" y="2723368"/>
                  </a:lnTo>
                  <a:lnTo>
                    <a:pt x="1617121" y="2723368"/>
                  </a:lnTo>
                  <a:lnTo>
                    <a:pt x="1622112" y="2723368"/>
                  </a:lnTo>
                  <a:lnTo>
                    <a:pt x="1627103" y="2723368"/>
                  </a:lnTo>
                  <a:lnTo>
                    <a:pt x="1632094" y="2723368"/>
                  </a:lnTo>
                  <a:lnTo>
                    <a:pt x="1637085" y="2723368"/>
                  </a:lnTo>
                  <a:lnTo>
                    <a:pt x="1642076" y="2723368"/>
                  </a:lnTo>
                  <a:lnTo>
                    <a:pt x="1642076" y="2707233"/>
                  </a:lnTo>
                  <a:lnTo>
                    <a:pt x="1647067" y="2707233"/>
                  </a:lnTo>
                  <a:lnTo>
                    <a:pt x="1652059" y="2707233"/>
                  </a:lnTo>
                  <a:lnTo>
                    <a:pt x="1657050" y="2707233"/>
                  </a:lnTo>
                  <a:lnTo>
                    <a:pt x="1662041" y="2707233"/>
                  </a:lnTo>
                  <a:lnTo>
                    <a:pt x="1667032" y="2707233"/>
                  </a:lnTo>
                  <a:lnTo>
                    <a:pt x="1672023" y="2707233"/>
                  </a:lnTo>
                  <a:lnTo>
                    <a:pt x="1672023" y="2691107"/>
                  </a:lnTo>
                  <a:lnTo>
                    <a:pt x="1677014" y="2691107"/>
                  </a:lnTo>
                  <a:lnTo>
                    <a:pt x="1677014" y="2674990"/>
                  </a:lnTo>
                  <a:lnTo>
                    <a:pt x="1682005" y="2674990"/>
                  </a:lnTo>
                  <a:lnTo>
                    <a:pt x="1686996" y="2674990"/>
                  </a:lnTo>
                  <a:lnTo>
                    <a:pt x="1686996" y="2658882"/>
                  </a:lnTo>
                  <a:lnTo>
                    <a:pt x="1691988" y="2658882"/>
                  </a:lnTo>
                  <a:lnTo>
                    <a:pt x="1696979" y="2658882"/>
                  </a:lnTo>
                  <a:lnTo>
                    <a:pt x="1701970" y="2658882"/>
                  </a:lnTo>
                  <a:lnTo>
                    <a:pt x="1706961" y="2658882"/>
                  </a:lnTo>
                  <a:lnTo>
                    <a:pt x="1711952" y="2658882"/>
                  </a:lnTo>
                  <a:lnTo>
                    <a:pt x="1716943" y="2658882"/>
                  </a:lnTo>
                  <a:lnTo>
                    <a:pt x="1716943" y="2642782"/>
                  </a:lnTo>
                  <a:lnTo>
                    <a:pt x="1721934" y="2642782"/>
                  </a:lnTo>
                  <a:lnTo>
                    <a:pt x="1726925" y="2642782"/>
                  </a:lnTo>
                  <a:lnTo>
                    <a:pt x="1731916" y="2642782"/>
                  </a:lnTo>
                  <a:lnTo>
                    <a:pt x="1736908" y="2642782"/>
                  </a:lnTo>
                  <a:lnTo>
                    <a:pt x="1741899" y="2642782"/>
                  </a:lnTo>
                  <a:lnTo>
                    <a:pt x="1741899" y="2626662"/>
                  </a:lnTo>
                  <a:lnTo>
                    <a:pt x="1746890" y="2626662"/>
                  </a:lnTo>
                  <a:lnTo>
                    <a:pt x="1751881" y="2626662"/>
                  </a:lnTo>
                  <a:lnTo>
                    <a:pt x="1756872" y="2626662"/>
                  </a:lnTo>
                  <a:lnTo>
                    <a:pt x="1761863" y="2626662"/>
                  </a:lnTo>
                  <a:lnTo>
                    <a:pt x="1766854" y="2626662"/>
                  </a:lnTo>
                  <a:lnTo>
                    <a:pt x="1771845" y="2626662"/>
                  </a:lnTo>
                  <a:lnTo>
                    <a:pt x="1771845" y="2610523"/>
                  </a:lnTo>
                  <a:lnTo>
                    <a:pt x="1776836" y="2610523"/>
                  </a:lnTo>
                  <a:lnTo>
                    <a:pt x="1781828" y="2610523"/>
                  </a:lnTo>
                  <a:lnTo>
                    <a:pt x="1786819" y="2610523"/>
                  </a:lnTo>
                  <a:lnTo>
                    <a:pt x="1791810" y="2610523"/>
                  </a:lnTo>
                  <a:lnTo>
                    <a:pt x="1796801" y="2610523"/>
                  </a:lnTo>
                  <a:lnTo>
                    <a:pt x="1801792" y="2610523"/>
                  </a:lnTo>
                  <a:lnTo>
                    <a:pt x="1806783" y="2610523"/>
                  </a:lnTo>
                  <a:lnTo>
                    <a:pt x="1811774" y="2610523"/>
                  </a:lnTo>
                  <a:lnTo>
                    <a:pt x="1816765" y="2610523"/>
                  </a:lnTo>
                  <a:lnTo>
                    <a:pt x="1821757" y="2610523"/>
                  </a:lnTo>
                  <a:lnTo>
                    <a:pt x="1826748" y="2610523"/>
                  </a:lnTo>
                  <a:lnTo>
                    <a:pt x="1831739" y="2610523"/>
                  </a:lnTo>
                  <a:lnTo>
                    <a:pt x="1836730" y="2610523"/>
                  </a:lnTo>
                  <a:lnTo>
                    <a:pt x="1841721" y="2610523"/>
                  </a:lnTo>
                  <a:lnTo>
                    <a:pt x="1846712" y="2610523"/>
                  </a:lnTo>
                  <a:lnTo>
                    <a:pt x="1851703" y="2610523"/>
                  </a:lnTo>
                  <a:lnTo>
                    <a:pt x="1856694" y="2610523"/>
                  </a:lnTo>
                  <a:lnTo>
                    <a:pt x="1861685" y="2610523"/>
                  </a:lnTo>
                  <a:lnTo>
                    <a:pt x="1861685" y="2594319"/>
                  </a:lnTo>
                  <a:lnTo>
                    <a:pt x="1866677" y="2594319"/>
                  </a:lnTo>
                  <a:lnTo>
                    <a:pt x="1871668" y="2594319"/>
                  </a:lnTo>
                  <a:lnTo>
                    <a:pt x="1871668" y="2561936"/>
                  </a:lnTo>
                  <a:lnTo>
                    <a:pt x="1876659" y="2561936"/>
                  </a:lnTo>
                  <a:lnTo>
                    <a:pt x="1881650" y="2561936"/>
                  </a:lnTo>
                  <a:lnTo>
                    <a:pt x="1886641" y="2561936"/>
                  </a:lnTo>
                  <a:lnTo>
                    <a:pt x="1886641" y="2545756"/>
                  </a:lnTo>
                  <a:lnTo>
                    <a:pt x="1891632" y="2545756"/>
                  </a:lnTo>
                  <a:lnTo>
                    <a:pt x="1896623" y="2545756"/>
                  </a:lnTo>
                  <a:lnTo>
                    <a:pt x="1901614" y="2545756"/>
                  </a:lnTo>
                  <a:lnTo>
                    <a:pt x="1906605" y="2545756"/>
                  </a:lnTo>
                  <a:lnTo>
                    <a:pt x="1911597" y="2545756"/>
                  </a:lnTo>
                  <a:lnTo>
                    <a:pt x="1916588" y="2545756"/>
                  </a:lnTo>
                  <a:lnTo>
                    <a:pt x="1916588" y="2529570"/>
                  </a:lnTo>
                  <a:lnTo>
                    <a:pt x="1921579" y="2529570"/>
                  </a:lnTo>
                  <a:lnTo>
                    <a:pt x="1926570" y="2529570"/>
                  </a:lnTo>
                  <a:lnTo>
                    <a:pt x="1931561" y="2529570"/>
                  </a:lnTo>
                  <a:lnTo>
                    <a:pt x="1931561" y="2513391"/>
                  </a:lnTo>
                  <a:lnTo>
                    <a:pt x="1936552" y="2513391"/>
                  </a:lnTo>
                  <a:lnTo>
                    <a:pt x="1941543" y="2513391"/>
                  </a:lnTo>
                  <a:lnTo>
                    <a:pt x="1946534" y="2513391"/>
                  </a:lnTo>
                  <a:lnTo>
                    <a:pt x="1946534" y="2497205"/>
                  </a:lnTo>
                  <a:lnTo>
                    <a:pt x="1951526" y="2497205"/>
                  </a:lnTo>
                  <a:lnTo>
                    <a:pt x="1956517" y="2497205"/>
                  </a:lnTo>
                  <a:lnTo>
                    <a:pt x="1956517" y="2481012"/>
                  </a:lnTo>
                  <a:lnTo>
                    <a:pt x="1961508" y="2481012"/>
                  </a:lnTo>
                  <a:lnTo>
                    <a:pt x="1961508" y="2464826"/>
                  </a:lnTo>
                  <a:lnTo>
                    <a:pt x="1966499" y="2464826"/>
                  </a:lnTo>
                  <a:lnTo>
                    <a:pt x="1971490" y="2464826"/>
                  </a:lnTo>
                  <a:lnTo>
                    <a:pt x="1976481" y="2464826"/>
                  </a:lnTo>
                  <a:lnTo>
                    <a:pt x="1981472" y="2464826"/>
                  </a:lnTo>
                  <a:lnTo>
                    <a:pt x="1986463" y="2464826"/>
                  </a:lnTo>
                  <a:lnTo>
                    <a:pt x="1991454" y="2464826"/>
                  </a:lnTo>
                  <a:lnTo>
                    <a:pt x="1996446" y="2464826"/>
                  </a:lnTo>
                  <a:lnTo>
                    <a:pt x="2001437" y="2464826"/>
                  </a:lnTo>
                  <a:lnTo>
                    <a:pt x="2006428" y="2464826"/>
                  </a:lnTo>
                  <a:lnTo>
                    <a:pt x="2011419" y="2464826"/>
                  </a:lnTo>
                  <a:lnTo>
                    <a:pt x="2016410" y="2464826"/>
                  </a:lnTo>
                  <a:lnTo>
                    <a:pt x="2021401" y="2464826"/>
                  </a:lnTo>
                  <a:lnTo>
                    <a:pt x="2021401" y="2448617"/>
                  </a:lnTo>
                  <a:lnTo>
                    <a:pt x="2026392" y="2448617"/>
                  </a:lnTo>
                  <a:lnTo>
                    <a:pt x="2026392" y="2416222"/>
                  </a:lnTo>
                  <a:lnTo>
                    <a:pt x="2031383" y="2416222"/>
                  </a:lnTo>
                  <a:lnTo>
                    <a:pt x="2036374" y="2416222"/>
                  </a:lnTo>
                  <a:lnTo>
                    <a:pt x="2041366" y="2416222"/>
                  </a:lnTo>
                  <a:lnTo>
                    <a:pt x="2046357" y="2416222"/>
                  </a:lnTo>
                  <a:lnTo>
                    <a:pt x="2051348" y="2416222"/>
                  </a:lnTo>
                  <a:lnTo>
                    <a:pt x="2056339" y="2416222"/>
                  </a:lnTo>
                  <a:lnTo>
                    <a:pt x="2056339" y="2400034"/>
                  </a:lnTo>
                  <a:lnTo>
                    <a:pt x="2061330" y="2400034"/>
                  </a:lnTo>
                  <a:lnTo>
                    <a:pt x="2066321" y="2400034"/>
                  </a:lnTo>
                  <a:lnTo>
                    <a:pt x="2071312" y="2400034"/>
                  </a:lnTo>
                  <a:lnTo>
                    <a:pt x="2076303" y="2400034"/>
                  </a:lnTo>
                  <a:lnTo>
                    <a:pt x="2076303" y="2383854"/>
                  </a:lnTo>
                  <a:lnTo>
                    <a:pt x="2081295" y="2383854"/>
                  </a:lnTo>
                  <a:lnTo>
                    <a:pt x="2086286" y="2383854"/>
                  </a:lnTo>
                  <a:lnTo>
                    <a:pt x="2091277" y="2383854"/>
                  </a:lnTo>
                  <a:lnTo>
                    <a:pt x="2096268" y="2383854"/>
                  </a:lnTo>
                  <a:lnTo>
                    <a:pt x="2101259" y="2383854"/>
                  </a:lnTo>
                  <a:lnTo>
                    <a:pt x="2106250" y="2383854"/>
                  </a:lnTo>
                  <a:lnTo>
                    <a:pt x="2111241" y="2383854"/>
                  </a:lnTo>
                  <a:lnTo>
                    <a:pt x="2111241" y="2367666"/>
                  </a:lnTo>
                  <a:lnTo>
                    <a:pt x="2116232" y="2367666"/>
                  </a:lnTo>
                  <a:lnTo>
                    <a:pt x="2121223" y="2367666"/>
                  </a:lnTo>
                  <a:lnTo>
                    <a:pt x="2126215" y="2367666"/>
                  </a:lnTo>
                  <a:lnTo>
                    <a:pt x="2126215" y="2351484"/>
                  </a:lnTo>
                  <a:lnTo>
                    <a:pt x="2131206" y="2351484"/>
                  </a:lnTo>
                  <a:lnTo>
                    <a:pt x="2131206" y="2335310"/>
                  </a:lnTo>
                  <a:lnTo>
                    <a:pt x="2136197" y="2335310"/>
                  </a:lnTo>
                  <a:lnTo>
                    <a:pt x="2141188" y="2335310"/>
                  </a:lnTo>
                  <a:lnTo>
                    <a:pt x="2146179" y="2335310"/>
                  </a:lnTo>
                  <a:lnTo>
                    <a:pt x="2151170" y="2335310"/>
                  </a:lnTo>
                  <a:lnTo>
                    <a:pt x="2151170" y="2302980"/>
                  </a:lnTo>
                  <a:lnTo>
                    <a:pt x="2156161" y="2302980"/>
                  </a:lnTo>
                  <a:lnTo>
                    <a:pt x="2161152" y="2302980"/>
                  </a:lnTo>
                  <a:lnTo>
                    <a:pt x="2166143" y="2302980"/>
                  </a:lnTo>
                  <a:lnTo>
                    <a:pt x="2171135" y="2302980"/>
                  </a:lnTo>
                  <a:lnTo>
                    <a:pt x="2176126" y="2302980"/>
                  </a:lnTo>
                  <a:lnTo>
                    <a:pt x="2181117" y="2302980"/>
                  </a:lnTo>
                  <a:lnTo>
                    <a:pt x="2186108" y="2302980"/>
                  </a:lnTo>
                  <a:lnTo>
                    <a:pt x="2191099" y="2302980"/>
                  </a:lnTo>
                  <a:lnTo>
                    <a:pt x="2196090" y="2302980"/>
                  </a:lnTo>
                  <a:lnTo>
                    <a:pt x="2201081" y="2302980"/>
                  </a:lnTo>
                  <a:lnTo>
                    <a:pt x="2206072" y="2302980"/>
                  </a:lnTo>
                  <a:lnTo>
                    <a:pt x="2206072" y="2286777"/>
                  </a:lnTo>
                  <a:lnTo>
                    <a:pt x="2211064" y="2286777"/>
                  </a:lnTo>
                  <a:lnTo>
                    <a:pt x="2216055" y="2286777"/>
                  </a:lnTo>
                  <a:lnTo>
                    <a:pt x="2221046" y="2286777"/>
                  </a:lnTo>
                  <a:lnTo>
                    <a:pt x="2226037" y="2286777"/>
                  </a:lnTo>
                  <a:lnTo>
                    <a:pt x="2226037" y="2270565"/>
                  </a:lnTo>
                  <a:lnTo>
                    <a:pt x="2231028" y="2270565"/>
                  </a:lnTo>
                  <a:lnTo>
                    <a:pt x="2236019" y="2270565"/>
                  </a:lnTo>
                  <a:lnTo>
                    <a:pt x="2241010" y="2270565"/>
                  </a:lnTo>
                  <a:lnTo>
                    <a:pt x="2246001" y="2270565"/>
                  </a:lnTo>
                  <a:lnTo>
                    <a:pt x="2250992" y="2270565"/>
                  </a:lnTo>
                  <a:lnTo>
                    <a:pt x="2255984" y="2270565"/>
                  </a:lnTo>
                  <a:lnTo>
                    <a:pt x="2260975" y="2270565"/>
                  </a:lnTo>
                  <a:lnTo>
                    <a:pt x="2265966" y="2270565"/>
                  </a:lnTo>
                  <a:lnTo>
                    <a:pt x="2265966" y="2254344"/>
                  </a:lnTo>
                  <a:lnTo>
                    <a:pt x="2270957" y="2254344"/>
                  </a:lnTo>
                  <a:lnTo>
                    <a:pt x="2275948" y="2254344"/>
                  </a:lnTo>
                  <a:lnTo>
                    <a:pt x="2280939" y="2254344"/>
                  </a:lnTo>
                  <a:lnTo>
                    <a:pt x="2285930" y="2254344"/>
                  </a:lnTo>
                  <a:lnTo>
                    <a:pt x="2290921" y="2254344"/>
                  </a:lnTo>
                  <a:lnTo>
                    <a:pt x="2295912" y="2254344"/>
                  </a:lnTo>
                  <a:lnTo>
                    <a:pt x="2300904" y="2254344"/>
                  </a:lnTo>
                  <a:lnTo>
                    <a:pt x="2300904" y="2221887"/>
                  </a:lnTo>
                  <a:lnTo>
                    <a:pt x="2305895" y="2221887"/>
                  </a:lnTo>
                  <a:lnTo>
                    <a:pt x="2305895" y="2205652"/>
                  </a:lnTo>
                  <a:lnTo>
                    <a:pt x="2310886" y="2205652"/>
                  </a:lnTo>
                  <a:lnTo>
                    <a:pt x="2315877" y="2205652"/>
                  </a:lnTo>
                  <a:lnTo>
                    <a:pt x="2320868" y="2205652"/>
                  </a:lnTo>
                  <a:lnTo>
                    <a:pt x="2325859" y="2205652"/>
                  </a:lnTo>
                  <a:lnTo>
                    <a:pt x="2330850" y="2205652"/>
                  </a:lnTo>
                  <a:lnTo>
                    <a:pt x="2335841" y="2205652"/>
                  </a:lnTo>
                  <a:lnTo>
                    <a:pt x="2335841" y="2189424"/>
                  </a:lnTo>
                  <a:lnTo>
                    <a:pt x="2340833" y="2189424"/>
                  </a:lnTo>
                  <a:lnTo>
                    <a:pt x="2345824" y="2189424"/>
                  </a:lnTo>
                  <a:lnTo>
                    <a:pt x="2350815" y="2189424"/>
                  </a:lnTo>
                  <a:lnTo>
                    <a:pt x="2355806" y="2189424"/>
                  </a:lnTo>
                  <a:lnTo>
                    <a:pt x="2360797" y="2189424"/>
                  </a:lnTo>
                  <a:lnTo>
                    <a:pt x="2365788" y="2189424"/>
                  </a:lnTo>
                  <a:lnTo>
                    <a:pt x="2365788" y="2173168"/>
                  </a:lnTo>
                  <a:lnTo>
                    <a:pt x="2370779" y="2173168"/>
                  </a:lnTo>
                  <a:lnTo>
                    <a:pt x="2370779" y="2156919"/>
                  </a:lnTo>
                  <a:lnTo>
                    <a:pt x="2375770" y="2156919"/>
                  </a:lnTo>
                  <a:lnTo>
                    <a:pt x="2380761" y="2156919"/>
                  </a:lnTo>
                  <a:lnTo>
                    <a:pt x="2385753" y="2156919"/>
                  </a:lnTo>
                  <a:lnTo>
                    <a:pt x="2390744" y="2156919"/>
                  </a:lnTo>
                  <a:lnTo>
                    <a:pt x="2395735" y="2156919"/>
                  </a:lnTo>
                  <a:lnTo>
                    <a:pt x="2400726" y="2156919"/>
                  </a:lnTo>
                  <a:lnTo>
                    <a:pt x="2405717" y="2156919"/>
                  </a:lnTo>
                  <a:lnTo>
                    <a:pt x="2405717" y="2140659"/>
                  </a:lnTo>
                  <a:lnTo>
                    <a:pt x="2410708" y="2140659"/>
                  </a:lnTo>
                  <a:lnTo>
                    <a:pt x="2415699" y="2140659"/>
                  </a:lnTo>
                  <a:lnTo>
                    <a:pt x="2420690" y="2140659"/>
                  </a:lnTo>
                  <a:lnTo>
                    <a:pt x="2425681" y="2140659"/>
                  </a:lnTo>
                  <a:lnTo>
                    <a:pt x="2425681" y="2124405"/>
                  </a:lnTo>
                  <a:lnTo>
                    <a:pt x="2430673" y="2124405"/>
                  </a:lnTo>
                  <a:lnTo>
                    <a:pt x="2435664" y="2124405"/>
                  </a:lnTo>
                  <a:lnTo>
                    <a:pt x="2440655" y="2124405"/>
                  </a:lnTo>
                  <a:lnTo>
                    <a:pt x="2445646" y="2124405"/>
                  </a:lnTo>
                  <a:lnTo>
                    <a:pt x="2450637" y="2124405"/>
                  </a:lnTo>
                  <a:lnTo>
                    <a:pt x="2455628" y="2124405"/>
                  </a:lnTo>
                  <a:lnTo>
                    <a:pt x="2460619" y="2124405"/>
                  </a:lnTo>
                  <a:lnTo>
                    <a:pt x="2460619" y="2108106"/>
                  </a:lnTo>
                  <a:lnTo>
                    <a:pt x="2465610" y="2108106"/>
                  </a:lnTo>
                  <a:lnTo>
                    <a:pt x="2470601" y="2108106"/>
                  </a:lnTo>
                  <a:lnTo>
                    <a:pt x="2475593" y="2108106"/>
                  </a:lnTo>
                  <a:lnTo>
                    <a:pt x="2480584" y="2108106"/>
                  </a:lnTo>
                  <a:lnTo>
                    <a:pt x="2485575" y="2108106"/>
                  </a:lnTo>
                  <a:lnTo>
                    <a:pt x="2490566" y="2108106"/>
                  </a:lnTo>
                  <a:lnTo>
                    <a:pt x="2495557" y="2108106"/>
                  </a:lnTo>
                  <a:lnTo>
                    <a:pt x="2500548" y="2108106"/>
                  </a:lnTo>
                  <a:lnTo>
                    <a:pt x="2505539" y="2108106"/>
                  </a:lnTo>
                  <a:lnTo>
                    <a:pt x="2505539" y="2091778"/>
                  </a:lnTo>
                  <a:lnTo>
                    <a:pt x="2510530" y="2091778"/>
                  </a:lnTo>
                  <a:lnTo>
                    <a:pt x="2515522" y="2091778"/>
                  </a:lnTo>
                  <a:lnTo>
                    <a:pt x="2515522" y="2075457"/>
                  </a:lnTo>
                  <a:lnTo>
                    <a:pt x="2520513" y="2075457"/>
                  </a:lnTo>
                  <a:lnTo>
                    <a:pt x="2525504" y="2075457"/>
                  </a:lnTo>
                  <a:lnTo>
                    <a:pt x="2530495" y="2075457"/>
                  </a:lnTo>
                  <a:lnTo>
                    <a:pt x="2535486" y="2075457"/>
                  </a:lnTo>
                  <a:lnTo>
                    <a:pt x="2540477" y="2075457"/>
                  </a:lnTo>
                  <a:lnTo>
                    <a:pt x="2545468" y="2075457"/>
                  </a:lnTo>
                  <a:lnTo>
                    <a:pt x="2545468" y="2059123"/>
                  </a:lnTo>
                  <a:lnTo>
                    <a:pt x="2550459" y="2059123"/>
                  </a:lnTo>
                  <a:lnTo>
                    <a:pt x="2555450" y="2059123"/>
                  </a:lnTo>
                  <a:lnTo>
                    <a:pt x="2560442" y="2059123"/>
                  </a:lnTo>
                  <a:lnTo>
                    <a:pt x="2565433" y="2059123"/>
                  </a:lnTo>
                  <a:lnTo>
                    <a:pt x="2570424" y="2059123"/>
                  </a:lnTo>
                  <a:lnTo>
                    <a:pt x="2575415" y="2059123"/>
                  </a:lnTo>
                  <a:lnTo>
                    <a:pt x="2575415" y="2042743"/>
                  </a:lnTo>
                  <a:lnTo>
                    <a:pt x="2580406" y="2042743"/>
                  </a:lnTo>
                  <a:lnTo>
                    <a:pt x="2585397" y="2042743"/>
                  </a:lnTo>
                  <a:lnTo>
                    <a:pt x="2590388" y="2042743"/>
                  </a:lnTo>
                  <a:lnTo>
                    <a:pt x="2595379" y="2042743"/>
                  </a:lnTo>
                  <a:lnTo>
                    <a:pt x="2600370" y="2042743"/>
                  </a:lnTo>
                  <a:lnTo>
                    <a:pt x="2605362" y="2042743"/>
                  </a:lnTo>
                  <a:lnTo>
                    <a:pt x="2610353" y="2042743"/>
                  </a:lnTo>
                  <a:lnTo>
                    <a:pt x="2615344" y="2042743"/>
                  </a:lnTo>
                  <a:lnTo>
                    <a:pt x="2620335" y="2042743"/>
                  </a:lnTo>
                  <a:lnTo>
                    <a:pt x="2625326" y="2042743"/>
                  </a:lnTo>
                  <a:lnTo>
                    <a:pt x="2630317" y="2042743"/>
                  </a:lnTo>
                  <a:lnTo>
                    <a:pt x="2630317" y="2026314"/>
                  </a:lnTo>
                  <a:lnTo>
                    <a:pt x="2635308" y="2026314"/>
                  </a:lnTo>
                  <a:lnTo>
                    <a:pt x="2640299" y="2026314"/>
                  </a:lnTo>
                  <a:lnTo>
                    <a:pt x="2645291" y="2026314"/>
                  </a:lnTo>
                  <a:lnTo>
                    <a:pt x="2650282" y="2026314"/>
                  </a:lnTo>
                  <a:lnTo>
                    <a:pt x="2655273" y="2026314"/>
                  </a:lnTo>
                  <a:lnTo>
                    <a:pt x="2660264" y="2026314"/>
                  </a:lnTo>
                  <a:lnTo>
                    <a:pt x="2665255" y="2026314"/>
                  </a:lnTo>
                  <a:lnTo>
                    <a:pt x="2670246" y="2026314"/>
                  </a:lnTo>
                  <a:lnTo>
                    <a:pt x="2675237" y="2026314"/>
                  </a:lnTo>
                  <a:lnTo>
                    <a:pt x="2680228" y="2026314"/>
                  </a:lnTo>
                  <a:lnTo>
                    <a:pt x="2685219" y="2026314"/>
                  </a:lnTo>
                  <a:lnTo>
                    <a:pt x="2690211" y="2026314"/>
                  </a:lnTo>
                  <a:lnTo>
                    <a:pt x="2690211" y="2009799"/>
                  </a:lnTo>
                  <a:lnTo>
                    <a:pt x="2695202" y="2009799"/>
                  </a:lnTo>
                  <a:lnTo>
                    <a:pt x="2700193" y="2009799"/>
                  </a:lnTo>
                  <a:lnTo>
                    <a:pt x="2705184" y="2009799"/>
                  </a:lnTo>
                  <a:lnTo>
                    <a:pt x="2710175" y="2009799"/>
                  </a:lnTo>
                  <a:lnTo>
                    <a:pt x="2715166" y="2009799"/>
                  </a:lnTo>
                  <a:lnTo>
                    <a:pt x="2715166" y="1993272"/>
                  </a:lnTo>
                  <a:lnTo>
                    <a:pt x="2720157" y="1993272"/>
                  </a:lnTo>
                  <a:lnTo>
                    <a:pt x="2720157" y="1976750"/>
                  </a:lnTo>
                  <a:lnTo>
                    <a:pt x="2725148" y="1976750"/>
                  </a:lnTo>
                  <a:lnTo>
                    <a:pt x="2730139" y="1976750"/>
                  </a:lnTo>
                  <a:lnTo>
                    <a:pt x="2735131" y="1976750"/>
                  </a:lnTo>
                  <a:lnTo>
                    <a:pt x="2740122" y="1976750"/>
                  </a:lnTo>
                  <a:lnTo>
                    <a:pt x="2740122" y="1960196"/>
                  </a:lnTo>
                  <a:lnTo>
                    <a:pt x="2745113" y="1960196"/>
                  </a:lnTo>
                  <a:lnTo>
                    <a:pt x="2750104" y="1960196"/>
                  </a:lnTo>
                  <a:lnTo>
                    <a:pt x="2755095" y="1960196"/>
                  </a:lnTo>
                  <a:lnTo>
                    <a:pt x="2760086" y="1960196"/>
                  </a:lnTo>
                  <a:lnTo>
                    <a:pt x="2765077" y="1960196"/>
                  </a:lnTo>
                  <a:lnTo>
                    <a:pt x="2770068" y="1960196"/>
                  </a:lnTo>
                  <a:lnTo>
                    <a:pt x="2775060" y="1960196"/>
                  </a:lnTo>
                  <a:lnTo>
                    <a:pt x="2780051" y="1960196"/>
                  </a:lnTo>
                  <a:lnTo>
                    <a:pt x="2780051" y="1943649"/>
                  </a:lnTo>
                  <a:lnTo>
                    <a:pt x="2785042" y="1943649"/>
                  </a:lnTo>
                  <a:lnTo>
                    <a:pt x="2790033" y="1943649"/>
                  </a:lnTo>
                  <a:lnTo>
                    <a:pt x="2790033" y="1927068"/>
                  </a:lnTo>
                  <a:lnTo>
                    <a:pt x="2795024" y="1927068"/>
                  </a:lnTo>
                  <a:lnTo>
                    <a:pt x="2800015" y="1927068"/>
                  </a:lnTo>
                  <a:lnTo>
                    <a:pt x="2805006" y="1927068"/>
                  </a:lnTo>
                  <a:lnTo>
                    <a:pt x="2809997" y="1927068"/>
                  </a:lnTo>
                  <a:lnTo>
                    <a:pt x="2814988" y="1927068"/>
                  </a:lnTo>
                  <a:lnTo>
                    <a:pt x="2819980" y="1927068"/>
                  </a:lnTo>
                  <a:lnTo>
                    <a:pt x="2824971" y="1927068"/>
                  </a:lnTo>
                  <a:lnTo>
                    <a:pt x="2829962" y="1927068"/>
                  </a:lnTo>
                  <a:lnTo>
                    <a:pt x="2834953" y="1927068"/>
                  </a:lnTo>
                  <a:lnTo>
                    <a:pt x="2839944" y="1927068"/>
                  </a:lnTo>
                  <a:lnTo>
                    <a:pt x="2844935" y="1927068"/>
                  </a:lnTo>
                  <a:lnTo>
                    <a:pt x="2849926" y="1927068"/>
                  </a:lnTo>
                  <a:lnTo>
                    <a:pt x="2854917" y="1927068"/>
                  </a:lnTo>
                  <a:lnTo>
                    <a:pt x="2859908" y="1927068"/>
                  </a:lnTo>
                  <a:lnTo>
                    <a:pt x="2864900" y="1927068"/>
                  </a:lnTo>
                  <a:lnTo>
                    <a:pt x="2869891" y="1927068"/>
                  </a:lnTo>
                  <a:lnTo>
                    <a:pt x="2874882" y="1927068"/>
                  </a:lnTo>
                  <a:lnTo>
                    <a:pt x="2879873" y="1927068"/>
                  </a:lnTo>
                  <a:lnTo>
                    <a:pt x="2884864" y="1927068"/>
                  </a:lnTo>
                  <a:lnTo>
                    <a:pt x="2889855" y="1927068"/>
                  </a:lnTo>
                  <a:lnTo>
                    <a:pt x="2894846" y="1927068"/>
                  </a:lnTo>
                  <a:lnTo>
                    <a:pt x="2899837" y="1927068"/>
                  </a:lnTo>
                  <a:lnTo>
                    <a:pt x="2904829" y="1927068"/>
                  </a:lnTo>
                  <a:lnTo>
                    <a:pt x="2909820" y="1927068"/>
                  </a:lnTo>
                  <a:lnTo>
                    <a:pt x="2914811" y="1927068"/>
                  </a:lnTo>
                  <a:lnTo>
                    <a:pt x="2919802" y="1927068"/>
                  </a:lnTo>
                  <a:lnTo>
                    <a:pt x="2924793" y="1927068"/>
                  </a:lnTo>
                  <a:lnTo>
                    <a:pt x="2929784" y="1927068"/>
                  </a:lnTo>
                  <a:lnTo>
                    <a:pt x="2934775" y="1927068"/>
                  </a:lnTo>
                  <a:lnTo>
                    <a:pt x="2939766" y="1927068"/>
                  </a:lnTo>
                  <a:lnTo>
                    <a:pt x="2944757" y="1927068"/>
                  </a:lnTo>
                  <a:lnTo>
                    <a:pt x="2949749" y="1927068"/>
                  </a:lnTo>
                  <a:lnTo>
                    <a:pt x="2954740" y="1927068"/>
                  </a:lnTo>
                  <a:lnTo>
                    <a:pt x="2959731" y="1927068"/>
                  </a:lnTo>
                  <a:lnTo>
                    <a:pt x="2964722" y="1927068"/>
                  </a:lnTo>
                  <a:lnTo>
                    <a:pt x="2969713" y="1927068"/>
                  </a:lnTo>
                  <a:lnTo>
                    <a:pt x="2969713" y="1910010"/>
                  </a:lnTo>
                  <a:lnTo>
                    <a:pt x="2974704" y="1910010"/>
                  </a:lnTo>
                  <a:lnTo>
                    <a:pt x="2979695" y="1910010"/>
                  </a:lnTo>
                  <a:lnTo>
                    <a:pt x="2984686" y="1910010"/>
                  </a:lnTo>
                  <a:lnTo>
                    <a:pt x="2989677" y="1910010"/>
                  </a:lnTo>
                  <a:lnTo>
                    <a:pt x="2994669" y="1910010"/>
                  </a:lnTo>
                  <a:lnTo>
                    <a:pt x="2999660" y="1910010"/>
                  </a:lnTo>
                  <a:lnTo>
                    <a:pt x="3004651" y="1910010"/>
                  </a:lnTo>
                  <a:lnTo>
                    <a:pt x="3009642" y="1910010"/>
                  </a:lnTo>
                  <a:lnTo>
                    <a:pt x="3014633" y="1910010"/>
                  </a:lnTo>
                  <a:lnTo>
                    <a:pt x="3014633" y="1892786"/>
                  </a:lnTo>
                  <a:lnTo>
                    <a:pt x="3019624" y="1892786"/>
                  </a:lnTo>
                  <a:lnTo>
                    <a:pt x="3024615" y="1892786"/>
                  </a:lnTo>
                  <a:lnTo>
                    <a:pt x="3029606" y="1892786"/>
                  </a:lnTo>
                  <a:lnTo>
                    <a:pt x="3034598" y="1892786"/>
                  </a:lnTo>
                  <a:lnTo>
                    <a:pt x="3039589" y="1892786"/>
                  </a:lnTo>
                  <a:lnTo>
                    <a:pt x="3044580" y="1892786"/>
                  </a:lnTo>
                  <a:lnTo>
                    <a:pt x="3049571" y="1892786"/>
                  </a:lnTo>
                  <a:lnTo>
                    <a:pt x="3054562" y="1892786"/>
                  </a:lnTo>
                  <a:lnTo>
                    <a:pt x="3059553" y="1892786"/>
                  </a:lnTo>
                  <a:lnTo>
                    <a:pt x="3064544" y="1892786"/>
                  </a:lnTo>
                  <a:lnTo>
                    <a:pt x="3069535" y="1892786"/>
                  </a:lnTo>
                  <a:lnTo>
                    <a:pt x="3069535" y="1875479"/>
                  </a:lnTo>
                  <a:lnTo>
                    <a:pt x="3074526" y="1875479"/>
                  </a:lnTo>
                  <a:lnTo>
                    <a:pt x="3079518" y="1875479"/>
                  </a:lnTo>
                  <a:lnTo>
                    <a:pt x="3084509" y="1875479"/>
                  </a:lnTo>
                  <a:lnTo>
                    <a:pt x="3089500" y="1875479"/>
                  </a:lnTo>
                  <a:lnTo>
                    <a:pt x="3094491" y="1875479"/>
                  </a:lnTo>
                  <a:lnTo>
                    <a:pt x="3099482" y="1875479"/>
                  </a:lnTo>
                  <a:lnTo>
                    <a:pt x="3104473" y="1875479"/>
                  </a:lnTo>
                  <a:lnTo>
                    <a:pt x="3109464" y="1875479"/>
                  </a:lnTo>
                  <a:lnTo>
                    <a:pt x="3114455" y="1875479"/>
                  </a:lnTo>
                  <a:lnTo>
                    <a:pt x="3119446" y="1875479"/>
                  </a:lnTo>
                  <a:lnTo>
                    <a:pt x="3124438" y="1875479"/>
                  </a:lnTo>
                  <a:lnTo>
                    <a:pt x="3129429" y="1875479"/>
                  </a:lnTo>
                  <a:lnTo>
                    <a:pt x="3134420" y="1875479"/>
                  </a:lnTo>
                  <a:lnTo>
                    <a:pt x="3134420" y="1857953"/>
                  </a:lnTo>
                  <a:lnTo>
                    <a:pt x="3139411" y="1857953"/>
                  </a:lnTo>
                  <a:lnTo>
                    <a:pt x="3144402" y="1857953"/>
                  </a:lnTo>
                  <a:lnTo>
                    <a:pt x="3149393" y="1857953"/>
                  </a:lnTo>
                  <a:lnTo>
                    <a:pt x="3154384" y="1857953"/>
                  </a:lnTo>
                  <a:lnTo>
                    <a:pt x="3159375" y="1857953"/>
                  </a:lnTo>
                  <a:lnTo>
                    <a:pt x="3164367" y="1857953"/>
                  </a:lnTo>
                  <a:lnTo>
                    <a:pt x="3169358" y="1857953"/>
                  </a:lnTo>
                  <a:lnTo>
                    <a:pt x="3174349" y="1857953"/>
                  </a:lnTo>
                  <a:lnTo>
                    <a:pt x="3179340" y="1857953"/>
                  </a:lnTo>
                  <a:lnTo>
                    <a:pt x="3184331" y="1857953"/>
                  </a:lnTo>
                  <a:lnTo>
                    <a:pt x="3189322" y="1857953"/>
                  </a:lnTo>
                  <a:lnTo>
                    <a:pt x="3194313" y="1857953"/>
                  </a:lnTo>
                  <a:lnTo>
                    <a:pt x="3199304" y="1857953"/>
                  </a:lnTo>
                  <a:lnTo>
                    <a:pt x="3204295" y="1857953"/>
                  </a:lnTo>
                  <a:lnTo>
                    <a:pt x="3209287" y="1857953"/>
                  </a:lnTo>
                  <a:lnTo>
                    <a:pt x="3214278" y="1857953"/>
                  </a:lnTo>
                  <a:lnTo>
                    <a:pt x="3219269" y="1857953"/>
                  </a:lnTo>
                  <a:lnTo>
                    <a:pt x="3224260" y="1857953"/>
                  </a:lnTo>
                  <a:lnTo>
                    <a:pt x="3224260" y="1839977"/>
                  </a:lnTo>
                  <a:lnTo>
                    <a:pt x="3229251" y="1839977"/>
                  </a:lnTo>
                  <a:lnTo>
                    <a:pt x="3234242" y="1839977"/>
                  </a:lnTo>
                  <a:lnTo>
                    <a:pt x="3239233" y="1839977"/>
                  </a:lnTo>
                  <a:lnTo>
                    <a:pt x="3244224" y="1839977"/>
                  </a:lnTo>
                  <a:lnTo>
                    <a:pt x="3249215" y="1839977"/>
                  </a:lnTo>
                  <a:lnTo>
                    <a:pt x="3254207" y="1839977"/>
                  </a:lnTo>
                  <a:lnTo>
                    <a:pt x="3259198" y="1839977"/>
                  </a:lnTo>
                  <a:lnTo>
                    <a:pt x="3264189" y="1839977"/>
                  </a:lnTo>
                  <a:lnTo>
                    <a:pt x="3269180" y="1839977"/>
                  </a:lnTo>
                  <a:lnTo>
                    <a:pt x="3274171" y="1839977"/>
                  </a:lnTo>
                  <a:lnTo>
                    <a:pt x="3279162" y="1839977"/>
                  </a:lnTo>
                  <a:lnTo>
                    <a:pt x="3284153" y="1839977"/>
                  </a:lnTo>
                  <a:lnTo>
                    <a:pt x="3289144" y="1839977"/>
                  </a:lnTo>
                  <a:lnTo>
                    <a:pt x="3294135" y="1839977"/>
                  </a:lnTo>
                  <a:lnTo>
                    <a:pt x="3299127" y="1839977"/>
                  </a:lnTo>
                  <a:lnTo>
                    <a:pt x="3304118" y="1839977"/>
                  </a:lnTo>
                  <a:lnTo>
                    <a:pt x="3309109" y="1839977"/>
                  </a:lnTo>
                  <a:lnTo>
                    <a:pt x="3314100" y="1839977"/>
                  </a:lnTo>
                  <a:lnTo>
                    <a:pt x="3314100" y="1821732"/>
                  </a:lnTo>
                  <a:lnTo>
                    <a:pt x="3319091" y="1821732"/>
                  </a:lnTo>
                  <a:lnTo>
                    <a:pt x="3324082" y="1821732"/>
                  </a:lnTo>
                  <a:lnTo>
                    <a:pt x="3329073" y="1821732"/>
                  </a:lnTo>
                  <a:lnTo>
                    <a:pt x="3334064" y="1821732"/>
                  </a:lnTo>
                  <a:lnTo>
                    <a:pt x="3339056" y="1821732"/>
                  </a:lnTo>
                  <a:lnTo>
                    <a:pt x="3344047" y="1821732"/>
                  </a:lnTo>
                  <a:lnTo>
                    <a:pt x="3349038" y="1821732"/>
                  </a:lnTo>
                  <a:lnTo>
                    <a:pt x="3354029" y="1821732"/>
                  </a:lnTo>
                  <a:lnTo>
                    <a:pt x="3359020" y="1821732"/>
                  </a:lnTo>
                  <a:lnTo>
                    <a:pt x="3364011" y="1821732"/>
                  </a:lnTo>
                  <a:lnTo>
                    <a:pt x="3369002" y="1821732"/>
                  </a:lnTo>
                  <a:lnTo>
                    <a:pt x="3373993" y="1821732"/>
                  </a:lnTo>
                  <a:lnTo>
                    <a:pt x="3373993" y="1803286"/>
                  </a:lnTo>
                  <a:lnTo>
                    <a:pt x="3378984" y="1803286"/>
                  </a:lnTo>
                  <a:lnTo>
                    <a:pt x="3378984" y="1784848"/>
                  </a:lnTo>
                  <a:lnTo>
                    <a:pt x="3383976" y="1784848"/>
                  </a:lnTo>
                  <a:lnTo>
                    <a:pt x="3383976" y="1766365"/>
                  </a:lnTo>
                  <a:lnTo>
                    <a:pt x="3388967" y="1766365"/>
                  </a:lnTo>
                  <a:lnTo>
                    <a:pt x="3393958" y="1766365"/>
                  </a:lnTo>
                  <a:lnTo>
                    <a:pt x="3398949" y="1766365"/>
                  </a:lnTo>
                  <a:lnTo>
                    <a:pt x="3403940" y="1766365"/>
                  </a:lnTo>
                  <a:lnTo>
                    <a:pt x="3408931" y="1766365"/>
                  </a:lnTo>
                  <a:lnTo>
                    <a:pt x="3413922" y="1766365"/>
                  </a:lnTo>
                  <a:lnTo>
                    <a:pt x="3418913" y="1766365"/>
                  </a:lnTo>
                  <a:lnTo>
                    <a:pt x="3423904" y="1766365"/>
                  </a:lnTo>
                  <a:lnTo>
                    <a:pt x="3428896" y="1766365"/>
                  </a:lnTo>
                  <a:lnTo>
                    <a:pt x="3428896" y="1747755"/>
                  </a:lnTo>
                  <a:lnTo>
                    <a:pt x="3433887" y="1747755"/>
                  </a:lnTo>
                  <a:lnTo>
                    <a:pt x="3438878" y="1747755"/>
                  </a:lnTo>
                  <a:lnTo>
                    <a:pt x="3443869" y="1747755"/>
                  </a:lnTo>
                  <a:lnTo>
                    <a:pt x="3448860" y="1747755"/>
                  </a:lnTo>
                  <a:lnTo>
                    <a:pt x="3453851" y="1747755"/>
                  </a:lnTo>
                  <a:lnTo>
                    <a:pt x="3453851" y="1729071"/>
                  </a:lnTo>
                  <a:lnTo>
                    <a:pt x="3458842" y="1729071"/>
                  </a:lnTo>
                  <a:lnTo>
                    <a:pt x="3463833" y="1729071"/>
                  </a:lnTo>
                  <a:lnTo>
                    <a:pt x="3468825" y="1729071"/>
                  </a:lnTo>
                  <a:lnTo>
                    <a:pt x="3473816" y="1729071"/>
                  </a:lnTo>
                  <a:lnTo>
                    <a:pt x="3478807" y="1729071"/>
                  </a:lnTo>
                  <a:lnTo>
                    <a:pt x="3483798" y="1729071"/>
                  </a:lnTo>
                  <a:lnTo>
                    <a:pt x="3488789" y="1729071"/>
                  </a:lnTo>
                  <a:lnTo>
                    <a:pt x="3488789" y="1710255"/>
                  </a:lnTo>
                  <a:lnTo>
                    <a:pt x="3493780" y="1710255"/>
                  </a:lnTo>
                  <a:lnTo>
                    <a:pt x="3498771" y="1710255"/>
                  </a:lnTo>
                  <a:lnTo>
                    <a:pt x="3503762" y="1710255"/>
                  </a:lnTo>
                  <a:lnTo>
                    <a:pt x="3508753" y="1710255"/>
                  </a:lnTo>
                  <a:lnTo>
                    <a:pt x="3513745" y="1710255"/>
                  </a:lnTo>
                  <a:lnTo>
                    <a:pt x="3518736" y="1710255"/>
                  </a:lnTo>
                  <a:lnTo>
                    <a:pt x="3523727" y="1710255"/>
                  </a:lnTo>
                  <a:lnTo>
                    <a:pt x="3528718" y="1710255"/>
                  </a:lnTo>
                  <a:lnTo>
                    <a:pt x="3533709" y="1710255"/>
                  </a:lnTo>
                  <a:lnTo>
                    <a:pt x="3538700" y="1710255"/>
                  </a:lnTo>
                  <a:lnTo>
                    <a:pt x="3543691" y="1710255"/>
                  </a:lnTo>
                  <a:lnTo>
                    <a:pt x="3543691" y="1691391"/>
                  </a:lnTo>
                  <a:lnTo>
                    <a:pt x="3548682" y="1691391"/>
                  </a:lnTo>
                  <a:lnTo>
                    <a:pt x="3553673" y="1691391"/>
                  </a:lnTo>
                  <a:lnTo>
                    <a:pt x="3553673" y="1672479"/>
                  </a:lnTo>
                  <a:lnTo>
                    <a:pt x="3558665" y="1672479"/>
                  </a:lnTo>
                  <a:lnTo>
                    <a:pt x="3563656" y="1672479"/>
                  </a:lnTo>
                  <a:lnTo>
                    <a:pt x="3563656" y="1653574"/>
                  </a:lnTo>
                  <a:lnTo>
                    <a:pt x="3568647" y="1653574"/>
                  </a:lnTo>
                  <a:lnTo>
                    <a:pt x="3573638" y="1653574"/>
                  </a:lnTo>
                  <a:lnTo>
                    <a:pt x="3578629" y="1653574"/>
                  </a:lnTo>
                  <a:lnTo>
                    <a:pt x="3583620" y="1653574"/>
                  </a:lnTo>
                  <a:lnTo>
                    <a:pt x="3588611" y="1653574"/>
                  </a:lnTo>
                  <a:lnTo>
                    <a:pt x="3593602" y="1653574"/>
                  </a:lnTo>
                  <a:lnTo>
                    <a:pt x="3593602" y="1615675"/>
                  </a:lnTo>
                  <a:lnTo>
                    <a:pt x="3598594" y="1615675"/>
                  </a:lnTo>
                  <a:lnTo>
                    <a:pt x="3603585" y="1615675"/>
                  </a:lnTo>
                  <a:lnTo>
                    <a:pt x="3608576" y="1615675"/>
                  </a:lnTo>
                  <a:lnTo>
                    <a:pt x="3613567" y="1615675"/>
                  </a:lnTo>
                  <a:lnTo>
                    <a:pt x="3613567" y="1577809"/>
                  </a:lnTo>
                  <a:lnTo>
                    <a:pt x="3618558" y="1577809"/>
                  </a:lnTo>
                  <a:lnTo>
                    <a:pt x="3623549" y="1577809"/>
                  </a:lnTo>
                  <a:lnTo>
                    <a:pt x="3628540" y="1577809"/>
                  </a:lnTo>
                  <a:lnTo>
                    <a:pt x="3628540" y="1558859"/>
                  </a:lnTo>
                  <a:lnTo>
                    <a:pt x="3633531" y="1558859"/>
                  </a:lnTo>
                  <a:lnTo>
                    <a:pt x="3638522" y="1558859"/>
                  </a:lnTo>
                  <a:lnTo>
                    <a:pt x="3643514" y="1558859"/>
                  </a:lnTo>
                  <a:lnTo>
                    <a:pt x="3648505" y="1558859"/>
                  </a:lnTo>
                  <a:lnTo>
                    <a:pt x="3653496" y="1558859"/>
                  </a:lnTo>
                  <a:lnTo>
                    <a:pt x="3653496" y="1539887"/>
                  </a:lnTo>
                  <a:lnTo>
                    <a:pt x="3658487" y="1539887"/>
                  </a:lnTo>
                  <a:lnTo>
                    <a:pt x="3663478" y="1539887"/>
                  </a:lnTo>
                  <a:lnTo>
                    <a:pt x="3668469" y="1539887"/>
                  </a:lnTo>
                  <a:lnTo>
                    <a:pt x="3673460" y="1539887"/>
                  </a:lnTo>
                  <a:lnTo>
                    <a:pt x="3678451" y="1539887"/>
                  </a:lnTo>
                  <a:lnTo>
                    <a:pt x="3683442" y="1539887"/>
                  </a:lnTo>
                  <a:lnTo>
                    <a:pt x="3688434" y="1539887"/>
                  </a:lnTo>
                  <a:lnTo>
                    <a:pt x="3693425" y="1539887"/>
                  </a:lnTo>
                  <a:lnTo>
                    <a:pt x="3698416" y="1539887"/>
                  </a:lnTo>
                  <a:lnTo>
                    <a:pt x="3703407" y="1539887"/>
                  </a:lnTo>
                  <a:lnTo>
                    <a:pt x="3708398" y="1539887"/>
                  </a:lnTo>
                  <a:lnTo>
                    <a:pt x="3713389" y="1539887"/>
                  </a:lnTo>
                  <a:lnTo>
                    <a:pt x="3718380" y="1539887"/>
                  </a:lnTo>
                  <a:lnTo>
                    <a:pt x="3723371" y="1539887"/>
                  </a:lnTo>
                  <a:lnTo>
                    <a:pt x="3728363" y="1539887"/>
                  </a:lnTo>
                  <a:lnTo>
                    <a:pt x="3733354" y="1539887"/>
                  </a:lnTo>
                  <a:lnTo>
                    <a:pt x="3733354" y="1520614"/>
                  </a:lnTo>
                  <a:lnTo>
                    <a:pt x="3738345" y="1520614"/>
                  </a:lnTo>
                  <a:lnTo>
                    <a:pt x="3743336" y="1520614"/>
                  </a:lnTo>
                  <a:lnTo>
                    <a:pt x="3748327" y="1520614"/>
                  </a:lnTo>
                  <a:lnTo>
                    <a:pt x="3753318" y="1520614"/>
                  </a:lnTo>
                  <a:lnTo>
                    <a:pt x="3758309" y="1520614"/>
                  </a:lnTo>
                  <a:lnTo>
                    <a:pt x="3763300" y="1520614"/>
                  </a:lnTo>
                  <a:lnTo>
                    <a:pt x="3768291" y="1520614"/>
                  </a:lnTo>
                  <a:lnTo>
                    <a:pt x="3773283" y="1520614"/>
                  </a:lnTo>
                  <a:lnTo>
                    <a:pt x="3778274" y="1520614"/>
                  </a:lnTo>
                  <a:lnTo>
                    <a:pt x="3783265" y="1520614"/>
                  </a:lnTo>
                  <a:lnTo>
                    <a:pt x="3788256" y="1520614"/>
                  </a:lnTo>
                  <a:lnTo>
                    <a:pt x="3793247" y="1520614"/>
                  </a:lnTo>
                  <a:lnTo>
                    <a:pt x="3798238" y="1520614"/>
                  </a:lnTo>
                  <a:lnTo>
                    <a:pt x="3803229" y="1520614"/>
                  </a:lnTo>
                  <a:lnTo>
                    <a:pt x="3808220" y="1520614"/>
                  </a:lnTo>
                  <a:lnTo>
                    <a:pt x="3813211" y="1520614"/>
                  </a:lnTo>
                  <a:lnTo>
                    <a:pt x="3818203" y="1520614"/>
                  </a:lnTo>
                  <a:lnTo>
                    <a:pt x="3823194" y="1520614"/>
                  </a:lnTo>
                  <a:lnTo>
                    <a:pt x="3828185" y="1520614"/>
                  </a:lnTo>
                  <a:lnTo>
                    <a:pt x="3833176" y="1520614"/>
                  </a:lnTo>
                  <a:lnTo>
                    <a:pt x="3838167" y="1520614"/>
                  </a:lnTo>
                  <a:lnTo>
                    <a:pt x="3843158" y="1520614"/>
                  </a:lnTo>
                  <a:lnTo>
                    <a:pt x="3848149" y="1520614"/>
                  </a:lnTo>
                  <a:lnTo>
                    <a:pt x="3853140" y="1520614"/>
                  </a:lnTo>
                  <a:lnTo>
                    <a:pt x="3858132" y="1520614"/>
                  </a:lnTo>
                  <a:lnTo>
                    <a:pt x="3863123" y="1520614"/>
                  </a:lnTo>
                  <a:lnTo>
                    <a:pt x="3868114" y="1520614"/>
                  </a:lnTo>
                  <a:lnTo>
                    <a:pt x="3873105" y="1520614"/>
                  </a:lnTo>
                  <a:lnTo>
                    <a:pt x="3878096" y="1520614"/>
                  </a:lnTo>
                  <a:lnTo>
                    <a:pt x="3883087" y="1520614"/>
                  </a:lnTo>
                  <a:lnTo>
                    <a:pt x="3883087" y="1500958"/>
                  </a:lnTo>
                  <a:lnTo>
                    <a:pt x="3888078" y="1500958"/>
                  </a:lnTo>
                  <a:lnTo>
                    <a:pt x="3888078" y="1481311"/>
                  </a:lnTo>
                  <a:lnTo>
                    <a:pt x="3893069" y="1481311"/>
                  </a:lnTo>
                  <a:lnTo>
                    <a:pt x="3898060" y="1481311"/>
                  </a:lnTo>
                  <a:lnTo>
                    <a:pt x="3898060" y="1461639"/>
                  </a:lnTo>
                  <a:lnTo>
                    <a:pt x="3903052" y="1461639"/>
                  </a:lnTo>
                  <a:lnTo>
                    <a:pt x="3903052" y="1441976"/>
                  </a:lnTo>
                  <a:lnTo>
                    <a:pt x="3908043" y="1441976"/>
                  </a:lnTo>
                  <a:lnTo>
                    <a:pt x="3913034" y="1441976"/>
                  </a:lnTo>
                  <a:lnTo>
                    <a:pt x="3918025" y="1441976"/>
                  </a:lnTo>
                  <a:lnTo>
                    <a:pt x="3923016" y="1441976"/>
                  </a:lnTo>
                  <a:lnTo>
                    <a:pt x="3928007" y="1441976"/>
                  </a:lnTo>
                  <a:lnTo>
                    <a:pt x="3932998" y="1441976"/>
                  </a:lnTo>
                  <a:lnTo>
                    <a:pt x="3937989" y="1441976"/>
                  </a:lnTo>
                  <a:lnTo>
                    <a:pt x="3942980" y="1441976"/>
                  </a:lnTo>
                  <a:lnTo>
                    <a:pt x="3947972" y="1441976"/>
                  </a:lnTo>
                  <a:lnTo>
                    <a:pt x="3952963" y="1441976"/>
                  </a:lnTo>
                  <a:lnTo>
                    <a:pt x="3957954" y="1441976"/>
                  </a:lnTo>
                  <a:lnTo>
                    <a:pt x="3962945" y="1441976"/>
                  </a:lnTo>
                  <a:lnTo>
                    <a:pt x="3967936" y="1441976"/>
                  </a:lnTo>
                  <a:lnTo>
                    <a:pt x="3972927" y="1441976"/>
                  </a:lnTo>
                  <a:lnTo>
                    <a:pt x="3977918" y="1441976"/>
                  </a:lnTo>
                  <a:lnTo>
                    <a:pt x="3982909" y="1441976"/>
                  </a:lnTo>
                  <a:lnTo>
                    <a:pt x="3987900" y="1441976"/>
                  </a:lnTo>
                  <a:lnTo>
                    <a:pt x="3992892" y="1441976"/>
                  </a:lnTo>
                  <a:lnTo>
                    <a:pt x="3997883" y="1441976"/>
                  </a:lnTo>
                  <a:lnTo>
                    <a:pt x="4002874" y="1441976"/>
                  </a:lnTo>
                  <a:lnTo>
                    <a:pt x="4007865" y="1441976"/>
                  </a:lnTo>
                  <a:lnTo>
                    <a:pt x="4007865" y="1421968"/>
                  </a:lnTo>
                  <a:lnTo>
                    <a:pt x="4012856" y="1421968"/>
                  </a:lnTo>
                  <a:lnTo>
                    <a:pt x="4017847" y="1421968"/>
                  </a:lnTo>
                  <a:lnTo>
                    <a:pt x="4017847" y="1401934"/>
                  </a:lnTo>
                  <a:lnTo>
                    <a:pt x="4022838" y="1401934"/>
                  </a:lnTo>
                  <a:lnTo>
                    <a:pt x="4027829" y="1401934"/>
                  </a:lnTo>
                  <a:lnTo>
                    <a:pt x="4032821" y="1401934"/>
                  </a:lnTo>
                  <a:lnTo>
                    <a:pt x="4037812" y="1401934"/>
                  </a:lnTo>
                  <a:lnTo>
                    <a:pt x="4042803" y="1401934"/>
                  </a:lnTo>
                  <a:lnTo>
                    <a:pt x="4047794" y="1401934"/>
                  </a:lnTo>
                  <a:lnTo>
                    <a:pt x="4052785" y="1401934"/>
                  </a:lnTo>
                  <a:lnTo>
                    <a:pt x="4057776" y="1401934"/>
                  </a:lnTo>
                  <a:lnTo>
                    <a:pt x="4062767" y="1401934"/>
                  </a:lnTo>
                  <a:lnTo>
                    <a:pt x="4067758" y="1401934"/>
                  </a:lnTo>
                  <a:lnTo>
                    <a:pt x="4072749" y="1401934"/>
                  </a:lnTo>
                  <a:lnTo>
                    <a:pt x="4077741" y="1401934"/>
                  </a:lnTo>
                  <a:lnTo>
                    <a:pt x="4082732" y="1401934"/>
                  </a:lnTo>
                  <a:lnTo>
                    <a:pt x="4082732" y="1381762"/>
                  </a:lnTo>
                  <a:lnTo>
                    <a:pt x="4087723" y="1381762"/>
                  </a:lnTo>
                  <a:lnTo>
                    <a:pt x="4092714" y="1381762"/>
                  </a:lnTo>
                  <a:lnTo>
                    <a:pt x="4097705" y="1381762"/>
                  </a:lnTo>
                  <a:lnTo>
                    <a:pt x="4102696" y="1381762"/>
                  </a:lnTo>
                  <a:lnTo>
                    <a:pt x="4107687" y="1381762"/>
                  </a:lnTo>
                  <a:lnTo>
                    <a:pt x="4112678" y="1381762"/>
                  </a:lnTo>
                  <a:lnTo>
                    <a:pt x="4117669" y="1381762"/>
                  </a:lnTo>
                  <a:lnTo>
                    <a:pt x="4122661" y="1381762"/>
                  </a:lnTo>
                  <a:lnTo>
                    <a:pt x="4127652" y="1381762"/>
                  </a:lnTo>
                  <a:lnTo>
                    <a:pt x="4132643" y="1381762"/>
                  </a:lnTo>
                  <a:lnTo>
                    <a:pt x="4132643" y="1361412"/>
                  </a:lnTo>
                  <a:lnTo>
                    <a:pt x="4137634" y="1361412"/>
                  </a:lnTo>
                  <a:lnTo>
                    <a:pt x="4137634" y="1341071"/>
                  </a:lnTo>
                  <a:lnTo>
                    <a:pt x="4142625" y="1341071"/>
                  </a:lnTo>
                  <a:lnTo>
                    <a:pt x="4147616" y="1341071"/>
                  </a:lnTo>
                  <a:lnTo>
                    <a:pt x="4152607" y="1341071"/>
                  </a:lnTo>
                  <a:lnTo>
                    <a:pt x="4152607" y="1320624"/>
                  </a:lnTo>
                  <a:lnTo>
                    <a:pt x="4157598" y="1320624"/>
                  </a:lnTo>
                  <a:lnTo>
                    <a:pt x="4157598" y="1300149"/>
                  </a:lnTo>
                  <a:lnTo>
                    <a:pt x="4162590" y="1300149"/>
                  </a:lnTo>
                  <a:lnTo>
                    <a:pt x="4167581" y="1300149"/>
                  </a:lnTo>
                  <a:lnTo>
                    <a:pt x="4172572" y="1300149"/>
                  </a:lnTo>
                  <a:lnTo>
                    <a:pt x="4177563" y="1300149"/>
                  </a:lnTo>
                  <a:lnTo>
                    <a:pt x="4182554" y="1300149"/>
                  </a:lnTo>
                  <a:lnTo>
                    <a:pt x="4182554" y="1279605"/>
                  </a:lnTo>
                  <a:lnTo>
                    <a:pt x="4187545" y="1279605"/>
                  </a:lnTo>
                  <a:lnTo>
                    <a:pt x="4192536" y="1279605"/>
                  </a:lnTo>
                  <a:lnTo>
                    <a:pt x="4197527" y="1279605"/>
                  </a:lnTo>
                  <a:lnTo>
                    <a:pt x="4202518" y="1279605"/>
                  </a:lnTo>
                  <a:lnTo>
                    <a:pt x="4207510" y="1279605"/>
                  </a:lnTo>
                  <a:lnTo>
                    <a:pt x="4212501" y="1279605"/>
                  </a:lnTo>
                  <a:lnTo>
                    <a:pt x="4217492" y="1279605"/>
                  </a:lnTo>
                  <a:lnTo>
                    <a:pt x="4222483" y="1279605"/>
                  </a:lnTo>
                  <a:lnTo>
                    <a:pt x="4227474" y="1279605"/>
                  </a:lnTo>
                  <a:lnTo>
                    <a:pt x="4232465" y="1279605"/>
                  </a:lnTo>
                  <a:lnTo>
                    <a:pt x="4237456" y="1279605"/>
                  </a:lnTo>
                  <a:lnTo>
                    <a:pt x="4242447" y="1279605"/>
                  </a:lnTo>
                  <a:lnTo>
                    <a:pt x="4247438" y="1279605"/>
                  </a:lnTo>
                  <a:lnTo>
                    <a:pt x="4252430" y="1279605"/>
                  </a:lnTo>
                  <a:lnTo>
                    <a:pt x="4257421" y="1279605"/>
                  </a:lnTo>
                  <a:lnTo>
                    <a:pt x="4262412" y="1279605"/>
                  </a:lnTo>
                  <a:lnTo>
                    <a:pt x="4267403" y="1279605"/>
                  </a:lnTo>
                  <a:lnTo>
                    <a:pt x="4272394" y="1279605"/>
                  </a:lnTo>
                  <a:lnTo>
                    <a:pt x="4277385" y="1279605"/>
                  </a:lnTo>
                  <a:lnTo>
                    <a:pt x="4282376" y="1279605"/>
                  </a:lnTo>
                  <a:lnTo>
                    <a:pt x="4287367" y="1279605"/>
                  </a:lnTo>
                  <a:lnTo>
                    <a:pt x="4292359" y="1279605"/>
                  </a:lnTo>
                  <a:lnTo>
                    <a:pt x="4297350" y="1279605"/>
                  </a:lnTo>
                  <a:lnTo>
                    <a:pt x="4302341" y="1279605"/>
                  </a:lnTo>
                  <a:lnTo>
                    <a:pt x="4307332" y="1279605"/>
                  </a:lnTo>
                  <a:lnTo>
                    <a:pt x="4312323" y="1279605"/>
                  </a:lnTo>
                  <a:lnTo>
                    <a:pt x="4317314" y="1279605"/>
                  </a:lnTo>
                  <a:lnTo>
                    <a:pt x="4317314" y="1258498"/>
                  </a:lnTo>
                  <a:lnTo>
                    <a:pt x="4322305" y="1258498"/>
                  </a:lnTo>
                  <a:lnTo>
                    <a:pt x="4327296" y="1258498"/>
                  </a:lnTo>
                  <a:lnTo>
                    <a:pt x="4332287" y="1258498"/>
                  </a:lnTo>
                  <a:lnTo>
                    <a:pt x="4337279" y="1258498"/>
                  </a:lnTo>
                  <a:lnTo>
                    <a:pt x="4342270" y="1258498"/>
                  </a:lnTo>
                  <a:lnTo>
                    <a:pt x="4347261" y="1258498"/>
                  </a:lnTo>
                  <a:lnTo>
                    <a:pt x="4352252" y="1258498"/>
                  </a:lnTo>
                  <a:lnTo>
                    <a:pt x="4357243" y="1258498"/>
                  </a:lnTo>
                  <a:lnTo>
                    <a:pt x="4362234" y="1258498"/>
                  </a:lnTo>
                  <a:lnTo>
                    <a:pt x="4367225" y="1258498"/>
                  </a:lnTo>
                  <a:lnTo>
                    <a:pt x="4367225" y="1237099"/>
                  </a:lnTo>
                  <a:lnTo>
                    <a:pt x="4372216" y="1237099"/>
                  </a:lnTo>
                  <a:lnTo>
                    <a:pt x="4372216" y="1215712"/>
                  </a:lnTo>
                  <a:lnTo>
                    <a:pt x="4377207" y="1215712"/>
                  </a:lnTo>
                  <a:lnTo>
                    <a:pt x="4382199" y="1215712"/>
                  </a:lnTo>
                  <a:lnTo>
                    <a:pt x="4387190" y="1215712"/>
                  </a:lnTo>
                  <a:lnTo>
                    <a:pt x="4392181" y="1215712"/>
                  </a:lnTo>
                  <a:lnTo>
                    <a:pt x="4397172" y="1215712"/>
                  </a:lnTo>
                  <a:lnTo>
                    <a:pt x="4402163" y="1215712"/>
                  </a:lnTo>
                  <a:lnTo>
                    <a:pt x="4407154" y="1215712"/>
                  </a:lnTo>
                  <a:lnTo>
                    <a:pt x="4412145" y="1215712"/>
                  </a:lnTo>
                  <a:lnTo>
                    <a:pt x="4417136" y="1215712"/>
                  </a:lnTo>
                  <a:lnTo>
                    <a:pt x="4422128" y="1215712"/>
                  </a:lnTo>
                  <a:lnTo>
                    <a:pt x="4427119" y="1215712"/>
                  </a:lnTo>
                  <a:lnTo>
                    <a:pt x="4432110" y="1215712"/>
                  </a:lnTo>
                  <a:lnTo>
                    <a:pt x="4437101" y="1215712"/>
                  </a:lnTo>
                  <a:lnTo>
                    <a:pt x="4442092" y="1215712"/>
                  </a:lnTo>
                  <a:lnTo>
                    <a:pt x="4447083" y="1215712"/>
                  </a:lnTo>
                  <a:lnTo>
                    <a:pt x="4452074" y="1215712"/>
                  </a:lnTo>
                  <a:lnTo>
                    <a:pt x="4457065" y="1215712"/>
                  </a:lnTo>
                  <a:lnTo>
                    <a:pt x="4462056" y="1215712"/>
                  </a:lnTo>
                  <a:lnTo>
                    <a:pt x="4467048" y="1215712"/>
                  </a:lnTo>
                  <a:lnTo>
                    <a:pt x="4467048" y="1193974"/>
                  </a:lnTo>
                  <a:lnTo>
                    <a:pt x="4472039" y="1193974"/>
                  </a:lnTo>
                  <a:lnTo>
                    <a:pt x="4477030" y="1193974"/>
                  </a:lnTo>
                  <a:lnTo>
                    <a:pt x="4482021" y="1193974"/>
                  </a:lnTo>
                  <a:lnTo>
                    <a:pt x="4487012" y="1193974"/>
                  </a:lnTo>
                  <a:lnTo>
                    <a:pt x="4492003" y="1193974"/>
                  </a:lnTo>
                  <a:lnTo>
                    <a:pt x="4496994" y="1193974"/>
                  </a:lnTo>
                  <a:lnTo>
                    <a:pt x="4501985" y="1193974"/>
                  </a:lnTo>
                  <a:lnTo>
                    <a:pt x="4501985" y="1172013"/>
                  </a:lnTo>
                  <a:lnTo>
                    <a:pt x="4506976" y="1172013"/>
                  </a:lnTo>
                  <a:lnTo>
                    <a:pt x="4511968" y="1172013"/>
                  </a:lnTo>
                  <a:lnTo>
                    <a:pt x="4516959" y="1172013"/>
                  </a:lnTo>
                  <a:lnTo>
                    <a:pt x="4521950" y="1172013"/>
                  </a:lnTo>
                  <a:lnTo>
                    <a:pt x="4526941" y="1172013"/>
                  </a:lnTo>
                  <a:lnTo>
                    <a:pt x="4531932" y="1172013"/>
                  </a:lnTo>
                  <a:lnTo>
                    <a:pt x="4531932" y="1149968"/>
                  </a:lnTo>
                  <a:lnTo>
                    <a:pt x="4536923" y="1149968"/>
                  </a:lnTo>
                  <a:lnTo>
                    <a:pt x="4541914" y="1149968"/>
                  </a:lnTo>
                  <a:lnTo>
                    <a:pt x="4546905" y="1149968"/>
                  </a:lnTo>
                  <a:lnTo>
                    <a:pt x="4551897" y="1149968"/>
                  </a:lnTo>
                  <a:lnTo>
                    <a:pt x="4556888" y="1149968"/>
                  </a:lnTo>
                  <a:lnTo>
                    <a:pt x="4556888" y="1127936"/>
                  </a:lnTo>
                  <a:lnTo>
                    <a:pt x="4561879" y="1127936"/>
                  </a:lnTo>
                  <a:lnTo>
                    <a:pt x="4566870" y="1127936"/>
                  </a:lnTo>
                  <a:lnTo>
                    <a:pt x="4571861" y="1127936"/>
                  </a:lnTo>
                  <a:lnTo>
                    <a:pt x="4576852" y="1127936"/>
                  </a:lnTo>
                  <a:lnTo>
                    <a:pt x="4581843" y="1127936"/>
                  </a:lnTo>
                  <a:lnTo>
                    <a:pt x="4581843" y="1105769"/>
                  </a:lnTo>
                  <a:lnTo>
                    <a:pt x="4586834" y="1105769"/>
                  </a:lnTo>
                  <a:lnTo>
                    <a:pt x="4591825" y="1105769"/>
                  </a:lnTo>
                  <a:lnTo>
                    <a:pt x="4596817" y="1105769"/>
                  </a:lnTo>
                  <a:lnTo>
                    <a:pt x="4601808" y="1105769"/>
                  </a:lnTo>
                  <a:lnTo>
                    <a:pt x="4606799" y="1105769"/>
                  </a:lnTo>
                  <a:lnTo>
                    <a:pt x="4606799" y="1083515"/>
                  </a:lnTo>
                  <a:lnTo>
                    <a:pt x="4611790" y="1083515"/>
                  </a:lnTo>
                  <a:lnTo>
                    <a:pt x="4616781" y="1083515"/>
                  </a:lnTo>
                  <a:lnTo>
                    <a:pt x="4621772" y="1083515"/>
                  </a:lnTo>
                  <a:lnTo>
                    <a:pt x="4626763" y="1083515"/>
                  </a:lnTo>
                  <a:lnTo>
                    <a:pt x="4631754" y="1083515"/>
                  </a:lnTo>
                  <a:lnTo>
                    <a:pt x="4636745" y="1083515"/>
                  </a:lnTo>
                  <a:lnTo>
                    <a:pt x="4641737" y="1083515"/>
                  </a:lnTo>
                  <a:lnTo>
                    <a:pt x="4646728" y="1083515"/>
                  </a:lnTo>
                  <a:lnTo>
                    <a:pt x="4651719" y="1083515"/>
                  </a:lnTo>
                  <a:lnTo>
                    <a:pt x="4656710" y="1083515"/>
                  </a:lnTo>
                  <a:lnTo>
                    <a:pt x="4661701" y="1083515"/>
                  </a:lnTo>
                  <a:lnTo>
                    <a:pt x="4666692" y="1083515"/>
                  </a:lnTo>
                  <a:lnTo>
                    <a:pt x="4671683" y="1083515"/>
                  </a:lnTo>
                  <a:lnTo>
                    <a:pt x="4676674" y="1083515"/>
                  </a:lnTo>
                  <a:lnTo>
                    <a:pt x="4681666" y="1083515"/>
                  </a:lnTo>
                  <a:lnTo>
                    <a:pt x="4686657" y="1083515"/>
                  </a:lnTo>
                  <a:lnTo>
                    <a:pt x="4691648" y="1083515"/>
                  </a:lnTo>
                  <a:lnTo>
                    <a:pt x="4696639" y="1083515"/>
                  </a:lnTo>
                  <a:lnTo>
                    <a:pt x="4701630" y="1083515"/>
                  </a:lnTo>
                  <a:lnTo>
                    <a:pt x="4706621" y="1083515"/>
                  </a:lnTo>
                  <a:lnTo>
                    <a:pt x="4711612" y="1083515"/>
                  </a:lnTo>
                  <a:lnTo>
                    <a:pt x="4716603" y="1083515"/>
                  </a:lnTo>
                  <a:lnTo>
                    <a:pt x="4721594" y="1083515"/>
                  </a:lnTo>
                  <a:lnTo>
                    <a:pt x="4726586" y="1083515"/>
                  </a:lnTo>
                  <a:lnTo>
                    <a:pt x="4731577" y="1083515"/>
                  </a:lnTo>
                  <a:lnTo>
                    <a:pt x="4736568" y="1083515"/>
                  </a:lnTo>
                  <a:lnTo>
                    <a:pt x="4741559" y="1083515"/>
                  </a:lnTo>
                  <a:lnTo>
                    <a:pt x="4746550" y="1083515"/>
                  </a:lnTo>
                  <a:lnTo>
                    <a:pt x="4751541" y="1083515"/>
                  </a:lnTo>
                  <a:lnTo>
                    <a:pt x="4756532" y="1083515"/>
                  </a:lnTo>
                  <a:lnTo>
                    <a:pt x="4761523" y="1083515"/>
                  </a:lnTo>
                  <a:lnTo>
                    <a:pt x="4766514" y="1083515"/>
                  </a:lnTo>
                  <a:lnTo>
                    <a:pt x="4771506" y="1083515"/>
                  </a:lnTo>
                  <a:lnTo>
                    <a:pt x="4776497" y="1083515"/>
                  </a:lnTo>
                  <a:lnTo>
                    <a:pt x="4781488" y="1083515"/>
                  </a:lnTo>
                  <a:lnTo>
                    <a:pt x="4786479" y="1083515"/>
                  </a:lnTo>
                  <a:lnTo>
                    <a:pt x="4791470" y="1083515"/>
                  </a:lnTo>
                  <a:lnTo>
                    <a:pt x="4796461" y="1083515"/>
                  </a:lnTo>
                  <a:lnTo>
                    <a:pt x="4801452" y="1083515"/>
                  </a:lnTo>
                  <a:lnTo>
                    <a:pt x="4806443" y="1083515"/>
                  </a:lnTo>
                  <a:lnTo>
                    <a:pt x="4811434" y="1083515"/>
                  </a:lnTo>
                  <a:lnTo>
                    <a:pt x="4816426" y="1083515"/>
                  </a:lnTo>
                  <a:lnTo>
                    <a:pt x="4821417" y="1083515"/>
                  </a:lnTo>
                  <a:lnTo>
                    <a:pt x="4826408" y="1083515"/>
                  </a:lnTo>
                  <a:lnTo>
                    <a:pt x="4831399" y="1083515"/>
                  </a:lnTo>
                  <a:lnTo>
                    <a:pt x="4836390" y="1083515"/>
                  </a:lnTo>
                  <a:lnTo>
                    <a:pt x="4841381" y="1083515"/>
                  </a:lnTo>
                  <a:lnTo>
                    <a:pt x="4846372" y="1083515"/>
                  </a:lnTo>
                  <a:lnTo>
                    <a:pt x="4851363" y="1083515"/>
                  </a:lnTo>
                  <a:lnTo>
                    <a:pt x="4856355" y="1083515"/>
                  </a:lnTo>
                  <a:lnTo>
                    <a:pt x="4861346" y="1083515"/>
                  </a:lnTo>
                  <a:lnTo>
                    <a:pt x="4866337" y="1083515"/>
                  </a:lnTo>
                  <a:lnTo>
                    <a:pt x="4871328" y="1083515"/>
                  </a:lnTo>
                  <a:lnTo>
                    <a:pt x="4876319" y="1083515"/>
                  </a:lnTo>
                  <a:lnTo>
                    <a:pt x="4876319" y="1060218"/>
                  </a:lnTo>
                  <a:lnTo>
                    <a:pt x="4881310" y="1060218"/>
                  </a:lnTo>
                  <a:lnTo>
                    <a:pt x="4886301" y="1060218"/>
                  </a:lnTo>
                  <a:lnTo>
                    <a:pt x="4891292" y="1060218"/>
                  </a:lnTo>
                  <a:lnTo>
                    <a:pt x="4896283" y="1060218"/>
                  </a:lnTo>
                  <a:lnTo>
                    <a:pt x="4901275" y="1060218"/>
                  </a:lnTo>
                  <a:lnTo>
                    <a:pt x="4906266" y="1060218"/>
                  </a:lnTo>
                  <a:lnTo>
                    <a:pt x="4911257" y="1060218"/>
                  </a:lnTo>
                  <a:lnTo>
                    <a:pt x="4916248" y="1060218"/>
                  </a:lnTo>
                  <a:lnTo>
                    <a:pt x="4921239" y="1060218"/>
                  </a:lnTo>
                  <a:lnTo>
                    <a:pt x="4926230" y="1060218"/>
                  </a:lnTo>
                  <a:lnTo>
                    <a:pt x="4931221" y="1060218"/>
                  </a:lnTo>
                  <a:lnTo>
                    <a:pt x="4936212" y="1060218"/>
                  </a:lnTo>
                  <a:lnTo>
                    <a:pt x="4941203" y="1060218"/>
                  </a:lnTo>
                  <a:lnTo>
                    <a:pt x="4946195" y="1060218"/>
                  </a:lnTo>
                  <a:lnTo>
                    <a:pt x="4951186" y="1060218"/>
                  </a:lnTo>
                  <a:lnTo>
                    <a:pt x="4956177" y="1060218"/>
                  </a:lnTo>
                  <a:lnTo>
                    <a:pt x="4961168" y="1060218"/>
                  </a:lnTo>
                  <a:lnTo>
                    <a:pt x="4966159" y="1060218"/>
                  </a:lnTo>
                  <a:lnTo>
                    <a:pt x="4971150" y="1060218"/>
                  </a:lnTo>
                  <a:lnTo>
                    <a:pt x="4976141" y="1060218"/>
                  </a:lnTo>
                  <a:lnTo>
                    <a:pt x="4981132" y="1060218"/>
                  </a:lnTo>
                  <a:lnTo>
                    <a:pt x="4986124" y="1060218"/>
                  </a:lnTo>
                  <a:lnTo>
                    <a:pt x="4986124" y="1036354"/>
                  </a:lnTo>
                  <a:lnTo>
                    <a:pt x="4991115" y="1036354"/>
                  </a:lnTo>
                  <a:lnTo>
                    <a:pt x="4996106" y="1036354"/>
                  </a:lnTo>
                  <a:lnTo>
                    <a:pt x="5001097" y="1036354"/>
                  </a:lnTo>
                  <a:lnTo>
                    <a:pt x="5006088" y="1036354"/>
                  </a:lnTo>
                  <a:lnTo>
                    <a:pt x="5011079" y="1036354"/>
                  </a:lnTo>
                  <a:lnTo>
                    <a:pt x="5016070" y="1036354"/>
                  </a:lnTo>
                  <a:lnTo>
                    <a:pt x="5021061" y="1036354"/>
                  </a:lnTo>
                  <a:lnTo>
                    <a:pt x="5026052" y="1036354"/>
                  </a:lnTo>
                  <a:lnTo>
                    <a:pt x="5031044" y="1036354"/>
                  </a:lnTo>
                  <a:lnTo>
                    <a:pt x="5036035" y="1036354"/>
                  </a:lnTo>
                  <a:lnTo>
                    <a:pt x="5041026" y="1036354"/>
                  </a:lnTo>
                  <a:lnTo>
                    <a:pt x="5046017" y="1036354"/>
                  </a:lnTo>
                  <a:lnTo>
                    <a:pt x="5051008" y="1036354"/>
                  </a:lnTo>
                  <a:lnTo>
                    <a:pt x="5055999" y="1036354"/>
                  </a:lnTo>
                  <a:lnTo>
                    <a:pt x="5060990" y="1036354"/>
                  </a:lnTo>
                  <a:lnTo>
                    <a:pt x="5065981" y="1036354"/>
                  </a:lnTo>
                  <a:lnTo>
                    <a:pt x="5070972" y="1036354"/>
                  </a:lnTo>
                  <a:lnTo>
                    <a:pt x="5075964" y="1036354"/>
                  </a:lnTo>
                  <a:lnTo>
                    <a:pt x="5080955" y="1036354"/>
                  </a:lnTo>
                  <a:lnTo>
                    <a:pt x="5085946" y="1036354"/>
                  </a:lnTo>
                  <a:lnTo>
                    <a:pt x="5090937" y="1036354"/>
                  </a:lnTo>
                  <a:lnTo>
                    <a:pt x="5095928" y="1036354"/>
                  </a:lnTo>
                  <a:lnTo>
                    <a:pt x="5100919" y="1036354"/>
                  </a:lnTo>
                  <a:lnTo>
                    <a:pt x="5105910" y="1036354"/>
                  </a:lnTo>
                  <a:lnTo>
                    <a:pt x="5110901" y="1036354"/>
                  </a:lnTo>
                  <a:lnTo>
                    <a:pt x="5115893" y="1036354"/>
                  </a:lnTo>
                  <a:lnTo>
                    <a:pt x="5120884" y="1036354"/>
                  </a:lnTo>
                  <a:lnTo>
                    <a:pt x="5125875" y="1036354"/>
                  </a:lnTo>
                  <a:lnTo>
                    <a:pt x="5130866" y="1036354"/>
                  </a:lnTo>
                  <a:lnTo>
                    <a:pt x="5135857" y="1036354"/>
                  </a:lnTo>
                  <a:lnTo>
                    <a:pt x="5140848" y="1036354"/>
                  </a:lnTo>
                  <a:lnTo>
                    <a:pt x="5145839" y="1036354"/>
                  </a:lnTo>
                  <a:lnTo>
                    <a:pt x="5150830" y="1036354"/>
                  </a:lnTo>
                  <a:lnTo>
                    <a:pt x="5155821" y="1036354"/>
                  </a:lnTo>
                  <a:lnTo>
                    <a:pt x="5160813" y="1036354"/>
                  </a:lnTo>
                  <a:lnTo>
                    <a:pt x="5165804" y="1036354"/>
                  </a:lnTo>
                  <a:lnTo>
                    <a:pt x="5170795" y="1036354"/>
                  </a:lnTo>
                  <a:lnTo>
                    <a:pt x="5175786" y="1036354"/>
                  </a:lnTo>
                  <a:lnTo>
                    <a:pt x="5180777" y="1036354"/>
                  </a:lnTo>
                  <a:lnTo>
                    <a:pt x="5185768" y="1036354"/>
                  </a:lnTo>
                  <a:lnTo>
                    <a:pt x="5190759" y="1036354"/>
                  </a:lnTo>
                  <a:lnTo>
                    <a:pt x="5195750" y="1036354"/>
                  </a:lnTo>
                  <a:lnTo>
                    <a:pt x="5200741" y="1036354"/>
                  </a:lnTo>
                  <a:lnTo>
                    <a:pt x="5205733" y="1036354"/>
                  </a:lnTo>
                  <a:lnTo>
                    <a:pt x="5210724" y="1036354"/>
                  </a:lnTo>
                  <a:lnTo>
                    <a:pt x="5215715" y="1036354"/>
                  </a:lnTo>
                  <a:lnTo>
                    <a:pt x="5220706" y="1036354"/>
                  </a:lnTo>
                  <a:lnTo>
                    <a:pt x="5225697" y="1036354"/>
                  </a:lnTo>
                  <a:lnTo>
                    <a:pt x="5230688" y="1036354"/>
                  </a:lnTo>
                  <a:lnTo>
                    <a:pt x="5235679" y="1036354"/>
                  </a:lnTo>
                  <a:lnTo>
                    <a:pt x="5240670" y="1036354"/>
                  </a:lnTo>
                  <a:lnTo>
                    <a:pt x="5245662" y="1036354"/>
                  </a:lnTo>
                  <a:lnTo>
                    <a:pt x="5250653" y="1036354"/>
                  </a:lnTo>
                  <a:lnTo>
                    <a:pt x="5255644" y="1036354"/>
                  </a:lnTo>
                  <a:lnTo>
                    <a:pt x="5260635" y="1036354"/>
                  </a:lnTo>
                  <a:lnTo>
                    <a:pt x="5260635" y="1011355"/>
                  </a:lnTo>
                  <a:lnTo>
                    <a:pt x="5265626" y="1011355"/>
                  </a:lnTo>
                  <a:lnTo>
                    <a:pt x="5270617" y="1011355"/>
                  </a:lnTo>
                  <a:lnTo>
                    <a:pt x="5270617" y="986306"/>
                  </a:lnTo>
                  <a:lnTo>
                    <a:pt x="5275608" y="986306"/>
                  </a:lnTo>
                  <a:lnTo>
                    <a:pt x="5280599" y="986306"/>
                  </a:lnTo>
                  <a:lnTo>
                    <a:pt x="5285590" y="986306"/>
                  </a:lnTo>
                  <a:lnTo>
                    <a:pt x="5290582" y="986306"/>
                  </a:lnTo>
                  <a:lnTo>
                    <a:pt x="5295573" y="986306"/>
                  </a:lnTo>
                  <a:lnTo>
                    <a:pt x="5300564" y="986306"/>
                  </a:lnTo>
                  <a:lnTo>
                    <a:pt x="5305555" y="986306"/>
                  </a:lnTo>
                  <a:lnTo>
                    <a:pt x="5310546" y="986306"/>
                  </a:lnTo>
                  <a:lnTo>
                    <a:pt x="5315537" y="986306"/>
                  </a:lnTo>
                  <a:lnTo>
                    <a:pt x="5320528" y="986306"/>
                  </a:lnTo>
                  <a:lnTo>
                    <a:pt x="5325519" y="986306"/>
                  </a:lnTo>
                  <a:lnTo>
                    <a:pt x="5330510" y="986306"/>
                  </a:lnTo>
                  <a:lnTo>
                    <a:pt x="5335502" y="986306"/>
                  </a:lnTo>
                  <a:lnTo>
                    <a:pt x="5340493" y="986306"/>
                  </a:lnTo>
                  <a:lnTo>
                    <a:pt x="5345484" y="986306"/>
                  </a:lnTo>
                  <a:lnTo>
                    <a:pt x="5350475" y="986306"/>
                  </a:lnTo>
                  <a:lnTo>
                    <a:pt x="5355466" y="986306"/>
                  </a:lnTo>
                  <a:lnTo>
                    <a:pt x="5360457" y="986306"/>
                  </a:lnTo>
                  <a:lnTo>
                    <a:pt x="5365448" y="986306"/>
                  </a:lnTo>
                  <a:lnTo>
                    <a:pt x="5370439" y="986306"/>
                  </a:lnTo>
                  <a:lnTo>
                    <a:pt x="5375431" y="986306"/>
                  </a:lnTo>
                  <a:lnTo>
                    <a:pt x="5380422" y="986306"/>
                  </a:lnTo>
                  <a:lnTo>
                    <a:pt x="5385413" y="986306"/>
                  </a:lnTo>
                  <a:lnTo>
                    <a:pt x="5390404" y="986306"/>
                  </a:lnTo>
                  <a:lnTo>
                    <a:pt x="5395395" y="986306"/>
                  </a:lnTo>
                  <a:lnTo>
                    <a:pt x="5400386" y="986306"/>
                  </a:lnTo>
                  <a:lnTo>
                    <a:pt x="5405377" y="986306"/>
                  </a:lnTo>
                  <a:lnTo>
                    <a:pt x="5405377" y="960495"/>
                  </a:lnTo>
                  <a:lnTo>
                    <a:pt x="5410368" y="960495"/>
                  </a:lnTo>
                  <a:lnTo>
                    <a:pt x="5415359" y="960495"/>
                  </a:lnTo>
                  <a:lnTo>
                    <a:pt x="5420351" y="960495"/>
                  </a:lnTo>
                  <a:lnTo>
                    <a:pt x="5425342" y="960495"/>
                  </a:lnTo>
                  <a:lnTo>
                    <a:pt x="5430333" y="960495"/>
                  </a:lnTo>
                  <a:lnTo>
                    <a:pt x="5435324" y="960495"/>
                  </a:lnTo>
                  <a:lnTo>
                    <a:pt x="5440315" y="960495"/>
                  </a:lnTo>
                  <a:lnTo>
                    <a:pt x="5440315" y="934556"/>
                  </a:lnTo>
                  <a:lnTo>
                    <a:pt x="5445306" y="934556"/>
                  </a:lnTo>
                  <a:lnTo>
                    <a:pt x="5450297" y="934556"/>
                  </a:lnTo>
                  <a:lnTo>
                    <a:pt x="5455288" y="934556"/>
                  </a:lnTo>
                  <a:lnTo>
                    <a:pt x="5460279" y="934556"/>
                  </a:lnTo>
                  <a:lnTo>
                    <a:pt x="5465271" y="934556"/>
                  </a:lnTo>
                  <a:lnTo>
                    <a:pt x="5465271" y="908487"/>
                  </a:lnTo>
                  <a:lnTo>
                    <a:pt x="5470262" y="908487"/>
                  </a:lnTo>
                  <a:lnTo>
                    <a:pt x="5475253" y="908487"/>
                  </a:lnTo>
                  <a:lnTo>
                    <a:pt x="5480244" y="908487"/>
                  </a:lnTo>
                  <a:lnTo>
                    <a:pt x="5485235" y="908487"/>
                  </a:lnTo>
                  <a:lnTo>
                    <a:pt x="5490226" y="908487"/>
                  </a:lnTo>
                  <a:lnTo>
                    <a:pt x="5495217" y="908487"/>
                  </a:lnTo>
                  <a:lnTo>
                    <a:pt x="5500208" y="908487"/>
                  </a:lnTo>
                  <a:lnTo>
                    <a:pt x="5505200" y="908487"/>
                  </a:lnTo>
                  <a:lnTo>
                    <a:pt x="5510191" y="908487"/>
                  </a:lnTo>
                  <a:lnTo>
                    <a:pt x="5515182" y="908487"/>
                  </a:lnTo>
                  <a:lnTo>
                    <a:pt x="5520173" y="908487"/>
                  </a:lnTo>
                  <a:lnTo>
                    <a:pt x="5525164" y="908487"/>
                  </a:lnTo>
                  <a:lnTo>
                    <a:pt x="5530155" y="908487"/>
                  </a:lnTo>
                  <a:lnTo>
                    <a:pt x="5535146" y="908487"/>
                  </a:lnTo>
                  <a:lnTo>
                    <a:pt x="5540137" y="908487"/>
                  </a:lnTo>
                  <a:lnTo>
                    <a:pt x="5545128" y="908487"/>
                  </a:lnTo>
                  <a:lnTo>
                    <a:pt x="5550120" y="908487"/>
                  </a:lnTo>
                  <a:lnTo>
                    <a:pt x="5555111" y="908487"/>
                  </a:lnTo>
                  <a:lnTo>
                    <a:pt x="5560102" y="908487"/>
                  </a:lnTo>
                  <a:lnTo>
                    <a:pt x="5565093" y="908487"/>
                  </a:lnTo>
                  <a:lnTo>
                    <a:pt x="5570084" y="908487"/>
                  </a:lnTo>
                  <a:lnTo>
                    <a:pt x="5575075" y="908487"/>
                  </a:lnTo>
                  <a:lnTo>
                    <a:pt x="5580066" y="908487"/>
                  </a:lnTo>
                  <a:lnTo>
                    <a:pt x="5585057" y="908487"/>
                  </a:lnTo>
                  <a:lnTo>
                    <a:pt x="5590048" y="908487"/>
                  </a:lnTo>
                  <a:lnTo>
                    <a:pt x="5595040" y="908487"/>
                  </a:lnTo>
                  <a:lnTo>
                    <a:pt x="5600031" y="908487"/>
                  </a:lnTo>
                  <a:lnTo>
                    <a:pt x="5605022" y="908487"/>
                  </a:lnTo>
                  <a:lnTo>
                    <a:pt x="5610013" y="908487"/>
                  </a:lnTo>
                  <a:lnTo>
                    <a:pt x="5615004" y="908487"/>
                  </a:lnTo>
                  <a:lnTo>
                    <a:pt x="5619995" y="908487"/>
                  </a:lnTo>
                  <a:lnTo>
                    <a:pt x="5624986" y="908487"/>
                  </a:lnTo>
                  <a:lnTo>
                    <a:pt x="5629977" y="908487"/>
                  </a:lnTo>
                  <a:lnTo>
                    <a:pt x="5634968" y="908487"/>
                  </a:lnTo>
                  <a:lnTo>
                    <a:pt x="5639960" y="908487"/>
                  </a:lnTo>
                  <a:lnTo>
                    <a:pt x="5644951" y="908487"/>
                  </a:lnTo>
                  <a:lnTo>
                    <a:pt x="5649942" y="908487"/>
                  </a:lnTo>
                  <a:lnTo>
                    <a:pt x="5654933" y="908487"/>
                  </a:lnTo>
                  <a:lnTo>
                    <a:pt x="5659924" y="908487"/>
                  </a:lnTo>
                  <a:lnTo>
                    <a:pt x="5664915" y="908487"/>
                  </a:lnTo>
                  <a:lnTo>
                    <a:pt x="5669906" y="908487"/>
                  </a:lnTo>
                  <a:lnTo>
                    <a:pt x="5674897" y="908487"/>
                  </a:lnTo>
                  <a:lnTo>
                    <a:pt x="5679889" y="908487"/>
                  </a:lnTo>
                  <a:lnTo>
                    <a:pt x="5684880" y="908487"/>
                  </a:lnTo>
                  <a:lnTo>
                    <a:pt x="5689871" y="908487"/>
                  </a:lnTo>
                  <a:lnTo>
                    <a:pt x="5694862" y="908487"/>
                  </a:lnTo>
                  <a:lnTo>
                    <a:pt x="5704844" y="908487"/>
                  </a:lnTo>
                  <a:lnTo>
                    <a:pt x="5709835" y="908487"/>
                  </a:lnTo>
                  <a:lnTo>
                    <a:pt x="5714826" y="908487"/>
                  </a:lnTo>
                  <a:lnTo>
                    <a:pt x="5719817" y="908487"/>
                  </a:lnTo>
                  <a:lnTo>
                    <a:pt x="5724809" y="908487"/>
                  </a:lnTo>
                  <a:lnTo>
                    <a:pt x="5729800" y="908487"/>
                  </a:lnTo>
                  <a:lnTo>
                    <a:pt x="5734791" y="908487"/>
                  </a:lnTo>
                  <a:lnTo>
                    <a:pt x="5739782" y="908487"/>
                  </a:lnTo>
                  <a:lnTo>
                    <a:pt x="5744773" y="908487"/>
                  </a:lnTo>
                  <a:lnTo>
                    <a:pt x="5749764" y="908487"/>
                  </a:lnTo>
                  <a:lnTo>
                    <a:pt x="5754755" y="908487"/>
                  </a:lnTo>
                  <a:lnTo>
                    <a:pt x="5759746" y="908487"/>
                  </a:lnTo>
                  <a:lnTo>
                    <a:pt x="5764737" y="908487"/>
                  </a:lnTo>
                  <a:lnTo>
                    <a:pt x="5764737" y="881040"/>
                  </a:lnTo>
                  <a:lnTo>
                    <a:pt x="5769729" y="881040"/>
                  </a:lnTo>
                  <a:lnTo>
                    <a:pt x="5774720" y="881040"/>
                  </a:lnTo>
                  <a:lnTo>
                    <a:pt x="5779711" y="881040"/>
                  </a:lnTo>
                  <a:lnTo>
                    <a:pt x="5789693" y="881040"/>
                  </a:lnTo>
                  <a:lnTo>
                    <a:pt x="5794684" y="881040"/>
                  </a:lnTo>
                  <a:lnTo>
                    <a:pt x="5799675" y="881040"/>
                  </a:lnTo>
                  <a:lnTo>
                    <a:pt x="5804666" y="881040"/>
                  </a:lnTo>
                  <a:lnTo>
                    <a:pt x="5809658" y="881040"/>
                  </a:lnTo>
                  <a:lnTo>
                    <a:pt x="5814649" y="881040"/>
                  </a:lnTo>
                  <a:lnTo>
                    <a:pt x="5819640" y="881040"/>
                  </a:lnTo>
                  <a:lnTo>
                    <a:pt x="5824631" y="881040"/>
                  </a:lnTo>
                  <a:lnTo>
                    <a:pt x="5829622" y="881040"/>
                  </a:lnTo>
                  <a:lnTo>
                    <a:pt x="5834613" y="881040"/>
                  </a:lnTo>
                  <a:lnTo>
                    <a:pt x="5839604" y="881040"/>
                  </a:lnTo>
                  <a:lnTo>
                    <a:pt x="5844595" y="881040"/>
                  </a:lnTo>
                  <a:lnTo>
                    <a:pt x="5849586" y="881040"/>
                  </a:lnTo>
                  <a:lnTo>
                    <a:pt x="5854578" y="881040"/>
                  </a:lnTo>
                  <a:lnTo>
                    <a:pt x="5859569" y="881040"/>
                  </a:lnTo>
                  <a:lnTo>
                    <a:pt x="5864560" y="881040"/>
                  </a:lnTo>
                  <a:lnTo>
                    <a:pt x="5869551" y="881040"/>
                  </a:lnTo>
                  <a:lnTo>
                    <a:pt x="5874542" y="881040"/>
                  </a:lnTo>
                  <a:lnTo>
                    <a:pt x="5879533" y="881040"/>
                  </a:lnTo>
                  <a:lnTo>
                    <a:pt x="5884524" y="881040"/>
                  </a:lnTo>
                  <a:lnTo>
                    <a:pt x="5889515" y="881040"/>
                  </a:lnTo>
                  <a:lnTo>
                    <a:pt x="5894506" y="881040"/>
                  </a:lnTo>
                  <a:lnTo>
                    <a:pt x="5899498" y="881040"/>
                  </a:lnTo>
                  <a:lnTo>
                    <a:pt x="5904489" y="881040"/>
                  </a:lnTo>
                  <a:lnTo>
                    <a:pt x="5909480" y="881040"/>
                  </a:lnTo>
                  <a:lnTo>
                    <a:pt x="5914471" y="881040"/>
                  </a:lnTo>
                  <a:lnTo>
                    <a:pt x="5919462" y="881040"/>
                  </a:lnTo>
                  <a:lnTo>
                    <a:pt x="5924453" y="881040"/>
                  </a:lnTo>
                  <a:lnTo>
                    <a:pt x="5929444" y="881040"/>
                  </a:lnTo>
                  <a:lnTo>
                    <a:pt x="5934435" y="881040"/>
                  </a:lnTo>
                  <a:lnTo>
                    <a:pt x="5939427" y="881040"/>
                  </a:lnTo>
                  <a:lnTo>
                    <a:pt x="5944418" y="881040"/>
                  </a:lnTo>
                  <a:lnTo>
                    <a:pt x="5949409" y="881040"/>
                  </a:lnTo>
                  <a:lnTo>
                    <a:pt x="5959391" y="881040"/>
                  </a:lnTo>
                  <a:lnTo>
                    <a:pt x="5969373" y="881040"/>
                  </a:lnTo>
                  <a:lnTo>
                    <a:pt x="5974364" y="881040"/>
                  </a:lnTo>
                  <a:lnTo>
                    <a:pt x="5979355" y="881040"/>
                  </a:lnTo>
                  <a:lnTo>
                    <a:pt x="5984347" y="881040"/>
                  </a:lnTo>
                  <a:lnTo>
                    <a:pt x="5989338" y="881040"/>
                  </a:lnTo>
                  <a:lnTo>
                    <a:pt x="5989338" y="853157"/>
                  </a:lnTo>
                  <a:lnTo>
                    <a:pt x="5994329" y="853157"/>
                  </a:lnTo>
                  <a:lnTo>
                    <a:pt x="5999320" y="853157"/>
                  </a:lnTo>
                  <a:lnTo>
                    <a:pt x="6004311" y="853157"/>
                  </a:lnTo>
                  <a:lnTo>
                    <a:pt x="6009302" y="853157"/>
                  </a:lnTo>
                  <a:lnTo>
                    <a:pt x="6014293" y="853157"/>
                  </a:lnTo>
                  <a:lnTo>
                    <a:pt x="6019284" y="853157"/>
                  </a:lnTo>
                  <a:lnTo>
                    <a:pt x="6024275" y="853157"/>
                  </a:lnTo>
                  <a:lnTo>
                    <a:pt x="6029267" y="853157"/>
                  </a:lnTo>
                  <a:lnTo>
                    <a:pt x="6034258" y="853157"/>
                  </a:lnTo>
                  <a:lnTo>
                    <a:pt x="6039249" y="853157"/>
                  </a:lnTo>
                  <a:lnTo>
                    <a:pt x="6044240" y="853157"/>
                  </a:lnTo>
                  <a:lnTo>
                    <a:pt x="6049231" y="853157"/>
                  </a:lnTo>
                  <a:lnTo>
                    <a:pt x="6054222" y="853157"/>
                  </a:lnTo>
                  <a:lnTo>
                    <a:pt x="6059213" y="853157"/>
                  </a:lnTo>
                  <a:lnTo>
                    <a:pt x="6064204" y="853157"/>
                  </a:lnTo>
                  <a:lnTo>
                    <a:pt x="6069196" y="853157"/>
                  </a:lnTo>
                  <a:lnTo>
                    <a:pt x="6074187" y="853157"/>
                  </a:lnTo>
                  <a:lnTo>
                    <a:pt x="6079178" y="853157"/>
                  </a:lnTo>
                  <a:lnTo>
                    <a:pt x="6084169" y="853157"/>
                  </a:lnTo>
                  <a:lnTo>
                    <a:pt x="6089160" y="853157"/>
                  </a:lnTo>
                  <a:lnTo>
                    <a:pt x="6094151" y="853157"/>
                  </a:lnTo>
                  <a:lnTo>
                    <a:pt x="6099142" y="853157"/>
                  </a:lnTo>
                  <a:lnTo>
                    <a:pt x="6104133" y="853157"/>
                  </a:lnTo>
                  <a:lnTo>
                    <a:pt x="6109124" y="853157"/>
                  </a:lnTo>
                  <a:lnTo>
                    <a:pt x="6114116" y="853157"/>
                  </a:lnTo>
                  <a:lnTo>
                    <a:pt x="6119107" y="853157"/>
                  </a:lnTo>
                  <a:lnTo>
                    <a:pt x="6124098" y="853157"/>
                  </a:lnTo>
                  <a:lnTo>
                    <a:pt x="6129089" y="853157"/>
                  </a:lnTo>
                  <a:lnTo>
                    <a:pt x="6134080" y="853157"/>
                  </a:lnTo>
                  <a:lnTo>
                    <a:pt x="6139071" y="853157"/>
                  </a:lnTo>
                  <a:lnTo>
                    <a:pt x="6144062" y="853157"/>
                  </a:lnTo>
                  <a:lnTo>
                    <a:pt x="6149053" y="853157"/>
                  </a:lnTo>
                  <a:lnTo>
                    <a:pt x="6154044" y="853157"/>
                  </a:lnTo>
                  <a:lnTo>
                    <a:pt x="6159036" y="853157"/>
                  </a:lnTo>
                  <a:lnTo>
                    <a:pt x="6164027" y="853157"/>
                  </a:lnTo>
                  <a:lnTo>
                    <a:pt x="6169018" y="853157"/>
                  </a:lnTo>
                  <a:lnTo>
                    <a:pt x="6174009" y="853157"/>
                  </a:lnTo>
                  <a:lnTo>
                    <a:pt x="6179000" y="853157"/>
                  </a:lnTo>
                  <a:lnTo>
                    <a:pt x="6183991" y="853157"/>
                  </a:lnTo>
                  <a:lnTo>
                    <a:pt x="6188982" y="853157"/>
                  </a:lnTo>
                  <a:lnTo>
                    <a:pt x="6193973" y="853157"/>
                  </a:lnTo>
                  <a:lnTo>
                    <a:pt x="6203956" y="853157"/>
                  </a:lnTo>
                  <a:lnTo>
                    <a:pt x="6208947" y="853157"/>
                  </a:lnTo>
                  <a:lnTo>
                    <a:pt x="6213938" y="853157"/>
                  </a:lnTo>
                  <a:lnTo>
                    <a:pt x="6218929" y="853157"/>
                  </a:lnTo>
                  <a:lnTo>
                    <a:pt x="6223920" y="853157"/>
                  </a:lnTo>
                  <a:lnTo>
                    <a:pt x="6228911" y="853157"/>
                  </a:lnTo>
                  <a:lnTo>
                    <a:pt x="6233902" y="853157"/>
                  </a:lnTo>
                  <a:lnTo>
                    <a:pt x="6238893" y="853157"/>
                  </a:lnTo>
                  <a:lnTo>
                    <a:pt x="6243885" y="853157"/>
                  </a:lnTo>
                  <a:lnTo>
                    <a:pt x="6243885" y="823566"/>
                  </a:lnTo>
                  <a:lnTo>
                    <a:pt x="6248876" y="823566"/>
                  </a:lnTo>
                  <a:lnTo>
                    <a:pt x="6253867" y="823566"/>
                  </a:lnTo>
                  <a:lnTo>
                    <a:pt x="6258858" y="823566"/>
                  </a:lnTo>
                  <a:lnTo>
                    <a:pt x="6263849" y="823566"/>
                  </a:lnTo>
                  <a:lnTo>
                    <a:pt x="6268840" y="823566"/>
                  </a:lnTo>
                  <a:lnTo>
                    <a:pt x="6273831" y="823566"/>
                  </a:lnTo>
                  <a:lnTo>
                    <a:pt x="6278822" y="823566"/>
                  </a:lnTo>
                  <a:lnTo>
                    <a:pt x="6283813" y="823566"/>
                  </a:lnTo>
                  <a:lnTo>
                    <a:pt x="6288805" y="823566"/>
                  </a:lnTo>
                  <a:lnTo>
                    <a:pt x="6293796" y="823566"/>
                  </a:lnTo>
                  <a:lnTo>
                    <a:pt x="6298787" y="823566"/>
                  </a:lnTo>
                  <a:lnTo>
                    <a:pt x="6303778" y="823566"/>
                  </a:lnTo>
                  <a:lnTo>
                    <a:pt x="6308769" y="823566"/>
                  </a:lnTo>
                  <a:lnTo>
                    <a:pt x="6313760" y="823566"/>
                  </a:lnTo>
                  <a:lnTo>
                    <a:pt x="6318751" y="823566"/>
                  </a:lnTo>
                  <a:lnTo>
                    <a:pt x="6323742" y="823566"/>
                  </a:lnTo>
                  <a:lnTo>
                    <a:pt x="6328734" y="823566"/>
                  </a:lnTo>
                  <a:lnTo>
                    <a:pt x="6333725" y="823566"/>
                  </a:lnTo>
                  <a:lnTo>
                    <a:pt x="6338716" y="823566"/>
                  </a:lnTo>
                  <a:lnTo>
                    <a:pt x="6343707" y="823566"/>
                  </a:lnTo>
                  <a:lnTo>
                    <a:pt x="6348698" y="823566"/>
                  </a:lnTo>
                  <a:lnTo>
                    <a:pt x="6353689" y="823566"/>
                  </a:lnTo>
                  <a:lnTo>
                    <a:pt x="6358680" y="823566"/>
                  </a:lnTo>
                  <a:lnTo>
                    <a:pt x="6363671" y="823566"/>
                  </a:lnTo>
                  <a:lnTo>
                    <a:pt x="6368662" y="823566"/>
                  </a:lnTo>
                  <a:lnTo>
                    <a:pt x="6373654" y="823566"/>
                  </a:lnTo>
                  <a:lnTo>
                    <a:pt x="6378645" y="823566"/>
                  </a:lnTo>
                  <a:lnTo>
                    <a:pt x="6383636" y="823566"/>
                  </a:lnTo>
                  <a:lnTo>
                    <a:pt x="6388627" y="823566"/>
                  </a:lnTo>
                  <a:lnTo>
                    <a:pt x="6393618" y="823566"/>
                  </a:lnTo>
                  <a:lnTo>
                    <a:pt x="6398609" y="823566"/>
                  </a:lnTo>
                  <a:lnTo>
                    <a:pt x="6403600" y="823566"/>
                  </a:lnTo>
                  <a:lnTo>
                    <a:pt x="6408591" y="823566"/>
                  </a:lnTo>
                  <a:lnTo>
                    <a:pt x="6413582" y="823566"/>
                  </a:lnTo>
                  <a:lnTo>
                    <a:pt x="6413582" y="793333"/>
                  </a:lnTo>
                  <a:lnTo>
                    <a:pt x="6418574" y="793333"/>
                  </a:lnTo>
                  <a:lnTo>
                    <a:pt x="6423565" y="793333"/>
                  </a:lnTo>
                  <a:lnTo>
                    <a:pt x="6428556" y="793333"/>
                  </a:lnTo>
                  <a:lnTo>
                    <a:pt x="6433547" y="793333"/>
                  </a:lnTo>
                  <a:lnTo>
                    <a:pt x="6438538" y="793333"/>
                  </a:lnTo>
                  <a:lnTo>
                    <a:pt x="6443529" y="793333"/>
                  </a:lnTo>
                  <a:lnTo>
                    <a:pt x="6453511" y="793333"/>
                  </a:lnTo>
                  <a:lnTo>
                    <a:pt x="6458502" y="793333"/>
                  </a:lnTo>
                  <a:lnTo>
                    <a:pt x="6463494" y="793333"/>
                  </a:lnTo>
                  <a:lnTo>
                    <a:pt x="6468485" y="793333"/>
                  </a:lnTo>
                  <a:lnTo>
                    <a:pt x="6473476" y="793333"/>
                  </a:lnTo>
                  <a:lnTo>
                    <a:pt x="6478467" y="793333"/>
                  </a:lnTo>
                  <a:lnTo>
                    <a:pt x="6483458" y="793333"/>
                  </a:lnTo>
                  <a:lnTo>
                    <a:pt x="6488449" y="793333"/>
                  </a:lnTo>
                  <a:lnTo>
                    <a:pt x="6493440" y="793333"/>
                  </a:lnTo>
                  <a:lnTo>
                    <a:pt x="6498431" y="793333"/>
                  </a:lnTo>
                  <a:lnTo>
                    <a:pt x="6503423" y="793333"/>
                  </a:lnTo>
                  <a:lnTo>
                    <a:pt x="6508414" y="793333"/>
                  </a:lnTo>
                  <a:lnTo>
                    <a:pt x="6513405" y="793333"/>
                  </a:lnTo>
                  <a:lnTo>
                    <a:pt x="6518396" y="793333"/>
                  </a:lnTo>
                  <a:lnTo>
                    <a:pt x="6518396" y="762899"/>
                  </a:lnTo>
                  <a:lnTo>
                    <a:pt x="6523387" y="762899"/>
                  </a:lnTo>
                  <a:lnTo>
                    <a:pt x="6528378" y="762899"/>
                  </a:lnTo>
                  <a:lnTo>
                    <a:pt x="6533369" y="762899"/>
                  </a:lnTo>
                  <a:lnTo>
                    <a:pt x="6538360" y="762899"/>
                  </a:lnTo>
                  <a:lnTo>
                    <a:pt x="6543351" y="762899"/>
                  </a:lnTo>
                  <a:lnTo>
                    <a:pt x="6548343" y="762899"/>
                  </a:lnTo>
                  <a:lnTo>
                    <a:pt x="6553334" y="762899"/>
                  </a:lnTo>
                  <a:lnTo>
                    <a:pt x="6558325" y="762899"/>
                  </a:lnTo>
                  <a:lnTo>
                    <a:pt x="6563316" y="762899"/>
                  </a:lnTo>
                  <a:lnTo>
                    <a:pt x="6568307" y="762899"/>
                  </a:lnTo>
                  <a:lnTo>
                    <a:pt x="6573298" y="762899"/>
                  </a:lnTo>
                  <a:lnTo>
                    <a:pt x="6578289" y="762899"/>
                  </a:lnTo>
                  <a:lnTo>
                    <a:pt x="6583280" y="762899"/>
                  </a:lnTo>
                  <a:lnTo>
                    <a:pt x="6588271" y="762899"/>
                  </a:lnTo>
                  <a:lnTo>
                    <a:pt x="6598254" y="762899"/>
                  </a:lnTo>
                  <a:lnTo>
                    <a:pt x="6603245" y="762899"/>
                  </a:lnTo>
                  <a:lnTo>
                    <a:pt x="6608236" y="762899"/>
                  </a:lnTo>
                  <a:lnTo>
                    <a:pt x="6613227" y="762899"/>
                  </a:lnTo>
                  <a:lnTo>
                    <a:pt x="6618218" y="762899"/>
                  </a:lnTo>
                  <a:lnTo>
                    <a:pt x="6623209" y="762899"/>
                  </a:lnTo>
                  <a:lnTo>
                    <a:pt x="6628200" y="762899"/>
                  </a:lnTo>
                  <a:lnTo>
                    <a:pt x="6633192" y="762899"/>
                  </a:lnTo>
                  <a:lnTo>
                    <a:pt x="6638183" y="762899"/>
                  </a:lnTo>
                  <a:lnTo>
                    <a:pt x="6643174" y="762899"/>
                  </a:lnTo>
                  <a:lnTo>
                    <a:pt x="6648165" y="762899"/>
                  </a:lnTo>
                  <a:lnTo>
                    <a:pt x="6653156" y="762899"/>
                  </a:lnTo>
                  <a:lnTo>
                    <a:pt x="6658147" y="762899"/>
                  </a:lnTo>
                  <a:lnTo>
                    <a:pt x="6663138" y="762899"/>
                  </a:lnTo>
                  <a:lnTo>
                    <a:pt x="6668129" y="762899"/>
                  </a:lnTo>
                  <a:lnTo>
                    <a:pt x="6673120" y="762899"/>
                  </a:lnTo>
                  <a:lnTo>
                    <a:pt x="6678112" y="762899"/>
                  </a:lnTo>
                  <a:lnTo>
                    <a:pt x="6683103" y="762899"/>
                  </a:lnTo>
                  <a:lnTo>
                    <a:pt x="6688094" y="762899"/>
                  </a:lnTo>
                  <a:lnTo>
                    <a:pt x="6693085" y="762899"/>
                  </a:lnTo>
                  <a:lnTo>
                    <a:pt x="6698076" y="762899"/>
                  </a:lnTo>
                  <a:lnTo>
                    <a:pt x="6703067" y="762899"/>
                  </a:lnTo>
                  <a:lnTo>
                    <a:pt x="6708058" y="762899"/>
                  </a:lnTo>
                  <a:lnTo>
                    <a:pt x="6713049" y="762899"/>
                  </a:lnTo>
                  <a:lnTo>
                    <a:pt x="6718040" y="762899"/>
                  </a:lnTo>
                  <a:lnTo>
                    <a:pt x="6723032" y="762899"/>
                  </a:lnTo>
                  <a:lnTo>
                    <a:pt x="6728023" y="762899"/>
                  </a:lnTo>
                  <a:lnTo>
                    <a:pt x="6733014" y="762899"/>
                  </a:lnTo>
                  <a:lnTo>
                    <a:pt x="6738005" y="762899"/>
                  </a:lnTo>
                  <a:lnTo>
                    <a:pt x="6742996" y="762899"/>
                  </a:lnTo>
                  <a:lnTo>
                    <a:pt x="6747987" y="762899"/>
                  </a:lnTo>
                  <a:lnTo>
                    <a:pt x="6752978" y="762899"/>
                  </a:lnTo>
                  <a:lnTo>
                    <a:pt x="6757969" y="762899"/>
                  </a:lnTo>
                  <a:lnTo>
                    <a:pt x="6762961" y="762899"/>
                  </a:lnTo>
                  <a:lnTo>
                    <a:pt x="6767952" y="762899"/>
                  </a:lnTo>
                  <a:lnTo>
                    <a:pt x="6772943" y="762899"/>
                  </a:lnTo>
                  <a:lnTo>
                    <a:pt x="6777934" y="762899"/>
                  </a:lnTo>
                  <a:lnTo>
                    <a:pt x="6782925" y="762899"/>
                  </a:lnTo>
                  <a:lnTo>
                    <a:pt x="6787916" y="762899"/>
                  </a:lnTo>
                  <a:lnTo>
                    <a:pt x="6792907" y="762899"/>
                  </a:lnTo>
                  <a:lnTo>
                    <a:pt x="6797898" y="762899"/>
                  </a:lnTo>
                  <a:lnTo>
                    <a:pt x="6802889" y="762899"/>
                  </a:lnTo>
                  <a:lnTo>
                    <a:pt x="6807881" y="762899"/>
                  </a:lnTo>
                  <a:lnTo>
                    <a:pt x="6812872" y="762899"/>
                  </a:lnTo>
                  <a:lnTo>
                    <a:pt x="6817863" y="762899"/>
                  </a:lnTo>
                  <a:lnTo>
                    <a:pt x="6822854" y="762899"/>
                  </a:lnTo>
                  <a:lnTo>
                    <a:pt x="6827845" y="762899"/>
                  </a:lnTo>
                  <a:lnTo>
                    <a:pt x="6837827" y="762899"/>
                  </a:lnTo>
                  <a:lnTo>
                    <a:pt x="6842818" y="762899"/>
                  </a:lnTo>
                  <a:lnTo>
                    <a:pt x="6847809" y="762899"/>
                  </a:lnTo>
                  <a:lnTo>
                    <a:pt x="6852801" y="762899"/>
                  </a:lnTo>
                  <a:lnTo>
                    <a:pt x="6857792" y="762899"/>
                  </a:lnTo>
                  <a:lnTo>
                    <a:pt x="6862783" y="762899"/>
                  </a:lnTo>
                  <a:lnTo>
                    <a:pt x="6867774" y="762899"/>
                  </a:lnTo>
                  <a:lnTo>
                    <a:pt x="6872765" y="762899"/>
                  </a:lnTo>
                  <a:lnTo>
                    <a:pt x="6877756" y="762899"/>
                  </a:lnTo>
                  <a:lnTo>
                    <a:pt x="6887738" y="762899"/>
                  </a:lnTo>
                  <a:lnTo>
                    <a:pt x="6892730" y="762899"/>
                  </a:lnTo>
                  <a:lnTo>
                    <a:pt x="6897721" y="762899"/>
                  </a:lnTo>
                  <a:lnTo>
                    <a:pt x="6907703" y="762899"/>
                  </a:lnTo>
                  <a:lnTo>
                    <a:pt x="6912694" y="762899"/>
                  </a:lnTo>
                  <a:lnTo>
                    <a:pt x="6917685" y="762899"/>
                  </a:lnTo>
                  <a:lnTo>
                    <a:pt x="6917685" y="729892"/>
                  </a:lnTo>
                  <a:lnTo>
                    <a:pt x="6927667" y="729892"/>
                  </a:lnTo>
                  <a:lnTo>
                    <a:pt x="6932658" y="729892"/>
                  </a:lnTo>
                  <a:lnTo>
                    <a:pt x="6937650" y="729892"/>
                  </a:lnTo>
                  <a:lnTo>
                    <a:pt x="6942641" y="729892"/>
                  </a:lnTo>
                  <a:lnTo>
                    <a:pt x="6947632" y="729892"/>
                  </a:lnTo>
                  <a:lnTo>
                    <a:pt x="6952623" y="729892"/>
                  </a:lnTo>
                  <a:lnTo>
                    <a:pt x="6957614" y="729892"/>
                  </a:lnTo>
                  <a:lnTo>
                    <a:pt x="6957614" y="696787"/>
                  </a:lnTo>
                  <a:lnTo>
                    <a:pt x="6962605" y="696787"/>
                  </a:lnTo>
                  <a:lnTo>
                    <a:pt x="6967596" y="696787"/>
                  </a:lnTo>
                  <a:lnTo>
                    <a:pt x="6972587" y="696787"/>
                  </a:lnTo>
                  <a:lnTo>
                    <a:pt x="6977578" y="696787"/>
                  </a:lnTo>
                  <a:lnTo>
                    <a:pt x="6982570" y="696787"/>
                  </a:lnTo>
                  <a:lnTo>
                    <a:pt x="6987561" y="696787"/>
                  </a:lnTo>
                  <a:lnTo>
                    <a:pt x="6992552" y="696787"/>
                  </a:lnTo>
                  <a:lnTo>
                    <a:pt x="6997543" y="696787"/>
                  </a:lnTo>
                  <a:lnTo>
                    <a:pt x="7002534" y="696787"/>
                  </a:lnTo>
                  <a:lnTo>
                    <a:pt x="7007525" y="696787"/>
                  </a:lnTo>
                  <a:lnTo>
                    <a:pt x="7012516" y="696787"/>
                  </a:lnTo>
                  <a:lnTo>
                    <a:pt x="7017507" y="696787"/>
                  </a:lnTo>
                  <a:lnTo>
                    <a:pt x="7022499" y="696787"/>
                  </a:lnTo>
                  <a:lnTo>
                    <a:pt x="7027490" y="696787"/>
                  </a:lnTo>
                  <a:lnTo>
                    <a:pt x="7032481" y="696787"/>
                  </a:lnTo>
                  <a:lnTo>
                    <a:pt x="7037472" y="696787"/>
                  </a:lnTo>
                  <a:lnTo>
                    <a:pt x="7042463" y="696787"/>
                  </a:lnTo>
                  <a:lnTo>
                    <a:pt x="7042463" y="662978"/>
                  </a:lnTo>
                  <a:lnTo>
                    <a:pt x="7047454" y="662978"/>
                  </a:lnTo>
                  <a:lnTo>
                    <a:pt x="7052445" y="662978"/>
                  </a:lnTo>
                  <a:lnTo>
                    <a:pt x="7057436" y="662978"/>
                  </a:lnTo>
                  <a:lnTo>
                    <a:pt x="7062427" y="662978"/>
                  </a:lnTo>
                  <a:lnTo>
                    <a:pt x="7067419" y="662978"/>
                  </a:lnTo>
                  <a:lnTo>
                    <a:pt x="7072410" y="662978"/>
                  </a:lnTo>
                  <a:lnTo>
                    <a:pt x="7077401" y="662978"/>
                  </a:lnTo>
                  <a:lnTo>
                    <a:pt x="7082392" y="662978"/>
                  </a:lnTo>
                  <a:lnTo>
                    <a:pt x="7097365" y="662978"/>
                  </a:lnTo>
                  <a:lnTo>
                    <a:pt x="7102356" y="662978"/>
                  </a:lnTo>
                  <a:lnTo>
                    <a:pt x="7107347" y="662978"/>
                  </a:lnTo>
                  <a:lnTo>
                    <a:pt x="7112339" y="662978"/>
                  </a:lnTo>
                  <a:lnTo>
                    <a:pt x="7117330" y="662978"/>
                  </a:lnTo>
                  <a:lnTo>
                    <a:pt x="7122321" y="662978"/>
                  </a:lnTo>
                  <a:lnTo>
                    <a:pt x="7127312" y="662978"/>
                  </a:lnTo>
                  <a:lnTo>
                    <a:pt x="7127312" y="628434"/>
                  </a:lnTo>
                  <a:lnTo>
                    <a:pt x="7132303" y="628434"/>
                  </a:lnTo>
                  <a:lnTo>
                    <a:pt x="7137294" y="628434"/>
                  </a:lnTo>
                  <a:lnTo>
                    <a:pt x="7147276" y="628434"/>
                  </a:lnTo>
                  <a:lnTo>
                    <a:pt x="7152267" y="628434"/>
                  </a:lnTo>
                  <a:lnTo>
                    <a:pt x="7157259" y="628434"/>
                  </a:lnTo>
                  <a:lnTo>
                    <a:pt x="7162250" y="628434"/>
                  </a:lnTo>
                  <a:lnTo>
                    <a:pt x="7167241" y="628434"/>
                  </a:lnTo>
                  <a:lnTo>
                    <a:pt x="7172232" y="628434"/>
                  </a:lnTo>
                  <a:lnTo>
                    <a:pt x="7177223" y="628434"/>
                  </a:lnTo>
                  <a:lnTo>
                    <a:pt x="7182214" y="628434"/>
                  </a:lnTo>
                  <a:lnTo>
                    <a:pt x="7182214" y="593615"/>
                  </a:lnTo>
                  <a:lnTo>
                    <a:pt x="7187205" y="593615"/>
                  </a:lnTo>
                  <a:lnTo>
                    <a:pt x="7192196" y="593615"/>
                  </a:lnTo>
                  <a:lnTo>
                    <a:pt x="7197188" y="593615"/>
                  </a:lnTo>
                  <a:lnTo>
                    <a:pt x="7202179" y="593615"/>
                  </a:lnTo>
                  <a:lnTo>
                    <a:pt x="7207170" y="593615"/>
                  </a:lnTo>
                  <a:lnTo>
                    <a:pt x="7212161" y="593615"/>
                  </a:lnTo>
                  <a:lnTo>
                    <a:pt x="7217152" y="593615"/>
                  </a:lnTo>
                  <a:lnTo>
                    <a:pt x="7222143" y="593615"/>
                  </a:lnTo>
                  <a:lnTo>
                    <a:pt x="7227134" y="593615"/>
                  </a:lnTo>
                  <a:lnTo>
                    <a:pt x="7232125" y="593615"/>
                  </a:lnTo>
                  <a:lnTo>
                    <a:pt x="7237116" y="593615"/>
                  </a:lnTo>
                  <a:lnTo>
                    <a:pt x="7242108" y="593615"/>
                  </a:lnTo>
                  <a:lnTo>
                    <a:pt x="7247099" y="593615"/>
                  </a:lnTo>
                  <a:lnTo>
                    <a:pt x="7252090" y="593615"/>
                  </a:lnTo>
                  <a:lnTo>
                    <a:pt x="7262072" y="593615"/>
                  </a:lnTo>
                  <a:lnTo>
                    <a:pt x="7267063" y="593615"/>
                  </a:lnTo>
                  <a:lnTo>
                    <a:pt x="7272054" y="593615"/>
                  </a:lnTo>
                  <a:lnTo>
                    <a:pt x="7277045" y="593615"/>
                  </a:lnTo>
                  <a:lnTo>
                    <a:pt x="7287028" y="593615"/>
                  </a:lnTo>
                  <a:lnTo>
                    <a:pt x="7292019" y="593615"/>
                  </a:lnTo>
                  <a:lnTo>
                    <a:pt x="7297010" y="593615"/>
                  </a:lnTo>
                  <a:lnTo>
                    <a:pt x="7302001" y="593615"/>
                  </a:lnTo>
                  <a:lnTo>
                    <a:pt x="7306992" y="593615"/>
                  </a:lnTo>
                  <a:lnTo>
                    <a:pt x="7311983" y="593615"/>
                  </a:lnTo>
                  <a:lnTo>
                    <a:pt x="7321965" y="593615"/>
                  </a:lnTo>
                  <a:lnTo>
                    <a:pt x="7326957" y="593615"/>
                  </a:lnTo>
                  <a:lnTo>
                    <a:pt x="7331948" y="593615"/>
                  </a:lnTo>
                  <a:lnTo>
                    <a:pt x="7336939" y="593615"/>
                  </a:lnTo>
                  <a:lnTo>
                    <a:pt x="7341930" y="593615"/>
                  </a:lnTo>
                  <a:lnTo>
                    <a:pt x="7346921" y="593615"/>
                  </a:lnTo>
                  <a:lnTo>
                    <a:pt x="7351912" y="593615"/>
                  </a:lnTo>
                  <a:lnTo>
                    <a:pt x="7356903" y="593615"/>
                  </a:lnTo>
                  <a:lnTo>
                    <a:pt x="7361894" y="593615"/>
                  </a:lnTo>
                  <a:lnTo>
                    <a:pt x="7366885" y="593615"/>
                  </a:lnTo>
                  <a:lnTo>
                    <a:pt x="7371877" y="593615"/>
                  </a:lnTo>
                  <a:lnTo>
                    <a:pt x="7376868" y="593615"/>
                  </a:lnTo>
                  <a:lnTo>
                    <a:pt x="7381859" y="593615"/>
                  </a:lnTo>
                  <a:lnTo>
                    <a:pt x="7396832" y="593615"/>
                  </a:lnTo>
                  <a:lnTo>
                    <a:pt x="7401823" y="593615"/>
                  </a:lnTo>
                  <a:lnTo>
                    <a:pt x="7411805" y="593615"/>
                  </a:lnTo>
                  <a:lnTo>
                    <a:pt x="7416797" y="593615"/>
                  </a:lnTo>
                  <a:lnTo>
                    <a:pt x="7421788" y="593615"/>
                  </a:lnTo>
                  <a:lnTo>
                    <a:pt x="7426779" y="593615"/>
                  </a:lnTo>
                  <a:lnTo>
                    <a:pt x="7431770" y="593615"/>
                  </a:lnTo>
                  <a:lnTo>
                    <a:pt x="7436761" y="593615"/>
                  </a:lnTo>
                  <a:lnTo>
                    <a:pt x="7441752" y="593615"/>
                  </a:lnTo>
                  <a:lnTo>
                    <a:pt x="7446743" y="593615"/>
                  </a:lnTo>
                  <a:lnTo>
                    <a:pt x="7451734" y="593615"/>
                  </a:lnTo>
                  <a:lnTo>
                    <a:pt x="7456726" y="593615"/>
                  </a:lnTo>
                  <a:lnTo>
                    <a:pt x="7461717" y="593615"/>
                  </a:lnTo>
                  <a:lnTo>
                    <a:pt x="7466708" y="593615"/>
                  </a:lnTo>
                  <a:lnTo>
                    <a:pt x="7471699" y="593615"/>
                  </a:lnTo>
                  <a:lnTo>
                    <a:pt x="7476690" y="593615"/>
                  </a:lnTo>
                  <a:lnTo>
                    <a:pt x="7481681" y="593615"/>
                  </a:lnTo>
                  <a:lnTo>
                    <a:pt x="7486672" y="593615"/>
                  </a:lnTo>
                  <a:lnTo>
                    <a:pt x="7491663" y="593615"/>
                  </a:lnTo>
                  <a:lnTo>
                    <a:pt x="7496654" y="593615"/>
                  </a:lnTo>
                  <a:lnTo>
                    <a:pt x="7501646" y="593615"/>
                  </a:lnTo>
                  <a:lnTo>
                    <a:pt x="7506637" y="593615"/>
                  </a:lnTo>
                  <a:lnTo>
                    <a:pt x="7511628" y="593615"/>
                  </a:lnTo>
                  <a:lnTo>
                    <a:pt x="7516619" y="593615"/>
                  </a:lnTo>
                  <a:lnTo>
                    <a:pt x="7521610" y="593615"/>
                  </a:lnTo>
                  <a:lnTo>
                    <a:pt x="7526601" y="593615"/>
                  </a:lnTo>
                  <a:lnTo>
                    <a:pt x="7526601" y="556909"/>
                  </a:lnTo>
                  <a:lnTo>
                    <a:pt x="7536583" y="556909"/>
                  </a:lnTo>
                  <a:lnTo>
                    <a:pt x="7541574" y="556909"/>
                  </a:lnTo>
                  <a:lnTo>
                    <a:pt x="7546566" y="556909"/>
                  </a:lnTo>
                  <a:lnTo>
                    <a:pt x="7551557" y="556909"/>
                  </a:lnTo>
                  <a:lnTo>
                    <a:pt x="7556548" y="556909"/>
                  </a:lnTo>
                  <a:lnTo>
                    <a:pt x="7561539" y="556909"/>
                  </a:lnTo>
                  <a:lnTo>
                    <a:pt x="7566530" y="556909"/>
                  </a:lnTo>
                  <a:lnTo>
                    <a:pt x="7571521" y="556909"/>
                  </a:lnTo>
                  <a:lnTo>
                    <a:pt x="7576512" y="556909"/>
                  </a:lnTo>
                  <a:lnTo>
                    <a:pt x="7581503" y="556909"/>
                  </a:lnTo>
                  <a:lnTo>
                    <a:pt x="7586495" y="556909"/>
                  </a:lnTo>
                  <a:lnTo>
                    <a:pt x="7591486" y="556909"/>
                  </a:lnTo>
                  <a:lnTo>
                    <a:pt x="7596477" y="556909"/>
                  </a:lnTo>
                  <a:lnTo>
                    <a:pt x="7601468" y="556909"/>
                  </a:lnTo>
                  <a:lnTo>
                    <a:pt x="7606459" y="556909"/>
                  </a:lnTo>
                  <a:lnTo>
                    <a:pt x="7611450" y="556909"/>
                  </a:lnTo>
                  <a:lnTo>
                    <a:pt x="7621432" y="556909"/>
                  </a:lnTo>
                  <a:lnTo>
                    <a:pt x="7626423" y="556909"/>
                  </a:lnTo>
                  <a:lnTo>
                    <a:pt x="7631415" y="556909"/>
                  </a:lnTo>
                  <a:lnTo>
                    <a:pt x="7636406" y="556909"/>
                  </a:lnTo>
                  <a:lnTo>
                    <a:pt x="7641397" y="556909"/>
                  </a:lnTo>
                  <a:lnTo>
                    <a:pt x="7646388" y="556909"/>
                  </a:lnTo>
                  <a:lnTo>
                    <a:pt x="7651379" y="556909"/>
                  </a:lnTo>
                  <a:lnTo>
                    <a:pt x="7656370" y="556909"/>
                  </a:lnTo>
                  <a:lnTo>
                    <a:pt x="7661361" y="556909"/>
                  </a:lnTo>
                  <a:lnTo>
                    <a:pt x="7666352" y="556909"/>
                  </a:lnTo>
                  <a:lnTo>
                    <a:pt x="7671343" y="556909"/>
                  </a:lnTo>
                  <a:lnTo>
                    <a:pt x="7676335" y="556909"/>
                  </a:lnTo>
                  <a:lnTo>
                    <a:pt x="7681326" y="556909"/>
                  </a:lnTo>
                  <a:lnTo>
                    <a:pt x="7686317" y="556909"/>
                  </a:lnTo>
                  <a:lnTo>
                    <a:pt x="7696299" y="556909"/>
                  </a:lnTo>
                  <a:lnTo>
                    <a:pt x="7701290" y="556909"/>
                  </a:lnTo>
                  <a:lnTo>
                    <a:pt x="7706281" y="556909"/>
                  </a:lnTo>
                  <a:lnTo>
                    <a:pt x="7711272" y="556909"/>
                  </a:lnTo>
                  <a:lnTo>
                    <a:pt x="7716264" y="556909"/>
                  </a:lnTo>
                  <a:lnTo>
                    <a:pt x="7716264" y="518452"/>
                  </a:lnTo>
                  <a:lnTo>
                    <a:pt x="7721255" y="518452"/>
                  </a:lnTo>
                  <a:lnTo>
                    <a:pt x="7726246" y="518452"/>
                  </a:lnTo>
                  <a:lnTo>
                    <a:pt x="7736228" y="518452"/>
                  </a:lnTo>
                  <a:lnTo>
                    <a:pt x="7741219" y="518452"/>
                  </a:lnTo>
                  <a:lnTo>
                    <a:pt x="7746210" y="518452"/>
                  </a:lnTo>
                  <a:lnTo>
                    <a:pt x="7751201" y="518452"/>
                  </a:lnTo>
                  <a:lnTo>
                    <a:pt x="7756192" y="518452"/>
                  </a:lnTo>
                  <a:lnTo>
                    <a:pt x="7761184" y="518452"/>
                  </a:lnTo>
                  <a:lnTo>
                    <a:pt x="7766175" y="518452"/>
                  </a:lnTo>
                  <a:lnTo>
                    <a:pt x="7771166" y="518452"/>
                  </a:lnTo>
                  <a:lnTo>
                    <a:pt x="7776157" y="518452"/>
                  </a:lnTo>
                  <a:lnTo>
                    <a:pt x="7781148" y="518452"/>
                  </a:lnTo>
                  <a:lnTo>
                    <a:pt x="7786139" y="518452"/>
                  </a:lnTo>
                  <a:lnTo>
                    <a:pt x="7791130" y="518452"/>
                  </a:lnTo>
                  <a:lnTo>
                    <a:pt x="7796121" y="518452"/>
                  </a:lnTo>
                  <a:lnTo>
                    <a:pt x="7801112" y="518452"/>
                  </a:lnTo>
                  <a:lnTo>
                    <a:pt x="7806104" y="518452"/>
                  </a:lnTo>
                  <a:lnTo>
                    <a:pt x="7816086" y="518452"/>
                  </a:lnTo>
                  <a:lnTo>
                    <a:pt x="7821077" y="518452"/>
                  </a:lnTo>
                  <a:lnTo>
                    <a:pt x="7826068" y="518452"/>
                  </a:lnTo>
                  <a:lnTo>
                    <a:pt x="7831059" y="518452"/>
                  </a:lnTo>
                  <a:lnTo>
                    <a:pt x="7841041" y="518452"/>
                  </a:lnTo>
                  <a:lnTo>
                    <a:pt x="7846033" y="518452"/>
                  </a:lnTo>
                  <a:lnTo>
                    <a:pt x="7851024" y="518452"/>
                  </a:lnTo>
                  <a:lnTo>
                    <a:pt x="7856015" y="518452"/>
                  </a:lnTo>
                  <a:lnTo>
                    <a:pt x="7865997" y="518452"/>
                  </a:lnTo>
                  <a:lnTo>
                    <a:pt x="7870988" y="518452"/>
                  </a:lnTo>
                  <a:lnTo>
                    <a:pt x="7875979" y="518452"/>
                  </a:lnTo>
                  <a:lnTo>
                    <a:pt x="7880970" y="518452"/>
                  </a:lnTo>
                  <a:lnTo>
                    <a:pt x="7885961" y="518452"/>
                  </a:lnTo>
                  <a:lnTo>
                    <a:pt x="7890953" y="518452"/>
                  </a:lnTo>
                  <a:lnTo>
                    <a:pt x="7900935" y="518452"/>
                  </a:lnTo>
                  <a:lnTo>
                    <a:pt x="7905926" y="518452"/>
                  </a:lnTo>
                  <a:lnTo>
                    <a:pt x="7915908" y="518452"/>
                  </a:lnTo>
                  <a:lnTo>
                    <a:pt x="7920899" y="518452"/>
                  </a:lnTo>
                  <a:lnTo>
                    <a:pt x="7925890" y="518452"/>
                  </a:lnTo>
                  <a:lnTo>
                    <a:pt x="7930881" y="518452"/>
                  </a:lnTo>
                  <a:lnTo>
                    <a:pt x="7935873" y="518452"/>
                  </a:lnTo>
                  <a:lnTo>
                    <a:pt x="7940864" y="518452"/>
                  </a:lnTo>
                  <a:lnTo>
                    <a:pt x="7945855" y="518452"/>
                  </a:lnTo>
                  <a:lnTo>
                    <a:pt x="7955837" y="518452"/>
                  </a:lnTo>
                  <a:lnTo>
                    <a:pt x="7960828" y="518452"/>
                  </a:lnTo>
                  <a:lnTo>
                    <a:pt x="7965819" y="518452"/>
                  </a:lnTo>
                  <a:lnTo>
                    <a:pt x="7970810" y="518452"/>
                  </a:lnTo>
                  <a:lnTo>
                    <a:pt x="7975801" y="518452"/>
                  </a:lnTo>
                  <a:lnTo>
                    <a:pt x="7980793" y="518452"/>
                  </a:lnTo>
                  <a:lnTo>
                    <a:pt x="7985784" y="518452"/>
                  </a:lnTo>
                  <a:lnTo>
                    <a:pt x="7990775" y="518452"/>
                  </a:lnTo>
                  <a:lnTo>
                    <a:pt x="7995766" y="518452"/>
                  </a:lnTo>
                  <a:lnTo>
                    <a:pt x="8000757" y="518452"/>
                  </a:lnTo>
                  <a:lnTo>
                    <a:pt x="8000757" y="478941"/>
                  </a:lnTo>
                  <a:lnTo>
                    <a:pt x="8005748" y="478941"/>
                  </a:lnTo>
                  <a:lnTo>
                    <a:pt x="8005748" y="439508"/>
                  </a:lnTo>
                  <a:lnTo>
                    <a:pt x="8010739" y="439508"/>
                  </a:lnTo>
                  <a:lnTo>
                    <a:pt x="8015730" y="439508"/>
                  </a:lnTo>
                  <a:lnTo>
                    <a:pt x="8020722" y="439508"/>
                  </a:lnTo>
                  <a:lnTo>
                    <a:pt x="8030704" y="439508"/>
                  </a:lnTo>
                  <a:lnTo>
                    <a:pt x="8035695" y="439508"/>
                  </a:lnTo>
                  <a:lnTo>
                    <a:pt x="8045677" y="439508"/>
                  </a:lnTo>
                  <a:lnTo>
                    <a:pt x="8050668" y="439508"/>
                  </a:lnTo>
                  <a:lnTo>
                    <a:pt x="8055659" y="439508"/>
                  </a:lnTo>
                  <a:lnTo>
                    <a:pt x="8060650" y="439508"/>
                  </a:lnTo>
                  <a:lnTo>
                    <a:pt x="8065642" y="439508"/>
                  </a:lnTo>
                  <a:lnTo>
                    <a:pt x="8065642" y="400151"/>
                  </a:lnTo>
                  <a:lnTo>
                    <a:pt x="8070633" y="400151"/>
                  </a:lnTo>
                  <a:lnTo>
                    <a:pt x="8080615" y="400151"/>
                  </a:lnTo>
                  <a:lnTo>
                    <a:pt x="8085606" y="400151"/>
                  </a:lnTo>
                  <a:lnTo>
                    <a:pt x="8090597" y="400151"/>
                  </a:lnTo>
                  <a:lnTo>
                    <a:pt x="8100579" y="400151"/>
                  </a:lnTo>
                  <a:lnTo>
                    <a:pt x="8105570" y="400151"/>
                  </a:lnTo>
                  <a:lnTo>
                    <a:pt x="8110562" y="400151"/>
                  </a:lnTo>
                  <a:lnTo>
                    <a:pt x="8115553" y="400151"/>
                  </a:lnTo>
                  <a:lnTo>
                    <a:pt x="8120544" y="400151"/>
                  </a:lnTo>
                  <a:lnTo>
                    <a:pt x="8130526" y="400151"/>
                  </a:lnTo>
                  <a:lnTo>
                    <a:pt x="8135517" y="400151"/>
                  </a:lnTo>
                  <a:lnTo>
                    <a:pt x="8140508" y="400151"/>
                  </a:lnTo>
                  <a:lnTo>
                    <a:pt x="8150491" y="400151"/>
                  </a:lnTo>
                  <a:lnTo>
                    <a:pt x="8155482" y="400151"/>
                  </a:lnTo>
                  <a:lnTo>
                    <a:pt x="8155482" y="360386"/>
                  </a:lnTo>
                  <a:lnTo>
                    <a:pt x="8165464" y="360386"/>
                  </a:lnTo>
                  <a:lnTo>
                    <a:pt x="8170455" y="360386"/>
                  </a:lnTo>
                  <a:lnTo>
                    <a:pt x="8175446" y="360386"/>
                  </a:lnTo>
                  <a:lnTo>
                    <a:pt x="8180437" y="360386"/>
                  </a:lnTo>
                  <a:lnTo>
                    <a:pt x="8190419" y="360386"/>
                  </a:lnTo>
                  <a:lnTo>
                    <a:pt x="8195411" y="360386"/>
                  </a:lnTo>
                  <a:lnTo>
                    <a:pt x="8200402" y="360386"/>
                  </a:lnTo>
                  <a:lnTo>
                    <a:pt x="8205393" y="360386"/>
                  </a:lnTo>
                  <a:lnTo>
                    <a:pt x="8210384" y="360386"/>
                  </a:lnTo>
                  <a:lnTo>
                    <a:pt x="8215375" y="360386"/>
                  </a:lnTo>
                  <a:lnTo>
                    <a:pt x="8220366" y="360386"/>
                  </a:lnTo>
                  <a:lnTo>
                    <a:pt x="8225357" y="360386"/>
                  </a:lnTo>
                  <a:lnTo>
                    <a:pt x="8235339" y="360386"/>
                  </a:lnTo>
                  <a:lnTo>
                    <a:pt x="8240331" y="360386"/>
                  </a:lnTo>
                  <a:lnTo>
                    <a:pt x="8245322" y="360386"/>
                  </a:lnTo>
                  <a:lnTo>
                    <a:pt x="8250313" y="360386"/>
                  </a:lnTo>
                  <a:lnTo>
                    <a:pt x="8255304" y="360386"/>
                  </a:lnTo>
                  <a:lnTo>
                    <a:pt x="8260295" y="360386"/>
                  </a:lnTo>
                  <a:lnTo>
                    <a:pt x="8265286" y="360386"/>
                  </a:lnTo>
                  <a:lnTo>
                    <a:pt x="8275268" y="360386"/>
                  </a:lnTo>
                  <a:lnTo>
                    <a:pt x="8280260" y="360386"/>
                  </a:lnTo>
                  <a:lnTo>
                    <a:pt x="8285251" y="360386"/>
                  </a:lnTo>
                  <a:lnTo>
                    <a:pt x="8290242" y="360386"/>
                  </a:lnTo>
                  <a:lnTo>
                    <a:pt x="8295233" y="360386"/>
                  </a:lnTo>
                  <a:lnTo>
                    <a:pt x="8300224" y="360386"/>
                  </a:lnTo>
                  <a:lnTo>
                    <a:pt x="8310206" y="360386"/>
                  </a:lnTo>
                  <a:lnTo>
                    <a:pt x="8315197" y="360386"/>
                  </a:lnTo>
                  <a:lnTo>
                    <a:pt x="8320188" y="360386"/>
                  </a:lnTo>
                  <a:lnTo>
                    <a:pt x="8325180" y="360386"/>
                  </a:lnTo>
                  <a:lnTo>
                    <a:pt x="8330171" y="360386"/>
                  </a:lnTo>
                  <a:lnTo>
                    <a:pt x="8335162" y="360386"/>
                  </a:lnTo>
                  <a:lnTo>
                    <a:pt x="8340153" y="360386"/>
                  </a:lnTo>
                  <a:lnTo>
                    <a:pt x="8345144" y="360386"/>
                  </a:lnTo>
                  <a:lnTo>
                    <a:pt x="8350135" y="360386"/>
                  </a:lnTo>
                  <a:lnTo>
                    <a:pt x="8355126" y="360386"/>
                  </a:lnTo>
                  <a:lnTo>
                    <a:pt x="8365108" y="360386"/>
                  </a:lnTo>
                  <a:lnTo>
                    <a:pt x="8370100" y="360386"/>
                  </a:lnTo>
                  <a:lnTo>
                    <a:pt x="8380082" y="360386"/>
                  </a:lnTo>
                  <a:lnTo>
                    <a:pt x="8385073" y="360386"/>
                  </a:lnTo>
                  <a:lnTo>
                    <a:pt x="8390064" y="360386"/>
                  </a:lnTo>
                  <a:lnTo>
                    <a:pt x="8395055" y="360386"/>
                  </a:lnTo>
                  <a:lnTo>
                    <a:pt x="8400046" y="360386"/>
                  </a:lnTo>
                  <a:lnTo>
                    <a:pt x="8405037" y="360386"/>
                  </a:lnTo>
                  <a:lnTo>
                    <a:pt x="8410029" y="360386"/>
                  </a:lnTo>
                  <a:lnTo>
                    <a:pt x="8415020" y="360386"/>
                  </a:lnTo>
                  <a:lnTo>
                    <a:pt x="8420011" y="360386"/>
                  </a:lnTo>
                  <a:lnTo>
                    <a:pt x="8429993" y="360386"/>
                  </a:lnTo>
                  <a:lnTo>
                    <a:pt x="8434984" y="360386"/>
                  </a:lnTo>
                  <a:lnTo>
                    <a:pt x="8439975" y="360386"/>
                  </a:lnTo>
                  <a:lnTo>
                    <a:pt x="8444966" y="360386"/>
                  </a:lnTo>
                  <a:lnTo>
                    <a:pt x="8449957" y="360386"/>
                  </a:lnTo>
                  <a:lnTo>
                    <a:pt x="8454949" y="360386"/>
                  </a:lnTo>
                  <a:lnTo>
                    <a:pt x="8459940" y="360386"/>
                  </a:lnTo>
                  <a:lnTo>
                    <a:pt x="8464931" y="360386"/>
                  </a:lnTo>
                  <a:lnTo>
                    <a:pt x="8474913" y="360386"/>
                  </a:lnTo>
                  <a:lnTo>
                    <a:pt x="8479904" y="360386"/>
                  </a:lnTo>
                  <a:lnTo>
                    <a:pt x="8484895" y="360386"/>
                  </a:lnTo>
                  <a:lnTo>
                    <a:pt x="8489886" y="360386"/>
                  </a:lnTo>
                  <a:lnTo>
                    <a:pt x="8499869" y="360386"/>
                  </a:lnTo>
                  <a:lnTo>
                    <a:pt x="8509851" y="360386"/>
                  </a:lnTo>
                  <a:lnTo>
                    <a:pt x="8514842" y="360386"/>
                  </a:lnTo>
                  <a:lnTo>
                    <a:pt x="8519833" y="360386"/>
                  </a:lnTo>
                  <a:lnTo>
                    <a:pt x="8524824" y="360386"/>
                  </a:lnTo>
                  <a:lnTo>
                    <a:pt x="8529815" y="360386"/>
                  </a:lnTo>
                  <a:lnTo>
                    <a:pt x="8534806" y="360386"/>
                  </a:lnTo>
                  <a:lnTo>
                    <a:pt x="8539798" y="360386"/>
                  </a:lnTo>
                  <a:lnTo>
                    <a:pt x="8549780" y="360386"/>
                  </a:lnTo>
                  <a:lnTo>
                    <a:pt x="8554771" y="360386"/>
                  </a:lnTo>
                  <a:lnTo>
                    <a:pt x="8559762" y="360386"/>
                  </a:lnTo>
                  <a:lnTo>
                    <a:pt x="8564753" y="360386"/>
                  </a:lnTo>
                  <a:lnTo>
                    <a:pt x="8569744" y="360386"/>
                  </a:lnTo>
                  <a:lnTo>
                    <a:pt x="8589709" y="360386"/>
                  </a:lnTo>
                  <a:lnTo>
                    <a:pt x="8589709" y="315893"/>
                  </a:lnTo>
                  <a:lnTo>
                    <a:pt x="8594700" y="315893"/>
                  </a:lnTo>
                  <a:lnTo>
                    <a:pt x="8604682" y="315893"/>
                  </a:lnTo>
                  <a:lnTo>
                    <a:pt x="8609673" y="315893"/>
                  </a:lnTo>
                  <a:lnTo>
                    <a:pt x="8614664" y="315893"/>
                  </a:lnTo>
                  <a:lnTo>
                    <a:pt x="8614664" y="271509"/>
                  </a:lnTo>
                  <a:lnTo>
                    <a:pt x="8619655" y="271509"/>
                  </a:lnTo>
                  <a:lnTo>
                    <a:pt x="8624646" y="271509"/>
                  </a:lnTo>
                  <a:lnTo>
                    <a:pt x="8629638" y="271509"/>
                  </a:lnTo>
                  <a:lnTo>
                    <a:pt x="8634629" y="271509"/>
                  </a:lnTo>
                  <a:lnTo>
                    <a:pt x="8639620" y="271509"/>
                  </a:lnTo>
                  <a:lnTo>
                    <a:pt x="8644611" y="271509"/>
                  </a:lnTo>
                  <a:lnTo>
                    <a:pt x="8649602" y="271509"/>
                  </a:lnTo>
                  <a:lnTo>
                    <a:pt x="8654593" y="271509"/>
                  </a:lnTo>
                  <a:lnTo>
                    <a:pt x="8659584" y="271509"/>
                  </a:lnTo>
                  <a:lnTo>
                    <a:pt x="8664575" y="271509"/>
                  </a:lnTo>
                  <a:lnTo>
                    <a:pt x="8669567" y="271509"/>
                  </a:lnTo>
                  <a:lnTo>
                    <a:pt x="8669567" y="226899"/>
                  </a:lnTo>
                  <a:lnTo>
                    <a:pt x="8674558" y="226899"/>
                  </a:lnTo>
                  <a:lnTo>
                    <a:pt x="8679549" y="226899"/>
                  </a:lnTo>
                  <a:lnTo>
                    <a:pt x="8679549" y="182394"/>
                  </a:lnTo>
                  <a:lnTo>
                    <a:pt x="8684540" y="182394"/>
                  </a:lnTo>
                  <a:lnTo>
                    <a:pt x="8689531" y="182394"/>
                  </a:lnTo>
                  <a:lnTo>
                    <a:pt x="8694522" y="182394"/>
                  </a:lnTo>
                  <a:lnTo>
                    <a:pt x="8699513" y="182394"/>
                  </a:lnTo>
                  <a:lnTo>
                    <a:pt x="8709495" y="182394"/>
                  </a:lnTo>
                  <a:lnTo>
                    <a:pt x="8724469" y="182394"/>
                  </a:lnTo>
                  <a:lnTo>
                    <a:pt x="8729460" y="182394"/>
                  </a:lnTo>
                  <a:lnTo>
                    <a:pt x="8734451" y="182394"/>
                  </a:lnTo>
                  <a:lnTo>
                    <a:pt x="8739442" y="182394"/>
                  </a:lnTo>
                  <a:lnTo>
                    <a:pt x="8744433" y="182394"/>
                  </a:lnTo>
                  <a:lnTo>
                    <a:pt x="8749424" y="182394"/>
                  </a:lnTo>
                  <a:lnTo>
                    <a:pt x="8754415" y="182394"/>
                  </a:lnTo>
                  <a:lnTo>
                    <a:pt x="8759407" y="182394"/>
                  </a:lnTo>
                  <a:lnTo>
                    <a:pt x="8764398" y="182394"/>
                  </a:lnTo>
                  <a:lnTo>
                    <a:pt x="8774380" y="182394"/>
                  </a:lnTo>
                  <a:lnTo>
                    <a:pt x="8789353" y="182394"/>
                  </a:lnTo>
                  <a:lnTo>
                    <a:pt x="8794344" y="182394"/>
                  </a:lnTo>
                  <a:lnTo>
                    <a:pt x="8799335" y="182394"/>
                  </a:lnTo>
                  <a:lnTo>
                    <a:pt x="8799335" y="92296"/>
                  </a:lnTo>
                  <a:lnTo>
                    <a:pt x="8814309" y="92296"/>
                  </a:lnTo>
                  <a:lnTo>
                    <a:pt x="8819300" y="92296"/>
                  </a:lnTo>
                  <a:lnTo>
                    <a:pt x="8824291" y="92296"/>
                  </a:lnTo>
                  <a:lnTo>
                    <a:pt x="8829282" y="92296"/>
                  </a:lnTo>
                  <a:lnTo>
                    <a:pt x="8834273" y="92296"/>
                  </a:lnTo>
                  <a:lnTo>
                    <a:pt x="8844256" y="92296"/>
                  </a:lnTo>
                  <a:lnTo>
                    <a:pt x="8849247" y="92296"/>
                  </a:lnTo>
                  <a:lnTo>
                    <a:pt x="8854238" y="92296"/>
                  </a:lnTo>
                  <a:lnTo>
                    <a:pt x="8859229" y="92296"/>
                  </a:lnTo>
                  <a:lnTo>
                    <a:pt x="8864220" y="92296"/>
                  </a:lnTo>
                  <a:lnTo>
                    <a:pt x="8869211" y="92296"/>
                  </a:lnTo>
                  <a:lnTo>
                    <a:pt x="8874202" y="92296"/>
                  </a:lnTo>
                  <a:lnTo>
                    <a:pt x="8889176" y="92296"/>
                  </a:lnTo>
                  <a:lnTo>
                    <a:pt x="8894167" y="92296"/>
                  </a:lnTo>
                  <a:lnTo>
                    <a:pt x="8899158" y="92296"/>
                  </a:lnTo>
                  <a:lnTo>
                    <a:pt x="8904149" y="92296"/>
                  </a:lnTo>
                  <a:lnTo>
                    <a:pt x="8909140" y="92296"/>
                  </a:lnTo>
                  <a:lnTo>
                    <a:pt x="8914131" y="92296"/>
                  </a:lnTo>
                  <a:lnTo>
                    <a:pt x="8924113" y="92296"/>
                  </a:lnTo>
                  <a:lnTo>
                    <a:pt x="8929104" y="92296"/>
                  </a:lnTo>
                  <a:lnTo>
                    <a:pt x="8934096" y="92296"/>
                  </a:lnTo>
                  <a:lnTo>
                    <a:pt x="8939087" y="92296"/>
                  </a:lnTo>
                  <a:lnTo>
                    <a:pt x="8944078" y="92296"/>
                  </a:lnTo>
                  <a:lnTo>
                    <a:pt x="8944078" y="46289"/>
                  </a:lnTo>
                  <a:lnTo>
                    <a:pt x="8949069" y="46289"/>
                  </a:lnTo>
                  <a:lnTo>
                    <a:pt x="8954060" y="46289"/>
                  </a:lnTo>
                  <a:lnTo>
                    <a:pt x="8959051" y="46289"/>
                  </a:lnTo>
                  <a:lnTo>
                    <a:pt x="8964042" y="46289"/>
                  </a:lnTo>
                  <a:lnTo>
                    <a:pt x="8974025" y="46289"/>
                  </a:lnTo>
                  <a:lnTo>
                    <a:pt x="8979016" y="46289"/>
                  </a:lnTo>
                  <a:lnTo>
                    <a:pt x="8993989" y="46289"/>
                  </a:lnTo>
                  <a:lnTo>
                    <a:pt x="8993989" y="0"/>
                  </a:lnTo>
                  <a:lnTo>
                    <a:pt x="8998980" y="0"/>
                  </a:lnTo>
                  <a:lnTo>
                    <a:pt x="9003971" y="0"/>
                  </a:lnTo>
                  <a:lnTo>
                    <a:pt x="9013953" y="0"/>
                  </a:lnTo>
                  <a:lnTo>
                    <a:pt x="9018945" y="0"/>
                  </a:lnTo>
                  <a:lnTo>
                    <a:pt x="9023936" y="0"/>
                  </a:lnTo>
                  <a:lnTo>
                    <a:pt x="9033918" y="0"/>
                  </a:lnTo>
                  <a:lnTo>
                    <a:pt x="9038909" y="0"/>
                  </a:lnTo>
                  <a:lnTo>
                    <a:pt x="9043900" y="0"/>
                  </a:lnTo>
                  <a:lnTo>
                    <a:pt x="9048891" y="0"/>
                  </a:lnTo>
                  <a:lnTo>
                    <a:pt x="9058873" y="0"/>
                  </a:lnTo>
                  <a:lnTo>
                    <a:pt x="9068856" y="0"/>
                  </a:lnTo>
                  <a:lnTo>
                    <a:pt x="9068856" y="1023574"/>
                  </a:lnTo>
                  <a:lnTo>
                    <a:pt x="9058873" y="1023574"/>
                  </a:lnTo>
                  <a:lnTo>
                    <a:pt x="9048891" y="1023574"/>
                  </a:lnTo>
                  <a:lnTo>
                    <a:pt x="9043900" y="1023574"/>
                  </a:lnTo>
                  <a:lnTo>
                    <a:pt x="9038909" y="1023574"/>
                  </a:lnTo>
                  <a:lnTo>
                    <a:pt x="9033918" y="1023574"/>
                  </a:lnTo>
                  <a:lnTo>
                    <a:pt x="9023936" y="1023574"/>
                  </a:lnTo>
                  <a:lnTo>
                    <a:pt x="9018945" y="1023574"/>
                  </a:lnTo>
                  <a:lnTo>
                    <a:pt x="9013953" y="1023574"/>
                  </a:lnTo>
                  <a:lnTo>
                    <a:pt x="9003971" y="1023574"/>
                  </a:lnTo>
                  <a:lnTo>
                    <a:pt x="8998980" y="1023574"/>
                  </a:lnTo>
                  <a:lnTo>
                    <a:pt x="8993989" y="1023574"/>
                  </a:lnTo>
                  <a:lnTo>
                    <a:pt x="8993989" y="1059426"/>
                  </a:lnTo>
                  <a:lnTo>
                    <a:pt x="8979016" y="1059426"/>
                  </a:lnTo>
                  <a:lnTo>
                    <a:pt x="8974025" y="1059426"/>
                  </a:lnTo>
                  <a:lnTo>
                    <a:pt x="8964042" y="1059426"/>
                  </a:lnTo>
                  <a:lnTo>
                    <a:pt x="8959051" y="1059426"/>
                  </a:lnTo>
                  <a:lnTo>
                    <a:pt x="8954060" y="1059426"/>
                  </a:lnTo>
                  <a:lnTo>
                    <a:pt x="8949069" y="1059426"/>
                  </a:lnTo>
                  <a:lnTo>
                    <a:pt x="8944078" y="1059426"/>
                  </a:lnTo>
                  <a:lnTo>
                    <a:pt x="8944078" y="1094966"/>
                  </a:lnTo>
                  <a:lnTo>
                    <a:pt x="8939087" y="1094966"/>
                  </a:lnTo>
                  <a:lnTo>
                    <a:pt x="8934096" y="1094966"/>
                  </a:lnTo>
                  <a:lnTo>
                    <a:pt x="8929104" y="1094966"/>
                  </a:lnTo>
                  <a:lnTo>
                    <a:pt x="8924113" y="1094966"/>
                  </a:lnTo>
                  <a:lnTo>
                    <a:pt x="8914131" y="1094966"/>
                  </a:lnTo>
                  <a:lnTo>
                    <a:pt x="8909140" y="1094966"/>
                  </a:lnTo>
                  <a:lnTo>
                    <a:pt x="8904149" y="1094966"/>
                  </a:lnTo>
                  <a:lnTo>
                    <a:pt x="8899158" y="1094966"/>
                  </a:lnTo>
                  <a:lnTo>
                    <a:pt x="8894167" y="1094966"/>
                  </a:lnTo>
                  <a:lnTo>
                    <a:pt x="8889176" y="1094966"/>
                  </a:lnTo>
                  <a:lnTo>
                    <a:pt x="8874202" y="1094966"/>
                  </a:lnTo>
                  <a:lnTo>
                    <a:pt x="8869211" y="1094966"/>
                  </a:lnTo>
                  <a:lnTo>
                    <a:pt x="8864220" y="1094966"/>
                  </a:lnTo>
                  <a:lnTo>
                    <a:pt x="8859229" y="1094966"/>
                  </a:lnTo>
                  <a:lnTo>
                    <a:pt x="8854238" y="1094966"/>
                  </a:lnTo>
                  <a:lnTo>
                    <a:pt x="8849247" y="1094966"/>
                  </a:lnTo>
                  <a:lnTo>
                    <a:pt x="8844256" y="1094966"/>
                  </a:lnTo>
                  <a:lnTo>
                    <a:pt x="8834273" y="1094966"/>
                  </a:lnTo>
                  <a:lnTo>
                    <a:pt x="8829282" y="1094966"/>
                  </a:lnTo>
                  <a:lnTo>
                    <a:pt x="8824291" y="1094966"/>
                  </a:lnTo>
                  <a:lnTo>
                    <a:pt x="8819300" y="1094966"/>
                  </a:lnTo>
                  <a:lnTo>
                    <a:pt x="8814309" y="1094966"/>
                  </a:lnTo>
                  <a:lnTo>
                    <a:pt x="8799335" y="1094966"/>
                  </a:lnTo>
                  <a:lnTo>
                    <a:pt x="8799335" y="1164529"/>
                  </a:lnTo>
                  <a:lnTo>
                    <a:pt x="8794344" y="1164529"/>
                  </a:lnTo>
                  <a:lnTo>
                    <a:pt x="8789353" y="1164529"/>
                  </a:lnTo>
                  <a:lnTo>
                    <a:pt x="8774380" y="1164529"/>
                  </a:lnTo>
                  <a:lnTo>
                    <a:pt x="8764398" y="1164529"/>
                  </a:lnTo>
                  <a:lnTo>
                    <a:pt x="8759407" y="1164529"/>
                  </a:lnTo>
                  <a:lnTo>
                    <a:pt x="8754415" y="1164529"/>
                  </a:lnTo>
                  <a:lnTo>
                    <a:pt x="8749424" y="1164529"/>
                  </a:lnTo>
                  <a:lnTo>
                    <a:pt x="8744433" y="1164529"/>
                  </a:lnTo>
                  <a:lnTo>
                    <a:pt x="8739442" y="1164529"/>
                  </a:lnTo>
                  <a:lnTo>
                    <a:pt x="8734451" y="1164529"/>
                  </a:lnTo>
                  <a:lnTo>
                    <a:pt x="8729460" y="1164529"/>
                  </a:lnTo>
                  <a:lnTo>
                    <a:pt x="8724469" y="1164529"/>
                  </a:lnTo>
                  <a:lnTo>
                    <a:pt x="8709495" y="1164529"/>
                  </a:lnTo>
                  <a:lnTo>
                    <a:pt x="8699513" y="1164529"/>
                  </a:lnTo>
                  <a:lnTo>
                    <a:pt x="8694522" y="1164529"/>
                  </a:lnTo>
                  <a:lnTo>
                    <a:pt x="8689531" y="1164529"/>
                  </a:lnTo>
                  <a:lnTo>
                    <a:pt x="8684540" y="1164529"/>
                  </a:lnTo>
                  <a:lnTo>
                    <a:pt x="8679549" y="1164529"/>
                  </a:lnTo>
                  <a:lnTo>
                    <a:pt x="8679549" y="1198788"/>
                  </a:lnTo>
                  <a:lnTo>
                    <a:pt x="8674558" y="1198788"/>
                  </a:lnTo>
                  <a:lnTo>
                    <a:pt x="8669567" y="1198788"/>
                  </a:lnTo>
                  <a:lnTo>
                    <a:pt x="8669567" y="1232959"/>
                  </a:lnTo>
                  <a:lnTo>
                    <a:pt x="8664575" y="1232959"/>
                  </a:lnTo>
                  <a:lnTo>
                    <a:pt x="8659584" y="1232959"/>
                  </a:lnTo>
                  <a:lnTo>
                    <a:pt x="8654593" y="1232959"/>
                  </a:lnTo>
                  <a:lnTo>
                    <a:pt x="8649602" y="1232959"/>
                  </a:lnTo>
                  <a:lnTo>
                    <a:pt x="8644611" y="1232959"/>
                  </a:lnTo>
                  <a:lnTo>
                    <a:pt x="8639620" y="1232959"/>
                  </a:lnTo>
                  <a:lnTo>
                    <a:pt x="8634629" y="1232959"/>
                  </a:lnTo>
                  <a:lnTo>
                    <a:pt x="8629638" y="1232959"/>
                  </a:lnTo>
                  <a:lnTo>
                    <a:pt x="8624646" y="1232959"/>
                  </a:lnTo>
                  <a:lnTo>
                    <a:pt x="8619655" y="1232959"/>
                  </a:lnTo>
                  <a:lnTo>
                    <a:pt x="8614664" y="1232959"/>
                  </a:lnTo>
                  <a:lnTo>
                    <a:pt x="8614664" y="1266855"/>
                  </a:lnTo>
                  <a:lnTo>
                    <a:pt x="8609673" y="1266855"/>
                  </a:lnTo>
                  <a:lnTo>
                    <a:pt x="8604682" y="1266855"/>
                  </a:lnTo>
                  <a:lnTo>
                    <a:pt x="8594700" y="1266855"/>
                  </a:lnTo>
                  <a:lnTo>
                    <a:pt x="8589709" y="1266855"/>
                  </a:lnTo>
                  <a:lnTo>
                    <a:pt x="8589709" y="1300661"/>
                  </a:lnTo>
                  <a:lnTo>
                    <a:pt x="8569744" y="1300661"/>
                  </a:lnTo>
                  <a:lnTo>
                    <a:pt x="8564753" y="1300661"/>
                  </a:lnTo>
                  <a:lnTo>
                    <a:pt x="8559762" y="1300661"/>
                  </a:lnTo>
                  <a:lnTo>
                    <a:pt x="8554771" y="1300661"/>
                  </a:lnTo>
                  <a:lnTo>
                    <a:pt x="8549780" y="1300661"/>
                  </a:lnTo>
                  <a:lnTo>
                    <a:pt x="8539798" y="1300661"/>
                  </a:lnTo>
                  <a:lnTo>
                    <a:pt x="8534806" y="1300661"/>
                  </a:lnTo>
                  <a:lnTo>
                    <a:pt x="8529815" y="1300661"/>
                  </a:lnTo>
                  <a:lnTo>
                    <a:pt x="8524824" y="1300661"/>
                  </a:lnTo>
                  <a:lnTo>
                    <a:pt x="8519833" y="1300661"/>
                  </a:lnTo>
                  <a:lnTo>
                    <a:pt x="8514842" y="1300661"/>
                  </a:lnTo>
                  <a:lnTo>
                    <a:pt x="8509851" y="1300661"/>
                  </a:lnTo>
                  <a:lnTo>
                    <a:pt x="8499869" y="1300661"/>
                  </a:lnTo>
                  <a:lnTo>
                    <a:pt x="8489886" y="1300661"/>
                  </a:lnTo>
                  <a:lnTo>
                    <a:pt x="8484895" y="1300661"/>
                  </a:lnTo>
                  <a:lnTo>
                    <a:pt x="8479904" y="1300661"/>
                  </a:lnTo>
                  <a:lnTo>
                    <a:pt x="8474913" y="1300661"/>
                  </a:lnTo>
                  <a:lnTo>
                    <a:pt x="8464931" y="1300661"/>
                  </a:lnTo>
                  <a:lnTo>
                    <a:pt x="8459940" y="1300661"/>
                  </a:lnTo>
                  <a:lnTo>
                    <a:pt x="8454949" y="1300661"/>
                  </a:lnTo>
                  <a:lnTo>
                    <a:pt x="8449957" y="1300661"/>
                  </a:lnTo>
                  <a:lnTo>
                    <a:pt x="8444966" y="1300661"/>
                  </a:lnTo>
                  <a:lnTo>
                    <a:pt x="8439975" y="1300661"/>
                  </a:lnTo>
                  <a:lnTo>
                    <a:pt x="8434984" y="1300661"/>
                  </a:lnTo>
                  <a:lnTo>
                    <a:pt x="8429993" y="1300661"/>
                  </a:lnTo>
                  <a:lnTo>
                    <a:pt x="8420011" y="1300661"/>
                  </a:lnTo>
                  <a:lnTo>
                    <a:pt x="8415020" y="1300661"/>
                  </a:lnTo>
                  <a:lnTo>
                    <a:pt x="8410029" y="1300661"/>
                  </a:lnTo>
                  <a:lnTo>
                    <a:pt x="8405037" y="1300661"/>
                  </a:lnTo>
                  <a:lnTo>
                    <a:pt x="8400046" y="1300661"/>
                  </a:lnTo>
                  <a:lnTo>
                    <a:pt x="8395055" y="1300661"/>
                  </a:lnTo>
                  <a:lnTo>
                    <a:pt x="8390064" y="1300661"/>
                  </a:lnTo>
                  <a:lnTo>
                    <a:pt x="8385073" y="1300661"/>
                  </a:lnTo>
                  <a:lnTo>
                    <a:pt x="8380082" y="1300661"/>
                  </a:lnTo>
                  <a:lnTo>
                    <a:pt x="8370100" y="1300661"/>
                  </a:lnTo>
                  <a:lnTo>
                    <a:pt x="8365108" y="1300661"/>
                  </a:lnTo>
                  <a:lnTo>
                    <a:pt x="8355126" y="1300661"/>
                  </a:lnTo>
                  <a:lnTo>
                    <a:pt x="8350135" y="1300661"/>
                  </a:lnTo>
                  <a:lnTo>
                    <a:pt x="8345144" y="1300661"/>
                  </a:lnTo>
                  <a:lnTo>
                    <a:pt x="8340153" y="1300661"/>
                  </a:lnTo>
                  <a:lnTo>
                    <a:pt x="8335162" y="1300661"/>
                  </a:lnTo>
                  <a:lnTo>
                    <a:pt x="8330171" y="1300661"/>
                  </a:lnTo>
                  <a:lnTo>
                    <a:pt x="8325180" y="1300661"/>
                  </a:lnTo>
                  <a:lnTo>
                    <a:pt x="8320188" y="1300661"/>
                  </a:lnTo>
                  <a:lnTo>
                    <a:pt x="8315197" y="1300661"/>
                  </a:lnTo>
                  <a:lnTo>
                    <a:pt x="8310206" y="1300661"/>
                  </a:lnTo>
                  <a:lnTo>
                    <a:pt x="8300224" y="1300661"/>
                  </a:lnTo>
                  <a:lnTo>
                    <a:pt x="8295233" y="1300661"/>
                  </a:lnTo>
                  <a:lnTo>
                    <a:pt x="8290242" y="1300661"/>
                  </a:lnTo>
                  <a:lnTo>
                    <a:pt x="8285251" y="1300661"/>
                  </a:lnTo>
                  <a:lnTo>
                    <a:pt x="8280260" y="1300661"/>
                  </a:lnTo>
                  <a:lnTo>
                    <a:pt x="8275268" y="1300661"/>
                  </a:lnTo>
                  <a:lnTo>
                    <a:pt x="8265286" y="1300661"/>
                  </a:lnTo>
                  <a:lnTo>
                    <a:pt x="8260295" y="1300661"/>
                  </a:lnTo>
                  <a:lnTo>
                    <a:pt x="8255304" y="1300661"/>
                  </a:lnTo>
                  <a:lnTo>
                    <a:pt x="8250313" y="1300661"/>
                  </a:lnTo>
                  <a:lnTo>
                    <a:pt x="8245322" y="1300661"/>
                  </a:lnTo>
                  <a:lnTo>
                    <a:pt x="8240331" y="1300661"/>
                  </a:lnTo>
                  <a:lnTo>
                    <a:pt x="8235339" y="1300661"/>
                  </a:lnTo>
                  <a:lnTo>
                    <a:pt x="8225357" y="1300661"/>
                  </a:lnTo>
                  <a:lnTo>
                    <a:pt x="8220366" y="1300661"/>
                  </a:lnTo>
                  <a:lnTo>
                    <a:pt x="8215375" y="1300661"/>
                  </a:lnTo>
                  <a:lnTo>
                    <a:pt x="8210384" y="1300661"/>
                  </a:lnTo>
                  <a:lnTo>
                    <a:pt x="8205393" y="1300661"/>
                  </a:lnTo>
                  <a:lnTo>
                    <a:pt x="8200402" y="1300661"/>
                  </a:lnTo>
                  <a:lnTo>
                    <a:pt x="8195411" y="1300661"/>
                  </a:lnTo>
                  <a:lnTo>
                    <a:pt x="8190419" y="1300661"/>
                  </a:lnTo>
                  <a:lnTo>
                    <a:pt x="8180437" y="1300661"/>
                  </a:lnTo>
                  <a:lnTo>
                    <a:pt x="8175446" y="1300661"/>
                  </a:lnTo>
                  <a:lnTo>
                    <a:pt x="8170455" y="1300661"/>
                  </a:lnTo>
                  <a:lnTo>
                    <a:pt x="8165464" y="1300661"/>
                  </a:lnTo>
                  <a:lnTo>
                    <a:pt x="8155482" y="1300661"/>
                  </a:lnTo>
                  <a:lnTo>
                    <a:pt x="8155482" y="1331679"/>
                  </a:lnTo>
                  <a:lnTo>
                    <a:pt x="8150491" y="1331679"/>
                  </a:lnTo>
                  <a:lnTo>
                    <a:pt x="8140508" y="1331679"/>
                  </a:lnTo>
                  <a:lnTo>
                    <a:pt x="8135517" y="1331679"/>
                  </a:lnTo>
                  <a:lnTo>
                    <a:pt x="8130526" y="1331679"/>
                  </a:lnTo>
                  <a:lnTo>
                    <a:pt x="8120544" y="1331679"/>
                  </a:lnTo>
                  <a:lnTo>
                    <a:pt x="8115553" y="1331679"/>
                  </a:lnTo>
                  <a:lnTo>
                    <a:pt x="8110562" y="1331679"/>
                  </a:lnTo>
                  <a:lnTo>
                    <a:pt x="8105570" y="1331679"/>
                  </a:lnTo>
                  <a:lnTo>
                    <a:pt x="8100579" y="1331679"/>
                  </a:lnTo>
                  <a:lnTo>
                    <a:pt x="8090597" y="1331679"/>
                  </a:lnTo>
                  <a:lnTo>
                    <a:pt x="8085606" y="1331679"/>
                  </a:lnTo>
                  <a:lnTo>
                    <a:pt x="8080615" y="1331679"/>
                  </a:lnTo>
                  <a:lnTo>
                    <a:pt x="8070633" y="1331679"/>
                  </a:lnTo>
                  <a:lnTo>
                    <a:pt x="8065642" y="1331679"/>
                  </a:lnTo>
                  <a:lnTo>
                    <a:pt x="8065642" y="1362355"/>
                  </a:lnTo>
                  <a:lnTo>
                    <a:pt x="8060650" y="1362355"/>
                  </a:lnTo>
                  <a:lnTo>
                    <a:pt x="8055659" y="1362355"/>
                  </a:lnTo>
                  <a:lnTo>
                    <a:pt x="8050668" y="1362355"/>
                  </a:lnTo>
                  <a:lnTo>
                    <a:pt x="8045677" y="1362355"/>
                  </a:lnTo>
                  <a:lnTo>
                    <a:pt x="8035695" y="1362355"/>
                  </a:lnTo>
                  <a:lnTo>
                    <a:pt x="8030704" y="1362355"/>
                  </a:lnTo>
                  <a:lnTo>
                    <a:pt x="8020722" y="1362355"/>
                  </a:lnTo>
                  <a:lnTo>
                    <a:pt x="8015730" y="1362355"/>
                  </a:lnTo>
                  <a:lnTo>
                    <a:pt x="8010739" y="1362355"/>
                  </a:lnTo>
                  <a:lnTo>
                    <a:pt x="8005748" y="1362355"/>
                  </a:lnTo>
                  <a:lnTo>
                    <a:pt x="8005748" y="1392968"/>
                  </a:lnTo>
                  <a:lnTo>
                    <a:pt x="8000757" y="1392968"/>
                  </a:lnTo>
                  <a:lnTo>
                    <a:pt x="8000757" y="1423517"/>
                  </a:lnTo>
                  <a:lnTo>
                    <a:pt x="7995766" y="1423517"/>
                  </a:lnTo>
                  <a:lnTo>
                    <a:pt x="7990775" y="1423517"/>
                  </a:lnTo>
                  <a:lnTo>
                    <a:pt x="7985784" y="1423517"/>
                  </a:lnTo>
                  <a:lnTo>
                    <a:pt x="7980793" y="1423517"/>
                  </a:lnTo>
                  <a:lnTo>
                    <a:pt x="7975801" y="1423517"/>
                  </a:lnTo>
                  <a:lnTo>
                    <a:pt x="7970810" y="1423517"/>
                  </a:lnTo>
                  <a:lnTo>
                    <a:pt x="7965819" y="1423517"/>
                  </a:lnTo>
                  <a:lnTo>
                    <a:pt x="7960828" y="1423517"/>
                  </a:lnTo>
                  <a:lnTo>
                    <a:pt x="7955837" y="1423517"/>
                  </a:lnTo>
                  <a:lnTo>
                    <a:pt x="7945855" y="1423517"/>
                  </a:lnTo>
                  <a:lnTo>
                    <a:pt x="7940864" y="1423517"/>
                  </a:lnTo>
                  <a:lnTo>
                    <a:pt x="7935873" y="1423517"/>
                  </a:lnTo>
                  <a:lnTo>
                    <a:pt x="7930881" y="1423517"/>
                  </a:lnTo>
                  <a:lnTo>
                    <a:pt x="7925890" y="1423517"/>
                  </a:lnTo>
                  <a:lnTo>
                    <a:pt x="7920899" y="1423517"/>
                  </a:lnTo>
                  <a:lnTo>
                    <a:pt x="7915908" y="1423517"/>
                  </a:lnTo>
                  <a:lnTo>
                    <a:pt x="7905926" y="1423517"/>
                  </a:lnTo>
                  <a:lnTo>
                    <a:pt x="7900935" y="1423517"/>
                  </a:lnTo>
                  <a:lnTo>
                    <a:pt x="7890953" y="1423517"/>
                  </a:lnTo>
                  <a:lnTo>
                    <a:pt x="7885961" y="1423517"/>
                  </a:lnTo>
                  <a:lnTo>
                    <a:pt x="7880970" y="1423517"/>
                  </a:lnTo>
                  <a:lnTo>
                    <a:pt x="7875979" y="1423517"/>
                  </a:lnTo>
                  <a:lnTo>
                    <a:pt x="7870988" y="1423517"/>
                  </a:lnTo>
                  <a:lnTo>
                    <a:pt x="7865997" y="1423517"/>
                  </a:lnTo>
                  <a:lnTo>
                    <a:pt x="7856015" y="1423517"/>
                  </a:lnTo>
                  <a:lnTo>
                    <a:pt x="7851024" y="1423517"/>
                  </a:lnTo>
                  <a:lnTo>
                    <a:pt x="7846033" y="1423517"/>
                  </a:lnTo>
                  <a:lnTo>
                    <a:pt x="7841041" y="1423517"/>
                  </a:lnTo>
                  <a:lnTo>
                    <a:pt x="7831059" y="1423517"/>
                  </a:lnTo>
                  <a:lnTo>
                    <a:pt x="7826068" y="1423517"/>
                  </a:lnTo>
                  <a:lnTo>
                    <a:pt x="7821077" y="1423517"/>
                  </a:lnTo>
                  <a:lnTo>
                    <a:pt x="7816086" y="1423517"/>
                  </a:lnTo>
                  <a:lnTo>
                    <a:pt x="7806104" y="1423517"/>
                  </a:lnTo>
                  <a:lnTo>
                    <a:pt x="7801112" y="1423517"/>
                  </a:lnTo>
                  <a:lnTo>
                    <a:pt x="7796121" y="1423517"/>
                  </a:lnTo>
                  <a:lnTo>
                    <a:pt x="7791130" y="1423517"/>
                  </a:lnTo>
                  <a:lnTo>
                    <a:pt x="7786139" y="1423517"/>
                  </a:lnTo>
                  <a:lnTo>
                    <a:pt x="7781148" y="1423517"/>
                  </a:lnTo>
                  <a:lnTo>
                    <a:pt x="7776157" y="1423517"/>
                  </a:lnTo>
                  <a:lnTo>
                    <a:pt x="7771166" y="1423517"/>
                  </a:lnTo>
                  <a:lnTo>
                    <a:pt x="7766175" y="1423517"/>
                  </a:lnTo>
                  <a:lnTo>
                    <a:pt x="7761184" y="1423517"/>
                  </a:lnTo>
                  <a:lnTo>
                    <a:pt x="7756192" y="1423517"/>
                  </a:lnTo>
                  <a:lnTo>
                    <a:pt x="7751201" y="1423517"/>
                  </a:lnTo>
                  <a:lnTo>
                    <a:pt x="7746210" y="1423517"/>
                  </a:lnTo>
                  <a:lnTo>
                    <a:pt x="7741219" y="1423517"/>
                  </a:lnTo>
                  <a:lnTo>
                    <a:pt x="7736228" y="1423517"/>
                  </a:lnTo>
                  <a:lnTo>
                    <a:pt x="7726246" y="1423517"/>
                  </a:lnTo>
                  <a:lnTo>
                    <a:pt x="7721255" y="1423517"/>
                  </a:lnTo>
                  <a:lnTo>
                    <a:pt x="7716264" y="1423517"/>
                  </a:lnTo>
                  <a:lnTo>
                    <a:pt x="7716264" y="1453356"/>
                  </a:lnTo>
                  <a:lnTo>
                    <a:pt x="7711272" y="1453356"/>
                  </a:lnTo>
                  <a:lnTo>
                    <a:pt x="7706281" y="1453356"/>
                  </a:lnTo>
                  <a:lnTo>
                    <a:pt x="7701290" y="1453356"/>
                  </a:lnTo>
                  <a:lnTo>
                    <a:pt x="7696299" y="1453356"/>
                  </a:lnTo>
                  <a:lnTo>
                    <a:pt x="7686317" y="1453356"/>
                  </a:lnTo>
                  <a:lnTo>
                    <a:pt x="7681326" y="1453356"/>
                  </a:lnTo>
                  <a:lnTo>
                    <a:pt x="7676335" y="1453356"/>
                  </a:lnTo>
                  <a:lnTo>
                    <a:pt x="7671343" y="1453356"/>
                  </a:lnTo>
                  <a:lnTo>
                    <a:pt x="7666352" y="1453356"/>
                  </a:lnTo>
                  <a:lnTo>
                    <a:pt x="7661361" y="1453356"/>
                  </a:lnTo>
                  <a:lnTo>
                    <a:pt x="7656370" y="1453356"/>
                  </a:lnTo>
                  <a:lnTo>
                    <a:pt x="7651379" y="1453356"/>
                  </a:lnTo>
                  <a:lnTo>
                    <a:pt x="7646388" y="1453356"/>
                  </a:lnTo>
                  <a:lnTo>
                    <a:pt x="7641397" y="1453356"/>
                  </a:lnTo>
                  <a:lnTo>
                    <a:pt x="7636406" y="1453356"/>
                  </a:lnTo>
                  <a:lnTo>
                    <a:pt x="7631415" y="1453356"/>
                  </a:lnTo>
                  <a:lnTo>
                    <a:pt x="7626423" y="1453356"/>
                  </a:lnTo>
                  <a:lnTo>
                    <a:pt x="7621432" y="1453356"/>
                  </a:lnTo>
                  <a:lnTo>
                    <a:pt x="7611450" y="1453356"/>
                  </a:lnTo>
                  <a:lnTo>
                    <a:pt x="7606459" y="1453356"/>
                  </a:lnTo>
                  <a:lnTo>
                    <a:pt x="7601468" y="1453356"/>
                  </a:lnTo>
                  <a:lnTo>
                    <a:pt x="7596477" y="1453356"/>
                  </a:lnTo>
                  <a:lnTo>
                    <a:pt x="7591486" y="1453356"/>
                  </a:lnTo>
                  <a:lnTo>
                    <a:pt x="7586495" y="1453356"/>
                  </a:lnTo>
                  <a:lnTo>
                    <a:pt x="7581503" y="1453356"/>
                  </a:lnTo>
                  <a:lnTo>
                    <a:pt x="7576512" y="1453356"/>
                  </a:lnTo>
                  <a:lnTo>
                    <a:pt x="7571521" y="1453356"/>
                  </a:lnTo>
                  <a:lnTo>
                    <a:pt x="7566530" y="1453356"/>
                  </a:lnTo>
                  <a:lnTo>
                    <a:pt x="7561539" y="1453356"/>
                  </a:lnTo>
                  <a:lnTo>
                    <a:pt x="7556548" y="1453356"/>
                  </a:lnTo>
                  <a:lnTo>
                    <a:pt x="7551557" y="1453356"/>
                  </a:lnTo>
                  <a:lnTo>
                    <a:pt x="7546566" y="1453356"/>
                  </a:lnTo>
                  <a:lnTo>
                    <a:pt x="7541574" y="1453356"/>
                  </a:lnTo>
                  <a:lnTo>
                    <a:pt x="7536583" y="1453356"/>
                  </a:lnTo>
                  <a:lnTo>
                    <a:pt x="7526601" y="1453356"/>
                  </a:lnTo>
                  <a:lnTo>
                    <a:pt x="7526601" y="1482083"/>
                  </a:lnTo>
                  <a:lnTo>
                    <a:pt x="7521610" y="1482083"/>
                  </a:lnTo>
                  <a:lnTo>
                    <a:pt x="7516619" y="1482083"/>
                  </a:lnTo>
                  <a:lnTo>
                    <a:pt x="7511628" y="1482083"/>
                  </a:lnTo>
                  <a:lnTo>
                    <a:pt x="7506637" y="1482083"/>
                  </a:lnTo>
                  <a:lnTo>
                    <a:pt x="7501646" y="1482083"/>
                  </a:lnTo>
                  <a:lnTo>
                    <a:pt x="7496654" y="1482083"/>
                  </a:lnTo>
                  <a:lnTo>
                    <a:pt x="7491663" y="1482083"/>
                  </a:lnTo>
                  <a:lnTo>
                    <a:pt x="7486672" y="1482083"/>
                  </a:lnTo>
                  <a:lnTo>
                    <a:pt x="7481681" y="1482083"/>
                  </a:lnTo>
                  <a:lnTo>
                    <a:pt x="7476690" y="1482083"/>
                  </a:lnTo>
                  <a:lnTo>
                    <a:pt x="7471699" y="1482083"/>
                  </a:lnTo>
                  <a:lnTo>
                    <a:pt x="7466708" y="1482083"/>
                  </a:lnTo>
                  <a:lnTo>
                    <a:pt x="7461717" y="1482083"/>
                  </a:lnTo>
                  <a:lnTo>
                    <a:pt x="7456726" y="1482083"/>
                  </a:lnTo>
                  <a:lnTo>
                    <a:pt x="7451734" y="1482083"/>
                  </a:lnTo>
                  <a:lnTo>
                    <a:pt x="7446743" y="1482083"/>
                  </a:lnTo>
                  <a:lnTo>
                    <a:pt x="7441752" y="1482083"/>
                  </a:lnTo>
                  <a:lnTo>
                    <a:pt x="7436761" y="1482083"/>
                  </a:lnTo>
                  <a:lnTo>
                    <a:pt x="7431770" y="1482083"/>
                  </a:lnTo>
                  <a:lnTo>
                    <a:pt x="7426779" y="1482083"/>
                  </a:lnTo>
                  <a:lnTo>
                    <a:pt x="7421788" y="1482083"/>
                  </a:lnTo>
                  <a:lnTo>
                    <a:pt x="7416797" y="1482083"/>
                  </a:lnTo>
                  <a:lnTo>
                    <a:pt x="7411805" y="1482083"/>
                  </a:lnTo>
                  <a:lnTo>
                    <a:pt x="7401823" y="1482083"/>
                  </a:lnTo>
                  <a:lnTo>
                    <a:pt x="7396832" y="1482083"/>
                  </a:lnTo>
                  <a:lnTo>
                    <a:pt x="7381859" y="1482083"/>
                  </a:lnTo>
                  <a:lnTo>
                    <a:pt x="7376868" y="1482083"/>
                  </a:lnTo>
                  <a:lnTo>
                    <a:pt x="7371877" y="1482083"/>
                  </a:lnTo>
                  <a:lnTo>
                    <a:pt x="7366885" y="1482083"/>
                  </a:lnTo>
                  <a:lnTo>
                    <a:pt x="7361894" y="1482083"/>
                  </a:lnTo>
                  <a:lnTo>
                    <a:pt x="7356903" y="1482083"/>
                  </a:lnTo>
                  <a:lnTo>
                    <a:pt x="7351912" y="1482083"/>
                  </a:lnTo>
                  <a:lnTo>
                    <a:pt x="7346921" y="1482083"/>
                  </a:lnTo>
                  <a:lnTo>
                    <a:pt x="7341930" y="1482083"/>
                  </a:lnTo>
                  <a:lnTo>
                    <a:pt x="7336939" y="1482083"/>
                  </a:lnTo>
                  <a:lnTo>
                    <a:pt x="7331948" y="1482083"/>
                  </a:lnTo>
                  <a:lnTo>
                    <a:pt x="7326957" y="1482083"/>
                  </a:lnTo>
                  <a:lnTo>
                    <a:pt x="7321965" y="1482083"/>
                  </a:lnTo>
                  <a:lnTo>
                    <a:pt x="7311983" y="1482083"/>
                  </a:lnTo>
                  <a:lnTo>
                    <a:pt x="7306992" y="1482083"/>
                  </a:lnTo>
                  <a:lnTo>
                    <a:pt x="7302001" y="1482083"/>
                  </a:lnTo>
                  <a:lnTo>
                    <a:pt x="7297010" y="1482083"/>
                  </a:lnTo>
                  <a:lnTo>
                    <a:pt x="7292019" y="1482083"/>
                  </a:lnTo>
                  <a:lnTo>
                    <a:pt x="7287028" y="1482083"/>
                  </a:lnTo>
                  <a:lnTo>
                    <a:pt x="7277045" y="1482083"/>
                  </a:lnTo>
                  <a:lnTo>
                    <a:pt x="7272054" y="1482083"/>
                  </a:lnTo>
                  <a:lnTo>
                    <a:pt x="7267063" y="1482083"/>
                  </a:lnTo>
                  <a:lnTo>
                    <a:pt x="7262072" y="1482083"/>
                  </a:lnTo>
                  <a:lnTo>
                    <a:pt x="7252090" y="1482083"/>
                  </a:lnTo>
                  <a:lnTo>
                    <a:pt x="7247099" y="1482083"/>
                  </a:lnTo>
                  <a:lnTo>
                    <a:pt x="7242108" y="1482083"/>
                  </a:lnTo>
                  <a:lnTo>
                    <a:pt x="7237116" y="1482083"/>
                  </a:lnTo>
                  <a:lnTo>
                    <a:pt x="7232125" y="1482083"/>
                  </a:lnTo>
                  <a:lnTo>
                    <a:pt x="7227134" y="1482083"/>
                  </a:lnTo>
                  <a:lnTo>
                    <a:pt x="7222143" y="1482083"/>
                  </a:lnTo>
                  <a:lnTo>
                    <a:pt x="7217152" y="1482083"/>
                  </a:lnTo>
                  <a:lnTo>
                    <a:pt x="7212161" y="1482083"/>
                  </a:lnTo>
                  <a:lnTo>
                    <a:pt x="7207170" y="1482083"/>
                  </a:lnTo>
                  <a:lnTo>
                    <a:pt x="7202179" y="1482083"/>
                  </a:lnTo>
                  <a:lnTo>
                    <a:pt x="7197188" y="1482083"/>
                  </a:lnTo>
                  <a:lnTo>
                    <a:pt x="7192196" y="1482083"/>
                  </a:lnTo>
                  <a:lnTo>
                    <a:pt x="7187205" y="1482083"/>
                  </a:lnTo>
                  <a:lnTo>
                    <a:pt x="7182214" y="1482083"/>
                  </a:lnTo>
                  <a:lnTo>
                    <a:pt x="7182214" y="1509608"/>
                  </a:lnTo>
                  <a:lnTo>
                    <a:pt x="7177223" y="1509608"/>
                  </a:lnTo>
                  <a:lnTo>
                    <a:pt x="7172232" y="1509608"/>
                  </a:lnTo>
                  <a:lnTo>
                    <a:pt x="7167241" y="1509608"/>
                  </a:lnTo>
                  <a:lnTo>
                    <a:pt x="7162250" y="1509608"/>
                  </a:lnTo>
                  <a:lnTo>
                    <a:pt x="7157259" y="1509608"/>
                  </a:lnTo>
                  <a:lnTo>
                    <a:pt x="7152267" y="1509608"/>
                  </a:lnTo>
                  <a:lnTo>
                    <a:pt x="7147276" y="1509608"/>
                  </a:lnTo>
                  <a:lnTo>
                    <a:pt x="7137294" y="1509608"/>
                  </a:lnTo>
                  <a:lnTo>
                    <a:pt x="7132303" y="1509608"/>
                  </a:lnTo>
                  <a:lnTo>
                    <a:pt x="7127312" y="1509608"/>
                  </a:lnTo>
                  <a:lnTo>
                    <a:pt x="7127312" y="1536894"/>
                  </a:lnTo>
                  <a:lnTo>
                    <a:pt x="7122321" y="1536894"/>
                  </a:lnTo>
                  <a:lnTo>
                    <a:pt x="7117330" y="1536894"/>
                  </a:lnTo>
                  <a:lnTo>
                    <a:pt x="7112339" y="1536894"/>
                  </a:lnTo>
                  <a:lnTo>
                    <a:pt x="7107347" y="1536894"/>
                  </a:lnTo>
                  <a:lnTo>
                    <a:pt x="7102356" y="1536894"/>
                  </a:lnTo>
                  <a:lnTo>
                    <a:pt x="7097365" y="1536894"/>
                  </a:lnTo>
                  <a:lnTo>
                    <a:pt x="7082392" y="1536894"/>
                  </a:lnTo>
                  <a:lnTo>
                    <a:pt x="7077401" y="1536894"/>
                  </a:lnTo>
                  <a:lnTo>
                    <a:pt x="7072410" y="1536894"/>
                  </a:lnTo>
                  <a:lnTo>
                    <a:pt x="7067419" y="1536894"/>
                  </a:lnTo>
                  <a:lnTo>
                    <a:pt x="7062427" y="1536894"/>
                  </a:lnTo>
                  <a:lnTo>
                    <a:pt x="7057436" y="1536894"/>
                  </a:lnTo>
                  <a:lnTo>
                    <a:pt x="7052445" y="1536894"/>
                  </a:lnTo>
                  <a:lnTo>
                    <a:pt x="7047454" y="1536894"/>
                  </a:lnTo>
                  <a:lnTo>
                    <a:pt x="7042463" y="1536894"/>
                  </a:lnTo>
                  <a:lnTo>
                    <a:pt x="7042463" y="1563664"/>
                  </a:lnTo>
                  <a:lnTo>
                    <a:pt x="7037472" y="1563664"/>
                  </a:lnTo>
                  <a:lnTo>
                    <a:pt x="7032481" y="1563664"/>
                  </a:lnTo>
                  <a:lnTo>
                    <a:pt x="7027490" y="1563664"/>
                  </a:lnTo>
                  <a:lnTo>
                    <a:pt x="7022499" y="1563664"/>
                  </a:lnTo>
                  <a:lnTo>
                    <a:pt x="7017507" y="1563664"/>
                  </a:lnTo>
                  <a:lnTo>
                    <a:pt x="7012516" y="1563664"/>
                  </a:lnTo>
                  <a:lnTo>
                    <a:pt x="7007525" y="1563664"/>
                  </a:lnTo>
                  <a:lnTo>
                    <a:pt x="7002534" y="1563664"/>
                  </a:lnTo>
                  <a:lnTo>
                    <a:pt x="6997543" y="1563664"/>
                  </a:lnTo>
                  <a:lnTo>
                    <a:pt x="6992552" y="1563664"/>
                  </a:lnTo>
                  <a:lnTo>
                    <a:pt x="6987561" y="1563664"/>
                  </a:lnTo>
                  <a:lnTo>
                    <a:pt x="6982570" y="1563664"/>
                  </a:lnTo>
                  <a:lnTo>
                    <a:pt x="6977578" y="1563664"/>
                  </a:lnTo>
                  <a:lnTo>
                    <a:pt x="6972587" y="1563664"/>
                  </a:lnTo>
                  <a:lnTo>
                    <a:pt x="6967596" y="1563664"/>
                  </a:lnTo>
                  <a:lnTo>
                    <a:pt x="6962605" y="1563664"/>
                  </a:lnTo>
                  <a:lnTo>
                    <a:pt x="6957614" y="1563664"/>
                  </a:lnTo>
                  <a:lnTo>
                    <a:pt x="6957614" y="1589941"/>
                  </a:lnTo>
                  <a:lnTo>
                    <a:pt x="6952623" y="1589941"/>
                  </a:lnTo>
                  <a:lnTo>
                    <a:pt x="6947632" y="1589941"/>
                  </a:lnTo>
                  <a:lnTo>
                    <a:pt x="6942641" y="1589941"/>
                  </a:lnTo>
                  <a:lnTo>
                    <a:pt x="6937650" y="1589941"/>
                  </a:lnTo>
                  <a:lnTo>
                    <a:pt x="6932658" y="1589941"/>
                  </a:lnTo>
                  <a:lnTo>
                    <a:pt x="6927667" y="1589941"/>
                  </a:lnTo>
                  <a:lnTo>
                    <a:pt x="6917685" y="1589941"/>
                  </a:lnTo>
                  <a:lnTo>
                    <a:pt x="6917685" y="1616091"/>
                  </a:lnTo>
                  <a:lnTo>
                    <a:pt x="6912694" y="1616091"/>
                  </a:lnTo>
                  <a:lnTo>
                    <a:pt x="6907703" y="1616091"/>
                  </a:lnTo>
                  <a:lnTo>
                    <a:pt x="6897721" y="1616091"/>
                  </a:lnTo>
                  <a:lnTo>
                    <a:pt x="6892730" y="1616091"/>
                  </a:lnTo>
                  <a:lnTo>
                    <a:pt x="6887738" y="1616091"/>
                  </a:lnTo>
                  <a:lnTo>
                    <a:pt x="6877756" y="1616091"/>
                  </a:lnTo>
                  <a:lnTo>
                    <a:pt x="6872765" y="1616091"/>
                  </a:lnTo>
                  <a:lnTo>
                    <a:pt x="6867774" y="1616091"/>
                  </a:lnTo>
                  <a:lnTo>
                    <a:pt x="6862783" y="1616091"/>
                  </a:lnTo>
                  <a:lnTo>
                    <a:pt x="6857792" y="1616091"/>
                  </a:lnTo>
                  <a:lnTo>
                    <a:pt x="6852801" y="1616091"/>
                  </a:lnTo>
                  <a:lnTo>
                    <a:pt x="6847809" y="1616091"/>
                  </a:lnTo>
                  <a:lnTo>
                    <a:pt x="6842818" y="1616091"/>
                  </a:lnTo>
                  <a:lnTo>
                    <a:pt x="6837827" y="1616091"/>
                  </a:lnTo>
                  <a:lnTo>
                    <a:pt x="6827845" y="1616091"/>
                  </a:lnTo>
                  <a:lnTo>
                    <a:pt x="6822854" y="1616091"/>
                  </a:lnTo>
                  <a:lnTo>
                    <a:pt x="6817863" y="1616091"/>
                  </a:lnTo>
                  <a:lnTo>
                    <a:pt x="6812872" y="1616091"/>
                  </a:lnTo>
                  <a:lnTo>
                    <a:pt x="6807881" y="1616091"/>
                  </a:lnTo>
                  <a:lnTo>
                    <a:pt x="6802889" y="1616091"/>
                  </a:lnTo>
                  <a:lnTo>
                    <a:pt x="6797898" y="1616091"/>
                  </a:lnTo>
                  <a:lnTo>
                    <a:pt x="6792907" y="1616091"/>
                  </a:lnTo>
                  <a:lnTo>
                    <a:pt x="6787916" y="1616091"/>
                  </a:lnTo>
                  <a:lnTo>
                    <a:pt x="6782925" y="1616091"/>
                  </a:lnTo>
                  <a:lnTo>
                    <a:pt x="6777934" y="1616091"/>
                  </a:lnTo>
                  <a:lnTo>
                    <a:pt x="6772943" y="1616091"/>
                  </a:lnTo>
                  <a:lnTo>
                    <a:pt x="6767952" y="1616091"/>
                  </a:lnTo>
                  <a:lnTo>
                    <a:pt x="6762961" y="1616091"/>
                  </a:lnTo>
                  <a:lnTo>
                    <a:pt x="6757969" y="1616091"/>
                  </a:lnTo>
                  <a:lnTo>
                    <a:pt x="6752978" y="1616091"/>
                  </a:lnTo>
                  <a:lnTo>
                    <a:pt x="6747987" y="1616091"/>
                  </a:lnTo>
                  <a:lnTo>
                    <a:pt x="6742996" y="1616091"/>
                  </a:lnTo>
                  <a:lnTo>
                    <a:pt x="6738005" y="1616091"/>
                  </a:lnTo>
                  <a:lnTo>
                    <a:pt x="6733014" y="1616091"/>
                  </a:lnTo>
                  <a:lnTo>
                    <a:pt x="6728023" y="1616091"/>
                  </a:lnTo>
                  <a:lnTo>
                    <a:pt x="6723032" y="1616091"/>
                  </a:lnTo>
                  <a:lnTo>
                    <a:pt x="6718040" y="1616091"/>
                  </a:lnTo>
                  <a:lnTo>
                    <a:pt x="6713049" y="1616091"/>
                  </a:lnTo>
                  <a:lnTo>
                    <a:pt x="6708058" y="1616091"/>
                  </a:lnTo>
                  <a:lnTo>
                    <a:pt x="6703067" y="1616091"/>
                  </a:lnTo>
                  <a:lnTo>
                    <a:pt x="6698076" y="1616091"/>
                  </a:lnTo>
                  <a:lnTo>
                    <a:pt x="6693085" y="1616091"/>
                  </a:lnTo>
                  <a:lnTo>
                    <a:pt x="6688094" y="1616091"/>
                  </a:lnTo>
                  <a:lnTo>
                    <a:pt x="6683103" y="1616091"/>
                  </a:lnTo>
                  <a:lnTo>
                    <a:pt x="6678112" y="1616091"/>
                  </a:lnTo>
                  <a:lnTo>
                    <a:pt x="6673120" y="1616091"/>
                  </a:lnTo>
                  <a:lnTo>
                    <a:pt x="6668129" y="1616091"/>
                  </a:lnTo>
                  <a:lnTo>
                    <a:pt x="6663138" y="1616091"/>
                  </a:lnTo>
                  <a:lnTo>
                    <a:pt x="6658147" y="1616091"/>
                  </a:lnTo>
                  <a:lnTo>
                    <a:pt x="6653156" y="1616091"/>
                  </a:lnTo>
                  <a:lnTo>
                    <a:pt x="6648165" y="1616091"/>
                  </a:lnTo>
                  <a:lnTo>
                    <a:pt x="6643174" y="1616091"/>
                  </a:lnTo>
                  <a:lnTo>
                    <a:pt x="6638183" y="1616091"/>
                  </a:lnTo>
                  <a:lnTo>
                    <a:pt x="6633192" y="1616091"/>
                  </a:lnTo>
                  <a:lnTo>
                    <a:pt x="6628200" y="1616091"/>
                  </a:lnTo>
                  <a:lnTo>
                    <a:pt x="6623209" y="1616091"/>
                  </a:lnTo>
                  <a:lnTo>
                    <a:pt x="6618218" y="1616091"/>
                  </a:lnTo>
                  <a:lnTo>
                    <a:pt x="6613227" y="1616091"/>
                  </a:lnTo>
                  <a:lnTo>
                    <a:pt x="6608236" y="1616091"/>
                  </a:lnTo>
                  <a:lnTo>
                    <a:pt x="6603245" y="1616091"/>
                  </a:lnTo>
                  <a:lnTo>
                    <a:pt x="6598254" y="1616091"/>
                  </a:lnTo>
                  <a:lnTo>
                    <a:pt x="6588271" y="1616091"/>
                  </a:lnTo>
                  <a:lnTo>
                    <a:pt x="6583280" y="1616091"/>
                  </a:lnTo>
                  <a:lnTo>
                    <a:pt x="6578289" y="1616091"/>
                  </a:lnTo>
                  <a:lnTo>
                    <a:pt x="6573298" y="1616091"/>
                  </a:lnTo>
                  <a:lnTo>
                    <a:pt x="6568307" y="1616091"/>
                  </a:lnTo>
                  <a:lnTo>
                    <a:pt x="6563316" y="1616091"/>
                  </a:lnTo>
                  <a:lnTo>
                    <a:pt x="6558325" y="1616091"/>
                  </a:lnTo>
                  <a:lnTo>
                    <a:pt x="6553334" y="1616091"/>
                  </a:lnTo>
                  <a:lnTo>
                    <a:pt x="6548343" y="1616091"/>
                  </a:lnTo>
                  <a:lnTo>
                    <a:pt x="6543351" y="1616091"/>
                  </a:lnTo>
                  <a:lnTo>
                    <a:pt x="6538360" y="1616091"/>
                  </a:lnTo>
                  <a:lnTo>
                    <a:pt x="6533369" y="1616091"/>
                  </a:lnTo>
                  <a:lnTo>
                    <a:pt x="6528378" y="1616091"/>
                  </a:lnTo>
                  <a:lnTo>
                    <a:pt x="6523387" y="1616091"/>
                  </a:lnTo>
                  <a:lnTo>
                    <a:pt x="6518396" y="1616091"/>
                  </a:lnTo>
                  <a:lnTo>
                    <a:pt x="6518396" y="1640599"/>
                  </a:lnTo>
                  <a:lnTo>
                    <a:pt x="6513405" y="1640599"/>
                  </a:lnTo>
                  <a:lnTo>
                    <a:pt x="6508414" y="1640599"/>
                  </a:lnTo>
                  <a:lnTo>
                    <a:pt x="6503423" y="1640599"/>
                  </a:lnTo>
                  <a:lnTo>
                    <a:pt x="6498431" y="1640599"/>
                  </a:lnTo>
                  <a:lnTo>
                    <a:pt x="6493440" y="1640599"/>
                  </a:lnTo>
                  <a:lnTo>
                    <a:pt x="6488449" y="1640599"/>
                  </a:lnTo>
                  <a:lnTo>
                    <a:pt x="6483458" y="1640599"/>
                  </a:lnTo>
                  <a:lnTo>
                    <a:pt x="6478467" y="1640599"/>
                  </a:lnTo>
                  <a:lnTo>
                    <a:pt x="6473476" y="1640599"/>
                  </a:lnTo>
                  <a:lnTo>
                    <a:pt x="6468485" y="1640599"/>
                  </a:lnTo>
                  <a:lnTo>
                    <a:pt x="6463494" y="1640599"/>
                  </a:lnTo>
                  <a:lnTo>
                    <a:pt x="6458502" y="1640599"/>
                  </a:lnTo>
                  <a:lnTo>
                    <a:pt x="6453511" y="1640599"/>
                  </a:lnTo>
                  <a:lnTo>
                    <a:pt x="6443529" y="1640599"/>
                  </a:lnTo>
                  <a:lnTo>
                    <a:pt x="6438538" y="1640599"/>
                  </a:lnTo>
                  <a:lnTo>
                    <a:pt x="6433547" y="1640599"/>
                  </a:lnTo>
                  <a:lnTo>
                    <a:pt x="6428556" y="1640599"/>
                  </a:lnTo>
                  <a:lnTo>
                    <a:pt x="6423565" y="1640599"/>
                  </a:lnTo>
                  <a:lnTo>
                    <a:pt x="6418574" y="1640599"/>
                  </a:lnTo>
                  <a:lnTo>
                    <a:pt x="6413582" y="1640599"/>
                  </a:lnTo>
                  <a:lnTo>
                    <a:pt x="6413582" y="1664931"/>
                  </a:lnTo>
                  <a:lnTo>
                    <a:pt x="6408591" y="1664931"/>
                  </a:lnTo>
                  <a:lnTo>
                    <a:pt x="6403600" y="1664931"/>
                  </a:lnTo>
                  <a:lnTo>
                    <a:pt x="6398609" y="1664931"/>
                  </a:lnTo>
                  <a:lnTo>
                    <a:pt x="6393618" y="1664931"/>
                  </a:lnTo>
                  <a:lnTo>
                    <a:pt x="6388627" y="1664931"/>
                  </a:lnTo>
                  <a:lnTo>
                    <a:pt x="6383636" y="1664931"/>
                  </a:lnTo>
                  <a:lnTo>
                    <a:pt x="6378645" y="1664931"/>
                  </a:lnTo>
                  <a:lnTo>
                    <a:pt x="6373654" y="1664931"/>
                  </a:lnTo>
                  <a:lnTo>
                    <a:pt x="6368662" y="1664931"/>
                  </a:lnTo>
                  <a:lnTo>
                    <a:pt x="6363671" y="1664931"/>
                  </a:lnTo>
                  <a:lnTo>
                    <a:pt x="6358680" y="1664931"/>
                  </a:lnTo>
                  <a:lnTo>
                    <a:pt x="6353689" y="1664931"/>
                  </a:lnTo>
                  <a:lnTo>
                    <a:pt x="6348698" y="1664931"/>
                  </a:lnTo>
                  <a:lnTo>
                    <a:pt x="6343707" y="1664931"/>
                  </a:lnTo>
                  <a:lnTo>
                    <a:pt x="6338716" y="1664931"/>
                  </a:lnTo>
                  <a:lnTo>
                    <a:pt x="6333725" y="1664931"/>
                  </a:lnTo>
                  <a:lnTo>
                    <a:pt x="6328734" y="1664931"/>
                  </a:lnTo>
                  <a:lnTo>
                    <a:pt x="6323742" y="1664931"/>
                  </a:lnTo>
                  <a:lnTo>
                    <a:pt x="6318751" y="1664931"/>
                  </a:lnTo>
                  <a:lnTo>
                    <a:pt x="6313760" y="1664931"/>
                  </a:lnTo>
                  <a:lnTo>
                    <a:pt x="6308769" y="1664931"/>
                  </a:lnTo>
                  <a:lnTo>
                    <a:pt x="6303778" y="1664931"/>
                  </a:lnTo>
                  <a:lnTo>
                    <a:pt x="6298787" y="1664931"/>
                  </a:lnTo>
                  <a:lnTo>
                    <a:pt x="6293796" y="1664931"/>
                  </a:lnTo>
                  <a:lnTo>
                    <a:pt x="6288805" y="1664931"/>
                  </a:lnTo>
                  <a:lnTo>
                    <a:pt x="6283813" y="1664931"/>
                  </a:lnTo>
                  <a:lnTo>
                    <a:pt x="6278822" y="1664931"/>
                  </a:lnTo>
                  <a:lnTo>
                    <a:pt x="6273831" y="1664931"/>
                  </a:lnTo>
                  <a:lnTo>
                    <a:pt x="6268840" y="1664931"/>
                  </a:lnTo>
                  <a:lnTo>
                    <a:pt x="6263849" y="1664931"/>
                  </a:lnTo>
                  <a:lnTo>
                    <a:pt x="6258858" y="1664931"/>
                  </a:lnTo>
                  <a:lnTo>
                    <a:pt x="6253867" y="1664931"/>
                  </a:lnTo>
                  <a:lnTo>
                    <a:pt x="6248876" y="1664931"/>
                  </a:lnTo>
                  <a:lnTo>
                    <a:pt x="6243885" y="1664931"/>
                  </a:lnTo>
                  <a:lnTo>
                    <a:pt x="6243885" y="1688812"/>
                  </a:lnTo>
                  <a:lnTo>
                    <a:pt x="6238893" y="1688812"/>
                  </a:lnTo>
                  <a:lnTo>
                    <a:pt x="6233902" y="1688812"/>
                  </a:lnTo>
                  <a:lnTo>
                    <a:pt x="6228911" y="1688812"/>
                  </a:lnTo>
                  <a:lnTo>
                    <a:pt x="6223920" y="1688812"/>
                  </a:lnTo>
                  <a:lnTo>
                    <a:pt x="6218929" y="1688812"/>
                  </a:lnTo>
                  <a:lnTo>
                    <a:pt x="6213938" y="1688812"/>
                  </a:lnTo>
                  <a:lnTo>
                    <a:pt x="6208947" y="1688812"/>
                  </a:lnTo>
                  <a:lnTo>
                    <a:pt x="6203956" y="1688812"/>
                  </a:lnTo>
                  <a:lnTo>
                    <a:pt x="6193973" y="1688812"/>
                  </a:lnTo>
                  <a:lnTo>
                    <a:pt x="6188982" y="1688812"/>
                  </a:lnTo>
                  <a:lnTo>
                    <a:pt x="6183991" y="1688812"/>
                  </a:lnTo>
                  <a:lnTo>
                    <a:pt x="6179000" y="1688812"/>
                  </a:lnTo>
                  <a:lnTo>
                    <a:pt x="6174009" y="1688812"/>
                  </a:lnTo>
                  <a:lnTo>
                    <a:pt x="6169018" y="1688812"/>
                  </a:lnTo>
                  <a:lnTo>
                    <a:pt x="6164027" y="1688812"/>
                  </a:lnTo>
                  <a:lnTo>
                    <a:pt x="6159036" y="1688812"/>
                  </a:lnTo>
                  <a:lnTo>
                    <a:pt x="6154044" y="1688812"/>
                  </a:lnTo>
                  <a:lnTo>
                    <a:pt x="6149053" y="1688812"/>
                  </a:lnTo>
                  <a:lnTo>
                    <a:pt x="6144062" y="1688812"/>
                  </a:lnTo>
                  <a:lnTo>
                    <a:pt x="6139071" y="1688812"/>
                  </a:lnTo>
                  <a:lnTo>
                    <a:pt x="6134080" y="1688812"/>
                  </a:lnTo>
                  <a:lnTo>
                    <a:pt x="6129089" y="1688812"/>
                  </a:lnTo>
                  <a:lnTo>
                    <a:pt x="6124098" y="1688812"/>
                  </a:lnTo>
                  <a:lnTo>
                    <a:pt x="6119107" y="1688812"/>
                  </a:lnTo>
                  <a:lnTo>
                    <a:pt x="6114116" y="1688812"/>
                  </a:lnTo>
                  <a:lnTo>
                    <a:pt x="6109124" y="1688812"/>
                  </a:lnTo>
                  <a:lnTo>
                    <a:pt x="6104133" y="1688812"/>
                  </a:lnTo>
                  <a:lnTo>
                    <a:pt x="6099142" y="1688812"/>
                  </a:lnTo>
                  <a:lnTo>
                    <a:pt x="6094151" y="1688812"/>
                  </a:lnTo>
                  <a:lnTo>
                    <a:pt x="6089160" y="1688812"/>
                  </a:lnTo>
                  <a:lnTo>
                    <a:pt x="6084169" y="1688812"/>
                  </a:lnTo>
                  <a:lnTo>
                    <a:pt x="6079178" y="1688812"/>
                  </a:lnTo>
                  <a:lnTo>
                    <a:pt x="6074187" y="1688812"/>
                  </a:lnTo>
                  <a:lnTo>
                    <a:pt x="6069196" y="1688812"/>
                  </a:lnTo>
                  <a:lnTo>
                    <a:pt x="6064204" y="1688812"/>
                  </a:lnTo>
                  <a:lnTo>
                    <a:pt x="6059213" y="1688812"/>
                  </a:lnTo>
                  <a:lnTo>
                    <a:pt x="6054222" y="1688812"/>
                  </a:lnTo>
                  <a:lnTo>
                    <a:pt x="6049231" y="1688812"/>
                  </a:lnTo>
                  <a:lnTo>
                    <a:pt x="6044240" y="1688812"/>
                  </a:lnTo>
                  <a:lnTo>
                    <a:pt x="6039249" y="1688812"/>
                  </a:lnTo>
                  <a:lnTo>
                    <a:pt x="6034258" y="1688812"/>
                  </a:lnTo>
                  <a:lnTo>
                    <a:pt x="6029267" y="1688812"/>
                  </a:lnTo>
                  <a:lnTo>
                    <a:pt x="6024275" y="1688812"/>
                  </a:lnTo>
                  <a:lnTo>
                    <a:pt x="6019284" y="1688812"/>
                  </a:lnTo>
                  <a:lnTo>
                    <a:pt x="6014293" y="1688812"/>
                  </a:lnTo>
                  <a:lnTo>
                    <a:pt x="6009302" y="1688812"/>
                  </a:lnTo>
                  <a:lnTo>
                    <a:pt x="6004311" y="1688812"/>
                  </a:lnTo>
                  <a:lnTo>
                    <a:pt x="5999320" y="1688812"/>
                  </a:lnTo>
                  <a:lnTo>
                    <a:pt x="5994329" y="1688812"/>
                  </a:lnTo>
                  <a:lnTo>
                    <a:pt x="5989338" y="1688812"/>
                  </a:lnTo>
                  <a:lnTo>
                    <a:pt x="5989338" y="1711561"/>
                  </a:lnTo>
                  <a:lnTo>
                    <a:pt x="5984347" y="1711561"/>
                  </a:lnTo>
                  <a:lnTo>
                    <a:pt x="5979355" y="1711561"/>
                  </a:lnTo>
                  <a:lnTo>
                    <a:pt x="5974364" y="1711561"/>
                  </a:lnTo>
                  <a:lnTo>
                    <a:pt x="5969373" y="1711561"/>
                  </a:lnTo>
                  <a:lnTo>
                    <a:pt x="5959391" y="1711561"/>
                  </a:lnTo>
                  <a:lnTo>
                    <a:pt x="5949409" y="1711561"/>
                  </a:lnTo>
                  <a:lnTo>
                    <a:pt x="5944418" y="1711561"/>
                  </a:lnTo>
                  <a:lnTo>
                    <a:pt x="5939427" y="1711561"/>
                  </a:lnTo>
                  <a:lnTo>
                    <a:pt x="5934435" y="1711561"/>
                  </a:lnTo>
                  <a:lnTo>
                    <a:pt x="5929444" y="1711561"/>
                  </a:lnTo>
                  <a:lnTo>
                    <a:pt x="5924453" y="1711561"/>
                  </a:lnTo>
                  <a:lnTo>
                    <a:pt x="5919462" y="1711561"/>
                  </a:lnTo>
                  <a:lnTo>
                    <a:pt x="5914471" y="1711561"/>
                  </a:lnTo>
                  <a:lnTo>
                    <a:pt x="5909480" y="1711561"/>
                  </a:lnTo>
                  <a:lnTo>
                    <a:pt x="5904489" y="1711561"/>
                  </a:lnTo>
                  <a:lnTo>
                    <a:pt x="5899498" y="1711561"/>
                  </a:lnTo>
                  <a:lnTo>
                    <a:pt x="5894506" y="1711561"/>
                  </a:lnTo>
                  <a:lnTo>
                    <a:pt x="5889515" y="1711561"/>
                  </a:lnTo>
                  <a:lnTo>
                    <a:pt x="5884524" y="1711561"/>
                  </a:lnTo>
                  <a:lnTo>
                    <a:pt x="5879533" y="1711561"/>
                  </a:lnTo>
                  <a:lnTo>
                    <a:pt x="5874542" y="1711561"/>
                  </a:lnTo>
                  <a:lnTo>
                    <a:pt x="5869551" y="1711561"/>
                  </a:lnTo>
                  <a:lnTo>
                    <a:pt x="5864560" y="1711561"/>
                  </a:lnTo>
                  <a:lnTo>
                    <a:pt x="5859569" y="1711561"/>
                  </a:lnTo>
                  <a:lnTo>
                    <a:pt x="5854578" y="1711561"/>
                  </a:lnTo>
                  <a:lnTo>
                    <a:pt x="5849586" y="1711561"/>
                  </a:lnTo>
                  <a:lnTo>
                    <a:pt x="5844595" y="1711561"/>
                  </a:lnTo>
                  <a:lnTo>
                    <a:pt x="5839604" y="1711561"/>
                  </a:lnTo>
                  <a:lnTo>
                    <a:pt x="5834613" y="1711561"/>
                  </a:lnTo>
                  <a:lnTo>
                    <a:pt x="5829622" y="1711561"/>
                  </a:lnTo>
                  <a:lnTo>
                    <a:pt x="5824631" y="1711561"/>
                  </a:lnTo>
                  <a:lnTo>
                    <a:pt x="5819640" y="1711561"/>
                  </a:lnTo>
                  <a:lnTo>
                    <a:pt x="5814649" y="1711561"/>
                  </a:lnTo>
                  <a:lnTo>
                    <a:pt x="5809658" y="1711561"/>
                  </a:lnTo>
                  <a:lnTo>
                    <a:pt x="5804666" y="1711561"/>
                  </a:lnTo>
                  <a:lnTo>
                    <a:pt x="5799675" y="1711561"/>
                  </a:lnTo>
                  <a:lnTo>
                    <a:pt x="5794684" y="1711561"/>
                  </a:lnTo>
                  <a:lnTo>
                    <a:pt x="5789693" y="1711561"/>
                  </a:lnTo>
                  <a:lnTo>
                    <a:pt x="5779711" y="1711561"/>
                  </a:lnTo>
                  <a:lnTo>
                    <a:pt x="5774720" y="1711561"/>
                  </a:lnTo>
                  <a:lnTo>
                    <a:pt x="5769729" y="1711561"/>
                  </a:lnTo>
                  <a:lnTo>
                    <a:pt x="5764737" y="1711561"/>
                  </a:lnTo>
                  <a:lnTo>
                    <a:pt x="5764737" y="1733992"/>
                  </a:lnTo>
                  <a:lnTo>
                    <a:pt x="5759746" y="1733992"/>
                  </a:lnTo>
                  <a:lnTo>
                    <a:pt x="5754755" y="1733992"/>
                  </a:lnTo>
                  <a:lnTo>
                    <a:pt x="5749764" y="1733992"/>
                  </a:lnTo>
                  <a:lnTo>
                    <a:pt x="5744773" y="1733992"/>
                  </a:lnTo>
                  <a:lnTo>
                    <a:pt x="5739782" y="1733992"/>
                  </a:lnTo>
                  <a:lnTo>
                    <a:pt x="5734791" y="1733992"/>
                  </a:lnTo>
                  <a:lnTo>
                    <a:pt x="5729800" y="1733992"/>
                  </a:lnTo>
                  <a:lnTo>
                    <a:pt x="5724809" y="1733992"/>
                  </a:lnTo>
                  <a:lnTo>
                    <a:pt x="5719817" y="1733992"/>
                  </a:lnTo>
                  <a:lnTo>
                    <a:pt x="5714826" y="1733992"/>
                  </a:lnTo>
                  <a:lnTo>
                    <a:pt x="5709835" y="1733992"/>
                  </a:lnTo>
                  <a:lnTo>
                    <a:pt x="5704844" y="1733992"/>
                  </a:lnTo>
                  <a:lnTo>
                    <a:pt x="5694862" y="1733992"/>
                  </a:lnTo>
                  <a:lnTo>
                    <a:pt x="5689871" y="1733992"/>
                  </a:lnTo>
                  <a:lnTo>
                    <a:pt x="5684880" y="1733992"/>
                  </a:lnTo>
                  <a:lnTo>
                    <a:pt x="5679889" y="1733992"/>
                  </a:lnTo>
                  <a:lnTo>
                    <a:pt x="5674897" y="1733992"/>
                  </a:lnTo>
                  <a:lnTo>
                    <a:pt x="5669906" y="1733992"/>
                  </a:lnTo>
                  <a:lnTo>
                    <a:pt x="5664915" y="1733992"/>
                  </a:lnTo>
                  <a:lnTo>
                    <a:pt x="5659924" y="1733992"/>
                  </a:lnTo>
                  <a:lnTo>
                    <a:pt x="5654933" y="1733992"/>
                  </a:lnTo>
                  <a:lnTo>
                    <a:pt x="5649942" y="1733992"/>
                  </a:lnTo>
                  <a:lnTo>
                    <a:pt x="5644951" y="1733992"/>
                  </a:lnTo>
                  <a:lnTo>
                    <a:pt x="5639960" y="1733992"/>
                  </a:lnTo>
                  <a:lnTo>
                    <a:pt x="5634968" y="1733992"/>
                  </a:lnTo>
                  <a:lnTo>
                    <a:pt x="5629977" y="1733992"/>
                  </a:lnTo>
                  <a:lnTo>
                    <a:pt x="5624986" y="1733992"/>
                  </a:lnTo>
                  <a:lnTo>
                    <a:pt x="5619995" y="1733992"/>
                  </a:lnTo>
                  <a:lnTo>
                    <a:pt x="5615004" y="1733992"/>
                  </a:lnTo>
                  <a:lnTo>
                    <a:pt x="5610013" y="1733992"/>
                  </a:lnTo>
                  <a:lnTo>
                    <a:pt x="5605022" y="1733992"/>
                  </a:lnTo>
                  <a:lnTo>
                    <a:pt x="5600031" y="1733992"/>
                  </a:lnTo>
                  <a:lnTo>
                    <a:pt x="5595040" y="1733992"/>
                  </a:lnTo>
                  <a:lnTo>
                    <a:pt x="5590048" y="1733992"/>
                  </a:lnTo>
                  <a:lnTo>
                    <a:pt x="5585057" y="1733992"/>
                  </a:lnTo>
                  <a:lnTo>
                    <a:pt x="5580066" y="1733992"/>
                  </a:lnTo>
                  <a:lnTo>
                    <a:pt x="5575075" y="1733992"/>
                  </a:lnTo>
                  <a:lnTo>
                    <a:pt x="5570084" y="1733992"/>
                  </a:lnTo>
                  <a:lnTo>
                    <a:pt x="5565093" y="1733992"/>
                  </a:lnTo>
                  <a:lnTo>
                    <a:pt x="5560102" y="1733992"/>
                  </a:lnTo>
                  <a:lnTo>
                    <a:pt x="5555111" y="1733992"/>
                  </a:lnTo>
                  <a:lnTo>
                    <a:pt x="5550120" y="1733992"/>
                  </a:lnTo>
                  <a:lnTo>
                    <a:pt x="5545128" y="1733992"/>
                  </a:lnTo>
                  <a:lnTo>
                    <a:pt x="5540137" y="1733992"/>
                  </a:lnTo>
                  <a:lnTo>
                    <a:pt x="5535146" y="1733992"/>
                  </a:lnTo>
                  <a:lnTo>
                    <a:pt x="5530155" y="1733992"/>
                  </a:lnTo>
                  <a:lnTo>
                    <a:pt x="5525164" y="1733992"/>
                  </a:lnTo>
                  <a:lnTo>
                    <a:pt x="5520173" y="1733992"/>
                  </a:lnTo>
                  <a:lnTo>
                    <a:pt x="5515182" y="1733992"/>
                  </a:lnTo>
                  <a:lnTo>
                    <a:pt x="5510191" y="1733992"/>
                  </a:lnTo>
                  <a:lnTo>
                    <a:pt x="5505200" y="1733992"/>
                  </a:lnTo>
                  <a:lnTo>
                    <a:pt x="5500208" y="1733992"/>
                  </a:lnTo>
                  <a:lnTo>
                    <a:pt x="5495217" y="1733992"/>
                  </a:lnTo>
                  <a:lnTo>
                    <a:pt x="5490226" y="1733992"/>
                  </a:lnTo>
                  <a:lnTo>
                    <a:pt x="5485235" y="1733992"/>
                  </a:lnTo>
                  <a:lnTo>
                    <a:pt x="5480244" y="1733992"/>
                  </a:lnTo>
                  <a:lnTo>
                    <a:pt x="5475253" y="1733992"/>
                  </a:lnTo>
                  <a:lnTo>
                    <a:pt x="5470262" y="1733992"/>
                  </a:lnTo>
                  <a:lnTo>
                    <a:pt x="5465271" y="1733992"/>
                  </a:lnTo>
                  <a:lnTo>
                    <a:pt x="5465271" y="1755489"/>
                  </a:lnTo>
                  <a:lnTo>
                    <a:pt x="5460279" y="1755489"/>
                  </a:lnTo>
                  <a:lnTo>
                    <a:pt x="5455288" y="1755489"/>
                  </a:lnTo>
                  <a:lnTo>
                    <a:pt x="5450297" y="1755489"/>
                  </a:lnTo>
                  <a:lnTo>
                    <a:pt x="5445306" y="1755489"/>
                  </a:lnTo>
                  <a:lnTo>
                    <a:pt x="5440315" y="1755489"/>
                  </a:lnTo>
                  <a:lnTo>
                    <a:pt x="5440315" y="1776869"/>
                  </a:lnTo>
                  <a:lnTo>
                    <a:pt x="5435324" y="1776869"/>
                  </a:lnTo>
                  <a:lnTo>
                    <a:pt x="5430333" y="1776869"/>
                  </a:lnTo>
                  <a:lnTo>
                    <a:pt x="5425342" y="1776869"/>
                  </a:lnTo>
                  <a:lnTo>
                    <a:pt x="5420351" y="1776869"/>
                  </a:lnTo>
                  <a:lnTo>
                    <a:pt x="5415359" y="1776869"/>
                  </a:lnTo>
                  <a:lnTo>
                    <a:pt x="5410368" y="1776869"/>
                  </a:lnTo>
                  <a:lnTo>
                    <a:pt x="5405377" y="1776869"/>
                  </a:lnTo>
                  <a:lnTo>
                    <a:pt x="5405377" y="1798134"/>
                  </a:lnTo>
                  <a:lnTo>
                    <a:pt x="5400386" y="1798134"/>
                  </a:lnTo>
                  <a:lnTo>
                    <a:pt x="5395395" y="1798134"/>
                  </a:lnTo>
                  <a:lnTo>
                    <a:pt x="5390404" y="1798134"/>
                  </a:lnTo>
                  <a:lnTo>
                    <a:pt x="5385413" y="1798134"/>
                  </a:lnTo>
                  <a:lnTo>
                    <a:pt x="5380422" y="1798134"/>
                  </a:lnTo>
                  <a:lnTo>
                    <a:pt x="5375431" y="1798134"/>
                  </a:lnTo>
                  <a:lnTo>
                    <a:pt x="5370439" y="1798134"/>
                  </a:lnTo>
                  <a:lnTo>
                    <a:pt x="5365448" y="1798134"/>
                  </a:lnTo>
                  <a:lnTo>
                    <a:pt x="5360457" y="1798134"/>
                  </a:lnTo>
                  <a:lnTo>
                    <a:pt x="5355466" y="1798134"/>
                  </a:lnTo>
                  <a:lnTo>
                    <a:pt x="5350475" y="1798134"/>
                  </a:lnTo>
                  <a:lnTo>
                    <a:pt x="5345484" y="1798134"/>
                  </a:lnTo>
                  <a:lnTo>
                    <a:pt x="5340493" y="1798134"/>
                  </a:lnTo>
                  <a:lnTo>
                    <a:pt x="5335502" y="1798134"/>
                  </a:lnTo>
                  <a:lnTo>
                    <a:pt x="5330510" y="1798134"/>
                  </a:lnTo>
                  <a:lnTo>
                    <a:pt x="5325519" y="1798134"/>
                  </a:lnTo>
                  <a:lnTo>
                    <a:pt x="5320528" y="1798134"/>
                  </a:lnTo>
                  <a:lnTo>
                    <a:pt x="5315537" y="1798134"/>
                  </a:lnTo>
                  <a:lnTo>
                    <a:pt x="5310546" y="1798134"/>
                  </a:lnTo>
                  <a:lnTo>
                    <a:pt x="5305555" y="1798134"/>
                  </a:lnTo>
                  <a:lnTo>
                    <a:pt x="5300564" y="1798134"/>
                  </a:lnTo>
                  <a:lnTo>
                    <a:pt x="5295573" y="1798134"/>
                  </a:lnTo>
                  <a:lnTo>
                    <a:pt x="5290582" y="1798134"/>
                  </a:lnTo>
                  <a:lnTo>
                    <a:pt x="5285590" y="1798134"/>
                  </a:lnTo>
                  <a:lnTo>
                    <a:pt x="5280599" y="1798134"/>
                  </a:lnTo>
                  <a:lnTo>
                    <a:pt x="5275608" y="1798134"/>
                  </a:lnTo>
                  <a:lnTo>
                    <a:pt x="5270617" y="1798134"/>
                  </a:lnTo>
                  <a:lnTo>
                    <a:pt x="5270617" y="1818865"/>
                  </a:lnTo>
                  <a:lnTo>
                    <a:pt x="5265626" y="1818865"/>
                  </a:lnTo>
                  <a:lnTo>
                    <a:pt x="5260635" y="1818865"/>
                  </a:lnTo>
                  <a:lnTo>
                    <a:pt x="5260635" y="1839535"/>
                  </a:lnTo>
                  <a:lnTo>
                    <a:pt x="5255644" y="1839535"/>
                  </a:lnTo>
                  <a:lnTo>
                    <a:pt x="5250653" y="1839535"/>
                  </a:lnTo>
                  <a:lnTo>
                    <a:pt x="5245662" y="1839535"/>
                  </a:lnTo>
                  <a:lnTo>
                    <a:pt x="5240670" y="1839535"/>
                  </a:lnTo>
                  <a:lnTo>
                    <a:pt x="5235679" y="1839535"/>
                  </a:lnTo>
                  <a:lnTo>
                    <a:pt x="5230688" y="1839535"/>
                  </a:lnTo>
                  <a:lnTo>
                    <a:pt x="5225697" y="1839535"/>
                  </a:lnTo>
                  <a:lnTo>
                    <a:pt x="5220706" y="1839535"/>
                  </a:lnTo>
                  <a:lnTo>
                    <a:pt x="5215715" y="1839535"/>
                  </a:lnTo>
                  <a:lnTo>
                    <a:pt x="5210724" y="1839535"/>
                  </a:lnTo>
                  <a:lnTo>
                    <a:pt x="5205733" y="1839535"/>
                  </a:lnTo>
                  <a:lnTo>
                    <a:pt x="5200741" y="1839535"/>
                  </a:lnTo>
                  <a:lnTo>
                    <a:pt x="5195750" y="1839535"/>
                  </a:lnTo>
                  <a:lnTo>
                    <a:pt x="5190759" y="1839535"/>
                  </a:lnTo>
                  <a:lnTo>
                    <a:pt x="5185768" y="1839535"/>
                  </a:lnTo>
                  <a:lnTo>
                    <a:pt x="5180777" y="1839535"/>
                  </a:lnTo>
                  <a:lnTo>
                    <a:pt x="5175786" y="1839535"/>
                  </a:lnTo>
                  <a:lnTo>
                    <a:pt x="5170795" y="1839535"/>
                  </a:lnTo>
                  <a:lnTo>
                    <a:pt x="5165804" y="1839535"/>
                  </a:lnTo>
                  <a:lnTo>
                    <a:pt x="5160813" y="1839535"/>
                  </a:lnTo>
                  <a:lnTo>
                    <a:pt x="5155821" y="1839535"/>
                  </a:lnTo>
                  <a:lnTo>
                    <a:pt x="5150830" y="1839535"/>
                  </a:lnTo>
                  <a:lnTo>
                    <a:pt x="5145839" y="1839535"/>
                  </a:lnTo>
                  <a:lnTo>
                    <a:pt x="5140848" y="1839535"/>
                  </a:lnTo>
                  <a:lnTo>
                    <a:pt x="5135857" y="1839535"/>
                  </a:lnTo>
                  <a:lnTo>
                    <a:pt x="5130866" y="1839535"/>
                  </a:lnTo>
                  <a:lnTo>
                    <a:pt x="5125875" y="1839535"/>
                  </a:lnTo>
                  <a:lnTo>
                    <a:pt x="5120884" y="1839535"/>
                  </a:lnTo>
                  <a:lnTo>
                    <a:pt x="5115893" y="1839535"/>
                  </a:lnTo>
                  <a:lnTo>
                    <a:pt x="5110901" y="1839535"/>
                  </a:lnTo>
                  <a:lnTo>
                    <a:pt x="5105910" y="1839535"/>
                  </a:lnTo>
                  <a:lnTo>
                    <a:pt x="5100919" y="1839535"/>
                  </a:lnTo>
                  <a:lnTo>
                    <a:pt x="5095928" y="1839535"/>
                  </a:lnTo>
                  <a:lnTo>
                    <a:pt x="5090937" y="1839535"/>
                  </a:lnTo>
                  <a:lnTo>
                    <a:pt x="5085946" y="1839535"/>
                  </a:lnTo>
                  <a:lnTo>
                    <a:pt x="5080955" y="1839535"/>
                  </a:lnTo>
                  <a:lnTo>
                    <a:pt x="5075964" y="1839535"/>
                  </a:lnTo>
                  <a:lnTo>
                    <a:pt x="5070972" y="1839535"/>
                  </a:lnTo>
                  <a:lnTo>
                    <a:pt x="5065981" y="1839535"/>
                  </a:lnTo>
                  <a:lnTo>
                    <a:pt x="5060990" y="1839535"/>
                  </a:lnTo>
                  <a:lnTo>
                    <a:pt x="5055999" y="1839535"/>
                  </a:lnTo>
                  <a:lnTo>
                    <a:pt x="5051008" y="1839535"/>
                  </a:lnTo>
                  <a:lnTo>
                    <a:pt x="5046017" y="1839535"/>
                  </a:lnTo>
                  <a:lnTo>
                    <a:pt x="5041026" y="1839535"/>
                  </a:lnTo>
                  <a:lnTo>
                    <a:pt x="5036035" y="1839535"/>
                  </a:lnTo>
                  <a:lnTo>
                    <a:pt x="5031044" y="1839535"/>
                  </a:lnTo>
                  <a:lnTo>
                    <a:pt x="5026052" y="1839535"/>
                  </a:lnTo>
                  <a:lnTo>
                    <a:pt x="5021061" y="1839535"/>
                  </a:lnTo>
                  <a:lnTo>
                    <a:pt x="5016070" y="1839535"/>
                  </a:lnTo>
                  <a:lnTo>
                    <a:pt x="5011079" y="1839535"/>
                  </a:lnTo>
                  <a:lnTo>
                    <a:pt x="5006088" y="1839535"/>
                  </a:lnTo>
                  <a:lnTo>
                    <a:pt x="5001097" y="1839535"/>
                  </a:lnTo>
                  <a:lnTo>
                    <a:pt x="4996106" y="1839535"/>
                  </a:lnTo>
                  <a:lnTo>
                    <a:pt x="4991115" y="1839535"/>
                  </a:lnTo>
                  <a:lnTo>
                    <a:pt x="4986124" y="1839535"/>
                  </a:lnTo>
                  <a:lnTo>
                    <a:pt x="4986124" y="1859419"/>
                  </a:lnTo>
                  <a:lnTo>
                    <a:pt x="4981132" y="1859419"/>
                  </a:lnTo>
                  <a:lnTo>
                    <a:pt x="4976141" y="1859419"/>
                  </a:lnTo>
                  <a:lnTo>
                    <a:pt x="4971150" y="1859419"/>
                  </a:lnTo>
                  <a:lnTo>
                    <a:pt x="4966159" y="1859419"/>
                  </a:lnTo>
                  <a:lnTo>
                    <a:pt x="4961168" y="1859419"/>
                  </a:lnTo>
                  <a:lnTo>
                    <a:pt x="4956177" y="1859419"/>
                  </a:lnTo>
                  <a:lnTo>
                    <a:pt x="4951186" y="1859419"/>
                  </a:lnTo>
                  <a:lnTo>
                    <a:pt x="4946195" y="1859419"/>
                  </a:lnTo>
                  <a:lnTo>
                    <a:pt x="4941203" y="1859419"/>
                  </a:lnTo>
                  <a:lnTo>
                    <a:pt x="4936212" y="1859419"/>
                  </a:lnTo>
                  <a:lnTo>
                    <a:pt x="4931221" y="1859419"/>
                  </a:lnTo>
                  <a:lnTo>
                    <a:pt x="4926230" y="1859419"/>
                  </a:lnTo>
                  <a:lnTo>
                    <a:pt x="4921239" y="1859419"/>
                  </a:lnTo>
                  <a:lnTo>
                    <a:pt x="4916248" y="1859419"/>
                  </a:lnTo>
                  <a:lnTo>
                    <a:pt x="4911257" y="1859419"/>
                  </a:lnTo>
                  <a:lnTo>
                    <a:pt x="4906266" y="1859419"/>
                  </a:lnTo>
                  <a:lnTo>
                    <a:pt x="4901275" y="1859419"/>
                  </a:lnTo>
                  <a:lnTo>
                    <a:pt x="4896283" y="1859419"/>
                  </a:lnTo>
                  <a:lnTo>
                    <a:pt x="4891292" y="1859419"/>
                  </a:lnTo>
                  <a:lnTo>
                    <a:pt x="4886301" y="1859419"/>
                  </a:lnTo>
                  <a:lnTo>
                    <a:pt x="4881310" y="1859419"/>
                  </a:lnTo>
                  <a:lnTo>
                    <a:pt x="4876319" y="1859419"/>
                  </a:lnTo>
                  <a:lnTo>
                    <a:pt x="4876319" y="1878897"/>
                  </a:lnTo>
                  <a:lnTo>
                    <a:pt x="4871328" y="1878897"/>
                  </a:lnTo>
                  <a:lnTo>
                    <a:pt x="4866337" y="1878897"/>
                  </a:lnTo>
                  <a:lnTo>
                    <a:pt x="4861346" y="1878897"/>
                  </a:lnTo>
                  <a:lnTo>
                    <a:pt x="4856355" y="1878897"/>
                  </a:lnTo>
                  <a:lnTo>
                    <a:pt x="4851363" y="1878897"/>
                  </a:lnTo>
                  <a:lnTo>
                    <a:pt x="4846372" y="1878897"/>
                  </a:lnTo>
                  <a:lnTo>
                    <a:pt x="4841381" y="1878897"/>
                  </a:lnTo>
                  <a:lnTo>
                    <a:pt x="4836390" y="1878897"/>
                  </a:lnTo>
                  <a:lnTo>
                    <a:pt x="4831399" y="1878897"/>
                  </a:lnTo>
                  <a:lnTo>
                    <a:pt x="4826408" y="1878897"/>
                  </a:lnTo>
                  <a:lnTo>
                    <a:pt x="4821417" y="1878897"/>
                  </a:lnTo>
                  <a:lnTo>
                    <a:pt x="4816426" y="1878897"/>
                  </a:lnTo>
                  <a:lnTo>
                    <a:pt x="4811434" y="1878897"/>
                  </a:lnTo>
                  <a:lnTo>
                    <a:pt x="4806443" y="1878897"/>
                  </a:lnTo>
                  <a:lnTo>
                    <a:pt x="4801452" y="1878897"/>
                  </a:lnTo>
                  <a:lnTo>
                    <a:pt x="4796461" y="1878897"/>
                  </a:lnTo>
                  <a:lnTo>
                    <a:pt x="4791470" y="1878897"/>
                  </a:lnTo>
                  <a:lnTo>
                    <a:pt x="4786479" y="1878897"/>
                  </a:lnTo>
                  <a:lnTo>
                    <a:pt x="4781488" y="1878897"/>
                  </a:lnTo>
                  <a:lnTo>
                    <a:pt x="4776497" y="1878897"/>
                  </a:lnTo>
                  <a:lnTo>
                    <a:pt x="4771506" y="1878897"/>
                  </a:lnTo>
                  <a:lnTo>
                    <a:pt x="4766514" y="1878897"/>
                  </a:lnTo>
                  <a:lnTo>
                    <a:pt x="4761523" y="1878897"/>
                  </a:lnTo>
                  <a:lnTo>
                    <a:pt x="4756532" y="1878897"/>
                  </a:lnTo>
                  <a:lnTo>
                    <a:pt x="4751541" y="1878897"/>
                  </a:lnTo>
                  <a:lnTo>
                    <a:pt x="4746550" y="1878897"/>
                  </a:lnTo>
                  <a:lnTo>
                    <a:pt x="4741559" y="1878897"/>
                  </a:lnTo>
                  <a:lnTo>
                    <a:pt x="4736568" y="1878897"/>
                  </a:lnTo>
                  <a:lnTo>
                    <a:pt x="4731577" y="1878897"/>
                  </a:lnTo>
                  <a:lnTo>
                    <a:pt x="4726586" y="1878897"/>
                  </a:lnTo>
                  <a:lnTo>
                    <a:pt x="4721594" y="1878897"/>
                  </a:lnTo>
                  <a:lnTo>
                    <a:pt x="4716603" y="1878897"/>
                  </a:lnTo>
                  <a:lnTo>
                    <a:pt x="4711612" y="1878897"/>
                  </a:lnTo>
                  <a:lnTo>
                    <a:pt x="4706621" y="1878897"/>
                  </a:lnTo>
                  <a:lnTo>
                    <a:pt x="4701630" y="1878897"/>
                  </a:lnTo>
                  <a:lnTo>
                    <a:pt x="4696639" y="1878897"/>
                  </a:lnTo>
                  <a:lnTo>
                    <a:pt x="4691648" y="1878897"/>
                  </a:lnTo>
                  <a:lnTo>
                    <a:pt x="4686657" y="1878897"/>
                  </a:lnTo>
                  <a:lnTo>
                    <a:pt x="4681666" y="1878897"/>
                  </a:lnTo>
                  <a:lnTo>
                    <a:pt x="4676674" y="1878897"/>
                  </a:lnTo>
                  <a:lnTo>
                    <a:pt x="4671683" y="1878897"/>
                  </a:lnTo>
                  <a:lnTo>
                    <a:pt x="4666692" y="1878897"/>
                  </a:lnTo>
                  <a:lnTo>
                    <a:pt x="4661701" y="1878897"/>
                  </a:lnTo>
                  <a:lnTo>
                    <a:pt x="4656710" y="1878897"/>
                  </a:lnTo>
                  <a:lnTo>
                    <a:pt x="4651719" y="1878897"/>
                  </a:lnTo>
                  <a:lnTo>
                    <a:pt x="4646728" y="1878897"/>
                  </a:lnTo>
                  <a:lnTo>
                    <a:pt x="4641737" y="1878897"/>
                  </a:lnTo>
                  <a:lnTo>
                    <a:pt x="4636745" y="1878897"/>
                  </a:lnTo>
                  <a:lnTo>
                    <a:pt x="4631754" y="1878897"/>
                  </a:lnTo>
                  <a:lnTo>
                    <a:pt x="4626763" y="1878897"/>
                  </a:lnTo>
                  <a:lnTo>
                    <a:pt x="4621772" y="1878897"/>
                  </a:lnTo>
                  <a:lnTo>
                    <a:pt x="4616781" y="1878897"/>
                  </a:lnTo>
                  <a:lnTo>
                    <a:pt x="4611790" y="1878897"/>
                  </a:lnTo>
                  <a:lnTo>
                    <a:pt x="4606799" y="1878897"/>
                  </a:lnTo>
                  <a:lnTo>
                    <a:pt x="4606799" y="1897641"/>
                  </a:lnTo>
                  <a:lnTo>
                    <a:pt x="4601808" y="1897641"/>
                  </a:lnTo>
                  <a:lnTo>
                    <a:pt x="4596817" y="1897641"/>
                  </a:lnTo>
                  <a:lnTo>
                    <a:pt x="4591825" y="1897641"/>
                  </a:lnTo>
                  <a:lnTo>
                    <a:pt x="4586834" y="1897641"/>
                  </a:lnTo>
                  <a:lnTo>
                    <a:pt x="4581843" y="1897641"/>
                  </a:lnTo>
                  <a:lnTo>
                    <a:pt x="4581843" y="1916305"/>
                  </a:lnTo>
                  <a:lnTo>
                    <a:pt x="4576852" y="1916305"/>
                  </a:lnTo>
                  <a:lnTo>
                    <a:pt x="4571861" y="1916305"/>
                  </a:lnTo>
                  <a:lnTo>
                    <a:pt x="4566870" y="1916305"/>
                  </a:lnTo>
                  <a:lnTo>
                    <a:pt x="4561879" y="1916305"/>
                  </a:lnTo>
                  <a:lnTo>
                    <a:pt x="4556888" y="1916305"/>
                  </a:lnTo>
                  <a:lnTo>
                    <a:pt x="4556888" y="1934858"/>
                  </a:lnTo>
                  <a:lnTo>
                    <a:pt x="4551897" y="1934858"/>
                  </a:lnTo>
                  <a:lnTo>
                    <a:pt x="4546905" y="1934858"/>
                  </a:lnTo>
                  <a:lnTo>
                    <a:pt x="4541914" y="1934858"/>
                  </a:lnTo>
                  <a:lnTo>
                    <a:pt x="4536923" y="1934858"/>
                  </a:lnTo>
                  <a:lnTo>
                    <a:pt x="4531932" y="1934858"/>
                  </a:lnTo>
                  <a:lnTo>
                    <a:pt x="4531932" y="1953400"/>
                  </a:lnTo>
                  <a:lnTo>
                    <a:pt x="4526941" y="1953400"/>
                  </a:lnTo>
                  <a:lnTo>
                    <a:pt x="4521950" y="1953400"/>
                  </a:lnTo>
                  <a:lnTo>
                    <a:pt x="4516959" y="1953400"/>
                  </a:lnTo>
                  <a:lnTo>
                    <a:pt x="4511968" y="1953400"/>
                  </a:lnTo>
                  <a:lnTo>
                    <a:pt x="4506976" y="1953400"/>
                  </a:lnTo>
                  <a:lnTo>
                    <a:pt x="4501985" y="1953400"/>
                  </a:lnTo>
                  <a:lnTo>
                    <a:pt x="4501985" y="1971865"/>
                  </a:lnTo>
                  <a:lnTo>
                    <a:pt x="4496994" y="1971865"/>
                  </a:lnTo>
                  <a:lnTo>
                    <a:pt x="4492003" y="1971865"/>
                  </a:lnTo>
                  <a:lnTo>
                    <a:pt x="4487012" y="1971865"/>
                  </a:lnTo>
                  <a:lnTo>
                    <a:pt x="4482021" y="1971865"/>
                  </a:lnTo>
                  <a:lnTo>
                    <a:pt x="4477030" y="1971865"/>
                  </a:lnTo>
                  <a:lnTo>
                    <a:pt x="4472039" y="1971865"/>
                  </a:lnTo>
                  <a:lnTo>
                    <a:pt x="4467048" y="1971865"/>
                  </a:lnTo>
                  <a:lnTo>
                    <a:pt x="4467048" y="1990159"/>
                  </a:lnTo>
                  <a:lnTo>
                    <a:pt x="4462056" y="1990159"/>
                  </a:lnTo>
                  <a:lnTo>
                    <a:pt x="4457065" y="1990159"/>
                  </a:lnTo>
                  <a:lnTo>
                    <a:pt x="4452074" y="1990159"/>
                  </a:lnTo>
                  <a:lnTo>
                    <a:pt x="4447083" y="1990159"/>
                  </a:lnTo>
                  <a:lnTo>
                    <a:pt x="4442092" y="1990159"/>
                  </a:lnTo>
                  <a:lnTo>
                    <a:pt x="4437101" y="1990159"/>
                  </a:lnTo>
                  <a:lnTo>
                    <a:pt x="4432110" y="1990159"/>
                  </a:lnTo>
                  <a:lnTo>
                    <a:pt x="4427119" y="1990159"/>
                  </a:lnTo>
                  <a:lnTo>
                    <a:pt x="4422128" y="1990159"/>
                  </a:lnTo>
                  <a:lnTo>
                    <a:pt x="4417136" y="1990159"/>
                  </a:lnTo>
                  <a:lnTo>
                    <a:pt x="4412145" y="1990159"/>
                  </a:lnTo>
                  <a:lnTo>
                    <a:pt x="4407154" y="1990159"/>
                  </a:lnTo>
                  <a:lnTo>
                    <a:pt x="4402163" y="1990159"/>
                  </a:lnTo>
                  <a:lnTo>
                    <a:pt x="4397172" y="1990159"/>
                  </a:lnTo>
                  <a:lnTo>
                    <a:pt x="4392181" y="1990159"/>
                  </a:lnTo>
                  <a:lnTo>
                    <a:pt x="4387190" y="1990159"/>
                  </a:lnTo>
                  <a:lnTo>
                    <a:pt x="4382199" y="1990159"/>
                  </a:lnTo>
                  <a:lnTo>
                    <a:pt x="4377207" y="1990159"/>
                  </a:lnTo>
                  <a:lnTo>
                    <a:pt x="4372216" y="1990159"/>
                  </a:lnTo>
                  <a:lnTo>
                    <a:pt x="4372216" y="2008192"/>
                  </a:lnTo>
                  <a:lnTo>
                    <a:pt x="4367225" y="2008192"/>
                  </a:lnTo>
                  <a:lnTo>
                    <a:pt x="4367225" y="2026216"/>
                  </a:lnTo>
                  <a:lnTo>
                    <a:pt x="4362234" y="2026216"/>
                  </a:lnTo>
                  <a:lnTo>
                    <a:pt x="4357243" y="2026216"/>
                  </a:lnTo>
                  <a:lnTo>
                    <a:pt x="4352252" y="2026216"/>
                  </a:lnTo>
                  <a:lnTo>
                    <a:pt x="4347261" y="2026216"/>
                  </a:lnTo>
                  <a:lnTo>
                    <a:pt x="4342270" y="2026216"/>
                  </a:lnTo>
                  <a:lnTo>
                    <a:pt x="4337279" y="2026216"/>
                  </a:lnTo>
                  <a:lnTo>
                    <a:pt x="4332287" y="2026216"/>
                  </a:lnTo>
                  <a:lnTo>
                    <a:pt x="4327296" y="2026216"/>
                  </a:lnTo>
                  <a:lnTo>
                    <a:pt x="4322305" y="2026216"/>
                  </a:lnTo>
                  <a:lnTo>
                    <a:pt x="4317314" y="2026216"/>
                  </a:lnTo>
                  <a:lnTo>
                    <a:pt x="4317314" y="2044020"/>
                  </a:lnTo>
                  <a:lnTo>
                    <a:pt x="4312323" y="2044020"/>
                  </a:lnTo>
                  <a:lnTo>
                    <a:pt x="4307332" y="2044020"/>
                  </a:lnTo>
                  <a:lnTo>
                    <a:pt x="4302341" y="2044020"/>
                  </a:lnTo>
                  <a:lnTo>
                    <a:pt x="4297350" y="2044020"/>
                  </a:lnTo>
                  <a:lnTo>
                    <a:pt x="4292359" y="2044020"/>
                  </a:lnTo>
                  <a:lnTo>
                    <a:pt x="4287367" y="2044020"/>
                  </a:lnTo>
                  <a:lnTo>
                    <a:pt x="4282376" y="2044020"/>
                  </a:lnTo>
                  <a:lnTo>
                    <a:pt x="4277385" y="2044020"/>
                  </a:lnTo>
                  <a:lnTo>
                    <a:pt x="4272394" y="2044020"/>
                  </a:lnTo>
                  <a:lnTo>
                    <a:pt x="4267403" y="2044020"/>
                  </a:lnTo>
                  <a:lnTo>
                    <a:pt x="4262412" y="2044020"/>
                  </a:lnTo>
                  <a:lnTo>
                    <a:pt x="4257421" y="2044020"/>
                  </a:lnTo>
                  <a:lnTo>
                    <a:pt x="4252430" y="2044020"/>
                  </a:lnTo>
                  <a:lnTo>
                    <a:pt x="4247438" y="2044020"/>
                  </a:lnTo>
                  <a:lnTo>
                    <a:pt x="4242447" y="2044020"/>
                  </a:lnTo>
                  <a:lnTo>
                    <a:pt x="4237456" y="2044020"/>
                  </a:lnTo>
                  <a:lnTo>
                    <a:pt x="4232465" y="2044020"/>
                  </a:lnTo>
                  <a:lnTo>
                    <a:pt x="4227474" y="2044020"/>
                  </a:lnTo>
                  <a:lnTo>
                    <a:pt x="4222483" y="2044020"/>
                  </a:lnTo>
                  <a:lnTo>
                    <a:pt x="4217492" y="2044020"/>
                  </a:lnTo>
                  <a:lnTo>
                    <a:pt x="4212501" y="2044020"/>
                  </a:lnTo>
                  <a:lnTo>
                    <a:pt x="4207510" y="2044020"/>
                  </a:lnTo>
                  <a:lnTo>
                    <a:pt x="4202518" y="2044020"/>
                  </a:lnTo>
                  <a:lnTo>
                    <a:pt x="4197527" y="2044020"/>
                  </a:lnTo>
                  <a:lnTo>
                    <a:pt x="4192536" y="2044020"/>
                  </a:lnTo>
                  <a:lnTo>
                    <a:pt x="4187545" y="2044020"/>
                  </a:lnTo>
                  <a:lnTo>
                    <a:pt x="4182554" y="2044020"/>
                  </a:lnTo>
                  <a:lnTo>
                    <a:pt x="4182554" y="2061417"/>
                  </a:lnTo>
                  <a:lnTo>
                    <a:pt x="4177563" y="2061417"/>
                  </a:lnTo>
                  <a:lnTo>
                    <a:pt x="4172572" y="2061417"/>
                  </a:lnTo>
                  <a:lnTo>
                    <a:pt x="4167581" y="2061417"/>
                  </a:lnTo>
                  <a:lnTo>
                    <a:pt x="4162590" y="2061417"/>
                  </a:lnTo>
                  <a:lnTo>
                    <a:pt x="4157598" y="2061417"/>
                  </a:lnTo>
                  <a:lnTo>
                    <a:pt x="4157598" y="2078750"/>
                  </a:lnTo>
                  <a:lnTo>
                    <a:pt x="4152607" y="2078750"/>
                  </a:lnTo>
                  <a:lnTo>
                    <a:pt x="4152607" y="2096048"/>
                  </a:lnTo>
                  <a:lnTo>
                    <a:pt x="4147616" y="2096048"/>
                  </a:lnTo>
                  <a:lnTo>
                    <a:pt x="4142625" y="2096048"/>
                  </a:lnTo>
                  <a:lnTo>
                    <a:pt x="4137634" y="2096048"/>
                  </a:lnTo>
                  <a:lnTo>
                    <a:pt x="4137634" y="2113256"/>
                  </a:lnTo>
                  <a:lnTo>
                    <a:pt x="4132643" y="2113256"/>
                  </a:lnTo>
                  <a:lnTo>
                    <a:pt x="4132643" y="2130455"/>
                  </a:lnTo>
                  <a:lnTo>
                    <a:pt x="4127652" y="2130455"/>
                  </a:lnTo>
                  <a:lnTo>
                    <a:pt x="4122661" y="2130455"/>
                  </a:lnTo>
                  <a:lnTo>
                    <a:pt x="4117669" y="2130455"/>
                  </a:lnTo>
                  <a:lnTo>
                    <a:pt x="4112678" y="2130455"/>
                  </a:lnTo>
                  <a:lnTo>
                    <a:pt x="4107687" y="2130455"/>
                  </a:lnTo>
                  <a:lnTo>
                    <a:pt x="4102696" y="2130455"/>
                  </a:lnTo>
                  <a:lnTo>
                    <a:pt x="4097705" y="2130455"/>
                  </a:lnTo>
                  <a:lnTo>
                    <a:pt x="4092714" y="2130455"/>
                  </a:lnTo>
                  <a:lnTo>
                    <a:pt x="4087723" y="2130455"/>
                  </a:lnTo>
                  <a:lnTo>
                    <a:pt x="4082732" y="2130455"/>
                  </a:lnTo>
                  <a:lnTo>
                    <a:pt x="4082732" y="2147515"/>
                  </a:lnTo>
                  <a:lnTo>
                    <a:pt x="4077741" y="2147515"/>
                  </a:lnTo>
                  <a:lnTo>
                    <a:pt x="4072749" y="2147515"/>
                  </a:lnTo>
                  <a:lnTo>
                    <a:pt x="4067758" y="2147515"/>
                  </a:lnTo>
                  <a:lnTo>
                    <a:pt x="4062767" y="2147515"/>
                  </a:lnTo>
                  <a:lnTo>
                    <a:pt x="4057776" y="2147515"/>
                  </a:lnTo>
                  <a:lnTo>
                    <a:pt x="4052785" y="2147515"/>
                  </a:lnTo>
                  <a:lnTo>
                    <a:pt x="4047794" y="2147515"/>
                  </a:lnTo>
                  <a:lnTo>
                    <a:pt x="4042803" y="2147515"/>
                  </a:lnTo>
                  <a:lnTo>
                    <a:pt x="4037812" y="2147515"/>
                  </a:lnTo>
                  <a:lnTo>
                    <a:pt x="4032821" y="2147515"/>
                  </a:lnTo>
                  <a:lnTo>
                    <a:pt x="4027829" y="2147515"/>
                  </a:lnTo>
                  <a:lnTo>
                    <a:pt x="4022838" y="2147515"/>
                  </a:lnTo>
                  <a:lnTo>
                    <a:pt x="4017847" y="2147515"/>
                  </a:lnTo>
                  <a:lnTo>
                    <a:pt x="4017847" y="2164464"/>
                  </a:lnTo>
                  <a:lnTo>
                    <a:pt x="4012856" y="2164464"/>
                  </a:lnTo>
                  <a:lnTo>
                    <a:pt x="4007865" y="2164464"/>
                  </a:lnTo>
                  <a:lnTo>
                    <a:pt x="4007865" y="2181379"/>
                  </a:lnTo>
                  <a:lnTo>
                    <a:pt x="4002874" y="2181379"/>
                  </a:lnTo>
                  <a:lnTo>
                    <a:pt x="3997883" y="2181379"/>
                  </a:lnTo>
                  <a:lnTo>
                    <a:pt x="3992892" y="2181379"/>
                  </a:lnTo>
                  <a:lnTo>
                    <a:pt x="3987900" y="2181379"/>
                  </a:lnTo>
                  <a:lnTo>
                    <a:pt x="3982909" y="2181379"/>
                  </a:lnTo>
                  <a:lnTo>
                    <a:pt x="3977918" y="2181379"/>
                  </a:lnTo>
                  <a:lnTo>
                    <a:pt x="3972927" y="2181379"/>
                  </a:lnTo>
                  <a:lnTo>
                    <a:pt x="3967936" y="2181379"/>
                  </a:lnTo>
                  <a:lnTo>
                    <a:pt x="3962945" y="2181379"/>
                  </a:lnTo>
                  <a:lnTo>
                    <a:pt x="3957954" y="2181379"/>
                  </a:lnTo>
                  <a:lnTo>
                    <a:pt x="3952963" y="2181379"/>
                  </a:lnTo>
                  <a:lnTo>
                    <a:pt x="3947972" y="2181379"/>
                  </a:lnTo>
                  <a:lnTo>
                    <a:pt x="3942980" y="2181379"/>
                  </a:lnTo>
                  <a:lnTo>
                    <a:pt x="3937989" y="2181379"/>
                  </a:lnTo>
                  <a:lnTo>
                    <a:pt x="3932998" y="2181379"/>
                  </a:lnTo>
                  <a:lnTo>
                    <a:pt x="3928007" y="2181379"/>
                  </a:lnTo>
                  <a:lnTo>
                    <a:pt x="3923016" y="2181379"/>
                  </a:lnTo>
                  <a:lnTo>
                    <a:pt x="3918025" y="2181379"/>
                  </a:lnTo>
                  <a:lnTo>
                    <a:pt x="3913034" y="2181379"/>
                  </a:lnTo>
                  <a:lnTo>
                    <a:pt x="3908043" y="2181379"/>
                  </a:lnTo>
                  <a:lnTo>
                    <a:pt x="3903052" y="2181379"/>
                  </a:lnTo>
                  <a:lnTo>
                    <a:pt x="3903052" y="2198038"/>
                  </a:lnTo>
                  <a:lnTo>
                    <a:pt x="3898060" y="2198038"/>
                  </a:lnTo>
                  <a:lnTo>
                    <a:pt x="3898060" y="2214690"/>
                  </a:lnTo>
                  <a:lnTo>
                    <a:pt x="3893069" y="2214690"/>
                  </a:lnTo>
                  <a:lnTo>
                    <a:pt x="3888078" y="2214690"/>
                  </a:lnTo>
                  <a:lnTo>
                    <a:pt x="3888078" y="2231309"/>
                  </a:lnTo>
                  <a:lnTo>
                    <a:pt x="3883087" y="2231309"/>
                  </a:lnTo>
                  <a:lnTo>
                    <a:pt x="3883087" y="2247921"/>
                  </a:lnTo>
                  <a:lnTo>
                    <a:pt x="3878096" y="2247921"/>
                  </a:lnTo>
                  <a:lnTo>
                    <a:pt x="3873105" y="2247921"/>
                  </a:lnTo>
                  <a:lnTo>
                    <a:pt x="3868114" y="2247921"/>
                  </a:lnTo>
                  <a:lnTo>
                    <a:pt x="3863123" y="2247921"/>
                  </a:lnTo>
                  <a:lnTo>
                    <a:pt x="3858132" y="2247921"/>
                  </a:lnTo>
                  <a:lnTo>
                    <a:pt x="3853140" y="2247921"/>
                  </a:lnTo>
                  <a:lnTo>
                    <a:pt x="3848149" y="2247921"/>
                  </a:lnTo>
                  <a:lnTo>
                    <a:pt x="3843158" y="2247921"/>
                  </a:lnTo>
                  <a:lnTo>
                    <a:pt x="3838167" y="2247921"/>
                  </a:lnTo>
                  <a:lnTo>
                    <a:pt x="3833176" y="2247921"/>
                  </a:lnTo>
                  <a:lnTo>
                    <a:pt x="3828185" y="2247921"/>
                  </a:lnTo>
                  <a:lnTo>
                    <a:pt x="3823194" y="2247921"/>
                  </a:lnTo>
                  <a:lnTo>
                    <a:pt x="3818203" y="2247921"/>
                  </a:lnTo>
                  <a:lnTo>
                    <a:pt x="3813211" y="2247921"/>
                  </a:lnTo>
                  <a:lnTo>
                    <a:pt x="3808220" y="2247921"/>
                  </a:lnTo>
                  <a:lnTo>
                    <a:pt x="3803229" y="2247921"/>
                  </a:lnTo>
                  <a:lnTo>
                    <a:pt x="3798238" y="2247921"/>
                  </a:lnTo>
                  <a:lnTo>
                    <a:pt x="3793247" y="2247921"/>
                  </a:lnTo>
                  <a:lnTo>
                    <a:pt x="3788256" y="2247921"/>
                  </a:lnTo>
                  <a:lnTo>
                    <a:pt x="3783265" y="2247921"/>
                  </a:lnTo>
                  <a:lnTo>
                    <a:pt x="3778274" y="2247921"/>
                  </a:lnTo>
                  <a:lnTo>
                    <a:pt x="3773283" y="2247921"/>
                  </a:lnTo>
                  <a:lnTo>
                    <a:pt x="3768291" y="2247921"/>
                  </a:lnTo>
                  <a:lnTo>
                    <a:pt x="3763300" y="2247921"/>
                  </a:lnTo>
                  <a:lnTo>
                    <a:pt x="3758309" y="2247921"/>
                  </a:lnTo>
                  <a:lnTo>
                    <a:pt x="3753318" y="2247921"/>
                  </a:lnTo>
                  <a:lnTo>
                    <a:pt x="3748327" y="2247921"/>
                  </a:lnTo>
                  <a:lnTo>
                    <a:pt x="3743336" y="2247921"/>
                  </a:lnTo>
                  <a:lnTo>
                    <a:pt x="3738345" y="2247921"/>
                  </a:lnTo>
                  <a:lnTo>
                    <a:pt x="3733354" y="2247921"/>
                  </a:lnTo>
                  <a:lnTo>
                    <a:pt x="3733354" y="2264250"/>
                  </a:lnTo>
                  <a:lnTo>
                    <a:pt x="3728363" y="2264250"/>
                  </a:lnTo>
                  <a:lnTo>
                    <a:pt x="3723371" y="2264250"/>
                  </a:lnTo>
                  <a:lnTo>
                    <a:pt x="3718380" y="2264250"/>
                  </a:lnTo>
                  <a:lnTo>
                    <a:pt x="3713389" y="2264250"/>
                  </a:lnTo>
                  <a:lnTo>
                    <a:pt x="3708398" y="2264250"/>
                  </a:lnTo>
                  <a:lnTo>
                    <a:pt x="3703407" y="2264250"/>
                  </a:lnTo>
                  <a:lnTo>
                    <a:pt x="3698416" y="2264250"/>
                  </a:lnTo>
                  <a:lnTo>
                    <a:pt x="3693425" y="2264250"/>
                  </a:lnTo>
                  <a:lnTo>
                    <a:pt x="3688434" y="2264250"/>
                  </a:lnTo>
                  <a:lnTo>
                    <a:pt x="3683442" y="2264250"/>
                  </a:lnTo>
                  <a:lnTo>
                    <a:pt x="3678451" y="2264250"/>
                  </a:lnTo>
                  <a:lnTo>
                    <a:pt x="3673460" y="2264250"/>
                  </a:lnTo>
                  <a:lnTo>
                    <a:pt x="3668469" y="2264250"/>
                  </a:lnTo>
                  <a:lnTo>
                    <a:pt x="3663478" y="2264250"/>
                  </a:lnTo>
                  <a:lnTo>
                    <a:pt x="3658487" y="2264250"/>
                  </a:lnTo>
                  <a:lnTo>
                    <a:pt x="3653496" y="2264250"/>
                  </a:lnTo>
                  <a:lnTo>
                    <a:pt x="3653496" y="2280355"/>
                  </a:lnTo>
                  <a:lnTo>
                    <a:pt x="3648505" y="2280355"/>
                  </a:lnTo>
                  <a:lnTo>
                    <a:pt x="3643514" y="2280355"/>
                  </a:lnTo>
                  <a:lnTo>
                    <a:pt x="3638522" y="2280355"/>
                  </a:lnTo>
                  <a:lnTo>
                    <a:pt x="3633531" y="2280355"/>
                  </a:lnTo>
                  <a:lnTo>
                    <a:pt x="3628540" y="2280355"/>
                  </a:lnTo>
                  <a:lnTo>
                    <a:pt x="3628540" y="2296431"/>
                  </a:lnTo>
                  <a:lnTo>
                    <a:pt x="3623549" y="2296431"/>
                  </a:lnTo>
                  <a:lnTo>
                    <a:pt x="3618558" y="2296431"/>
                  </a:lnTo>
                  <a:lnTo>
                    <a:pt x="3613567" y="2296431"/>
                  </a:lnTo>
                  <a:lnTo>
                    <a:pt x="3613567" y="2328519"/>
                  </a:lnTo>
                  <a:lnTo>
                    <a:pt x="3608576" y="2328519"/>
                  </a:lnTo>
                  <a:lnTo>
                    <a:pt x="3603585" y="2328519"/>
                  </a:lnTo>
                  <a:lnTo>
                    <a:pt x="3598594" y="2328519"/>
                  </a:lnTo>
                  <a:lnTo>
                    <a:pt x="3593602" y="2328519"/>
                  </a:lnTo>
                  <a:lnTo>
                    <a:pt x="3593602" y="2360577"/>
                  </a:lnTo>
                  <a:lnTo>
                    <a:pt x="3588611" y="2360577"/>
                  </a:lnTo>
                  <a:lnTo>
                    <a:pt x="3583620" y="2360577"/>
                  </a:lnTo>
                  <a:lnTo>
                    <a:pt x="3578629" y="2360577"/>
                  </a:lnTo>
                  <a:lnTo>
                    <a:pt x="3573638" y="2360577"/>
                  </a:lnTo>
                  <a:lnTo>
                    <a:pt x="3568647" y="2360577"/>
                  </a:lnTo>
                  <a:lnTo>
                    <a:pt x="3563656" y="2360577"/>
                  </a:lnTo>
                  <a:lnTo>
                    <a:pt x="3563656" y="2376554"/>
                  </a:lnTo>
                  <a:lnTo>
                    <a:pt x="3558665" y="2376554"/>
                  </a:lnTo>
                  <a:lnTo>
                    <a:pt x="3553673" y="2376554"/>
                  </a:lnTo>
                  <a:lnTo>
                    <a:pt x="3553673" y="2392523"/>
                  </a:lnTo>
                  <a:lnTo>
                    <a:pt x="3548682" y="2392523"/>
                  </a:lnTo>
                  <a:lnTo>
                    <a:pt x="3543691" y="2392523"/>
                  </a:lnTo>
                  <a:lnTo>
                    <a:pt x="3543691" y="2408444"/>
                  </a:lnTo>
                  <a:lnTo>
                    <a:pt x="3538700" y="2408444"/>
                  </a:lnTo>
                  <a:lnTo>
                    <a:pt x="3533709" y="2408444"/>
                  </a:lnTo>
                  <a:lnTo>
                    <a:pt x="3528718" y="2408444"/>
                  </a:lnTo>
                  <a:lnTo>
                    <a:pt x="3523727" y="2408444"/>
                  </a:lnTo>
                  <a:lnTo>
                    <a:pt x="3518736" y="2408444"/>
                  </a:lnTo>
                  <a:lnTo>
                    <a:pt x="3513745" y="2408444"/>
                  </a:lnTo>
                  <a:lnTo>
                    <a:pt x="3508753" y="2408444"/>
                  </a:lnTo>
                  <a:lnTo>
                    <a:pt x="3503762" y="2408444"/>
                  </a:lnTo>
                  <a:lnTo>
                    <a:pt x="3498771" y="2408444"/>
                  </a:lnTo>
                  <a:lnTo>
                    <a:pt x="3493780" y="2408444"/>
                  </a:lnTo>
                  <a:lnTo>
                    <a:pt x="3488789" y="2408444"/>
                  </a:lnTo>
                  <a:lnTo>
                    <a:pt x="3488789" y="2424318"/>
                  </a:lnTo>
                  <a:lnTo>
                    <a:pt x="3483798" y="2424318"/>
                  </a:lnTo>
                  <a:lnTo>
                    <a:pt x="3478807" y="2424318"/>
                  </a:lnTo>
                  <a:lnTo>
                    <a:pt x="3473816" y="2424318"/>
                  </a:lnTo>
                  <a:lnTo>
                    <a:pt x="3468825" y="2424318"/>
                  </a:lnTo>
                  <a:lnTo>
                    <a:pt x="3463833" y="2424318"/>
                  </a:lnTo>
                  <a:lnTo>
                    <a:pt x="3458842" y="2424318"/>
                  </a:lnTo>
                  <a:lnTo>
                    <a:pt x="3453851" y="2424318"/>
                  </a:lnTo>
                  <a:lnTo>
                    <a:pt x="3453851" y="2440086"/>
                  </a:lnTo>
                  <a:lnTo>
                    <a:pt x="3448860" y="2440086"/>
                  </a:lnTo>
                  <a:lnTo>
                    <a:pt x="3443869" y="2440086"/>
                  </a:lnTo>
                  <a:lnTo>
                    <a:pt x="3438878" y="2440086"/>
                  </a:lnTo>
                  <a:lnTo>
                    <a:pt x="3433887" y="2440086"/>
                  </a:lnTo>
                  <a:lnTo>
                    <a:pt x="3428896" y="2440086"/>
                  </a:lnTo>
                  <a:lnTo>
                    <a:pt x="3428896" y="2455789"/>
                  </a:lnTo>
                  <a:lnTo>
                    <a:pt x="3423904" y="2455789"/>
                  </a:lnTo>
                  <a:lnTo>
                    <a:pt x="3418913" y="2455789"/>
                  </a:lnTo>
                  <a:lnTo>
                    <a:pt x="3413922" y="2455789"/>
                  </a:lnTo>
                  <a:lnTo>
                    <a:pt x="3408931" y="2455789"/>
                  </a:lnTo>
                  <a:lnTo>
                    <a:pt x="3403940" y="2455789"/>
                  </a:lnTo>
                  <a:lnTo>
                    <a:pt x="3398949" y="2455789"/>
                  </a:lnTo>
                  <a:lnTo>
                    <a:pt x="3393958" y="2455789"/>
                  </a:lnTo>
                  <a:lnTo>
                    <a:pt x="3388967" y="2455789"/>
                  </a:lnTo>
                  <a:lnTo>
                    <a:pt x="3383976" y="2455789"/>
                  </a:lnTo>
                  <a:lnTo>
                    <a:pt x="3383976" y="2471390"/>
                  </a:lnTo>
                  <a:lnTo>
                    <a:pt x="3378984" y="2471390"/>
                  </a:lnTo>
                  <a:lnTo>
                    <a:pt x="3378984" y="2486946"/>
                  </a:lnTo>
                  <a:lnTo>
                    <a:pt x="3373993" y="2486946"/>
                  </a:lnTo>
                  <a:lnTo>
                    <a:pt x="3373993" y="2502495"/>
                  </a:lnTo>
                  <a:lnTo>
                    <a:pt x="3369002" y="2502495"/>
                  </a:lnTo>
                  <a:lnTo>
                    <a:pt x="3364011" y="2502495"/>
                  </a:lnTo>
                  <a:lnTo>
                    <a:pt x="3359020" y="2502495"/>
                  </a:lnTo>
                  <a:lnTo>
                    <a:pt x="3354029" y="2502495"/>
                  </a:lnTo>
                  <a:lnTo>
                    <a:pt x="3349038" y="2502495"/>
                  </a:lnTo>
                  <a:lnTo>
                    <a:pt x="3344047" y="2502495"/>
                  </a:lnTo>
                  <a:lnTo>
                    <a:pt x="3339056" y="2502495"/>
                  </a:lnTo>
                  <a:lnTo>
                    <a:pt x="3334064" y="2502495"/>
                  </a:lnTo>
                  <a:lnTo>
                    <a:pt x="3329073" y="2502495"/>
                  </a:lnTo>
                  <a:lnTo>
                    <a:pt x="3324082" y="2502495"/>
                  </a:lnTo>
                  <a:lnTo>
                    <a:pt x="3319091" y="2502495"/>
                  </a:lnTo>
                  <a:lnTo>
                    <a:pt x="3314100" y="2502495"/>
                  </a:lnTo>
                  <a:lnTo>
                    <a:pt x="3314100" y="2517890"/>
                  </a:lnTo>
                  <a:lnTo>
                    <a:pt x="3309109" y="2517890"/>
                  </a:lnTo>
                  <a:lnTo>
                    <a:pt x="3304118" y="2517890"/>
                  </a:lnTo>
                  <a:lnTo>
                    <a:pt x="3299127" y="2517890"/>
                  </a:lnTo>
                  <a:lnTo>
                    <a:pt x="3294135" y="2517890"/>
                  </a:lnTo>
                  <a:lnTo>
                    <a:pt x="3289144" y="2517890"/>
                  </a:lnTo>
                  <a:lnTo>
                    <a:pt x="3284153" y="2517890"/>
                  </a:lnTo>
                  <a:lnTo>
                    <a:pt x="3279162" y="2517890"/>
                  </a:lnTo>
                  <a:lnTo>
                    <a:pt x="3274171" y="2517890"/>
                  </a:lnTo>
                  <a:lnTo>
                    <a:pt x="3269180" y="2517890"/>
                  </a:lnTo>
                  <a:lnTo>
                    <a:pt x="3264189" y="2517890"/>
                  </a:lnTo>
                  <a:lnTo>
                    <a:pt x="3259198" y="2517890"/>
                  </a:lnTo>
                  <a:lnTo>
                    <a:pt x="3254207" y="2517890"/>
                  </a:lnTo>
                  <a:lnTo>
                    <a:pt x="3249215" y="2517890"/>
                  </a:lnTo>
                  <a:lnTo>
                    <a:pt x="3244224" y="2517890"/>
                  </a:lnTo>
                  <a:lnTo>
                    <a:pt x="3239233" y="2517890"/>
                  </a:lnTo>
                  <a:lnTo>
                    <a:pt x="3234242" y="2517890"/>
                  </a:lnTo>
                  <a:lnTo>
                    <a:pt x="3229251" y="2517890"/>
                  </a:lnTo>
                  <a:lnTo>
                    <a:pt x="3224260" y="2517890"/>
                  </a:lnTo>
                  <a:lnTo>
                    <a:pt x="3224260" y="2533084"/>
                  </a:lnTo>
                  <a:lnTo>
                    <a:pt x="3219269" y="2533084"/>
                  </a:lnTo>
                  <a:lnTo>
                    <a:pt x="3214278" y="2533084"/>
                  </a:lnTo>
                  <a:lnTo>
                    <a:pt x="3209287" y="2533084"/>
                  </a:lnTo>
                  <a:lnTo>
                    <a:pt x="3204295" y="2533084"/>
                  </a:lnTo>
                  <a:lnTo>
                    <a:pt x="3199304" y="2533084"/>
                  </a:lnTo>
                  <a:lnTo>
                    <a:pt x="3194313" y="2533084"/>
                  </a:lnTo>
                  <a:lnTo>
                    <a:pt x="3189322" y="2533084"/>
                  </a:lnTo>
                  <a:lnTo>
                    <a:pt x="3184331" y="2533084"/>
                  </a:lnTo>
                  <a:lnTo>
                    <a:pt x="3179340" y="2533084"/>
                  </a:lnTo>
                  <a:lnTo>
                    <a:pt x="3174349" y="2533084"/>
                  </a:lnTo>
                  <a:lnTo>
                    <a:pt x="3169358" y="2533084"/>
                  </a:lnTo>
                  <a:lnTo>
                    <a:pt x="3164367" y="2533084"/>
                  </a:lnTo>
                  <a:lnTo>
                    <a:pt x="3159375" y="2533084"/>
                  </a:lnTo>
                  <a:lnTo>
                    <a:pt x="3154384" y="2533084"/>
                  </a:lnTo>
                  <a:lnTo>
                    <a:pt x="3149393" y="2533084"/>
                  </a:lnTo>
                  <a:lnTo>
                    <a:pt x="3144402" y="2533084"/>
                  </a:lnTo>
                  <a:lnTo>
                    <a:pt x="3139411" y="2533084"/>
                  </a:lnTo>
                  <a:lnTo>
                    <a:pt x="3134420" y="2533084"/>
                  </a:lnTo>
                  <a:lnTo>
                    <a:pt x="3134420" y="2547951"/>
                  </a:lnTo>
                  <a:lnTo>
                    <a:pt x="3129429" y="2547951"/>
                  </a:lnTo>
                  <a:lnTo>
                    <a:pt x="3124438" y="2547951"/>
                  </a:lnTo>
                  <a:lnTo>
                    <a:pt x="3119446" y="2547951"/>
                  </a:lnTo>
                  <a:lnTo>
                    <a:pt x="3114455" y="2547951"/>
                  </a:lnTo>
                  <a:lnTo>
                    <a:pt x="3109464" y="2547951"/>
                  </a:lnTo>
                  <a:lnTo>
                    <a:pt x="3104473" y="2547951"/>
                  </a:lnTo>
                  <a:lnTo>
                    <a:pt x="3099482" y="2547951"/>
                  </a:lnTo>
                  <a:lnTo>
                    <a:pt x="3094491" y="2547951"/>
                  </a:lnTo>
                  <a:lnTo>
                    <a:pt x="3089500" y="2547951"/>
                  </a:lnTo>
                  <a:lnTo>
                    <a:pt x="3084509" y="2547951"/>
                  </a:lnTo>
                  <a:lnTo>
                    <a:pt x="3079518" y="2547951"/>
                  </a:lnTo>
                  <a:lnTo>
                    <a:pt x="3074526" y="2547951"/>
                  </a:lnTo>
                  <a:lnTo>
                    <a:pt x="3069535" y="2547951"/>
                  </a:lnTo>
                  <a:lnTo>
                    <a:pt x="3069535" y="2562651"/>
                  </a:lnTo>
                  <a:lnTo>
                    <a:pt x="3064544" y="2562651"/>
                  </a:lnTo>
                  <a:lnTo>
                    <a:pt x="3059553" y="2562651"/>
                  </a:lnTo>
                  <a:lnTo>
                    <a:pt x="3054562" y="2562651"/>
                  </a:lnTo>
                  <a:lnTo>
                    <a:pt x="3049571" y="2562651"/>
                  </a:lnTo>
                  <a:lnTo>
                    <a:pt x="3044580" y="2562651"/>
                  </a:lnTo>
                  <a:lnTo>
                    <a:pt x="3039589" y="2562651"/>
                  </a:lnTo>
                  <a:lnTo>
                    <a:pt x="3034598" y="2562651"/>
                  </a:lnTo>
                  <a:lnTo>
                    <a:pt x="3029606" y="2562651"/>
                  </a:lnTo>
                  <a:lnTo>
                    <a:pt x="3024615" y="2562651"/>
                  </a:lnTo>
                  <a:lnTo>
                    <a:pt x="3019624" y="2562651"/>
                  </a:lnTo>
                  <a:lnTo>
                    <a:pt x="3014633" y="2562651"/>
                  </a:lnTo>
                  <a:lnTo>
                    <a:pt x="3014633" y="2577283"/>
                  </a:lnTo>
                  <a:lnTo>
                    <a:pt x="3009642" y="2577283"/>
                  </a:lnTo>
                  <a:lnTo>
                    <a:pt x="3004651" y="2577283"/>
                  </a:lnTo>
                  <a:lnTo>
                    <a:pt x="2999660" y="2577283"/>
                  </a:lnTo>
                  <a:lnTo>
                    <a:pt x="2994669" y="2577283"/>
                  </a:lnTo>
                  <a:lnTo>
                    <a:pt x="2989677" y="2577283"/>
                  </a:lnTo>
                  <a:lnTo>
                    <a:pt x="2984686" y="2577283"/>
                  </a:lnTo>
                  <a:lnTo>
                    <a:pt x="2979695" y="2577283"/>
                  </a:lnTo>
                  <a:lnTo>
                    <a:pt x="2974704" y="2577283"/>
                  </a:lnTo>
                  <a:lnTo>
                    <a:pt x="2969713" y="2577283"/>
                  </a:lnTo>
                  <a:lnTo>
                    <a:pt x="2969713" y="2591786"/>
                  </a:lnTo>
                  <a:lnTo>
                    <a:pt x="2964722" y="2591786"/>
                  </a:lnTo>
                  <a:lnTo>
                    <a:pt x="2959731" y="2591786"/>
                  </a:lnTo>
                  <a:lnTo>
                    <a:pt x="2954740" y="2591786"/>
                  </a:lnTo>
                  <a:lnTo>
                    <a:pt x="2949749" y="2591786"/>
                  </a:lnTo>
                  <a:lnTo>
                    <a:pt x="2944757" y="2591786"/>
                  </a:lnTo>
                  <a:lnTo>
                    <a:pt x="2939766" y="2591786"/>
                  </a:lnTo>
                  <a:lnTo>
                    <a:pt x="2934775" y="2591786"/>
                  </a:lnTo>
                  <a:lnTo>
                    <a:pt x="2929784" y="2591786"/>
                  </a:lnTo>
                  <a:lnTo>
                    <a:pt x="2924793" y="2591786"/>
                  </a:lnTo>
                  <a:lnTo>
                    <a:pt x="2919802" y="2591786"/>
                  </a:lnTo>
                  <a:lnTo>
                    <a:pt x="2914811" y="2591786"/>
                  </a:lnTo>
                  <a:lnTo>
                    <a:pt x="2909820" y="2591786"/>
                  </a:lnTo>
                  <a:lnTo>
                    <a:pt x="2904829" y="2591786"/>
                  </a:lnTo>
                  <a:lnTo>
                    <a:pt x="2899837" y="2591786"/>
                  </a:lnTo>
                  <a:lnTo>
                    <a:pt x="2894846" y="2591786"/>
                  </a:lnTo>
                  <a:lnTo>
                    <a:pt x="2889855" y="2591786"/>
                  </a:lnTo>
                  <a:lnTo>
                    <a:pt x="2884864" y="2591786"/>
                  </a:lnTo>
                  <a:lnTo>
                    <a:pt x="2879873" y="2591786"/>
                  </a:lnTo>
                  <a:lnTo>
                    <a:pt x="2874882" y="2591786"/>
                  </a:lnTo>
                  <a:lnTo>
                    <a:pt x="2869891" y="2591786"/>
                  </a:lnTo>
                  <a:lnTo>
                    <a:pt x="2864900" y="2591786"/>
                  </a:lnTo>
                  <a:lnTo>
                    <a:pt x="2859908" y="2591786"/>
                  </a:lnTo>
                  <a:lnTo>
                    <a:pt x="2854917" y="2591786"/>
                  </a:lnTo>
                  <a:lnTo>
                    <a:pt x="2849926" y="2591786"/>
                  </a:lnTo>
                  <a:lnTo>
                    <a:pt x="2844935" y="2591786"/>
                  </a:lnTo>
                  <a:lnTo>
                    <a:pt x="2839944" y="2591786"/>
                  </a:lnTo>
                  <a:lnTo>
                    <a:pt x="2834953" y="2591786"/>
                  </a:lnTo>
                  <a:lnTo>
                    <a:pt x="2829962" y="2591786"/>
                  </a:lnTo>
                  <a:lnTo>
                    <a:pt x="2824971" y="2591786"/>
                  </a:lnTo>
                  <a:lnTo>
                    <a:pt x="2819980" y="2591786"/>
                  </a:lnTo>
                  <a:lnTo>
                    <a:pt x="2814988" y="2591786"/>
                  </a:lnTo>
                  <a:lnTo>
                    <a:pt x="2809997" y="2591786"/>
                  </a:lnTo>
                  <a:lnTo>
                    <a:pt x="2805006" y="2591786"/>
                  </a:lnTo>
                  <a:lnTo>
                    <a:pt x="2800015" y="2591786"/>
                  </a:lnTo>
                  <a:lnTo>
                    <a:pt x="2795024" y="2591786"/>
                  </a:lnTo>
                  <a:lnTo>
                    <a:pt x="2790033" y="2591786"/>
                  </a:lnTo>
                  <a:lnTo>
                    <a:pt x="2790033" y="2605939"/>
                  </a:lnTo>
                  <a:lnTo>
                    <a:pt x="2785042" y="2605939"/>
                  </a:lnTo>
                  <a:lnTo>
                    <a:pt x="2780051" y="2605939"/>
                  </a:lnTo>
                  <a:lnTo>
                    <a:pt x="2780051" y="2620059"/>
                  </a:lnTo>
                  <a:lnTo>
                    <a:pt x="2775060" y="2620059"/>
                  </a:lnTo>
                  <a:lnTo>
                    <a:pt x="2770068" y="2620059"/>
                  </a:lnTo>
                  <a:lnTo>
                    <a:pt x="2765077" y="2620059"/>
                  </a:lnTo>
                  <a:lnTo>
                    <a:pt x="2760086" y="2620059"/>
                  </a:lnTo>
                  <a:lnTo>
                    <a:pt x="2755095" y="2620059"/>
                  </a:lnTo>
                  <a:lnTo>
                    <a:pt x="2750104" y="2620059"/>
                  </a:lnTo>
                  <a:lnTo>
                    <a:pt x="2745113" y="2620059"/>
                  </a:lnTo>
                  <a:lnTo>
                    <a:pt x="2740122" y="2620059"/>
                  </a:lnTo>
                  <a:lnTo>
                    <a:pt x="2740122" y="2634173"/>
                  </a:lnTo>
                  <a:lnTo>
                    <a:pt x="2735131" y="2634173"/>
                  </a:lnTo>
                  <a:lnTo>
                    <a:pt x="2730139" y="2634173"/>
                  </a:lnTo>
                  <a:lnTo>
                    <a:pt x="2725148" y="2634173"/>
                  </a:lnTo>
                  <a:lnTo>
                    <a:pt x="2720157" y="2634173"/>
                  </a:lnTo>
                  <a:lnTo>
                    <a:pt x="2720157" y="2648255"/>
                  </a:lnTo>
                  <a:lnTo>
                    <a:pt x="2715166" y="2648255"/>
                  </a:lnTo>
                  <a:lnTo>
                    <a:pt x="2715166" y="2662331"/>
                  </a:lnTo>
                  <a:lnTo>
                    <a:pt x="2710175" y="2662331"/>
                  </a:lnTo>
                  <a:lnTo>
                    <a:pt x="2705184" y="2662331"/>
                  </a:lnTo>
                  <a:lnTo>
                    <a:pt x="2700193" y="2662331"/>
                  </a:lnTo>
                  <a:lnTo>
                    <a:pt x="2695202" y="2662331"/>
                  </a:lnTo>
                  <a:lnTo>
                    <a:pt x="2690211" y="2662331"/>
                  </a:lnTo>
                  <a:lnTo>
                    <a:pt x="2690211" y="2676388"/>
                  </a:lnTo>
                  <a:lnTo>
                    <a:pt x="2685219" y="2676388"/>
                  </a:lnTo>
                  <a:lnTo>
                    <a:pt x="2680228" y="2676388"/>
                  </a:lnTo>
                  <a:lnTo>
                    <a:pt x="2675237" y="2676388"/>
                  </a:lnTo>
                  <a:lnTo>
                    <a:pt x="2670246" y="2676388"/>
                  </a:lnTo>
                  <a:lnTo>
                    <a:pt x="2665255" y="2676388"/>
                  </a:lnTo>
                  <a:lnTo>
                    <a:pt x="2660264" y="2676388"/>
                  </a:lnTo>
                  <a:lnTo>
                    <a:pt x="2655273" y="2676388"/>
                  </a:lnTo>
                  <a:lnTo>
                    <a:pt x="2650282" y="2676388"/>
                  </a:lnTo>
                  <a:lnTo>
                    <a:pt x="2645291" y="2676388"/>
                  </a:lnTo>
                  <a:lnTo>
                    <a:pt x="2640299" y="2676388"/>
                  </a:lnTo>
                  <a:lnTo>
                    <a:pt x="2635308" y="2676388"/>
                  </a:lnTo>
                  <a:lnTo>
                    <a:pt x="2630317" y="2676388"/>
                  </a:lnTo>
                  <a:lnTo>
                    <a:pt x="2630317" y="2690373"/>
                  </a:lnTo>
                  <a:lnTo>
                    <a:pt x="2625326" y="2690373"/>
                  </a:lnTo>
                  <a:lnTo>
                    <a:pt x="2620335" y="2690373"/>
                  </a:lnTo>
                  <a:lnTo>
                    <a:pt x="2615344" y="2690373"/>
                  </a:lnTo>
                  <a:lnTo>
                    <a:pt x="2610353" y="2690373"/>
                  </a:lnTo>
                  <a:lnTo>
                    <a:pt x="2605362" y="2690373"/>
                  </a:lnTo>
                  <a:lnTo>
                    <a:pt x="2600370" y="2690373"/>
                  </a:lnTo>
                  <a:lnTo>
                    <a:pt x="2595379" y="2690373"/>
                  </a:lnTo>
                  <a:lnTo>
                    <a:pt x="2590388" y="2690373"/>
                  </a:lnTo>
                  <a:lnTo>
                    <a:pt x="2585397" y="2690373"/>
                  </a:lnTo>
                  <a:lnTo>
                    <a:pt x="2580406" y="2690373"/>
                  </a:lnTo>
                  <a:lnTo>
                    <a:pt x="2575415" y="2690373"/>
                  </a:lnTo>
                  <a:lnTo>
                    <a:pt x="2575415" y="2704314"/>
                  </a:lnTo>
                  <a:lnTo>
                    <a:pt x="2570424" y="2704314"/>
                  </a:lnTo>
                  <a:lnTo>
                    <a:pt x="2565433" y="2704314"/>
                  </a:lnTo>
                  <a:lnTo>
                    <a:pt x="2560442" y="2704314"/>
                  </a:lnTo>
                  <a:lnTo>
                    <a:pt x="2555450" y="2704314"/>
                  </a:lnTo>
                  <a:lnTo>
                    <a:pt x="2550459" y="2704314"/>
                  </a:lnTo>
                  <a:lnTo>
                    <a:pt x="2545468" y="2704314"/>
                  </a:lnTo>
                  <a:lnTo>
                    <a:pt x="2545468" y="2718212"/>
                  </a:lnTo>
                  <a:lnTo>
                    <a:pt x="2540477" y="2718212"/>
                  </a:lnTo>
                  <a:lnTo>
                    <a:pt x="2535486" y="2718212"/>
                  </a:lnTo>
                  <a:lnTo>
                    <a:pt x="2530495" y="2718212"/>
                  </a:lnTo>
                  <a:lnTo>
                    <a:pt x="2525504" y="2718212"/>
                  </a:lnTo>
                  <a:lnTo>
                    <a:pt x="2520513" y="2718212"/>
                  </a:lnTo>
                  <a:lnTo>
                    <a:pt x="2515522" y="2718212"/>
                  </a:lnTo>
                  <a:lnTo>
                    <a:pt x="2515522" y="2732092"/>
                  </a:lnTo>
                  <a:lnTo>
                    <a:pt x="2510530" y="2732092"/>
                  </a:lnTo>
                  <a:lnTo>
                    <a:pt x="2505539" y="2732092"/>
                  </a:lnTo>
                  <a:lnTo>
                    <a:pt x="2505539" y="2745966"/>
                  </a:lnTo>
                  <a:lnTo>
                    <a:pt x="2500548" y="2745966"/>
                  </a:lnTo>
                  <a:lnTo>
                    <a:pt x="2495557" y="2745966"/>
                  </a:lnTo>
                  <a:lnTo>
                    <a:pt x="2490566" y="2745966"/>
                  </a:lnTo>
                  <a:lnTo>
                    <a:pt x="2485575" y="2745966"/>
                  </a:lnTo>
                  <a:lnTo>
                    <a:pt x="2480584" y="2745966"/>
                  </a:lnTo>
                  <a:lnTo>
                    <a:pt x="2475593" y="2745966"/>
                  </a:lnTo>
                  <a:lnTo>
                    <a:pt x="2470601" y="2745966"/>
                  </a:lnTo>
                  <a:lnTo>
                    <a:pt x="2465610" y="2745966"/>
                  </a:lnTo>
                  <a:lnTo>
                    <a:pt x="2460619" y="2745966"/>
                  </a:lnTo>
                  <a:lnTo>
                    <a:pt x="2460619" y="2759809"/>
                  </a:lnTo>
                  <a:lnTo>
                    <a:pt x="2455628" y="2759809"/>
                  </a:lnTo>
                  <a:lnTo>
                    <a:pt x="2450637" y="2759809"/>
                  </a:lnTo>
                  <a:lnTo>
                    <a:pt x="2445646" y="2759809"/>
                  </a:lnTo>
                  <a:lnTo>
                    <a:pt x="2440655" y="2759809"/>
                  </a:lnTo>
                  <a:lnTo>
                    <a:pt x="2435664" y="2759809"/>
                  </a:lnTo>
                  <a:lnTo>
                    <a:pt x="2430673" y="2759809"/>
                  </a:lnTo>
                  <a:lnTo>
                    <a:pt x="2425681" y="2759809"/>
                  </a:lnTo>
                  <a:lnTo>
                    <a:pt x="2425681" y="2773611"/>
                  </a:lnTo>
                  <a:lnTo>
                    <a:pt x="2420690" y="2773611"/>
                  </a:lnTo>
                  <a:lnTo>
                    <a:pt x="2415699" y="2773611"/>
                  </a:lnTo>
                  <a:lnTo>
                    <a:pt x="2410708" y="2773611"/>
                  </a:lnTo>
                  <a:lnTo>
                    <a:pt x="2405717" y="2773611"/>
                  </a:lnTo>
                  <a:lnTo>
                    <a:pt x="2405717" y="2787407"/>
                  </a:lnTo>
                  <a:lnTo>
                    <a:pt x="2400726" y="2787407"/>
                  </a:lnTo>
                  <a:lnTo>
                    <a:pt x="2395735" y="2787407"/>
                  </a:lnTo>
                  <a:lnTo>
                    <a:pt x="2390744" y="2787407"/>
                  </a:lnTo>
                  <a:lnTo>
                    <a:pt x="2385753" y="2787407"/>
                  </a:lnTo>
                  <a:lnTo>
                    <a:pt x="2380761" y="2787407"/>
                  </a:lnTo>
                  <a:lnTo>
                    <a:pt x="2375770" y="2787407"/>
                  </a:lnTo>
                  <a:lnTo>
                    <a:pt x="2370779" y="2787407"/>
                  </a:lnTo>
                  <a:lnTo>
                    <a:pt x="2370779" y="2801185"/>
                  </a:lnTo>
                  <a:lnTo>
                    <a:pt x="2365788" y="2801185"/>
                  </a:lnTo>
                  <a:lnTo>
                    <a:pt x="2365788" y="2814956"/>
                  </a:lnTo>
                  <a:lnTo>
                    <a:pt x="2360797" y="2814956"/>
                  </a:lnTo>
                  <a:lnTo>
                    <a:pt x="2355806" y="2814956"/>
                  </a:lnTo>
                  <a:lnTo>
                    <a:pt x="2350815" y="2814956"/>
                  </a:lnTo>
                  <a:lnTo>
                    <a:pt x="2345824" y="2814956"/>
                  </a:lnTo>
                  <a:lnTo>
                    <a:pt x="2340833" y="2814956"/>
                  </a:lnTo>
                  <a:lnTo>
                    <a:pt x="2335841" y="2814956"/>
                  </a:lnTo>
                  <a:lnTo>
                    <a:pt x="2335841" y="2828699"/>
                  </a:lnTo>
                  <a:lnTo>
                    <a:pt x="2330850" y="2828699"/>
                  </a:lnTo>
                  <a:lnTo>
                    <a:pt x="2325859" y="2828699"/>
                  </a:lnTo>
                  <a:lnTo>
                    <a:pt x="2320868" y="2828699"/>
                  </a:lnTo>
                  <a:lnTo>
                    <a:pt x="2315877" y="2828699"/>
                  </a:lnTo>
                  <a:lnTo>
                    <a:pt x="2310886" y="2828699"/>
                  </a:lnTo>
                  <a:lnTo>
                    <a:pt x="2305895" y="2828699"/>
                  </a:lnTo>
                  <a:lnTo>
                    <a:pt x="2305895" y="2842435"/>
                  </a:lnTo>
                  <a:lnTo>
                    <a:pt x="2300904" y="2842435"/>
                  </a:lnTo>
                  <a:lnTo>
                    <a:pt x="2300904" y="2869866"/>
                  </a:lnTo>
                  <a:lnTo>
                    <a:pt x="2295912" y="2869866"/>
                  </a:lnTo>
                  <a:lnTo>
                    <a:pt x="2290921" y="2869866"/>
                  </a:lnTo>
                  <a:lnTo>
                    <a:pt x="2285930" y="2869866"/>
                  </a:lnTo>
                  <a:lnTo>
                    <a:pt x="2280939" y="2869866"/>
                  </a:lnTo>
                  <a:lnTo>
                    <a:pt x="2275948" y="2869866"/>
                  </a:lnTo>
                  <a:lnTo>
                    <a:pt x="2270957" y="2869866"/>
                  </a:lnTo>
                  <a:lnTo>
                    <a:pt x="2265966" y="2869866"/>
                  </a:lnTo>
                  <a:lnTo>
                    <a:pt x="2265966" y="2883561"/>
                  </a:lnTo>
                  <a:lnTo>
                    <a:pt x="2260975" y="2883561"/>
                  </a:lnTo>
                  <a:lnTo>
                    <a:pt x="2255984" y="2883561"/>
                  </a:lnTo>
                  <a:lnTo>
                    <a:pt x="2250992" y="2883561"/>
                  </a:lnTo>
                  <a:lnTo>
                    <a:pt x="2246001" y="2883561"/>
                  </a:lnTo>
                  <a:lnTo>
                    <a:pt x="2241010" y="2883561"/>
                  </a:lnTo>
                  <a:lnTo>
                    <a:pt x="2236019" y="2883561"/>
                  </a:lnTo>
                  <a:lnTo>
                    <a:pt x="2231028" y="2883561"/>
                  </a:lnTo>
                  <a:lnTo>
                    <a:pt x="2226037" y="2883561"/>
                  </a:lnTo>
                  <a:lnTo>
                    <a:pt x="2226037" y="2897238"/>
                  </a:lnTo>
                  <a:lnTo>
                    <a:pt x="2221046" y="2897238"/>
                  </a:lnTo>
                  <a:lnTo>
                    <a:pt x="2216055" y="2897238"/>
                  </a:lnTo>
                  <a:lnTo>
                    <a:pt x="2211064" y="2897238"/>
                  </a:lnTo>
                  <a:lnTo>
                    <a:pt x="2206072" y="2897238"/>
                  </a:lnTo>
                  <a:lnTo>
                    <a:pt x="2206072" y="2910897"/>
                  </a:lnTo>
                  <a:lnTo>
                    <a:pt x="2201081" y="2910897"/>
                  </a:lnTo>
                  <a:lnTo>
                    <a:pt x="2196090" y="2910897"/>
                  </a:lnTo>
                  <a:lnTo>
                    <a:pt x="2191099" y="2910897"/>
                  </a:lnTo>
                  <a:lnTo>
                    <a:pt x="2186108" y="2910897"/>
                  </a:lnTo>
                  <a:lnTo>
                    <a:pt x="2181117" y="2910897"/>
                  </a:lnTo>
                  <a:lnTo>
                    <a:pt x="2176126" y="2910897"/>
                  </a:lnTo>
                  <a:lnTo>
                    <a:pt x="2171135" y="2910897"/>
                  </a:lnTo>
                  <a:lnTo>
                    <a:pt x="2166143" y="2910897"/>
                  </a:lnTo>
                  <a:lnTo>
                    <a:pt x="2161152" y="2910897"/>
                  </a:lnTo>
                  <a:lnTo>
                    <a:pt x="2156161" y="2910897"/>
                  </a:lnTo>
                  <a:lnTo>
                    <a:pt x="2151170" y="2910897"/>
                  </a:lnTo>
                  <a:lnTo>
                    <a:pt x="2151170" y="2938130"/>
                  </a:lnTo>
                  <a:lnTo>
                    <a:pt x="2146179" y="2938130"/>
                  </a:lnTo>
                  <a:lnTo>
                    <a:pt x="2141188" y="2938130"/>
                  </a:lnTo>
                  <a:lnTo>
                    <a:pt x="2136197" y="2938130"/>
                  </a:lnTo>
                  <a:lnTo>
                    <a:pt x="2131206" y="2938130"/>
                  </a:lnTo>
                  <a:lnTo>
                    <a:pt x="2131206" y="2951737"/>
                  </a:lnTo>
                  <a:lnTo>
                    <a:pt x="2126215" y="2951737"/>
                  </a:lnTo>
                  <a:lnTo>
                    <a:pt x="2126215" y="2965336"/>
                  </a:lnTo>
                  <a:lnTo>
                    <a:pt x="2121223" y="2965336"/>
                  </a:lnTo>
                  <a:lnTo>
                    <a:pt x="2116232" y="2965336"/>
                  </a:lnTo>
                  <a:lnTo>
                    <a:pt x="2111241" y="2965336"/>
                  </a:lnTo>
                  <a:lnTo>
                    <a:pt x="2111241" y="2978930"/>
                  </a:lnTo>
                  <a:lnTo>
                    <a:pt x="2106250" y="2978930"/>
                  </a:lnTo>
                  <a:lnTo>
                    <a:pt x="2101259" y="2978930"/>
                  </a:lnTo>
                  <a:lnTo>
                    <a:pt x="2096268" y="2978930"/>
                  </a:lnTo>
                  <a:lnTo>
                    <a:pt x="2091277" y="2978930"/>
                  </a:lnTo>
                  <a:lnTo>
                    <a:pt x="2086286" y="2978930"/>
                  </a:lnTo>
                  <a:lnTo>
                    <a:pt x="2081295" y="2978930"/>
                  </a:lnTo>
                  <a:lnTo>
                    <a:pt x="2076303" y="2978930"/>
                  </a:lnTo>
                  <a:lnTo>
                    <a:pt x="2076303" y="2992505"/>
                  </a:lnTo>
                  <a:lnTo>
                    <a:pt x="2071312" y="2992505"/>
                  </a:lnTo>
                  <a:lnTo>
                    <a:pt x="2066321" y="2992505"/>
                  </a:lnTo>
                  <a:lnTo>
                    <a:pt x="2061330" y="2992505"/>
                  </a:lnTo>
                  <a:lnTo>
                    <a:pt x="2056339" y="2992505"/>
                  </a:lnTo>
                  <a:lnTo>
                    <a:pt x="2056339" y="3006073"/>
                  </a:lnTo>
                  <a:lnTo>
                    <a:pt x="2051348" y="3006073"/>
                  </a:lnTo>
                  <a:lnTo>
                    <a:pt x="2046357" y="3006073"/>
                  </a:lnTo>
                  <a:lnTo>
                    <a:pt x="2041366" y="3006073"/>
                  </a:lnTo>
                  <a:lnTo>
                    <a:pt x="2036374" y="3006073"/>
                  </a:lnTo>
                  <a:lnTo>
                    <a:pt x="2031383" y="3006073"/>
                  </a:lnTo>
                  <a:lnTo>
                    <a:pt x="2026392" y="3006073"/>
                  </a:lnTo>
                  <a:lnTo>
                    <a:pt x="2026392" y="3033189"/>
                  </a:lnTo>
                  <a:lnTo>
                    <a:pt x="2021401" y="3033189"/>
                  </a:lnTo>
                  <a:lnTo>
                    <a:pt x="2021401" y="3046736"/>
                  </a:lnTo>
                  <a:lnTo>
                    <a:pt x="2016410" y="3046736"/>
                  </a:lnTo>
                  <a:lnTo>
                    <a:pt x="2011419" y="3046736"/>
                  </a:lnTo>
                  <a:lnTo>
                    <a:pt x="2006428" y="3046736"/>
                  </a:lnTo>
                  <a:lnTo>
                    <a:pt x="2001437" y="3046736"/>
                  </a:lnTo>
                  <a:lnTo>
                    <a:pt x="1996446" y="3046736"/>
                  </a:lnTo>
                  <a:lnTo>
                    <a:pt x="1991454" y="3046736"/>
                  </a:lnTo>
                  <a:lnTo>
                    <a:pt x="1986463" y="3046736"/>
                  </a:lnTo>
                  <a:lnTo>
                    <a:pt x="1981472" y="3046736"/>
                  </a:lnTo>
                  <a:lnTo>
                    <a:pt x="1976481" y="3046736"/>
                  </a:lnTo>
                  <a:lnTo>
                    <a:pt x="1971490" y="3046736"/>
                  </a:lnTo>
                  <a:lnTo>
                    <a:pt x="1966499" y="3046736"/>
                  </a:lnTo>
                  <a:lnTo>
                    <a:pt x="1961508" y="3046736"/>
                  </a:lnTo>
                  <a:lnTo>
                    <a:pt x="1961508" y="3060255"/>
                  </a:lnTo>
                  <a:lnTo>
                    <a:pt x="1956517" y="3060255"/>
                  </a:lnTo>
                  <a:lnTo>
                    <a:pt x="1956517" y="3073767"/>
                  </a:lnTo>
                  <a:lnTo>
                    <a:pt x="1951526" y="3073767"/>
                  </a:lnTo>
                  <a:lnTo>
                    <a:pt x="1946534" y="3073767"/>
                  </a:lnTo>
                  <a:lnTo>
                    <a:pt x="1946534" y="3087261"/>
                  </a:lnTo>
                  <a:lnTo>
                    <a:pt x="1941543" y="3087261"/>
                  </a:lnTo>
                  <a:lnTo>
                    <a:pt x="1936552" y="3087261"/>
                  </a:lnTo>
                  <a:lnTo>
                    <a:pt x="1931561" y="3087261"/>
                  </a:lnTo>
                  <a:lnTo>
                    <a:pt x="1931561" y="3100737"/>
                  </a:lnTo>
                  <a:lnTo>
                    <a:pt x="1926570" y="3100737"/>
                  </a:lnTo>
                  <a:lnTo>
                    <a:pt x="1921579" y="3100737"/>
                  </a:lnTo>
                  <a:lnTo>
                    <a:pt x="1916588" y="3100737"/>
                  </a:lnTo>
                  <a:lnTo>
                    <a:pt x="1916588" y="3114206"/>
                  </a:lnTo>
                  <a:lnTo>
                    <a:pt x="1911597" y="3114206"/>
                  </a:lnTo>
                  <a:lnTo>
                    <a:pt x="1906605" y="3114206"/>
                  </a:lnTo>
                  <a:lnTo>
                    <a:pt x="1901614" y="3114206"/>
                  </a:lnTo>
                  <a:lnTo>
                    <a:pt x="1896623" y="3114206"/>
                  </a:lnTo>
                  <a:lnTo>
                    <a:pt x="1891632" y="3114206"/>
                  </a:lnTo>
                  <a:lnTo>
                    <a:pt x="1886641" y="3114206"/>
                  </a:lnTo>
                  <a:lnTo>
                    <a:pt x="1886641" y="3127656"/>
                  </a:lnTo>
                  <a:lnTo>
                    <a:pt x="1881650" y="3127656"/>
                  </a:lnTo>
                  <a:lnTo>
                    <a:pt x="1876659" y="3127656"/>
                  </a:lnTo>
                  <a:lnTo>
                    <a:pt x="1871668" y="3127656"/>
                  </a:lnTo>
                  <a:lnTo>
                    <a:pt x="1871668" y="3154534"/>
                  </a:lnTo>
                  <a:lnTo>
                    <a:pt x="1866677" y="3154534"/>
                  </a:lnTo>
                  <a:lnTo>
                    <a:pt x="1861685" y="3154534"/>
                  </a:lnTo>
                  <a:lnTo>
                    <a:pt x="1861685" y="3167961"/>
                  </a:lnTo>
                  <a:lnTo>
                    <a:pt x="1856694" y="3167961"/>
                  </a:lnTo>
                  <a:lnTo>
                    <a:pt x="1851703" y="3167961"/>
                  </a:lnTo>
                  <a:lnTo>
                    <a:pt x="1846712" y="3167961"/>
                  </a:lnTo>
                  <a:lnTo>
                    <a:pt x="1841721" y="3167961"/>
                  </a:lnTo>
                  <a:lnTo>
                    <a:pt x="1836730" y="3167961"/>
                  </a:lnTo>
                  <a:lnTo>
                    <a:pt x="1831739" y="3167961"/>
                  </a:lnTo>
                  <a:lnTo>
                    <a:pt x="1826748" y="3167961"/>
                  </a:lnTo>
                  <a:lnTo>
                    <a:pt x="1821757" y="3167961"/>
                  </a:lnTo>
                  <a:lnTo>
                    <a:pt x="1816765" y="3167961"/>
                  </a:lnTo>
                  <a:lnTo>
                    <a:pt x="1811774" y="3167961"/>
                  </a:lnTo>
                  <a:lnTo>
                    <a:pt x="1806783" y="3167961"/>
                  </a:lnTo>
                  <a:lnTo>
                    <a:pt x="1801792" y="3167961"/>
                  </a:lnTo>
                  <a:lnTo>
                    <a:pt x="1796801" y="3167961"/>
                  </a:lnTo>
                  <a:lnTo>
                    <a:pt x="1791810" y="3167961"/>
                  </a:lnTo>
                  <a:lnTo>
                    <a:pt x="1786819" y="3167961"/>
                  </a:lnTo>
                  <a:lnTo>
                    <a:pt x="1781828" y="3167961"/>
                  </a:lnTo>
                  <a:lnTo>
                    <a:pt x="1776836" y="3167961"/>
                  </a:lnTo>
                  <a:lnTo>
                    <a:pt x="1771845" y="3167961"/>
                  </a:lnTo>
                  <a:lnTo>
                    <a:pt x="1771845" y="3181331"/>
                  </a:lnTo>
                  <a:lnTo>
                    <a:pt x="1766854" y="3181331"/>
                  </a:lnTo>
                  <a:lnTo>
                    <a:pt x="1761863" y="3181331"/>
                  </a:lnTo>
                  <a:lnTo>
                    <a:pt x="1756872" y="3181331"/>
                  </a:lnTo>
                  <a:lnTo>
                    <a:pt x="1751881" y="3181331"/>
                  </a:lnTo>
                  <a:lnTo>
                    <a:pt x="1746890" y="3181331"/>
                  </a:lnTo>
                  <a:lnTo>
                    <a:pt x="1741899" y="3181331"/>
                  </a:lnTo>
                  <a:lnTo>
                    <a:pt x="1741899" y="3194674"/>
                  </a:lnTo>
                  <a:lnTo>
                    <a:pt x="1736908" y="3194674"/>
                  </a:lnTo>
                  <a:lnTo>
                    <a:pt x="1731916" y="3194674"/>
                  </a:lnTo>
                  <a:lnTo>
                    <a:pt x="1726925" y="3194674"/>
                  </a:lnTo>
                  <a:lnTo>
                    <a:pt x="1721934" y="3194674"/>
                  </a:lnTo>
                  <a:lnTo>
                    <a:pt x="1716943" y="3194674"/>
                  </a:lnTo>
                  <a:lnTo>
                    <a:pt x="1716943" y="3207989"/>
                  </a:lnTo>
                  <a:lnTo>
                    <a:pt x="1711952" y="3207989"/>
                  </a:lnTo>
                  <a:lnTo>
                    <a:pt x="1706961" y="3207989"/>
                  </a:lnTo>
                  <a:lnTo>
                    <a:pt x="1701970" y="3207989"/>
                  </a:lnTo>
                  <a:lnTo>
                    <a:pt x="1696979" y="3207989"/>
                  </a:lnTo>
                  <a:lnTo>
                    <a:pt x="1691988" y="3207989"/>
                  </a:lnTo>
                  <a:lnTo>
                    <a:pt x="1686996" y="3207989"/>
                  </a:lnTo>
                  <a:lnTo>
                    <a:pt x="1686996" y="3221297"/>
                  </a:lnTo>
                  <a:lnTo>
                    <a:pt x="1682005" y="3221297"/>
                  </a:lnTo>
                  <a:lnTo>
                    <a:pt x="1677014" y="3221297"/>
                  </a:lnTo>
                  <a:lnTo>
                    <a:pt x="1677014" y="3234596"/>
                  </a:lnTo>
                  <a:lnTo>
                    <a:pt x="1672023" y="3234596"/>
                  </a:lnTo>
                  <a:lnTo>
                    <a:pt x="1672023" y="3247886"/>
                  </a:lnTo>
                  <a:lnTo>
                    <a:pt x="1667032" y="3247886"/>
                  </a:lnTo>
                  <a:lnTo>
                    <a:pt x="1662041" y="3247886"/>
                  </a:lnTo>
                  <a:lnTo>
                    <a:pt x="1657050" y="3247886"/>
                  </a:lnTo>
                  <a:lnTo>
                    <a:pt x="1652059" y="3247886"/>
                  </a:lnTo>
                  <a:lnTo>
                    <a:pt x="1647067" y="3247886"/>
                  </a:lnTo>
                  <a:lnTo>
                    <a:pt x="1642076" y="3247886"/>
                  </a:lnTo>
                  <a:lnTo>
                    <a:pt x="1642076" y="3261168"/>
                  </a:lnTo>
                  <a:lnTo>
                    <a:pt x="1637085" y="3261168"/>
                  </a:lnTo>
                  <a:lnTo>
                    <a:pt x="1632094" y="3261168"/>
                  </a:lnTo>
                  <a:lnTo>
                    <a:pt x="1627103" y="3261168"/>
                  </a:lnTo>
                  <a:lnTo>
                    <a:pt x="1622112" y="3261168"/>
                  </a:lnTo>
                  <a:lnTo>
                    <a:pt x="1617121" y="3261168"/>
                  </a:lnTo>
                  <a:lnTo>
                    <a:pt x="1612130" y="3261168"/>
                  </a:lnTo>
                  <a:lnTo>
                    <a:pt x="1607139" y="3261168"/>
                  </a:lnTo>
                  <a:lnTo>
                    <a:pt x="1602147" y="3261168"/>
                  </a:lnTo>
                  <a:lnTo>
                    <a:pt x="1597156" y="3261168"/>
                  </a:lnTo>
                  <a:lnTo>
                    <a:pt x="1592165" y="3261168"/>
                  </a:lnTo>
                  <a:lnTo>
                    <a:pt x="1587174" y="3261168"/>
                  </a:lnTo>
                  <a:lnTo>
                    <a:pt x="1582183" y="3261168"/>
                  </a:lnTo>
                  <a:lnTo>
                    <a:pt x="1577192" y="3261168"/>
                  </a:lnTo>
                  <a:lnTo>
                    <a:pt x="1577192" y="3274413"/>
                  </a:lnTo>
                  <a:lnTo>
                    <a:pt x="1572201" y="3274413"/>
                  </a:lnTo>
                  <a:lnTo>
                    <a:pt x="1567210" y="3274413"/>
                  </a:lnTo>
                  <a:lnTo>
                    <a:pt x="1562219" y="3274413"/>
                  </a:lnTo>
                  <a:lnTo>
                    <a:pt x="1562219" y="3287641"/>
                  </a:lnTo>
                  <a:lnTo>
                    <a:pt x="1557227" y="3287641"/>
                  </a:lnTo>
                  <a:lnTo>
                    <a:pt x="1552236" y="3287641"/>
                  </a:lnTo>
                  <a:lnTo>
                    <a:pt x="1547245" y="3287641"/>
                  </a:lnTo>
                  <a:lnTo>
                    <a:pt x="1542254" y="3287641"/>
                  </a:lnTo>
                  <a:lnTo>
                    <a:pt x="1537263" y="3287641"/>
                  </a:lnTo>
                  <a:lnTo>
                    <a:pt x="1532272" y="3287641"/>
                  </a:lnTo>
                  <a:lnTo>
                    <a:pt x="1532272" y="3327270"/>
                  </a:lnTo>
                  <a:lnTo>
                    <a:pt x="1527281" y="3327270"/>
                  </a:lnTo>
                  <a:lnTo>
                    <a:pt x="1522290" y="3327270"/>
                  </a:lnTo>
                  <a:lnTo>
                    <a:pt x="1517299" y="3327270"/>
                  </a:lnTo>
                  <a:lnTo>
                    <a:pt x="1512307" y="3327270"/>
                  </a:lnTo>
                  <a:lnTo>
                    <a:pt x="1507316" y="3327270"/>
                  </a:lnTo>
                  <a:lnTo>
                    <a:pt x="1502325" y="3327270"/>
                  </a:lnTo>
                  <a:lnTo>
                    <a:pt x="1497334" y="3327270"/>
                  </a:lnTo>
                  <a:lnTo>
                    <a:pt x="1492343" y="3327270"/>
                  </a:lnTo>
                  <a:lnTo>
                    <a:pt x="1487352" y="3327270"/>
                  </a:lnTo>
                  <a:lnTo>
                    <a:pt x="1482361" y="3327270"/>
                  </a:lnTo>
                  <a:lnTo>
                    <a:pt x="1477370" y="3327270"/>
                  </a:lnTo>
                  <a:lnTo>
                    <a:pt x="1472378" y="3327270"/>
                  </a:lnTo>
                  <a:lnTo>
                    <a:pt x="1467387" y="3327270"/>
                  </a:lnTo>
                  <a:lnTo>
                    <a:pt x="1462396" y="3327270"/>
                  </a:lnTo>
                  <a:lnTo>
                    <a:pt x="1457405" y="3327270"/>
                  </a:lnTo>
                  <a:lnTo>
                    <a:pt x="1452414" y="3327270"/>
                  </a:lnTo>
                  <a:lnTo>
                    <a:pt x="1447423" y="3327270"/>
                  </a:lnTo>
                  <a:lnTo>
                    <a:pt x="1447423" y="3340435"/>
                  </a:lnTo>
                  <a:lnTo>
                    <a:pt x="1442432" y="3340435"/>
                  </a:lnTo>
                  <a:lnTo>
                    <a:pt x="1437441" y="3340435"/>
                  </a:lnTo>
                  <a:lnTo>
                    <a:pt x="1432450" y="3340435"/>
                  </a:lnTo>
                  <a:lnTo>
                    <a:pt x="1432450" y="3353591"/>
                  </a:lnTo>
                  <a:lnTo>
                    <a:pt x="1427458" y="3353591"/>
                  </a:lnTo>
                  <a:lnTo>
                    <a:pt x="1427458" y="3379872"/>
                  </a:lnTo>
                  <a:lnTo>
                    <a:pt x="1422467" y="3379872"/>
                  </a:lnTo>
                  <a:lnTo>
                    <a:pt x="1417476" y="3379872"/>
                  </a:lnTo>
                  <a:lnTo>
                    <a:pt x="1417476" y="3392990"/>
                  </a:lnTo>
                  <a:lnTo>
                    <a:pt x="1412485" y="3392990"/>
                  </a:lnTo>
                  <a:lnTo>
                    <a:pt x="1407494" y="3392990"/>
                  </a:lnTo>
                  <a:lnTo>
                    <a:pt x="1407494" y="3406097"/>
                  </a:lnTo>
                  <a:lnTo>
                    <a:pt x="1402503" y="3406097"/>
                  </a:lnTo>
                  <a:lnTo>
                    <a:pt x="1397512" y="3406097"/>
                  </a:lnTo>
                  <a:lnTo>
                    <a:pt x="1392521" y="3406097"/>
                  </a:lnTo>
                  <a:lnTo>
                    <a:pt x="1392521" y="3419177"/>
                  </a:lnTo>
                  <a:lnTo>
                    <a:pt x="1387530" y="3419177"/>
                  </a:lnTo>
                  <a:lnTo>
                    <a:pt x="1382538" y="3419177"/>
                  </a:lnTo>
                  <a:lnTo>
                    <a:pt x="1377547" y="3419177"/>
                  </a:lnTo>
                  <a:lnTo>
                    <a:pt x="1372556" y="3419177"/>
                  </a:lnTo>
                  <a:lnTo>
                    <a:pt x="1367565" y="3419177"/>
                  </a:lnTo>
                  <a:lnTo>
                    <a:pt x="1362574" y="3419177"/>
                  </a:lnTo>
                  <a:lnTo>
                    <a:pt x="1357583" y="3419177"/>
                  </a:lnTo>
                  <a:lnTo>
                    <a:pt x="1352592" y="3419177"/>
                  </a:lnTo>
                  <a:lnTo>
                    <a:pt x="1352592" y="3432230"/>
                  </a:lnTo>
                  <a:lnTo>
                    <a:pt x="1347601" y="3432230"/>
                  </a:lnTo>
                  <a:lnTo>
                    <a:pt x="1342609" y="3432230"/>
                  </a:lnTo>
                  <a:lnTo>
                    <a:pt x="1337618" y="3432230"/>
                  </a:lnTo>
                  <a:lnTo>
                    <a:pt x="1332627" y="3432230"/>
                  </a:lnTo>
                  <a:lnTo>
                    <a:pt x="1327636" y="3432230"/>
                  </a:lnTo>
                  <a:lnTo>
                    <a:pt x="1322645" y="3432230"/>
                  </a:lnTo>
                  <a:lnTo>
                    <a:pt x="1317654" y="3432230"/>
                  </a:lnTo>
                  <a:lnTo>
                    <a:pt x="1312663" y="3432230"/>
                  </a:lnTo>
                  <a:lnTo>
                    <a:pt x="1307672" y="3432230"/>
                  </a:lnTo>
                  <a:lnTo>
                    <a:pt x="1302681" y="3432230"/>
                  </a:lnTo>
                  <a:lnTo>
                    <a:pt x="1297689" y="3432230"/>
                  </a:lnTo>
                  <a:lnTo>
                    <a:pt x="1292698" y="3432230"/>
                  </a:lnTo>
                  <a:lnTo>
                    <a:pt x="1287707" y="3432230"/>
                  </a:lnTo>
                  <a:lnTo>
                    <a:pt x="1287707" y="3445225"/>
                  </a:lnTo>
                  <a:lnTo>
                    <a:pt x="1282716" y="3445225"/>
                  </a:lnTo>
                  <a:lnTo>
                    <a:pt x="1282716" y="3458202"/>
                  </a:lnTo>
                  <a:lnTo>
                    <a:pt x="1277725" y="3458202"/>
                  </a:lnTo>
                  <a:lnTo>
                    <a:pt x="1277725" y="3471159"/>
                  </a:lnTo>
                  <a:lnTo>
                    <a:pt x="1272734" y="3471159"/>
                  </a:lnTo>
                  <a:lnTo>
                    <a:pt x="1267743" y="3471159"/>
                  </a:lnTo>
                  <a:lnTo>
                    <a:pt x="1262752" y="3471159"/>
                  </a:lnTo>
                  <a:lnTo>
                    <a:pt x="1257761" y="3471159"/>
                  </a:lnTo>
                  <a:lnTo>
                    <a:pt x="1257761" y="3484106"/>
                  </a:lnTo>
                  <a:lnTo>
                    <a:pt x="1252769" y="3484106"/>
                  </a:lnTo>
                  <a:lnTo>
                    <a:pt x="1247778" y="3484106"/>
                  </a:lnTo>
                  <a:lnTo>
                    <a:pt x="1242787" y="3484106"/>
                  </a:lnTo>
                  <a:lnTo>
                    <a:pt x="1237796" y="3484106"/>
                  </a:lnTo>
                  <a:lnTo>
                    <a:pt x="1232805" y="3484106"/>
                  </a:lnTo>
                  <a:lnTo>
                    <a:pt x="1227814" y="3484106"/>
                  </a:lnTo>
                  <a:lnTo>
                    <a:pt x="1222823" y="3484106"/>
                  </a:lnTo>
                  <a:lnTo>
                    <a:pt x="1222823" y="3497025"/>
                  </a:lnTo>
                  <a:lnTo>
                    <a:pt x="1217832" y="3497025"/>
                  </a:lnTo>
                  <a:lnTo>
                    <a:pt x="1217832" y="3509934"/>
                  </a:lnTo>
                  <a:lnTo>
                    <a:pt x="1212840" y="3509934"/>
                  </a:lnTo>
                  <a:lnTo>
                    <a:pt x="1207849" y="3509934"/>
                  </a:lnTo>
                  <a:lnTo>
                    <a:pt x="1207849" y="3522823"/>
                  </a:lnTo>
                  <a:lnTo>
                    <a:pt x="1202858" y="3522823"/>
                  </a:lnTo>
                  <a:lnTo>
                    <a:pt x="1197867" y="3522823"/>
                  </a:lnTo>
                  <a:lnTo>
                    <a:pt x="1192876" y="3522823"/>
                  </a:lnTo>
                  <a:lnTo>
                    <a:pt x="1187885" y="3522823"/>
                  </a:lnTo>
                  <a:lnTo>
                    <a:pt x="1187885" y="3535693"/>
                  </a:lnTo>
                  <a:lnTo>
                    <a:pt x="1182894" y="3535693"/>
                  </a:lnTo>
                  <a:lnTo>
                    <a:pt x="1182894" y="3548551"/>
                  </a:lnTo>
                  <a:lnTo>
                    <a:pt x="1177903" y="3548551"/>
                  </a:lnTo>
                  <a:lnTo>
                    <a:pt x="1172912" y="3548551"/>
                  </a:lnTo>
                  <a:lnTo>
                    <a:pt x="1172912" y="3561396"/>
                  </a:lnTo>
                  <a:lnTo>
                    <a:pt x="1167920" y="3561396"/>
                  </a:lnTo>
                  <a:lnTo>
                    <a:pt x="1162929" y="3561396"/>
                  </a:lnTo>
                  <a:lnTo>
                    <a:pt x="1157938" y="3561396"/>
                  </a:lnTo>
                  <a:lnTo>
                    <a:pt x="1152947" y="3561396"/>
                  </a:lnTo>
                  <a:lnTo>
                    <a:pt x="1147956" y="3561396"/>
                  </a:lnTo>
                  <a:lnTo>
                    <a:pt x="1142965" y="3561396"/>
                  </a:lnTo>
                  <a:lnTo>
                    <a:pt x="1142965" y="3574221"/>
                  </a:lnTo>
                  <a:lnTo>
                    <a:pt x="1137974" y="3574221"/>
                  </a:lnTo>
                  <a:lnTo>
                    <a:pt x="1132983" y="3574221"/>
                  </a:lnTo>
                  <a:lnTo>
                    <a:pt x="1132983" y="3587020"/>
                  </a:lnTo>
                  <a:lnTo>
                    <a:pt x="1127992" y="3587020"/>
                  </a:lnTo>
                  <a:lnTo>
                    <a:pt x="1123000" y="3587020"/>
                  </a:lnTo>
                  <a:lnTo>
                    <a:pt x="1123000" y="3599805"/>
                  </a:lnTo>
                  <a:lnTo>
                    <a:pt x="1118009" y="3599805"/>
                  </a:lnTo>
                  <a:lnTo>
                    <a:pt x="1113018" y="3599805"/>
                  </a:lnTo>
                  <a:lnTo>
                    <a:pt x="1108027" y="3599805"/>
                  </a:lnTo>
                  <a:lnTo>
                    <a:pt x="1103036" y="3599805"/>
                  </a:lnTo>
                  <a:lnTo>
                    <a:pt x="1103036" y="3612569"/>
                  </a:lnTo>
                  <a:lnTo>
                    <a:pt x="1098045" y="3612569"/>
                  </a:lnTo>
                  <a:lnTo>
                    <a:pt x="1093054" y="3612569"/>
                  </a:lnTo>
                  <a:lnTo>
                    <a:pt x="1093054" y="3625320"/>
                  </a:lnTo>
                  <a:lnTo>
                    <a:pt x="1088063" y="3625320"/>
                  </a:lnTo>
                  <a:lnTo>
                    <a:pt x="1083071" y="3625320"/>
                  </a:lnTo>
                  <a:lnTo>
                    <a:pt x="1078080" y="3625320"/>
                  </a:lnTo>
                  <a:lnTo>
                    <a:pt x="1073089" y="3625320"/>
                  </a:lnTo>
                  <a:lnTo>
                    <a:pt x="1068098" y="3625320"/>
                  </a:lnTo>
                  <a:lnTo>
                    <a:pt x="1063107" y="3625320"/>
                  </a:lnTo>
                  <a:lnTo>
                    <a:pt x="1058116" y="3625320"/>
                  </a:lnTo>
                  <a:lnTo>
                    <a:pt x="1053125" y="3625320"/>
                  </a:lnTo>
                  <a:lnTo>
                    <a:pt x="1048134" y="3625320"/>
                  </a:lnTo>
                  <a:lnTo>
                    <a:pt x="1043143" y="3625320"/>
                  </a:lnTo>
                  <a:lnTo>
                    <a:pt x="1038151" y="3625320"/>
                  </a:lnTo>
                  <a:lnTo>
                    <a:pt x="1038151" y="3638050"/>
                  </a:lnTo>
                  <a:lnTo>
                    <a:pt x="1033160" y="3638050"/>
                  </a:lnTo>
                  <a:lnTo>
                    <a:pt x="1028169" y="3638050"/>
                  </a:lnTo>
                  <a:lnTo>
                    <a:pt x="1023178" y="3638050"/>
                  </a:lnTo>
                  <a:lnTo>
                    <a:pt x="1018187" y="3638050"/>
                  </a:lnTo>
                  <a:lnTo>
                    <a:pt x="1013196" y="3638050"/>
                  </a:lnTo>
                  <a:lnTo>
                    <a:pt x="1013196" y="3663439"/>
                  </a:lnTo>
                  <a:lnTo>
                    <a:pt x="1008205" y="3663439"/>
                  </a:lnTo>
                  <a:lnTo>
                    <a:pt x="1003214" y="3663439"/>
                  </a:lnTo>
                  <a:lnTo>
                    <a:pt x="998223" y="3663439"/>
                  </a:lnTo>
                  <a:lnTo>
                    <a:pt x="998223" y="3688770"/>
                  </a:lnTo>
                  <a:lnTo>
                    <a:pt x="993231" y="3688770"/>
                  </a:lnTo>
                  <a:lnTo>
                    <a:pt x="993231" y="3714026"/>
                  </a:lnTo>
                  <a:lnTo>
                    <a:pt x="988240" y="3714026"/>
                  </a:lnTo>
                  <a:lnTo>
                    <a:pt x="983249" y="3714026"/>
                  </a:lnTo>
                  <a:lnTo>
                    <a:pt x="978258" y="3714026"/>
                  </a:lnTo>
                  <a:lnTo>
                    <a:pt x="978258" y="3726616"/>
                  </a:lnTo>
                  <a:lnTo>
                    <a:pt x="973267" y="3726616"/>
                  </a:lnTo>
                  <a:lnTo>
                    <a:pt x="973267" y="3751747"/>
                  </a:lnTo>
                  <a:lnTo>
                    <a:pt x="968276" y="3751747"/>
                  </a:lnTo>
                  <a:lnTo>
                    <a:pt x="963285" y="3751747"/>
                  </a:lnTo>
                  <a:lnTo>
                    <a:pt x="963285" y="3764266"/>
                  </a:lnTo>
                  <a:lnTo>
                    <a:pt x="958294" y="3764266"/>
                  </a:lnTo>
                  <a:lnTo>
                    <a:pt x="953302" y="3764266"/>
                  </a:lnTo>
                  <a:lnTo>
                    <a:pt x="953302" y="3776768"/>
                  </a:lnTo>
                  <a:lnTo>
                    <a:pt x="948311" y="3776768"/>
                  </a:lnTo>
                  <a:lnTo>
                    <a:pt x="943320" y="3776768"/>
                  </a:lnTo>
                  <a:lnTo>
                    <a:pt x="938329" y="3776768"/>
                  </a:lnTo>
                  <a:lnTo>
                    <a:pt x="938329" y="3789246"/>
                  </a:lnTo>
                  <a:lnTo>
                    <a:pt x="933338" y="3789246"/>
                  </a:lnTo>
                  <a:lnTo>
                    <a:pt x="928347" y="3789246"/>
                  </a:lnTo>
                  <a:lnTo>
                    <a:pt x="928347" y="3801704"/>
                  </a:lnTo>
                  <a:lnTo>
                    <a:pt x="923356" y="3801704"/>
                  </a:lnTo>
                  <a:lnTo>
                    <a:pt x="918365" y="3801704"/>
                  </a:lnTo>
                  <a:lnTo>
                    <a:pt x="913374" y="3801704"/>
                  </a:lnTo>
                  <a:lnTo>
                    <a:pt x="908382" y="3801704"/>
                  </a:lnTo>
                  <a:lnTo>
                    <a:pt x="903391" y="3801704"/>
                  </a:lnTo>
                  <a:lnTo>
                    <a:pt x="898400" y="3801704"/>
                  </a:lnTo>
                  <a:lnTo>
                    <a:pt x="893409" y="3801704"/>
                  </a:lnTo>
                  <a:lnTo>
                    <a:pt x="888418" y="3801704"/>
                  </a:lnTo>
                  <a:lnTo>
                    <a:pt x="883427" y="3801704"/>
                  </a:lnTo>
                  <a:lnTo>
                    <a:pt x="878436" y="3801704"/>
                  </a:lnTo>
                  <a:lnTo>
                    <a:pt x="873445" y="3801704"/>
                  </a:lnTo>
                  <a:lnTo>
                    <a:pt x="868454" y="3801704"/>
                  </a:lnTo>
                  <a:lnTo>
                    <a:pt x="863462" y="3801704"/>
                  </a:lnTo>
                  <a:lnTo>
                    <a:pt x="858471" y="3801704"/>
                  </a:lnTo>
                  <a:lnTo>
                    <a:pt x="853480" y="3801704"/>
                  </a:lnTo>
                  <a:lnTo>
                    <a:pt x="853480" y="3814112"/>
                  </a:lnTo>
                  <a:lnTo>
                    <a:pt x="848489" y="3814112"/>
                  </a:lnTo>
                  <a:lnTo>
                    <a:pt x="843498" y="3814112"/>
                  </a:lnTo>
                  <a:lnTo>
                    <a:pt x="838507" y="3814112"/>
                  </a:lnTo>
                  <a:lnTo>
                    <a:pt x="833516" y="3814112"/>
                  </a:lnTo>
                  <a:lnTo>
                    <a:pt x="828525" y="3814112"/>
                  </a:lnTo>
                  <a:lnTo>
                    <a:pt x="823533" y="3814112"/>
                  </a:lnTo>
                  <a:lnTo>
                    <a:pt x="818542" y="3814112"/>
                  </a:lnTo>
                  <a:lnTo>
                    <a:pt x="818542" y="3838795"/>
                  </a:lnTo>
                  <a:lnTo>
                    <a:pt x="813551" y="3838795"/>
                  </a:lnTo>
                  <a:lnTo>
                    <a:pt x="808560" y="3838795"/>
                  </a:lnTo>
                  <a:lnTo>
                    <a:pt x="803569" y="3838795"/>
                  </a:lnTo>
                  <a:lnTo>
                    <a:pt x="803569" y="3851106"/>
                  </a:lnTo>
                  <a:lnTo>
                    <a:pt x="798578" y="3851106"/>
                  </a:lnTo>
                  <a:lnTo>
                    <a:pt x="798578" y="3875653"/>
                  </a:lnTo>
                  <a:lnTo>
                    <a:pt x="793587" y="3875653"/>
                  </a:lnTo>
                  <a:lnTo>
                    <a:pt x="788596" y="3875653"/>
                  </a:lnTo>
                  <a:lnTo>
                    <a:pt x="783605" y="3875653"/>
                  </a:lnTo>
                  <a:lnTo>
                    <a:pt x="778613" y="3875653"/>
                  </a:lnTo>
                  <a:lnTo>
                    <a:pt x="773622" y="3875653"/>
                  </a:lnTo>
                  <a:lnTo>
                    <a:pt x="768631" y="3875653"/>
                  </a:lnTo>
                  <a:lnTo>
                    <a:pt x="763640" y="3875653"/>
                  </a:lnTo>
                  <a:lnTo>
                    <a:pt x="763640" y="3887858"/>
                  </a:lnTo>
                  <a:lnTo>
                    <a:pt x="758649" y="3887858"/>
                  </a:lnTo>
                  <a:lnTo>
                    <a:pt x="753658" y="3887858"/>
                  </a:lnTo>
                  <a:lnTo>
                    <a:pt x="748667" y="3887858"/>
                  </a:lnTo>
                  <a:lnTo>
                    <a:pt x="743676" y="3887858"/>
                  </a:lnTo>
                  <a:lnTo>
                    <a:pt x="738685" y="3887858"/>
                  </a:lnTo>
                  <a:lnTo>
                    <a:pt x="733693" y="3887858"/>
                  </a:lnTo>
                  <a:lnTo>
                    <a:pt x="728702" y="3887858"/>
                  </a:lnTo>
                  <a:lnTo>
                    <a:pt x="728702" y="3900023"/>
                  </a:lnTo>
                  <a:lnTo>
                    <a:pt x="723711" y="3900023"/>
                  </a:lnTo>
                  <a:lnTo>
                    <a:pt x="718720" y="3900023"/>
                  </a:lnTo>
                  <a:lnTo>
                    <a:pt x="713729" y="3900023"/>
                  </a:lnTo>
                  <a:lnTo>
                    <a:pt x="708738" y="3900023"/>
                  </a:lnTo>
                  <a:lnTo>
                    <a:pt x="703747" y="3900023"/>
                  </a:lnTo>
                  <a:lnTo>
                    <a:pt x="698756" y="3900023"/>
                  </a:lnTo>
                  <a:lnTo>
                    <a:pt x="693765" y="3900023"/>
                  </a:lnTo>
                  <a:lnTo>
                    <a:pt x="693765" y="3936290"/>
                  </a:lnTo>
                  <a:lnTo>
                    <a:pt x="688773" y="3936290"/>
                  </a:lnTo>
                  <a:lnTo>
                    <a:pt x="688773" y="3948329"/>
                  </a:lnTo>
                  <a:lnTo>
                    <a:pt x="683782" y="3948329"/>
                  </a:lnTo>
                  <a:lnTo>
                    <a:pt x="678791" y="3948329"/>
                  </a:lnTo>
                  <a:lnTo>
                    <a:pt x="673800" y="3948329"/>
                  </a:lnTo>
                  <a:lnTo>
                    <a:pt x="668809" y="3948329"/>
                  </a:lnTo>
                  <a:lnTo>
                    <a:pt x="663818" y="3948329"/>
                  </a:lnTo>
                  <a:lnTo>
                    <a:pt x="658827" y="3948329"/>
                  </a:lnTo>
                  <a:lnTo>
                    <a:pt x="658827" y="3972295"/>
                  </a:lnTo>
                  <a:lnTo>
                    <a:pt x="653836" y="3972295"/>
                  </a:lnTo>
                  <a:lnTo>
                    <a:pt x="648844" y="3972295"/>
                  </a:lnTo>
                  <a:lnTo>
                    <a:pt x="643853" y="3972295"/>
                  </a:lnTo>
                  <a:lnTo>
                    <a:pt x="638862" y="3972295"/>
                  </a:lnTo>
                  <a:lnTo>
                    <a:pt x="633871" y="3972295"/>
                  </a:lnTo>
                  <a:lnTo>
                    <a:pt x="633871" y="3984226"/>
                  </a:lnTo>
                  <a:lnTo>
                    <a:pt x="628880" y="3984226"/>
                  </a:lnTo>
                  <a:lnTo>
                    <a:pt x="623889" y="3984226"/>
                  </a:lnTo>
                  <a:lnTo>
                    <a:pt x="623889" y="3996116"/>
                  </a:lnTo>
                  <a:lnTo>
                    <a:pt x="618898" y="3996116"/>
                  </a:lnTo>
                  <a:lnTo>
                    <a:pt x="613907" y="3996116"/>
                  </a:lnTo>
                  <a:lnTo>
                    <a:pt x="608916" y="3996116"/>
                  </a:lnTo>
                  <a:lnTo>
                    <a:pt x="608916" y="4007956"/>
                  </a:lnTo>
                  <a:lnTo>
                    <a:pt x="603924" y="4007956"/>
                  </a:lnTo>
                  <a:lnTo>
                    <a:pt x="603924" y="4019765"/>
                  </a:lnTo>
                  <a:lnTo>
                    <a:pt x="598933" y="4019765"/>
                  </a:lnTo>
                  <a:lnTo>
                    <a:pt x="593942" y="4019765"/>
                  </a:lnTo>
                  <a:lnTo>
                    <a:pt x="593942" y="4043265"/>
                  </a:lnTo>
                  <a:lnTo>
                    <a:pt x="588951" y="4043265"/>
                  </a:lnTo>
                  <a:lnTo>
                    <a:pt x="588951" y="4054953"/>
                  </a:lnTo>
                  <a:lnTo>
                    <a:pt x="583960" y="4054953"/>
                  </a:lnTo>
                  <a:lnTo>
                    <a:pt x="578969" y="4054953"/>
                  </a:lnTo>
                  <a:lnTo>
                    <a:pt x="573978" y="4054953"/>
                  </a:lnTo>
                  <a:lnTo>
                    <a:pt x="573978" y="4066604"/>
                  </a:lnTo>
                  <a:lnTo>
                    <a:pt x="568987" y="4066604"/>
                  </a:lnTo>
                  <a:lnTo>
                    <a:pt x="563996" y="4066604"/>
                  </a:lnTo>
                  <a:lnTo>
                    <a:pt x="559004" y="4066604"/>
                  </a:lnTo>
                  <a:lnTo>
                    <a:pt x="554013" y="4066604"/>
                  </a:lnTo>
                  <a:lnTo>
                    <a:pt x="549022" y="4066604"/>
                  </a:lnTo>
                  <a:lnTo>
                    <a:pt x="549022" y="4078208"/>
                  </a:lnTo>
                  <a:lnTo>
                    <a:pt x="544031" y="4078208"/>
                  </a:lnTo>
                  <a:lnTo>
                    <a:pt x="539040" y="4078208"/>
                  </a:lnTo>
                  <a:lnTo>
                    <a:pt x="534049" y="4078208"/>
                  </a:lnTo>
                  <a:lnTo>
                    <a:pt x="529058" y="4078208"/>
                  </a:lnTo>
                  <a:lnTo>
                    <a:pt x="524067" y="4078208"/>
                  </a:lnTo>
                  <a:lnTo>
                    <a:pt x="519075" y="4078208"/>
                  </a:lnTo>
                  <a:lnTo>
                    <a:pt x="514084" y="4078208"/>
                  </a:lnTo>
                  <a:lnTo>
                    <a:pt x="514084" y="4089758"/>
                  </a:lnTo>
                  <a:lnTo>
                    <a:pt x="509093" y="4089758"/>
                  </a:lnTo>
                  <a:lnTo>
                    <a:pt x="504102" y="4089758"/>
                  </a:lnTo>
                  <a:lnTo>
                    <a:pt x="499111" y="4089758"/>
                  </a:lnTo>
                  <a:lnTo>
                    <a:pt x="499111" y="4101266"/>
                  </a:lnTo>
                  <a:lnTo>
                    <a:pt x="494120" y="4101266"/>
                  </a:lnTo>
                  <a:lnTo>
                    <a:pt x="489129" y="4101266"/>
                  </a:lnTo>
                  <a:lnTo>
                    <a:pt x="484138" y="4101266"/>
                  </a:lnTo>
                  <a:lnTo>
                    <a:pt x="479147" y="4101266"/>
                  </a:lnTo>
                  <a:lnTo>
                    <a:pt x="474155" y="4101266"/>
                  </a:lnTo>
                  <a:lnTo>
                    <a:pt x="469164" y="4101266"/>
                  </a:lnTo>
                  <a:lnTo>
                    <a:pt x="464173" y="4101266"/>
                  </a:lnTo>
                  <a:lnTo>
                    <a:pt x="464173" y="4112712"/>
                  </a:lnTo>
                  <a:lnTo>
                    <a:pt x="459182" y="4112712"/>
                  </a:lnTo>
                  <a:lnTo>
                    <a:pt x="454191" y="4112712"/>
                  </a:lnTo>
                  <a:lnTo>
                    <a:pt x="449200" y="4112712"/>
                  </a:lnTo>
                  <a:lnTo>
                    <a:pt x="449200" y="4124104"/>
                  </a:lnTo>
                  <a:lnTo>
                    <a:pt x="444209" y="4124104"/>
                  </a:lnTo>
                  <a:lnTo>
                    <a:pt x="439218" y="4124104"/>
                  </a:lnTo>
                  <a:lnTo>
                    <a:pt x="434227" y="4124104"/>
                  </a:lnTo>
                  <a:lnTo>
                    <a:pt x="429235" y="4124104"/>
                  </a:lnTo>
                  <a:lnTo>
                    <a:pt x="424244" y="4124104"/>
                  </a:lnTo>
                  <a:lnTo>
                    <a:pt x="419253" y="4124104"/>
                  </a:lnTo>
                  <a:lnTo>
                    <a:pt x="414262" y="4124104"/>
                  </a:lnTo>
                  <a:lnTo>
                    <a:pt x="409271" y="4124104"/>
                  </a:lnTo>
                  <a:lnTo>
                    <a:pt x="409271" y="4135439"/>
                  </a:lnTo>
                  <a:lnTo>
                    <a:pt x="404280" y="4135439"/>
                  </a:lnTo>
                  <a:lnTo>
                    <a:pt x="399289" y="4135439"/>
                  </a:lnTo>
                  <a:lnTo>
                    <a:pt x="394298" y="4135439"/>
                  </a:lnTo>
                  <a:lnTo>
                    <a:pt x="389306" y="4135439"/>
                  </a:lnTo>
                  <a:lnTo>
                    <a:pt x="384315" y="4135439"/>
                  </a:lnTo>
                  <a:lnTo>
                    <a:pt x="379324" y="4135439"/>
                  </a:lnTo>
                  <a:lnTo>
                    <a:pt x="379324" y="4191219"/>
                  </a:lnTo>
                  <a:lnTo>
                    <a:pt x="374333" y="4191219"/>
                  </a:lnTo>
                  <a:lnTo>
                    <a:pt x="369342" y="4191219"/>
                  </a:lnTo>
                  <a:lnTo>
                    <a:pt x="364351" y="4191219"/>
                  </a:lnTo>
                  <a:lnTo>
                    <a:pt x="359360" y="4191219"/>
                  </a:lnTo>
                  <a:lnTo>
                    <a:pt x="354369" y="4191219"/>
                  </a:lnTo>
                  <a:lnTo>
                    <a:pt x="349378" y="4191219"/>
                  </a:lnTo>
                  <a:lnTo>
                    <a:pt x="344386" y="4191219"/>
                  </a:lnTo>
                  <a:lnTo>
                    <a:pt x="344386" y="4202164"/>
                  </a:lnTo>
                  <a:lnTo>
                    <a:pt x="339395" y="4202164"/>
                  </a:lnTo>
                  <a:lnTo>
                    <a:pt x="334404" y="4202164"/>
                  </a:lnTo>
                  <a:lnTo>
                    <a:pt x="329413" y="4202164"/>
                  </a:lnTo>
                  <a:lnTo>
                    <a:pt x="324422" y="4202164"/>
                  </a:lnTo>
                  <a:lnTo>
                    <a:pt x="324422" y="4213030"/>
                  </a:lnTo>
                  <a:lnTo>
                    <a:pt x="319431" y="4213030"/>
                  </a:lnTo>
                  <a:lnTo>
                    <a:pt x="314440" y="4213030"/>
                  </a:lnTo>
                  <a:lnTo>
                    <a:pt x="309449" y="4213030"/>
                  </a:lnTo>
                  <a:lnTo>
                    <a:pt x="309449" y="4234488"/>
                  </a:lnTo>
                  <a:lnTo>
                    <a:pt x="304458" y="4234488"/>
                  </a:lnTo>
                  <a:lnTo>
                    <a:pt x="299466" y="4234488"/>
                  </a:lnTo>
                  <a:lnTo>
                    <a:pt x="299466" y="4245084"/>
                  </a:lnTo>
                  <a:lnTo>
                    <a:pt x="294475" y="4245084"/>
                  </a:lnTo>
                  <a:lnTo>
                    <a:pt x="289484" y="4245084"/>
                  </a:lnTo>
                  <a:lnTo>
                    <a:pt x="284493" y="4245084"/>
                  </a:lnTo>
                  <a:lnTo>
                    <a:pt x="279502" y="4245084"/>
                  </a:lnTo>
                  <a:lnTo>
                    <a:pt x="274511" y="4245084"/>
                  </a:lnTo>
                  <a:lnTo>
                    <a:pt x="274511" y="4255555"/>
                  </a:lnTo>
                  <a:lnTo>
                    <a:pt x="269520" y="4255555"/>
                  </a:lnTo>
                  <a:lnTo>
                    <a:pt x="264529" y="4255555"/>
                  </a:lnTo>
                  <a:lnTo>
                    <a:pt x="259537" y="4255555"/>
                  </a:lnTo>
                  <a:lnTo>
                    <a:pt x="254546" y="4255555"/>
                  </a:lnTo>
                  <a:lnTo>
                    <a:pt x="249555" y="4255555"/>
                  </a:lnTo>
                  <a:lnTo>
                    <a:pt x="249555" y="4265904"/>
                  </a:lnTo>
                  <a:lnTo>
                    <a:pt x="244564" y="4265904"/>
                  </a:lnTo>
                  <a:lnTo>
                    <a:pt x="239573" y="4265904"/>
                  </a:lnTo>
                  <a:lnTo>
                    <a:pt x="234582" y="4265904"/>
                  </a:lnTo>
                  <a:lnTo>
                    <a:pt x="229591" y="4265904"/>
                  </a:lnTo>
                  <a:lnTo>
                    <a:pt x="224600" y="4265904"/>
                  </a:lnTo>
                  <a:lnTo>
                    <a:pt x="224600" y="4276126"/>
                  </a:lnTo>
                  <a:lnTo>
                    <a:pt x="219609" y="4276126"/>
                  </a:lnTo>
                  <a:lnTo>
                    <a:pt x="214617" y="4276126"/>
                  </a:lnTo>
                  <a:lnTo>
                    <a:pt x="209626" y="4276126"/>
                  </a:lnTo>
                  <a:lnTo>
                    <a:pt x="204635" y="4276126"/>
                  </a:lnTo>
                  <a:lnTo>
                    <a:pt x="199644" y="4276126"/>
                  </a:lnTo>
                  <a:lnTo>
                    <a:pt x="199644" y="4286217"/>
                  </a:lnTo>
                  <a:lnTo>
                    <a:pt x="194653" y="4286217"/>
                  </a:lnTo>
                  <a:lnTo>
                    <a:pt x="189662" y="4286217"/>
                  </a:lnTo>
                  <a:lnTo>
                    <a:pt x="184671" y="4286217"/>
                  </a:lnTo>
                  <a:lnTo>
                    <a:pt x="179680" y="4286217"/>
                  </a:lnTo>
                  <a:lnTo>
                    <a:pt x="174689" y="4286217"/>
                  </a:lnTo>
                  <a:lnTo>
                    <a:pt x="174689" y="4305962"/>
                  </a:lnTo>
                  <a:lnTo>
                    <a:pt x="169697" y="4305962"/>
                  </a:lnTo>
                  <a:lnTo>
                    <a:pt x="169697" y="4315562"/>
                  </a:lnTo>
                  <a:lnTo>
                    <a:pt x="164706" y="4315562"/>
                  </a:lnTo>
                  <a:lnTo>
                    <a:pt x="159715" y="4315562"/>
                  </a:lnTo>
                  <a:lnTo>
                    <a:pt x="159715" y="4324960"/>
                  </a:lnTo>
                  <a:lnTo>
                    <a:pt x="154724" y="4324960"/>
                  </a:lnTo>
                  <a:lnTo>
                    <a:pt x="149733" y="4324960"/>
                  </a:lnTo>
                  <a:lnTo>
                    <a:pt x="144742" y="4324960"/>
                  </a:lnTo>
                  <a:lnTo>
                    <a:pt x="139751" y="4324960"/>
                  </a:lnTo>
                  <a:lnTo>
                    <a:pt x="134760" y="4324960"/>
                  </a:lnTo>
                  <a:lnTo>
                    <a:pt x="134760" y="4334117"/>
                  </a:lnTo>
                  <a:lnTo>
                    <a:pt x="129768" y="4334117"/>
                  </a:lnTo>
                  <a:lnTo>
                    <a:pt x="129768" y="4343005"/>
                  </a:lnTo>
                  <a:lnTo>
                    <a:pt x="124777" y="4343005"/>
                  </a:lnTo>
                  <a:lnTo>
                    <a:pt x="119786" y="4343005"/>
                  </a:lnTo>
                  <a:lnTo>
                    <a:pt x="114795" y="4343005"/>
                  </a:lnTo>
                  <a:lnTo>
                    <a:pt x="109804" y="4343005"/>
                  </a:lnTo>
                  <a:lnTo>
                    <a:pt x="104813" y="4343005"/>
                  </a:lnTo>
                  <a:lnTo>
                    <a:pt x="99822" y="4343005"/>
                  </a:lnTo>
                  <a:lnTo>
                    <a:pt x="99822" y="4351549"/>
                  </a:lnTo>
                  <a:lnTo>
                    <a:pt x="94831" y="4351549"/>
                  </a:lnTo>
                  <a:lnTo>
                    <a:pt x="89840" y="4351549"/>
                  </a:lnTo>
                  <a:lnTo>
                    <a:pt x="84848" y="4351549"/>
                  </a:lnTo>
                  <a:lnTo>
                    <a:pt x="79857" y="4351549"/>
                  </a:lnTo>
                  <a:lnTo>
                    <a:pt x="74866" y="4351549"/>
                  </a:lnTo>
                  <a:lnTo>
                    <a:pt x="69875" y="4351549"/>
                  </a:lnTo>
                  <a:lnTo>
                    <a:pt x="64884" y="4351549"/>
                  </a:lnTo>
                  <a:lnTo>
                    <a:pt x="64884" y="4359673"/>
                  </a:lnTo>
                  <a:lnTo>
                    <a:pt x="59893" y="4359673"/>
                  </a:lnTo>
                  <a:lnTo>
                    <a:pt x="54902" y="4359673"/>
                  </a:lnTo>
                  <a:lnTo>
                    <a:pt x="49911" y="4359673"/>
                  </a:lnTo>
                  <a:lnTo>
                    <a:pt x="44920" y="4359673"/>
                  </a:lnTo>
                  <a:lnTo>
                    <a:pt x="39928" y="4359673"/>
                  </a:lnTo>
                  <a:lnTo>
                    <a:pt x="34937" y="4359673"/>
                  </a:lnTo>
                  <a:lnTo>
                    <a:pt x="29946" y="4359673"/>
                  </a:lnTo>
                  <a:lnTo>
                    <a:pt x="29946" y="4374226"/>
                  </a:lnTo>
                  <a:lnTo>
                    <a:pt x="24955" y="4374226"/>
                  </a:lnTo>
                  <a:lnTo>
                    <a:pt x="24955" y="4380197"/>
                  </a:lnTo>
                  <a:lnTo>
                    <a:pt x="19964" y="4380197"/>
                  </a:lnTo>
                  <a:lnTo>
                    <a:pt x="14973" y="4380197"/>
                  </a:lnTo>
                  <a:lnTo>
                    <a:pt x="9982" y="4380197"/>
                  </a:lnTo>
                  <a:lnTo>
                    <a:pt x="4991" y="4380197"/>
                  </a:lnTo>
                  <a:lnTo>
                    <a:pt x="0" y="4380197"/>
                  </a:lnTo>
                  <a:close/>
                </a:path>
              </a:pathLst>
            </a:custGeom>
            <a:solidFill>
              <a:srgbClr val="619CFF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66379" y="1115063"/>
              <a:ext cx="9068856" cy="4290858"/>
            </a:xfrm>
            <a:custGeom>
              <a:avLst/>
              <a:pathLst>
                <a:path w="9068856" h="4290858">
                  <a:moveTo>
                    <a:pt x="0" y="4290858"/>
                  </a:moveTo>
                  <a:lnTo>
                    <a:pt x="4991" y="4290858"/>
                  </a:lnTo>
                  <a:lnTo>
                    <a:pt x="4991" y="4290858"/>
                  </a:lnTo>
                  <a:lnTo>
                    <a:pt x="9982" y="4290858"/>
                  </a:lnTo>
                  <a:lnTo>
                    <a:pt x="9982" y="4290858"/>
                  </a:lnTo>
                  <a:lnTo>
                    <a:pt x="14973" y="4290858"/>
                  </a:lnTo>
                  <a:lnTo>
                    <a:pt x="14973" y="4290858"/>
                  </a:lnTo>
                  <a:lnTo>
                    <a:pt x="19964" y="4290858"/>
                  </a:lnTo>
                  <a:lnTo>
                    <a:pt x="19964" y="4290858"/>
                  </a:lnTo>
                  <a:lnTo>
                    <a:pt x="24955" y="4290858"/>
                  </a:lnTo>
                  <a:lnTo>
                    <a:pt x="24955" y="4271245"/>
                  </a:lnTo>
                  <a:lnTo>
                    <a:pt x="29946" y="4271245"/>
                  </a:lnTo>
                  <a:lnTo>
                    <a:pt x="29946" y="4233115"/>
                  </a:lnTo>
                  <a:lnTo>
                    <a:pt x="34937" y="4233115"/>
                  </a:lnTo>
                  <a:lnTo>
                    <a:pt x="34937" y="4233115"/>
                  </a:lnTo>
                  <a:lnTo>
                    <a:pt x="39928" y="4233115"/>
                  </a:lnTo>
                  <a:lnTo>
                    <a:pt x="39928" y="4233115"/>
                  </a:lnTo>
                  <a:lnTo>
                    <a:pt x="44920" y="4233115"/>
                  </a:lnTo>
                  <a:lnTo>
                    <a:pt x="44920" y="4233115"/>
                  </a:lnTo>
                  <a:lnTo>
                    <a:pt x="49911" y="4233115"/>
                  </a:lnTo>
                  <a:lnTo>
                    <a:pt x="49911" y="4233115"/>
                  </a:lnTo>
                  <a:lnTo>
                    <a:pt x="54902" y="4233115"/>
                  </a:lnTo>
                  <a:lnTo>
                    <a:pt x="54902" y="4233115"/>
                  </a:lnTo>
                  <a:lnTo>
                    <a:pt x="59893" y="4233115"/>
                  </a:lnTo>
                  <a:lnTo>
                    <a:pt x="59893" y="4233115"/>
                  </a:lnTo>
                  <a:lnTo>
                    <a:pt x="64884" y="4233115"/>
                  </a:lnTo>
                  <a:lnTo>
                    <a:pt x="64884" y="4214573"/>
                  </a:lnTo>
                  <a:lnTo>
                    <a:pt x="69875" y="4214573"/>
                  </a:lnTo>
                  <a:lnTo>
                    <a:pt x="69875" y="4214573"/>
                  </a:lnTo>
                  <a:lnTo>
                    <a:pt x="74866" y="4214573"/>
                  </a:lnTo>
                  <a:lnTo>
                    <a:pt x="74866" y="4214573"/>
                  </a:lnTo>
                  <a:lnTo>
                    <a:pt x="79857" y="4214573"/>
                  </a:lnTo>
                  <a:lnTo>
                    <a:pt x="79857" y="4214573"/>
                  </a:lnTo>
                  <a:lnTo>
                    <a:pt x="84848" y="4214573"/>
                  </a:lnTo>
                  <a:lnTo>
                    <a:pt x="84848" y="4214573"/>
                  </a:lnTo>
                  <a:lnTo>
                    <a:pt x="89840" y="4214573"/>
                  </a:lnTo>
                  <a:lnTo>
                    <a:pt x="89840" y="4214573"/>
                  </a:lnTo>
                  <a:lnTo>
                    <a:pt x="94831" y="4214573"/>
                  </a:lnTo>
                  <a:lnTo>
                    <a:pt x="94831" y="4214573"/>
                  </a:lnTo>
                  <a:lnTo>
                    <a:pt x="99822" y="4214573"/>
                  </a:lnTo>
                  <a:lnTo>
                    <a:pt x="99822" y="4196232"/>
                  </a:lnTo>
                  <a:lnTo>
                    <a:pt x="104813" y="4196232"/>
                  </a:lnTo>
                  <a:lnTo>
                    <a:pt x="104813" y="4196232"/>
                  </a:lnTo>
                  <a:lnTo>
                    <a:pt x="109804" y="4196232"/>
                  </a:lnTo>
                  <a:lnTo>
                    <a:pt x="109804" y="4196232"/>
                  </a:lnTo>
                  <a:lnTo>
                    <a:pt x="114795" y="4196232"/>
                  </a:lnTo>
                  <a:lnTo>
                    <a:pt x="114795" y="4196232"/>
                  </a:lnTo>
                  <a:lnTo>
                    <a:pt x="119786" y="4196232"/>
                  </a:lnTo>
                  <a:lnTo>
                    <a:pt x="119786" y="4196232"/>
                  </a:lnTo>
                  <a:lnTo>
                    <a:pt x="124777" y="4196232"/>
                  </a:lnTo>
                  <a:lnTo>
                    <a:pt x="124777" y="4196232"/>
                  </a:lnTo>
                  <a:lnTo>
                    <a:pt x="129768" y="4196232"/>
                  </a:lnTo>
                  <a:lnTo>
                    <a:pt x="129768" y="4178087"/>
                  </a:lnTo>
                  <a:lnTo>
                    <a:pt x="134760" y="4178087"/>
                  </a:lnTo>
                  <a:lnTo>
                    <a:pt x="134760" y="4160186"/>
                  </a:lnTo>
                  <a:lnTo>
                    <a:pt x="139751" y="4160186"/>
                  </a:lnTo>
                  <a:lnTo>
                    <a:pt x="139751" y="4160186"/>
                  </a:lnTo>
                  <a:lnTo>
                    <a:pt x="144742" y="4160186"/>
                  </a:lnTo>
                  <a:lnTo>
                    <a:pt x="144742" y="4160186"/>
                  </a:lnTo>
                  <a:lnTo>
                    <a:pt x="149733" y="4160186"/>
                  </a:lnTo>
                  <a:lnTo>
                    <a:pt x="149733" y="4160186"/>
                  </a:lnTo>
                  <a:lnTo>
                    <a:pt x="154724" y="4160186"/>
                  </a:lnTo>
                  <a:lnTo>
                    <a:pt x="154724" y="4160186"/>
                  </a:lnTo>
                  <a:lnTo>
                    <a:pt x="159715" y="4160186"/>
                  </a:lnTo>
                  <a:lnTo>
                    <a:pt x="159715" y="4142453"/>
                  </a:lnTo>
                  <a:lnTo>
                    <a:pt x="164706" y="4142453"/>
                  </a:lnTo>
                  <a:lnTo>
                    <a:pt x="164706" y="4142453"/>
                  </a:lnTo>
                  <a:lnTo>
                    <a:pt x="169697" y="4142453"/>
                  </a:lnTo>
                  <a:lnTo>
                    <a:pt x="169697" y="4124896"/>
                  </a:lnTo>
                  <a:lnTo>
                    <a:pt x="174689" y="4124896"/>
                  </a:lnTo>
                  <a:lnTo>
                    <a:pt x="174689" y="4090115"/>
                  </a:lnTo>
                  <a:lnTo>
                    <a:pt x="179680" y="4090115"/>
                  </a:lnTo>
                  <a:lnTo>
                    <a:pt x="179680" y="4090115"/>
                  </a:lnTo>
                  <a:lnTo>
                    <a:pt x="184671" y="4090115"/>
                  </a:lnTo>
                  <a:lnTo>
                    <a:pt x="184671" y="4090115"/>
                  </a:lnTo>
                  <a:lnTo>
                    <a:pt x="189662" y="4090115"/>
                  </a:lnTo>
                  <a:lnTo>
                    <a:pt x="189662" y="4090115"/>
                  </a:lnTo>
                  <a:lnTo>
                    <a:pt x="194653" y="4090115"/>
                  </a:lnTo>
                  <a:lnTo>
                    <a:pt x="194653" y="4090115"/>
                  </a:lnTo>
                  <a:lnTo>
                    <a:pt x="199644" y="4090115"/>
                  </a:lnTo>
                  <a:lnTo>
                    <a:pt x="199644" y="4072919"/>
                  </a:lnTo>
                  <a:lnTo>
                    <a:pt x="204635" y="4072919"/>
                  </a:lnTo>
                  <a:lnTo>
                    <a:pt x="204635" y="4072919"/>
                  </a:lnTo>
                  <a:lnTo>
                    <a:pt x="209626" y="4072919"/>
                  </a:lnTo>
                  <a:lnTo>
                    <a:pt x="209626" y="4072919"/>
                  </a:lnTo>
                  <a:lnTo>
                    <a:pt x="214617" y="4072919"/>
                  </a:lnTo>
                  <a:lnTo>
                    <a:pt x="214617" y="4072919"/>
                  </a:lnTo>
                  <a:lnTo>
                    <a:pt x="219609" y="4072919"/>
                  </a:lnTo>
                  <a:lnTo>
                    <a:pt x="219609" y="4072919"/>
                  </a:lnTo>
                  <a:lnTo>
                    <a:pt x="224600" y="4072919"/>
                  </a:lnTo>
                  <a:lnTo>
                    <a:pt x="224600" y="4055823"/>
                  </a:lnTo>
                  <a:lnTo>
                    <a:pt x="229591" y="4055823"/>
                  </a:lnTo>
                  <a:lnTo>
                    <a:pt x="229591" y="4055823"/>
                  </a:lnTo>
                  <a:lnTo>
                    <a:pt x="234582" y="4055823"/>
                  </a:lnTo>
                  <a:lnTo>
                    <a:pt x="234582" y="4055823"/>
                  </a:lnTo>
                  <a:lnTo>
                    <a:pt x="239573" y="4055823"/>
                  </a:lnTo>
                  <a:lnTo>
                    <a:pt x="239573" y="4055823"/>
                  </a:lnTo>
                  <a:lnTo>
                    <a:pt x="244564" y="4055823"/>
                  </a:lnTo>
                  <a:lnTo>
                    <a:pt x="244564" y="4055823"/>
                  </a:lnTo>
                  <a:lnTo>
                    <a:pt x="249555" y="4055823"/>
                  </a:lnTo>
                  <a:lnTo>
                    <a:pt x="249555" y="4038797"/>
                  </a:lnTo>
                  <a:lnTo>
                    <a:pt x="254546" y="4038797"/>
                  </a:lnTo>
                  <a:lnTo>
                    <a:pt x="254546" y="4038797"/>
                  </a:lnTo>
                  <a:lnTo>
                    <a:pt x="259537" y="4038797"/>
                  </a:lnTo>
                  <a:lnTo>
                    <a:pt x="259537" y="4038797"/>
                  </a:lnTo>
                  <a:lnTo>
                    <a:pt x="264529" y="4038797"/>
                  </a:lnTo>
                  <a:lnTo>
                    <a:pt x="264529" y="4038797"/>
                  </a:lnTo>
                  <a:lnTo>
                    <a:pt x="269520" y="4038797"/>
                  </a:lnTo>
                  <a:lnTo>
                    <a:pt x="269520" y="4038797"/>
                  </a:lnTo>
                  <a:lnTo>
                    <a:pt x="274511" y="4038797"/>
                  </a:lnTo>
                  <a:lnTo>
                    <a:pt x="274511" y="4021823"/>
                  </a:lnTo>
                  <a:lnTo>
                    <a:pt x="279502" y="4021823"/>
                  </a:lnTo>
                  <a:lnTo>
                    <a:pt x="279502" y="4021823"/>
                  </a:lnTo>
                  <a:lnTo>
                    <a:pt x="284493" y="4021823"/>
                  </a:lnTo>
                  <a:lnTo>
                    <a:pt x="284493" y="4021823"/>
                  </a:lnTo>
                  <a:lnTo>
                    <a:pt x="289484" y="4021823"/>
                  </a:lnTo>
                  <a:lnTo>
                    <a:pt x="289484" y="4021823"/>
                  </a:lnTo>
                  <a:lnTo>
                    <a:pt x="294475" y="4021823"/>
                  </a:lnTo>
                  <a:lnTo>
                    <a:pt x="294475" y="4021823"/>
                  </a:lnTo>
                  <a:lnTo>
                    <a:pt x="299466" y="4021823"/>
                  </a:lnTo>
                  <a:lnTo>
                    <a:pt x="299466" y="4004864"/>
                  </a:lnTo>
                  <a:lnTo>
                    <a:pt x="304458" y="4004864"/>
                  </a:lnTo>
                  <a:lnTo>
                    <a:pt x="304458" y="4004864"/>
                  </a:lnTo>
                  <a:lnTo>
                    <a:pt x="309449" y="4004864"/>
                  </a:lnTo>
                  <a:lnTo>
                    <a:pt x="309449" y="3971181"/>
                  </a:lnTo>
                  <a:lnTo>
                    <a:pt x="314440" y="3971181"/>
                  </a:lnTo>
                  <a:lnTo>
                    <a:pt x="314440" y="3971181"/>
                  </a:lnTo>
                  <a:lnTo>
                    <a:pt x="319431" y="3971181"/>
                  </a:lnTo>
                  <a:lnTo>
                    <a:pt x="319431" y="3971181"/>
                  </a:lnTo>
                  <a:lnTo>
                    <a:pt x="324422" y="3971181"/>
                  </a:lnTo>
                  <a:lnTo>
                    <a:pt x="324422" y="3954407"/>
                  </a:lnTo>
                  <a:lnTo>
                    <a:pt x="329413" y="3954407"/>
                  </a:lnTo>
                  <a:lnTo>
                    <a:pt x="329413" y="3954407"/>
                  </a:lnTo>
                  <a:lnTo>
                    <a:pt x="334404" y="3954407"/>
                  </a:lnTo>
                  <a:lnTo>
                    <a:pt x="334404" y="3954407"/>
                  </a:lnTo>
                  <a:lnTo>
                    <a:pt x="339395" y="3954407"/>
                  </a:lnTo>
                  <a:lnTo>
                    <a:pt x="339395" y="3954407"/>
                  </a:lnTo>
                  <a:lnTo>
                    <a:pt x="344386" y="3954407"/>
                  </a:lnTo>
                  <a:lnTo>
                    <a:pt x="344386" y="3937684"/>
                  </a:lnTo>
                  <a:lnTo>
                    <a:pt x="349378" y="3937684"/>
                  </a:lnTo>
                  <a:lnTo>
                    <a:pt x="349378" y="3937684"/>
                  </a:lnTo>
                  <a:lnTo>
                    <a:pt x="354369" y="3937684"/>
                  </a:lnTo>
                  <a:lnTo>
                    <a:pt x="354369" y="3937684"/>
                  </a:lnTo>
                  <a:lnTo>
                    <a:pt x="359360" y="3937684"/>
                  </a:lnTo>
                  <a:lnTo>
                    <a:pt x="359360" y="3937684"/>
                  </a:lnTo>
                  <a:lnTo>
                    <a:pt x="364351" y="3937684"/>
                  </a:lnTo>
                  <a:lnTo>
                    <a:pt x="364351" y="3937684"/>
                  </a:lnTo>
                  <a:lnTo>
                    <a:pt x="369342" y="3937684"/>
                  </a:lnTo>
                  <a:lnTo>
                    <a:pt x="369342" y="3937684"/>
                  </a:lnTo>
                  <a:lnTo>
                    <a:pt x="374333" y="3937684"/>
                  </a:lnTo>
                  <a:lnTo>
                    <a:pt x="374333" y="3937684"/>
                  </a:lnTo>
                  <a:lnTo>
                    <a:pt x="379324" y="3937684"/>
                  </a:lnTo>
                  <a:lnTo>
                    <a:pt x="379324" y="3854697"/>
                  </a:lnTo>
                  <a:lnTo>
                    <a:pt x="384315" y="3854697"/>
                  </a:lnTo>
                  <a:lnTo>
                    <a:pt x="384315" y="3854697"/>
                  </a:lnTo>
                  <a:lnTo>
                    <a:pt x="389306" y="3854697"/>
                  </a:lnTo>
                  <a:lnTo>
                    <a:pt x="389306" y="3854697"/>
                  </a:lnTo>
                  <a:lnTo>
                    <a:pt x="394298" y="3854697"/>
                  </a:lnTo>
                  <a:lnTo>
                    <a:pt x="394298" y="3854697"/>
                  </a:lnTo>
                  <a:lnTo>
                    <a:pt x="399289" y="3854697"/>
                  </a:lnTo>
                  <a:lnTo>
                    <a:pt x="399289" y="3854697"/>
                  </a:lnTo>
                  <a:lnTo>
                    <a:pt x="404280" y="3854697"/>
                  </a:lnTo>
                  <a:lnTo>
                    <a:pt x="404280" y="3854697"/>
                  </a:lnTo>
                  <a:lnTo>
                    <a:pt x="409271" y="3854697"/>
                  </a:lnTo>
                  <a:lnTo>
                    <a:pt x="409271" y="3838222"/>
                  </a:lnTo>
                  <a:lnTo>
                    <a:pt x="414262" y="3838222"/>
                  </a:lnTo>
                  <a:lnTo>
                    <a:pt x="414262" y="3838222"/>
                  </a:lnTo>
                  <a:lnTo>
                    <a:pt x="419253" y="3838222"/>
                  </a:lnTo>
                  <a:lnTo>
                    <a:pt x="419253" y="3838222"/>
                  </a:lnTo>
                  <a:lnTo>
                    <a:pt x="424244" y="3838222"/>
                  </a:lnTo>
                  <a:lnTo>
                    <a:pt x="424244" y="3838222"/>
                  </a:lnTo>
                  <a:lnTo>
                    <a:pt x="429235" y="3838222"/>
                  </a:lnTo>
                  <a:lnTo>
                    <a:pt x="429235" y="3838222"/>
                  </a:lnTo>
                  <a:lnTo>
                    <a:pt x="434227" y="3838222"/>
                  </a:lnTo>
                  <a:lnTo>
                    <a:pt x="434227" y="3838222"/>
                  </a:lnTo>
                  <a:lnTo>
                    <a:pt x="439218" y="3838222"/>
                  </a:lnTo>
                  <a:lnTo>
                    <a:pt x="439218" y="3838222"/>
                  </a:lnTo>
                  <a:lnTo>
                    <a:pt x="444209" y="3838222"/>
                  </a:lnTo>
                  <a:lnTo>
                    <a:pt x="444209" y="3838222"/>
                  </a:lnTo>
                  <a:lnTo>
                    <a:pt x="449200" y="3838222"/>
                  </a:lnTo>
                  <a:lnTo>
                    <a:pt x="449200" y="3821774"/>
                  </a:lnTo>
                  <a:lnTo>
                    <a:pt x="454191" y="3821774"/>
                  </a:lnTo>
                  <a:lnTo>
                    <a:pt x="454191" y="3821774"/>
                  </a:lnTo>
                  <a:lnTo>
                    <a:pt x="459182" y="3821774"/>
                  </a:lnTo>
                  <a:lnTo>
                    <a:pt x="459182" y="3821774"/>
                  </a:lnTo>
                  <a:lnTo>
                    <a:pt x="464173" y="3821774"/>
                  </a:lnTo>
                  <a:lnTo>
                    <a:pt x="464173" y="3805352"/>
                  </a:lnTo>
                  <a:lnTo>
                    <a:pt x="469164" y="3805352"/>
                  </a:lnTo>
                  <a:lnTo>
                    <a:pt x="469164" y="3805352"/>
                  </a:lnTo>
                  <a:lnTo>
                    <a:pt x="474155" y="3805352"/>
                  </a:lnTo>
                  <a:lnTo>
                    <a:pt x="474155" y="3805352"/>
                  </a:lnTo>
                  <a:lnTo>
                    <a:pt x="479147" y="3805352"/>
                  </a:lnTo>
                  <a:lnTo>
                    <a:pt x="479147" y="3805352"/>
                  </a:lnTo>
                  <a:lnTo>
                    <a:pt x="484138" y="3805352"/>
                  </a:lnTo>
                  <a:lnTo>
                    <a:pt x="484138" y="3805352"/>
                  </a:lnTo>
                  <a:lnTo>
                    <a:pt x="489129" y="3805352"/>
                  </a:lnTo>
                  <a:lnTo>
                    <a:pt x="489129" y="3805352"/>
                  </a:lnTo>
                  <a:lnTo>
                    <a:pt x="494120" y="3805352"/>
                  </a:lnTo>
                  <a:lnTo>
                    <a:pt x="494120" y="3805352"/>
                  </a:lnTo>
                  <a:lnTo>
                    <a:pt x="499111" y="3805352"/>
                  </a:lnTo>
                  <a:lnTo>
                    <a:pt x="499111" y="3788934"/>
                  </a:lnTo>
                  <a:lnTo>
                    <a:pt x="504102" y="3788934"/>
                  </a:lnTo>
                  <a:lnTo>
                    <a:pt x="504102" y="3788934"/>
                  </a:lnTo>
                  <a:lnTo>
                    <a:pt x="509093" y="3788934"/>
                  </a:lnTo>
                  <a:lnTo>
                    <a:pt x="509093" y="3788934"/>
                  </a:lnTo>
                  <a:lnTo>
                    <a:pt x="514084" y="3788934"/>
                  </a:lnTo>
                  <a:lnTo>
                    <a:pt x="514084" y="3772558"/>
                  </a:lnTo>
                  <a:lnTo>
                    <a:pt x="519075" y="3772558"/>
                  </a:lnTo>
                  <a:lnTo>
                    <a:pt x="519075" y="3772558"/>
                  </a:lnTo>
                  <a:lnTo>
                    <a:pt x="524067" y="3772558"/>
                  </a:lnTo>
                  <a:lnTo>
                    <a:pt x="524067" y="3772558"/>
                  </a:lnTo>
                  <a:lnTo>
                    <a:pt x="529058" y="3772558"/>
                  </a:lnTo>
                  <a:lnTo>
                    <a:pt x="529058" y="3772558"/>
                  </a:lnTo>
                  <a:lnTo>
                    <a:pt x="534049" y="3772558"/>
                  </a:lnTo>
                  <a:lnTo>
                    <a:pt x="534049" y="3772558"/>
                  </a:lnTo>
                  <a:lnTo>
                    <a:pt x="539040" y="3772558"/>
                  </a:lnTo>
                  <a:lnTo>
                    <a:pt x="539040" y="3772558"/>
                  </a:lnTo>
                  <a:lnTo>
                    <a:pt x="544031" y="3772558"/>
                  </a:lnTo>
                  <a:lnTo>
                    <a:pt x="544031" y="3772558"/>
                  </a:lnTo>
                  <a:lnTo>
                    <a:pt x="549022" y="3772558"/>
                  </a:lnTo>
                  <a:lnTo>
                    <a:pt x="549022" y="3756191"/>
                  </a:lnTo>
                  <a:lnTo>
                    <a:pt x="554013" y="3756191"/>
                  </a:lnTo>
                  <a:lnTo>
                    <a:pt x="554013" y="3756191"/>
                  </a:lnTo>
                  <a:lnTo>
                    <a:pt x="559004" y="3756191"/>
                  </a:lnTo>
                  <a:lnTo>
                    <a:pt x="559004" y="3756191"/>
                  </a:lnTo>
                  <a:lnTo>
                    <a:pt x="563996" y="3756191"/>
                  </a:lnTo>
                  <a:lnTo>
                    <a:pt x="563996" y="3756191"/>
                  </a:lnTo>
                  <a:lnTo>
                    <a:pt x="568987" y="3756191"/>
                  </a:lnTo>
                  <a:lnTo>
                    <a:pt x="568987" y="3756191"/>
                  </a:lnTo>
                  <a:lnTo>
                    <a:pt x="573978" y="3756191"/>
                  </a:lnTo>
                  <a:lnTo>
                    <a:pt x="573978" y="3739841"/>
                  </a:lnTo>
                  <a:lnTo>
                    <a:pt x="578969" y="3739841"/>
                  </a:lnTo>
                  <a:lnTo>
                    <a:pt x="578969" y="3739841"/>
                  </a:lnTo>
                  <a:lnTo>
                    <a:pt x="583960" y="3739841"/>
                  </a:lnTo>
                  <a:lnTo>
                    <a:pt x="583960" y="3739841"/>
                  </a:lnTo>
                  <a:lnTo>
                    <a:pt x="588951" y="3739841"/>
                  </a:lnTo>
                  <a:lnTo>
                    <a:pt x="588951" y="3723529"/>
                  </a:lnTo>
                  <a:lnTo>
                    <a:pt x="593942" y="3723529"/>
                  </a:lnTo>
                  <a:lnTo>
                    <a:pt x="593942" y="3690966"/>
                  </a:lnTo>
                  <a:lnTo>
                    <a:pt x="598933" y="3690966"/>
                  </a:lnTo>
                  <a:lnTo>
                    <a:pt x="598933" y="3690966"/>
                  </a:lnTo>
                  <a:lnTo>
                    <a:pt x="603924" y="3690966"/>
                  </a:lnTo>
                  <a:lnTo>
                    <a:pt x="603924" y="3674713"/>
                  </a:lnTo>
                  <a:lnTo>
                    <a:pt x="608916" y="3674713"/>
                  </a:lnTo>
                  <a:lnTo>
                    <a:pt x="608916" y="3658491"/>
                  </a:lnTo>
                  <a:lnTo>
                    <a:pt x="613907" y="3658491"/>
                  </a:lnTo>
                  <a:lnTo>
                    <a:pt x="613907" y="3658491"/>
                  </a:lnTo>
                  <a:lnTo>
                    <a:pt x="618898" y="3658491"/>
                  </a:lnTo>
                  <a:lnTo>
                    <a:pt x="618898" y="3658491"/>
                  </a:lnTo>
                  <a:lnTo>
                    <a:pt x="623889" y="3658491"/>
                  </a:lnTo>
                  <a:lnTo>
                    <a:pt x="623889" y="3642259"/>
                  </a:lnTo>
                  <a:lnTo>
                    <a:pt x="628880" y="3642259"/>
                  </a:lnTo>
                  <a:lnTo>
                    <a:pt x="628880" y="3642259"/>
                  </a:lnTo>
                  <a:lnTo>
                    <a:pt x="633871" y="3642259"/>
                  </a:lnTo>
                  <a:lnTo>
                    <a:pt x="633871" y="3626036"/>
                  </a:lnTo>
                  <a:lnTo>
                    <a:pt x="638862" y="3626036"/>
                  </a:lnTo>
                  <a:lnTo>
                    <a:pt x="638862" y="3626036"/>
                  </a:lnTo>
                  <a:lnTo>
                    <a:pt x="643853" y="3626036"/>
                  </a:lnTo>
                  <a:lnTo>
                    <a:pt x="643853" y="3626036"/>
                  </a:lnTo>
                  <a:lnTo>
                    <a:pt x="648844" y="3626036"/>
                  </a:lnTo>
                  <a:lnTo>
                    <a:pt x="648844" y="3626036"/>
                  </a:lnTo>
                  <a:lnTo>
                    <a:pt x="653836" y="3626036"/>
                  </a:lnTo>
                  <a:lnTo>
                    <a:pt x="653836" y="3626036"/>
                  </a:lnTo>
                  <a:lnTo>
                    <a:pt x="658827" y="3626036"/>
                  </a:lnTo>
                  <a:lnTo>
                    <a:pt x="658827" y="3593633"/>
                  </a:lnTo>
                  <a:lnTo>
                    <a:pt x="663818" y="3593633"/>
                  </a:lnTo>
                  <a:lnTo>
                    <a:pt x="663818" y="3593633"/>
                  </a:lnTo>
                  <a:lnTo>
                    <a:pt x="668809" y="3593633"/>
                  </a:lnTo>
                  <a:lnTo>
                    <a:pt x="668809" y="3593633"/>
                  </a:lnTo>
                  <a:lnTo>
                    <a:pt x="673800" y="3593633"/>
                  </a:lnTo>
                  <a:lnTo>
                    <a:pt x="673800" y="3593633"/>
                  </a:lnTo>
                  <a:lnTo>
                    <a:pt x="678791" y="3593633"/>
                  </a:lnTo>
                  <a:lnTo>
                    <a:pt x="678791" y="3593633"/>
                  </a:lnTo>
                  <a:lnTo>
                    <a:pt x="683782" y="3593633"/>
                  </a:lnTo>
                  <a:lnTo>
                    <a:pt x="683782" y="3593633"/>
                  </a:lnTo>
                  <a:lnTo>
                    <a:pt x="688773" y="3593633"/>
                  </a:lnTo>
                  <a:lnTo>
                    <a:pt x="688773" y="3577440"/>
                  </a:lnTo>
                  <a:lnTo>
                    <a:pt x="693765" y="3577440"/>
                  </a:lnTo>
                  <a:lnTo>
                    <a:pt x="693765" y="3529011"/>
                  </a:lnTo>
                  <a:lnTo>
                    <a:pt x="698756" y="3529011"/>
                  </a:lnTo>
                  <a:lnTo>
                    <a:pt x="698756" y="3529011"/>
                  </a:lnTo>
                  <a:lnTo>
                    <a:pt x="703747" y="3529011"/>
                  </a:lnTo>
                  <a:lnTo>
                    <a:pt x="703747" y="3529011"/>
                  </a:lnTo>
                  <a:lnTo>
                    <a:pt x="708738" y="3529011"/>
                  </a:lnTo>
                  <a:lnTo>
                    <a:pt x="708738" y="3529011"/>
                  </a:lnTo>
                  <a:lnTo>
                    <a:pt x="713729" y="3529011"/>
                  </a:lnTo>
                  <a:lnTo>
                    <a:pt x="713729" y="3529011"/>
                  </a:lnTo>
                  <a:lnTo>
                    <a:pt x="718720" y="3529011"/>
                  </a:lnTo>
                  <a:lnTo>
                    <a:pt x="718720" y="3529011"/>
                  </a:lnTo>
                  <a:lnTo>
                    <a:pt x="723711" y="3529011"/>
                  </a:lnTo>
                  <a:lnTo>
                    <a:pt x="723711" y="3529011"/>
                  </a:lnTo>
                  <a:lnTo>
                    <a:pt x="728702" y="3529011"/>
                  </a:lnTo>
                  <a:lnTo>
                    <a:pt x="728702" y="3512864"/>
                  </a:lnTo>
                  <a:lnTo>
                    <a:pt x="733693" y="3512864"/>
                  </a:lnTo>
                  <a:lnTo>
                    <a:pt x="733693" y="3512864"/>
                  </a:lnTo>
                  <a:lnTo>
                    <a:pt x="738685" y="3512864"/>
                  </a:lnTo>
                  <a:lnTo>
                    <a:pt x="738685" y="3512864"/>
                  </a:lnTo>
                  <a:lnTo>
                    <a:pt x="743676" y="3512864"/>
                  </a:lnTo>
                  <a:lnTo>
                    <a:pt x="743676" y="3512864"/>
                  </a:lnTo>
                  <a:lnTo>
                    <a:pt x="748667" y="3512864"/>
                  </a:lnTo>
                  <a:lnTo>
                    <a:pt x="748667" y="3512864"/>
                  </a:lnTo>
                  <a:lnTo>
                    <a:pt x="753658" y="3512864"/>
                  </a:lnTo>
                  <a:lnTo>
                    <a:pt x="753658" y="3512864"/>
                  </a:lnTo>
                  <a:lnTo>
                    <a:pt x="758649" y="3512864"/>
                  </a:lnTo>
                  <a:lnTo>
                    <a:pt x="758649" y="3512864"/>
                  </a:lnTo>
                  <a:lnTo>
                    <a:pt x="763640" y="3512864"/>
                  </a:lnTo>
                  <a:lnTo>
                    <a:pt x="763640" y="3496709"/>
                  </a:lnTo>
                  <a:lnTo>
                    <a:pt x="768631" y="3496709"/>
                  </a:lnTo>
                  <a:lnTo>
                    <a:pt x="768631" y="3496709"/>
                  </a:lnTo>
                  <a:lnTo>
                    <a:pt x="773622" y="3496709"/>
                  </a:lnTo>
                  <a:lnTo>
                    <a:pt x="773622" y="3496709"/>
                  </a:lnTo>
                  <a:lnTo>
                    <a:pt x="778613" y="3496709"/>
                  </a:lnTo>
                  <a:lnTo>
                    <a:pt x="778613" y="3496709"/>
                  </a:lnTo>
                  <a:lnTo>
                    <a:pt x="783605" y="3496709"/>
                  </a:lnTo>
                  <a:lnTo>
                    <a:pt x="783605" y="3496709"/>
                  </a:lnTo>
                  <a:lnTo>
                    <a:pt x="788596" y="3496709"/>
                  </a:lnTo>
                  <a:lnTo>
                    <a:pt x="788596" y="3496709"/>
                  </a:lnTo>
                  <a:lnTo>
                    <a:pt x="793587" y="3496709"/>
                  </a:lnTo>
                  <a:lnTo>
                    <a:pt x="793587" y="3496709"/>
                  </a:lnTo>
                  <a:lnTo>
                    <a:pt x="798578" y="3496709"/>
                  </a:lnTo>
                  <a:lnTo>
                    <a:pt x="798578" y="3464337"/>
                  </a:lnTo>
                  <a:lnTo>
                    <a:pt x="803569" y="3464337"/>
                  </a:lnTo>
                  <a:lnTo>
                    <a:pt x="803569" y="3448172"/>
                  </a:lnTo>
                  <a:lnTo>
                    <a:pt x="808560" y="3448172"/>
                  </a:lnTo>
                  <a:lnTo>
                    <a:pt x="808560" y="3448172"/>
                  </a:lnTo>
                  <a:lnTo>
                    <a:pt x="813551" y="3448172"/>
                  </a:lnTo>
                  <a:lnTo>
                    <a:pt x="813551" y="3448172"/>
                  </a:lnTo>
                  <a:lnTo>
                    <a:pt x="818542" y="3448172"/>
                  </a:lnTo>
                  <a:lnTo>
                    <a:pt x="818542" y="3415903"/>
                  </a:lnTo>
                  <a:lnTo>
                    <a:pt x="823533" y="3415903"/>
                  </a:lnTo>
                  <a:lnTo>
                    <a:pt x="823533" y="3415903"/>
                  </a:lnTo>
                  <a:lnTo>
                    <a:pt x="828525" y="3415903"/>
                  </a:lnTo>
                  <a:lnTo>
                    <a:pt x="828525" y="3415903"/>
                  </a:lnTo>
                  <a:lnTo>
                    <a:pt x="833516" y="3415903"/>
                  </a:lnTo>
                  <a:lnTo>
                    <a:pt x="833516" y="3415903"/>
                  </a:lnTo>
                  <a:lnTo>
                    <a:pt x="838507" y="3415903"/>
                  </a:lnTo>
                  <a:lnTo>
                    <a:pt x="838507" y="3415903"/>
                  </a:lnTo>
                  <a:lnTo>
                    <a:pt x="843498" y="3415903"/>
                  </a:lnTo>
                  <a:lnTo>
                    <a:pt x="843498" y="3415903"/>
                  </a:lnTo>
                  <a:lnTo>
                    <a:pt x="848489" y="3415903"/>
                  </a:lnTo>
                  <a:lnTo>
                    <a:pt x="848489" y="3415903"/>
                  </a:lnTo>
                  <a:lnTo>
                    <a:pt x="853480" y="3415903"/>
                  </a:lnTo>
                  <a:lnTo>
                    <a:pt x="853480" y="3399734"/>
                  </a:lnTo>
                  <a:lnTo>
                    <a:pt x="858471" y="3399734"/>
                  </a:lnTo>
                  <a:lnTo>
                    <a:pt x="858471" y="3399734"/>
                  </a:lnTo>
                  <a:lnTo>
                    <a:pt x="863462" y="3399734"/>
                  </a:lnTo>
                  <a:lnTo>
                    <a:pt x="863462" y="3399734"/>
                  </a:lnTo>
                  <a:lnTo>
                    <a:pt x="868454" y="3399734"/>
                  </a:lnTo>
                  <a:lnTo>
                    <a:pt x="868454" y="3399734"/>
                  </a:lnTo>
                  <a:lnTo>
                    <a:pt x="873445" y="3399734"/>
                  </a:lnTo>
                  <a:lnTo>
                    <a:pt x="873445" y="3399734"/>
                  </a:lnTo>
                  <a:lnTo>
                    <a:pt x="878436" y="3399734"/>
                  </a:lnTo>
                  <a:lnTo>
                    <a:pt x="878436" y="3399734"/>
                  </a:lnTo>
                  <a:lnTo>
                    <a:pt x="883427" y="3399734"/>
                  </a:lnTo>
                  <a:lnTo>
                    <a:pt x="883427" y="3399734"/>
                  </a:lnTo>
                  <a:lnTo>
                    <a:pt x="888418" y="3399734"/>
                  </a:lnTo>
                  <a:lnTo>
                    <a:pt x="888418" y="3399734"/>
                  </a:lnTo>
                  <a:lnTo>
                    <a:pt x="893409" y="3399734"/>
                  </a:lnTo>
                  <a:lnTo>
                    <a:pt x="893409" y="3399734"/>
                  </a:lnTo>
                  <a:lnTo>
                    <a:pt x="898400" y="3399734"/>
                  </a:lnTo>
                  <a:lnTo>
                    <a:pt x="898400" y="3399734"/>
                  </a:lnTo>
                  <a:lnTo>
                    <a:pt x="903391" y="3399734"/>
                  </a:lnTo>
                  <a:lnTo>
                    <a:pt x="903391" y="3399734"/>
                  </a:lnTo>
                  <a:lnTo>
                    <a:pt x="908382" y="3399734"/>
                  </a:lnTo>
                  <a:lnTo>
                    <a:pt x="908382" y="3399734"/>
                  </a:lnTo>
                  <a:lnTo>
                    <a:pt x="913374" y="3399734"/>
                  </a:lnTo>
                  <a:lnTo>
                    <a:pt x="913374" y="3399734"/>
                  </a:lnTo>
                  <a:lnTo>
                    <a:pt x="918365" y="3399734"/>
                  </a:lnTo>
                  <a:lnTo>
                    <a:pt x="918365" y="3399734"/>
                  </a:lnTo>
                  <a:lnTo>
                    <a:pt x="923356" y="3399734"/>
                  </a:lnTo>
                  <a:lnTo>
                    <a:pt x="923356" y="3399734"/>
                  </a:lnTo>
                  <a:lnTo>
                    <a:pt x="928347" y="3399734"/>
                  </a:lnTo>
                  <a:lnTo>
                    <a:pt x="928347" y="3383529"/>
                  </a:lnTo>
                  <a:lnTo>
                    <a:pt x="933338" y="3383529"/>
                  </a:lnTo>
                  <a:lnTo>
                    <a:pt x="933338" y="3383529"/>
                  </a:lnTo>
                  <a:lnTo>
                    <a:pt x="938329" y="3383529"/>
                  </a:lnTo>
                  <a:lnTo>
                    <a:pt x="938329" y="3367343"/>
                  </a:lnTo>
                  <a:lnTo>
                    <a:pt x="943320" y="3367343"/>
                  </a:lnTo>
                  <a:lnTo>
                    <a:pt x="943320" y="3367343"/>
                  </a:lnTo>
                  <a:lnTo>
                    <a:pt x="948311" y="3367343"/>
                  </a:lnTo>
                  <a:lnTo>
                    <a:pt x="948311" y="3367343"/>
                  </a:lnTo>
                  <a:lnTo>
                    <a:pt x="953302" y="3367343"/>
                  </a:lnTo>
                  <a:lnTo>
                    <a:pt x="953302" y="3351164"/>
                  </a:lnTo>
                  <a:lnTo>
                    <a:pt x="958294" y="3351164"/>
                  </a:lnTo>
                  <a:lnTo>
                    <a:pt x="958294" y="3351164"/>
                  </a:lnTo>
                  <a:lnTo>
                    <a:pt x="963285" y="3351164"/>
                  </a:lnTo>
                  <a:lnTo>
                    <a:pt x="963285" y="3335003"/>
                  </a:lnTo>
                  <a:lnTo>
                    <a:pt x="968276" y="3335003"/>
                  </a:lnTo>
                  <a:lnTo>
                    <a:pt x="968276" y="3335003"/>
                  </a:lnTo>
                  <a:lnTo>
                    <a:pt x="973267" y="3335003"/>
                  </a:lnTo>
                  <a:lnTo>
                    <a:pt x="973267" y="3302665"/>
                  </a:lnTo>
                  <a:lnTo>
                    <a:pt x="978258" y="3302665"/>
                  </a:lnTo>
                  <a:lnTo>
                    <a:pt x="978258" y="3286521"/>
                  </a:lnTo>
                  <a:lnTo>
                    <a:pt x="983249" y="3286521"/>
                  </a:lnTo>
                  <a:lnTo>
                    <a:pt x="983249" y="3286521"/>
                  </a:lnTo>
                  <a:lnTo>
                    <a:pt x="988240" y="3286521"/>
                  </a:lnTo>
                  <a:lnTo>
                    <a:pt x="988240" y="3286521"/>
                  </a:lnTo>
                  <a:lnTo>
                    <a:pt x="993231" y="3286521"/>
                  </a:lnTo>
                  <a:lnTo>
                    <a:pt x="993231" y="3254237"/>
                  </a:lnTo>
                  <a:lnTo>
                    <a:pt x="998223" y="3254237"/>
                  </a:lnTo>
                  <a:lnTo>
                    <a:pt x="998223" y="3221992"/>
                  </a:lnTo>
                  <a:lnTo>
                    <a:pt x="1003214" y="3221992"/>
                  </a:lnTo>
                  <a:lnTo>
                    <a:pt x="1003214" y="3221992"/>
                  </a:lnTo>
                  <a:lnTo>
                    <a:pt x="1008205" y="3221992"/>
                  </a:lnTo>
                  <a:lnTo>
                    <a:pt x="1008205" y="3221992"/>
                  </a:lnTo>
                  <a:lnTo>
                    <a:pt x="1013196" y="3221992"/>
                  </a:lnTo>
                  <a:lnTo>
                    <a:pt x="1013196" y="3189807"/>
                  </a:lnTo>
                  <a:lnTo>
                    <a:pt x="1018187" y="3189807"/>
                  </a:lnTo>
                  <a:lnTo>
                    <a:pt x="1018187" y="3189807"/>
                  </a:lnTo>
                  <a:lnTo>
                    <a:pt x="1023178" y="3189807"/>
                  </a:lnTo>
                  <a:lnTo>
                    <a:pt x="1023178" y="3189807"/>
                  </a:lnTo>
                  <a:lnTo>
                    <a:pt x="1028169" y="3189807"/>
                  </a:lnTo>
                  <a:lnTo>
                    <a:pt x="1028169" y="3189807"/>
                  </a:lnTo>
                  <a:lnTo>
                    <a:pt x="1033160" y="3189807"/>
                  </a:lnTo>
                  <a:lnTo>
                    <a:pt x="1033160" y="3189807"/>
                  </a:lnTo>
                  <a:lnTo>
                    <a:pt x="1038151" y="3189807"/>
                  </a:lnTo>
                  <a:lnTo>
                    <a:pt x="1038151" y="3173713"/>
                  </a:lnTo>
                  <a:lnTo>
                    <a:pt x="1043143" y="3173713"/>
                  </a:lnTo>
                  <a:lnTo>
                    <a:pt x="1043143" y="3173713"/>
                  </a:lnTo>
                  <a:lnTo>
                    <a:pt x="1048134" y="3173713"/>
                  </a:lnTo>
                  <a:lnTo>
                    <a:pt x="1048134" y="3173713"/>
                  </a:lnTo>
                  <a:lnTo>
                    <a:pt x="1053125" y="3173713"/>
                  </a:lnTo>
                  <a:lnTo>
                    <a:pt x="1053125" y="3173713"/>
                  </a:lnTo>
                  <a:lnTo>
                    <a:pt x="1058116" y="3173713"/>
                  </a:lnTo>
                  <a:lnTo>
                    <a:pt x="1058116" y="3173713"/>
                  </a:lnTo>
                  <a:lnTo>
                    <a:pt x="1063107" y="3173713"/>
                  </a:lnTo>
                  <a:lnTo>
                    <a:pt x="1063107" y="3173713"/>
                  </a:lnTo>
                  <a:lnTo>
                    <a:pt x="1068098" y="3173713"/>
                  </a:lnTo>
                  <a:lnTo>
                    <a:pt x="1068098" y="3173713"/>
                  </a:lnTo>
                  <a:lnTo>
                    <a:pt x="1073089" y="3173713"/>
                  </a:lnTo>
                  <a:lnTo>
                    <a:pt x="1073089" y="3173713"/>
                  </a:lnTo>
                  <a:lnTo>
                    <a:pt x="1078080" y="3173713"/>
                  </a:lnTo>
                  <a:lnTo>
                    <a:pt x="1078080" y="3173713"/>
                  </a:lnTo>
                  <a:lnTo>
                    <a:pt x="1083071" y="3173713"/>
                  </a:lnTo>
                  <a:lnTo>
                    <a:pt x="1083071" y="3173713"/>
                  </a:lnTo>
                  <a:lnTo>
                    <a:pt x="1088063" y="3173713"/>
                  </a:lnTo>
                  <a:lnTo>
                    <a:pt x="1088063" y="3173713"/>
                  </a:lnTo>
                  <a:lnTo>
                    <a:pt x="1093054" y="3173713"/>
                  </a:lnTo>
                  <a:lnTo>
                    <a:pt x="1093054" y="3157622"/>
                  </a:lnTo>
                  <a:lnTo>
                    <a:pt x="1098045" y="3157622"/>
                  </a:lnTo>
                  <a:lnTo>
                    <a:pt x="1098045" y="3157622"/>
                  </a:lnTo>
                  <a:lnTo>
                    <a:pt x="1103036" y="3157622"/>
                  </a:lnTo>
                  <a:lnTo>
                    <a:pt x="1103036" y="3141544"/>
                  </a:lnTo>
                  <a:lnTo>
                    <a:pt x="1108027" y="3141544"/>
                  </a:lnTo>
                  <a:lnTo>
                    <a:pt x="1108027" y="3141544"/>
                  </a:lnTo>
                  <a:lnTo>
                    <a:pt x="1113018" y="3141544"/>
                  </a:lnTo>
                  <a:lnTo>
                    <a:pt x="1113018" y="3141544"/>
                  </a:lnTo>
                  <a:lnTo>
                    <a:pt x="1118009" y="3141544"/>
                  </a:lnTo>
                  <a:lnTo>
                    <a:pt x="1118009" y="3141544"/>
                  </a:lnTo>
                  <a:lnTo>
                    <a:pt x="1123000" y="3141544"/>
                  </a:lnTo>
                  <a:lnTo>
                    <a:pt x="1123000" y="3125467"/>
                  </a:lnTo>
                  <a:lnTo>
                    <a:pt x="1127992" y="3125467"/>
                  </a:lnTo>
                  <a:lnTo>
                    <a:pt x="1127992" y="3125467"/>
                  </a:lnTo>
                  <a:lnTo>
                    <a:pt x="1132983" y="3125467"/>
                  </a:lnTo>
                  <a:lnTo>
                    <a:pt x="1132983" y="3109404"/>
                  </a:lnTo>
                  <a:lnTo>
                    <a:pt x="1137974" y="3109404"/>
                  </a:lnTo>
                  <a:lnTo>
                    <a:pt x="1137974" y="3109404"/>
                  </a:lnTo>
                  <a:lnTo>
                    <a:pt x="1142965" y="3109404"/>
                  </a:lnTo>
                  <a:lnTo>
                    <a:pt x="1142965" y="3093331"/>
                  </a:lnTo>
                  <a:lnTo>
                    <a:pt x="1147956" y="3093331"/>
                  </a:lnTo>
                  <a:lnTo>
                    <a:pt x="1147956" y="3093331"/>
                  </a:lnTo>
                  <a:lnTo>
                    <a:pt x="1152947" y="3093331"/>
                  </a:lnTo>
                  <a:lnTo>
                    <a:pt x="1152947" y="3093331"/>
                  </a:lnTo>
                  <a:lnTo>
                    <a:pt x="1157938" y="3093331"/>
                  </a:lnTo>
                  <a:lnTo>
                    <a:pt x="1157938" y="3093331"/>
                  </a:lnTo>
                  <a:lnTo>
                    <a:pt x="1162929" y="3093331"/>
                  </a:lnTo>
                  <a:lnTo>
                    <a:pt x="1162929" y="3093331"/>
                  </a:lnTo>
                  <a:lnTo>
                    <a:pt x="1167920" y="3093331"/>
                  </a:lnTo>
                  <a:lnTo>
                    <a:pt x="1167920" y="3093331"/>
                  </a:lnTo>
                  <a:lnTo>
                    <a:pt x="1172912" y="3093331"/>
                  </a:lnTo>
                  <a:lnTo>
                    <a:pt x="1172912" y="3077258"/>
                  </a:lnTo>
                  <a:lnTo>
                    <a:pt x="1177903" y="3077258"/>
                  </a:lnTo>
                  <a:lnTo>
                    <a:pt x="1177903" y="3077258"/>
                  </a:lnTo>
                  <a:lnTo>
                    <a:pt x="1182894" y="3077258"/>
                  </a:lnTo>
                  <a:lnTo>
                    <a:pt x="1182894" y="3061198"/>
                  </a:lnTo>
                  <a:lnTo>
                    <a:pt x="1187885" y="3061198"/>
                  </a:lnTo>
                  <a:lnTo>
                    <a:pt x="1187885" y="3045149"/>
                  </a:lnTo>
                  <a:lnTo>
                    <a:pt x="1192876" y="3045149"/>
                  </a:lnTo>
                  <a:lnTo>
                    <a:pt x="1192876" y="3045149"/>
                  </a:lnTo>
                  <a:lnTo>
                    <a:pt x="1197867" y="3045149"/>
                  </a:lnTo>
                  <a:lnTo>
                    <a:pt x="1197867" y="3045149"/>
                  </a:lnTo>
                  <a:lnTo>
                    <a:pt x="1202858" y="3045149"/>
                  </a:lnTo>
                  <a:lnTo>
                    <a:pt x="1202858" y="3045149"/>
                  </a:lnTo>
                  <a:lnTo>
                    <a:pt x="1207849" y="3045149"/>
                  </a:lnTo>
                  <a:lnTo>
                    <a:pt x="1207849" y="3029101"/>
                  </a:lnTo>
                  <a:lnTo>
                    <a:pt x="1212840" y="3029101"/>
                  </a:lnTo>
                  <a:lnTo>
                    <a:pt x="1212840" y="3029101"/>
                  </a:lnTo>
                  <a:lnTo>
                    <a:pt x="1217832" y="3029101"/>
                  </a:lnTo>
                  <a:lnTo>
                    <a:pt x="1217832" y="3013053"/>
                  </a:lnTo>
                  <a:lnTo>
                    <a:pt x="1222823" y="3013053"/>
                  </a:lnTo>
                  <a:lnTo>
                    <a:pt x="1222823" y="2997016"/>
                  </a:lnTo>
                  <a:lnTo>
                    <a:pt x="1227814" y="2997016"/>
                  </a:lnTo>
                  <a:lnTo>
                    <a:pt x="1227814" y="2997016"/>
                  </a:lnTo>
                  <a:lnTo>
                    <a:pt x="1232805" y="2997016"/>
                  </a:lnTo>
                  <a:lnTo>
                    <a:pt x="1232805" y="2997016"/>
                  </a:lnTo>
                  <a:lnTo>
                    <a:pt x="1237796" y="2997016"/>
                  </a:lnTo>
                  <a:lnTo>
                    <a:pt x="1237796" y="2997016"/>
                  </a:lnTo>
                  <a:lnTo>
                    <a:pt x="1242787" y="2997016"/>
                  </a:lnTo>
                  <a:lnTo>
                    <a:pt x="1242787" y="2997016"/>
                  </a:lnTo>
                  <a:lnTo>
                    <a:pt x="1247778" y="2997016"/>
                  </a:lnTo>
                  <a:lnTo>
                    <a:pt x="1247778" y="2997016"/>
                  </a:lnTo>
                  <a:lnTo>
                    <a:pt x="1252769" y="2997016"/>
                  </a:lnTo>
                  <a:lnTo>
                    <a:pt x="1252769" y="2997016"/>
                  </a:lnTo>
                  <a:lnTo>
                    <a:pt x="1257761" y="2997016"/>
                  </a:lnTo>
                  <a:lnTo>
                    <a:pt x="1257761" y="2980966"/>
                  </a:lnTo>
                  <a:lnTo>
                    <a:pt x="1262752" y="2980966"/>
                  </a:lnTo>
                  <a:lnTo>
                    <a:pt x="1262752" y="2980966"/>
                  </a:lnTo>
                  <a:lnTo>
                    <a:pt x="1267743" y="2980966"/>
                  </a:lnTo>
                  <a:lnTo>
                    <a:pt x="1267743" y="2980966"/>
                  </a:lnTo>
                  <a:lnTo>
                    <a:pt x="1272734" y="2980966"/>
                  </a:lnTo>
                  <a:lnTo>
                    <a:pt x="1272734" y="2980966"/>
                  </a:lnTo>
                  <a:lnTo>
                    <a:pt x="1277725" y="2980966"/>
                  </a:lnTo>
                  <a:lnTo>
                    <a:pt x="1277725" y="2964928"/>
                  </a:lnTo>
                  <a:lnTo>
                    <a:pt x="1282716" y="2964928"/>
                  </a:lnTo>
                  <a:lnTo>
                    <a:pt x="1282716" y="2948888"/>
                  </a:lnTo>
                  <a:lnTo>
                    <a:pt x="1287707" y="2948888"/>
                  </a:lnTo>
                  <a:lnTo>
                    <a:pt x="1287707" y="2932847"/>
                  </a:lnTo>
                  <a:lnTo>
                    <a:pt x="1292698" y="2932847"/>
                  </a:lnTo>
                  <a:lnTo>
                    <a:pt x="1292698" y="2932847"/>
                  </a:lnTo>
                  <a:lnTo>
                    <a:pt x="1297689" y="2932847"/>
                  </a:lnTo>
                  <a:lnTo>
                    <a:pt x="1297689" y="2932847"/>
                  </a:lnTo>
                  <a:lnTo>
                    <a:pt x="1302681" y="2932847"/>
                  </a:lnTo>
                  <a:lnTo>
                    <a:pt x="1302681" y="2932847"/>
                  </a:lnTo>
                  <a:lnTo>
                    <a:pt x="1307672" y="2932847"/>
                  </a:lnTo>
                  <a:lnTo>
                    <a:pt x="1307672" y="2932847"/>
                  </a:lnTo>
                  <a:lnTo>
                    <a:pt x="1312663" y="2932847"/>
                  </a:lnTo>
                  <a:lnTo>
                    <a:pt x="1312663" y="2932847"/>
                  </a:lnTo>
                  <a:lnTo>
                    <a:pt x="1317654" y="2932847"/>
                  </a:lnTo>
                  <a:lnTo>
                    <a:pt x="1317654" y="2932847"/>
                  </a:lnTo>
                  <a:lnTo>
                    <a:pt x="1322645" y="2932847"/>
                  </a:lnTo>
                  <a:lnTo>
                    <a:pt x="1322645" y="2932847"/>
                  </a:lnTo>
                  <a:lnTo>
                    <a:pt x="1327636" y="2932847"/>
                  </a:lnTo>
                  <a:lnTo>
                    <a:pt x="1327636" y="2932847"/>
                  </a:lnTo>
                  <a:lnTo>
                    <a:pt x="1332627" y="2932847"/>
                  </a:lnTo>
                  <a:lnTo>
                    <a:pt x="1332627" y="2932847"/>
                  </a:lnTo>
                  <a:lnTo>
                    <a:pt x="1337618" y="2932847"/>
                  </a:lnTo>
                  <a:lnTo>
                    <a:pt x="1337618" y="2932847"/>
                  </a:lnTo>
                  <a:lnTo>
                    <a:pt x="1342609" y="2932847"/>
                  </a:lnTo>
                  <a:lnTo>
                    <a:pt x="1342609" y="2932847"/>
                  </a:lnTo>
                  <a:lnTo>
                    <a:pt x="1347601" y="2932847"/>
                  </a:lnTo>
                  <a:lnTo>
                    <a:pt x="1347601" y="2932847"/>
                  </a:lnTo>
                  <a:lnTo>
                    <a:pt x="1352592" y="2932847"/>
                  </a:lnTo>
                  <a:lnTo>
                    <a:pt x="1352592" y="2916743"/>
                  </a:lnTo>
                  <a:lnTo>
                    <a:pt x="1357583" y="2916743"/>
                  </a:lnTo>
                  <a:lnTo>
                    <a:pt x="1357583" y="2916743"/>
                  </a:lnTo>
                  <a:lnTo>
                    <a:pt x="1362574" y="2916743"/>
                  </a:lnTo>
                  <a:lnTo>
                    <a:pt x="1362574" y="2916743"/>
                  </a:lnTo>
                  <a:lnTo>
                    <a:pt x="1367565" y="2916743"/>
                  </a:lnTo>
                  <a:lnTo>
                    <a:pt x="1367565" y="2916743"/>
                  </a:lnTo>
                  <a:lnTo>
                    <a:pt x="1372556" y="2916743"/>
                  </a:lnTo>
                  <a:lnTo>
                    <a:pt x="1372556" y="2916743"/>
                  </a:lnTo>
                  <a:lnTo>
                    <a:pt x="1377547" y="2916743"/>
                  </a:lnTo>
                  <a:lnTo>
                    <a:pt x="1377547" y="2916743"/>
                  </a:lnTo>
                  <a:lnTo>
                    <a:pt x="1382538" y="2916743"/>
                  </a:lnTo>
                  <a:lnTo>
                    <a:pt x="1382538" y="2916743"/>
                  </a:lnTo>
                  <a:lnTo>
                    <a:pt x="1387530" y="2916743"/>
                  </a:lnTo>
                  <a:lnTo>
                    <a:pt x="1387530" y="2916743"/>
                  </a:lnTo>
                  <a:lnTo>
                    <a:pt x="1392521" y="2916743"/>
                  </a:lnTo>
                  <a:lnTo>
                    <a:pt x="1392521" y="2900623"/>
                  </a:lnTo>
                  <a:lnTo>
                    <a:pt x="1397512" y="2900623"/>
                  </a:lnTo>
                  <a:lnTo>
                    <a:pt x="1397512" y="2900623"/>
                  </a:lnTo>
                  <a:lnTo>
                    <a:pt x="1402503" y="2900623"/>
                  </a:lnTo>
                  <a:lnTo>
                    <a:pt x="1402503" y="2900623"/>
                  </a:lnTo>
                  <a:lnTo>
                    <a:pt x="1407494" y="2900623"/>
                  </a:lnTo>
                  <a:lnTo>
                    <a:pt x="1407494" y="2884489"/>
                  </a:lnTo>
                  <a:lnTo>
                    <a:pt x="1412485" y="2884489"/>
                  </a:lnTo>
                  <a:lnTo>
                    <a:pt x="1412485" y="2884489"/>
                  </a:lnTo>
                  <a:lnTo>
                    <a:pt x="1417476" y="2884489"/>
                  </a:lnTo>
                  <a:lnTo>
                    <a:pt x="1417476" y="2868366"/>
                  </a:lnTo>
                  <a:lnTo>
                    <a:pt x="1422467" y="2868366"/>
                  </a:lnTo>
                  <a:lnTo>
                    <a:pt x="1422467" y="2868366"/>
                  </a:lnTo>
                  <a:lnTo>
                    <a:pt x="1427458" y="2868366"/>
                  </a:lnTo>
                  <a:lnTo>
                    <a:pt x="1427458" y="2836123"/>
                  </a:lnTo>
                  <a:lnTo>
                    <a:pt x="1432450" y="2836123"/>
                  </a:lnTo>
                  <a:lnTo>
                    <a:pt x="1432450" y="2820017"/>
                  </a:lnTo>
                  <a:lnTo>
                    <a:pt x="1437441" y="2820017"/>
                  </a:lnTo>
                  <a:lnTo>
                    <a:pt x="1437441" y="2820017"/>
                  </a:lnTo>
                  <a:lnTo>
                    <a:pt x="1442432" y="2820017"/>
                  </a:lnTo>
                  <a:lnTo>
                    <a:pt x="1442432" y="2820017"/>
                  </a:lnTo>
                  <a:lnTo>
                    <a:pt x="1447423" y="2820017"/>
                  </a:lnTo>
                  <a:lnTo>
                    <a:pt x="1447423" y="2803920"/>
                  </a:lnTo>
                  <a:lnTo>
                    <a:pt x="1452414" y="2803920"/>
                  </a:lnTo>
                  <a:lnTo>
                    <a:pt x="1452414" y="2803920"/>
                  </a:lnTo>
                  <a:lnTo>
                    <a:pt x="1457405" y="2803920"/>
                  </a:lnTo>
                  <a:lnTo>
                    <a:pt x="1457405" y="2803920"/>
                  </a:lnTo>
                  <a:lnTo>
                    <a:pt x="1462396" y="2803920"/>
                  </a:lnTo>
                  <a:lnTo>
                    <a:pt x="1462396" y="2803920"/>
                  </a:lnTo>
                  <a:lnTo>
                    <a:pt x="1467387" y="2803920"/>
                  </a:lnTo>
                  <a:lnTo>
                    <a:pt x="1467387" y="2803920"/>
                  </a:lnTo>
                  <a:lnTo>
                    <a:pt x="1472378" y="2803920"/>
                  </a:lnTo>
                  <a:lnTo>
                    <a:pt x="1472378" y="2803920"/>
                  </a:lnTo>
                  <a:lnTo>
                    <a:pt x="1477370" y="2803920"/>
                  </a:lnTo>
                  <a:lnTo>
                    <a:pt x="1477370" y="2803920"/>
                  </a:lnTo>
                  <a:lnTo>
                    <a:pt x="1482361" y="2803920"/>
                  </a:lnTo>
                  <a:lnTo>
                    <a:pt x="1482361" y="2803920"/>
                  </a:lnTo>
                  <a:lnTo>
                    <a:pt x="1487352" y="2803920"/>
                  </a:lnTo>
                  <a:lnTo>
                    <a:pt x="1487352" y="2803920"/>
                  </a:lnTo>
                  <a:lnTo>
                    <a:pt x="1492343" y="2803920"/>
                  </a:lnTo>
                  <a:lnTo>
                    <a:pt x="1492343" y="2803920"/>
                  </a:lnTo>
                  <a:lnTo>
                    <a:pt x="1497334" y="2803920"/>
                  </a:lnTo>
                  <a:lnTo>
                    <a:pt x="1497334" y="2803920"/>
                  </a:lnTo>
                  <a:lnTo>
                    <a:pt x="1502325" y="2803920"/>
                  </a:lnTo>
                  <a:lnTo>
                    <a:pt x="1502325" y="2803920"/>
                  </a:lnTo>
                  <a:lnTo>
                    <a:pt x="1507316" y="2803920"/>
                  </a:lnTo>
                  <a:lnTo>
                    <a:pt x="1507316" y="2803920"/>
                  </a:lnTo>
                  <a:lnTo>
                    <a:pt x="1512307" y="2803920"/>
                  </a:lnTo>
                  <a:lnTo>
                    <a:pt x="1512307" y="2803920"/>
                  </a:lnTo>
                  <a:lnTo>
                    <a:pt x="1517299" y="2803920"/>
                  </a:lnTo>
                  <a:lnTo>
                    <a:pt x="1517299" y="2803920"/>
                  </a:lnTo>
                  <a:lnTo>
                    <a:pt x="1522290" y="2803920"/>
                  </a:lnTo>
                  <a:lnTo>
                    <a:pt x="1522290" y="2803920"/>
                  </a:lnTo>
                  <a:lnTo>
                    <a:pt x="1527281" y="2803920"/>
                  </a:lnTo>
                  <a:lnTo>
                    <a:pt x="1527281" y="2803920"/>
                  </a:lnTo>
                  <a:lnTo>
                    <a:pt x="1532272" y="2803920"/>
                  </a:lnTo>
                  <a:lnTo>
                    <a:pt x="1532272" y="2755569"/>
                  </a:lnTo>
                  <a:lnTo>
                    <a:pt x="1537263" y="2755569"/>
                  </a:lnTo>
                  <a:lnTo>
                    <a:pt x="1537263" y="2755569"/>
                  </a:lnTo>
                  <a:lnTo>
                    <a:pt x="1542254" y="2755569"/>
                  </a:lnTo>
                  <a:lnTo>
                    <a:pt x="1542254" y="2755569"/>
                  </a:lnTo>
                  <a:lnTo>
                    <a:pt x="1547245" y="2755569"/>
                  </a:lnTo>
                  <a:lnTo>
                    <a:pt x="1547245" y="2755569"/>
                  </a:lnTo>
                  <a:lnTo>
                    <a:pt x="1552236" y="2755569"/>
                  </a:lnTo>
                  <a:lnTo>
                    <a:pt x="1552236" y="2755569"/>
                  </a:lnTo>
                  <a:lnTo>
                    <a:pt x="1557227" y="2755569"/>
                  </a:lnTo>
                  <a:lnTo>
                    <a:pt x="1557227" y="2755569"/>
                  </a:lnTo>
                  <a:lnTo>
                    <a:pt x="1562219" y="2755569"/>
                  </a:lnTo>
                  <a:lnTo>
                    <a:pt x="1562219" y="2739471"/>
                  </a:lnTo>
                  <a:lnTo>
                    <a:pt x="1567210" y="2739471"/>
                  </a:lnTo>
                  <a:lnTo>
                    <a:pt x="1567210" y="2739471"/>
                  </a:lnTo>
                  <a:lnTo>
                    <a:pt x="1572201" y="2739471"/>
                  </a:lnTo>
                  <a:lnTo>
                    <a:pt x="1572201" y="2739471"/>
                  </a:lnTo>
                  <a:lnTo>
                    <a:pt x="1577192" y="2739471"/>
                  </a:lnTo>
                  <a:lnTo>
                    <a:pt x="1577192" y="2723368"/>
                  </a:lnTo>
                  <a:lnTo>
                    <a:pt x="1582183" y="2723368"/>
                  </a:lnTo>
                  <a:lnTo>
                    <a:pt x="1582183" y="2723368"/>
                  </a:lnTo>
                  <a:lnTo>
                    <a:pt x="1587174" y="2723368"/>
                  </a:lnTo>
                  <a:lnTo>
                    <a:pt x="1587174" y="2723368"/>
                  </a:lnTo>
                  <a:lnTo>
                    <a:pt x="1592165" y="2723368"/>
                  </a:lnTo>
                  <a:lnTo>
                    <a:pt x="1592165" y="2723368"/>
                  </a:lnTo>
                  <a:lnTo>
                    <a:pt x="1597156" y="2723368"/>
                  </a:lnTo>
                  <a:lnTo>
                    <a:pt x="1597156" y="2723368"/>
                  </a:lnTo>
                  <a:lnTo>
                    <a:pt x="1602147" y="2723368"/>
                  </a:lnTo>
                  <a:lnTo>
                    <a:pt x="1602147" y="2723368"/>
                  </a:lnTo>
                  <a:lnTo>
                    <a:pt x="1607139" y="2723368"/>
                  </a:lnTo>
                  <a:lnTo>
                    <a:pt x="1607139" y="2723368"/>
                  </a:lnTo>
                  <a:lnTo>
                    <a:pt x="1612130" y="2723368"/>
                  </a:lnTo>
                  <a:lnTo>
                    <a:pt x="1612130" y="2723368"/>
                  </a:lnTo>
                  <a:lnTo>
                    <a:pt x="1617121" y="2723368"/>
                  </a:lnTo>
                  <a:lnTo>
                    <a:pt x="1617121" y="2723368"/>
                  </a:lnTo>
                  <a:lnTo>
                    <a:pt x="1622112" y="2723368"/>
                  </a:lnTo>
                  <a:lnTo>
                    <a:pt x="1622112" y="2723368"/>
                  </a:lnTo>
                  <a:lnTo>
                    <a:pt x="1627103" y="2723368"/>
                  </a:lnTo>
                  <a:lnTo>
                    <a:pt x="1627103" y="2723368"/>
                  </a:lnTo>
                  <a:lnTo>
                    <a:pt x="1632094" y="2723368"/>
                  </a:lnTo>
                  <a:lnTo>
                    <a:pt x="1632094" y="2723368"/>
                  </a:lnTo>
                  <a:lnTo>
                    <a:pt x="1637085" y="2723368"/>
                  </a:lnTo>
                  <a:lnTo>
                    <a:pt x="1637085" y="2723368"/>
                  </a:lnTo>
                  <a:lnTo>
                    <a:pt x="1642076" y="2723368"/>
                  </a:lnTo>
                  <a:lnTo>
                    <a:pt x="1642076" y="2707233"/>
                  </a:lnTo>
                  <a:lnTo>
                    <a:pt x="1647067" y="2707233"/>
                  </a:lnTo>
                  <a:lnTo>
                    <a:pt x="1647067" y="2707233"/>
                  </a:lnTo>
                  <a:lnTo>
                    <a:pt x="1652059" y="2707233"/>
                  </a:lnTo>
                  <a:lnTo>
                    <a:pt x="1652059" y="2707233"/>
                  </a:lnTo>
                  <a:lnTo>
                    <a:pt x="1657050" y="2707233"/>
                  </a:lnTo>
                  <a:lnTo>
                    <a:pt x="1657050" y="2707233"/>
                  </a:lnTo>
                  <a:lnTo>
                    <a:pt x="1662041" y="2707233"/>
                  </a:lnTo>
                  <a:lnTo>
                    <a:pt x="1662041" y="2707233"/>
                  </a:lnTo>
                  <a:lnTo>
                    <a:pt x="1667032" y="2707233"/>
                  </a:lnTo>
                  <a:lnTo>
                    <a:pt x="1667032" y="2707233"/>
                  </a:lnTo>
                  <a:lnTo>
                    <a:pt x="1672023" y="2707233"/>
                  </a:lnTo>
                  <a:lnTo>
                    <a:pt x="1672023" y="2691107"/>
                  </a:lnTo>
                  <a:lnTo>
                    <a:pt x="1677014" y="2691107"/>
                  </a:lnTo>
                  <a:lnTo>
                    <a:pt x="1677014" y="2674990"/>
                  </a:lnTo>
                  <a:lnTo>
                    <a:pt x="1682005" y="2674990"/>
                  </a:lnTo>
                  <a:lnTo>
                    <a:pt x="1682005" y="2674990"/>
                  </a:lnTo>
                  <a:lnTo>
                    <a:pt x="1686996" y="2674990"/>
                  </a:lnTo>
                  <a:lnTo>
                    <a:pt x="1686996" y="2658882"/>
                  </a:lnTo>
                  <a:lnTo>
                    <a:pt x="1691988" y="2658882"/>
                  </a:lnTo>
                  <a:lnTo>
                    <a:pt x="1691988" y="2658882"/>
                  </a:lnTo>
                  <a:lnTo>
                    <a:pt x="1696979" y="2658882"/>
                  </a:lnTo>
                  <a:lnTo>
                    <a:pt x="1696979" y="2658882"/>
                  </a:lnTo>
                  <a:lnTo>
                    <a:pt x="1701970" y="2658882"/>
                  </a:lnTo>
                  <a:lnTo>
                    <a:pt x="1701970" y="2658882"/>
                  </a:lnTo>
                  <a:lnTo>
                    <a:pt x="1706961" y="2658882"/>
                  </a:lnTo>
                  <a:lnTo>
                    <a:pt x="1706961" y="2658882"/>
                  </a:lnTo>
                  <a:lnTo>
                    <a:pt x="1711952" y="2658882"/>
                  </a:lnTo>
                  <a:lnTo>
                    <a:pt x="1711952" y="2658882"/>
                  </a:lnTo>
                  <a:lnTo>
                    <a:pt x="1716943" y="2658882"/>
                  </a:lnTo>
                  <a:lnTo>
                    <a:pt x="1716943" y="2642782"/>
                  </a:lnTo>
                  <a:lnTo>
                    <a:pt x="1721934" y="2642782"/>
                  </a:lnTo>
                  <a:lnTo>
                    <a:pt x="1721934" y="2642782"/>
                  </a:lnTo>
                  <a:lnTo>
                    <a:pt x="1726925" y="2642782"/>
                  </a:lnTo>
                  <a:lnTo>
                    <a:pt x="1726925" y="2642782"/>
                  </a:lnTo>
                  <a:lnTo>
                    <a:pt x="1731916" y="2642782"/>
                  </a:lnTo>
                  <a:lnTo>
                    <a:pt x="1731916" y="2642782"/>
                  </a:lnTo>
                  <a:lnTo>
                    <a:pt x="1736908" y="2642782"/>
                  </a:lnTo>
                  <a:lnTo>
                    <a:pt x="1736908" y="2642782"/>
                  </a:lnTo>
                  <a:lnTo>
                    <a:pt x="1741899" y="2642782"/>
                  </a:lnTo>
                  <a:lnTo>
                    <a:pt x="1741899" y="2626662"/>
                  </a:lnTo>
                  <a:lnTo>
                    <a:pt x="1746890" y="2626662"/>
                  </a:lnTo>
                  <a:lnTo>
                    <a:pt x="1746890" y="2626662"/>
                  </a:lnTo>
                  <a:lnTo>
                    <a:pt x="1751881" y="2626662"/>
                  </a:lnTo>
                  <a:lnTo>
                    <a:pt x="1751881" y="2626662"/>
                  </a:lnTo>
                  <a:lnTo>
                    <a:pt x="1756872" y="2626662"/>
                  </a:lnTo>
                  <a:lnTo>
                    <a:pt x="1756872" y="2626662"/>
                  </a:lnTo>
                  <a:lnTo>
                    <a:pt x="1761863" y="2626662"/>
                  </a:lnTo>
                  <a:lnTo>
                    <a:pt x="1761863" y="2626662"/>
                  </a:lnTo>
                  <a:lnTo>
                    <a:pt x="1766854" y="2626662"/>
                  </a:lnTo>
                  <a:lnTo>
                    <a:pt x="1766854" y="2626662"/>
                  </a:lnTo>
                  <a:lnTo>
                    <a:pt x="1771845" y="2626662"/>
                  </a:lnTo>
                  <a:lnTo>
                    <a:pt x="1771845" y="2610523"/>
                  </a:lnTo>
                  <a:lnTo>
                    <a:pt x="1776836" y="2610523"/>
                  </a:lnTo>
                  <a:lnTo>
                    <a:pt x="1776836" y="2610523"/>
                  </a:lnTo>
                  <a:lnTo>
                    <a:pt x="1781828" y="2610523"/>
                  </a:lnTo>
                  <a:lnTo>
                    <a:pt x="1781828" y="2610523"/>
                  </a:lnTo>
                  <a:lnTo>
                    <a:pt x="1786819" y="2610523"/>
                  </a:lnTo>
                  <a:lnTo>
                    <a:pt x="1786819" y="2610523"/>
                  </a:lnTo>
                  <a:lnTo>
                    <a:pt x="1791810" y="2610523"/>
                  </a:lnTo>
                  <a:lnTo>
                    <a:pt x="1791810" y="2610523"/>
                  </a:lnTo>
                  <a:lnTo>
                    <a:pt x="1796801" y="2610523"/>
                  </a:lnTo>
                  <a:lnTo>
                    <a:pt x="1796801" y="2610523"/>
                  </a:lnTo>
                  <a:lnTo>
                    <a:pt x="1801792" y="2610523"/>
                  </a:lnTo>
                  <a:lnTo>
                    <a:pt x="1801792" y="2610523"/>
                  </a:lnTo>
                  <a:lnTo>
                    <a:pt x="1806783" y="2610523"/>
                  </a:lnTo>
                  <a:lnTo>
                    <a:pt x="1806783" y="2610523"/>
                  </a:lnTo>
                  <a:lnTo>
                    <a:pt x="1811774" y="2610523"/>
                  </a:lnTo>
                  <a:lnTo>
                    <a:pt x="1811774" y="2610523"/>
                  </a:lnTo>
                  <a:lnTo>
                    <a:pt x="1816765" y="2610523"/>
                  </a:lnTo>
                  <a:lnTo>
                    <a:pt x="1816765" y="2610523"/>
                  </a:lnTo>
                  <a:lnTo>
                    <a:pt x="1821757" y="2610523"/>
                  </a:lnTo>
                  <a:lnTo>
                    <a:pt x="1821757" y="2610523"/>
                  </a:lnTo>
                  <a:lnTo>
                    <a:pt x="1826748" y="2610523"/>
                  </a:lnTo>
                  <a:lnTo>
                    <a:pt x="1826748" y="2610523"/>
                  </a:lnTo>
                  <a:lnTo>
                    <a:pt x="1831739" y="2610523"/>
                  </a:lnTo>
                  <a:lnTo>
                    <a:pt x="1831739" y="2610523"/>
                  </a:lnTo>
                  <a:lnTo>
                    <a:pt x="1836730" y="2610523"/>
                  </a:lnTo>
                  <a:lnTo>
                    <a:pt x="1836730" y="2610523"/>
                  </a:lnTo>
                  <a:lnTo>
                    <a:pt x="1841721" y="2610523"/>
                  </a:lnTo>
                  <a:lnTo>
                    <a:pt x="1841721" y="2610523"/>
                  </a:lnTo>
                  <a:lnTo>
                    <a:pt x="1846712" y="2610523"/>
                  </a:lnTo>
                  <a:lnTo>
                    <a:pt x="1846712" y="2610523"/>
                  </a:lnTo>
                  <a:lnTo>
                    <a:pt x="1851703" y="2610523"/>
                  </a:lnTo>
                  <a:lnTo>
                    <a:pt x="1851703" y="2610523"/>
                  </a:lnTo>
                  <a:lnTo>
                    <a:pt x="1856694" y="2610523"/>
                  </a:lnTo>
                  <a:lnTo>
                    <a:pt x="1856694" y="2610523"/>
                  </a:lnTo>
                  <a:lnTo>
                    <a:pt x="1861685" y="2610523"/>
                  </a:lnTo>
                  <a:lnTo>
                    <a:pt x="1861685" y="2594319"/>
                  </a:lnTo>
                  <a:lnTo>
                    <a:pt x="1866677" y="2594319"/>
                  </a:lnTo>
                  <a:lnTo>
                    <a:pt x="1866677" y="2594319"/>
                  </a:lnTo>
                  <a:lnTo>
                    <a:pt x="1871668" y="2594319"/>
                  </a:lnTo>
                  <a:lnTo>
                    <a:pt x="1871668" y="2561936"/>
                  </a:lnTo>
                  <a:lnTo>
                    <a:pt x="1876659" y="2561936"/>
                  </a:lnTo>
                  <a:lnTo>
                    <a:pt x="1876659" y="2561936"/>
                  </a:lnTo>
                  <a:lnTo>
                    <a:pt x="1881650" y="2561936"/>
                  </a:lnTo>
                  <a:lnTo>
                    <a:pt x="1881650" y="2561936"/>
                  </a:lnTo>
                  <a:lnTo>
                    <a:pt x="1886641" y="2561936"/>
                  </a:lnTo>
                  <a:lnTo>
                    <a:pt x="1886641" y="2545756"/>
                  </a:lnTo>
                  <a:lnTo>
                    <a:pt x="1891632" y="2545756"/>
                  </a:lnTo>
                  <a:lnTo>
                    <a:pt x="1891632" y="2545756"/>
                  </a:lnTo>
                  <a:lnTo>
                    <a:pt x="1896623" y="2545756"/>
                  </a:lnTo>
                  <a:lnTo>
                    <a:pt x="1896623" y="2545756"/>
                  </a:lnTo>
                  <a:lnTo>
                    <a:pt x="1901614" y="2545756"/>
                  </a:lnTo>
                  <a:lnTo>
                    <a:pt x="1901614" y="2545756"/>
                  </a:lnTo>
                  <a:lnTo>
                    <a:pt x="1906605" y="2545756"/>
                  </a:lnTo>
                  <a:lnTo>
                    <a:pt x="1906605" y="2545756"/>
                  </a:lnTo>
                  <a:lnTo>
                    <a:pt x="1911597" y="2545756"/>
                  </a:lnTo>
                  <a:lnTo>
                    <a:pt x="1911597" y="2545756"/>
                  </a:lnTo>
                  <a:lnTo>
                    <a:pt x="1916588" y="2545756"/>
                  </a:lnTo>
                  <a:lnTo>
                    <a:pt x="1916588" y="2529570"/>
                  </a:lnTo>
                  <a:lnTo>
                    <a:pt x="1921579" y="2529570"/>
                  </a:lnTo>
                  <a:lnTo>
                    <a:pt x="1921579" y="2529570"/>
                  </a:lnTo>
                  <a:lnTo>
                    <a:pt x="1926570" y="2529570"/>
                  </a:lnTo>
                  <a:lnTo>
                    <a:pt x="1926570" y="2529570"/>
                  </a:lnTo>
                  <a:lnTo>
                    <a:pt x="1931561" y="2529570"/>
                  </a:lnTo>
                  <a:lnTo>
                    <a:pt x="1931561" y="2513391"/>
                  </a:lnTo>
                  <a:lnTo>
                    <a:pt x="1936552" y="2513391"/>
                  </a:lnTo>
                  <a:lnTo>
                    <a:pt x="1936552" y="2513391"/>
                  </a:lnTo>
                  <a:lnTo>
                    <a:pt x="1941543" y="2513391"/>
                  </a:lnTo>
                  <a:lnTo>
                    <a:pt x="1941543" y="2513391"/>
                  </a:lnTo>
                  <a:lnTo>
                    <a:pt x="1946534" y="2513391"/>
                  </a:lnTo>
                  <a:lnTo>
                    <a:pt x="1946534" y="2497205"/>
                  </a:lnTo>
                  <a:lnTo>
                    <a:pt x="1951526" y="2497205"/>
                  </a:lnTo>
                  <a:lnTo>
                    <a:pt x="1951526" y="2497205"/>
                  </a:lnTo>
                  <a:lnTo>
                    <a:pt x="1956517" y="2497205"/>
                  </a:lnTo>
                  <a:lnTo>
                    <a:pt x="1956517" y="2481012"/>
                  </a:lnTo>
                  <a:lnTo>
                    <a:pt x="1961508" y="2481012"/>
                  </a:lnTo>
                  <a:lnTo>
                    <a:pt x="1961508" y="2464826"/>
                  </a:lnTo>
                  <a:lnTo>
                    <a:pt x="1966499" y="2464826"/>
                  </a:lnTo>
                  <a:lnTo>
                    <a:pt x="1966499" y="2464826"/>
                  </a:lnTo>
                  <a:lnTo>
                    <a:pt x="1971490" y="2464826"/>
                  </a:lnTo>
                  <a:lnTo>
                    <a:pt x="1971490" y="2464826"/>
                  </a:lnTo>
                  <a:lnTo>
                    <a:pt x="1976481" y="2464826"/>
                  </a:lnTo>
                  <a:lnTo>
                    <a:pt x="1976481" y="2464826"/>
                  </a:lnTo>
                  <a:lnTo>
                    <a:pt x="1981472" y="2464826"/>
                  </a:lnTo>
                  <a:lnTo>
                    <a:pt x="1981472" y="2464826"/>
                  </a:lnTo>
                  <a:lnTo>
                    <a:pt x="1986463" y="2464826"/>
                  </a:lnTo>
                  <a:lnTo>
                    <a:pt x="1986463" y="2464826"/>
                  </a:lnTo>
                  <a:lnTo>
                    <a:pt x="1991454" y="2464826"/>
                  </a:lnTo>
                  <a:lnTo>
                    <a:pt x="1991454" y="2464826"/>
                  </a:lnTo>
                  <a:lnTo>
                    <a:pt x="1996446" y="2464826"/>
                  </a:lnTo>
                  <a:lnTo>
                    <a:pt x="1996446" y="2464826"/>
                  </a:lnTo>
                  <a:lnTo>
                    <a:pt x="2001437" y="2464826"/>
                  </a:lnTo>
                  <a:lnTo>
                    <a:pt x="2001437" y="2464826"/>
                  </a:lnTo>
                  <a:lnTo>
                    <a:pt x="2006428" y="2464826"/>
                  </a:lnTo>
                  <a:lnTo>
                    <a:pt x="2006428" y="2464826"/>
                  </a:lnTo>
                  <a:lnTo>
                    <a:pt x="2011419" y="2464826"/>
                  </a:lnTo>
                  <a:lnTo>
                    <a:pt x="2011419" y="2464826"/>
                  </a:lnTo>
                  <a:lnTo>
                    <a:pt x="2016410" y="2464826"/>
                  </a:lnTo>
                  <a:lnTo>
                    <a:pt x="2016410" y="2464826"/>
                  </a:lnTo>
                  <a:lnTo>
                    <a:pt x="2021401" y="2464826"/>
                  </a:lnTo>
                  <a:lnTo>
                    <a:pt x="2021401" y="2448617"/>
                  </a:lnTo>
                  <a:lnTo>
                    <a:pt x="2026392" y="2448617"/>
                  </a:lnTo>
                  <a:lnTo>
                    <a:pt x="2026392" y="2416222"/>
                  </a:lnTo>
                  <a:lnTo>
                    <a:pt x="2031383" y="2416222"/>
                  </a:lnTo>
                  <a:lnTo>
                    <a:pt x="2031383" y="2416222"/>
                  </a:lnTo>
                  <a:lnTo>
                    <a:pt x="2036374" y="2416222"/>
                  </a:lnTo>
                  <a:lnTo>
                    <a:pt x="2036374" y="2416222"/>
                  </a:lnTo>
                  <a:lnTo>
                    <a:pt x="2041366" y="2416222"/>
                  </a:lnTo>
                  <a:lnTo>
                    <a:pt x="2041366" y="2416222"/>
                  </a:lnTo>
                  <a:lnTo>
                    <a:pt x="2046357" y="2416222"/>
                  </a:lnTo>
                  <a:lnTo>
                    <a:pt x="2046357" y="2416222"/>
                  </a:lnTo>
                  <a:lnTo>
                    <a:pt x="2051348" y="2416222"/>
                  </a:lnTo>
                  <a:lnTo>
                    <a:pt x="2051348" y="2416222"/>
                  </a:lnTo>
                  <a:lnTo>
                    <a:pt x="2056339" y="2416222"/>
                  </a:lnTo>
                  <a:lnTo>
                    <a:pt x="2056339" y="2400034"/>
                  </a:lnTo>
                  <a:lnTo>
                    <a:pt x="2061330" y="2400034"/>
                  </a:lnTo>
                  <a:lnTo>
                    <a:pt x="2061330" y="2400034"/>
                  </a:lnTo>
                  <a:lnTo>
                    <a:pt x="2066321" y="2400034"/>
                  </a:lnTo>
                  <a:lnTo>
                    <a:pt x="2066321" y="2400034"/>
                  </a:lnTo>
                  <a:lnTo>
                    <a:pt x="2071312" y="2400034"/>
                  </a:lnTo>
                  <a:lnTo>
                    <a:pt x="2071312" y="2400034"/>
                  </a:lnTo>
                  <a:lnTo>
                    <a:pt x="2076303" y="2400034"/>
                  </a:lnTo>
                  <a:lnTo>
                    <a:pt x="2076303" y="2383854"/>
                  </a:lnTo>
                  <a:lnTo>
                    <a:pt x="2081295" y="2383854"/>
                  </a:lnTo>
                  <a:lnTo>
                    <a:pt x="2081295" y="2383854"/>
                  </a:lnTo>
                  <a:lnTo>
                    <a:pt x="2086286" y="2383854"/>
                  </a:lnTo>
                  <a:lnTo>
                    <a:pt x="2086286" y="2383854"/>
                  </a:lnTo>
                  <a:lnTo>
                    <a:pt x="2091277" y="2383854"/>
                  </a:lnTo>
                  <a:lnTo>
                    <a:pt x="2091277" y="2383854"/>
                  </a:lnTo>
                  <a:lnTo>
                    <a:pt x="2096268" y="2383854"/>
                  </a:lnTo>
                  <a:lnTo>
                    <a:pt x="2096268" y="2383854"/>
                  </a:lnTo>
                  <a:lnTo>
                    <a:pt x="2101259" y="2383854"/>
                  </a:lnTo>
                  <a:lnTo>
                    <a:pt x="2101259" y="2383854"/>
                  </a:lnTo>
                  <a:lnTo>
                    <a:pt x="2106250" y="2383854"/>
                  </a:lnTo>
                  <a:lnTo>
                    <a:pt x="2106250" y="2383854"/>
                  </a:lnTo>
                  <a:lnTo>
                    <a:pt x="2111241" y="2383854"/>
                  </a:lnTo>
                  <a:lnTo>
                    <a:pt x="2111241" y="2367666"/>
                  </a:lnTo>
                  <a:lnTo>
                    <a:pt x="2116232" y="2367666"/>
                  </a:lnTo>
                  <a:lnTo>
                    <a:pt x="2116232" y="2367666"/>
                  </a:lnTo>
                  <a:lnTo>
                    <a:pt x="2121223" y="2367666"/>
                  </a:lnTo>
                  <a:lnTo>
                    <a:pt x="2121223" y="2367666"/>
                  </a:lnTo>
                  <a:lnTo>
                    <a:pt x="2126215" y="2367666"/>
                  </a:lnTo>
                  <a:lnTo>
                    <a:pt x="2126215" y="2351484"/>
                  </a:lnTo>
                  <a:lnTo>
                    <a:pt x="2131206" y="2351484"/>
                  </a:lnTo>
                  <a:lnTo>
                    <a:pt x="2131206" y="2335310"/>
                  </a:lnTo>
                  <a:lnTo>
                    <a:pt x="2136197" y="2335310"/>
                  </a:lnTo>
                  <a:lnTo>
                    <a:pt x="2136197" y="2335310"/>
                  </a:lnTo>
                  <a:lnTo>
                    <a:pt x="2141188" y="2335310"/>
                  </a:lnTo>
                  <a:lnTo>
                    <a:pt x="2141188" y="2335310"/>
                  </a:lnTo>
                  <a:lnTo>
                    <a:pt x="2146179" y="2335310"/>
                  </a:lnTo>
                  <a:lnTo>
                    <a:pt x="2146179" y="2335310"/>
                  </a:lnTo>
                  <a:lnTo>
                    <a:pt x="2151170" y="2335310"/>
                  </a:lnTo>
                  <a:lnTo>
                    <a:pt x="2151170" y="2302980"/>
                  </a:lnTo>
                  <a:lnTo>
                    <a:pt x="2156161" y="2302980"/>
                  </a:lnTo>
                  <a:lnTo>
                    <a:pt x="2156161" y="2302980"/>
                  </a:lnTo>
                  <a:lnTo>
                    <a:pt x="2161152" y="2302980"/>
                  </a:lnTo>
                  <a:lnTo>
                    <a:pt x="2161152" y="2302980"/>
                  </a:lnTo>
                  <a:lnTo>
                    <a:pt x="2166143" y="2302980"/>
                  </a:lnTo>
                  <a:lnTo>
                    <a:pt x="2166143" y="2302980"/>
                  </a:lnTo>
                  <a:lnTo>
                    <a:pt x="2171135" y="2302980"/>
                  </a:lnTo>
                  <a:lnTo>
                    <a:pt x="2171135" y="2302980"/>
                  </a:lnTo>
                  <a:lnTo>
                    <a:pt x="2176126" y="2302980"/>
                  </a:lnTo>
                  <a:lnTo>
                    <a:pt x="2176126" y="2302980"/>
                  </a:lnTo>
                  <a:lnTo>
                    <a:pt x="2181117" y="2302980"/>
                  </a:lnTo>
                  <a:lnTo>
                    <a:pt x="2181117" y="2302980"/>
                  </a:lnTo>
                  <a:lnTo>
                    <a:pt x="2186108" y="2302980"/>
                  </a:lnTo>
                  <a:lnTo>
                    <a:pt x="2186108" y="2302980"/>
                  </a:lnTo>
                  <a:lnTo>
                    <a:pt x="2191099" y="2302980"/>
                  </a:lnTo>
                  <a:lnTo>
                    <a:pt x="2191099" y="2302980"/>
                  </a:lnTo>
                  <a:lnTo>
                    <a:pt x="2196090" y="2302980"/>
                  </a:lnTo>
                  <a:lnTo>
                    <a:pt x="2196090" y="2302980"/>
                  </a:lnTo>
                  <a:lnTo>
                    <a:pt x="2201081" y="2302980"/>
                  </a:lnTo>
                  <a:lnTo>
                    <a:pt x="2201081" y="2302980"/>
                  </a:lnTo>
                  <a:lnTo>
                    <a:pt x="2206072" y="2302980"/>
                  </a:lnTo>
                  <a:lnTo>
                    <a:pt x="2206072" y="2286777"/>
                  </a:lnTo>
                  <a:lnTo>
                    <a:pt x="2211064" y="2286777"/>
                  </a:lnTo>
                  <a:lnTo>
                    <a:pt x="2211064" y="2286777"/>
                  </a:lnTo>
                  <a:lnTo>
                    <a:pt x="2216055" y="2286777"/>
                  </a:lnTo>
                  <a:lnTo>
                    <a:pt x="2216055" y="2286777"/>
                  </a:lnTo>
                  <a:lnTo>
                    <a:pt x="2221046" y="2286777"/>
                  </a:lnTo>
                  <a:lnTo>
                    <a:pt x="2221046" y="2286777"/>
                  </a:lnTo>
                  <a:lnTo>
                    <a:pt x="2226037" y="2286777"/>
                  </a:lnTo>
                  <a:lnTo>
                    <a:pt x="2226037" y="2270565"/>
                  </a:lnTo>
                  <a:lnTo>
                    <a:pt x="2231028" y="2270565"/>
                  </a:lnTo>
                  <a:lnTo>
                    <a:pt x="2231028" y="2270565"/>
                  </a:lnTo>
                  <a:lnTo>
                    <a:pt x="2236019" y="2270565"/>
                  </a:lnTo>
                  <a:lnTo>
                    <a:pt x="2236019" y="2270565"/>
                  </a:lnTo>
                  <a:lnTo>
                    <a:pt x="2241010" y="2270565"/>
                  </a:lnTo>
                  <a:lnTo>
                    <a:pt x="2241010" y="2270565"/>
                  </a:lnTo>
                  <a:lnTo>
                    <a:pt x="2246001" y="2270565"/>
                  </a:lnTo>
                  <a:lnTo>
                    <a:pt x="2246001" y="2270565"/>
                  </a:lnTo>
                  <a:lnTo>
                    <a:pt x="2250992" y="2270565"/>
                  </a:lnTo>
                  <a:lnTo>
                    <a:pt x="2250992" y="2270565"/>
                  </a:lnTo>
                  <a:lnTo>
                    <a:pt x="2255984" y="2270565"/>
                  </a:lnTo>
                  <a:lnTo>
                    <a:pt x="2255984" y="2270565"/>
                  </a:lnTo>
                  <a:lnTo>
                    <a:pt x="2260975" y="2270565"/>
                  </a:lnTo>
                  <a:lnTo>
                    <a:pt x="2260975" y="2270565"/>
                  </a:lnTo>
                  <a:lnTo>
                    <a:pt x="2265966" y="2270565"/>
                  </a:lnTo>
                  <a:lnTo>
                    <a:pt x="2265966" y="2254344"/>
                  </a:lnTo>
                  <a:lnTo>
                    <a:pt x="2270957" y="2254344"/>
                  </a:lnTo>
                  <a:lnTo>
                    <a:pt x="2270957" y="2254344"/>
                  </a:lnTo>
                  <a:lnTo>
                    <a:pt x="2275948" y="2254344"/>
                  </a:lnTo>
                  <a:lnTo>
                    <a:pt x="2275948" y="2254344"/>
                  </a:lnTo>
                  <a:lnTo>
                    <a:pt x="2280939" y="2254344"/>
                  </a:lnTo>
                  <a:lnTo>
                    <a:pt x="2280939" y="2254344"/>
                  </a:lnTo>
                  <a:lnTo>
                    <a:pt x="2285930" y="2254344"/>
                  </a:lnTo>
                  <a:lnTo>
                    <a:pt x="2285930" y="2254344"/>
                  </a:lnTo>
                  <a:lnTo>
                    <a:pt x="2290921" y="2254344"/>
                  </a:lnTo>
                  <a:lnTo>
                    <a:pt x="2290921" y="2254344"/>
                  </a:lnTo>
                  <a:lnTo>
                    <a:pt x="2295912" y="2254344"/>
                  </a:lnTo>
                  <a:lnTo>
                    <a:pt x="2295912" y="2254344"/>
                  </a:lnTo>
                  <a:lnTo>
                    <a:pt x="2300904" y="2254344"/>
                  </a:lnTo>
                  <a:lnTo>
                    <a:pt x="2300904" y="2221887"/>
                  </a:lnTo>
                  <a:lnTo>
                    <a:pt x="2305895" y="2221887"/>
                  </a:lnTo>
                  <a:lnTo>
                    <a:pt x="2305895" y="2205652"/>
                  </a:lnTo>
                  <a:lnTo>
                    <a:pt x="2310886" y="2205652"/>
                  </a:lnTo>
                  <a:lnTo>
                    <a:pt x="2310886" y="2205652"/>
                  </a:lnTo>
                  <a:lnTo>
                    <a:pt x="2315877" y="2205652"/>
                  </a:lnTo>
                  <a:lnTo>
                    <a:pt x="2315877" y="2205652"/>
                  </a:lnTo>
                  <a:lnTo>
                    <a:pt x="2320868" y="2205652"/>
                  </a:lnTo>
                  <a:lnTo>
                    <a:pt x="2320868" y="2205652"/>
                  </a:lnTo>
                  <a:lnTo>
                    <a:pt x="2325859" y="2205652"/>
                  </a:lnTo>
                  <a:lnTo>
                    <a:pt x="2325859" y="2205652"/>
                  </a:lnTo>
                  <a:lnTo>
                    <a:pt x="2330850" y="2205652"/>
                  </a:lnTo>
                  <a:lnTo>
                    <a:pt x="2330850" y="2205652"/>
                  </a:lnTo>
                  <a:lnTo>
                    <a:pt x="2335841" y="2205652"/>
                  </a:lnTo>
                  <a:lnTo>
                    <a:pt x="2335841" y="2189424"/>
                  </a:lnTo>
                  <a:lnTo>
                    <a:pt x="2340833" y="2189424"/>
                  </a:lnTo>
                  <a:lnTo>
                    <a:pt x="2340833" y="2189424"/>
                  </a:lnTo>
                  <a:lnTo>
                    <a:pt x="2345824" y="2189424"/>
                  </a:lnTo>
                  <a:lnTo>
                    <a:pt x="2345824" y="2189424"/>
                  </a:lnTo>
                  <a:lnTo>
                    <a:pt x="2350815" y="2189424"/>
                  </a:lnTo>
                  <a:lnTo>
                    <a:pt x="2350815" y="2189424"/>
                  </a:lnTo>
                  <a:lnTo>
                    <a:pt x="2355806" y="2189424"/>
                  </a:lnTo>
                  <a:lnTo>
                    <a:pt x="2355806" y="2189424"/>
                  </a:lnTo>
                  <a:lnTo>
                    <a:pt x="2360797" y="2189424"/>
                  </a:lnTo>
                  <a:lnTo>
                    <a:pt x="2360797" y="2189424"/>
                  </a:lnTo>
                  <a:lnTo>
                    <a:pt x="2365788" y="2189424"/>
                  </a:lnTo>
                  <a:lnTo>
                    <a:pt x="2365788" y="2173168"/>
                  </a:lnTo>
                  <a:lnTo>
                    <a:pt x="2370779" y="2173168"/>
                  </a:lnTo>
                  <a:lnTo>
                    <a:pt x="2370779" y="2156919"/>
                  </a:lnTo>
                  <a:lnTo>
                    <a:pt x="2375770" y="2156919"/>
                  </a:lnTo>
                  <a:lnTo>
                    <a:pt x="2375770" y="2156919"/>
                  </a:lnTo>
                  <a:lnTo>
                    <a:pt x="2380761" y="2156919"/>
                  </a:lnTo>
                  <a:lnTo>
                    <a:pt x="2380761" y="2156919"/>
                  </a:lnTo>
                  <a:lnTo>
                    <a:pt x="2385753" y="2156919"/>
                  </a:lnTo>
                  <a:lnTo>
                    <a:pt x="2385753" y="2156919"/>
                  </a:lnTo>
                  <a:lnTo>
                    <a:pt x="2390744" y="2156919"/>
                  </a:lnTo>
                  <a:lnTo>
                    <a:pt x="2390744" y="2156919"/>
                  </a:lnTo>
                  <a:lnTo>
                    <a:pt x="2395735" y="2156919"/>
                  </a:lnTo>
                  <a:lnTo>
                    <a:pt x="2395735" y="2156919"/>
                  </a:lnTo>
                  <a:lnTo>
                    <a:pt x="2400726" y="2156919"/>
                  </a:lnTo>
                  <a:lnTo>
                    <a:pt x="2400726" y="2156919"/>
                  </a:lnTo>
                  <a:lnTo>
                    <a:pt x="2405717" y="2156919"/>
                  </a:lnTo>
                  <a:lnTo>
                    <a:pt x="2405717" y="2140659"/>
                  </a:lnTo>
                  <a:lnTo>
                    <a:pt x="2410708" y="2140659"/>
                  </a:lnTo>
                  <a:lnTo>
                    <a:pt x="2410708" y="2140659"/>
                  </a:lnTo>
                  <a:lnTo>
                    <a:pt x="2415699" y="2140659"/>
                  </a:lnTo>
                  <a:lnTo>
                    <a:pt x="2415699" y="2140659"/>
                  </a:lnTo>
                  <a:lnTo>
                    <a:pt x="2420690" y="2140659"/>
                  </a:lnTo>
                  <a:lnTo>
                    <a:pt x="2420690" y="2140659"/>
                  </a:lnTo>
                  <a:lnTo>
                    <a:pt x="2425681" y="2140659"/>
                  </a:lnTo>
                  <a:lnTo>
                    <a:pt x="2425681" y="2124405"/>
                  </a:lnTo>
                  <a:lnTo>
                    <a:pt x="2430673" y="2124405"/>
                  </a:lnTo>
                  <a:lnTo>
                    <a:pt x="2430673" y="2124405"/>
                  </a:lnTo>
                  <a:lnTo>
                    <a:pt x="2435664" y="2124405"/>
                  </a:lnTo>
                  <a:lnTo>
                    <a:pt x="2435664" y="2124405"/>
                  </a:lnTo>
                  <a:lnTo>
                    <a:pt x="2440655" y="2124405"/>
                  </a:lnTo>
                  <a:lnTo>
                    <a:pt x="2440655" y="2124405"/>
                  </a:lnTo>
                  <a:lnTo>
                    <a:pt x="2445646" y="2124405"/>
                  </a:lnTo>
                  <a:lnTo>
                    <a:pt x="2445646" y="2124405"/>
                  </a:lnTo>
                  <a:lnTo>
                    <a:pt x="2450637" y="2124405"/>
                  </a:lnTo>
                  <a:lnTo>
                    <a:pt x="2450637" y="2124405"/>
                  </a:lnTo>
                  <a:lnTo>
                    <a:pt x="2455628" y="2124405"/>
                  </a:lnTo>
                  <a:lnTo>
                    <a:pt x="2455628" y="2124405"/>
                  </a:lnTo>
                  <a:lnTo>
                    <a:pt x="2460619" y="2124405"/>
                  </a:lnTo>
                  <a:lnTo>
                    <a:pt x="2460619" y="2108106"/>
                  </a:lnTo>
                  <a:lnTo>
                    <a:pt x="2465610" y="2108106"/>
                  </a:lnTo>
                  <a:lnTo>
                    <a:pt x="2465610" y="2108106"/>
                  </a:lnTo>
                  <a:lnTo>
                    <a:pt x="2470601" y="2108106"/>
                  </a:lnTo>
                  <a:lnTo>
                    <a:pt x="2470601" y="2108106"/>
                  </a:lnTo>
                  <a:lnTo>
                    <a:pt x="2475593" y="2108106"/>
                  </a:lnTo>
                  <a:lnTo>
                    <a:pt x="2475593" y="2108106"/>
                  </a:lnTo>
                  <a:lnTo>
                    <a:pt x="2480584" y="2108106"/>
                  </a:lnTo>
                  <a:lnTo>
                    <a:pt x="2480584" y="2108106"/>
                  </a:lnTo>
                  <a:lnTo>
                    <a:pt x="2485575" y="2108106"/>
                  </a:lnTo>
                  <a:lnTo>
                    <a:pt x="2485575" y="2108106"/>
                  </a:lnTo>
                  <a:lnTo>
                    <a:pt x="2490566" y="2108106"/>
                  </a:lnTo>
                  <a:lnTo>
                    <a:pt x="2490566" y="2108106"/>
                  </a:lnTo>
                  <a:lnTo>
                    <a:pt x="2495557" y="2108106"/>
                  </a:lnTo>
                  <a:lnTo>
                    <a:pt x="2495557" y="2108106"/>
                  </a:lnTo>
                  <a:lnTo>
                    <a:pt x="2500548" y="2108106"/>
                  </a:lnTo>
                  <a:lnTo>
                    <a:pt x="2500548" y="2108106"/>
                  </a:lnTo>
                  <a:lnTo>
                    <a:pt x="2505539" y="2108106"/>
                  </a:lnTo>
                  <a:lnTo>
                    <a:pt x="2505539" y="2091778"/>
                  </a:lnTo>
                  <a:lnTo>
                    <a:pt x="2510530" y="2091778"/>
                  </a:lnTo>
                  <a:lnTo>
                    <a:pt x="2510530" y="2091778"/>
                  </a:lnTo>
                  <a:lnTo>
                    <a:pt x="2515522" y="2091778"/>
                  </a:lnTo>
                  <a:lnTo>
                    <a:pt x="2515522" y="2075457"/>
                  </a:lnTo>
                  <a:lnTo>
                    <a:pt x="2520513" y="2075457"/>
                  </a:lnTo>
                  <a:lnTo>
                    <a:pt x="2520513" y="2075457"/>
                  </a:lnTo>
                  <a:lnTo>
                    <a:pt x="2525504" y="2075457"/>
                  </a:lnTo>
                  <a:lnTo>
                    <a:pt x="2525504" y="2075457"/>
                  </a:lnTo>
                  <a:lnTo>
                    <a:pt x="2530495" y="2075457"/>
                  </a:lnTo>
                  <a:lnTo>
                    <a:pt x="2530495" y="2075457"/>
                  </a:lnTo>
                  <a:lnTo>
                    <a:pt x="2535486" y="2075457"/>
                  </a:lnTo>
                  <a:lnTo>
                    <a:pt x="2535486" y="2075457"/>
                  </a:lnTo>
                  <a:lnTo>
                    <a:pt x="2540477" y="2075457"/>
                  </a:lnTo>
                  <a:lnTo>
                    <a:pt x="2540477" y="2075457"/>
                  </a:lnTo>
                  <a:lnTo>
                    <a:pt x="2545468" y="2075457"/>
                  </a:lnTo>
                  <a:lnTo>
                    <a:pt x="2545468" y="2059123"/>
                  </a:lnTo>
                  <a:lnTo>
                    <a:pt x="2550459" y="2059123"/>
                  </a:lnTo>
                  <a:lnTo>
                    <a:pt x="2550459" y="2059123"/>
                  </a:lnTo>
                  <a:lnTo>
                    <a:pt x="2555450" y="2059123"/>
                  </a:lnTo>
                  <a:lnTo>
                    <a:pt x="2555450" y="2059123"/>
                  </a:lnTo>
                  <a:lnTo>
                    <a:pt x="2560442" y="2059123"/>
                  </a:lnTo>
                  <a:lnTo>
                    <a:pt x="2560442" y="2059123"/>
                  </a:lnTo>
                  <a:lnTo>
                    <a:pt x="2565433" y="2059123"/>
                  </a:lnTo>
                  <a:lnTo>
                    <a:pt x="2565433" y="2059123"/>
                  </a:lnTo>
                  <a:lnTo>
                    <a:pt x="2570424" y="2059123"/>
                  </a:lnTo>
                  <a:lnTo>
                    <a:pt x="2570424" y="2059123"/>
                  </a:lnTo>
                  <a:lnTo>
                    <a:pt x="2575415" y="2059123"/>
                  </a:lnTo>
                  <a:lnTo>
                    <a:pt x="2575415" y="2042743"/>
                  </a:lnTo>
                  <a:lnTo>
                    <a:pt x="2580406" y="2042743"/>
                  </a:lnTo>
                  <a:lnTo>
                    <a:pt x="2580406" y="2042743"/>
                  </a:lnTo>
                  <a:lnTo>
                    <a:pt x="2585397" y="2042743"/>
                  </a:lnTo>
                  <a:lnTo>
                    <a:pt x="2585397" y="2042743"/>
                  </a:lnTo>
                  <a:lnTo>
                    <a:pt x="2590388" y="2042743"/>
                  </a:lnTo>
                  <a:lnTo>
                    <a:pt x="2590388" y="2042743"/>
                  </a:lnTo>
                  <a:lnTo>
                    <a:pt x="2595379" y="2042743"/>
                  </a:lnTo>
                  <a:lnTo>
                    <a:pt x="2595379" y="2042743"/>
                  </a:lnTo>
                  <a:lnTo>
                    <a:pt x="2600370" y="2042743"/>
                  </a:lnTo>
                  <a:lnTo>
                    <a:pt x="2600370" y="2042743"/>
                  </a:lnTo>
                  <a:lnTo>
                    <a:pt x="2605362" y="2042743"/>
                  </a:lnTo>
                  <a:lnTo>
                    <a:pt x="2605362" y="2042743"/>
                  </a:lnTo>
                  <a:lnTo>
                    <a:pt x="2610353" y="2042743"/>
                  </a:lnTo>
                  <a:lnTo>
                    <a:pt x="2610353" y="2042743"/>
                  </a:lnTo>
                  <a:lnTo>
                    <a:pt x="2615344" y="2042743"/>
                  </a:lnTo>
                  <a:lnTo>
                    <a:pt x="2615344" y="2042743"/>
                  </a:lnTo>
                  <a:lnTo>
                    <a:pt x="2620335" y="2042743"/>
                  </a:lnTo>
                  <a:lnTo>
                    <a:pt x="2620335" y="2042743"/>
                  </a:lnTo>
                  <a:lnTo>
                    <a:pt x="2625326" y="2042743"/>
                  </a:lnTo>
                  <a:lnTo>
                    <a:pt x="2625326" y="2042743"/>
                  </a:lnTo>
                  <a:lnTo>
                    <a:pt x="2630317" y="2042743"/>
                  </a:lnTo>
                  <a:lnTo>
                    <a:pt x="2630317" y="2026314"/>
                  </a:lnTo>
                  <a:lnTo>
                    <a:pt x="2635308" y="2026314"/>
                  </a:lnTo>
                  <a:lnTo>
                    <a:pt x="2635308" y="2026314"/>
                  </a:lnTo>
                  <a:lnTo>
                    <a:pt x="2640299" y="2026314"/>
                  </a:lnTo>
                  <a:lnTo>
                    <a:pt x="2640299" y="2026314"/>
                  </a:lnTo>
                  <a:lnTo>
                    <a:pt x="2645291" y="2026314"/>
                  </a:lnTo>
                  <a:lnTo>
                    <a:pt x="2645291" y="2026314"/>
                  </a:lnTo>
                  <a:lnTo>
                    <a:pt x="2650282" y="2026314"/>
                  </a:lnTo>
                  <a:lnTo>
                    <a:pt x="2650282" y="2026314"/>
                  </a:lnTo>
                  <a:lnTo>
                    <a:pt x="2655273" y="2026314"/>
                  </a:lnTo>
                  <a:lnTo>
                    <a:pt x="2655273" y="2026314"/>
                  </a:lnTo>
                  <a:lnTo>
                    <a:pt x="2660264" y="2026314"/>
                  </a:lnTo>
                  <a:lnTo>
                    <a:pt x="2660264" y="2026314"/>
                  </a:lnTo>
                  <a:lnTo>
                    <a:pt x="2665255" y="2026314"/>
                  </a:lnTo>
                  <a:lnTo>
                    <a:pt x="2665255" y="2026314"/>
                  </a:lnTo>
                  <a:lnTo>
                    <a:pt x="2670246" y="2026314"/>
                  </a:lnTo>
                  <a:lnTo>
                    <a:pt x="2670246" y="2026314"/>
                  </a:lnTo>
                  <a:lnTo>
                    <a:pt x="2675237" y="2026314"/>
                  </a:lnTo>
                  <a:lnTo>
                    <a:pt x="2675237" y="2026314"/>
                  </a:lnTo>
                  <a:lnTo>
                    <a:pt x="2680228" y="2026314"/>
                  </a:lnTo>
                  <a:lnTo>
                    <a:pt x="2680228" y="2026314"/>
                  </a:lnTo>
                  <a:lnTo>
                    <a:pt x="2685219" y="2026314"/>
                  </a:lnTo>
                  <a:lnTo>
                    <a:pt x="2685219" y="2026314"/>
                  </a:lnTo>
                  <a:lnTo>
                    <a:pt x="2690211" y="2026314"/>
                  </a:lnTo>
                  <a:lnTo>
                    <a:pt x="2690211" y="2009799"/>
                  </a:lnTo>
                  <a:lnTo>
                    <a:pt x="2695202" y="2009799"/>
                  </a:lnTo>
                  <a:lnTo>
                    <a:pt x="2695202" y="2009799"/>
                  </a:lnTo>
                  <a:lnTo>
                    <a:pt x="2700193" y="2009799"/>
                  </a:lnTo>
                  <a:lnTo>
                    <a:pt x="2700193" y="2009799"/>
                  </a:lnTo>
                  <a:lnTo>
                    <a:pt x="2705184" y="2009799"/>
                  </a:lnTo>
                  <a:lnTo>
                    <a:pt x="2705184" y="2009799"/>
                  </a:lnTo>
                  <a:lnTo>
                    <a:pt x="2710175" y="2009799"/>
                  </a:lnTo>
                  <a:lnTo>
                    <a:pt x="2710175" y="2009799"/>
                  </a:lnTo>
                  <a:lnTo>
                    <a:pt x="2715166" y="2009799"/>
                  </a:lnTo>
                  <a:lnTo>
                    <a:pt x="2715166" y="1993272"/>
                  </a:lnTo>
                  <a:lnTo>
                    <a:pt x="2720157" y="1993272"/>
                  </a:lnTo>
                  <a:lnTo>
                    <a:pt x="2720157" y="1976750"/>
                  </a:lnTo>
                  <a:lnTo>
                    <a:pt x="2725148" y="1976750"/>
                  </a:lnTo>
                  <a:lnTo>
                    <a:pt x="2725148" y="1976750"/>
                  </a:lnTo>
                  <a:lnTo>
                    <a:pt x="2730139" y="1976750"/>
                  </a:lnTo>
                  <a:lnTo>
                    <a:pt x="2730139" y="1976750"/>
                  </a:lnTo>
                  <a:lnTo>
                    <a:pt x="2735131" y="1976750"/>
                  </a:lnTo>
                  <a:lnTo>
                    <a:pt x="2735131" y="1976750"/>
                  </a:lnTo>
                  <a:lnTo>
                    <a:pt x="2740122" y="1976750"/>
                  </a:lnTo>
                  <a:lnTo>
                    <a:pt x="2740122" y="1960196"/>
                  </a:lnTo>
                  <a:lnTo>
                    <a:pt x="2745113" y="1960196"/>
                  </a:lnTo>
                  <a:lnTo>
                    <a:pt x="2745113" y="1960196"/>
                  </a:lnTo>
                  <a:lnTo>
                    <a:pt x="2750104" y="1960196"/>
                  </a:lnTo>
                  <a:lnTo>
                    <a:pt x="2750104" y="1960196"/>
                  </a:lnTo>
                  <a:lnTo>
                    <a:pt x="2755095" y="1960196"/>
                  </a:lnTo>
                  <a:lnTo>
                    <a:pt x="2755095" y="1960196"/>
                  </a:lnTo>
                  <a:lnTo>
                    <a:pt x="2760086" y="1960196"/>
                  </a:lnTo>
                  <a:lnTo>
                    <a:pt x="2760086" y="1960196"/>
                  </a:lnTo>
                  <a:lnTo>
                    <a:pt x="2765077" y="1960196"/>
                  </a:lnTo>
                  <a:lnTo>
                    <a:pt x="2765077" y="1960196"/>
                  </a:lnTo>
                  <a:lnTo>
                    <a:pt x="2770068" y="1960196"/>
                  </a:lnTo>
                  <a:lnTo>
                    <a:pt x="2770068" y="1960196"/>
                  </a:lnTo>
                  <a:lnTo>
                    <a:pt x="2775060" y="1960196"/>
                  </a:lnTo>
                  <a:lnTo>
                    <a:pt x="2775060" y="1960196"/>
                  </a:lnTo>
                  <a:lnTo>
                    <a:pt x="2780051" y="1960196"/>
                  </a:lnTo>
                  <a:lnTo>
                    <a:pt x="2780051" y="1943649"/>
                  </a:lnTo>
                  <a:lnTo>
                    <a:pt x="2785042" y="1943649"/>
                  </a:lnTo>
                  <a:lnTo>
                    <a:pt x="2785042" y="1943649"/>
                  </a:lnTo>
                  <a:lnTo>
                    <a:pt x="2790033" y="1943649"/>
                  </a:lnTo>
                  <a:lnTo>
                    <a:pt x="2790033" y="1927068"/>
                  </a:lnTo>
                  <a:lnTo>
                    <a:pt x="2795024" y="1927068"/>
                  </a:lnTo>
                  <a:lnTo>
                    <a:pt x="2795024" y="1927068"/>
                  </a:lnTo>
                  <a:lnTo>
                    <a:pt x="2800015" y="1927068"/>
                  </a:lnTo>
                  <a:lnTo>
                    <a:pt x="2800015" y="1927068"/>
                  </a:lnTo>
                  <a:lnTo>
                    <a:pt x="2805006" y="1927068"/>
                  </a:lnTo>
                  <a:lnTo>
                    <a:pt x="2805006" y="1927068"/>
                  </a:lnTo>
                  <a:lnTo>
                    <a:pt x="2809997" y="1927068"/>
                  </a:lnTo>
                  <a:lnTo>
                    <a:pt x="2809997" y="1927068"/>
                  </a:lnTo>
                  <a:lnTo>
                    <a:pt x="2814988" y="1927068"/>
                  </a:lnTo>
                  <a:lnTo>
                    <a:pt x="2814988" y="1927068"/>
                  </a:lnTo>
                  <a:lnTo>
                    <a:pt x="2819980" y="1927068"/>
                  </a:lnTo>
                  <a:lnTo>
                    <a:pt x="2819980" y="1927068"/>
                  </a:lnTo>
                  <a:lnTo>
                    <a:pt x="2824971" y="1927068"/>
                  </a:lnTo>
                  <a:lnTo>
                    <a:pt x="2824971" y="1927068"/>
                  </a:lnTo>
                  <a:lnTo>
                    <a:pt x="2829962" y="1927068"/>
                  </a:lnTo>
                  <a:lnTo>
                    <a:pt x="2829962" y="1927068"/>
                  </a:lnTo>
                  <a:lnTo>
                    <a:pt x="2834953" y="1927068"/>
                  </a:lnTo>
                  <a:lnTo>
                    <a:pt x="2834953" y="1927068"/>
                  </a:lnTo>
                  <a:lnTo>
                    <a:pt x="2839944" y="1927068"/>
                  </a:lnTo>
                  <a:lnTo>
                    <a:pt x="2839944" y="1927068"/>
                  </a:lnTo>
                  <a:lnTo>
                    <a:pt x="2844935" y="1927068"/>
                  </a:lnTo>
                  <a:lnTo>
                    <a:pt x="2844935" y="1927068"/>
                  </a:lnTo>
                  <a:lnTo>
                    <a:pt x="2849926" y="1927068"/>
                  </a:lnTo>
                  <a:lnTo>
                    <a:pt x="2849926" y="1927068"/>
                  </a:lnTo>
                  <a:lnTo>
                    <a:pt x="2854917" y="1927068"/>
                  </a:lnTo>
                  <a:lnTo>
                    <a:pt x="2854917" y="1927068"/>
                  </a:lnTo>
                  <a:lnTo>
                    <a:pt x="2859908" y="1927068"/>
                  </a:lnTo>
                  <a:lnTo>
                    <a:pt x="2859908" y="1927068"/>
                  </a:lnTo>
                  <a:lnTo>
                    <a:pt x="2864900" y="1927068"/>
                  </a:lnTo>
                  <a:lnTo>
                    <a:pt x="2864900" y="1927068"/>
                  </a:lnTo>
                  <a:lnTo>
                    <a:pt x="2869891" y="1927068"/>
                  </a:lnTo>
                  <a:lnTo>
                    <a:pt x="2869891" y="1927068"/>
                  </a:lnTo>
                  <a:lnTo>
                    <a:pt x="2874882" y="1927068"/>
                  </a:lnTo>
                  <a:lnTo>
                    <a:pt x="2874882" y="1927068"/>
                  </a:lnTo>
                  <a:lnTo>
                    <a:pt x="2879873" y="1927068"/>
                  </a:lnTo>
                  <a:lnTo>
                    <a:pt x="2879873" y="1927068"/>
                  </a:lnTo>
                  <a:lnTo>
                    <a:pt x="2884864" y="1927068"/>
                  </a:lnTo>
                  <a:lnTo>
                    <a:pt x="2884864" y="1927068"/>
                  </a:lnTo>
                  <a:lnTo>
                    <a:pt x="2889855" y="1927068"/>
                  </a:lnTo>
                  <a:lnTo>
                    <a:pt x="2889855" y="1927068"/>
                  </a:lnTo>
                  <a:lnTo>
                    <a:pt x="2894846" y="1927068"/>
                  </a:lnTo>
                  <a:lnTo>
                    <a:pt x="2894846" y="1927068"/>
                  </a:lnTo>
                  <a:lnTo>
                    <a:pt x="2899837" y="1927068"/>
                  </a:lnTo>
                  <a:lnTo>
                    <a:pt x="2899837" y="1927068"/>
                  </a:lnTo>
                  <a:lnTo>
                    <a:pt x="2904829" y="1927068"/>
                  </a:lnTo>
                  <a:lnTo>
                    <a:pt x="2904829" y="1927068"/>
                  </a:lnTo>
                  <a:lnTo>
                    <a:pt x="2909820" y="1927068"/>
                  </a:lnTo>
                  <a:lnTo>
                    <a:pt x="2909820" y="1927068"/>
                  </a:lnTo>
                  <a:lnTo>
                    <a:pt x="2914811" y="1927068"/>
                  </a:lnTo>
                  <a:lnTo>
                    <a:pt x="2914811" y="1927068"/>
                  </a:lnTo>
                  <a:lnTo>
                    <a:pt x="2919802" y="1927068"/>
                  </a:lnTo>
                  <a:lnTo>
                    <a:pt x="2919802" y="1927068"/>
                  </a:lnTo>
                  <a:lnTo>
                    <a:pt x="2924793" y="1927068"/>
                  </a:lnTo>
                  <a:lnTo>
                    <a:pt x="2924793" y="1927068"/>
                  </a:lnTo>
                  <a:lnTo>
                    <a:pt x="2929784" y="1927068"/>
                  </a:lnTo>
                  <a:lnTo>
                    <a:pt x="2929784" y="1927068"/>
                  </a:lnTo>
                  <a:lnTo>
                    <a:pt x="2934775" y="1927068"/>
                  </a:lnTo>
                  <a:lnTo>
                    <a:pt x="2934775" y="1927068"/>
                  </a:lnTo>
                  <a:lnTo>
                    <a:pt x="2939766" y="1927068"/>
                  </a:lnTo>
                  <a:lnTo>
                    <a:pt x="2939766" y="1927068"/>
                  </a:lnTo>
                  <a:lnTo>
                    <a:pt x="2944757" y="1927068"/>
                  </a:lnTo>
                  <a:lnTo>
                    <a:pt x="2944757" y="1927068"/>
                  </a:lnTo>
                  <a:lnTo>
                    <a:pt x="2949749" y="1927068"/>
                  </a:lnTo>
                  <a:lnTo>
                    <a:pt x="2949749" y="1927068"/>
                  </a:lnTo>
                  <a:lnTo>
                    <a:pt x="2954740" y="1927068"/>
                  </a:lnTo>
                  <a:lnTo>
                    <a:pt x="2954740" y="1927068"/>
                  </a:lnTo>
                  <a:lnTo>
                    <a:pt x="2959731" y="1927068"/>
                  </a:lnTo>
                  <a:lnTo>
                    <a:pt x="2959731" y="1927068"/>
                  </a:lnTo>
                  <a:lnTo>
                    <a:pt x="2964722" y="1927068"/>
                  </a:lnTo>
                  <a:lnTo>
                    <a:pt x="2964722" y="1927068"/>
                  </a:lnTo>
                  <a:lnTo>
                    <a:pt x="2969713" y="1927068"/>
                  </a:lnTo>
                  <a:lnTo>
                    <a:pt x="2969713" y="1910010"/>
                  </a:lnTo>
                  <a:lnTo>
                    <a:pt x="2974704" y="1910010"/>
                  </a:lnTo>
                  <a:lnTo>
                    <a:pt x="2974704" y="1910010"/>
                  </a:lnTo>
                  <a:lnTo>
                    <a:pt x="2979695" y="1910010"/>
                  </a:lnTo>
                  <a:lnTo>
                    <a:pt x="2979695" y="1910010"/>
                  </a:lnTo>
                  <a:lnTo>
                    <a:pt x="2984686" y="1910010"/>
                  </a:lnTo>
                  <a:lnTo>
                    <a:pt x="2984686" y="1910010"/>
                  </a:lnTo>
                  <a:lnTo>
                    <a:pt x="2989677" y="1910010"/>
                  </a:lnTo>
                  <a:lnTo>
                    <a:pt x="2989677" y="1910010"/>
                  </a:lnTo>
                  <a:lnTo>
                    <a:pt x="2994669" y="1910010"/>
                  </a:lnTo>
                  <a:lnTo>
                    <a:pt x="2994669" y="1910010"/>
                  </a:lnTo>
                  <a:lnTo>
                    <a:pt x="2999660" y="1910010"/>
                  </a:lnTo>
                  <a:lnTo>
                    <a:pt x="2999660" y="1910010"/>
                  </a:lnTo>
                  <a:lnTo>
                    <a:pt x="3004651" y="1910010"/>
                  </a:lnTo>
                  <a:lnTo>
                    <a:pt x="3004651" y="1910010"/>
                  </a:lnTo>
                  <a:lnTo>
                    <a:pt x="3009642" y="1910010"/>
                  </a:lnTo>
                  <a:lnTo>
                    <a:pt x="3009642" y="1910010"/>
                  </a:lnTo>
                  <a:lnTo>
                    <a:pt x="3014633" y="1910010"/>
                  </a:lnTo>
                  <a:lnTo>
                    <a:pt x="3014633" y="1892786"/>
                  </a:lnTo>
                  <a:lnTo>
                    <a:pt x="3019624" y="1892786"/>
                  </a:lnTo>
                  <a:lnTo>
                    <a:pt x="3019624" y="1892786"/>
                  </a:lnTo>
                  <a:lnTo>
                    <a:pt x="3024615" y="1892786"/>
                  </a:lnTo>
                  <a:lnTo>
                    <a:pt x="3024615" y="1892786"/>
                  </a:lnTo>
                  <a:lnTo>
                    <a:pt x="3029606" y="1892786"/>
                  </a:lnTo>
                  <a:lnTo>
                    <a:pt x="3029606" y="1892786"/>
                  </a:lnTo>
                  <a:lnTo>
                    <a:pt x="3034598" y="1892786"/>
                  </a:lnTo>
                  <a:lnTo>
                    <a:pt x="3034598" y="1892786"/>
                  </a:lnTo>
                  <a:lnTo>
                    <a:pt x="3039589" y="1892786"/>
                  </a:lnTo>
                  <a:lnTo>
                    <a:pt x="3039589" y="1892786"/>
                  </a:lnTo>
                  <a:lnTo>
                    <a:pt x="3044580" y="1892786"/>
                  </a:lnTo>
                  <a:lnTo>
                    <a:pt x="3044580" y="1892786"/>
                  </a:lnTo>
                  <a:lnTo>
                    <a:pt x="3049571" y="1892786"/>
                  </a:lnTo>
                  <a:lnTo>
                    <a:pt x="3049571" y="1892786"/>
                  </a:lnTo>
                  <a:lnTo>
                    <a:pt x="3054562" y="1892786"/>
                  </a:lnTo>
                  <a:lnTo>
                    <a:pt x="3054562" y="1892786"/>
                  </a:lnTo>
                  <a:lnTo>
                    <a:pt x="3059553" y="1892786"/>
                  </a:lnTo>
                  <a:lnTo>
                    <a:pt x="3059553" y="1892786"/>
                  </a:lnTo>
                  <a:lnTo>
                    <a:pt x="3064544" y="1892786"/>
                  </a:lnTo>
                  <a:lnTo>
                    <a:pt x="3064544" y="1892786"/>
                  </a:lnTo>
                  <a:lnTo>
                    <a:pt x="3069535" y="1892786"/>
                  </a:lnTo>
                  <a:lnTo>
                    <a:pt x="3069535" y="1875479"/>
                  </a:lnTo>
                  <a:lnTo>
                    <a:pt x="3074526" y="1875479"/>
                  </a:lnTo>
                  <a:lnTo>
                    <a:pt x="3074526" y="1875479"/>
                  </a:lnTo>
                  <a:lnTo>
                    <a:pt x="3079518" y="1875479"/>
                  </a:lnTo>
                  <a:lnTo>
                    <a:pt x="3079518" y="1875479"/>
                  </a:lnTo>
                  <a:lnTo>
                    <a:pt x="3084509" y="1875479"/>
                  </a:lnTo>
                  <a:lnTo>
                    <a:pt x="3084509" y="1875479"/>
                  </a:lnTo>
                  <a:lnTo>
                    <a:pt x="3089500" y="1875479"/>
                  </a:lnTo>
                  <a:lnTo>
                    <a:pt x="3089500" y="1875479"/>
                  </a:lnTo>
                  <a:lnTo>
                    <a:pt x="3094491" y="1875479"/>
                  </a:lnTo>
                  <a:lnTo>
                    <a:pt x="3094491" y="1875479"/>
                  </a:lnTo>
                  <a:lnTo>
                    <a:pt x="3099482" y="1875479"/>
                  </a:lnTo>
                  <a:lnTo>
                    <a:pt x="3099482" y="1875479"/>
                  </a:lnTo>
                  <a:lnTo>
                    <a:pt x="3104473" y="1875479"/>
                  </a:lnTo>
                  <a:lnTo>
                    <a:pt x="3104473" y="1875479"/>
                  </a:lnTo>
                  <a:lnTo>
                    <a:pt x="3109464" y="1875479"/>
                  </a:lnTo>
                  <a:lnTo>
                    <a:pt x="3109464" y="1875479"/>
                  </a:lnTo>
                  <a:lnTo>
                    <a:pt x="3114455" y="1875479"/>
                  </a:lnTo>
                  <a:lnTo>
                    <a:pt x="3114455" y="1875479"/>
                  </a:lnTo>
                  <a:lnTo>
                    <a:pt x="3119446" y="1875479"/>
                  </a:lnTo>
                  <a:lnTo>
                    <a:pt x="3119446" y="1875479"/>
                  </a:lnTo>
                  <a:lnTo>
                    <a:pt x="3124438" y="1875479"/>
                  </a:lnTo>
                  <a:lnTo>
                    <a:pt x="3124438" y="1875479"/>
                  </a:lnTo>
                  <a:lnTo>
                    <a:pt x="3129429" y="1875479"/>
                  </a:lnTo>
                  <a:lnTo>
                    <a:pt x="3129429" y="1875479"/>
                  </a:lnTo>
                  <a:lnTo>
                    <a:pt x="3134420" y="1875479"/>
                  </a:lnTo>
                  <a:lnTo>
                    <a:pt x="3134420" y="1857953"/>
                  </a:lnTo>
                  <a:lnTo>
                    <a:pt x="3139411" y="1857953"/>
                  </a:lnTo>
                  <a:lnTo>
                    <a:pt x="3139411" y="1857953"/>
                  </a:lnTo>
                  <a:lnTo>
                    <a:pt x="3144402" y="1857953"/>
                  </a:lnTo>
                  <a:lnTo>
                    <a:pt x="3144402" y="1857953"/>
                  </a:lnTo>
                  <a:lnTo>
                    <a:pt x="3149393" y="1857953"/>
                  </a:lnTo>
                  <a:lnTo>
                    <a:pt x="3149393" y="1857953"/>
                  </a:lnTo>
                  <a:lnTo>
                    <a:pt x="3154384" y="1857953"/>
                  </a:lnTo>
                  <a:lnTo>
                    <a:pt x="3154384" y="1857953"/>
                  </a:lnTo>
                  <a:lnTo>
                    <a:pt x="3159375" y="1857953"/>
                  </a:lnTo>
                  <a:lnTo>
                    <a:pt x="3159375" y="1857953"/>
                  </a:lnTo>
                  <a:lnTo>
                    <a:pt x="3164367" y="1857953"/>
                  </a:lnTo>
                  <a:lnTo>
                    <a:pt x="3164367" y="1857953"/>
                  </a:lnTo>
                  <a:lnTo>
                    <a:pt x="3169358" y="1857953"/>
                  </a:lnTo>
                  <a:lnTo>
                    <a:pt x="3169358" y="1857953"/>
                  </a:lnTo>
                  <a:lnTo>
                    <a:pt x="3174349" y="1857953"/>
                  </a:lnTo>
                  <a:lnTo>
                    <a:pt x="3174349" y="1857953"/>
                  </a:lnTo>
                  <a:lnTo>
                    <a:pt x="3179340" y="1857953"/>
                  </a:lnTo>
                  <a:lnTo>
                    <a:pt x="3179340" y="1857953"/>
                  </a:lnTo>
                  <a:lnTo>
                    <a:pt x="3184331" y="1857953"/>
                  </a:lnTo>
                  <a:lnTo>
                    <a:pt x="3184331" y="1857953"/>
                  </a:lnTo>
                  <a:lnTo>
                    <a:pt x="3189322" y="1857953"/>
                  </a:lnTo>
                  <a:lnTo>
                    <a:pt x="3189322" y="1857953"/>
                  </a:lnTo>
                  <a:lnTo>
                    <a:pt x="3194313" y="1857953"/>
                  </a:lnTo>
                  <a:lnTo>
                    <a:pt x="3194313" y="1857953"/>
                  </a:lnTo>
                  <a:lnTo>
                    <a:pt x="3199304" y="1857953"/>
                  </a:lnTo>
                  <a:lnTo>
                    <a:pt x="3199304" y="1857953"/>
                  </a:lnTo>
                  <a:lnTo>
                    <a:pt x="3204295" y="1857953"/>
                  </a:lnTo>
                  <a:lnTo>
                    <a:pt x="3204295" y="1857953"/>
                  </a:lnTo>
                  <a:lnTo>
                    <a:pt x="3209287" y="1857953"/>
                  </a:lnTo>
                  <a:lnTo>
                    <a:pt x="3209287" y="1857953"/>
                  </a:lnTo>
                  <a:lnTo>
                    <a:pt x="3214278" y="1857953"/>
                  </a:lnTo>
                  <a:lnTo>
                    <a:pt x="3214278" y="1857953"/>
                  </a:lnTo>
                  <a:lnTo>
                    <a:pt x="3219269" y="1857953"/>
                  </a:lnTo>
                  <a:lnTo>
                    <a:pt x="3219269" y="1857953"/>
                  </a:lnTo>
                  <a:lnTo>
                    <a:pt x="3224260" y="1857953"/>
                  </a:lnTo>
                  <a:lnTo>
                    <a:pt x="3224260" y="1839977"/>
                  </a:lnTo>
                  <a:lnTo>
                    <a:pt x="3229251" y="1839977"/>
                  </a:lnTo>
                  <a:lnTo>
                    <a:pt x="3229251" y="1839977"/>
                  </a:lnTo>
                  <a:lnTo>
                    <a:pt x="3234242" y="1839977"/>
                  </a:lnTo>
                  <a:lnTo>
                    <a:pt x="3234242" y="1839977"/>
                  </a:lnTo>
                  <a:lnTo>
                    <a:pt x="3239233" y="1839977"/>
                  </a:lnTo>
                  <a:lnTo>
                    <a:pt x="3239233" y="1839977"/>
                  </a:lnTo>
                  <a:lnTo>
                    <a:pt x="3244224" y="1839977"/>
                  </a:lnTo>
                  <a:lnTo>
                    <a:pt x="3244224" y="1839977"/>
                  </a:lnTo>
                  <a:lnTo>
                    <a:pt x="3249215" y="1839977"/>
                  </a:lnTo>
                  <a:lnTo>
                    <a:pt x="3249215" y="1839977"/>
                  </a:lnTo>
                  <a:lnTo>
                    <a:pt x="3254207" y="1839977"/>
                  </a:lnTo>
                  <a:lnTo>
                    <a:pt x="3254207" y="1839977"/>
                  </a:lnTo>
                  <a:lnTo>
                    <a:pt x="3259198" y="1839977"/>
                  </a:lnTo>
                  <a:lnTo>
                    <a:pt x="3259198" y="1839977"/>
                  </a:lnTo>
                  <a:lnTo>
                    <a:pt x="3264189" y="1839977"/>
                  </a:lnTo>
                  <a:lnTo>
                    <a:pt x="3264189" y="1839977"/>
                  </a:lnTo>
                  <a:lnTo>
                    <a:pt x="3269180" y="1839977"/>
                  </a:lnTo>
                  <a:lnTo>
                    <a:pt x="3269180" y="1839977"/>
                  </a:lnTo>
                  <a:lnTo>
                    <a:pt x="3274171" y="1839977"/>
                  </a:lnTo>
                  <a:lnTo>
                    <a:pt x="3274171" y="1839977"/>
                  </a:lnTo>
                  <a:lnTo>
                    <a:pt x="3279162" y="1839977"/>
                  </a:lnTo>
                  <a:lnTo>
                    <a:pt x="3279162" y="1839977"/>
                  </a:lnTo>
                  <a:lnTo>
                    <a:pt x="3284153" y="1839977"/>
                  </a:lnTo>
                  <a:lnTo>
                    <a:pt x="3284153" y="1839977"/>
                  </a:lnTo>
                  <a:lnTo>
                    <a:pt x="3289144" y="1839977"/>
                  </a:lnTo>
                  <a:lnTo>
                    <a:pt x="3289144" y="1839977"/>
                  </a:lnTo>
                  <a:lnTo>
                    <a:pt x="3294135" y="1839977"/>
                  </a:lnTo>
                  <a:lnTo>
                    <a:pt x="3294135" y="1839977"/>
                  </a:lnTo>
                  <a:lnTo>
                    <a:pt x="3299127" y="1839977"/>
                  </a:lnTo>
                  <a:lnTo>
                    <a:pt x="3299127" y="1839977"/>
                  </a:lnTo>
                  <a:lnTo>
                    <a:pt x="3304118" y="1839977"/>
                  </a:lnTo>
                  <a:lnTo>
                    <a:pt x="3304118" y="1839977"/>
                  </a:lnTo>
                  <a:lnTo>
                    <a:pt x="3309109" y="1839977"/>
                  </a:lnTo>
                  <a:lnTo>
                    <a:pt x="3309109" y="1839977"/>
                  </a:lnTo>
                  <a:lnTo>
                    <a:pt x="3314100" y="1839977"/>
                  </a:lnTo>
                  <a:lnTo>
                    <a:pt x="3314100" y="1821732"/>
                  </a:lnTo>
                  <a:lnTo>
                    <a:pt x="3319091" y="1821732"/>
                  </a:lnTo>
                  <a:lnTo>
                    <a:pt x="3319091" y="1821732"/>
                  </a:lnTo>
                  <a:lnTo>
                    <a:pt x="3324082" y="1821732"/>
                  </a:lnTo>
                  <a:lnTo>
                    <a:pt x="3324082" y="1821732"/>
                  </a:lnTo>
                  <a:lnTo>
                    <a:pt x="3329073" y="1821732"/>
                  </a:lnTo>
                  <a:lnTo>
                    <a:pt x="3329073" y="1821732"/>
                  </a:lnTo>
                  <a:lnTo>
                    <a:pt x="3334064" y="1821732"/>
                  </a:lnTo>
                  <a:lnTo>
                    <a:pt x="3334064" y="1821732"/>
                  </a:lnTo>
                  <a:lnTo>
                    <a:pt x="3339056" y="1821732"/>
                  </a:lnTo>
                  <a:lnTo>
                    <a:pt x="3339056" y="1821732"/>
                  </a:lnTo>
                  <a:lnTo>
                    <a:pt x="3344047" y="1821732"/>
                  </a:lnTo>
                  <a:lnTo>
                    <a:pt x="3344047" y="1821732"/>
                  </a:lnTo>
                  <a:lnTo>
                    <a:pt x="3349038" y="1821732"/>
                  </a:lnTo>
                  <a:lnTo>
                    <a:pt x="3349038" y="1821732"/>
                  </a:lnTo>
                  <a:lnTo>
                    <a:pt x="3354029" y="1821732"/>
                  </a:lnTo>
                  <a:lnTo>
                    <a:pt x="3354029" y="1821732"/>
                  </a:lnTo>
                  <a:lnTo>
                    <a:pt x="3359020" y="1821732"/>
                  </a:lnTo>
                  <a:lnTo>
                    <a:pt x="3359020" y="1821732"/>
                  </a:lnTo>
                  <a:lnTo>
                    <a:pt x="3364011" y="1821732"/>
                  </a:lnTo>
                  <a:lnTo>
                    <a:pt x="3364011" y="1821732"/>
                  </a:lnTo>
                  <a:lnTo>
                    <a:pt x="3369002" y="1821732"/>
                  </a:lnTo>
                  <a:lnTo>
                    <a:pt x="3369002" y="1821732"/>
                  </a:lnTo>
                  <a:lnTo>
                    <a:pt x="3373993" y="1821732"/>
                  </a:lnTo>
                  <a:lnTo>
                    <a:pt x="3373993" y="1803286"/>
                  </a:lnTo>
                  <a:lnTo>
                    <a:pt x="3378984" y="1803286"/>
                  </a:lnTo>
                  <a:lnTo>
                    <a:pt x="3378984" y="1784848"/>
                  </a:lnTo>
                  <a:lnTo>
                    <a:pt x="3383976" y="1784848"/>
                  </a:lnTo>
                  <a:lnTo>
                    <a:pt x="3383976" y="1766365"/>
                  </a:lnTo>
                  <a:lnTo>
                    <a:pt x="3388967" y="1766365"/>
                  </a:lnTo>
                  <a:lnTo>
                    <a:pt x="3388967" y="1766365"/>
                  </a:lnTo>
                  <a:lnTo>
                    <a:pt x="3393958" y="1766365"/>
                  </a:lnTo>
                  <a:lnTo>
                    <a:pt x="3393958" y="1766365"/>
                  </a:lnTo>
                  <a:lnTo>
                    <a:pt x="3398949" y="1766365"/>
                  </a:lnTo>
                  <a:lnTo>
                    <a:pt x="3398949" y="1766365"/>
                  </a:lnTo>
                  <a:lnTo>
                    <a:pt x="3403940" y="1766365"/>
                  </a:lnTo>
                  <a:lnTo>
                    <a:pt x="3403940" y="1766365"/>
                  </a:lnTo>
                  <a:lnTo>
                    <a:pt x="3408931" y="1766365"/>
                  </a:lnTo>
                  <a:lnTo>
                    <a:pt x="3408931" y="1766365"/>
                  </a:lnTo>
                  <a:lnTo>
                    <a:pt x="3413922" y="1766365"/>
                  </a:lnTo>
                  <a:lnTo>
                    <a:pt x="3413922" y="1766365"/>
                  </a:lnTo>
                  <a:lnTo>
                    <a:pt x="3418913" y="1766365"/>
                  </a:lnTo>
                  <a:lnTo>
                    <a:pt x="3418913" y="1766365"/>
                  </a:lnTo>
                  <a:lnTo>
                    <a:pt x="3423904" y="1766365"/>
                  </a:lnTo>
                  <a:lnTo>
                    <a:pt x="3423904" y="1766365"/>
                  </a:lnTo>
                  <a:lnTo>
                    <a:pt x="3428896" y="1766365"/>
                  </a:lnTo>
                  <a:lnTo>
                    <a:pt x="3428896" y="1747755"/>
                  </a:lnTo>
                  <a:lnTo>
                    <a:pt x="3433887" y="1747755"/>
                  </a:lnTo>
                  <a:lnTo>
                    <a:pt x="3433887" y="1747755"/>
                  </a:lnTo>
                  <a:lnTo>
                    <a:pt x="3438878" y="1747755"/>
                  </a:lnTo>
                  <a:lnTo>
                    <a:pt x="3438878" y="1747755"/>
                  </a:lnTo>
                  <a:lnTo>
                    <a:pt x="3443869" y="1747755"/>
                  </a:lnTo>
                  <a:lnTo>
                    <a:pt x="3443869" y="1747755"/>
                  </a:lnTo>
                  <a:lnTo>
                    <a:pt x="3448860" y="1747755"/>
                  </a:lnTo>
                  <a:lnTo>
                    <a:pt x="3448860" y="1747755"/>
                  </a:lnTo>
                  <a:lnTo>
                    <a:pt x="3453851" y="1747755"/>
                  </a:lnTo>
                  <a:lnTo>
                    <a:pt x="3453851" y="1729071"/>
                  </a:lnTo>
                  <a:lnTo>
                    <a:pt x="3458842" y="1729071"/>
                  </a:lnTo>
                  <a:lnTo>
                    <a:pt x="3458842" y="1729071"/>
                  </a:lnTo>
                  <a:lnTo>
                    <a:pt x="3463833" y="1729071"/>
                  </a:lnTo>
                  <a:lnTo>
                    <a:pt x="3463833" y="1729071"/>
                  </a:lnTo>
                  <a:lnTo>
                    <a:pt x="3468825" y="1729071"/>
                  </a:lnTo>
                  <a:lnTo>
                    <a:pt x="3468825" y="1729071"/>
                  </a:lnTo>
                  <a:lnTo>
                    <a:pt x="3473816" y="1729071"/>
                  </a:lnTo>
                  <a:lnTo>
                    <a:pt x="3473816" y="1729071"/>
                  </a:lnTo>
                  <a:lnTo>
                    <a:pt x="3478807" y="1729071"/>
                  </a:lnTo>
                  <a:lnTo>
                    <a:pt x="3478807" y="1729071"/>
                  </a:lnTo>
                  <a:lnTo>
                    <a:pt x="3483798" y="1729071"/>
                  </a:lnTo>
                  <a:lnTo>
                    <a:pt x="3483798" y="1729071"/>
                  </a:lnTo>
                  <a:lnTo>
                    <a:pt x="3488789" y="1729071"/>
                  </a:lnTo>
                  <a:lnTo>
                    <a:pt x="3488789" y="1710255"/>
                  </a:lnTo>
                  <a:lnTo>
                    <a:pt x="3493780" y="1710255"/>
                  </a:lnTo>
                  <a:lnTo>
                    <a:pt x="3493780" y="1710255"/>
                  </a:lnTo>
                  <a:lnTo>
                    <a:pt x="3498771" y="1710255"/>
                  </a:lnTo>
                  <a:lnTo>
                    <a:pt x="3498771" y="1710255"/>
                  </a:lnTo>
                  <a:lnTo>
                    <a:pt x="3503762" y="1710255"/>
                  </a:lnTo>
                  <a:lnTo>
                    <a:pt x="3503762" y="1710255"/>
                  </a:lnTo>
                  <a:lnTo>
                    <a:pt x="3508753" y="1710255"/>
                  </a:lnTo>
                  <a:lnTo>
                    <a:pt x="3508753" y="1710255"/>
                  </a:lnTo>
                  <a:lnTo>
                    <a:pt x="3513745" y="1710255"/>
                  </a:lnTo>
                  <a:lnTo>
                    <a:pt x="3513745" y="1710255"/>
                  </a:lnTo>
                  <a:lnTo>
                    <a:pt x="3518736" y="1710255"/>
                  </a:lnTo>
                  <a:lnTo>
                    <a:pt x="3518736" y="1710255"/>
                  </a:lnTo>
                  <a:lnTo>
                    <a:pt x="3523727" y="1710255"/>
                  </a:lnTo>
                  <a:lnTo>
                    <a:pt x="3523727" y="1710255"/>
                  </a:lnTo>
                  <a:lnTo>
                    <a:pt x="3528718" y="1710255"/>
                  </a:lnTo>
                  <a:lnTo>
                    <a:pt x="3528718" y="1710255"/>
                  </a:lnTo>
                  <a:lnTo>
                    <a:pt x="3533709" y="1710255"/>
                  </a:lnTo>
                  <a:lnTo>
                    <a:pt x="3533709" y="1710255"/>
                  </a:lnTo>
                  <a:lnTo>
                    <a:pt x="3538700" y="1710255"/>
                  </a:lnTo>
                  <a:lnTo>
                    <a:pt x="3538700" y="1710255"/>
                  </a:lnTo>
                  <a:lnTo>
                    <a:pt x="3543691" y="1710255"/>
                  </a:lnTo>
                  <a:lnTo>
                    <a:pt x="3543691" y="1691391"/>
                  </a:lnTo>
                  <a:lnTo>
                    <a:pt x="3548682" y="1691391"/>
                  </a:lnTo>
                  <a:lnTo>
                    <a:pt x="3548682" y="1691391"/>
                  </a:lnTo>
                  <a:lnTo>
                    <a:pt x="3553673" y="1691391"/>
                  </a:lnTo>
                  <a:lnTo>
                    <a:pt x="3553673" y="1672479"/>
                  </a:lnTo>
                  <a:lnTo>
                    <a:pt x="3558665" y="1672479"/>
                  </a:lnTo>
                  <a:lnTo>
                    <a:pt x="3558665" y="1672479"/>
                  </a:lnTo>
                  <a:lnTo>
                    <a:pt x="3563656" y="1672479"/>
                  </a:lnTo>
                  <a:lnTo>
                    <a:pt x="3563656" y="1653574"/>
                  </a:lnTo>
                  <a:lnTo>
                    <a:pt x="3568647" y="1653574"/>
                  </a:lnTo>
                  <a:lnTo>
                    <a:pt x="3568647" y="1653574"/>
                  </a:lnTo>
                  <a:lnTo>
                    <a:pt x="3573638" y="1653574"/>
                  </a:lnTo>
                  <a:lnTo>
                    <a:pt x="3573638" y="1653574"/>
                  </a:lnTo>
                  <a:lnTo>
                    <a:pt x="3578629" y="1653574"/>
                  </a:lnTo>
                  <a:lnTo>
                    <a:pt x="3578629" y="1653574"/>
                  </a:lnTo>
                  <a:lnTo>
                    <a:pt x="3583620" y="1653574"/>
                  </a:lnTo>
                  <a:lnTo>
                    <a:pt x="3583620" y="1653574"/>
                  </a:lnTo>
                  <a:lnTo>
                    <a:pt x="3588611" y="1653574"/>
                  </a:lnTo>
                  <a:lnTo>
                    <a:pt x="3588611" y="1653574"/>
                  </a:lnTo>
                  <a:lnTo>
                    <a:pt x="3593602" y="1653574"/>
                  </a:lnTo>
                  <a:lnTo>
                    <a:pt x="3593602" y="1615675"/>
                  </a:lnTo>
                  <a:lnTo>
                    <a:pt x="3598594" y="1615675"/>
                  </a:lnTo>
                  <a:lnTo>
                    <a:pt x="3598594" y="1615675"/>
                  </a:lnTo>
                  <a:lnTo>
                    <a:pt x="3603585" y="1615675"/>
                  </a:lnTo>
                  <a:lnTo>
                    <a:pt x="3603585" y="1615675"/>
                  </a:lnTo>
                  <a:lnTo>
                    <a:pt x="3608576" y="1615675"/>
                  </a:lnTo>
                  <a:lnTo>
                    <a:pt x="3608576" y="1615675"/>
                  </a:lnTo>
                  <a:lnTo>
                    <a:pt x="3613567" y="1615675"/>
                  </a:lnTo>
                  <a:lnTo>
                    <a:pt x="3613567" y="1577809"/>
                  </a:lnTo>
                  <a:lnTo>
                    <a:pt x="3618558" y="1577809"/>
                  </a:lnTo>
                  <a:lnTo>
                    <a:pt x="3618558" y="1577809"/>
                  </a:lnTo>
                  <a:lnTo>
                    <a:pt x="3623549" y="1577809"/>
                  </a:lnTo>
                  <a:lnTo>
                    <a:pt x="3623549" y="1577809"/>
                  </a:lnTo>
                  <a:lnTo>
                    <a:pt x="3628540" y="1577809"/>
                  </a:lnTo>
                  <a:lnTo>
                    <a:pt x="3628540" y="1558859"/>
                  </a:lnTo>
                  <a:lnTo>
                    <a:pt x="3633531" y="1558859"/>
                  </a:lnTo>
                  <a:lnTo>
                    <a:pt x="3633531" y="1558859"/>
                  </a:lnTo>
                  <a:lnTo>
                    <a:pt x="3638522" y="1558859"/>
                  </a:lnTo>
                  <a:lnTo>
                    <a:pt x="3638522" y="1558859"/>
                  </a:lnTo>
                  <a:lnTo>
                    <a:pt x="3643514" y="1558859"/>
                  </a:lnTo>
                  <a:lnTo>
                    <a:pt x="3643514" y="1558859"/>
                  </a:lnTo>
                  <a:lnTo>
                    <a:pt x="3648505" y="1558859"/>
                  </a:lnTo>
                  <a:lnTo>
                    <a:pt x="3648505" y="1558859"/>
                  </a:lnTo>
                  <a:lnTo>
                    <a:pt x="3653496" y="1558859"/>
                  </a:lnTo>
                  <a:lnTo>
                    <a:pt x="3653496" y="1539887"/>
                  </a:lnTo>
                  <a:lnTo>
                    <a:pt x="3658487" y="1539887"/>
                  </a:lnTo>
                  <a:lnTo>
                    <a:pt x="3658487" y="1539887"/>
                  </a:lnTo>
                  <a:lnTo>
                    <a:pt x="3663478" y="1539887"/>
                  </a:lnTo>
                  <a:lnTo>
                    <a:pt x="3663478" y="1539887"/>
                  </a:lnTo>
                  <a:lnTo>
                    <a:pt x="3668469" y="1539887"/>
                  </a:lnTo>
                  <a:lnTo>
                    <a:pt x="3668469" y="1539887"/>
                  </a:lnTo>
                  <a:lnTo>
                    <a:pt x="3673460" y="1539887"/>
                  </a:lnTo>
                  <a:lnTo>
                    <a:pt x="3673460" y="1539887"/>
                  </a:lnTo>
                  <a:lnTo>
                    <a:pt x="3678451" y="1539887"/>
                  </a:lnTo>
                  <a:lnTo>
                    <a:pt x="3678451" y="1539887"/>
                  </a:lnTo>
                  <a:lnTo>
                    <a:pt x="3683442" y="1539887"/>
                  </a:lnTo>
                  <a:lnTo>
                    <a:pt x="3683442" y="1539887"/>
                  </a:lnTo>
                  <a:lnTo>
                    <a:pt x="3688434" y="1539887"/>
                  </a:lnTo>
                  <a:lnTo>
                    <a:pt x="3688434" y="1539887"/>
                  </a:lnTo>
                  <a:lnTo>
                    <a:pt x="3693425" y="1539887"/>
                  </a:lnTo>
                  <a:lnTo>
                    <a:pt x="3693425" y="1539887"/>
                  </a:lnTo>
                  <a:lnTo>
                    <a:pt x="3698416" y="1539887"/>
                  </a:lnTo>
                  <a:lnTo>
                    <a:pt x="3698416" y="1539887"/>
                  </a:lnTo>
                  <a:lnTo>
                    <a:pt x="3703407" y="1539887"/>
                  </a:lnTo>
                  <a:lnTo>
                    <a:pt x="3703407" y="1539887"/>
                  </a:lnTo>
                  <a:lnTo>
                    <a:pt x="3708398" y="1539887"/>
                  </a:lnTo>
                  <a:lnTo>
                    <a:pt x="3708398" y="1539887"/>
                  </a:lnTo>
                  <a:lnTo>
                    <a:pt x="3713389" y="1539887"/>
                  </a:lnTo>
                  <a:lnTo>
                    <a:pt x="3713389" y="1539887"/>
                  </a:lnTo>
                  <a:lnTo>
                    <a:pt x="3718380" y="1539887"/>
                  </a:lnTo>
                  <a:lnTo>
                    <a:pt x="3718380" y="1539887"/>
                  </a:lnTo>
                  <a:lnTo>
                    <a:pt x="3723371" y="1539887"/>
                  </a:lnTo>
                  <a:lnTo>
                    <a:pt x="3723371" y="1539887"/>
                  </a:lnTo>
                  <a:lnTo>
                    <a:pt x="3728363" y="1539887"/>
                  </a:lnTo>
                  <a:lnTo>
                    <a:pt x="3728363" y="1539887"/>
                  </a:lnTo>
                  <a:lnTo>
                    <a:pt x="3733354" y="1539887"/>
                  </a:lnTo>
                  <a:lnTo>
                    <a:pt x="3733354" y="1520614"/>
                  </a:lnTo>
                  <a:lnTo>
                    <a:pt x="3738345" y="1520614"/>
                  </a:lnTo>
                  <a:lnTo>
                    <a:pt x="3738345" y="1520614"/>
                  </a:lnTo>
                  <a:lnTo>
                    <a:pt x="3743336" y="1520614"/>
                  </a:lnTo>
                  <a:lnTo>
                    <a:pt x="3743336" y="1520614"/>
                  </a:lnTo>
                  <a:lnTo>
                    <a:pt x="3748327" y="1520614"/>
                  </a:lnTo>
                  <a:lnTo>
                    <a:pt x="3748327" y="1520614"/>
                  </a:lnTo>
                  <a:lnTo>
                    <a:pt x="3753318" y="1520614"/>
                  </a:lnTo>
                  <a:lnTo>
                    <a:pt x="3753318" y="1520614"/>
                  </a:lnTo>
                  <a:lnTo>
                    <a:pt x="3758309" y="1520614"/>
                  </a:lnTo>
                  <a:lnTo>
                    <a:pt x="3758309" y="1520614"/>
                  </a:lnTo>
                  <a:lnTo>
                    <a:pt x="3763300" y="1520614"/>
                  </a:lnTo>
                  <a:lnTo>
                    <a:pt x="3763300" y="1520614"/>
                  </a:lnTo>
                  <a:lnTo>
                    <a:pt x="3768291" y="1520614"/>
                  </a:lnTo>
                  <a:lnTo>
                    <a:pt x="3768291" y="1520614"/>
                  </a:lnTo>
                  <a:lnTo>
                    <a:pt x="3773283" y="1520614"/>
                  </a:lnTo>
                  <a:lnTo>
                    <a:pt x="3773283" y="1520614"/>
                  </a:lnTo>
                  <a:lnTo>
                    <a:pt x="3778274" y="1520614"/>
                  </a:lnTo>
                  <a:lnTo>
                    <a:pt x="3778274" y="1520614"/>
                  </a:lnTo>
                  <a:lnTo>
                    <a:pt x="3783265" y="1520614"/>
                  </a:lnTo>
                  <a:lnTo>
                    <a:pt x="3783265" y="1520614"/>
                  </a:lnTo>
                  <a:lnTo>
                    <a:pt x="3788256" y="1520614"/>
                  </a:lnTo>
                  <a:lnTo>
                    <a:pt x="3788256" y="1520614"/>
                  </a:lnTo>
                  <a:lnTo>
                    <a:pt x="3793247" y="1520614"/>
                  </a:lnTo>
                  <a:lnTo>
                    <a:pt x="3793247" y="1520614"/>
                  </a:lnTo>
                  <a:lnTo>
                    <a:pt x="3798238" y="1520614"/>
                  </a:lnTo>
                  <a:lnTo>
                    <a:pt x="3798238" y="1520614"/>
                  </a:lnTo>
                  <a:lnTo>
                    <a:pt x="3803229" y="1520614"/>
                  </a:lnTo>
                  <a:lnTo>
                    <a:pt x="3803229" y="1520614"/>
                  </a:lnTo>
                  <a:lnTo>
                    <a:pt x="3808220" y="1520614"/>
                  </a:lnTo>
                  <a:lnTo>
                    <a:pt x="3808220" y="1520614"/>
                  </a:lnTo>
                  <a:lnTo>
                    <a:pt x="3813211" y="1520614"/>
                  </a:lnTo>
                  <a:lnTo>
                    <a:pt x="3813211" y="1520614"/>
                  </a:lnTo>
                  <a:lnTo>
                    <a:pt x="3818203" y="1520614"/>
                  </a:lnTo>
                  <a:lnTo>
                    <a:pt x="3818203" y="1520614"/>
                  </a:lnTo>
                  <a:lnTo>
                    <a:pt x="3823194" y="1520614"/>
                  </a:lnTo>
                  <a:lnTo>
                    <a:pt x="3823194" y="1520614"/>
                  </a:lnTo>
                  <a:lnTo>
                    <a:pt x="3828185" y="1520614"/>
                  </a:lnTo>
                  <a:lnTo>
                    <a:pt x="3828185" y="1520614"/>
                  </a:lnTo>
                  <a:lnTo>
                    <a:pt x="3833176" y="1520614"/>
                  </a:lnTo>
                  <a:lnTo>
                    <a:pt x="3833176" y="1520614"/>
                  </a:lnTo>
                  <a:lnTo>
                    <a:pt x="3838167" y="1520614"/>
                  </a:lnTo>
                  <a:lnTo>
                    <a:pt x="3838167" y="1520614"/>
                  </a:lnTo>
                  <a:lnTo>
                    <a:pt x="3843158" y="1520614"/>
                  </a:lnTo>
                  <a:lnTo>
                    <a:pt x="3843158" y="1520614"/>
                  </a:lnTo>
                  <a:lnTo>
                    <a:pt x="3848149" y="1520614"/>
                  </a:lnTo>
                  <a:lnTo>
                    <a:pt x="3848149" y="1520614"/>
                  </a:lnTo>
                  <a:lnTo>
                    <a:pt x="3853140" y="1520614"/>
                  </a:lnTo>
                  <a:lnTo>
                    <a:pt x="3853140" y="1520614"/>
                  </a:lnTo>
                  <a:lnTo>
                    <a:pt x="3858132" y="1520614"/>
                  </a:lnTo>
                  <a:lnTo>
                    <a:pt x="3858132" y="1520614"/>
                  </a:lnTo>
                  <a:lnTo>
                    <a:pt x="3863123" y="1520614"/>
                  </a:lnTo>
                  <a:lnTo>
                    <a:pt x="3863123" y="1520614"/>
                  </a:lnTo>
                  <a:lnTo>
                    <a:pt x="3868114" y="1520614"/>
                  </a:lnTo>
                  <a:lnTo>
                    <a:pt x="3868114" y="1520614"/>
                  </a:lnTo>
                  <a:lnTo>
                    <a:pt x="3873105" y="1520614"/>
                  </a:lnTo>
                  <a:lnTo>
                    <a:pt x="3873105" y="1520614"/>
                  </a:lnTo>
                  <a:lnTo>
                    <a:pt x="3878096" y="1520614"/>
                  </a:lnTo>
                  <a:lnTo>
                    <a:pt x="3878096" y="1520614"/>
                  </a:lnTo>
                  <a:lnTo>
                    <a:pt x="3883087" y="1520614"/>
                  </a:lnTo>
                  <a:lnTo>
                    <a:pt x="3883087" y="1500958"/>
                  </a:lnTo>
                  <a:lnTo>
                    <a:pt x="3888078" y="1500958"/>
                  </a:lnTo>
                  <a:lnTo>
                    <a:pt x="3888078" y="1481311"/>
                  </a:lnTo>
                  <a:lnTo>
                    <a:pt x="3893069" y="1481311"/>
                  </a:lnTo>
                  <a:lnTo>
                    <a:pt x="3893069" y="1481311"/>
                  </a:lnTo>
                  <a:lnTo>
                    <a:pt x="3898060" y="1481311"/>
                  </a:lnTo>
                  <a:lnTo>
                    <a:pt x="3898060" y="1461639"/>
                  </a:lnTo>
                  <a:lnTo>
                    <a:pt x="3903052" y="1461639"/>
                  </a:lnTo>
                  <a:lnTo>
                    <a:pt x="3903052" y="1441976"/>
                  </a:lnTo>
                  <a:lnTo>
                    <a:pt x="3908043" y="1441976"/>
                  </a:lnTo>
                  <a:lnTo>
                    <a:pt x="3908043" y="1441976"/>
                  </a:lnTo>
                  <a:lnTo>
                    <a:pt x="3913034" y="1441976"/>
                  </a:lnTo>
                  <a:lnTo>
                    <a:pt x="3913034" y="1441976"/>
                  </a:lnTo>
                  <a:lnTo>
                    <a:pt x="3918025" y="1441976"/>
                  </a:lnTo>
                  <a:lnTo>
                    <a:pt x="3918025" y="1441976"/>
                  </a:lnTo>
                  <a:lnTo>
                    <a:pt x="3923016" y="1441976"/>
                  </a:lnTo>
                  <a:lnTo>
                    <a:pt x="3923016" y="1441976"/>
                  </a:lnTo>
                  <a:lnTo>
                    <a:pt x="3928007" y="1441976"/>
                  </a:lnTo>
                  <a:lnTo>
                    <a:pt x="3928007" y="1441976"/>
                  </a:lnTo>
                  <a:lnTo>
                    <a:pt x="3932998" y="1441976"/>
                  </a:lnTo>
                  <a:lnTo>
                    <a:pt x="3932998" y="1441976"/>
                  </a:lnTo>
                  <a:lnTo>
                    <a:pt x="3937989" y="1441976"/>
                  </a:lnTo>
                  <a:lnTo>
                    <a:pt x="3937989" y="1441976"/>
                  </a:lnTo>
                  <a:lnTo>
                    <a:pt x="3942980" y="1441976"/>
                  </a:lnTo>
                  <a:lnTo>
                    <a:pt x="3942980" y="1441976"/>
                  </a:lnTo>
                  <a:lnTo>
                    <a:pt x="3947972" y="1441976"/>
                  </a:lnTo>
                  <a:lnTo>
                    <a:pt x="3947972" y="1441976"/>
                  </a:lnTo>
                  <a:lnTo>
                    <a:pt x="3952963" y="1441976"/>
                  </a:lnTo>
                  <a:lnTo>
                    <a:pt x="3952963" y="1441976"/>
                  </a:lnTo>
                  <a:lnTo>
                    <a:pt x="3957954" y="1441976"/>
                  </a:lnTo>
                  <a:lnTo>
                    <a:pt x="3957954" y="1441976"/>
                  </a:lnTo>
                  <a:lnTo>
                    <a:pt x="3962945" y="1441976"/>
                  </a:lnTo>
                  <a:lnTo>
                    <a:pt x="3962945" y="1441976"/>
                  </a:lnTo>
                  <a:lnTo>
                    <a:pt x="3967936" y="1441976"/>
                  </a:lnTo>
                  <a:lnTo>
                    <a:pt x="3967936" y="1441976"/>
                  </a:lnTo>
                  <a:lnTo>
                    <a:pt x="3972927" y="1441976"/>
                  </a:lnTo>
                  <a:lnTo>
                    <a:pt x="3972927" y="1441976"/>
                  </a:lnTo>
                  <a:lnTo>
                    <a:pt x="3977918" y="1441976"/>
                  </a:lnTo>
                  <a:lnTo>
                    <a:pt x="3977918" y="1441976"/>
                  </a:lnTo>
                  <a:lnTo>
                    <a:pt x="3982909" y="1441976"/>
                  </a:lnTo>
                  <a:lnTo>
                    <a:pt x="3982909" y="1441976"/>
                  </a:lnTo>
                  <a:lnTo>
                    <a:pt x="3987900" y="1441976"/>
                  </a:lnTo>
                  <a:lnTo>
                    <a:pt x="3987900" y="1441976"/>
                  </a:lnTo>
                  <a:lnTo>
                    <a:pt x="3992892" y="1441976"/>
                  </a:lnTo>
                  <a:lnTo>
                    <a:pt x="3992892" y="1441976"/>
                  </a:lnTo>
                  <a:lnTo>
                    <a:pt x="3997883" y="1441976"/>
                  </a:lnTo>
                  <a:lnTo>
                    <a:pt x="3997883" y="1441976"/>
                  </a:lnTo>
                  <a:lnTo>
                    <a:pt x="4002874" y="1441976"/>
                  </a:lnTo>
                  <a:lnTo>
                    <a:pt x="4002874" y="1441976"/>
                  </a:lnTo>
                  <a:lnTo>
                    <a:pt x="4007865" y="1441976"/>
                  </a:lnTo>
                  <a:lnTo>
                    <a:pt x="4007865" y="1421968"/>
                  </a:lnTo>
                  <a:lnTo>
                    <a:pt x="4012856" y="1421968"/>
                  </a:lnTo>
                  <a:lnTo>
                    <a:pt x="4012856" y="1421968"/>
                  </a:lnTo>
                  <a:lnTo>
                    <a:pt x="4017847" y="1421968"/>
                  </a:lnTo>
                  <a:lnTo>
                    <a:pt x="4017847" y="1401934"/>
                  </a:lnTo>
                  <a:lnTo>
                    <a:pt x="4022838" y="1401934"/>
                  </a:lnTo>
                  <a:lnTo>
                    <a:pt x="4022838" y="1401934"/>
                  </a:lnTo>
                  <a:lnTo>
                    <a:pt x="4027829" y="1401934"/>
                  </a:lnTo>
                  <a:lnTo>
                    <a:pt x="4027829" y="1401934"/>
                  </a:lnTo>
                  <a:lnTo>
                    <a:pt x="4032821" y="1401934"/>
                  </a:lnTo>
                  <a:lnTo>
                    <a:pt x="4032821" y="1401934"/>
                  </a:lnTo>
                  <a:lnTo>
                    <a:pt x="4037812" y="1401934"/>
                  </a:lnTo>
                  <a:lnTo>
                    <a:pt x="4037812" y="1401934"/>
                  </a:lnTo>
                  <a:lnTo>
                    <a:pt x="4042803" y="1401934"/>
                  </a:lnTo>
                  <a:lnTo>
                    <a:pt x="4042803" y="1401934"/>
                  </a:lnTo>
                  <a:lnTo>
                    <a:pt x="4047794" y="1401934"/>
                  </a:lnTo>
                  <a:lnTo>
                    <a:pt x="4047794" y="1401934"/>
                  </a:lnTo>
                  <a:lnTo>
                    <a:pt x="4052785" y="1401934"/>
                  </a:lnTo>
                  <a:lnTo>
                    <a:pt x="4052785" y="1401934"/>
                  </a:lnTo>
                  <a:lnTo>
                    <a:pt x="4057776" y="1401934"/>
                  </a:lnTo>
                  <a:lnTo>
                    <a:pt x="4057776" y="1401934"/>
                  </a:lnTo>
                  <a:lnTo>
                    <a:pt x="4062767" y="1401934"/>
                  </a:lnTo>
                  <a:lnTo>
                    <a:pt x="4062767" y="1401934"/>
                  </a:lnTo>
                  <a:lnTo>
                    <a:pt x="4067758" y="1401934"/>
                  </a:lnTo>
                  <a:lnTo>
                    <a:pt x="4067758" y="1401934"/>
                  </a:lnTo>
                  <a:lnTo>
                    <a:pt x="4072749" y="1401934"/>
                  </a:lnTo>
                  <a:lnTo>
                    <a:pt x="4072749" y="1401934"/>
                  </a:lnTo>
                  <a:lnTo>
                    <a:pt x="4077741" y="1401934"/>
                  </a:lnTo>
                  <a:lnTo>
                    <a:pt x="4077741" y="1401934"/>
                  </a:lnTo>
                  <a:lnTo>
                    <a:pt x="4082732" y="1401934"/>
                  </a:lnTo>
                  <a:lnTo>
                    <a:pt x="4082732" y="1381762"/>
                  </a:lnTo>
                  <a:lnTo>
                    <a:pt x="4087723" y="1381762"/>
                  </a:lnTo>
                  <a:lnTo>
                    <a:pt x="4087723" y="1381762"/>
                  </a:lnTo>
                  <a:lnTo>
                    <a:pt x="4092714" y="1381762"/>
                  </a:lnTo>
                  <a:lnTo>
                    <a:pt x="4092714" y="1381762"/>
                  </a:lnTo>
                  <a:lnTo>
                    <a:pt x="4097705" y="1381762"/>
                  </a:lnTo>
                  <a:lnTo>
                    <a:pt x="4097705" y="1381762"/>
                  </a:lnTo>
                  <a:lnTo>
                    <a:pt x="4102696" y="1381762"/>
                  </a:lnTo>
                  <a:lnTo>
                    <a:pt x="4102696" y="1381762"/>
                  </a:lnTo>
                  <a:lnTo>
                    <a:pt x="4107687" y="1381762"/>
                  </a:lnTo>
                  <a:lnTo>
                    <a:pt x="4107687" y="1381762"/>
                  </a:lnTo>
                  <a:lnTo>
                    <a:pt x="4112678" y="1381762"/>
                  </a:lnTo>
                  <a:lnTo>
                    <a:pt x="4112678" y="1381762"/>
                  </a:lnTo>
                  <a:lnTo>
                    <a:pt x="4117669" y="1381762"/>
                  </a:lnTo>
                  <a:lnTo>
                    <a:pt x="4117669" y="1381762"/>
                  </a:lnTo>
                  <a:lnTo>
                    <a:pt x="4122661" y="1381762"/>
                  </a:lnTo>
                  <a:lnTo>
                    <a:pt x="4122661" y="1381762"/>
                  </a:lnTo>
                  <a:lnTo>
                    <a:pt x="4127652" y="1381762"/>
                  </a:lnTo>
                  <a:lnTo>
                    <a:pt x="4127652" y="1381762"/>
                  </a:lnTo>
                  <a:lnTo>
                    <a:pt x="4132643" y="1381762"/>
                  </a:lnTo>
                  <a:lnTo>
                    <a:pt x="4132643" y="1361412"/>
                  </a:lnTo>
                  <a:lnTo>
                    <a:pt x="4137634" y="1361412"/>
                  </a:lnTo>
                  <a:lnTo>
                    <a:pt x="4137634" y="1341071"/>
                  </a:lnTo>
                  <a:lnTo>
                    <a:pt x="4142625" y="1341071"/>
                  </a:lnTo>
                  <a:lnTo>
                    <a:pt x="4142625" y="1341071"/>
                  </a:lnTo>
                  <a:lnTo>
                    <a:pt x="4147616" y="1341071"/>
                  </a:lnTo>
                  <a:lnTo>
                    <a:pt x="4147616" y="1341071"/>
                  </a:lnTo>
                  <a:lnTo>
                    <a:pt x="4152607" y="1341071"/>
                  </a:lnTo>
                  <a:lnTo>
                    <a:pt x="4152607" y="1320624"/>
                  </a:lnTo>
                  <a:lnTo>
                    <a:pt x="4157598" y="1320624"/>
                  </a:lnTo>
                  <a:lnTo>
                    <a:pt x="4157598" y="1300149"/>
                  </a:lnTo>
                  <a:lnTo>
                    <a:pt x="4162590" y="1300149"/>
                  </a:lnTo>
                  <a:lnTo>
                    <a:pt x="4162590" y="1300149"/>
                  </a:lnTo>
                  <a:lnTo>
                    <a:pt x="4167581" y="1300149"/>
                  </a:lnTo>
                  <a:lnTo>
                    <a:pt x="4167581" y="1300149"/>
                  </a:lnTo>
                  <a:lnTo>
                    <a:pt x="4172572" y="1300149"/>
                  </a:lnTo>
                  <a:lnTo>
                    <a:pt x="4172572" y="1300149"/>
                  </a:lnTo>
                  <a:lnTo>
                    <a:pt x="4177563" y="1300149"/>
                  </a:lnTo>
                  <a:lnTo>
                    <a:pt x="4177563" y="1300149"/>
                  </a:lnTo>
                  <a:lnTo>
                    <a:pt x="4182554" y="1300149"/>
                  </a:lnTo>
                  <a:lnTo>
                    <a:pt x="4182554" y="1279605"/>
                  </a:lnTo>
                  <a:lnTo>
                    <a:pt x="4187545" y="1279605"/>
                  </a:lnTo>
                  <a:lnTo>
                    <a:pt x="4187545" y="1279605"/>
                  </a:lnTo>
                  <a:lnTo>
                    <a:pt x="4192536" y="1279605"/>
                  </a:lnTo>
                  <a:lnTo>
                    <a:pt x="4192536" y="1279605"/>
                  </a:lnTo>
                  <a:lnTo>
                    <a:pt x="4197527" y="1279605"/>
                  </a:lnTo>
                  <a:lnTo>
                    <a:pt x="4197527" y="1279605"/>
                  </a:lnTo>
                  <a:lnTo>
                    <a:pt x="4202518" y="1279605"/>
                  </a:lnTo>
                  <a:lnTo>
                    <a:pt x="4202518" y="1279605"/>
                  </a:lnTo>
                  <a:lnTo>
                    <a:pt x="4207510" y="1279605"/>
                  </a:lnTo>
                  <a:lnTo>
                    <a:pt x="4207510" y="1279605"/>
                  </a:lnTo>
                  <a:lnTo>
                    <a:pt x="4212501" y="1279605"/>
                  </a:lnTo>
                  <a:lnTo>
                    <a:pt x="4212501" y="1279605"/>
                  </a:lnTo>
                  <a:lnTo>
                    <a:pt x="4217492" y="1279605"/>
                  </a:lnTo>
                  <a:lnTo>
                    <a:pt x="4217492" y="1279605"/>
                  </a:lnTo>
                  <a:lnTo>
                    <a:pt x="4222483" y="1279605"/>
                  </a:lnTo>
                  <a:lnTo>
                    <a:pt x="4222483" y="1279605"/>
                  </a:lnTo>
                  <a:lnTo>
                    <a:pt x="4227474" y="1279605"/>
                  </a:lnTo>
                  <a:lnTo>
                    <a:pt x="4227474" y="1279605"/>
                  </a:lnTo>
                  <a:lnTo>
                    <a:pt x="4232465" y="1279605"/>
                  </a:lnTo>
                  <a:lnTo>
                    <a:pt x="4232465" y="1279605"/>
                  </a:lnTo>
                  <a:lnTo>
                    <a:pt x="4237456" y="1279605"/>
                  </a:lnTo>
                  <a:lnTo>
                    <a:pt x="4237456" y="1279605"/>
                  </a:lnTo>
                  <a:lnTo>
                    <a:pt x="4242447" y="1279605"/>
                  </a:lnTo>
                  <a:lnTo>
                    <a:pt x="4242447" y="1279605"/>
                  </a:lnTo>
                  <a:lnTo>
                    <a:pt x="4247438" y="1279605"/>
                  </a:lnTo>
                  <a:lnTo>
                    <a:pt x="4247438" y="1279605"/>
                  </a:lnTo>
                  <a:lnTo>
                    <a:pt x="4252430" y="1279605"/>
                  </a:lnTo>
                  <a:lnTo>
                    <a:pt x="4252430" y="1279605"/>
                  </a:lnTo>
                  <a:lnTo>
                    <a:pt x="4257421" y="1279605"/>
                  </a:lnTo>
                  <a:lnTo>
                    <a:pt x="4257421" y="1279605"/>
                  </a:lnTo>
                  <a:lnTo>
                    <a:pt x="4262412" y="1279605"/>
                  </a:lnTo>
                  <a:lnTo>
                    <a:pt x="4262412" y="1279605"/>
                  </a:lnTo>
                  <a:lnTo>
                    <a:pt x="4267403" y="1279605"/>
                  </a:lnTo>
                  <a:lnTo>
                    <a:pt x="4267403" y="1279605"/>
                  </a:lnTo>
                  <a:lnTo>
                    <a:pt x="4272394" y="1279605"/>
                  </a:lnTo>
                  <a:lnTo>
                    <a:pt x="4272394" y="1279605"/>
                  </a:lnTo>
                  <a:lnTo>
                    <a:pt x="4277385" y="1279605"/>
                  </a:lnTo>
                  <a:lnTo>
                    <a:pt x="4277385" y="1279605"/>
                  </a:lnTo>
                  <a:lnTo>
                    <a:pt x="4282376" y="1279605"/>
                  </a:lnTo>
                  <a:lnTo>
                    <a:pt x="4282376" y="1279605"/>
                  </a:lnTo>
                  <a:lnTo>
                    <a:pt x="4287367" y="1279605"/>
                  </a:lnTo>
                  <a:lnTo>
                    <a:pt x="4287367" y="1279605"/>
                  </a:lnTo>
                  <a:lnTo>
                    <a:pt x="4292359" y="1279605"/>
                  </a:lnTo>
                  <a:lnTo>
                    <a:pt x="4292359" y="1279605"/>
                  </a:lnTo>
                  <a:lnTo>
                    <a:pt x="4297350" y="1279605"/>
                  </a:lnTo>
                  <a:lnTo>
                    <a:pt x="4297350" y="1279605"/>
                  </a:lnTo>
                  <a:lnTo>
                    <a:pt x="4302341" y="1279605"/>
                  </a:lnTo>
                  <a:lnTo>
                    <a:pt x="4302341" y="1279605"/>
                  </a:lnTo>
                  <a:lnTo>
                    <a:pt x="4307332" y="1279605"/>
                  </a:lnTo>
                  <a:lnTo>
                    <a:pt x="4307332" y="1279605"/>
                  </a:lnTo>
                  <a:lnTo>
                    <a:pt x="4312323" y="1279605"/>
                  </a:lnTo>
                  <a:lnTo>
                    <a:pt x="4312323" y="1279605"/>
                  </a:lnTo>
                  <a:lnTo>
                    <a:pt x="4317314" y="1279605"/>
                  </a:lnTo>
                  <a:lnTo>
                    <a:pt x="4317314" y="1258498"/>
                  </a:lnTo>
                  <a:lnTo>
                    <a:pt x="4322305" y="1258498"/>
                  </a:lnTo>
                  <a:lnTo>
                    <a:pt x="4322305" y="1258498"/>
                  </a:lnTo>
                  <a:lnTo>
                    <a:pt x="4327296" y="1258498"/>
                  </a:lnTo>
                  <a:lnTo>
                    <a:pt x="4327296" y="1258498"/>
                  </a:lnTo>
                  <a:lnTo>
                    <a:pt x="4332287" y="1258498"/>
                  </a:lnTo>
                  <a:lnTo>
                    <a:pt x="4332287" y="1258498"/>
                  </a:lnTo>
                  <a:lnTo>
                    <a:pt x="4337279" y="1258498"/>
                  </a:lnTo>
                  <a:lnTo>
                    <a:pt x="4337279" y="1258498"/>
                  </a:lnTo>
                  <a:lnTo>
                    <a:pt x="4342270" y="1258498"/>
                  </a:lnTo>
                  <a:lnTo>
                    <a:pt x="4342270" y="1258498"/>
                  </a:lnTo>
                  <a:lnTo>
                    <a:pt x="4347261" y="1258498"/>
                  </a:lnTo>
                  <a:lnTo>
                    <a:pt x="4347261" y="1258498"/>
                  </a:lnTo>
                  <a:lnTo>
                    <a:pt x="4352252" y="1258498"/>
                  </a:lnTo>
                  <a:lnTo>
                    <a:pt x="4352252" y="1258498"/>
                  </a:lnTo>
                  <a:lnTo>
                    <a:pt x="4357243" y="1258498"/>
                  </a:lnTo>
                  <a:lnTo>
                    <a:pt x="4357243" y="1258498"/>
                  </a:lnTo>
                  <a:lnTo>
                    <a:pt x="4362234" y="1258498"/>
                  </a:lnTo>
                  <a:lnTo>
                    <a:pt x="4362234" y="1258498"/>
                  </a:lnTo>
                  <a:lnTo>
                    <a:pt x="4367225" y="1258498"/>
                  </a:lnTo>
                  <a:lnTo>
                    <a:pt x="4367225" y="1237099"/>
                  </a:lnTo>
                  <a:lnTo>
                    <a:pt x="4372216" y="1237099"/>
                  </a:lnTo>
                  <a:lnTo>
                    <a:pt x="4372216" y="1215712"/>
                  </a:lnTo>
                  <a:lnTo>
                    <a:pt x="4377207" y="1215712"/>
                  </a:lnTo>
                  <a:lnTo>
                    <a:pt x="4377207" y="1215712"/>
                  </a:lnTo>
                  <a:lnTo>
                    <a:pt x="4382199" y="1215712"/>
                  </a:lnTo>
                  <a:lnTo>
                    <a:pt x="4382199" y="1215712"/>
                  </a:lnTo>
                  <a:lnTo>
                    <a:pt x="4387190" y="1215712"/>
                  </a:lnTo>
                  <a:lnTo>
                    <a:pt x="4387190" y="1215712"/>
                  </a:lnTo>
                  <a:lnTo>
                    <a:pt x="4392181" y="1215712"/>
                  </a:lnTo>
                  <a:lnTo>
                    <a:pt x="4392181" y="1215712"/>
                  </a:lnTo>
                  <a:lnTo>
                    <a:pt x="4397172" y="1215712"/>
                  </a:lnTo>
                  <a:lnTo>
                    <a:pt x="4397172" y="1215712"/>
                  </a:lnTo>
                  <a:lnTo>
                    <a:pt x="4402163" y="1215712"/>
                  </a:lnTo>
                  <a:lnTo>
                    <a:pt x="4402163" y="1215712"/>
                  </a:lnTo>
                  <a:lnTo>
                    <a:pt x="4407154" y="1215712"/>
                  </a:lnTo>
                  <a:lnTo>
                    <a:pt x="4407154" y="1215712"/>
                  </a:lnTo>
                  <a:lnTo>
                    <a:pt x="4412145" y="1215712"/>
                  </a:lnTo>
                  <a:lnTo>
                    <a:pt x="4412145" y="1215712"/>
                  </a:lnTo>
                  <a:lnTo>
                    <a:pt x="4417136" y="1215712"/>
                  </a:lnTo>
                  <a:lnTo>
                    <a:pt x="4417136" y="1215712"/>
                  </a:lnTo>
                  <a:lnTo>
                    <a:pt x="4422128" y="1215712"/>
                  </a:lnTo>
                  <a:lnTo>
                    <a:pt x="4422128" y="1215712"/>
                  </a:lnTo>
                  <a:lnTo>
                    <a:pt x="4427119" y="1215712"/>
                  </a:lnTo>
                  <a:lnTo>
                    <a:pt x="4427119" y="1215712"/>
                  </a:lnTo>
                  <a:lnTo>
                    <a:pt x="4432110" y="1215712"/>
                  </a:lnTo>
                  <a:lnTo>
                    <a:pt x="4432110" y="1215712"/>
                  </a:lnTo>
                  <a:lnTo>
                    <a:pt x="4437101" y="1215712"/>
                  </a:lnTo>
                  <a:lnTo>
                    <a:pt x="4437101" y="1215712"/>
                  </a:lnTo>
                  <a:lnTo>
                    <a:pt x="4442092" y="1215712"/>
                  </a:lnTo>
                  <a:lnTo>
                    <a:pt x="4442092" y="1215712"/>
                  </a:lnTo>
                  <a:lnTo>
                    <a:pt x="4447083" y="1215712"/>
                  </a:lnTo>
                  <a:lnTo>
                    <a:pt x="4447083" y="1215712"/>
                  </a:lnTo>
                  <a:lnTo>
                    <a:pt x="4452074" y="1215712"/>
                  </a:lnTo>
                  <a:lnTo>
                    <a:pt x="4452074" y="1215712"/>
                  </a:lnTo>
                  <a:lnTo>
                    <a:pt x="4457065" y="1215712"/>
                  </a:lnTo>
                  <a:lnTo>
                    <a:pt x="4457065" y="1215712"/>
                  </a:lnTo>
                  <a:lnTo>
                    <a:pt x="4462056" y="1215712"/>
                  </a:lnTo>
                  <a:lnTo>
                    <a:pt x="4462056" y="1215712"/>
                  </a:lnTo>
                  <a:lnTo>
                    <a:pt x="4467048" y="1215712"/>
                  </a:lnTo>
                  <a:lnTo>
                    <a:pt x="4467048" y="1193974"/>
                  </a:lnTo>
                  <a:lnTo>
                    <a:pt x="4472039" y="1193974"/>
                  </a:lnTo>
                  <a:lnTo>
                    <a:pt x="4472039" y="1193974"/>
                  </a:lnTo>
                  <a:lnTo>
                    <a:pt x="4477030" y="1193974"/>
                  </a:lnTo>
                  <a:lnTo>
                    <a:pt x="4477030" y="1193974"/>
                  </a:lnTo>
                  <a:lnTo>
                    <a:pt x="4482021" y="1193974"/>
                  </a:lnTo>
                  <a:lnTo>
                    <a:pt x="4482021" y="1193974"/>
                  </a:lnTo>
                  <a:lnTo>
                    <a:pt x="4487012" y="1193974"/>
                  </a:lnTo>
                  <a:lnTo>
                    <a:pt x="4487012" y="1193974"/>
                  </a:lnTo>
                  <a:lnTo>
                    <a:pt x="4492003" y="1193974"/>
                  </a:lnTo>
                  <a:lnTo>
                    <a:pt x="4492003" y="1193974"/>
                  </a:lnTo>
                  <a:lnTo>
                    <a:pt x="4496994" y="1193974"/>
                  </a:lnTo>
                  <a:lnTo>
                    <a:pt x="4496994" y="1193974"/>
                  </a:lnTo>
                  <a:lnTo>
                    <a:pt x="4501985" y="1193974"/>
                  </a:lnTo>
                  <a:lnTo>
                    <a:pt x="4501985" y="1172013"/>
                  </a:lnTo>
                  <a:lnTo>
                    <a:pt x="4506976" y="1172013"/>
                  </a:lnTo>
                  <a:lnTo>
                    <a:pt x="4506976" y="1172013"/>
                  </a:lnTo>
                  <a:lnTo>
                    <a:pt x="4511968" y="1172013"/>
                  </a:lnTo>
                  <a:lnTo>
                    <a:pt x="4511968" y="1172013"/>
                  </a:lnTo>
                  <a:lnTo>
                    <a:pt x="4516959" y="1172013"/>
                  </a:lnTo>
                  <a:lnTo>
                    <a:pt x="4516959" y="1172013"/>
                  </a:lnTo>
                  <a:lnTo>
                    <a:pt x="4521950" y="1172013"/>
                  </a:lnTo>
                  <a:lnTo>
                    <a:pt x="4521950" y="1172013"/>
                  </a:lnTo>
                  <a:lnTo>
                    <a:pt x="4526941" y="1172013"/>
                  </a:lnTo>
                  <a:lnTo>
                    <a:pt x="4526941" y="1172013"/>
                  </a:lnTo>
                  <a:lnTo>
                    <a:pt x="4531932" y="1172013"/>
                  </a:lnTo>
                  <a:lnTo>
                    <a:pt x="4531932" y="1149968"/>
                  </a:lnTo>
                  <a:lnTo>
                    <a:pt x="4536923" y="1149968"/>
                  </a:lnTo>
                  <a:lnTo>
                    <a:pt x="4536923" y="1149968"/>
                  </a:lnTo>
                  <a:lnTo>
                    <a:pt x="4541914" y="1149968"/>
                  </a:lnTo>
                  <a:lnTo>
                    <a:pt x="4541914" y="1149968"/>
                  </a:lnTo>
                  <a:lnTo>
                    <a:pt x="4546905" y="1149968"/>
                  </a:lnTo>
                  <a:lnTo>
                    <a:pt x="4546905" y="1149968"/>
                  </a:lnTo>
                  <a:lnTo>
                    <a:pt x="4551897" y="1149968"/>
                  </a:lnTo>
                  <a:lnTo>
                    <a:pt x="4551897" y="1149968"/>
                  </a:lnTo>
                  <a:lnTo>
                    <a:pt x="4556888" y="1149968"/>
                  </a:lnTo>
                  <a:lnTo>
                    <a:pt x="4556888" y="1127936"/>
                  </a:lnTo>
                  <a:lnTo>
                    <a:pt x="4561879" y="1127936"/>
                  </a:lnTo>
                  <a:lnTo>
                    <a:pt x="4561879" y="1127936"/>
                  </a:lnTo>
                  <a:lnTo>
                    <a:pt x="4566870" y="1127936"/>
                  </a:lnTo>
                  <a:lnTo>
                    <a:pt x="4566870" y="1127936"/>
                  </a:lnTo>
                  <a:lnTo>
                    <a:pt x="4571861" y="1127936"/>
                  </a:lnTo>
                  <a:lnTo>
                    <a:pt x="4571861" y="1127936"/>
                  </a:lnTo>
                  <a:lnTo>
                    <a:pt x="4576852" y="1127936"/>
                  </a:lnTo>
                  <a:lnTo>
                    <a:pt x="4576852" y="1127936"/>
                  </a:lnTo>
                  <a:lnTo>
                    <a:pt x="4581843" y="1127936"/>
                  </a:lnTo>
                  <a:lnTo>
                    <a:pt x="4581843" y="1105769"/>
                  </a:lnTo>
                  <a:lnTo>
                    <a:pt x="4586834" y="1105769"/>
                  </a:lnTo>
                  <a:lnTo>
                    <a:pt x="4586834" y="1105769"/>
                  </a:lnTo>
                  <a:lnTo>
                    <a:pt x="4591825" y="1105769"/>
                  </a:lnTo>
                  <a:lnTo>
                    <a:pt x="4591825" y="1105769"/>
                  </a:lnTo>
                  <a:lnTo>
                    <a:pt x="4596817" y="1105769"/>
                  </a:lnTo>
                  <a:lnTo>
                    <a:pt x="4596817" y="1105769"/>
                  </a:lnTo>
                  <a:lnTo>
                    <a:pt x="4601808" y="1105769"/>
                  </a:lnTo>
                  <a:lnTo>
                    <a:pt x="4601808" y="1105769"/>
                  </a:lnTo>
                  <a:lnTo>
                    <a:pt x="4606799" y="1105769"/>
                  </a:lnTo>
                  <a:lnTo>
                    <a:pt x="4606799" y="1083515"/>
                  </a:lnTo>
                  <a:lnTo>
                    <a:pt x="4611790" y="1083515"/>
                  </a:lnTo>
                  <a:lnTo>
                    <a:pt x="4611790" y="1083515"/>
                  </a:lnTo>
                  <a:lnTo>
                    <a:pt x="4616781" y="1083515"/>
                  </a:lnTo>
                  <a:lnTo>
                    <a:pt x="4616781" y="1083515"/>
                  </a:lnTo>
                  <a:lnTo>
                    <a:pt x="4621772" y="1083515"/>
                  </a:lnTo>
                  <a:lnTo>
                    <a:pt x="4621772" y="1083515"/>
                  </a:lnTo>
                  <a:lnTo>
                    <a:pt x="4626763" y="1083515"/>
                  </a:lnTo>
                  <a:lnTo>
                    <a:pt x="4626763" y="1083515"/>
                  </a:lnTo>
                  <a:lnTo>
                    <a:pt x="4631754" y="1083515"/>
                  </a:lnTo>
                  <a:lnTo>
                    <a:pt x="4631754" y="1083515"/>
                  </a:lnTo>
                  <a:lnTo>
                    <a:pt x="4636745" y="1083515"/>
                  </a:lnTo>
                  <a:lnTo>
                    <a:pt x="4636745" y="1083515"/>
                  </a:lnTo>
                  <a:lnTo>
                    <a:pt x="4641737" y="1083515"/>
                  </a:lnTo>
                  <a:lnTo>
                    <a:pt x="4641737" y="1083515"/>
                  </a:lnTo>
                  <a:lnTo>
                    <a:pt x="4646728" y="1083515"/>
                  </a:lnTo>
                  <a:lnTo>
                    <a:pt x="4646728" y="1083515"/>
                  </a:lnTo>
                  <a:lnTo>
                    <a:pt x="4651719" y="1083515"/>
                  </a:lnTo>
                  <a:lnTo>
                    <a:pt x="4651719" y="1083515"/>
                  </a:lnTo>
                  <a:lnTo>
                    <a:pt x="4656710" y="1083515"/>
                  </a:lnTo>
                  <a:lnTo>
                    <a:pt x="4656710" y="1083515"/>
                  </a:lnTo>
                  <a:lnTo>
                    <a:pt x="4661701" y="1083515"/>
                  </a:lnTo>
                  <a:lnTo>
                    <a:pt x="4661701" y="1083515"/>
                  </a:lnTo>
                  <a:lnTo>
                    <a:pt x="4666692" y="1083515"/>
                  </a:lnTo>
                  <a:lnTo>
                    <a:pt x="4666692" y="1083515"/>
                  </a:lnTo>
                  <a:lnTo>
                    <a:pt x="4671683" y="1083515"/>
                  </a:lnTo>
                  <a:lnTo>
                    <a:pt x="4671683" y="1083515"/>
                  </a:lnTo>
                  <a:lnTo>
                    <a:pt x="4676674" y="1083515"/>
                  </a:lnTo>
                  <a:lnTo>
                    <a:pt x="4676674" y="1083515"/>
                  </a:lnTo>
                  <a:lnTo>
                    <a:pt x="4681666" y="1083515"/>
                  </a:lnTo>
                  <a:lnTo>
                    <a:pt x="4681666" y="1083515"/>
                  </a:lnTo>
                  <a:lnTo>
                    <a:pt x="4686657" y="1083515"/>
                  </a:lnTo>
                  <a:lnTo>
                    <a:pt x="4686657" y="1083515"/>
                  </a:lnTo>
                  <a:lnTo>
                    <a:pt x="4691648" y="1083515"/>
                  </a:lnTo>
                  <a:lnTo>
                    <a:pt x="4691648" y="1083515"/>
                  </a:lnTo>
                  <a:lnTo>
                    <a:pt x="4696639" y="1083515"/>
                  </a:lnTo>
                  <a:lnTo>
                    <a:pt x="4696639" y="1083515"/>
                  </a:lnTo>
                  <a:lnTo>
                    <a:pt x="4701630" y="1083515"/>
                  </a:lnTo>
                  <a:lnTo>
                    <a:pt x="4701630" y="1083515"/>
                  </a:lnTo>
                  <a:lnTo>
                    <a:pt x="4706621" y="1083515"/>
                  </a:lnTo>
                  <a:lnTo>
                    <a:pt x="4706621" y="1083515"/>
                  </a:lnTo>
                  <a:lnTo>
                    <a:pt x="4711612" y="1083515"/>
                  </a:lnTo>
                  <a:lnTo>
                    <a:pt x="4711612" y="1083515"/>
                  </a:lnTo>
                  <a:lnTo>
                    <a:pt x="4716603" y="1083515"/>
                  </a:lnTo>
                  <a:lnTo>
                    <a:pt x="4716603" y="1083515"/>
                  </a:lnTo>
                  <a:lnTo>
                    <a:pt x="4721594" y="1083515"/>
                  </a:lnTo>
                  <a:lnTo>
                    <a:pt x="4721594" y="1083515"/>
                  </a:lnTo>
                  <a:lnTo>
                    <a:pt x="4726586" y="1083515"/>
                  </a:lnTo>
                  <a:lnTo>
                    <a:pt x="4726586" y="1083515"/>
                  </a:lnTo>
                  <a:lnTo>
                    <a:pt x="4731577" y="1083515"/>
                  </a:lnTo>
                  <a:lnTo>
                    <a:pt x="4731577" y="1083515"/>
                  </a:lnTo>
                  <a:lnTo>
                    <a:pt x="4736568" y="1083515"/>
                  </a:lnTo>
                  <a:lnTo>
                    <a:pt x="4736568" y="1083515"/>
                  </a:lnTo>
                  <a:lnTo>
                    <a:pt x="4741559" y="1083515"/>
                  </a:lnTo>
                  <a:lnTo>
                    <a:pt x="4741559" y="1083515"/>
                  </a:lnTo>
                  <a:lnTo>
                    <a:pt x="4746550" y="1083515"/>
                  </a:lnTo>
                  <a:lnTo>
                    <a:pt x="4746550" y="1083515"/>
                  </a:lnTo>
                  <a:lnTo>
                    <a:pt x="4751541" y="1083515"/>
                  </a:lnTo>
                  <a:lnTo>
                    <a:pt x="4751541" y="1083515"/>
                  </a:lnTo>
                  <a:lnTo>
                    <a:pt x="4756532" y="1083515"/>
                  </a:lnTo>
                  <a:lnTo>
                    <a:pt x="4756532" y="1083515"/>
                  </a:lnTo>
                  <a:lnTo>
                    <a:pt x="4761523" y="1083515"/>
                  </a:lnTo>
                  <a:lnTo>
                    <a:pt x="4761523" y="1083515"/>
                  </a:lnTo>
                  <a:lnTo>
                    <a:pt x="4766514" y="1083515"/>
                  </a:lnTo>
                  <a:lnTo>
                    <a:pt x="4766514" y="1083515"/>
                  </a:lnTo>
                  <a:lnTo>
                    <a:pt x="4771506" y="1083515"/>
                  </a:lnTo>
                  <a:lnTo>
                    <a:pt x="4771506" y="1083515"/>
                  </a:lnTo>
                  <a:lnTo>
                    <a:pt x="4776497" y="1083515"/>
                  </a:lnTo>
                  <a:lnTo>
                    <a:pt x="4776497" y="1083515"/>
                  </a:lnTo>
                  <a:lnTo>
                    <a:pt x="4781488" y="1083515"/>
                  </a:lnTo>
                  <a:lnTo>
                    <a:pt x="4781488" y="1083515"/>
                  </a:lnTo>
                  <a:lnTo>
                    <a:pt x="4786479" y="1083515"/>
                  </a:lnTo>
                  <a:lnTo>
                    <a:pt x="4786479" y="1083515"/>
                  </a:lnTo>
                  <a:lnTo>
                    <a:pt x="4791470" y="1083515"/>
                  </a:lnTo>
                  <a:lnTo>
                    <a:pt x="4791470" y="1083515"/>
                  </a:lnTo>
                  <a:lnTo>
                    <a:pt x="4796461" y="1083515"/>
                  </a:lnTo>
                  <a:lnTo>
                    <a:pt x="4796461" y="1083515"/>
                  </a:lnTo>
                  <a:lnTo>
                    <a:pt x="4801452" y="1083515"/>
                  </a:lnTo>
                  <a:lnTo>
                    <a:pt x="4801452" y="1083515"/>
                  </a:lnTo>
                  <a:lnTo>
                    <a:pt x="4806443" y="1083515"/>
                  </a:lnTo>
                  <a:lnTo>
                    <a:pt x="4806443" y="1083515"/>
                  </a:lnTo>
                  <a:lnTo>
                    <a:pt x="4811434" y="1083515"/>
                  </a:lnTo>
                  <a:lnTo>
                    <a:pt x="4811434" y="1083515"/>
                  </a:lnTo>
                  <a:lnTo>
                    <a:pt x="4816426" y="1083515"/>
                  </a:lnTo>
                  <a:lnTo>
                    <a:pt x="4816426" y="1083515"/>
                  </a:lnTo>
                  <a:lnTo>
                    <a:pt x="4821417" y="1083515"/>
                  </a:lnTo>
                  <a:lnTo>
                    <a:pt x="4821417" y="1083515"/>
                  </a:lnTo>
                  <a:lnTo>
                    <a:pt x="4826408" y="1083515"/>
                  </a:lnTo>
                  <a:lnTo>
                    <a:pt x="4826408" y="1083515"/>
                  </a:lnTo>
                  <a:lnTo>
                    <a:pt x="4831399" y="1083515"/>
                  </a:lnTo>
                  <a:lnTo>
                    <a:pt x="4831399" y="1083515"/>
                  </a:lnTo>
                  <a:lnTo>
                    <a:pt x="4836390" y="1083515"/>
                  </a:lnTo>
                  <a:lnTo>
                    <a:pt x="4836390" y="1083515"/>
                  </a:lnTo>
                  <a:lnTo>
                    <a:pt x="4841381" y="1083515"/>
                  </a:lnTo>
                  <a:lnTo>
                    <a:pt x="4841381" y="1083515"/>
                  </a:lnTo>
                  <a:lnTo>
                    <a:pt x="4846372" y="1083515"/>
                  </a:lnTo>
                  <a:lnTo>
                    <a:pt x="4846372" y="1083515"/>
                  </a:lnTo>
                  <a:lnTo>
                    <a:pt x="4851363" y="1083515"/>
                  </a:lnTo>
                  <a:lnTo>
                    <a:pt x="4851363" y="1083515"/>
                  </a:lnTo>
                  <a:lnTo>
                    <a:pt x="4856355" y="1083515"/>
                  </a:lnTo>
                  <a:lnTo>
                    <a:pt x="4856355" y="1083515"/>
                  </a:lnTo>
                  <a:lnTo>
                    <a:pt x="4861346" y="1083515"/>
                  </a:lnTo>
                  <a:lnTo>
                    <a:pt x="4861346" y="1083515"/>
                  </a:lnTo>
                  <a:lnTo>
                    <a:pt x="4866337" y="1083515"/>
                  </a:lnTo>
                  <a:lnTo>
                    <a:pt x="4866337" y="1083515"/>
                  </a:lnTo>
                  <a:lnTo>
                    <a:pt x="4871328" y="1083515"/>
                  </a:lnTo>
                  <a:lnTo>
                    <a:pt x="4871328" y="1083515"/>
                  </a:lnTo>
                  <a:lnTo>
                    <a:pt x="4876319" y="1083515"/>
                  </a:lnTo>
                  <a:lnTo>
                    <a:pt x="4876319" y="1060218"/>
                  </a:lnTo>
                  <a:lnTo>
                    <a:pt x="4881310" y="1060218"/>
                  </a:lnTo>
                  <a:lnTo>
                    <a:pt x="4881310" y="1060218"/>
                  </a:lnTo>
                  <a:lnTo>
                    <a:pt x="4886301" y="1060218"/>
                  </a:lnTo>
                  <a:lnTo>
                    <a:pt x="4886301" y="1060218"/>
                  </a:lnTo>
                  <a:lnTo>
                    <a:pt x="4891292" y="1060218"/>
                  </a:lnTo>
                  <a:lnTo>
                    <a:pt x="4891292" y="1060218"/>
                  </a:lnTo>
                  <a:lnTo>
                    <a:pt x="4896283" y="1060218"/>
                  </a:lnTo>
                  <a:lnTo>
                    <a:pt x="4896283" y="1060218"/>
                  </a:lnTo>
                  <a:lnTo>
                    <a:pt x="4901275" y="1060218"/>
                  </a:lnTo>
                  <a:lnTo>
                    <a:pt x="4901275" y="1060218"/>
                  </a:lnTo>
                  <a:lnTo>
                    <a:pt x="4906266" y="1060218"/>
                  </a:lnTo>
                  <a:lnTo>
                    <a:pt x="4906266" y="1060218"/>
                  </a:lnTo>
                  <a:lnTo>
                    <a:pt x="4911257" y="1060218"/>
                  </a:lnTo>
                  <a:lnTo>
                    <a:pt x="4911257" y="1060218"/>
                  </a:lnTo>
                  <a:lnTo>
                    <a:pt x="4916248" y="1060218"/>
                  </a:lnTo>
                  <a:lnTo>
                    <a:pt x="4916248" y="1060218"/>
                  </a:lnTo>
                  <a:lnTo>
                    <a:pt x="4921239" y="1060218"/>
                  </a:lnTo>
                  <a:lnTo>
                    <a:pt x="4921239" y="1060218"/>
                  </a:lnTo>
                  <a:lnTo>
                    <a:pt x="4926230" y="1060218"/>
                  </a:lnTo>
                  <a:lnTo>
                    <a:pt x="4926230" y="1060218"/>
                  </a:lnTo>
                  <a:lnTo>
                    <a:pt x="4931221" y="1060218"/>
                  </a:lnTo>
                  <a:lnTo>
                    <a:pt x="4931221" y="1060218"/>
                  </a:lnTo>
                  <a:lnTo>
                    <a:pt x="4936212" y="1060218"/>
                  </a:lnTo>
                  <a:lnTo>
                    <a:pt x="4936212" y="1060218"/>
                  </a:lnTo>
                  <a:lnTo>
                    <a:pt x="4941203" y="1060218"/>
                  </a:lnTo>
                  <a:lnTo>
                    <a:pt x="4941203" y="1060218"/>
                  </a:lnTo>
                  <a:lnTo>
                    <a:pt x="4946195" y="1060218"/>
                  </a:lnTo>
                  <a:lnTo>
                    <a:pt x="4946195" y="1060218"/>
                  </a:lnTo>
                  <a:lnTo>
                    <a:pt x="4951186" y="1060218"/>
                  </a:lnTo>
                  <a:lnTo>
                    <a:pt x="4951186" y="1060218"/>
                  </a:lnTo>
                  <a:lnTo>
                    <a:pt x="4956177" y="1060218"/>
                  </a:lnTo>
                  <a:lnTo>
                    <a:pt x="4956177" y="1060218"/>
                  </a:lnTo>
                  <a:lnTo>
                    <a:pt x="4961168" y="1060218"/>
                  </a:lnTo>
                  <a:lnTo>
                    <a:pt x="4961168" y="1060218"/>
                  </a:lnTo>
                  <a:lnTo>
                    <a:pt x="4966159" y="1060218"/>
                  </a:lnTo>
                  <a:lnTo>
                    <a:pt x="4966159" y="1060218"/>
                  </a:lnTo>
                  <a:lnTo>
                    <a:pt x="4971150" y="1060218"/>
                  </a:lnTo>
                  <a:lnTo>
                    <a:pt x="4971150" y="1060218"/>
                  </a:lnTo>
                  <a:lnTo>
                    <a:pt x="4976141" y="1060218"/>
                  </a:lnTo>
                  <a:lnTo>
                    <a:pt x="4976141" y="1060218"/>
                  </a:lnTo>
                  <a:lnTo>
                    <a:pt x="4981132" y="1060218"/>
                  </a:lnTo>
                  <a:lnTo>
                    <a:pt x="4981132" y="1060218"/>
                  </a:lnTo>
                  <a:lnTo>
                    <a:pt x="4986124" y="1060218"/>
                  </a:lnTo>
                  <a:lnTo>
                    <a:pt x="4986124" y="1036354"/>
                  </a:lnTo>
                  <a:lnTo>
                    <a:pt x="4991115" y="1036354"/>
                  </a:lnTo>
                  <a:lnTo>
                    <a:pt x="4991115" y="1036354"/>
                  </a:lnTo>
                  <a:lnTo>
                    <a:pt x="4996106" y="1036354"/>
                  </a:lnTo>
                  <a:lnTo>
                    <a:pt x="4996106" y="1036354"/>
                  </a:lnTo>
                  <a:lnTo>
                    <a:pt x="5001097" y="1036354"/>
                  </a:lnTo>
                  <a:lnTo>
                    <a:pt x="5001097" y="1036354"/>
                  </a:lnTo>
                  <a:lnTo>
                    <a:pt x="5006088" y="1036354"/>
                  </a:lnTo>
                  <a:lnTo>
                    <a:pt x="5006088" y="1036354"/>
                  </a:lnTo>
                  <a:lnTo>
                    <a:pt x="5011079" y="1036354"/>
                  </a:lnTo>
                  <a:lnTo>
                    <a:pt x="5011079" y="1036354"/>
                  </a:lnTo>
                  <a:lnTo>
                    <a:pt x="5016070" y="1036354"/>
                  </a:lnTo>
                  <a:lnTo>
                    <a:pt x="5016070" y="1036354"/>
                  </a:lnTo>
                  <a:lnTo>
                    <a:pt x="5021061" y="1036354"/>
                  </a:lnTo>
                  <a:lnTo>
                    <a:pt x="5021061" y="1036354"/>
                  </a:lnTo>
                  <a:lnTo>
                    <a:pt x="5026052" y="1036354"/>
                  </a:lnTo>
                  <a:lnTo>
                    <a:pt x="5026052" y="1036354"/>
                  </a:lnTo>
                  <a:lnTo>
                    <a:pt x="5031044" y="1036354"/>
                  </a:lnTo>
                  <a:lnTo>
                    <a:pt x="5031044" y="1036354"/>
                  </a:lnTo>
                  <a:lnTo>
                    <a:pt x="5036035" y="1036354"/>
                  </a:lnTo>
                  <a:lnTo>
                    <a:pt x="5036035" y="1036354"/>
                  </a:lnTo>
                  <a:lnTo>
                    <a:pt x="5041026" y="1036354"/>
                  </a:lnTo>
                  <a:lnTo>
                    <a:pt x="5041026" y="1036354"/>
                  </a:lnTo>
                  <a:lnTo>
                    <a:pt x="5046017" y="1036354"/>
                  </a:lnTo>
                  <a:lnTo>
                    <a:pt x="5046017" y="1036354"/>
                  </a:lnTo>
                  <a:lnTo>
                    <a:pt x="5051008" y="1036354"/>
                  </a:lnTo>
                  <a:lnTo>
                    <a:pt x="5051008" y="1036354"/>
                  </a:lnTo>
                  <a:lnTo>
                    <a:pt x="5055999" y="1036354"/>
                  </a:lnTo>
                  <a:lnTo>
                    <a:pt x="5055999" y="1036354"/>
                  </a:lnTo>
                  <a:lnTo>
                    <a:pt x="5060990" y="1036354"/>
                  </a:lnTo>
                  <a:lnTo>
                    <a:pt x="5060990" y="1036354"/>
                  </a:lnTo>
                  <a:lnTo>
                    <a:pt x="5065981" y="1036354"/>
                  </a:lnTo>
                  <a:lnTo>
                    <a:pt x="5065981" y="1036354"/>
                  </a:lnTo>
                  <a:lnTo>
                    <a:pt x="5070972" y="1036354"/>
                  </a:lnTo>
                  <a:lnTo>
                    <a:pt x="5070972" y="1036354"/>
                  </a:lnTo>
                  <a:lnTo>
                    <a:pt x="5075964" y="1036354"/>
                  </a:lnTo>
                  <a:lnTo>
                    <a:pt x="5075964" y="1036354"/>
                  </a:lnTo>
                  <a:lnTo>
                    <a:pt x="5080955" y="1036354"/>
                  </a:lnTo>
                  <a:lnTo>
                    <a:pt x="5080955" y="1036354"/>
                  </a:lnTo>
                  <a:lnTo>
                    <a:pt x="5085946" y="1036354"/>
                  </a:lnTo>
                  <a:lnTo>
                    <a:pt x="5085946" y="1036354"/>
                  </a:lnTo>
                  <a:lnTo>
                    <a:pt x="5090937" y="1036354"/>
                  </a:lnTo>
                  <a:lnTo>
                    <a:pt x="5090937" y="1036354"/>
                  </a:lnTo>
                  <a:lnTo>
                    <a:pt x="5095928" y="1036354"/>
                  </a:lnTo>
                  <a:lnTo>
                    <a:pt x="5095928" y="1036354"/>
                  </a:lnTo>
                  <a:lnTo>
                    <a:pt x="5100919" y="1036354"/>
                  </a:lnTo>
                  <a:lnTo>
                    <a:pt x="5100919" y="1036354"/>
                  </a:lnTo>
                  <a:lnTo>
                    <a:pt x="5105910" y="1036354"/>
                  </a:lnTo>
                  <a:lnTo>
                    <a:pt x="5105910" y="1036354"/>
                  </a:lnTo>
                  <a:lnTo>
                    <a:pt x="5110901" y="1036354"/>
                  </a:lnTo>
                  <a:lnTo>
                    <a:pt x="5110901" y="1036354"/>
                  </a:lnTo>
                  <a:lnTo>
                    <a:pt x="5115893" y="1036354"/>
                  </a:lnTo>
                  <a:lnTo>
                    <a:pt x="5115893" y="1036354"/>
                  </a:lnTo>
                  <a:lnTo>
                    <a:pt x="5120884" y="1036354"/>
                  </a:lnTo>
                  <a:lnTo>
                    <a:pt x="5120884" y="1036354"/>
                  </a:lnTo>
                  <a:lnTo>
                    <a:pt x="5125875" y="1036354"/>
                  </a:lnTo>
                  <a:lnTo>
                    <a:pt x="5125875" y="1036354"/>
                  </a:lnTo>
                  <a:lnTo>
                    <a:pt x="5130866" y="1036354"/>
                  </a:lnTo>
                  <a:lnTo>
                    <a:pt x="5130866" y="1036354"/>
                  </a:lnTo>
                  <a:lnTo>
                    <a:pt x="5135857" y="1036354"/>
                  </a:lnTo>
                  <a:lnTo>
                    <a:pt x="5135857" y="1036354"/>
                  </a:lnTo>
                  <a:lnTo>
                    <a:pt x="5140848" y="1036354"/>
                  </a:lnTo>
                  <a:lnTo>
                    <a:pt x="5140848" y="1036354"/>
                  </a:lnTo>
                  <a:lnTo>
                    <a:pt x="5145839" y="1036354"/>
                  </a:lnTo>
                  <a:lnTo>
                    <a:pt x="5145839" y="1036354"/>
                  </a:lnTo>
                  <a:lnTo>
                    <a:pt x="5150830" y="1036354"/>
                  </a:lnTo>
                  <a:lnTo>
                    <a:pt x="5150830" y="1036354"/>
                  </a:lnTo>
                  <a:lnTo>
                    <a:pt x="5155821" y="1036354"/>
                  </a:lnTo>
                  <a:lnTo>
                    <a:pt x="5155821" y="1036354"/>
                  </a:lnTo>
                  <a:lnTo>
                    <a:pt x="5160813" y="1036354"/>
                  </a:lnTo>
                  <a:lnTo>
                    <a:pt x="5160813" y="1036354"/>
                  </a:lnTo>
                  <a:lnTo>
                    <a:pt x="5165804" y="1036354"/>
                  </a:lnTo>
                  <a:lnTo>
                    <a:pt x="5165804" y="1036354"/>
                  </a:lnTo>
                  <a:lnTo>
                    <a:pt x="5170795" y="1036354"/>
                  </a:lnTo>
                  <a:lnTo>
                    <a:pt x="5170795" y="1036354"/>
                  </a:lnTo>
                  <a:lnTo>
                    <a:pt x="5175786" y="1036354"/>
                  </a:lnTo>
                  <a:lnTo>
                    <a:pt x="5175786" y="1036354"/>
                  </a:lnTo>
                  <a:lnTo>
                    <a:pt x="5180777" y="1036354"/>
                  </a:lnTo>
                  <a:lnTo>
                    <a:pt x="5180777" y="1036354"/>
                  </a:lnTo>
                  <a:lnTo>
                    <a:pt x="5185768" y="1036354"/>
                  </a:lnTo>
                  <a:lnTo>
                    <a:pt x="5185768" y="1036354"/>
                  </a:lnTo>
                  <a:lnTo>
                    <a:pt x="5190759" y="1036354"/>
                  </a:lnTo>
                  <a:lnTo>
                    <a:pt x="5190759" y="1036354"/>
                  </a:lnTo>
                  <a:lnTo>
                    <a:pt x="5195750" y="1036354"/>
                  </a:lnTo>
                  <a:lnTo>
                    <a:pt x="5195750" y="1036354"/>
                  </a:lnTo>
                  <a:lnTo>
                    <a:pt x="5200741" y="1036354"/>
                  </a:lnTo>
                  <a:lnTo>
                    <a:pt x="5200741" y="1036354"/>
                  </a:lnTo>
                  <a:lnTo>
                    <a:pt x="5205733" y="1036354"/>
                  </a:lnTo>
                  <a:lnTo>
                    <a:pt x="5205733" y="1036354"/>
                  </a:lnTo>
                  <a:lnTo>
                    <a:pt x="5210724" y="1036354"/>
                  </a:lnTo>
                  <a:lnTo>
                    <a:pt x="5210724" y="1036354"/>
                  </a:lnTo>
                  <a:lnTo>
                    <a:pt x="5215715" y="1036354"/>
                  </a:lnTo>
                  <a:lnTo>
                    <a:pt x="5215715" y="1036354"/>
                  </a:lnTo>
                  <a:lnTo>
                    <a:pt x="5220706" y="1036354"/>
                  </a:lnTo>
                  <a:lnTo>
                    <a:pt x="5220706" y="1036354"/>
                  </a:lnTo>
                  <a:lnTo>
                    <a:pt x="5225697" y="1036354"/>
                  </a:lnTo>
                  <a:lnTo>
                    <a:pt x="5225697" y="1036354"/>
                  </a:lnTo>
                  <a:lnTo>
                    <a:pt x="5230688" y="1036354"/>
                  </a:lnTo>
                  <a:lnTo>
                    <a:pt x="5230688" y="1036354"/>
                  </a:lnTo>
                  <a:lnTo>
                    <a:pt x="5235679" y="1036354"/>
                  </a:lnTo>
                  <a:lnTo>
                    <a:pt x="5235679" y="1036354"/>
                  </a:lnTo>
                  <a:lnTo>
                    <a:pt x="5240670" y="1036354"/>
                  </a:lnTo>
                  <a:lnTo>
                    <a:pt x="5240670" y="1036354"/>
                  </a:lnTo>
                  <a:lnTo>
                    <a:pt x="5245662" y="1036354"/>
                  </a:lnTo>
                  <a:lnTo>
                    <a:pt x="5245662" y="1036354"/>
                  </a:lnTo>
                  <a:lnTo>
                    <a:pt x="5250653" y="1036354"/>
                  </a:lnTo>
                  <a:lnTo>
                    <a:pt x="5250653" y="1036354"/>
                  </a:lnTo>
                  <a:lnTo>
                    <a:pt x="5255644" y="1036354"/>
                  </a:lnTo>
                  <a:lnTo>
                    <a:pt x="5255644" y="1036354"/>
                  </a:lnTo>
                  <a:lnTo>
                    <a:pt x="5260635" y="1036354"/>
                  </a:lnTo>
                  <a:lnTo>
                    <a:pt x="5260635" y="1011355"/>
                  </a:lnTo>
                  <a:lnTo>
                    <a:pt x="5265626" y="1011355"/>
                  </a:lnTo>
                  <a:lnTo>
                    <a:pt x="5265626" y="1011355"/>
                  </a:lnTo>
                  <a:lnTo>
                    <a:pt x="5270617" y="1011355"/>
                  </a:lnTo>
                  <a:lnTo>
                    <a:pt x="5270617" y="986306"/>
                  </a:lnTo>
                  <a:lnTo>
                    <a:pt x="5275608" y="986306"/>
                  </a:lnTo>
                  <a:lnTo>
                    <a:pt x="5275608" y="986306"/>
                  </a:lnTo>
                  <a:lnTo>
                    <a:pt x="5280599" y="986306"/>
                  </a:lnTo>
                  <a:lnTo>
                    <a:pt x="5280599" y="986306"/>
                  </a:lnTo>
                  <a:lnTo>
                    <a:pt x="5285590" y="986306"/>
                  </a:lnTo>
                  <a:lnTo>
                    <a:pt x="5285590" y="986306"/>
                  </a:lnTo>
                  <a:lnTo>
                    <a:pt x="5290582" y="986306"/>
                  </a:lnTo>
                  <a:lnTo>
                    <a:pt x="5290582" y="986306"/>
                  </a:lnTo>
                  <a:lnTo>
                    <a:pt x="5295573" y="986306"/>
                  </a:lnTo>
                  <a:lnTo>
                    <a:pt x="5295573" y="986306"/>
                  </a:lnTo>
                  <a:lnTo>
                    <a:pt x="5300564" y="986306"/>
                  </a:lnTo>
                  <a:lnTo>
                    <a:pt x="5300564" y="986306"/>
                  </a:lnTo>
                  <a:lnTo>
                    <a:pt x="5305555" y="986306"/>
                  </a:lnTo>
                  <a:lnTo>
                    <a:pt x="5305555" y="986306"/>
                  </a:lnTo>
                  <a:lnTo>
                    <a:pt x="5310546" y="986306"/>
                  </a:lnTo>
                  <a:lnTo>
                    <a:pt x="5310546" y="986306"/>
                  </a:lnTo>
                  <a:lnTo>
                    <a:pt x="5315537" y="986306"/>
                  </a:lnTo>
                  <a:lnTo>
                    <a:pt x="5315537" y="986306"/>
                  </a:lnTo>
                  <a:lnTo>
                    <a:pt x="5320528" y="986306"/>
                  </a:lnTo>
                  <a:lnTo>
                    <a:pt x="5320528" y="986306"/>
                  </a:lnTo>
                  <a:lnTo>
                    <a:pt x="5325519" y="986306"/>
                  </a:lnTo>
                  <a:lnTo>
                    <a:pt x="5325519" y="986306"/>
                  </a:lnTo>
                  <a:lnTo>
                    <a:pt x="5330510" y="986306"/>
                  </a:lnTo>
                  <a:lnTo>
                    <a:pt x="5330510" y="986306"/>
                  </a:lnTo>
                  <a:lnTo>
                    <a:pt x="5335502" y="986306"/>
                  </a:lnTo>
                  <a:lnTo>
                    <a:pt x="5335502" y="986306"/>
                  </a:lnTo>
                  <a:lnTo>
                    <a:pt x="5340493" y="986306"/>
                  </a:lnTo>
                  <a:lnTo>
                    <a:pt x="5340493" y="986306"/>
                  </a:lnTo>
                  <a:lnTo>
                    <a:pt x="5345484" y="986306"/>
                  </a:lnTo>
                  <a:lnTo>
                    <a:pt x="5345484" y="986306"/>
                  </a:lnTo>
                  <a:lnTo>
                    <a:pt x="5350475" y="986306"/>
                  </a:lnTo>
                  <a:lnTo>
                    <a:pt x="5350475" y="986306"/>
                  </a:lnTo>
                  <a:lnTo>
                    <a:pt x="5355466" y="986306"/>
                  </a:lnTo>
                  <a:lnTo>
                    <a:pt x="5355466" y="986306"/>
                  </a:lnTo>
                  <a:lnTo>
                    <a:pt x="5360457" y="986306"/>
                  </a:lnTo>
                  <a:lnTo>
                    <a:pt x="5360457" y="986306"/>
                  </a:lnTo>
                  <a:lnTo>
                    <a:pt x="5365448" y="986306"/>
                  </a:lnTo>
                  <a:lnTo>
                    <a:pt x="5365448" y="986306"/>
                  </a:lnTo>
                  <a:lnTo>
                    <a:pt x="5370439" y="986306"/>
                  </a:lnTo>
                  <a:lnTo>
                    <a:pt x="5370439" y="986306"/>
                  </a:lnTo>
                  <a:lnTo>
                    <a:pt x="5375431" y="986306"/>
                  </a:lnTo>
                  <a:lnTo>
                    <a:pt x="5375431" y="986306"/>
                  </a:lnTo>
                  <a:lnTo>
                    <a:pt x="5380422" y="986306"/>
                  </a:lnTo>
                  <a:lnTo>
                    <a:pt x="5380422" y="986306"/>
                  </a:lnTo>
                  <a:lnTo>
                    <a:pt x="5385413" y="986306"/>
                  </a:lnTo>
                  <a:lnTo>
                    <a:pt x="5385413" y="986306"/>
                  </a:lnTo>
                  <a:lnTo>
                    <a:pt x="5390404" y="986306"/>
                  </a:lnTo>
                  <a:lnTo>
                    <a:pt x="5390404" y="986306"/>
                  </a:lnTo>
                  <a:lnTo>
                    <a:pt x="5395395" y="986306"/>
                  </a:lnTo>
                  <a:lnTo>
                    <a:pt x="5395395" y="986306"/>
                  </a:lnTo>
                  <a:lnTo>
                    <a:pt x="5400386" y="986306"/>
                  </a:lnTo>
                  <a:lnTo>
                    <a:pt x="5400386" y="986306"/>
                  </a:lnTo>
                  <a:lnTo>
                    <a:pt x="5405377" y="986306"/>
                  </a:lnTo>
                  <a:lnTo>
                    <a:pt x="5405377" y="960495"/>
                  </a:lnTo>
                  <a:lnTo>
                    <a:pt x="5410368" y="960495"/>
                  </a:lnTo>
                  <a:lnTo>
                    <a:pt x="5410368" y="960495"/>
                  </a:lnTo>
                  <a:lnTo>
                    <a:pt x="5415359" y="960495"/>
                  </a:lnTo>
                  <a:lnTo>
                    <a:pt x="5415359" y="960495"/>
                  </a:lnTo>
                  <a:lnTo>
                    <a:pt x="5420351" y="960495"/>
                  </a:lnTo>
                  <a:lnTo>
                    <a:pt x="5420351" y="960495"/>
                  </a:lnTo>
                  <a:lnTo>
                    <a:pt x="5425342" y="960495"/>
                  </a:lnTo>
                  <a:lnTo>
                    <a:pt x="5425342" y="960495"/>
                  </a:lnTo>
                  <a:lnTo>
                    <a:pt x="5430333" y="960495"/>
                  </a:lnTo>
                  <a:lnTo>
                    <a:pt x="5430333" y="960495"/>
                  </a:lnTo>
                  <a:lnTo>
                    <a:pt x="5435324" y="960495"/>
                  </a:lnTo>
                  <a:lnTo>
                    <a:pt x="5435324" y="960495"/>
                  </a:lnTo>
                  <a:lnTo>
                    <a:pt x="5440315" y="960495"/>
                  </a:lnTo>
                  <a:lnTo>
                    <a:pt x="5440315" y="934556"/>
                  </a:lnTo>
                  <a:lnTo>
                    <a:pt x="5445306" y="934556"/>
                  </a:lnTo>
                  <a:lnTo>
                    <a:pt x="5445306" y="934556"/>
                  </a:lnTo>
                  <a:lnTo>
                    <a:pt x="5450297" y="934556"/>
                  </a:lnTo>
                  <a:lnTo>
                    <a:pt x="5450297" y="934556"/>
                  </a:lnTo>
                  <a:lnTo>
                    <a:pt x="5455288" y="934556"/>
                  </a:lnTo>
                  <a:lnTo>
                    <a:pt x="5455288" y="934556"/>
                  </a:lnTo>
                  <a:lnTo>
                    <a:pt x="5460279" y="934556"/>
                  </a:lnTo>
                  <a:lnTo>
                    <a:pt x="5460279" y="934556"/>
                  </a:lnTo>
                  <a:lnTo>
                    <a:pt x="5465271" y="934556"/>
                  </a:lnTo>
                  <a:lnTo>
                    <a:pt x="5465271" y="908487"/>
                  </a:lnTo>
                  <a:lnTo>
                    <a:pt x="5470262" y="908487"/>
                  </a:lnTo>
                  <a:lnTo>
                    <a:pt x="5470262" y="908487"/>
                  </a:lnTo>
                  <a:lnTo>
                    <a:pt x="5475253" y="908487"/>
                  </a:lnTo>
                  <a:lnTo>
                    <a:pt x="5475253" y="908487"/>
                  </a:lnTo>
                  <a:lnTo>
                    <a:pt x="5480244" y="908487"/>
                  </a:lnTo>
                  <a:lnTo>
                    <a:pt x="5480244" y="908487"/>
                  </a:lnTo>
                  <a:lnTo>
                    <a:pt x="5485235" y="908487"/>
                  </a:lnTo>
                  <a:lnTo>
                    <a:pt x="5485235" y="908487"/>
                  </a:lnTo>
                  <a:lnTo>
                    <a:pt x="5490226" y="908487"/>
                  </a:lnTo>
                  <a:lnTo>
                    <a:pt x="5490226" y="908487"/>
                  </a:lnTo>
                  <a:lnTo>
                    <a:pt x="5495217" y="908487"/>
                  </a:lnTo>
                  <a:lnTo>
                    <a:pt x="5495217" y="908487"/>
                  </a:lnTo>
                  <a:lnTo>
                    <a:pt x="5500208" y="908487"/>
                  </a:lnTo>
                  <a:lnTo>
                    <a:pt x="5500208" y="908487"/>
                  </a:lnTo>
                  <a:lnTo>
                    <a:pt x="5505200" y="908487"/>
                  </a:lnTo>
                  <a:lnTo>
                    <a:pt x="5505200" y="908487"/>
                  </a:lnTo>
                  <a:lnTo>
                    <a:pt x="5510191" y="908487"/>
                  </a:lnTo>
                  <a:lnTo>
                    <a:pt x="5510191" y="908487"/>
                  </a:lnTo>
                  <a:lnTo>
                    <a:pt x="5515182" y="908487"/>
                  </a:lnTo>
                  <a:lnTo>
                    <a:pt x="5515182" y="908487"/>
                  </a:lnTo>
                  <a:lnTo>
                    <a:pt x="5520173" y="908487"/>
                  </a:lnTo>
                  <a:lnTo>
                    <a:pt x="5520173" y="908487"/>
                  </a:lnTo>
                  <a:lnTo>
                    <a:pt x="5525164" y="908487"/>
                  </a:lnTo>
                  <a:lnTo>
                    <a:pt x="5525164" y="908487"/>
                  </a:lnTo>
                  <a:lnTo>
                    <a:pt x="5530155" y="908487"/>
                  </a:lnTo>
                  <a:lnTo>
                    <a:pt x="5530155" y="908487"/>
                  </a:lnTo>
                  <a:lnTo>
                    <a:pt x="5535146" y="908487"/>
                  </a:lnTo>
                  <a:lnTo>
                    <a:pt x="5535146" y="908487"/>
                  </a:lnTo>
                  <a:lnTo>
                    <a:pt x="5540137" y="908487"/>
                  </a:lnTo>
                  <a:lnTo>
                    <a:pt x="5540137" y="908487"/>
                  </a:lnTo>
                  <a:lnTo>
                    <a:pt x="5545128" y="908487"/>
                  </a:lnTo>
                  <a:lnTo>
                    <a:pt x="5545128" y="908487"/>
                  </a:lnTo>
                  <a:lnTo>
                    <a:pt x="5550120" y="908487"/>
                  </a:lnTo>
                  <a:lnTo>
                    <a:pt x="5550120" y="908487"/>
                  </a:lnTo>
                  <a:lnTo>
                    <a:pt x="5555111" y="908487"/>
                  </a:lnTo>
                  <a:lnTo>
                    <a:pt x="5555111" y="908487"/>
                  </a:lnTo>
                  <a:lnTo>
                    <a:pt x="5560102" y="908487"/>
                  </a:lnTo>
                  <a:lnTo>
                    <a:pt x="5560102" y="908487"/>
                  </a:lnTo>
                  <a:lnTo>
                    <a:pt x="5565093" y="908487"/>
                  </a:lnTo>
                  <a:lnTo>
                    <a:pt x="5565093" y="908487"/>
                  </a:lnTo>
                  <a:lnTo>
                    <a:pt x="5570084" y="908487"/>
                  </a:lnTo>
                  <a:lnTo>
                    <a:pt x="5570084" y="908487"/>
                  </a:lnTo>
                  <a:lnTo>
                    <a:pt x="5575075" y="908487"/>
                  </a:lnTo>
                  <a:lnTo>
                    <a:pt x="5575075" y="908487"/>
                  </a:lnTo>
                  <a:lnTo>
                    <a:pt x="5580066" y="908487"/>
                  </a:lnTo>
                  <a:lnTo>
                    <a:pt x="5580066" y="908487"/>
                  </a:lnTo>
                  <a:lnTo>
                    <a:pt x="5585057" y="908487"/>
                  </a:lnTo>
                  <a:lnTo>
                    <a:pt x="5585057" y="908487"/>
                  </a:lnTo>
                  <a:lnTo>
                    <a:pt x="5590048" y="908487"/>
                  </a:lnTo>
                  <a:lnTo>
                    <a:pt x="5590048" y="908487"/>
                  </a:lnTo>
                  <a:lnTo>
                    <a:pt x="5595040" y="908487"/>
                  </a:lnTo>
                  <a:lnTo>
                    <a:pt x="5595040" y="908487"/>
                  </a:lnTo>
                  <a:lnTo>
                    <a:pt x="5600031" y="908487"/>
                  </a:lnTo>
                  <a:lnTo>
                    <a:pt x="5600031" y="908487"/>
                  </a:lnTo>
                  <a:lnTo>
                    <a:pt x="5605022" y="908487"/>
                  </a:lnTo>
                  <a:lnTo>
                    <a:pt x="5605022" y="908487"/>
                  </a:lnTo>
                  <a:lnTo>
                    <a:pt x="5610013" y="908487"/>
                  </a:lnTo>
                  <a:lnTo>
                    <a:pt x="5610013" y="908487"/>
                  </a:lnTo>
                  <a:lnTo>
                    <a:pt x="5615004" y="908487"/>
                  </a:lnTo>
                  <a:lnTo>
                    <a:pt x="5615004" y="908487"/>
                  </a:lnTo>
                  <a:lnTo>
                    <a:pt x="5619995" y="908487"/>
                  </a:lnTo>
                  <a:lnTo>
                    <a:pt x="5619995" y="908487"/>
                  </a:lnTo>
                  <a:lnTo>
                    <a:pt x="5624986" y="908487"/>
                  </a:lnTo>
                  <a:lnTo>
                    <a:pt x="5624986" y="908487"/>
                  </a:lnTo>
                  <a:lnTo>
                    <a:pt x="5629977" y="908487"/>
                  </a:lnTo>
                  <a:lnTo>
                    <a:pt x="5629977" y="908487"/>
                  </a:lnTo>
                  <a:lnTo>
                    <a:pt x="5634968" y="908487"/>
                  </a:lnTo>
                  <a:lnTo>
                    <a:pt x="5634968" y="908487"/>
                  </a:lnTo>
                  <a:lnTo>
                    <a:pt x="5639960" y="908487"/>
                  </a:lnTo>
                  <a:lnTo>
                    <a:pt x="5639960" y="908487"/>
                  </a:lnTo>
                  <a:lnTo>
                    <a:pt x="5644951" y="908487"/>
                  </a:lnTo>
                  <a:lnTo>
                    <a:pt x="5644951" y="908487"/>
                  </a:lnTo>
                  <a:lnTo>
                    <a:pt x="5649942" y="908487"/>
                  </a:lnTo>
                  <a:lnTo>
                    <a:pt x="5649942" y="908487"/>
                  </a:lnTo>
                  <a:lnTo>
                    <a:pt x="5654933" y="908487"/>
                  </a:lnTo>
                  <a:lnTo>
                    <a:pt x="5654933" y="908487"/>
                  </a:lnTo>
                  <a:lnTo>
                    <a:pt x="5659924" y="908487"/>
                  </a:lnTo>
                  <a:lnTo>
                    <a:pt x="5659924" y="908487"/>
                  </a:lnTo>
                  <a:lnTo>
                    <a:pt x="5664915" y="908487"/>
                  </a:lnTo>
                  <a:lnTo>
                    <a:pt x="5664915" y="908487"/>
                  </a:lnTo>
                  <a:lnTo>
                    <a:pt x="5669906" y="908487"/>
                  </a:lnTo>
                  <a:lnTo>
                    <a:pt x="5669906" y="908487"/>
                  </a:lnTo>
                  <a:lnTo>
                    <a:pt x="5674897" y="908487"/>
                  </a:lnTo>
                  <a:lnTo>
                    <a:pt x="5674897" y="908487"/>
                  </a:lnTo>
                  <a:lnTo>
                    <a:pt x="5679889" y="908487"/>
                  </a:lnTo>
                  <a:lnTo>
                    <a:pt x="5679889" y="908487"/>
                  </a:lnTo>
                  <a:lnTo>
                    <a:pt x="5684880" y="908487"/>
                  </a:lnTo>
                  <a:lnTo>
                    <a:pt x="5684880" y="908487"/>
                  </a:lnTo>
                  <a:lnTo>
                    <a:pt x="5689871" y="908487"/>
                  </a:lnTo>
                  <a:lnTo>
                    <a:pt x="5689871" y="908487"/>
                  </a:lnTo>
                  <a:lnTo>
                    <a:pt x="5694862" y="908487"/>
                  </a:lnTo>
                  <a:lnTo>
                    <a:pt x="5694862" y="908487"/>
                  </a:lnTo>
                  <a:lnTo>
                    <a:pt x="5704844" y="908487"/>
                  </a:lnTo>
                  <a:lnTo>
                    <a:pt x="5704844" y="908487"/>
                  </a:lnTo>
                  <a:lnTo>
                    <a:pt x="5709835" y="908487"/>
                  </a:lnTo>
                  <a:lnTo>
                    <a:pt x="5709835" y="908487"/>
                  </a:lnTo>
                  <a:lnTo>
                    <a:pt x="5714826" y="908487"/>
                  </a:lnTo>
                  <a:lnTo>
                    <a:pt x="5714826" y="908487"/>
                  </a:lnTo>
                  <a:lnTo>
                    <a:pt x="5719817" y="908487"/>
                  </a:lnTo>
                  <a:lnTo>
                    <a:pt x="5719817" y="908487"/>
                  </a:lnTo>
                  <a:lnTo>
                    <a:pt x="5724809" y="908487"/>
                  </a:lnTo>
                  <a:lnTo>
                    <a:pt x="5724809" y="908487"/>
                  </a:lnTo>
                  <a:lnTo>
                    <a:pt x="5729800" y="908487"/>
                  </a:lnTo>
                  <a:lnTo>
                    <a:pt x="5729800" y="908487"/>
                  </a:lnTo>
                  <a:lnTo>
                    <a:pt x="5734791" y="908487"/>
                  </a:lnTo>
                  <a:lnTo>
                    <a:pt x="5734791" y="908487"/>
                  </a:lnTo>
                  <a:lnTo>
                    <a:pt x="5739782" y="908487"/>
                  </a:lnTo>
                  <a:lnTo>
                    <a:pt x="5739782" y="908487"/>
                  </a:lnTo>
                  <a:lnTo>
                    <a:pt x="5744773" y="908487"/>
                  </a:lnTo>
                  <a:lnTo>
                    <a:pt x="5744773" y="908487"/>
                  </a:lnTo>
                  <a:lnTo>
                    <a:pt x="5749764" y="908487"/>
                  </a:lnTo>
                  <a:lnTo>
                    <a:pt x="5749764" y="908487"/>
                  </a:lnTo>
                  <a:lnTo>
                    <a:pt x="5754755" y="908487"/>
                  </a:lnTo>
                  <a:lnTo>
                    <a:pt x="5754755" y="908487"/>
                  </a:lnTo>
                  <a:lnTo>
                    <a:pt x="5759746" y="908487"/>
                  </a:lnTo>
                  <a:lnTo>
                    <a:pt x="5759746" y="908487"/>
                  </a:lnTo>
                  <a:lnTo>
                    <a:pt x="5764737" y="908487"/>
                  </a:lnTo>
                  <a:lnTo>
                    <a:pt x="5764737" y="881040"/>
                  </a:lnTo>
                  <a:lnTo>
                    <a:pt x="5769729" y="881040"/>
                  </a:lnTo>
                  <a:lnTo>
                    <a:pt x="5769729" y="881040"/>
                  </a:lnTo>
                  <a:lnTo>
                    <a:pt x="5774720" y="881040"/>
                  </a:lnTo>
                  <a:lnTo>
                    <a:pt x="5774720" y="881040"/>
                  </a:lnTo>
                  <a:lnTo>
                    <a:pt x="5779711" y="881040"/>
                  </a:lnTo>
                  <a:lnTo>
                    <a:pt x="5779711" y="881040"/>
                  </a:lnTo>
                  <a:lnTo>
                    <a:pt x="5789693" y="881040"/>
                  </a:lnTo>
                  <a:lnTo>
                    <a:pt x="5789693" y="881040"/>
                  </a:lnTo>
                  <a:lnTo>
                    <a:pt x="5794684" y="881040"/>
                  </a:lnTo>
                  <a:lnTo>
                    <a:pt x="5794684" y="881040"/>
                  </a:lnTo>
                  <a:lnTo>
                    <a:pt x="5799675" y="881040"/>
                  </a:lnTo>
                  <a:lnTo>
                    <a:pt x="5799675" y="881040"/>
                  </a:lnTo>
                  <a:lnTo>
                    <a:pt x="5804666" y="881040"/>
                  </a:lnTo>
                  <a:lnTo>
                    <a:pt x="5804666" y="881040"/>
                  </a:lnTo>
                  <a:lnTo>
                    <a:pt x="5809658" y="881040"/>
                  </a:lnTo>
                  <a:lnTo>
                    <a:pt x="5809658" y="881040"/>
                  </a:lnTo>
                  <a:lnTo>
                    <a:pt x="5814649" y="881040"/>
                  </a:lnTo>
                  <a:lnTo>
                    <a:pt x="5814649" y="881040"/>
                  </a:lnTo>
                  <a:lnTo>
                    <a:pt x="5819640" y="881040"/>
                  </a:lnTo>
                  <a:lnTo>
                    <a:pt x="5819640" y="881040"/>
                  </a:lnTo>
                  <a:lnTo>
                    <a:pt x="5824631" y="881040"/>
                  </a:lnTo>
                  <a:lnTo>
                    <a:pt x="5824631" y="881040"/>
                  </a:lnTo>
                  <a:lnTo>
                    <a:pt x="5829622" y="881040"/>
                  </a:lnTo>
                  <a:lnTo>
                    <a:pt x="5829622" y="881040"/>
                  </a:lnTo>
                  <a:lnTo>
                    <a:pt x="5834613" y="881040"/>
                  </a:lnTo>
                  <a:lnTo>
                    <a:pt x="5834613" y="881040"/>
                  </a:lnTo>
                  <a:lnTo>
                    <a:pt x="5839604" y="881040"/>
                  </a:lnTo>
                  <a:lnTo>
                    <a:pt x="5839604" y="881040"/>
                  </a:lnTo>
                  <a:lnTo>
                    <a:pt x="5844595" y="881040"/>
                  </a:lnTo>
                  <a:lnTo>
                    <a:pt x="5844595" y="881040"/>
                  </a:lnTo>
                  <a:lnTo>
                    <a:pt x="5849586" y="881040"/>
                  </a:lnTo>
                  <a:lnTo>
                    <a:pt x="5849586" y="881040"/>
                  </a:lnTo>
                  <a:lnTo>
                    <a:pt x="5854578" y="881040"/>
                  </a:lnTo>
                  <a:lnTo>
                    <a:pt x="5854578" y="881040"/>
                  </a:lnTo>
                  <a:lnTo>
                    <a:pt x="5859569" y="881040"/>
                  </a:lnTo>
                  <a:lnTo>
                    <a:pt x="5859569" y="881040"/>
                  </a:lnTo>
                  <a:lnTo>
                    <a:pt x="5864560" y="881040"/>
                  </a:lnTo>
                  <a:lnTo>
                    <a:pt x="5864560" y="881040"/>
                  </a:lnTo>
                  <a:lnTo>
                    <a:pt x="5869551" y="881040"/>
                  </a:lnTo>
                  <a:lnTo>
                    <a:pt x="5869551" y="881040"/>
                  </a:lnTo>
                  <a:lnTo>
                    <a:pt x="5874542" y="881040"/>
                  </a:lnTo>
                  <a:lnTo>
                    <a:pt x="5874542" y="881040"/>
                  </a:lnTo>
                  <a:lnTo>
                    <a:pt x="5879533" y="881040"/>
                  </a:lnTo>
                  <a:lnTo>
                    <a:pt x="5879533" y="881040"/>
                  </a:lnTo>
                  <a:lnTo>
                    <a:pt x="5884524" y="881040"/>
                  </a:lnTo>
                  <a:lnTo>
                    <a:pt x="5884524" y="881040"/>
                  </a:lnTo>
                  <a:lnTo>
                    <a:pt x="5889515" y="881040"/>
                  </a:lnTo>
                  <a:lnTo>
                    <a:pt x="5889515" y="881040"/>
                  </a:lnTo>
                  <a:lnTo>
                    <a:pt x="5894506" y="881040"/>
                  </a:lnTo>
                  <a:lnTo>
                    <a:pt x="5894506" y="881040"/>
                  </a:lnTo>
                  <a:lnTo>
                    <a:pt x="5899498" y="881040"/>
                  </a:lnTo>
                  <a:lnTo>
                    <a:pt x="5899498" y="881040"/>
                  </a:lnTo>
                  <a:lnTo>
                    <a:pt x="5904489" y="881040"/>
                  </a:lnTo>
                  <a:lnTo>
                    <a:pt x="5904489" y="881040"/>
                  </a:lnTo>
                  <a:lnTo>
                    <a:pt x="5909480" y="881040"/>
                  </a:lnTo>
                  <a:lnTo>
                    <a:pt x="5909480" y="881040"/>
                  </a:lnTo>
                  <a:lnTo>
                    <a:pt x="5914471" y="881040"/>
                  </a:lnTo>
                  <a:lnTo>
                    <a:pt x="5914471" y="881040"/>
                  </a:lnTo>
                  <a:lnTo>
                    <a:pt x="5919462" y="881040"/>
                  </a:lnTo>
                  <a:lnTo>
                    <a:pt x="5919462" y="881040"/>
                  </a:lnTo>
                  <a:lnTo>
                    <a:pt x="5924453" y="881040"/>
                  </a:lnTo>
                  <a:lnTo>
                    <a:pt x="5924453" y="881040"/>
                  </a:lnTo>
                  <a:lnTo>
                    <a:pt x="5929444" y="881040"/>
                  </a:lnTo>
                  <a:lnTo>
                    <a:pt x="5929444" y="881040"/>
                  </a:lnTo>
                  <a:lnTo>
                    <a:pt x="5934435" y="881040"/>
                  </a:lnTo>
                  <a:lnTo>
                    <a:pt x="5934435" y="881040"/>
                  </a:lnTo>
                  <a:lnTo>
                    <a:pt x="5939427" y="881040"/>
                  </a:lnTo>
                  <a:lnTo>
                    <a:pt x="5939427" y="881040"/>
                  </a:lnTo>
                  <a:lnTo>
                    <a:pt x="5944418" y="881040"/>
                  </a:lnTo>
                  <a:lnTo>
                    <a:pt x="5944418" y="881040"/>
                  </a:lnTo>
                  <a:lnTo>
                    <a:pt x="5949409" y="881040"/>
                  </a:lnTo>
                  <a:lnTo>
                    <a:pt x="5949409" y="881040"/>
                  </a:lnTo>
                  <a:lnTo>
                    <a:pt x="5959391" y="881040"/>
                  </a:lnTo>
                  <a:lnTo>
                    <a:pt x="5959391" y="881040"/>
                  </a:lnTo>
                  <a:lnTo>
                    <a:pt x="5969373" y="881040"/>
                  </a:lnTo>
                  <a:lnTo>
                    <a:pt x="5969373" y="881040"/>
                  </a:lnTo>
                  <a:lnTo>
                    <a:pt x="5974364" y="881040"/>
                  </a:lnTo>
                  <a:lnTo>
                    <a:pt x="5974364" y="881040"/>
                  </a:lnTo>
                  <a:lnTo>
                    <a:pt x="5979355" y="881040"/>
                  </a:lnTo>
                  <a:lnTo>
                    <a:pt x="5979355" y="881040"/>
                  </a:lnTo>
                  <a:lnTo>
                    <a:pt x="5984347" y="881040"/>
                  </a:lnTo>
                  <a:lnTo>
                    <a:pt x="5984347" y="881040"/>
                  </a:lnTo>
                  <a:lnTo>
                    <a:pt x="5989338" y="881040"/>
                  </a:lnTo>
                  <a:lnTo>
                    <a:pt x="5989338" y="853157"/>
                  </a:lnTo>
                  <a:lnTo>
                    <a:pt x="5994329" y="853157"/>
                  </a:lnTo>
                  <a:lnTo>
                    <a:pt x="5994329" y="853157"/>
                  </a:lnTo>
                  <a:lnTo>
                    <a:pt x="5999320" y="853157"/>
                  </a:lnTo>
                  <a:lnTo>
                    <a:pt x="5999320" y="853157"/>
                  </a:lnTo>
                  <a:lnTo>
                    <a:pt x="6004311" y="853157"/>
                  </a:lnTo>
                  <a:lnTo>
                    <a:pt x="6004311" y="853157"/>
                  </a:lnTo>
                  <a:lnTo>
                    <a:pt x="6009302" y="853157"/>
                  </a:lnTo>
                  <a:lnTo>
                    <a:pt x="6009302" y="853157"/>
                  </a:lnTo>
                  <a:lnTo>
                    <a:pt x="6014293" y="853157"/>
                  </a:lnTo>
                  <a:lnTo>
                    <a:pt x="6014293" y="853157"/>
                  </a:lnTo>
                  <a:lnTo>
                    <a:pt x="6019284" y="853157"/>
                  </a:lnTo>
                  <a:lnTo>
                    <a:pt x="6019284" y="853157"/>
                  </a:lnTo>
                  <a:lnTo>
                    <a:pt x="6024275" y="853157"/>
                  </a:lnTo>
                  <a:lnTo>
                    <a:pt x="6024275" y="853157"/>
                  </a:lnTo>
                  <a:lnTo>
                    <a:pt x="6029267" y="853157"/>
                  </a:lnTo>
                  <a:lnTo>
                    <a:pt x="6029267" y="853157"/>
                  </a:lnTo>
                  <a:lnTo>
                    <a:pt x="6034258" y="853157"/>
                  </a:lnTo>
                  <a:lnTo>
                    <a:pt x="6034258" y="853157"/>
                  </a:lnTo>
                  <a:lnTo>
                    <a:pt x="6039249" y="853157"/>
                  </a:lnTo>
                  <a:lnTo>
                    <a:pt x="6039249" y="853157"/>
                  </a:lnTo>
                  <a:lnTo>
                    <a:pt x="6044240" y="853157"/>
                  </a:lnTo>
                  <a:lnTo>
                    <a:pt x="6044240" y="853157"/>
                  </a:lnTo>
                  <a:lnTo>
                    <a:pt x="6049231" y="853157"/>
                  </a:lnTo>
                  <a:lnTo>
                    <a:pt x="6049231" y="853157"/>
                  </a:lnTo>
                  <a:lnTo>
                    <a:pt x="6054222" y="853157"/>
                  </a:lnTo>
                  <a:lnTo>
                    <a:pt x="6054222" y="853157"/>
                  </a:lnTo>
                  <a:lnTo>
                    <a:pt x="6059213" y="853157"/>
                  </a:lnTo>
                  <a:lnTo>
                    <a:pt x="6059213" y="853157"/>
                  </a:lnTo>
                  <a:lnTo>
                    <a:pt x="6064204" y="853157"/>
                  </a:lnTo>
                  <a:lnTo>
                    <a:pt x="6064204" y="853157"/>
                  </a:lnTo>
                  <a:lnTo>
                    <a:pt x="6069196" y="853157"/>
                  </a:lnTo>
                  <a:lnTo>
                    <a:pt x="6069196" y="853157"/>
                  </a:lnTo>
                  <a:lnTo>
                    <a:pt x="6074187" y="853157"/>
                  </a:lnTo>
                  <a:lnTo>
                    <a:pt x="6074187" y="853157"/>
                  </a:lnTo>
                  <a:lnTo>
                    <a:pt x="6079178" y="853157"/>
                  </a:lnTo>
                  <a:lnTo>
                    <a:pt x="6079178" y="853157"/>
                  </a:lnTo>
                  <a:lnTo>
                    <a:pt x="6084169" y="853157"/>
                  </a:lnTo>
                  <a:lnTo>
                    <a:pt x="6084169" y="853157"/>
                  </a:lnTo>
                  <a:lnTo>
                    <a:pt x="6089160" y="853157"/>
                  </a:lnTo>
                  <a:lnTo>
                    <a:pt x="6089160" y="853157"/>
                  </a:lnTo>
                  <a:lnTo>
                    <a:pt x="6094151" y="853157"/>
                  </a:lnTo>
                  <a:lnTo>
                    <a:pt x="6094151" y="853157"/>
                  </a:lnTo>
                  <a:lnTo>
                    <a:pt x="6099142" y="853157"/>
                  </a:lnTo>
                  <a:lnTo>
                    <a:pt x="6099142" y="853157"/>
                  </a:lnTo>
                  <a:lnTo>
                    <a:pt x="6104133" y="853157"/>
                  </a:lnTo>
                  <a:lnTo>
                    <a:pt x="6104133" y="853157"/>
                  </a:lnTo>
                  <a:lnTo>
                    <a:pt x="6109124" y="853157"/>
                  </a:lnTo>
                  <a:lnTo>
                    <a:pt x="6109124" y="853157"/>
                  </a:lnTo>
                  <a:lnTo>
                    <a:pt x="6114116" y="853157"/>
                  </a:lnTo>
                  <a:lnTo>
                    <a:pt x="6114116" y="853157"/>
                  </a:lnTo>
                  <a:lnTo>
                    <a:pt x="6119107" y="853157"/>
                  </a:lnTo>
                  <a:lnTo>
                    <a:pt x="6119107" y="853157"/>
                  </a:lnTo>
                  <a:lnTo>
                    <a:pt x="6124098" y="853157"/>
                  </a:lnTo>
                  <a:lnTo>
                    <a:pt x="6124098" y="853157"/>
                  </a:lnTo>
                  <a:lnTo>
                    <a:pt x="6129089" y="853157"/>
                  </a:lnTo>
                  <a:lnTo>
                    <a:pt x="6129089" y="853157"/>
                  </a:lnTo>
                  <a:lnTo>
                    <a:pt x="6134080" y="853157"/>
                  </a:lnTo>
                  <a:lnTo>
                    <a:pt x="6134080" y="853157"/>
                  </a:lnTo>
                  <a:lnTo>
                    <a:pt x="6139071" y="853157"/>
                  </a:lnTo>
                  <a:lnTo>
                    <a:pt x="6139071" y="853157"/>
                  </a:lnTo>
                  <a:lnTo>
                    <a:pt x="6144062" y="853157"/>
                  </a:lnTo>
                  <a:lnTo>
                    <a:pt x="6144062" y="853157"/>
                  </a:lnTo>
                  <a:lnTo>
                    <a:pt x="6149053" y="853157"/>
                  </a:lnTo>
                  <a:lnTo>
                    <a:pt x="6149053" y="853157"/>
                  </a:lnTo>
                  <a:lnTo>
                    <a:pt x="6154044" y="853157"/>
                  </a:lnTo>
                  <a:lnTo>
                    <a:pt x="6154044" y="853157"/>
                  </a:lnTo>
                  <a:lnTo>
                    <a:pt x="6159036" y="853157"/>
                  </a:lnTo>
                  <a:lnTo>
                    <a:pt x="6159036" y="853157"/>
                  </a:lnTo>
                  <a:lnTo>
                    <a:pt x="6164027" y="853157"/>
                  </a:lnTo>
                  <a:lnTo>
                    <a:pt x="6164027" y="853157"/>
                  </a:lnTo>
                  <a:lnTo>
                    <a:pt x="6169018" y="853157"/>
                  </a:lnTo>
                  <a:lnTo>
                    <a:pt x="6169018" y="853157"/>
                  </a:lnTo>
                  <a:lnTo>
                    <a:pt x="6174009" y="853157"/>
                  </a:lnTo>
                  <a:lnTo>
                    <a:pt x="6174009" y="853157"/>
                  </a:lnTo>
                  <a:lnTo>
                    <a:pt x="6179000" y="853157"/>
                  </a:lnTo>
                  <a:lnTo>
                    <a:pt x="6179000" y="853157"/>
                  </a:lnTo>
                  <a:lnTo>
                    <a:pt x="6183991" y="853157"/>
                  </a:lnTo>
                  <a:lnTo>
                    <a:pt x="6183991" y="853157"/>
                  </a:lnTo>
                  <a:lnTo>
                    <a:pt x="6188982" y="853157"/>
                  </a:lnTo>
                  <a:lnTo>
                    <a:pt x="6188982" y="853157"/>
                  </a:lnTo>
                  <a:lnTo>
                    <a:pt x="6193973" y="853157"/>
                  </a:lnTo>
                  <a:lnTo>
                    <a:pt x="6193973" y="853157"/>
                  </a:lnTo>
                  <a:lnTo>
                    <a:pt x="6203956" y="853157"/>
                  </a:lnTo>
                  <a:lnTo>
                    <a:pt x="6203956" y="853157"/>
                  </a:lnTo>
                  <a:lnTo>
                    <a:pt x="6208947" y="853157"/>
                  </a:lnTo>
                  <a:lnTo>
                    <a:pt x="6208947" y="853157"/>
                  </a:lnTo>
                  <a:lnTo>
                    <a:pt x="6213938" y="853157"/>
                  </a:lnTo>
                  <a:lnTo>
                    <a:pt x="6213938" y="853157"/>
                  </a:lnTo>
                  <a:lnTo>
                    <a:pt x="6218929" y="853157"/>
                  </a:lnTo>
                  <a:lnTo>
                    <a:pt x="6218929" y="853157"/>
                  </a:lnTo>
                  <a:lnTo>
                    <a:pt x="6223920" y="853157"/>
                  </a:lnTo>
                  <a:lnTo>
                    <a:pt x="6223920" y="853157"/>
                  </a:lnTo>
                  <a:lnTo>
                    <a:pt x="6228911" y="853157"/>
                  </a:lnTo>
                  <a:lnTo>
                    <a:pt x="6228911" y="853157"/>
                  </a:lnTo>
                  <a:lnTo>
                    <a:pt x="6233902" y="853157"/>
                  </a:lnTo>
                  <a:lnTo>
                    <a:pt x="6233902" y="853157"/>
                  </a:lnTo>
                  <a:lnTo>
                    <a:pt x="6238893" y="853157"/>
                  </a:lnTo>
                  <a:lnTo>
                    <a:pt x="6238893" y="853157"/>
                  </a:lnTo>
                  <a:lnTo>
                    <a:pt x="6243885" y="853157"/>
                  </a:lnTo>
                  <a:lnTo>
                    <a:pt x="6243885" y="823566"/>
                  </a:lnTo>
                  <a:lnTo>
                    <a:pt x="6248876" y="823566"/>
                  </a:lnTo>
                  <a:lnTo>
                    <a:pt x="6248876" y="823566"/>
                  </a:lnTo>
                  <a:lnTo>
                    <a:pt x="6253867" y="823566"/>
                  </a:lnTo>
                  <a:lnTo>
                    <a:pt x="6253867" y="823566"/>
                  </a:lnTo>
                  <a:lnTo>
                    <a:pt x="6258858" y="823566"/>
                  </a:lnTo>
                  <a:lnTo>
                    <a:pt x="6258858" y="823566"/>
                  </a:lnTo>
                  <a:lnTo>
                    <a:pt x="6263849" y="823566"/>
                  </a:lnTo>
                  <a:lnTo>
                    <a:pt x="6263849" y="823566"/>
                  </a:lnTo>
                  <a:lnTo>
                    <a:pt x="6268840" y="823566"/>
                  </a:lnTo>
                  <a:lnTo>
                    <a:pt x="6268840" y="823566"/>
                  </a:lnTo>
                  <a:lnTo>
                    <a:pt x="6273831" y="823566"/>
                  </a:lnTo>
                  <a:lnTo>
                    <a:pt x="6273831" y="823566"/>
                  </a:lnTo>
                  <a:lnTo>
                    <a:pt x="6278822" y="823566"/>
                  </a:lnTo>
                  <a:lnTo>
                    <a:pt x="6278822" y="823566"/>
                  </a:lnTo>
                  <a:lnTo>
                    <a:pt x="6283813" y="823566"/>
                  </a:lnTo>
                  <a:lnTo>
                    <a:pt x="6283813" y="823566"/>
                  </a:lnTo>
                  <a:lnTo>
                    <a:pt x="6288805" y="823566"/>
                  </a:lnTo>
                  <a:lnTo>
                    <a:pt x="6288805" y="823566"/>
                  </a:lnTo>
                  <a:lnTo>
                    <a:pt x="6293796" y="823566"/>
                  </a:lnTo>
                  <a:lnTo>
                    <a:pt x="6293796" y="823566"/>
                  </a:lnTo>
                  <a:lnTo>
                    <a:pt x="6298787" y="823566"/>
                  </a:lnTo>
                  <a:lnTo>
                    <a:pt x="6298787" y="823566"/>
                  </a:lnTo>
                  <a:lnTo>
                    <a:pt x="6303778" y="823566"/>
                  </a:lnTo>
                  <a:lnTo>
                    <a:pt x="6303778" y="823566"/>
                  </a:lnTo>
                  <a:lnTo>
                    <a:pt x="6308769" y="823566"/>
                  </a:lnTo>
                  <a:lnTo>
                    <a:pt x="6308769" y="823566"/>
                  </a:lnTo>
                  <a:lnTo>
                    <a:pt x="6313760" y="823566"/>
                  </a:lnTo>
                  <a:lnTo>
                    <a:pt x="6313760" y="823566"/>
                  </a:lnTo>
                  <a:lnTo>
                    <a:pt x="6318751" y="823566"/>
                  </a:lnTo>
                  <a:lnTo>
                    <a:pt x="6318751" y="823566"/>
                  </a:lnTo>
                  <a:lnTo>
                    <a:pt x="6323742" y="823566"/>
                  </a:lnTo>
                  <a:lnTo>
                    <a:pt x="6323742" y="823566"/>
                  </a:lnTo>
                  <a:lnTo>
                    <a:pt x="6328734" y="823566"/>
                  </a:lnTo>
                  <a:lnTo>
                    <a:pt x="6328734" y="823566"/>
                  </a:lnTo>
                  <a:lnTo>
                    <a:pt x="6333725" y="823566"/>
                  </a:lnTo>
                  <a:lnTo>
                    <a:pt x="6333725" y="823566"/>
                  </a:lnTo>
                  <a:lnTo>
                    <a:pt x="6338716" y="823566"/>
                  </a:lnTo>
                  <a:lnTo>
                    <a:pt x="6338716" y="823566"/>
                  </a:lnTo>
                  <a:lnTo>
                    <a:pt x="6343707" y="823566"/>
                  </a:lnTo>
                  <a:lnTo>
                    <a:pt x="6343707" y="823566"/>
                  </a:lnTo>
                  <a:lnTo>
                    <a:pt x="6348698" y="823566"/>
                  </a:lnTo>
                  <a:lnTo>
                    <a:pt x="6348698" y="823566"/>
                  </a:lnTo>
                  <a:lnTo>
                    <a:pt x="6353689" y="823566"/>
                  </a:lnTo>
                  <a:lnTo>
                    <a:pt x="6353689" y="823566"/>
                  </a:lnTo>
                  <a:lnTo>
                    <a:pt x="6358680" y="823566"/>
                  </a:lnTo>
                  <a:lnTo>
                    <a:pt x="6358680" y="823566"/>
                  </a:lnTo>
                  <a:lnTo>
                    <a:pt x="6363671" y="823566"/>
                  </a:lnTo>
                  <a:lnTo>
                    <a:pt x="6363671" y="823566"/>
                  </a:lnTo>
                  <a:lnTo>
                    <a:pt x="6368662" y="823566"/>
                  </a:lnTo>
                  <a:lnTo>
                    <a:pt x="6368662" y="823566"/>
                  </a:lnTo>
                  <a:lnTo>
                    <a:pt x="6373654" y="823566"/>
                  </a:lnTo>
                  <a:lnTo>
                    <a:pt x="6373654" y="823566"/>
                  </a:lnTo>
                  <a:lnTo>
                    <a:pt x="6378645" y="823566"/>
                  </a:lnTo>
                  <a:lnTo>
                    <a:pt x="6378645" y="823566"/>
                  </a:lnTo>
                  <a:lnTo>
                    <a:pt x="6383636" y="823566"/>
                  </a:lnTo>
                  <a:lnTo>
                    <a:pt x="6383636" y="823566"/>
                  </a:lnTo>
                  <a:lnTo>
                    <a:pt x="6388627" y="823566"/>
                  </a:lnTo>
                  <a:lnTo>
                    <a:pt x="6388627" y="823566"/>
                  </a:lnTo>
                  <a:lnTo>
                    <a:pt x="6393618" y="823566"/>
                  </a:lnTo>
                  <a:lnTo>
                    <a:pt x="6393618" y="823566"/>
                  </a:lnTo>
                  <a:lnTo>
                    <a:pt x="6398609" y="823566"/>
                  </a:lnTo>
                  <a:lnTo>
                    <a:pt x="6398609" y="823566"/>
                  </a:lnTo>
                  <a:lnTo>
                    <a:pt x="6403600" y="823566"/>
                  </a:lnTo>
                  <a:lnTo>
                    <a:pt x="6403600" y="823566"/>
                  </a:lnTo>
                  <a:lnTo>
                    <a:pt x="6408591" y="823566"/>
                  </a:lnTo>
                  <a:lnTo>
                    <a:pt x="6408591" y="823566"/>
                  </a:lnTo>
                  <a:lnTo>
                    <a:pt x="6413582" y="823566"/>
                  </a:lnTo>
                  <a:lnTo>
                    <a:pt x="6413582" y="793333"/>
                  </a:lnTo>
                  <a:lnTo>
                    <a:pt x="6418574" y="793333"/>
                  </a:lnTo>
                  <a:lnTo>
                    <a:pt x="6418574" y="793333"/>
                  </a:lnTo>
                  <a:lnTo>
                    <a:pt x="6423565" y="793333"/>
                  </a:lnTo>
                  <a:lnTo>
                    <a:pt x="6423565" y="793333"/>
                  </a:lnTo>
                  <a:lnTo>
                    <a:pt x="6428556" y="793333"/>
                  </a:lnTo>
                  <a:lnTo>
                    <a:pt x="6428556" y="793333"/>
                  </a:lnTo>
                  <a:lnTo>
                    <a:pt x="6433547" y="793333"/>
                  </a:lnTo>
                  <a:lnTo>
                    <a:pt x="6433547" y="793333"/>
                  </a:lnTo>
                  <a:lnTo>
                    <a:pt x="6438538" y="793333"/>
                  </a:lnTo>
                  <a:lnTo>
                    <a:pt x="6438538" y="793333"/>
                  </a:lnTo>
                  <a:lnTo>
                    <a:pt x="6443529" y="793333"/>
                  </a:lnTo>
                  <a:lnTo>
                    <a:pt x="6443529" y="793333"/>
                  </a:lnTo>
                  <a:lnTo>
                    <a:pt x="6453511" y="793333"/>
                  </a:lnTo>
                  <a:lnTo>
                    <a:pt x="6453511" y="793333"/>
                  </a:lnTo>
                  <a:lnTo>
                    <a:pt x="6458502" y="793333"/>
                  </a:lnTo>
                  <a:lnTo>
                    <a:pt x="6458502" y="793333"/>
                  </a:lnTo>
                  <a:lnTo>
                    <a:pt x="6463494" y="793333"/>
                  </a:lnTo>
                  <a:lnTo>
                    <a:pt x="6463494" y="793333"/>
                  </a:lnTo>
                  <a:lnTo>
                    <a:pt x="6468485" y="793333"/>
                  </a:lnTo>
                  <a:lnTo>
                    <a:pt x="6468485" y="793333"/>
                  </a:lnTo>
                  <a:lnTo>
                    <a:pt x="6473476" y="793333"/>
                  </a:lnTo>
                  <a:lnTo>
                    <a:pt x="6473476" y="793333"/>
                  </a:lnTo>
                  <a:lnTo>
                    <a:pt x="6478467" y="793333"/>
                  </a:lnTo>
                  <a:lnTo>
                    <a:pt x="6478467" y="793333"/>
                  </a:lnTo>
                  <a:lnTo>
                    <a:pt x="6483458" y="793333"/>
                  </a:lnTo>
                  <a:lnTo>
                    <a:pt x="6483458" y="793333"/>
                  </a:lnTo>
                  <a:lnTo>
                    <a:pt x="6488449" y="793333"/>
                  </a:lnTo>
                  <a:lnTo>
                    <a:pt x="6488449" y="793333"/>
                  </a:lnTo>
                  <a:lnTo>
                    <a:pt x="6493440" y="793333"/>
                  </a:lnTo>
                  <a:lnTo>
                    <a:pt x="6493440" y="793333"/>
                  </a:lnTo>
                  <a:lnTo>
                    <a:pt x="6498431" y="793333"/>
                  </a:lnTo>
                  <a:lnTo>
                    <a:pt x="6498431" y="793333"/>
                  </a:lnTo>
                  <a:lnTo>
                    <a:pt x="6503423" y="793333"/>
                  </a:lnTo>
                  <a:lnTo>
                    <a:pt x="6503423" y="793333"/>
                  </a:lnTo>
                  <a:lnTo>
                    <a:pt x="6508414" y="793333"/>
                  </a:lnTo>
                  <a:lnTo>
                    <a:pt x="6508414" y="793333"/>
                  </a:lnTo>
                  <a:lnTo>
                    <a:pt x="6513405" y="793333"/>
                  </a:lnTo>
                  <a:lnTo>
                    <a:pt x="6513405" y="793333"/>
                  </a:lnTo>
                  <a:lnTo>
                    <a:pt x="6518396" y="793333"/>
                  </a:lnTo>
                  <a:lnTo>
                    <a:pt x="6518396" y="762899"/>
                  </a:lnTo>
                  <a:lnTo>
                    <a:pt x="6523387" y="762899"/>
                  </a:lnTo>
                  <a:lnTo>
                    <a:pt x="6523387" y="762899"/>
                  </a:lnTo>
                  <a:lnTo>
                    <a:pt x="6528378" y="762899"/>
                  </a:lnTo>
                  <a:lnTo>
                    <a:pt x="6528378" y="762899"/>
                  </a:lnTo>
                  <a:lnTo>
                    <a:pt x="6533369" y="762899"/>
                  </a:lnTo>
                  <a:lnTo>
                    <a:pt x="6533369" y="762899"/>
                  </a:lnTo>
                  <a:lnTo>
                    <a:pt x="6538360" y="762899"/>
                  </a:lnTo>
                  <a:lnTo>
                    <a:pt x="6538360" y="762899"/>
                  </a:lnTo>
                  <a:lnTo>
                    <a:pt x="6543351" y="762899"/>
                  </a:lnTo>
                  <a:lnTo>
                    <a:pt x="6543351" y="762899"/>
                  </a:lnTo>
                  <a:lnTo>
                    <a:pt x="6548343" y="762899"/>
                  </a:lnTo>
                  <a:lnTo>
                    <a:pt x="6548343" y="762899"/>
                  </a:lnTo>
                  <a:lnTo>
                    <a:pt x="6553334" y="762899"/>
                  </a:lnTo>
                  <a:lnTo>
                    <a:pt x="6553334" y="762899"/>
                  </a:lnTo>
                  <a:lnTo>
                    <a:pt x="6558325" y="762899"/>
                  </a:lnTo>
                  <a:lnTo>
                    <a:pt x="6558325" y="762899"/>
                  </a:lnTo>
                  <a:lnTo>
                    <a:pt x="6563316" y="762899"/>
                  </a:lnTo>
                  <a:lnTo>
                    <a:pt x="6563316" y="762899"/>
                  </a:lnTo>
                  <a:lnTo>
                    <a:pt x="6568307" y="762899"/>
                  </a:lnTo>
                  <a:lnTo>
                    <a:pt x="6568307" y="762899"/>
                  </a:lnTo>
                  <a:lnTo>
                    <a:pt x="6573298" y="762899"/>
                  </a:lnTo>
                  <a:lnTo>
                    <a:pt x="6573298" y="762899"/>
                  </a:lnTo>
                  <a:lnTo>
                    <a:pt x="6578289" y="762899"/>
                  </a:lnTo>
                  <a:lnTo>
                    <a:pt x="6578289" y="762899"/>
                  </a:lnTo>
                  <a:lnTo>
                    <a:pt x="6583280" y="762899"/>
                  </a:lnTo>
                  <a:lnTo>
                    <a:pt x="6583280" y="762899"/>
                  </a:lnTo>
                  <a:lnTo>
                    <a:pt x="6588271" y="762899"/>
                  </a:lnTo>
                  <a:lnTo>
                    <a:pt x="6588271" y="762899"/>
                  </a:lnTo>
                  <a:lnTo>
                    <a:pt x="6598254" y="762899"/>
                  </a:lnTo>
                  <a:lnTo>
                    <a:pt x="6598254" y="762899"/>
                  </a:lnTo>
                  <a:lnTo>
                    <a:pt x="6603245" y="762899"/>
                  </a:lnTo>
                  <a:lnTo>
                    <a:pt x="6603245" y="762899"/>
                  </a:lnTo>
                  <a:lnTo>
                    <a:pt x="6608236" y="762899"/>
                  </a:lnTo>
                  <a:lnTo>
                    <a:pt x="6608236" y="762899"/>
                  </a:lnTo>
                  <a:lnTo>
                    <a:pt x="6613227" y="762899"/>
                  </a:lnTo>
                  <a:lnTo>
                    <a:pt x="6613227" y="762899"/>
                  </a:lnTo>
                  <a:lnTo>
                    <a:pt x="6618218" y="762899"/>
                  </a:lnTo>
                  <a:lnTo>
                    <a:pt x="6618218" y="762899"/>
                  </a:lnTo>
                  <a:lnTo>
                    <a:pt x="6623209" y="762899"/>
                  </a:lnTo>
                  <a:lnTo>
                    <a:pt x="6623209" y="762899"/>
                  </a:lnTo>
                  <a:lnTo>
                    <a:pt x="6628200" y="762899"/>
                  </a:lnTo>
                  <a:lnTo>
                    <a:pt x="6628200" y="762899"/>
                  </a:lnTo>
                  <a:lnTo>
                    <a:pt x="6633192" y="762899"/>
                  </a:lnTo>
                  <a:lnTo>
                    <a:pt x="6633192" y="762899"/>
                  </a:lnTo>
                  <a:lnTo>
                    <a:pt x="6638183" y="762899"/>
                  </a:lnTo>
                  <a:lnTo>
                    <a:pt x="6638183" y="762899"/>
                  </a:lnTo>
                  <a:lnTo>
                    <a:pt x="6643174" y="762899"/>
                  </a:lnTo>
                  <a:lnTo>
                    <a:pt x="6643174" y="762899"/>
                  </a:lnTo>
                  <a:lnTo>
                    <a:pt x="6648165" y="762899"/>
                  </a:lnTo>
                  <a:lnTo>
                    <a:pt x="6648165" y="762899"/>
                  </a:lnTo>
                  <a:lnTo>
                    <a:pt x="6653156" y="762899"/>
                  </a:lnTo>
                  <a:lnTo>
                    <a:pt x="6653156" y="762899"/>
                  </a:lnTo>
                  <a:lnTo>
                    <a:pt x="6658147" y="762899"/>
                  </a:lnTo>
                  <a:lnTo>
                    <a:pt x="6658147" y="762899"/>
                  </a:lnTo>
                  <a:lnTo>
                    <a:pt x="6663138" y="762899"/>
                  </a:lnTo>
                  <a:lnTo>
                    <a:pt x="6663138" y="762899"/>
                  </a:lnTo>
                  <a:lnTo>
                    <a:pt x="6668129" y="762899"/>
                  </a:lnTo>
                  <a:lnTo>
                    <a:pt x="6668129" y="762899"/>
                  </a:lnTo>
                  <a:lnTo>
                    <a:pt x="6673120" y="762899"/>
                  </a:lnTo>
                  <a:lnTo>
                    <a:pt x="6673120" y="762899"/>
                  </a:lnTo>
                  <a:lnTo>
                    <a:pt x="6678112" y="762899"/>
                  </a:lnTo>
                  <a:lnTo>
                    <a:pt x="6678112" y="762899"/>
                  </a:lnTo>
                  <a:lnTo>
                    <a:pt x="6683103" y="762899"/>
                  </a:lnTo>
                  <a:lnTo>
                    <a:pt x="6683103" y="762899"/>
                  </a:lnTo>
                  <a:lnTo>
                    <a:pt x="6688094" y="762899"/>
                  </a:lnTo>
                  <a:lnTo>
                    <a:pt x="6688094" y="762899"/>
                  </a:lnTo>
                  <a:lnTo>
                    <a:pt x="6693085" y="762899"/>
                  </a:lnTo>
                  <a:lnTo>
                    <a:pt x="6693085" y="762899"/>
                  </a:lnTo>
                  <a:lnTo>
                    <a:pt x="6698076" y="762899"/>
                  </a:lnTo>
                  <a:lnTo>
                    <a:pt x="6698076" y="762899"/>
                  </a:lnTo>
                  <a:lnTo>
                    <a:pt x="6703067" y="762899"/>
                  </a:lnTo>
                  <a:lnTo>
                    <a:pt x="6703067" y="762899"/>
                  </a:lnTo>
                  <a:lnTo>
                    <a:pt x="6708058" y="762899"/>
                  </a:lnTo>
                  <a:lnTo>
                    <a:pt x="6708058" y="762899"/>
                  </a:lnTo>
                  <a:lnTo>
                    <a:pt x="6713049" y="762899"/>
                  </a:lnTo>
                  <a:lnTo>
                    <a:pt x="6713049" y="762899"/>
                  </a:lnTo>
                  <a:lnTo>
                    <a:pt x="6718040" y="762899"/>
                  </a:lnTo>
                  <a:lnTo>
                    <a:pt x="6718040" y="762899"/>
                  </a:lnTo>
                  <a:lnTo>
                    <a:pt x="6723032" y="762899"/>
                  </a:lnTo>
                  <a:lnTo>
                    <a:pt x="6723032" y="762899"/>
                  </a:lnTo>
                  <a:lnTo>
                    <a:pt x="6728023" y="762899"/>
                  </a:lnTo>
                  <a:lnTo>
                    <a:pt x="6728023" y="762899"/>
                  </a:lnTo>
                  <a:lnTo>
                    <a:pt x="6733014" y="762899"/>
                  </a:lnTo>
                  <a:lnTo>
                    <a:pt x="6733014" y="762899"/>
                  </a:lnTo>
                  <a:lnTo>
                    <a:pt x="6738005" y="762899"/>
                  </a:lnTo>
                  <a:lnTo>
                    <a:pt x="6738005" y="762899"/>
                  </a:lnTo>
                  <a:lnTo>
                    <a:pt x="6742996" y="762899"/>
                  </a:lnTo>
                  <a:lnTo>
                    <a:pt x="6742996" y="762899"/>
                  </a:lnTo>
                  <a:lnTo>
                    <a:pt x="6747987" y="762899"/>
                  </a:lnTo>
                  <a:lnTo>
                    <a:pt x="6747987" y="762899"/>
                  </a:lnTo>
                  <a:lnTo>
                    <a:pt x="6752978" y="762899"/>
                  </a:lnTo>
                  <a:lnTo>
                    <a:pt x="6752978" y="762899"/>
                  </a:lnTo>
                  <a:lnTo>
                    <a:pt x="6757969" y="762899"/>
                  </a:lnTo>
                  <a:lnTo>
                    <a:pt x="6757969" y="762899"/>
                  </a:lnTo>
                  <a:lnTo>
                    <a:pt x="6762961" y="762899"/>
                  </a:lnTo>
                  <a:lnTo>
                    <a:pt x="6762961" y="762899"/>
                  </a:lnTo>
                  <a:lnTo>
                    <a:pt x="6767952" y="762899"/>
                  </a:lnTo>
                  <a:lnTo>
                    <a:pt x="6767952" y="762899"/>
                  </a:lnTo>
                  <a:lnTo>
                    <a:pt x="6772943" y="762899"/>
                  </a:lnTo>
                  <a:lnTo>
                    <a:pt x="6772943" y="762899"/>
                  </a:lnTo>
                  <a:lnTo>
                    <a:pt x="6777934" y="762899"/>
                  </a:lnTo>
                  <a:lnTo>
                    <a:pt x="6777934" y="762899"/>
                  </a:lnTo>
                  <a:lnTo>
                    <a:pt x="6782925" y="762899"/>
                  </a:lnTo>
                  <a:lnTo>
                    <a:pt x="6782925" y="762899"/>
                  </a:lnTo>
                  <a:lnTo>
                    <a:pt x="6787916" y="762899"/>
                  </a:lnTo>
                  <a:lnTo>
                    <a:pt x="6787916" y="762899"/>
                  </a:lnTo>
                  <a:lnTo>
                    <a:pt x="6792907" y="762899"/>
                  </a:lnTo>
                  <a:lnTo>
                    <a:pt x="6792907" y="762899"/>
                  </a:lnTo>
                  <a:lnTo>
                    <a:pt x="6797898" y="762899"/>
                  </a:lnTo>
                  <a:lnTo>
                    <a:pt x="6797898" y="762899"/>
                  </a:lnTo>
                  <a:lnTo>
                    <a:pt x="6802889" y="762899"/>
                  </a:lnTo>
                  <a:lnTo>
                    <a:pt x="6802889" y="762899"/>
                  </a:lnTo>
                  <a:lnTo>
                    <a:pt x="6807881" y="762899"/>
                  </a:lnTo>
                  <a:lnTo>
                    <a:pt x="6807881" y="762899"/>
                  </a:lnTo>
                  <a:lnTo>
                    <a:pt x="6812872" y="762899"/>
                  </a:lnTo>
                  <a:lnTo>
                    <a:pt x="6812872" y="762899"/>
                  </a:lnTo>
                  <a:lnTo>
                    <a:pt x="6817863" y="762899"/>
                  </a:lnTo>
                  <a:lnTo>
                    <a:pt x="6817863" y="762899"/>
                  </a:lnTo>
                  <a:lnTo>
                    <a:pt x="6822854" y="762899"/>
                  </a:lnTo>
                  <a:lnTo>
                    <a:pt x="6822854" y="762899"/>
                  </a:lnTo>
                  <a:lnTo>
                    <a:pt x="6827845" y="762899"/>
                  </a:lnTo>
                  <a:lnTo>
                    <a:pt x="6827845" y="762899"/>
                  </a:lnTo>
                  <a:lnTo>
                    <a:pt x="6837827" y="762899"/>
                  </a:lnTo>
                  <a:lnTo>
                    <a:pt x="6837827" y="762899"/>
                  </a:lnTo>
                  <a:lnTo>
                    <a:pt x="6842818" y="762899"/>
                  </a:lnTo>
                  <a:lnTo>
                    <a:pt x="6842818" y="762899"/>
                  </a:lnTo>
                  <a:lnTo>
                    <a:pt x="6847809" y="762899"/>
                  </a:lnTo>
                  <a:lnTo>
                    <a:pt x="6847809" y="762899"/>
                  </a:lnTo>
                  <a:lnTo>
                    <a:pt x="6852801" y="762899"/>
                  </a:lnTo>
                  <a:lnTo>
                    <a:pt x="6852801" y="762899"/>
                  </a:lnTo>
                  <a:lnTo>
                    <a:pt x="6857792" y="762899"/>
                  </a:lnTo>
                  <a:lnTo>
                    <a:pt x="6857792" y="762899"/>
                  </a:lnTo>
                  <a:lnTo>
                    <a:pt x="6862783" y="762899"/>
                  </a:lnTo>
                  <a:lnTo>
                    <a:pt x="6862783" y="762899"/>
                  </a:lnTo>
                  <a:lnTo>
                    <a:pt x="6867774" y="762899"/>
                  </a:lnTo>
                  <a:lnTo>
                    <a:pt x="6867774" y="762899"/>
                  </a:lnTo>
                  <a:lnTo>
                    <a:pt x="6872765" y="762899"/>
                  </a:lnTo>
                  <a:lnTo>
                    <a:pt x="6872765" y="762899"/>
                  </a:lnTo>
                  <a:lnTo>
                    <a:pt x="6877756" y="762899"/>
                  </a:lnTo>
                  <a:lnTo>
                    <a:pt x="6877756" y="762899"/>
                  </a:lnTo>
                  <a:lnTo>
                    <a:pt x="6887738" y="762899"/>
                  </a:lnTo>
                  <a:lnTo>
                    <a:pt x="6887738" y="762899"/>
                  </a:lnTo>
                  <a:lnTo>
                    <a:pt x="6892730" y="762899"/>
                  </a:lnTo>
                  <a:lnTo>
                    <a:pt x="6892730" y="762899"/>
                  </a:lnTo>
                  <a:lnTo>
                    <a:pt x="6897721" y="762899"/>
                  </a:lnTo>
                  <a:lnTo>
                    <a:pt x="6897721" y="762899"/>
                  </a:lnTo>
                  <a:lnTo>
                    <a:pt x="6907703" y="762899"/>
                  </a:lnTo>
                  <a:lnTo>
                    <a:pt x="6907703" y="762899"/>
                  </a:lnTo>
                  <a:lnTo>
                    <a:pt x="6912694" y="762899"/>
                  </a:lnTo>
                  <a:lnTo>
                    <a:pt x="6912694" y="762899"/>
                  </a:lnTo>
                  <a:lnTo>
                    <a:pt x="6917685" y="762899"/>
                  </a:lnTo>
                  <a:lnTo>
                    <a:pt x="6917685" y="729892"/>
                  </a:lnTo>
                  <a:lnTo>
                    <a:pt x="6927667" y="729892"/>
                  </a:lnTo>
                  <a:lnTo>
                    <a:pt x="6927667" y="729892"/>
                  </a:lnTo>
                  <a:lnTo>
                    <a:pt x="6932658" y="729892"/>
                  </a:lnTo>
                  <a:lnTo>
                    <a:pt x="6932658" y="729892"/>
                  </a:lnTo>
                  <a:lnTo>
                    <a:pt x="6937650" y="729892"/>
                  </a:lnTo>
                  <a:lnTo>
                    <a:pt x="6937650" y="729892"/>
                  </a:lnTo>
                  <a:lnTo>
                    <a:pt x="6942641" y="729892"/>
                  </a:lnTo>
                  <a:lnTo>
                    <a:pt x="6942641" y="729892"/>
                  </a:lnTo>
                  <a:lnTo>
                    <a:pt x="6947632" y="729892"/>
                  </a:lnTo>
                  <a:lnTo>
                    <a:pt x="6947632" y="729892"/>
                  </a:lnTo>
                  <a:lnTo>
                    <a:pt x="6952623" y="729892"/>
                  </a:lnTo>
                  <a:lnTo>
                    <a:pt x="6952623" y="729892"/>
                  </a:lnTo>
                  <a:lnTo>
                    <a:pt x="6957614" y="729892"/>
                  </a:lnTo>
                  <a:lnTo>
                    <a:pt x="6957614" y="696787"/>
                  </a:lnTo>
                  <a:lnTo>
                    <a:pt x="6962605" y="696787"/>
                  </a:lnTo>
                  <a:lnTo>
                    <a:pt x="6962605" y="696787"/>
                  </a:lnTo>
                  <a:lnTo>
                    <a:pt x="6967596" y="696787"/>
                  </a:lnTo>
                  <a:lnTo>
                    <a:pt x="6967596" y="696787"/>
                  </a:lnTo>
                  <a:lnTo>
                    <a:pt x="6972587" y="696787"/>
                  </a:lnTo>
                  <a:lnTo>
                    <a:pt x="6972587" y="696787"/>
                  </a:lnTo>
                  <a:lnTo>
                    <a:pt x="6977578" y="696787"/>
                  </a:lnTo>
                  <a:lnTo>
                    <a:pt x="6977578" y="696787"/>
                  </a:lnTo>
                  <a:lnTo>
                    <a:pt x="6982570" y="696787"/>
                  </a:lnTo>
                  <a:lnTo>
                    <a:pt x="6982570" y="696787"/>
                  </a:lnTo>
                  <a:lnTo>
                    <a:pt x="6987561" y="696787"/>
                  </a:lnTo>
                  <a:lnTo>
                    <a:pt x="6987561" y="696787"/>
                  </a:lnTo>
                  <a:lnTo>
                    <a:pt x="6992552" y="696787"/>
                  </a:lnTo>
                  <a:lnTo>
                    <a:pt x="6992552" y="696787"/>
                  </a:lnTo>
                  <a:lnTo>
                    <a:pt x="6997543" y="696787"/>
                  </a:lnTo>
                  <a:lnTo>
                    <a:pt x="6997543" y="696787"/>
                  </a:lnTo>
                  <a:lnTo>
                    <a:pt x="7002534" y="696787"/>
                  </a:lnTo>
                  <a:lnTo>
                    <a:pt x="7002534" y="696787"/>
                  </a:lnTo>
                  <a:lnTo>
                    <a:pt x="7007525" y="696787"/>
                  </a:lnTo>
                  <a:lnTo>
                    <a:pt x="7007525" y="696787"/>
                  </a:lnTo>
                  <a:lnTo>
                    <a:pt x="7012516" y="696787"/>
                  </a:lnTo>
                  <a:lnTo>
                    <a:pt x="7012516" y="696787"/>
                  </a:lnTo>
                  <a:lnTo>
                    <a:pt x="7017507" y="696787"/>
                  </a:lnTo>
                  <a:lnTo>
                    <a:pt x="7017507" y="696787"/>
                  </a:lnTo>
                  <a:lnTo>
                    <a:pt x="7022499" y="696787"/>
                  </a:lnTo>
                  <a:lnTo>
                    <a:pt x="7022499" y="696787"/>
                  </a:lnTo>
                  <a:lnTo>
                    <a:pt x="7027490" y="696787"/>
                  </a:lnTo>
                  <a:lnTo>
                    <a:pt x="7027490" y="696787"/>
                  </a:lnTo>
                  <a:lnTo>
                    <a:pt x="7032481" y="696787"/>
                  </a:lnTo>
                  <a:lnTo>
                    <a:pt x="7032481" y="696787"/>
                  </a:lnTo>
                  <a:lnTo>
                    <a:pt x="7037472" y="696787"/>
                  </a:lnTo>
                  <a:lnTo>
                    <a:pt x="7037472" y="696787"/>
                  </a:lnTo>
                  <a:lnTo>
                    <a:pt x="7042463" y="696787"/>
                  </a:lnTo>
                  <a:lnTo>
                    <a:pt x="7042463" y="662978"/>
                  </a:lnTo>
                  <a:lnTo>
                    <a:pt x="7047454" y="662978"/>
                  </a:lnTo>
                  <a:lnTo>
                    <a:pt x="7047454" y="662978"/>
                  </a:lnTo>
                  <a:lnTo>
                    <a:pt x="7052445" y="662978"/>
                  </a:lnTo>
                  <a:lnTo>
                    <a:pt x="7052445" y="662978"/>
                  </a:lnTo>
                  <a:lnTo>
                    <a:pt x="7057436" y="662978"/>
                  </a:lnTo>
                  <a:lnTo>
                    <a:pt x="7057436" y="662978"/>
                  </a:lnTo>
                  <a:lnTo>
                    <a:pt x="7062427" y="662978"/>
                  </a:lnTo>
                  <a:lnTo>
                    <a:pt x="7062427" y="662978"/>
                  </a:lnTo>
                  <a:lnTo>
                    <a:pt x="7067419" y="662978"/>
                  </a:lnTo>
                  <a:lnTo>
                    <a:pt x="7067419" y="662978"/>
                  </a:lnTo>
                  <a:lnTo>
                    <a:pt x="7072410" y="662978"/>
                  </a:lnTo>
                  <a:lnTo>
                    <a:pt x="7072410" y="662978"/>
                  </a:lnTo>
                  <a:lnTo>
                    <a:pt x="7077401" y="662978"/>
                  </a:lnTo>
                  <a:lnTo>
                    <a:pt x="7077401" y="662978"/>
                  </a:lnTo>
                  <a:lnTo>
                    <a:pt x="7082392" y="662978"/>
                  </a:lnTo>
                  <a:lnTo>
                    <a:pt x="7082392" y="662978"/>
                  </a:lnTo>
                  <a:lnTo>
                    <a:pt x="7097365" y="662978"/>
                  </a:lnTo>
                  <a:lnTo>
                    <a:pt x="7097365" y="662978"/>
                  </a:lnTo>
                  <a:lnTo>
                    <a:pt x="7102356" y="662978"/>
                  </a:lnTo>
                  <a:lnTo>
                    <a:pt x="7102356" y="662978"/>
                  </a:lnTo>
                  <a:lnTo>
                    <a:pt x="7107347" y="662978"/>
                  </a:lnTo>
                  <a:lnTo>
                    <a:pt x="7107347" y="662978"/>
                  </a:lnTo>
                  <a:lnTo>
                    <a:pt x="7112339" y="662978"/>
                  </a:lnTo>
                  <a:lnTo>
                    <a:pt x="7112339" y="662978"/>
                  </a:lnTo>
                  <a:lnTo>
                    <a:pt x="7117330" y="662978"/>
                  </a:lnTo>
                  <a:lnTo>
                    <a:pt x="7117330" y="662978"/>
                  </a:lnTo>
                  <a:lnTo>
                    <a:pt x="7122321" y="662978"/>
                  </a:lnTo>
                  <a:lnTo>
                    <a:pt x="7122321" y="662978"/>
                  </a:lnTo>
                  <a:lnTo>
                    <a:pt x="7127312" y="662978"/>
                  </a:lnTo>
                  <a:lnTo>
                    <a:pt x="7127312" y="628434"/>
                  </a:lnTo>
                  <a:lnTo>
                    <a:pt x="7132303" y="628434"/>
                  </a:lnTo>
                  <a:lnTo>
                    <a:pt x="7132303" y="628434"/>
                  </a:lnTo>
                  <a:lnTo>
                    <a:pt x="7137294" y="628434"/>
                  </a:lnTo>
                  <a:lnTo>
                    <a:pt x="7137294" y="628434"/>
                  </a:lnTo>
                  <a:lnTo>
                    <a:pt x="7147276" y="628434"/>
                  </a:lnTo>
                  <a:lnTo>
                    <a:pt x="7147276" y="628434"/>
                  </a:lnTo>
                  <a:lnTo>
                    <a:pt x="7152267" y="628434"/>
                  </a:lnTo>
                  <a:lnTo>
                    <a:pt x="7152267" y="628434"/>
                  </a:lnTo>
                  <a:lnTo>
                    <a:pt x="7157259" y="628434"/>
                  </a:lnTo>
                  <a:lnTo>
                    <a:pt x="7157259" y="628434"/>
                  </a:lnTo>
                  <a:lnTo>
                    <a:pt x="7162250" y="628434"/>
                  </a:lnTo>
                  <a:lnTo>
                    <a:pt x="7162250" y="628434"/>
                  </a:lnTo>
                  <a:lnTo>
                    <a:pt x="7167241" y="628434"/>
                  </a:lnTo>
                  <a:lnTo>
                    <a:pt x="7167241" y="628434"/>
                  </a:lnTo>
                  <a:lnTo>
                    <a:pt x="7172232" y="628434"/>
                  </a:lnTo>
                  <a:lnTo>
                    <a:pt x="7172232" y="628434"/>
                  </a:lnTo>
                  <a:lnTo>
                    <a:pt x="7177223" y="628434"/>
                  </a:lnTo>
                  <a:lnTo>
                    <a:pt x="7177223" y="628434"/>
                  </a:lnTo>
                  <a:lnTo>
                    <a:pt x="7182214" y="628434"/>
                  </a:lnTo>
                  <a:lnTo>
                    <a:pt x="7182214" y="593615"/>
                  </a:lnTo>
                  <a:lnTo>
                    <a:pt x="7187205" y="593615"/>
                  </a:lnTo>
                  <a:lnTo>
                    <a:pt x="7187205" y="593615"/>
                  </a:lnTo>
                  <a:lnTo>
                    <a:pt x="7192196" y="593615"/>
                  </a:lnTo>
                  <a:lnTo>
                    <a:pt x="7192196" y="593615"/>
                  </a:lnTo>
                  <a:lnTo>
                    <a:pt x="7197188" y="593615"/>
                  </a:lnTo>
                  <a:lnTo>
                    <a:pt x="7197188" y="593615"/>
                  </a:lnTo>
                  <a:lnTo>
                    <a:pt x="7202179" y="593615"/>
                  </a:lnTo>
                  <a:lnTo>
                    <a:pt x="7202179" y="593615"/>
                  </a:lnTo>
                  <a:lnTo>
                    <a:pt x="7207170" y="593615"/>
                  </a:lnTo>
                  <a:lnTo>
                    <a:pt x="7207170" y="593615"/>
                  </a:lnTo>
                  <a:lnTo>
                    <a:pt x="7212161" y="593615"/>
                  </a:lnTo>
                  <a:lnTo>
                    <a:pt x="7212161" y="593615"/>
                  </a:lnTo>
                  <a:lnTo>
                    <a:pt x="7217152" y="593615"/>
                  </a:lnTo>
                  <a:lnTo>
                    <a:pt x="7217152" y="593615"/>
                  </a:lnTo>
                  <a:lnTo>
                    <a:pt x="7222143" y="593615"/>
                  </a:lnTo>
                  <a:lnTo>
                    <a:pt x="7222143" y="593615"/>
                  </a:lnTo>
                  <a:lnTo>
                    <a:pt x="7227134" y="593615"/>
                  </a:lnTo>
                  <a:lnTo>
                    <a:pt x="7227134" y="593615"/>
                  </a:lnTo>
                  <a:lnTo>
                    <a:pt x="7232125" y="593615"/>
                  </a:lnTo>
                  <a:lnTo>
                    <a:pt x="7232125" y="593615"/>
                  </a:lnTo>
                  <a:lnTo>
                    <a:pt x="7237116" y="593615"/>
                  </a:lnTo>
                  <a:lnTo>
                    <a:pt x="7237116" y="593615"/>
                  </a:lnTo>
                  <a:lnTo>
                    <a:pt x="7242108" y="593615"/>
                  </a:lnTo>
                  <a:lnTo>
                    <a:pt x="7242108" y="593615"/>
                  </a:lnTo>
                  <a:lnTo>
                    <a:pt x="7247099" y="593615"/>
                  </a:lnTo>
                  <a:lnTo>
                    <a:pt x="7247099" y="593615"/>
                  </a:lnTo>
                  <a:lnTo>
                    <a:pt x="7252090" y="593615"/>
                  </a:lnTo>
                  <a:lnTo>
                    <a:pt x="7252090" y="593615"/>
                  </a:lnTo>
                  <a:lnTo>
                    <a:pt x="7262072" y="593615"/>
                  </a:lnTo>
                  <a:lnTo>
                    <a:pt x="7262072" y="593615"/>
                  </a:lnTo>
                  <a:lnTo>
                    <a:pt x="7267063" y="593615"/>
                  </a:lnTo>
                  <a:lnTo>
                    <a:pt x="7267063" y="593615"/>
                  </a:lnTo>
                  <a:lnTo>
                    <a:pt x="7272054" y="593615"/>
                  </a:lnTo>
                  <a:lnTo>
                    <a:pt x="7272054" y="593615"/>
                  </a:lnTo>
                  <a:lnTo>
                    <a:pt x="7277045" y="593615"/>
                  </a:lnTo>
                  <a:lnTo>
                    <a:pt x="7277045" y="593615"/>
                  </a:lnTo>
                  <a:lnTo>
                    <a:pt x="7287028" y="593615"/>
                  </a:lnTo>
                  <a:lnTo>
                    <a:pt x="7287028" y="593615"/>
                  </a:lnTo>
                  <a:lnTo>
                    <a:pt x="7292019" y="593615"/>
                  </a:lnTo>
                  <a:lnTo>
                    <a:pt x="7292019" y="593615"/>
                  </a:lnTo>
                  <a:lnTo>
                    <a:pt x="7297010" y="593615"/>
                  </a:lnTo>
                  <a:lnTo>
                    <a:pt x="7297010" y="593615"/>
                  </a:lnTo>
                  <a:lnTo>
                    <a:pt x="7302001" y="593615"/>
                  </a:lnTo>
                  <a:lnTo>
                    <a:pt x="7302001" y="593615"/>
                  </a:lnTo>
                  <a:lnTo>
                    <a:pt x="7306992" y="593615"/>
                  </a:lnTo>
                  <a:lnTo>
                    <a:pt x="7306992" y="593615"/>
                  </a:lnTo>
                  <a:lnTo>
                    <a:pt x="7311983" y="593615"/>
                  </a:lnTo>
                  <a:lnTo>
                    <a:pt x="7311983" y="593615"/>
                  </a:lnTo>
                  <a:lnTo>
                    <a:pt x="7321965" y="593615"/>
                  </a:lnTo>
                  <a:lnTo>
                    <a:pt x="7321965" y="593615"/>
                  </a:lnTo>
                  <a:lnTo>
                    <a:pt x="7326957" y="593615"/>
                  </a:lnTo>
                  <a:lnTo>
                    <a:pt x="7326957" y="593615"/>
                  </a:lnTo>
                  <a:lnTo>
                    <a:pt x="7331948" y="593615"/>
                  </a:lnTo>
                  <a:lnTo>
                    <a:pt x="7331948" y="593615"/>
                  </a:lnTo>
                  <a:lnTo>
                    <a:pt x="7336939" y="593615"/>
                  </a:lnTo>
                  <a:lnTo>
                    <a:pt x="7336939" y="593615"/>
                  </a:lnTo>
                  <a:lnTo>
                    <a:pt x="7341930" y="593615"/>
                  </a:lnTo>
                  <a:lnTo>
                    <a:pt x="7341930" y="593615"/>
                  </a:lnTo>
                  <a:lnTo>
                    <a:pt x="7346921" y="593615"/>
                  </a:lnTo>
                  <a:lnTo>
                    <a:pt x="7346921" y="593615"/>
                  </a:lnTo>
                  <a:lnTo>
                    <a:pt x="7351912" y="593615"/>
                  </a:lnTo>
                  <a:lnTo>
                    <a:pt x="7351912" y="593615"/>
                  </a:lnTo>
                  <a:lnTo>
                    <a:pt x="7356903" y="593615"/>
                  </a:lnTo>
                  <a:lnTo>
                    <a:pt x="7356903" y="593615"/>
                  </a:lnTo>
                  <a:lnTo>
                    <a:pt x="7361894" y="593615"/>
                  </a:lnTo>
                  <a:lnTo>
                    <a:pt x="7361894" y="593615"/>
                  </a:lnTo>
                  <a:lnTo>
                    <a:pt x="7366885" y="593615"/>
                  </a:lnTo>
                  <a:lnTo>
                    <a:pt x="7366885" y="593615"/>
                  </a:lnTo>
                  <a:lnTo>
                    <a:pt x="7371877" y="593615"/>
                  </a:lnTo>
                  <a:lnTo>
                    <a:pt x="7371877" y="593615"/>
                  </a:lnTo>
                  <a:lnTo>
                    <a:pt x="7376868" y="593615"/>
                  </a:lnTo>
                  <a:lnTo>
                    <a:pt x="7376868" y="593615"/>
                  </a:lnTo>
                  <a:lnTo>
                    <a:pt x="7381859" y="593615"/>
                  </a:lnTo>
                  <a:lnTo>
                    <a:pt x="7381859" y="593615"/>
                  </a:lnTo>
                  <a:lnTo>
                    <a:pt x="7396832" y="593615"/>
                  </a:lnTo>
                  <a:lnTo>
                    <a:pt x="7396832" y="593615"/>
                  </a:lnTo>
                  <a:lnTo>
                    <a:pt x="7401823" y="593615"/>
                  </a:lnTo>
                  <a:lnTo>
                    <a:pt x="7401823" y="593615"/>
                  </a:lnTo>
                  <a:lnTo>
                    <a:pt x="7411805" y="593615"/>
                  </a:lnTo>
                  <a:lnTo>
                    <a:pt x="7411805" y="593615"/>
                  </a:lnTo>
                  <a:lnTo>
                    <a:pt x="7416797" y="593615"/>
                  </a:lnTo>
                  <a:lnTo>
                    <a:pt x="7416797" y="593615"/>
                  </a:lnTo>
                  <a:lnTo>
                    <a:pt x="7421788" y="593615"/>
                  </a:lnTo>
                  <a:lnTo>
                    <a:pt x="7421788" y="593615"/>
                  </a:lnTo>
                  <a:lnTo>
                    <a:pt x="7426779" y="593615"/>
                  </a:lnTo>
                  <a:lnTo>
                    <a:pt x="7426779" y="593615"/>
                  </a:lnTo>
                  <a:lnTo>
                    <a:pt x="7431770" y="593615"/>
                  </a:lnTo>
                  <a:lnTo>
                    <a:pt x="7431770" y="593615"/>
                  </a:lnTo>
                  <a:lnTo>
                    <a:pt x="7436761" y="593615"/>
                  </a:lnTo>
                  <a:lnTo>
                    <a:pt x="7436761" y="593615"/>
                  </a:lnTo>
                  <a:lnTo>
                    <a:pt x="7441752" y="593615"/>
                  </a:lnTo>
                  <a:lnTo>
                    <a:pt x="7441752" y="593615"/>
                  </a:lnTo>
                  <a:lnTo>
                    <a:pt x="7446743" y="593615"/>
                  </a:lnTo>
                  <a:lnTo>
                    <a:pt x="7446743" y="593615"/>
                  </a:lnTo>
                  <a:lnTo>
                    <a:pt x="7451734" y="593615"/>
                  </a:lnTo>
                  <a:lnTo>
                    <a:pt x="7451734" y="593615"/>
                  </a:lnTo>
                  <a:lnTo>
                    <a:pt x="7456726" y="593615"/>
                  </a:lnTo>
                  <a:lnTo>
                    <a:pt x="7456726" y="593615"/>
                  </a:lnTo>
                  <a:lnTo>
                    <a:pt x="7461717" y="593615"/>
                  </a:lnTo>
                  <a:lnTo>
                    <a:pt x="7461717" y="593615"/>
                  </a:lnTo>
                  <a:lnTo>
                    <a:pt x="7466708" y="593615"/>
                  </a:lnTo>
                  <a:lnTo>
                    <a:pt x="7466708" y="593615"/>
                  </a:lnTo>
                  <a:lnTo>
                    <a:pt x="7471699" y="593615"/>
                  </a:lnTo>
                  <a:lnTo>
                    <a:pt x="7471699" y="593615"/>
                  </a:lnTo>
                  <a:lnTo>
                    <a:pt x="7476690" y="593615"/>
                  </a:lnTo>
                  <a:lnTo>
                    <a:pt x="7476690" y="593615"/>
                  </a:lnTo>
                  <a:lnTo>
                    <a:pt x="7481681" y="593615"/>
                  </a:lnTo>
                  <a:lnTo>
                    <a:pt x="7481681" y="593615"/>
                  </a:lnTo>
                  <a:lnTo>
                    <a:pt x="7486672" y="593615"/>
                  </a:lnTo>
                  <a:lnTo>
                    <a:pt x="7486672" y="593615"/>
                  </a:lnTo>
                  <a:lnTo>
                    <a:pt x="7491663" y="593615"/>
                  </a:lnTo>
                  <a:lnTo>
                    <a:pt x="7491663" y="593615"/>
                  </a:lnTo>
                  <a:lnTo>
                    <a:pt x="7496654" y="593615"/>
                  </a:lnTo>
                  <a:lnTo>
                    <a:pt x="7496654" y="593615"/>
                  </a:lnTo>
                  <a:lnTo>
                    <a:pt x="7501646" y="593615"/>
                  </a:lnTo>
                  <a:lnTo>
                    <a:pt x="7501646" y="593615"/>
                  </a:lnTo>
                  <a:lnTo>
                    <a:pt x="7506637" y="593615"/>
                  </a:lnTo>
                  <a:lnTo>
                    <a:pt x="7506637" y="593615"/>
                  </a:lnTo>
                  <a:lnTo>
                    <a:pt x="7511628" y="593615"/>
                  </a:lnTo>
                  <a:lnTo>
                    <a:pt x="7511628" y="593615"/>
                  </a:lnTo>
                  <a:lnTo>
                    <a:pt x="7516619" y="593615"/>
                  </a:lnTo>
                  <a:lnTo>
                    <a:pt x="7516619" y="593615"/>
                  </a:lnTo>
                  <a:lnTo>
                    <a:pt x="7521610" y="593615"/>
                  </a:lnTo>
                  <a:lnTo>
                    <a:pt x="7521610" y="593615"/>
                  </a:lnTo>
                  <a:lnTo>
                    <a:pt x="7526601" y="593615"/>
                  </a:lnTo>
                  <a:lnTo>
                    <a:pt x="7526601" y="556909"/>
                  </a:lnTo>
                  <a:lnTo>
                    <a:pt x="7536583" y="556909"/>
                  </a:lnTo>
                  <a:lnTo>
                    <a:pt x="7536583" y="556909"/>
                  </a:lnTo>
                  <a:lnTo>
                    <a:pt x="7541574" y="556909"/>
                  </a:lnTo>
                  <a:lnTo>
                    <a:pt x="7541574" y="556909"/>
                  </a:lnTo>
                  <a:lnTo>
                    <a:pt x="7546566" y="556909"/>
                  </a:lnTo>
                  <a:lnTo>
                    <a:pt x="7546566" y="556909"/>
                  </a:lnTo>
                  <a:lnTo>
                    <a:pt x="7551557" y="556909"/>
                  </a:lnTo>
                  <a:lnTo>
                    <a:pt x="7551557" y="556909"/>
                  </a:lnTo>
                  <a:lnTo>
                    <a:pt x="7556548" y="556909"/>
                  </a:lnTo>
                  <a:lnTo>
                    <a:pt x="7556548" y="556909"/>
                  </a:lnTo>
                  <a:lnTo>
                    <a:pt x="7561539" y="556909"/>
                  </a:lnTo>
                  <a:lnTo>
                    <a:pt x="7561539" y="556909"/>
                  </a:lnTo>
                  <a:lnTo>
                    <a:pt x="7566530" y="556909"/>
                  </a:lnTo>
                  <a:lnTo>
                    <a:pt x="7566530" y="556909"/>
                  </a:lnTo>
                  <a:lnTo>
                    <a:pt x="7571521" y="556909"/>
                  </a:lnTo>
                  <a:lnTo>
                    <a:pt x="7571521" y="556909"/>
                  </a:lnTo>
                  <a:lnTo>
                    <a:pt x="7576512" y="556909"/>
                  </a:lnTo>
                  <a:lnTo>
                    <a:pt x="7576512" y="556909"/>
                  </a:lnTo>
                  <a:lnTo>
                    <a:pt x="7581503" y="556909"/>
                  </a:lnTo>
                  <a:lnTo>
                    <a:pt x="7581503" y="556909"/>
                  </a:lnTo>
                  <a:lnTo>
                    <a:pt x="7586495" y="556909"/>
                  </a:lnTo>
                  <a:lnTo>
                    <a:pt x="7586495" y="556909"/>
                  </a:lnTo>
                  <a:lnTo>
                    <a:pt x="7591486" y="556909"/>
                  </a:lnTo>
                  <a:lnTo>
                    <a:pt x="7591486" y="556909"/>
                  </a:lnTo>
                  <a:lnTo>
                    <a:pt x="7596477" y="556909"/>
                  </a:lnTo>
                  <a:lnTo>
                    <a:pt x="7596477" y="556909"/>
                  </a:lnTo>
                  <a:lnTo>
                    <a:pt x="7601468" y="556909"/>
                  </a:lnTo>
                  <a:lnTo>
                    <a:pt x="7601468" y="556909"/>
                  </a:lnTo>
                  <a:lnTo>
                    <a:pt x="7606459" y="556909"/>
                  </a:lnTo>
                  <a:lnTo>
                    <a:pt x="7606459" y="556909"/>
                  </a:lnTo>
                  <a:lnTo>
                    <a:pt x="7611450" y="556909"/>
                  </a:lnTo>
                  <a:lnTo>
                    <a:pt x="7611450" y="556909"/>
                  </a:lnTo>
                  <a:lnTo>
                    <a:pt x="7621432" y="556909"/>
                  </a:lnTo>
                  <a:lnTo>
                    <a:pt x="7621432" y="556909"/>
                  </a:lnTo>
                  <a:lnTo>
                    <a:pt x="7626423" y="556909"/>
                  </a:lnTo>
                  <a:lnTo>
                    <a:pt x="7626423" y="556909"/>
                  </a:lnTo>
                  <a:lnTo>
                    <a:pt x="7631415" y="556909"/>
                  </a:lnTo>
                  <a:lnTo>
                    <a:pt x="7631415" y="556909"/>
                  </a:lnTo>
                  <a:lnTo>
                    <a:pt x="7636406" y="556909"/>
                  </a:lnTo>
                  <a:lnTo>
                    <a:pt x="7636406" y="556909"/>
                  </a:lnTo>
                  <a:lnTo>
                    <a:pt x="7641397" y="556909"/>
                  </a:lnTo>
                  <a:lnTo>
                    <a:pt x="7641397" y="556909"/>
                  </a:lnTo>
                  <a:lnTo>
                    <a:pt x="7646388" y="556909"/>
                  </a:lnTo>
                  <a:lnTo>
                    <a:pt x="7646388" y="556909"/>
                  </a:lnTo>
                  <a:lnTo>
                    <a:pt x="7651379" y="556909"/>
                  </a:lnTo>
                  <a:lnTo>
                    <a:pt x="7651379" y="556909"/>
                  </a:lnTo>
                  <a:lnTo>
                    <a:pt x="7656370" y="556909"/>
                  </a:lnTo>
                  <a:lnTo>
                    <a:pt x="7656370" y="556909"/>
                  </a:lnTo>
                  <a:lnTo>
                    <a:pt x="7661361" y="556909"/>
                  </a:lnTo>
                  <a:lnTo>
                    <a:pt x="7661361" y="556909"/>
                  </a:lnTo>
                  <a:lnTo>
                    <a:pt x="7666352" y="556909"/>
                  </a:lnTo>
                  <a:lnTo>
                    <a:pt x="7666352" y="556909"/>
                  </a:lnTo>
                  <a:lnTo>
                    <a:pt x="7671343" y="556909"/>
                  </a:lnTo>
                  <a:lnTo>
                    <a:pt x="7671343" y="556909"/>
                  </a:lnTo>
                  <a:lnTo>
                    <a:pt x="7676335" y="556909"/>
                  </a:lnTo>
                  <a:lnTo>
                    <a:pt x="7676335" y="556909"/>
                  </a:lnTo>
                  <a:lnTo>
                    <a:pt x="7681326" y="556909"/>
                  </a:lnTo>
                  <a:lnTo>
                    <a:pt x="7681326" y="556909"/>
                  </a:lnTo>
                  <a:lnTo>
                    <a:pt x="7686317" y="556909"/>
                  </a:lnTo>
                  <a:lnTo>
                    <a:pt x="7686317" y="556909"/>
                  </a:lnTo>
                  <a:lnTo>
                    <a:pt x="7696299" y="556909"/>
                  </a:lnTo>
                  <a:lnTo>
                    <a:pt x="7696299" y="556909"/>
                  </a:lnTo>
                  <a:lnTo>
                    <a:pt x="7701290" y="556909"/>
                  </a:lnTo>
                  <a:lnTo>
                    <a:pt x="7701290" y="556909"/>
                  </a:lnTo>
                  <a:lnTo>
                    <a:pt x="7706281" y="556909"/>
                  </a:lnTo>
                  <a:lnTo>
                    <a:pt x="7706281" y="556909"/>
                  </a:lnTo>
                  <a:lnTo>
                    <a:pt x="7711272" y="556909"/>
                  </a:lnTo>
                  <a:lnTo>
                    <a:pt x="7711272" y="556909"/>
                  </a:lnTo>
                  <a:lnTo>
                    <a:pt x="7716264" y="556909"/>
                  </a:lnTo>
                  <a:lnTo>
                    <a:pt x="7716264" y="518452"/>
                  </a:lnTo>
                  <a:lnTo>
                    <a:pt x="7721255" y="518452"/>
                  </a:lnTo>
                  <a:lnTo>
                    <a:pt x="7721255" y="518452"/>
                  </a:lnTo>
                  <a:lnTo>
                    <a:pt x="7726246" y="518452"/>
                  </a:lnTo>
                  <a:lnTo>
                    <a:pt x="7726246" y="518452"/>
                  </a:lnTo>
                  <a:lnTo>
                    <a:pt x="7736228" y="518452"/>
                  </a:lnTo>
                  <a:lnTo>
                    <a:pt x="7736228" y="518452"/>
                  </a:lnTo>
                  <a:lnTo>
                    <a:pt x="7741219" y="518452"/>
                  </a:lnTo>
                  <a:lnTo>
                    <a:pt x="7741219" y="518452"/>
                  </a:lnTo>
                  <a:lnTo>
                    <a:pt x="7746210" y="518452"/>
                  </a:lnTo>
                  <a:lnTo>
                    <a:pt x="7746210" y="518452"/>
                  </a:lnTo>
                  <a:lnTo>
                    <a:pt x="7751201" y="518452"/>
                  </a:lnTo>
                  <a:lnTo>
                    <a:pt x="7751201" y="518452"/>
                  </a:lnTo>
                  <a:lnTo>
                    <a:pt x="7756192" y="518452"/>
                  </a:lnTo>
                  <a:lnTo>
                    <a:pt x="7756192" y="518452"/>
                  </a:lnTo>
                  <a:lnTo>
                    <a:pt x="7761184" y="518452"/>
                  </a:lnTo>
                  <a:lnTo>
                    <a:pt x="7761184" y="518452"/>
                  </a:lnTo>
                  <a:lnTo>
                    <a:pt x="7766175" y="518452"/>
                  </a:lnTo>
                  <a:lnTo>
                    <a:pt x="7766175" y="518452"/>
                  </a:lnTo>
                  <a:lnTo>
                    <a:pt x="7771166" y="518452"/>
                  </a:lnTo>
                  <a:lnTo>
                    <a:pt x="7771166" y="518452"/>
                  </a:lnTo>
                  <a:lnTo>
                    <a:pt x="7776157" y="518452"/>
                  </a:lnTo>
                  <a:lnTo>
                    <a:pt x="7776157" y="518452"/>
                  </a:lnTo>
                  <a:lnTo>
                    <a:pt x="7781148" y="518452"/>
                  </a:lnTo>
                  <a:lnTo>
                    <a:pt x="7781148" y="518452"/>
                  </a:lnTo>
                  <a:lnTo>
                    <a:pt x="7786139" y="518452"/>
                  </a:lnTo>
                  <a:lnTo>
                    <a:pt x="7786139" y="518452"/>
                  </a:lnTo>
                  <a:lnTo>
                    <a:pt x="7791130" y="518452"/>
                  </a:lnTo>
                  <a:lnTo>
                    <a:pt x="7791130" y="518452"/>
                  </a:lnTo>
                  <a:lnTo>
                    <a:pt x="7796121" y="518452"/>
                  </a:lnTo>
                  <a:lnTo>
                    <a:pt x="7796121" y="518452"/>
                  </a:lnTo>
                  <a:lnTo>
                    <a:pt x="7801112" y="518452"/>
                  </a:lnTo>
                  <a:lnTo>
                    <a:pt x="7801112" y="518452"/>
                  </a:lnTo>
                  <a:lnTo>
                    <a:pt x="7806104" y="518452"/>
                  </a:lnTo>
                  <a:lnTo>
                    <a:pt x="7806104" y="518452"/>
                  </a:lnTo>
                  <a:lnTo>
                    <a:pt x="7816086" y="518452"/>
                  </a:lnTo>
                  <a:lnTo>
                    <a:pt x="7816086" y="518452"/>
                  </a:lnTo>
                  <a:lnTo>
                    <a:pt x="7821077" y="518452"/>
                  </a:lnTo>
                  <a:lnTo>
                    <a:pt x="7821077" y="518452"/>
                  </a:lnTo>
                  <a:lnTo>
                    <a:pt x="7826068" y="518452"/>
                  </a:lnTo>
                  <a:lnTo>
                    <a:pt x="7826068" y="518452"/>
                  </a:lnTo>
                  <a:lnTo>
                    <a:pt x="7831059" y="518452"/>
                  </a:lnTo>
                  <a:lnTo>
                    <a:pt x="7831059" y="518452"/>
                  </a:lnTo>
                  <a:lnTo>
                    <a:pt x="7841041" y="518452"/>
                  </a:lnTo>
                  <a:lnTo>
                    <a:pt x="7841041" y="518452"/>
                  </a:lnTo>
                  <a:lnTo>
                    <a:pt x="7846033" y="518452"/>
                  </a:lnTo>
                  <a:lnTo>
                    <a:pt x="7846033" y="518452"/>
                  </a:lnTo>
                  <a:lnTo>
                    <a:pt x="7851024" y="518452"/>
                  </a:lnTo>
                  <a:lnTo>
                    <a:pt x="7851024" y="518452"/>
                  </a:lnTo>
                  <a:lnTo>
                    <a:pt x="7856015" y="518452"/>
                  </a:lnTo>
                  <a:lnTo>
                    <a:pt x="7856015" y="518452"/>
                  </a:lnTo>
                  <a:lnTo>
                    <a:pt x="7865997" y="518452"/>
                  </a:lnTo>
                  <a:lnTo>
                    <a:pt x="7865997" y="518452"/>
                  </a:lnTo>
                  <a:lnTo>
                    <a:pt x="7870988" y="518452"/>
                  </a:lnTo>
                  <a:lnTo>
                    <a:pt x="7870988" y="518452"/>
                  </a:lnTo>
                  <a:lnTo>
                    <a:pt x="7875979" y="518452"/>
                  </a:lnTo>
                  <a:lnTo>
                    <a:pt x="7875979" y="518452"/>
                  </a:lnTo>
                  <a:lnTo>
                    <a:pt x="7880970" y="518452"/>
                  </a:lnTo>
                  <a:lnTo>
                    <a:pt x="7880970" y="518452"/>
                  </a:lnTo>
                  <a:lnTo>
                    <a:pt x="7885961" y="518452"/>
                  </a:lnTo>
                  <a:lnTo>
                    <a:pt x="7885961" y="518452"/>
                  </a:lnTo>
                  <a:lnTo>
                    <a:pt x="7890953" y="518452"/>
                  </a:lnTo>
                  <a:lnTo>
                    <a:pt x="7890953" y="518452"/>
                  </a:lnTo>
                  <a:lnTo>
                    <a:pt x="7900935" y="518452"/>
                  </a:lnTo>
                  <a:lnTo>
                    <a:pt x="7900935" y="518452"/>
                  </a:lnTo>
                  <a:lnTo>
                    <a:pt x="7905926" y="518452"/>
                  </a:lnTo>
                  <a:lnTo>
                    <a:pt x="7905926" y="518452"/>
                  </a:lnTo>
                  <a:lnTo>
                    <a:pt x="7915908" y="518452"/>
                  </a:lnTo>
                  <a:lnTo>
                    <a:pt x="7915908" y="518452"/>
                  </a:lnTo>
                  <a:lnTo>
                    <a:pt x="7920899" y="518452"/>
                  </a:lnTo>
                  <a:lnTo>
                    <a:pt x="7920899" y="518452"/>
                  </a:lnTo>
                  <a:lnTo>
                    <a:pt x="7925890" y="518452"/>
                  </a:lnTo>
                  <a:lnTo>
                    <a:pt x="7925890" y="518452"/>
                  </a:lnTo>
                  <a:lnTo>
                    <a:pt x="7930881" y="518452"/>
                  </a:lnTo>
                  <a:lnTo>
                    <a:pt x="7930881" y="518452"/>
                  </a:lnTo>
                  <a:lnTo>
                    <a:pt x="7935873" y="518452"/>
                  </a:lnTo>
                  <a:lnTo>
                    <a:pt x="7935873" y="518452"/>
                  </a:lnTo>
                  <a:lnTo>
                    <a:pt x="7940864" y="518452"/>
                  </a:lnTo>
                  <a:lnTo>
                    <a:pt x="7940864" y="518452"/>
                  </a:lnTo>
                  <a:lnTo>
                    <a:pt x="7945855" y="518452"/>
                  </a:lnTo>
                  <a:lnTo>
                    <a:pt x="7945855" y="518452"/>
                  </a:lnTo>
                  <a:lnTo>
                    <a:pt x="7955837" y="518452"/>
                  </a:lnTo>
                  <a:lnTo>
                    <a:pt x="7955837" y="518452"/>
                  </a:lnTo>
                  <a:lnTo>
                    <a:pt x="7960828" y="518452"/>
                  </a:lnTo>
                  <a:lnTo>
                    <a:pt x="7960828" y="518452"/>
                  </a:lnTo>
                  <a:lnTo>
                    <a:pt x="7965819" y="518452"/>
                  </a:lnTo>
                  <a:lnTo>
                    <a:pt x="7965819" y="518452"/>
                  </a:lnTo>
                  <a:lnTo>
                    <a:pt x="7970810" y="518452"/>
                  </a:lnTo>
                  <a:lnTo>
                    <a:pt x="7970810" y="518452"/>
                  </a:lnTo>
                  <a:lnTo>
                    <a:pt x="7975801" y="518452"/>
                  </a:lnTo>
                  <a:lnTo>
                    <a:pt x="7975801" y="518452"/>
                  </a:lnTo>
                  <a:lnTo>
                    <a:pt x="7980793" y="518452"/>
                  </a:lnTo>
                  <a:lnTo>
                    <a:pt x="7980793" y="518452"/>
                  </a:lnTo>
                  <a:lnTo>
                    <a:pt x="7985784" y="518452"/>
                  </a:lnTo>
                  <a:lnTo>
                    <a:pt x="7985784" y="518452"/>
                  </a:lnTo>
                  <a:lnTo>
                    <a:pt x="7990775" y="518452"/>
                  </a:lnTo>
                  <a:lnTo>
                    <a:pt x="7990775" y="518452"/>
                  </a:lnTo>
                  <a:lnTo>
                    <a:pt x="7995766" y="518452"/>
                  </a:lnTo>
                  <a:lnTo>
                    <a:pt x="7995766" y="518452"/>
                  </a:lnTo>
                  <a:lnTo>
                    <a:pt x="8000757" y="518452"/>
                  </a:lnTo>
                  <a:lnTo>
                    <a:pt x="8000757" y="478941"/>
                  </a:lnTo>
                  <a:lnTo>
                    <a:pt x="8005748" y="478941"/>
                  </a:lnTo>
                  <a:lnTo>
                    <a:pt x="8005748" y="439508"/>
                  </a:lnTo>
                  <a:lnTo>
                    <a:pt x="8010739" y="439508"/>
                  </a:lnTo>
                  <a:lnTo>
                    <a:pt x="8010739" y="439508"/>
                  </a:lnTo>
                  <a:lnTo>
                    <a:pt x="8015730" y="439508"/>
                  </a:lnTo>
                  <a:lnTo>
                    <a:pt x="8015730" y="439508"/>
                  </a:lnTo>
                  <a:lnTo>
                    <a:pt x="8020722" y="439508"/>
                  </a:lnTo>
                  <a:lnTo>
                    <a:pt x="8020722" y="439508"/>
                  </a:lnTo>
                  <a:lnTo>
                    <a:pt x="8030704" y="439508"/>
                  </a:lnTo>
                  <a:lnTo>
                    <a:pt x="8030704" y="439508"/>
                  </a:lnTo>
                  <a:lnTo>
                    <a:pt x="8035695" y="439508"/>
                  </a:lnTo>
                  <a:lnTo>
                    <a:pt x="8035695" y="439508"/>
                  </a:lnTo>
                  <a:lnTo>
                    <a:pt x="8045677" y="439508"/>
                  </a:lnTo>
                  <a:lnTo>
                    <a:pt x="8045677" y="439508"/>
                  </a:lnTo>
                  <a:lnTo>
                    <a:pt x="8050668" y="439508"/>
                  </a:lnTo>
                  <a:lnTo>
                    <a:pt x="8050668" y="439508"/>
                  </a:lnTo>
                  <a:lnTo>
                    <a:pt x="8055659" y="439508"/>
                  </a:lnTo>
                  <a:lnTo>
                    <a:pt x="8055659" y="439508"/>
                  </a:lnTo>
                  <a:lnTo>
                    <a:pt x="8060650" y="439508"/>
                  </a:lnTo>
                  <a:lnTo>
                    <a:pt x="8060650" y="439508"/>
                  </a:lnTo>
                  <a:lnTo>
                    <a:pt x="8065642" y="439508"/>
                  </a:lnTo>
                  <a:lnTo>
                    <a:pt x="8065642" y="400151"/>
                  </a:lnTo>
                  <a:lnTo>
                    <a:pt x="8070633" y="400151"/>
                  </a:lnTo>
                  <a:lnTo>
                    <a:pt x="8070633" y="400151"/>
                  </a:lnTo>
                  <a:lnTo>
                    <a:pt x="8080615" y="400151"/>
                  </a:lnTo>
                  <a:lnTo>
                    <a:pt x="8080615" y="400151"/>
                  </a:lnTo>
                  <a:lnTo>
                    <a:pt x="8085606" y="400151"/>
                  </a:lnTo>
                  <a:lnTo>
                    <a:pt x="8085606" y="400151"/>
                  </a:lnTo>
                  <a:lnTo>
                    <a:pt x="8090597" y="400151"/>
                  </a:lnTo>
                  <a:lnTo>
                    <a:pt x="8090597" y="400151"/>
                  </a:lnTo>
                  <a:lnTo>
                    <a:pt x="8100579" y="400151"/>
                  </a:lnTo>
                  <a:lnTo>
                    <a:pt x="8100579" y="400151"/>
                  </a:lnTo>
                  <a:lnTo>
                    <a:pt x="8105570" y="400151"/>
                  </a:lnTo>
                  <a:lnTo>
                    <a:pt x="8105570" y="400151"/>
                  </a:lnTo>
                  <a:lnTo>
                    <a:pt x="8110562" y="400151"/>
                  </a:lnTo>
                  <a:lnTo>
                    <a:pt x="8110562" y="400151"/>
                  </a:lnTo>
                  <a:lnTo>
                    <a:pt x="8115553" y="400151"/>
                  </a:lnTo>
                  <a:lnTo>
                    <a:pt x="8115553" y="400151"/>
                  </a:lnTo>
                  <a:lnTo>
                    <a:pt x="8120544" y="400151"/>
                  </a:lnTo>
                  <a:lnTo>
                    <a:pt x="8120544" y="400151"/>
                  </a:lnTo>
                  <a:lnTo>
                    <a:pt x="8130526" y="400151"/>
                  </a:lnTo>
                  <a:lnTo>
                    <a:pt x="8130526" y="400151"/>
                  </a:lnTo>
                  <a:lnTo>
                    <a:pt x="8135517" y="400151"/>
                  </a:lnTo>
                  <a:lnTo>
                    <a:pt x="8135517" y="400151"/>
                  </a:lnTo>
                  <a:lnTo>
                    <a:pt x="8140508" y="400151"/>
                  </a:lnTo>
                  <a:lnTo>
                    <a:pt x="8140508" y="400151"/>
                  </a:lnTo>
                  <a:lnTo>
                    <a:pt x="8150491" y="400151"/>
                  </a:lnTo>
                  <a:lnTo>
                    <a:pt x="8150491" y="400151"/>
                  </a:lnTo>
                  <a:lnTo>
                    <a:pt x="8155482" y="400151"/>
                  </a:lnTo>
                  <a:lnTo>
                    <a:pt x="8155482" y="360386"/>
                  </a:lnTo>
                  <a:lnTo>
                    <a:pt x="8165464" y="360386"/>
                  </a:lnTo>
                  <a:lnTo>
                    <a:pt x="8165464" y="360386"/>
                  </a:lnTo>
                  <a:lnTo>
                    <a:pt x="8170455" y="360386"/>
                  </a:lnTo>
                  <a:lnTo>
                    <a:pt x="8170455" y="360386"/>
                  </a:lnTo>
                  <a:lnTo>
                    <a:pt x="8175446" y="360386"/>
                  </a:lnTo>
                  <a:lnTo>
                    <a:pt x="8175446" y="360386"/>
                  </a:lnTo>
                  <a:lnTo>
                    <a:pt x="8180437" y="360386"/>
                  </a:lnTo>
                  <a:lnTo>
                    <a:pt x="8180437" y="360386"/>
                  </a:lnTo>
                  <a:lnTo>
                    <a:pt x="8190419" y="360386"/>
                  </a:lnTo>
                  <a:lnTo>
                    <a:pt x="8190419" y="360386"/>
                  </a:lnTo>
                  <a:lnTo>
                    <a:pt x="8195411" y="360386"/>
                  </a:lnTo>
                  <a:lnTo>
                    <a:pt x="8195411" y="360386"/>
                  </a:lnTo>
                  <a:lnTo>
                    <a:pt x="8200402" y="360386"/>
                  </a:lnTo>
                  <a:lnTo>
                    <a:pt x="8200402" y="360386"/>
                  </a:lnTo>
                  <a:lnTo>
                    <a:pt x="8205393" y="360386"/>
                  </a:lnTo>
                  <a:lnTo>
                    <a:pt x="8205393" y="360386"/>
                  </a:lnTo>
                  <a:lnTo>
                    <a:pt x="8210384" y="360386"/>
                  </a:lnTo>
                  <a:lnTo>
                    <a:pt x="8210384" y="360386"/>
                  </a:lnTo>
                  <a:lnTo>
                    <a:pt x="8215375" y="360386"/>
                  </a:lnTo>
                  <a:lnTo>
                    <a:pt x="8215375" y="360386"/>
                  </a:lnTo>
                  <a:lnTo>
                    <a:pt x="8220366" y="360386"/>
                  </a:lnTo>
                  <a:lnTo>
                    <a:pt x="8220366" y="360386"/>
                  </a:lnTo>
                  <a:lnTo>
                    <a:pt x="8225357" y="360386"/>
                  </a:lnTo>
                  <a:lnTo>
                    <a:pt x="8225357" y="360386"/>
                  </a:lnTo>
                  <a:lnTo>
                    <a:pt x="8235339" y="360386"/>
                  </a:lnTo>
                  <a:lnTo>
                    <a:pt x="8235339" y="360386"/>
                  </a:lnTo>
                  <a:lnTo>
                    <a:pt x="8240331" y="360386"/>
                  </a:lnTo>
                  <a:lnTo>
                    <a:pt x="8240331" y="360386"/>
                  </a:lnTo>
                  <a:lnTo>
                    <a:pt x="8245322" y="360386"/>
                  </a:lnTo>
                  <a:lnTo>
                    <a:pt x="8245322" y="360386"/>
                  </a:lnTo>
                  <a:lnTo>
                    <a:pt x="8250313" y="360386"/>
                  </a:lnTo>
                  <a:lnTo>
                    <a:pt x="8250313" y="360386"/>
                  </a:lnTo>
                  <a:lnTo>
                    <a:pt x="8255304" y="360386"/>
                  </a:lnTo>
                  <a:lnTo>
                    <a:pt x="8255304" y="360386"/>
                  </a:lnTo>
                  <a:lnTo>
                    <a:pt x="8260295" y="360386"/>
                  </a:lnTo>
                  <a:lnTo>
                    <a:pt x="8260295" y="360386"/>
                  </a:lnTo>
                  <a:lnTo>
                    <a:pt x="8265286" y="360386"/>
                  </a:lnTo>
                  <a:lnTo>
                    <a:pt x="8265286" y="360386"/>
                  </a:lnTo>
                  <a:lnTo>
                    <a:pt x="8275268" y="360386"/>
                  </a:lnTo>
                  <a:lnTo>
                    <a:pt x="8275268" y="360386"/>
                  </a:lnTo>
                  <a:lnTo>
                    <a:pt x="8280260" y="360386"/>
                  </a:lnTo>
                  <a:lnTo>
                    <a:pt x="8280260" y="360386"/>
                  </a:lnTo>
                  <a:lnTo>
                    <a:pt x="8285251" y="360386"/>
                  </a:lnTo>
                  <a:lnTo>
                    <a:pt x="8285251" y="360386"/>
                  </a:lnTo>
                  <a:lnTo>
                    <a:pt x="8290242" y="360386"/>
                  </a:lnTo>
                  <a:lnTo>
                    <a:pt x="8290242" y="360386"/>
                  </a:lnTo>
                  <a:lnTo>
                    <a:pt x="8295233" y="360386"/>
                  </a:lnTo>
                  <a:lnTo>
                    <a:pt x="8295233" y="360386"/>
                  </a:lnTo>
                  <a:lnTo>
                    <a:pt x="8300224" y="360386"/>
                  </a:lnTo>
                  <a:lnTo>
                    <a:pt x="8300224" y="360386"/>
                  </a:lnTo>
                  <a:lnTo>
                    <a:pt x="8310206" y="360386"/>
                  </a:lnTo>
                  <a:lnTo>
                    <a:pt x="8310206" y="360386"/>
                  </a:lnTo>
                  <a:lnTo>
                    <a:pt x="8315197" y="360386"/>
                  </a:lnTo>
                  <a:lnTo>
                    <a:pt x="8315197" y="360386"/>
                  </a:lnTo>
                  <a:lnTo>
                    <a:pt x="8320188" y="360386"/>
                  </a:lnTo>
                  <a:lnTo>
                    <a:pt x="8320188" y="360386"/>
                  </a:lnTo>
                  <a:lnTo>
                    <a:pt x="8325180" y="360386"/>
                  </a:lnTo>
                  <a:lnTo>
                    <a:pt x="8325180" y="360386"/>
                  </a:lnTo>
                  <a:lnTo>
                    <a:pt x="8330171" y="360386"/>
                  </a:lnTo>
                  <a:lnTo>
                    <a:pt x="8330171" y="360386"/>
                  </a:lnTo>
                  <a:lnTo>
                    <a:pt x="8335162" y="360386"/>
                  </a:lnTo>
                  <a:lnTo>
                    <a:pt x="8335162" y="360386"/>
                  </a:lnTo>
                  <a:lnTo>
                    <a:pt x="8340153" y="360386"/>
                  </a:lnTo>
                  <a:lnTo>
                    <a:pt x="8340153" y="360386"/>
                  </a:lnTo>
                  <a:lnTo>
                    <a:pt x="8345144" y="360386"/>
                  </a:lnTo>
                  <a:lnTo>
                    <a:pt x="8345144" y="360386"/>
                  </a:lnTo>
                  <a:lnTo>
                    <a:pt x="8350135" y="360386"/>
                  </a:lnTo>
                  <a:lnTo>
                    <a:pt x="8350135" y="360386"/>
                  </a:lnTo>
                  <a:lnTo>
                    <a:pt x="8355126" y="360386"/>
                  </a:lnTo>
                  <a:lnTo>
                    <a:pt x="8355126" y="360386"/>
                  </a:lnTo>
                  <a:lnTo>
                    <a:pt x="8365108" y="360386"/>
                  </a:lnTo>
                  <a:lnTo>
                    <a:pt x="8365108" y="360386"/>
                  </a:lnTo>
                  <a:lnTo>
                    <a:pt x="8370100" y="360386"/>
                  </a:lnTo>
                  <a:lnTo>
                    <a:pt x="8370100" y="360386"/>
                  </a:lnTo>
                  <a:lnTo>
                    <a:pt x="8380082" y="360386"/>
                  </a:lnTo>
                  <a:lnTo>
                    <a:pt x="8380082" y="360386"/>
                  </a:lnTo>
                  <a:lnTo>
                    <a:pt x="8385073" y="360386"/>
                  </a:lnTo>
                  <a:lnTo>
                    <a:pt x="8385073" y="360386"/>
                  </a:lnTo>
                  <a:lnTo>
                    <a:pt x="8390064" y="360386"/>
                  </a:lnTo>
                  <a:lnTo>
                    <a:pt x="8390064" y="360386"/>
                  </a:lnTo>
                  <a:lnTo>
                    <a:pt x="8395055" y="360386"/>
                  </a:lnTo>
                  <a:lnTo>
                    <a:pt x="8395055" y="360386"/>
                  </a:lnTo>
                  <a:lnTo>
                    <a:pt x="8400046" y="360386"/>
                  </a:lnTo>
                  <a:lnTo>
                    <a:pt x="8400046" y="360386"/>
                  </a:lnTo>
                  <a:lnTo>
                    <a:pt x="8405037" y="360386"/>
                  </a:lnTo>
                  <a:lnTo>
                    <a:pt x="8405037" y="360386"/>
                  </a:lnTo>
                  <a:lnTo>
                    <a:pt x="8410029" y="360386"/>
                  </a:lnTo>
                  <a:lnTo>
                    <a:pt x="8410029" y="360386"/>
                  </a:lnTo>
                  <a:lnTo>
                    <a:pt x="8415020" y="360386"/>
                  </a:lnTo>
                  <a:lnTo>
                    <a:pt x="8415020" y="360386"/>
                  </a:lnTo>
                  <a:lnTo>
                    <a:pt x="8420011" y="360386"/>
                  </a:lnTo>
                  <a:lnTo>
                    <a:pt x="8420011" y="360386"/>
                  </a:lnTo>
                  <a:lnTo>
                    <a:pt x="8429993" y="360386"/>
                  </a:lnTo>
                  <a:lnTo>
                    <a:pt x="8429993" y="360386"/>
                  </a:lnTo>
                  <a:lnTo>
                    <a:pt x="8434984" y="360386"/>
                  </a:lnTo>
                  <a:lnTo>
                    <a:pt x="8434984" y="360386"/>
                  </a:lnTo>
                  <a:lnTo>
                    <a:pt x="8439975" y="360386"/>
                  </a:lnTo>
                  <a:lnTo>
                    <a:pt x="8439975" y="360386"/>
                  </a:lnTo>
                  <a:lnTo>
                    <a:pt x="8444966" y="360386"/>
                  </a:lnTo>
                  <a:lnTo>
                    <a:pt x="8444966" y="360386"/>
                  </a:lnTo>
                  <a:lnTo>
                    <a:pt x="8449957" y="360386"/>
                  </a:lnTo>
                  <a:lnTo>
                    <a:pt x="8449957" y="360386"/>
                  </a:lnTo>
                  <a:lnTo>
                    <a:pt x="8454949" y="360386"/>
                  </a:lnTo>
                  <a:lnTo>
                    <a:pt x="8454949" y="360386"/>
                  </a:lnTo>
                  <a:lnTo>
                    <a:pt x="8459940" y="360386"/>
                  </a:lnTo>
                  <a:lnTo>
                    <a:pt x="8459940" y="360386"/>
                  </a:lnTo>
                  <a:lnTo>
                    <a:pt x="8464931" y="360386"/>
                  </a:lnTo>
                  <a:lnTo>
                    <a:pt x="8464931" y="360386"/>
                  </a:lnTo>
                  <a:lnTo>
                    <a:pt x="8474913" y="360386"/>
                  </a:lnTo>
                  <a:lnTo>
                    <a:pt x="8474913" y="360386"/>
                  </a:lnTo>
                  <a:lnTo>
                    <a:pt x="8479904" y="360386"/>
                  </a:lnTo>
                  <a:lnTo>
                    <a:pt x="8479904" y="360386"/>
                  </a:lnTo>
                  <a:lnTo>
                    <a:pt x="8484895" y="360386"/>
                  </a:lnTo>
                  <a:lnTo>
                    <a:pt x="8484895" y="360386"/>
                  </a:lnTo>
                  <a:lnTo>
                    <a:pt x="8489886" y="360386"/>
                  </a:lnTo>
                  <a:lnTo>
                    <a:pt x="8489886" y="360386"/>
                  </a:lnTo>
                  <a:lnTo>
                    <a:pt x="8499869" y="360386"/>
                  </a:lnTo>
                  <a:lnTo>
                    <a:pt x="8499869" y="360386"/>
                  </a:lnTo>
                  <a:lnTo>
                    <a:pt x="8509851" y="360386"/>
                  </a:lnTo>
                  <a:lnTo>
                    <a:pt x="8509851" y="360386"/>
                  </a:lnTo>
                  <a:lnTo>
                    <a:pt x="8514842" y="360386"/>
                  </a:lnTo>
                  <a:lnTo>
                    <a:pt x="8514842" y="360386"/>
                  </a:lnTo>
                  <a:lnTo>
                    <a:pt x="8519833" y="360386"/>
                  </a:lnTo>
                  <a:lnTo>
                    <a:pt x="8519833" y="360386"/>
                  </a:lnTo>
                  <a:lnTo>
                    <a:pt x="8524824" y="360386"/>
                  </a:lnTo>
                  <a:lnTo>
                    <a:pt x="8524824" y="360386"/>
                  </a:lnTo>
                  <a:lnTo>
                    <a:pt x="8529815" y="360386"/>
                  </a:lnTo>
                  <a:lnTo>
                    <a:pt x="8529815" y="360386"/>
                  </a:lnTo>
                  <a:lnTo>
                    <a:pt x="8534806" y="360386"/>
                  </a:lnTo>
                  <a:lnTo>
                    <a:pt x="8534806" y="360386"/>
                  </a:lnTo>
                  <a:lnTo>
                    <a:pt x="8539798" y="360386"/>
                  </a:lnTo>
                  <a:lnTo>
                    <a:pt x="8539798" y="360386"/>
                  </a:lnTo>
                  <a:lnTo>
                    <a:pt x="8549780" y="360386"/>
                  </a:lnTo>
                  <a:lnTo>
                    <a:pt x="8549780" y="360386"/>
                  </a:lnTo>
                  <a:lnTo>
                    <a:pt x="8554771" y="360386"/>
                  </a:lnTo>
                  <a:lnTo>
                    <a:pt x="8554771" y="360386"/>
                  </a:lnTo>
                  <a:lnTo>
                    <a:pt x="8559762" y="360386"/>
                  </a:lnTo>
                  <a:lnTo>
                    <a:pt x="8559762" y="360386"/>
                  </a:lnTo>
                  <a:lnTo>
                    <a:pt x="8564753" y="360386"/>
                  </a:lnTo>
                  <a:lnTo>
                    <a:pt x="8564753" y="360386"/>
                  </a:lnTo>
                  <a:lnTo>
                    <a:pt x="8569744" y="360386"/>
                  </a:lnTo>
                  <a:lnTo>
                    <a:pt x="8569744" y="360386"/>
                  </a:lnTo>
                  <a:lnTo>
                    <a:pt x="8589709" y="360386"/>
                  </a:lnTo>
                  <a:lnTo>
                    <a:pt x="8589709" y="315893"/>
                  </a:lnTo>
                  <a:lnTo>
                    <a:pt x="8594700" y="315893"/>
                  </a:lnTo>
                  <a:lnTo>
                    <a:pt x="8594700" y="315893"/>
                  </a:lnTo>
                  <a:lnTo>
                    <a:pt x="8604682" y="315893"/>
                  </a:lnTo>
                  <a:lnTo>
                    <a:pt x="8604682" y="315893"/>
                  </a:lnTo>
                  <a:lnTo>
                    <a:pt x="8609673" y="315893"/>
                  </a:lnTo>
                  <a:lnTo>
                    <a:pt x="8609673" y="315893"/>
                  </a:lnTo>
                  <a:lnTo>
                    <a:pt x="8614664" y="315893"/>
                  </a:lnTo>
                  <a:lnTo>
                    <a:pt x="8614664" y="271509"/>
                  </a:lnTo>
                  <a:lnTo>
                    <a:pt x="8619655" y="271509"/>
                  </a:lnTo>
                  <a:lnTo>
                    <a:pt x="8619655" y="271509"/>
                  </a:lnTo>
                  <a:lnTo>
                    <a:pt x="8624646" y="271509"/>
                  </a:lnTo>
                  <a:lnTo>
                    <a:pt x="8624646" y="271509"/>
                  </a:lnTo>
                  <a:lnTo>
                    <a:pt x="8629638" y="271509"/>
                  </a:lnTo>
                  <a:lnTo>
                    <a:pt x="8629638" y="271509"/>
                  </a:lnTo>
                  <a:lnTo>
                    <a:pt x="8634629" y="271509"/>
                  </a:lnTo>
                  <a:lnTo>
                    <a:pt x="8634629" y="271509"/>
                  </a:lnTo>
                  <a:lnTo>
                    <a:pt x="8639620" y="271509"/>
                  </a:lnTo>
                  <a:lnTo>
                    <a:pt x="8639620" y="271509"/>
                  </a:lnTo>
                  <a:lnTo>
                    <a:pt x="8644611" y="271509"/>
                  </a:lnTo>
                  <a:lnTo>
                    <a:pt x="8644611" y="271509"/>
                  </a:lnTo>
                  <a:lnTo>
                    <a:pt x="8649602" y="271509"/>
                  </a:lnTo>
                  <a:lnTo>
                    <a:pt x="8649602" y="271509"/>
                  </a:lnTo>
                  <a:lnTo>
                    <a:pt x="8654593" y="271509"/>
                  </a:lnTo>
                  <a:lnTo>
                    <a:pt x="8654593" y="271509"/>
                  </a:lnTo>
                  <a:lnTo>
                    <a:pt x="8659584" y="271509"/>
                  </a:lnTo>
                  <a:lnTo>
                    <a:pt x="8659584" y="271509"/>
                  </a:lnTo>
                  <a:lnTo>
                    <a:pt x="8664575" y="271509"/>
                  </a:lnTo>
                  <a:lnTo>
                    <a:pt x="8664575" y="271509"/>
                  </a:lnTo>
                  <a:lnTo>
                    <a:pt x="8669567" y="271509"/>
                  </a:lnTo>
                  <a:lnTo>
                    <a:pt x="8669567" y="226899"/>
                  </a:lnTo>
                  <a:lnTo>
                    <a:pt x="8674558" y="226899"/>
                  </a:lnTo>
                  <a:lnTo>
                    <a:pt x="8674558" y="226899"/>
                  </a:lnTo>
                  <a:lnTo>
                    <a:pt x="8679549" y="226899"/>
                  </a:lnTo>
                  <a:lnTo>
                    <a:pt x="8679549" y="182394"/>
                  </a:lnTo>
                  <a:lnTo>
                    <a:pt x="8684540" y="182394"/>
                  </a:lnTo>
                  <a:lnTo>
                    <a:pt x="8684540" y="182394"/>
                  </a:lnTo>
                  <a:lnTo>
                    <a:pt x="8689531" y="182394"/>
                  </a:lnTo>
                  <a:lnTo>
                    <a:pt x="8689531" y="182394"/>
                  </a:lnTo>
                  <a:lnTo>
                    <a:pt x="8694522" y="182394"/>
                  </a:lnTo>
                  <a:lnTo>
                    <a:pt x="8694522" y="182394"/>
                  </a:lnTo>
                  <a:lnTo>
                    <a:pt x="8699513" y="182394"/>
                  </a:lnTo>
                  <a:lnTo>
                    <a:pt x="8699513" y="182394"/>
                  </a:lnTo>
                  <a:lnTo>
                    <a:pt x="8709495" y="182394"/>
                  </a:lnTo>
                  <a:lnTo>
                    <a:pt x="8709495" y="182394"/>
                  </a:lnTo>
                  <a:lnTo>
                    <a:pt x="8724469" y="182394"/>
                  </a:lnTo>
                  <a:lnTo>
                    <a:pt x="8724469" y="182394"/>
                  </a:lnTo>
                  <a:lnTo>
                    <a:pt x="8729460" y="182394"/>
                  </a:lnTo>
                  <a:lnTo>
                    <a:pt x="8729460" y="182394"/>
                  </a:lnTo>
                  <a:lnTo>
                    <a:pt x="8734451" y="182394"/>
                  </a:lnTo>
                  <a:lnTo>
                    <a:pt x="8734451" y="182394"/>
                  </a:lnTo>
                  <a:lnTo>
                    <a:pt x="8739442" y="182394"/>
                  </a:lnTo>
                  <a:lnTo>
                    <a:pt x="8739442" y="182394"/>
                  </a:lnTo>
                  <a:lnTo>
                    <a:pt x="8744433" y="182394"/>
                  </a:lnTo>
                  <a:lnTo>
                    <a:pt x="8744433" y="182394"/>
                  </a:lnTo>
                  <a:lnTo>
                    <a:pt x="8749424" y="182394"/>
                  </a:lnTo>
                  <a:lnTo>
                    <a:pt x="8749424" y="182394"/>
                  </a:lnTo>
                  <a:lnTo>
                    <a:pt x="8754415" y="182394"/>
                  </a:lnTo>
                  <a:lnTo>
                    <a:pt x="8754415" y="182394"/>
                  </a:lnTo>
                  <a:lnTo>
                    <a:pt x="8759407" y="182394"/>
                  </a:lnTo>
                  <a:lnTo>
                    <a:pt x="8759407" y="182394"/>
                  </a:lnTo>
                  <a:lnTo>
                    <a:pt x="8764398" y="182394"/>
                  </a:lnTo>
                  <a:lnTo>
                    <a:pt x="8764398" y="182394"/>
                  </a:lnTo>
                  <a:lnTo>
                    <a:pt x="8774380" y="182394"/>
                  </a:lnTo>
                  <a:lnTo>
                    <a:pt x="8774380" y="182394"/>
                  </a:lnTo>
                  <a:lnTo>
                    <a:pt x="8789353" y="182394"/>
                  </a:lnTo>
                  <a:lnTo>
                    <a:pt x="8789353" y="182394"/>
                  </a:lnTo>
                  <a:lnTo>
                    <a:pt x="8794344" y="182394"/>
                  </a:lnTo>
                  <a:lnTo>
                    <a:pt x="8794344" y="182394"/>
                  </a:lnTo>
                  <a:lnTo>
                    <a:pt x="8799335" y="182394"/>
                  </a:lnTo>
                  <a:lnTo>
                    <a:pt x="8799335" y="92296"/>
                  </a:lnTo>
                  <a:lnTo>
                    <a:pt x="8814309" y="92296"/>
                  </a:lnTo>
                  <a:lnTo>
                    <a:pt x="8814309" y="92296"/>
                  </a:lnTo>
                  <a:lnTo>
                    <a:pt x="8819300" y="92296"/>
                  </a:lnTo>
                  <a:lnTo>
                    <a:pt x="8819300" y="92296"/>
                  </a:lnTo>
                  <a:lnTo>
                    <a:pt x="8824291" y="92296"/>
                  </a:lnTo>
                  <a:lnTo>
                    <a:pt x="8824291" y="92296"/>
                  </a:lnTo>
                  <a:lnTo>
                    <a:pt x="8829282" y="92296"/>
                  </a:lnTo>
                  <a:lnTo>
                    <a:pt x="8829282" y="92296"/>
                  </a:lnTo>
                  <a:lnTo>
                    <a:pt x="8834273" y="92296"/>
                  </a:lnTo>
                  <a:lnTo>
                    <a:pt x="8834273" y="92296"/>
                  </a:lnTo>
                  <a:lnTo>
                    <a:pt x="8844256" y="92296"/>
                  </a:lnTo>
                  <a:lnTo>
                    <a:pt x="8844256" y="92296"/>
                  </a:lnTo>
                  <a:lnTo>
                    <a:pt x="8849247" y="92296"/>
                  </a:lnTo>
                  <a:lnTo>
                    <a:pt x="8849247" y="92296"/>
                  </a:lnTo>
                  <a:lnTo>
                    <a:pt x="8854238" y="92296"/>
                  </a:lnTo>
                  <a:lnTo>
                    <a:pt x="8854238" y="92296"/>
                  </a:lnTo>
                  <a:lnTo>
                    <a:pt x="8859229" y="92296"/>
                  </a:lnTo>
                  <a:lnTo>
                    <a:pt x="8859229" y="92296"/>
                  </a:lnTo>
                  <a:lnTo>
                    <a:pt x="8864220" y="92296"/>
                  </a:lnTo>
                  <a:lnTo>
                    <a:pt x="8864220" y="92296"/>
                  </a:lnTo>
                  <a:lnTo>
                    <a:pt x="8869211" y="92296"/>
                  </a:lnTo>
                  <a:lnTo>
                    <a:pt x="8869211" y="92296"/>
                  </a:lnTo>
                  <a:lnTo>
                    <a:pt x="8874202" y="92296"/>
                  </a:lnTo>
                  <a:lnTo>
                    <a:pt x="8874202" y="92296"/>
                  </a:lnTo>
                  <a:lnTo>
                    <a:pt x="8889176" y="92296"/>
                  </a:lnTo>
                  <a:lnTo>
                    <a:pt x="8889176" y="92296"/>
                  </a:lnTo>
                  <a:lnTo>
                    <a:pt x="8894167" y="92296"/>
                  </a:lnTo>
                  <a:lnTo>
                    <a:pt x="8894167" y="92296"/>
                  </a:lnTo>
                  <a:lnTo>
                    <a:pt x="8899158" y="92296"/>
                  </a:lnTo>
                  <a:lnTo>
                    <a:pt x="8899158" y="92296"/>
                  </a:lnTo>
                  <a:lnTo>
                    <a:pt x="8904149" y="92296"/>
                  </a:lnTo>
                  <a:lnTo>
                    <a:pt x="8904149" y="92296"/>
                  </a:lnTo>
                  <a:lnTo>
                    <a:pt x="8909140" y="92296"/>
                  </a:lnTo>
                  <a:lnTo>
                    <a:pt x="8909140" y="92296"/>
                  </a:lnTo>
                  <a:lnTo>
                    <a:pt x="8914131" y="92296"/>
                  </a:lnTo>
                  <a:lnTo>
                    <a:pt x="8914131" y="92296"/>
                  </a:lnTo>
                  <a:lnTo>
                    <a:pt x="8924113" y="92296"/>
                  </a:lnTo>
                  <a:lnTo>
                    <a:pt x="8924113" y="92296"/>
                  </a:lnTo>
                  <a:lnTo>
                    <a:pt x="8929104" y="92296"/>
                  </a:lnTo>
                  <a:lnTo>
                    <a:pt x="8929104" y="92296"/>
                  </a:lnTo>
                  <a:lnTo>
                    <a:pt x="8934096" y="92296"/>
                  </a:lnTo>
                  <a:lnTo>
                    <a:pt x="8934096" y="92296"/>
                  </a:lnTo>
                  <a:lnTo>
                    <a:pt x="8939087" y="92296"/>
                  </a:lnTo>
                  <a:lnTo>
                    <a:pt x="8939087" y="92296"/>
                  </a:lnTo>
                  <a:lnTo>
                    <a:pt x="8944078" y="92296"/>
                  </a:lnTo>
                  <a:lnTo>
                    <a:pt x="8944078" y="46289"/>
                  </a:lnTo>
                  <a:lnTo>
                    <a:pt x="8949069" y="46289"/>
                  </a:lnTo>
                  <a:lnTo>
                    <a:pt x="8949069" y="46289"/>
                  </a:lnTo>
                  <a:lnTo>
                    <a:pt x="8954060" y="46289"/>
                  </a:lnTo>
                  <a:lnTo>
                    <a:pt x="8954060" y="46289"/>
                  </a:lnTo>
                  <a:lnTo>
                    <a:pt x="8959051" y="46289"/>
                  </a:lnTo>
                  <a:lnTo>
                    <a:pt x="8959051" y="46289"/>
                  </a:lnTo>
                  <a:lnTo>
                    <a:pt x="8964042" y="46289"/>
                  </a:lnTo>
                  <a:lnTo>
                    <a:pt x="8964042" y="46289"/>
                  </a:lnTo>
                  <a:lnTo>
                    <a:pt x="8974025" y="46289"/>
                  </a:lnTo>
                  <a:lnTo>
                    <a:pt x="8974025" y="46289"/>
                  </a:lnTo>
                  <a:lnTo>
                    <a:pt x="8979016" y="46289"/>
                  </a:lnTo>
                  <a:lnTo>
                    <a:pt x="8979016" y="46289"/>
                  </a:lnTo>
                  <a:lnTo>
                    <a:pt x="8993989" y="46289"/>
                  </a:lnTo>
                  <a:lnTo>
                    <a:pt x="8993989" y="0"/>
                  </a:lnTo>
                  <a:lnTo>
                    <a:pt x="8998980" y="0"/>
                  </a:lnTo>
                  <a:lnTo>
                    <a:pt x="8998980" y="0"/>
                  </a:lnTo>
                  <a:lnTo>
                    <a:pt x="9003971" y="0"/>
                  </a:lnTo>
                  <a:lnTo>
                    <a:pt x="9003971" y="0"/>
                  </a:lnTo>
                  <a:lnTo>
                    <a:pt x="9013953" y="0"/>
                  </a:lnTo>
                  <a:lnTo>
                    <a:pt x="9013953" y="0"/>
                  </a:lnTo>
                  <a:lnTo>
                    <a:pt x="9018945" y="0"/>
                  </a:lnTo>
                  <a:lnTo>
                    <a:pt x="9018945" y="0"/>
                  </a:lnTo>
                  <a:lnTo>
                    <a:pt x="9023936" y="0"/>
                  </a:lnTo>
                  <a:lnTo>
                    <a:pt x="9023936" y="0"/>
                  </a:lnTo>
                  <a:lnTo>
                    <a:pt x="9033918" y="0"/>
                  </a:lnTo>
                  <a:lnTo>
                    <a:pt x="9033918" y="0"/>
                  </a:lnTo>
                  <a:lnTo>
                    <a:pt x="9038909" y="0"/>
                  </a:lnTo>
                  <a:lnTo>
                    <a:pt x="9038909" y="0"/>
                  </a:lnTo>
                  <a:lnTo>
                    <a:pt x="9043900" y="0"/>
                  </a:lnTo>
                  <a:lnTo>
                    <a:pt x="9043900" y="0"/>
                  </a:lnTo>
                  <a:lnTo>
                    <a:pt x="9048891" y="0"/>
                  </a:lnTo>
                  <a:lnTo>
                    <a:pt x="9048891" y="0"/>
                  </a:lnTo>
                  <a:lnTo>
                    <a:pt x="9058873" y="0"/>
                  </a:lnTo>
                  <a:lnTo>
                    <a:pt x="9058873" y="0"/>
                  </a:lnTo>
                  <a:lnTo>
                    <a:pt x="9068856" y="0"/>
                  </a:lnTo>
                  <a:lnTo>
                    <a:pt x="906885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66379" y="2138638"/>
              <a:ext cx="9068856" cy="3356623"/>
            </a:xfrm>
            <a:custGeom>
              <a:avLst/>
              <a:pathLst>
                <a:path w="9068856" h="3356623">
                  <a:moveTo>
                    <a:pt x="9068856" y="0"/>
                  </a:moveTo>
                  <a:lnTo>
                    <a:pt x="9068856" y="0"/>
                  </a:lnTo>
                  <a:lnTo>
                    <a:pt x="9058873" y="0"/>
                  </a:lnTo>
                  <a:lnTo>
                    <a:pt x="9058873" y="0"/>
                  </a:lnTo>
                  <a:lnTo>
                    <a:pt x="9048891" y="0"/>
                  </a:lnTo>
                  <a:lnTo>
                    <a:pt x="9048891" y="0"/>
                  </a:lnTo>
                  <a:lnTo>
                    <a:pt x="9043900" y="0"/>
                  </a:lnTo>
                  <a:lnTo>
                    <a:pt x="9043900" y="0"/>
                  </a:lnTo>
                  <a:lnTo>
                    <a:pt x="9038909" y="0"/>
                  </a:lnTo>
                  <a:lnTo>
                    <a:pt x="9038909" y="0"/>
                  </a:lnTo>
                  <a:lnTo>
                    <a:pt x="9033918" y="0"/>
                  </a:lnTo>
                  <a:lnTo>
                    <a:pt x="9033918" y="0"/>
                  </a:lnTo>
                  <a:lnTo>
                    <a:pt x="9023936" y="0"/>
                  </a:lnTo>
                  <a:lnTo>
                    <a:pt x="9023936" y="0"/>
                  </a:lnTo>
                  <a:lnTo>
                    <a:pt x="9018945" y="0"/>
                  </a:lnTo>
                  <a:lnTo>
                    <a:pt x="9018945" y="0"/>
                  </a:lnTo>
                  <a:lnTo>
                    <a:pt x="9013953" y="0"/>
                  </a:lnTo>
                  <a:lnTo>
                    <a:pt x="9013953" y="0"/>
                  </a:lnTo>
                  <a:lnTo>
                    <a:pt x="9003971" y="0"/>
                  </a:lnTo>
                  <a:lnTo>
                    <a:pt x="9003971" y="0"/>
                  </a:lnTo>
                  <a:lnTo>
                    <a:pt x="8998980" y="0"/>
                  </a:lnTo>
                  <a:lnTo>
                    <a:pt x="8998980" y="0"/>
                  </a:lnTo>
                  <a:lnTo>
                    <a:pt x="8993989" y="0"/>
                  </a:lnTo>
                  <a:lnTo>
                    <a:pt x="8993989" y="35851"/>
                  </a:lnTo>
                  <a:lnTo>
                    <a:pt x="8979016" y="35851"/>
                  </a:lnTo>
                  <a:lnTo>
                    <a:pt x="8979016" y="35851"/>
                  </a:lnTo>
                  <a:lnTo>
                    <a:pt x="8974025" y="35851"/>
                  </a:lnTo>
                  <a:lnTo>
                    <a:pt x="8974025" y="35851"/>
                  </a:lnTo>
                  <a:lnTo>
                    <a:pt x="8964042" y="35851"/>
                  </a:lnTo>
                  <a:lnTo>
                    <a:pt x="8964042" y="35851"/>
                  </a:lnTo>
                  <a:lnTo>
                    <a:pt x="8959051" y="35851"/>
                  </a:lnTo>
                  <a:lnTo>
                    <a:pt x="8959051" y="35851"/>
                  </a:lnTo>
                  <a:lnTo>
                    <a:pt x="8954060" y="35851"/>
                  </a:lnTo>
                  <a:lnTo>
                    <a:pt x="8954060" y="35851"/>
                  </a:lnTo>
                  <a:lnTo>
                    <a:pt x="8949069" y="35851"/>
                  </a:lnTo>
                  <a:lnTo>
                    <a:pt x="8949069" y="35851"/>
                  </a:lnTo>
                  <a:lnTo>
                    <a:pt x="8944078" y="35851"/>
                  </a:lnTo>
                  <a:lnTo>
                    <a:pt x="8944078" y="71392"/>
                  </a:lnTo>
                  <a:lnTo>
                    <a:pt x="8939087" y="71392"/>
                  </a:lnTo>
                  <a:lnTo>
                    <a:pt x="8939087" y="71392"/>
                  </a:lnTo>
                  <a:lnTo>
                    <a:pt x="8934096" y="71392"/>
                  </a:lnTo>
                  <a:lnTo>
                    <a:pt x="8934096" y="71392"/>
                  </a:lnTo>
                  <a:lnTo>
                    <a:pt x="8929104" y="71392"/>
                  </a:lnTo>
                  <a:lnTo>
                    <a:pt x="8929104" y="71392"/>
                  </a:lnTo>
                  <a:lnTo>
                    <a:pt x="8924113" y="71392"/>
                  </a:lnTo>
                  <a:lnTo>
                    <a:pt x="8924113" y="71392"/>
                  </a:lnTo>
                  <a:lnTo>
                    <a:pt x="8914131" y="71392"/>
                  </a:lnTo>
                  <a:lnTo>
                    <a:pt x="8914131" y="71392"/>
                  </a:lnTo>
                  <a:lnTo>
                    <a:pt x="8909140" y="71392"/>
                  </a:lnTo>
                  <a:lnTo>
                    <a:pt x="8909140" y="71392"/>
                  </a:lnTo>
                  <a:lnTo>
                    <a:pt x="8904149" y="71392"/>
                  </a:lnTo>
                  <a:lnTo>
                    <a:pt x="8904149" y="71392"/>
                  </a:lnTo>
                  <a:lnTo>
                    <a:pt x="8899158" y="71392"/>
                  </a:lnTo>
                  <a:lnTo>
                    <a:pt x="8899158" y="71392"/>
                  </a:lnTo>
                  <a:lnTo>
                    <a:pt x="8894167" y="71392"/>
                  </a:lnTo>
                  <a:lnTo>
                    <a:pt x="8894167" y="71392"/>
                  </a:lnTo>
                  <a:lnTo>
                    <a:pt x="8889176" y="71392"/>
                  </a:lnTo>
                  <a:lnTo>
                    <a:pt x="8889176" y="71392"/>
                  </a:lnTo>
                  <a:lnTo>
                    <a:pt x="8874202" y="71392"/>
                  </a:lnTo>
                  <a:lnTo>
                    <a:pt x="8874202" y="71392"/>
                  </a:lnTo>
                  <a:lnTo>
                    <a:pt x="8869211" y="71392"/>
                  </a:lnTo>
                  <a:lnTo>
                    <a:pt x="8869211" y="71392"/>
                  </a:lnTo>
                  <a:lnTo>
                    <a:pt x="8864220" y="71392"/>
                  </a:lnTo>
                  <a:lnTo>
                    <a:pt x="8864220" y="71392"/>
                  </a:lnTo>
                  <a:lnTo>
                    <a:pt x="8859229" y="71392"/>
                  </a:lnTo>
                  <a:lnTo>
                    <a:pt x="8859229" y="71392"/>
                  </a:lnTo>
                  <a:lnTo>
                    <a:pt x="8854238" y="71392"/>
                  </a:lnTo>
                  <a:lnTo>
                    <a:pt x="8854238" y="71392"/>
                  </a:lnTo>
                  <a:lnTo>
                    <a:pt x="8849247" y="71392"/>
                  </a:lnTo>
                  <a:lnTo>
                    <a:pt x="8849247" y="71392"/>
                  </a:lnTo>
                  <a:lnTo>
                    <a:pt x="8844256" y="71392"/>
                  </a:lnTo>
                  <a:lnTo>
                    <a:pt x="8844256" y="71392"/>
                  </a:lnTo>
                  <a:lnTo>
                    <a:pt x="8834273" y="71392"/>
                  </a:lnTo>
                  <a:lnTo>
                    <a:pt x="8834273" y="71392"/>
                  </a:lnTo>
                  <a:lnTo>
                    <a:pt x="8829282" y="71392"/>
                  </a:lnTo>
                  <a:lnTo>
                    <a:pt x="8829282" y="71392"/>
                  </a:lnTo>
                  <a:lnTo>
                    <a:pt x="8824291" y="71392"/>
                  </a:lnTo>
                  <a:lnTo>
                    <a:pt x="8824291" y="71392"/>
                  </a:lnTo>
                  <a:lnTo>
                    <a:pt x="8819300" y="71392"/>
                  </a:lnTo>
                  <a:lnTo>
                    <a:pt x="8819300" y="71392"/>
                  </a:lnTo>
                  <a:lnTo>
                    <a:pt x="8814309" y="71392"/>
                  </a:lnTo>
                  <a:lnTo>
                    <a:pt x="8814309" y="71392"/>
                  </a:lnTo>
                  <a:lnTo>
                    <a:pt x="8799335" y="71392"/>
                  </a:lnTo>
                  <a:lnTo>
                    <a:pt x="8799335" y="140955"/>
                  </a:lnTo>
                  <a:lnTo>
                    <a:pt x="8794344" y="140955"/>
                  </a:lnTo>
                  <a:lnTo>
                    <a:pt x="8794344" y="140955"/>
                  </a:lnTo>
                  <a:lnTo>
                    <a:pt x="8789353" y="140955"/>
                  </a:lnTo>
                  <a:lnTo>
                    <a:pt x="8789353" y="140955"/>
                  </a:lnTo>
                  <a:lnTo>
                    <a:pt x="8774380" y="140955"/>
                  </a:lnTo>
                  <a:lnTo>
                    <a:pt x="8774380" y="140955"/>
                  </a:lnTo>
                  <a:lnTo>
                    <a:pt x="8764398" y="140955"/>
                  </a:lnTo>
                  <a:lnTo>
                    <a:pt x="8764398" y="140955"/>
                  </a:lnTo>
                  <a:lnTo>
                    <a:pt x="8759407" y="140955"/>
                  </a:lnTo>
                  <a:lnTo>
                    <a:pt x="8759407" y="140955"/>
                  </a:lnTo>
                  <a:lnTo>
                    <a:pt x="8754415" y="140955"/>
                  </a:lnTo>
                  <a:lnTo>
                    <a:pt x="8754415" y="140955"/>
                  </a:lnTo>
                  <a:lnTo>
                    <a:pt x="8749424" y="140955"/>
                  </a:lnTo>
                  <a:lnTo>
                    <a:pt x="8749424" y="140955"/>
                  </a:lnTo>
                  <a:lnTo>
                    <a:pt x="8744433" y="140955"/>
                  </a:lnTo>
                  <a:lnTo>
                    <a:pt x="8744433" y="140955"/>
                  </a:lnTo>
                  <a:lnTo>
                    <a:pt x="8739442" y="140955"/>
                  </a:lnTo>
                  <a:lnTo>
                    <a:pt x="8739442" y="140955"/>
                  </a:lnTo>
                  <a:lnTo>
                    <a:pt x="8734451" y="140955"/>
                  </a:lnTo>
                  <a:lnTo>
                    <a:pt x="8734451" y="140955"/>
                  </a:lnTo>
                  <a:lnTo>
                    <a:pt x="8729460" y="140955"/>
                  </a:lnTo>
                  <a:lnTo>
                    <a:pt x="8729460" y="140955"/>
                  </a:lnTo>
                  <a:lnTo>
                    <a:pt x="8724469" y="140955"/>
                  </a:lnTo>
                  <a:lnTo>
                    <a:pt x="8724469" y="140955"/>
                  </a:lnTo>
                  <a:lnTo>
                    <a:pt x="8709495" y="140955"/>
                  </a:lnTo>
                  <a:lnTo>
                    <a:pt x="8709495" y="140955"/>
                  </a:lnTo>
                  <a:lnTo>
                    <a:pt x="8699513" y="140955"/>
                  </a:lnTo>
                  <a:lnTo>
                    <a:pt x="8699513" y="140955"/>
                  </a:lnTo>
                  <a:lnTo>
                    <a:pt x="8694522" y="140955"/>
                  </a:lnTo>
                  <a:lnTo>
                    <a:pt x="8694522" y="140955"/>
                  </a:lnTo>
                  <a:lnTo>
                    <a:pt x="8689531" y="140955"/>
                  </a:lnTo>
                  <a:lnTo>
                    <a:pt x="8689531" y="140955"/>
                  </a:lnTo>
                  <a:lnTo>
                    <a:pt x="8684540" y="140955"/>
                  </a:lnTo>
                  <a:lnTo>
                    <a:pt x="8684540" y="140955"/>
                  </a:lnTo>
                  <a:lnTo>
                    <a:pt x="8679549" y="140955"/>
                  </a:lnTo>
                  <a:lnTo>
                    <a:pt x="8679549" y="175214"/>
                  </a:lnTo>
                  <a:lnTo>
                    <a:pt x="8674558" y="175214"/>
                  </a:lnTo>
                  <a:lnTo>
                    <a:pt x="8674558" y="175214"/>
                  </a:lnTo>
                  <a:lnTo>
                    <a:pt x="8669567" y="175214"/>
                  </a:lnTo>
                  <a:lnTo>
                    <a:pt x="8669567" y="209384"/>
                  </a:lnTo>
                  <a:lnTo>
                    <a:pt x="8664575" y="209384"/>
                  </a:lnTo>
                  <a:lnTo>
                    <a:pt x="8664575" y="209384"/>
                  </a:lnTo>
                  <a:lnTo>
                    <a:pt x="8659584" y="209384"/>
                  </a:lnTo>
                  <a:lnTo>
                    <a:pt x="8659584" y="209384"/>
                  </a:lnTo>
                  <a:lnTo>
                    <a:pt x="8654593" y="209384"/>
                  </a:lnTo>
                  <a:lnTo>
                    <a:pt x="8654593" y="209384"/>
                  </a:lnTo>
                  <a:lnTo>
                    <a:pt x="8649602" y="209384"/>
                  </a:lnTo>
                  <a:lnTo>
                    <a:pt x="8649602" y="209384"/>
                  </a:lnTo>
                  <a:lnTo>
                    <a:pt x="8644611" y="209384"/>
                  </a:lnTo>
                  <a:lnTo>
                    <a:pt x="8644611" y="209384"/>
                  </a:lnTo>
                  <a:lnTo>
                    <a:pt x="8639620" y="209384"/>
                  </a:lnTo>
                  <a:lnTo>
                    <a:pt x="8639620" y="209384"/>
                  </a:lnTo>
                  <a:lnTo>
                    <a:pt x="8634629" y="209384"/>
                  </a:lnTo>
                  <a:lnTo>
                    <a:pt x="8634629" y="209384"/>
                  </a:lnTo>
                  <a:lnTo>
                    <a:pt x="8629638" y="209384"/>
                  </a:lnTo>
                  <a:lnTo>
                    <a:pt x="8629638" y="209384"/>
                  </a:lnTo>
                  <a:lnTo>
                    <a:pt x="8624646" y="209384"/>
                  </a:lnTo>
                  <a:lnTo>
                    <a:pt x="8624646" y="209384"/>
                  </a:lnTo>
                  <a:lnTo>
                    <a:pt x="8619655" y="209384"/>
                  </a:lnTo>
                  <a:lnTo>
                    <a:pt x="8619655" y="209384"/>
                  </a:lnTo>
                  <a:lnTo>
                    <a:pt x="8614664" y="209384"/>
                  </a:lnTo>
                  <a:lnTo>
                    <a:pt x="8614664" y="243281"/>
                  </a:lnTo>
                  <a:lnTo>
                    <a:pt x="8609673" y="243281"/>
                  </a:lnTo>
                  <a:lnTo>
                    <a:pt x="8609673" y="243281"/>
                  </a:lnTo>
                  <a:lnTo>
                    <a:pt x="8604682" y="243281"/>
                  </a:lnTo>
                  <a:lnTo>
                    <a:pt x="8604682" y="243281"/>
                  </a:lnTo>
                  <a:lnTo>
                    <a:pt x="8594700" y="243281"/>
                  </a:lnTo>
                  <a:lnTo>
                    <a:pt x="8594700" y="243281"/>
                  </a:lnTo>
                  <a:lnTo>
                    <a:pt x="8589709" y="243281"/>
                  </a:lnTo>
                  <a:lnTo>
                    <a:pt x="8589709" y="277087"/>
                  </a:lnTo>
                  <a:lnTo>
                    <a:pt x="8569744" y="277087"/>
                  </a:lnTo>
                  <a:lnTo>
                    <a:pt x="8569744" y="277087"/>
                  </a:lnTo>
                  <a:lnTo>
                    <a:pt x="8564753" y="277087"/>
                  </a:lnTo>
                  <a:lnTo>
                    <a:pt x="8564753" y="277087"/>
                  </a:lnTo>
                  <a:lnTo>
                    <a:pt x="8559762" y="277087"/>
                  </a:lnTo>
                  <a:lnTo>
                    <a:pt x="8559762" y="277087"/>
                  </a:lnTo>
                  <a:lnTo>
                    <a:pt x="8554771" y="277087"/>
                  </a:lnTo>
                  <a:lnTo>
                    <a:pt x="8554771" y="277087"/>
                  </a:lnTo>
                  <a:lnTo>
                    <a:pt x="8549780" y="277087"/>
                  </a:lnTo>
                  <a:lnTo>
                    <a:pt x="8549780" y="277087"/>
                  </a:lnTo>
                  <a:lnTo>
                    <a:pt x="8539798" y="277087"/>
                  </a:lnTo>
                  <a:lnTo>
                    <a:pt x="8539798" y="277087"/>
                  </a:lnTo>
                  <a:lnTo>
                    <a:pt x="8534806" y="277087"/>
                  </a:lnTo>
                  <a:lnTo>
                    <a:pt x="8534806" y="277087"/>
                  </a:lnTo>
                  <a:lnTo>
                    <a:pt x="8529815" y="277087"/>
                  </a:lnTo>
                  <a:lnTo>
                    <a:pt x="8529815" y="277087"/>
                  </a:lnTo>
                  <a:lnTo>
                    <a:pt x="8524824" y="277087"/>
                  </a:lnTo>
                  <a:lnTo>
                    <a:pt x="8524824" y="277087"/>
                  </a:lnTo>
                  <a:lnTo>
                    <a:pt x="8519833" y="277087"/>
                  </a:lnTo>
                  <a:lnTo>
                    <a:pt x="8519833" y="277087"/>
                  </a:lnTo>
                  <a:lnTo>
                    <a:pt x="8514842" y="277087"/>
                  </a:lnTo>
                  <a:lnTo>
                    <a:pt x="8514842" y="277087"/>
                  </a:lnTo>
                  <a:lnTo>
                    <a:pt x="8509851" y="277087"/>
                  </a:lnTo>
                  <a:lnTo>
                    <a:pt x="8509851" y="277087"/>
                  </a:lnTo>
                  <a:lnTo>
                    <a:pt x="8499869" y="277087"/>
                  </a:lnTo>
                  <a:lnTo>
                    <a:pt x="8499869" y="277087"/>
                  </a:lnTo>
                  <a:lnTo>
                    <a:pt x="8489886" y="277087"/>
                  </a:lnTo>
                  <a:lnTo>
                    <a:pt x="8489886" y="277087"/>
                  </a:lnTo>
                  <a:lnTo>
                    <a:pt x="8484895" y="277087"/>
                  </a:lnTo>
                  <a:lnTo>
                    <a:pt x="8484895" y="277087"/>
                  </a:lnTo>
                  <a:lnTo>
                    <a:pt x="8479904" y="277087"/>
                  </a:lnTo>
                  <a:lnTo>
                    <a:pt x="8479904" y="277087"/>
                  </a:lnTo>
                  <a:lnTo>
                    <a:pt x="8474913" y="277087"/>
                  </a:lnTo>
                  <a:lnTo>
                    <a:pt x="8474913" y="277087"/>
                  </a:lnTo>
                  <a:lnTo>
                    <a:pt x="8464931" y="277087"/>
                  </a:lnTo>
                  <a:lnTo>
                    <a:pt x="8464931" y="277087"/>
                  </a:lnTo>
                  <a:lnTo>
                    <a:pt x="8459940" y="277087"/>
                  </a:lnTo>
                  <a:lnTo>
                    <a:pt x="8459940" y="277087"/>
                  </a:lnTo>
                  <a:lnTo>
                    <a:pt x="8454949" y="277087"/>
                  </a:lnTo>
                  <a:lnTo>
                    <a:pt x="8454949" y="277087"/>
                  </a:lnTo>
                  <a:lnTo>
                    <a:pt x="8449957" y="277087"/>
                  </a:lnTo>
                  <a:lnTo>
                    <a:pt x="8449957" y="277087"/>
                  </a:lnTo>
                  <a:lnTo>
                    <a:pt x="8444966" y="277087"/>
                  </a:lnTo>
                  <a:lnTo>
                    <a:pt x="8444966" y="277087"/>
                  </a:lnTo>
                  <a:lnTo>
                    <a:pt x="8439975" y="277087"/>
                  </a:lnTo>
                  <a:lnTo>
                    <a:pt x="8439975" y="277087"/>
                  </a:lnTo>
                  <a:lnTo>
                    <a:pt x="8434984" y="277087"/>
                  </a:lnTo>
                  <a:lnTo>
                    <a:pt x="8434984" y="277087"/>
                  </a:lnTo>
                  <a:lnTo>
                    <a:pt x="8429993" y="277087"/>
                  </a:lnTo>
                  <a:lnTo>
                    <a:pt x="8429993" y="277087"/>
                  </a:lnTo>
                  <a:lnTo>
                    <a:pt x="8420011" y="277087"/>
                  </a:lnTo>
                  <a:lnTo>
                    <a:pt x="8420011" y="277087"/>
                  </a:lnTo>
                  <a:lnTo>
                    <a:pt x="8415020" y="277087"/>
                  </a:lnTo>
                  <a:lnTo>
                    <a:pt x="8415020" y="277087"/>
                  </a:lnTo>
                  <a:lnTo>
                    <a:pt x="8410029" y="277087"/>
                  </a:lnTo>
                  <a:lnTo>
                    <a:pt x="8410029" y="277087"/>
                  </a:lnTo>
                  <a:lnTo>
                    <a:pt x="8405037" y="277087"/>
                  </a:lnTo>
                  <a:lnTo>
                    <a:pt x="8405037" y="277087"/>
                  </a:lnTo>
                  <a:lnTo>
                    <a:pt x="8400046" y="277087"/>
                  </a:lnTo>
                  <a:lnTo>
                    <a:pt x="8400046" y="277087"/>
                  </a:lnTo>
                  <a:lnTo>
                    <a:pt x="8395055" y="277087"/>
                  </a:lnTo>
                  <a:lnTo>
                    <a:pt x="8395055" y="277087"/>
                  </a:lnTo>
                  <a:lnTo>
                    <a:pt x="8390064" y="277087"/>
                  </a:lnTo>
                  <a:lnTo>
                    <a:pt x="8390064" y="277087"/>
                  </a:lnTo>
                  <a:lnTo>
                    <a:pt x="8385073" y="277087"/>
                  </a:lnTo>
                  <a:lnTo>
                    <a:pt x="8385073" y="277087"/>
                  </a:lnTo>
                  <a:lnTo>
                    <a:pt x="8380082" y="277087"/>
                  </a:lnTo>
                  <a:lnTo>
                    <a:pt x="8380082" y="277087"/>
                  </a:lnTo>
                  <a:lnTo>
                    <a:pt x="8370100" y="277087"/>
                  </a:lnTo>
                  <a:lnTo>
                    <a:pt x="8370100" y="277087"/>
                  </a:lnTo>
                  <a:lnTo>
                    <a:pt x="8365108" y="277087"/>
                  </a:lnTo>
                  <a:lnTo>
                    <a:pt x="8365108" y="277087"/>
                  </a:lnTo>
                  <a:lnTo>
                    <a:pt x="8355126" y="277087"/>
                  </a:lnTo>
                  <a:lnTo>
                    <a:pt x="8355126" y="277087"/>
                  </a:lnTo>
                  <a:lnTo>
                    <a:pt x="8350135" y="277087"/>
                  </a:lnTo>
                  <a:lnTo>
                    <a:pt x="8350135" y="277087"/>
                  </a:lnTo>
                  <a:lnTo>
                    <a:pt x="8345144" y="277087"/>
                  </a:lnTo>
                  <a:lnTo>
                    <a:pt x="8345144" y="277087"/>
                  </a:lnTo>
                  <a:lnTo>
                    <a:pt x="8340153" y="277087"/>
                  </a:lnTo>
                  <a:lnTo>
                    <a:pt x="8340153" y="277087"/>
                  </a:lnTo>
                  <a:lnTo>
                    <a:pt x="8335162" y="277087"/>
                  </a:lnTo>
                  <a:lnTo>
                    <a:pt x="8335162" y="277087"/>
                  </a:lnTo>
                  <a:lnTo>
                    <a:pt x="8330171" y="277087"/>
                  </a:lnTo>
                  <a:lnTo>
                    <a:pt x="8330171" y="277087"/>
                  </a:lnTo>
                  <a:lnTo>
                    <a:pt x="8325180" y="277087"/>
                  </a:lnTo>
                  <a:lnTo>
                    <a:pt x="8325180" y="277087"/>
                  </a:lnTo>
                  <a:lnTo>
                    <a:pt x="8320188" y="277087"/>
                  </a:lnTo>
                  <a:lnTo>
                    <a:pt x="8320188" y="277087"/>
                  </a:lnTo>
                  <a:lnTo>
                    <a:pt x="8315197" y="277087"/>
                  </a:lnTo>
                  <a:lnTo>
                    <a:pt x="8315197" y="277087"/>
                  </a:lnTo>
                  <a:lnTo>
                    <a:pt x="8310206" y="277087"/>
                  </a:lnTo>
                  <a:lnTo>
                    <a:pt x="8310206" y="277087"/>
                  </a:lnTo>
                  <a:lnTo>
                    <a:pt x="8300224" y="277087"/>
                  </a:lnTo>
                  <a:lnTo>
                    <a:pt x="8300224" y="277087"/>
                  </a:lnTo>
                  <a:lnTo>
                    <a:pt x="8295233" y="277087"/>
                  </a:lnTo>
                  <a:lnTo>
                    <a:pt x="8295233" y="277087"/>
                  </a:lnTo>
                  <a:lnTo>
                    <a:pt x="8290242" y="277087"/>
                  </a:lnTo>
                  <a:lnTo>
                    <a:pt x="8290242" y="277087"/>
                  </a:lnTo>
                  <a:lnTo>
                    <a:pt x="8285251" y="277087"/>
                  </a:lnTo>
                  <a:lnTo>
                    <a:pt x="8285251" y="277087"/>
                  </a:lnTo>
                  <a:lnTo>
                    <a:pt x="8280260" y="277087"/>
                  </a:lnTo>
                  <a:lnTo>
                    <a:pt x="8280260" y="277087"/>
                  </a:lnTo>
                  <a:lnTo>
                    <a:pt x="8275268" y="277087"/>
                  </a:lnTo>
                  <a:lnTo>
                    <a:pt x="8275268" y="277087"/>
                  </a:lnTo>
                  <a:lnTo>
                    <a:pt x="8265286" y="277087"/>
                  </a:lnTo>
                  <a:lnTo>
                    <a:pt x="8265286" y="277087"/>
                  </a:lnTo>
                  <a:lnTo>
                    <a:pt x="8260295" y="277087"/>
                  </a:lnTo>
                  <a:lnTo>
                    <a:pt x="8260295" y="277087"/>
                  </a:lnTo>
                  <a:lnTo>
                    <a:pt x="8255304" y="277087"/>
                  </a:lnTo>
                  <a:lnTo>
                    <a:pt x="8255304" y="277087"/>
                  </a:lnTo>
                  <a:lnTo>
                    <a:pt x="8250313" y="277087"/>
                  </a:lnTo>
                  <a:lnTo>
                    <a:pt x="8250313" y="277087"/>
                  </a:lnTo>
                  <a:lnTo>
                    <a:pt x="8245322" y="277087"/>
                  </a:lnTo>
                  <a:lnTo>
                    <a:pt x="8245322" y="277087"/>
                  </a:lnTo>
                  <a:lnTo>
                    <a:pt x="8240331" y="277087"/>
                  </a:lnTo>
                  <a:lnTo>
                    <a:pt x="8240331" y="277087"/>
                  </a:lnTo>
                  <a:lnTo>
                    <a:pt x="8235339" y="277087"/>
                  </a:lnTo>
                  <a:lnTo>
                    <a:pt x="8235339" y="277087"/>
                  </a:lnTo>
                  <a:lnTo>
                    <a:pt x="8225357" y="277087"/>
                  </a:lnTo>
                  <a:lnTo>
                    <a:pt x="8225357" y="277087"/>
                  </a:lnTo>
                  <a:lnTo>
                    <a:pt x="8220366" y="277087"/>
                  </a:lnTo>
                  <a:lnTo>
                    <a:pt x="8220366" y="277087"/>
                  </a:lnTo>
                  <a:lnTo>
                    <a:pt x="8215375" y="277087"/>
                  </a:lnTo>
                  <a:lnTo>
                    <a:pt x="8215375" y="277087"/>
                  </a:lnTo>
                  <a:lnTo>
                    <a:pt x="8210384" y="277087"/>
                  </a:lnTo>
                  <a:lnTo>
                    <a:pt x="8210384" y="277087"/>
                  </a:lnTo>
                  <a:lnTo>
                    <a:pt x="8205393" y="277087"/>
                  </a:lnTo>
                  <a:lnTo>
                    <a:pt x="8205393" y="277087"/>
                  </a:lnTo>
                  <a:lnTo>
                    <a:pt x="8200402" y="277087"/>
                  </a:lnTo>
                  <a:lnTo>
                    <a:pt x="8200402" y="277087"/>
                  </a:lnTo>
                  <a:lnTo>
                    <a:pt x="8195411" y="277087"/>
                  </a:lnTo>
                  <a:lnTo>
                    <a:pt x="8195411" y="277087"/>
                  </a:lnTo>
                  <a:lnTo>
                    <a:pt x="8190419" y="277087"/>
                  </a:lnTo>
                  <a:lnTo>
                    <a:pt x="8190419" y="277087"/>
                  </a:lnTo>
                  <a:lnTo>
                    <a:pt x="8180437" y="277087"/>
                  </a:lnTo>
                  <a:lnTo>
                    <a:pt x="8180437" y="277087"/>
                  </a:lnTo>
                  <a:lnTo>
                    <a:pt x="8175446" y="277087"/>
                  </a:lnTo>
                  <a:lnTo>
                    <a:pt x="8175446" y="277087"/>
                  </a:lnTo>
                  <a:lnTo>
                    <a:pt x="8170455" y="277087"/>
                  </a:lnTo>
                  <a:lnTo>
                    <a:pt x="8170455" y="277087"/>
                  </a:lnTo>
                  <a:lnTo>
                    <a:pt x="8165464" y="277087"/>
                  </a:lnTo>
                  <a:lnTo>
                    <a:pt x="8165464" y="277087"/>
                  </a:lnTo>
                  <a:lnTo>
                    <a:pt x="8155482" y="277087"/>
                  </a:lnTo>
                  <a:lnTo>
                    <a:pt x="8155482" y="308104"/>
                  </a:lnTo>
                  <a:lnTo>
                    <a:pt x="8150491" y="308104"/>
                  </a:lnTo>
                  <a:lnTo>
                    <a:pt x="8150491" y="308104"/>
                  </a:lnTo>
                  <a:lnTo>
                    <a:pt x="8140508" y="308104"/>
                  </a:lnTo>
                  <a:lnTo>
                    <a:pt x="8140508" y="308104"/>
                  </a:lnTo>
                  <a:lnTo>
                    <a:pt x="8135517" y="308104"/>
                  </a:lnTo>
                  <a:lnTo>
                    <a:pt x="8135517" y="308104"/>
                  </a:lnTo>
                  <a:lnTo>
                    <a:pt x="8130526" y="308104"/>
                  </a:lnTo>
                  <a:lnTo>
                    <a:pt x="8130526" y="308104"/>
                  </a:lnTo>
                  <a:lnTo>
                    <a:pt x="8120544" y="308104"/>
                  </a:lnTo>
                  <a:lnTo>
                    <a:pt x="8120544" y="308104"/>
                  </a:lnTo>
                  <a:lnTo>
                    <a:pt x="8115553" y="308104"/>
                  </a:lnTo>
                  <a:lnTo>
                    <a:pt x="8115553" y="308104"/>
                  </a:lnTo>
                  <a:lnTo>
                    <a:pt x="8110562" y="308104"/>
                  </a:lnTo>
                  <a:lnTo>
                    <a:pt x="8110562" y="308104"/>
                  </a:lnTo>
                  <a:lnTo>
                    <a:pt x="8105570" y="308104"/>
                  </a:lnTo>
                  <a:lnTo>
                    <a:pt x="8105570" y="308104"/>
                  </a:lnTo>
                  <a:lnTo>
                    <a:pt x="8100579" y="308104"/>
                  </a:lnTo>
                  <a:lnTo>
                    <a:pt x="8100579" y="308104"/>
                  </a:lnTo>
                  <a:lnTo>
                    <a:pt x="8090597" y="308104"/>
                  </a:lnTo>
                  <a:lnTo>
                    <a:pt x="8090597" y="308104"/>
                  </a:lnTo>
                  <a:lnTo>
                    <a:pt x="8085606" y="308104"/>
                  </a:lnTo>
                  <a:lnTo>
                    <a:pt x="8085606" y="308104"/>
                  </a:lnTo>
                  <a:lnTo>
                    <a:pt x="8080615" y="308104"/>
                  </a:lnTo>
                  <a:lnTo>
                    <a:pt x="8080615" y="308104"/>
                  </a:lnTo>
                  <a:lnTo>
                    <a:pt x="8070633" y="308104"/>
                  </a:lnTo>
                  <a:lnTo>
                    <a:pt x="8070633" y="308104"/>
                  </a:lnTo>
                  <a:lnTo>
                    <a:pt x="8065642" y="308104"/>
                  </a:lnTo>
                  <a:lnTo>
                    <a:pt x="8065642" y="338781"/>
                  </a:lnTo>
                  <a:lnTo>
                    <a:pt x="8060650" y="338781"/>
                  </a:lnTo>
                  <a:lnTo>
                    <a:pt x="8060650" y="338781"/>
                  </a:lnTo>
                  <a:lnTo>
                    <a:pt x="8055659" y="338781"/>
                  </a:lnTo>
                  <a:lnTo>
                    <a:pt x="8055659" y="338781"/>
                  </a:lnTo>
                  <a:lnTo>
                    <a:pt x="8050668" y="338781"/>
                  </a:lnTo>
                  <a:lnTo>
                    <a:pt x="8050668" y="338781"/>
                  </a:lnTo>
                  <a:lnTo>
                    <a:pt x="8045677" y="338781"/>
                  </a:lnTo>
                  <a:lnTo>
                    <a:pt x="8045677" y="338781"/>
                  </a:lnTo>
                  <a:lnTo>
                    <a:pt x="8035695" y="338781"/>
                  </a:lnTo>
                  <a:lnTo>
                    <a:pt x="8035695" y="338781"/>
                  </a:lnTo>
                  <a:lnTo>
                    <a:pt x="8030704" y="338781"/>
                  </a:lnTo>
                  <a:lnTo>
                    <a:pt x="8030704" y="338781"/>
                  </a:lnTo>
                  <a:lnTo>
                    <a:pt x="8020722" y="338781"/>
                  </a:lnTo>
                  <a:lnTo>
                    <a:pt x="8020722" y="338781"/>
                  </a:lnTo>
                  <a:lnTo>
                    <a:pt x="8015730" y="338781"/>
                  </a:lnTo>
                  <a:lnTo>
                    <a:pt x="8015730" y="338781"/>
                  </a:lnTo>
                  <a:lnTo>
                    <a:pt x="8010739" y="338781"/>
                  </a:lnTo>
                  <a:lnTo>
                    <a:pt x="8010739" y="338781"/>
                  </a:lnTo>
                  <a:lnTo>
                    <a:pt x="8005748" y="338781"/>
                  </a:lnTo>
                  <a:lnTo>
                    <a:pt x="8005748" y="369394"/>
                  </a:lnTo>
                  <a:lnTo>
                    <a:pt x="8000757" y="369394"/>
                  </a:lnTo>
                  <a:lnTo>
                    <a:pt x="8000757" y="399942"/>
                  </a:lnTo>
                  <a:lnTo>
                    <a:pt x="7995766" y="399942"/>
                  </a:lnTo>
                  <a:lnTo>
                    <a:pt x="7995766" y="399942"/>
                  </a:lnTo>
                  <a:lnTo>
                    <a:pt x="7990775" y="399942"/>
                  </a:lnTo>
                  <a:lnTo>
                    <a:pt x="7990775" y="399942"/>
                  </a:lnTo>
                  <a:lnTo>
                    <a:pt x="7985784" y="399942"/>
                  </a:lnTo>
                  <a:lnTo>
                    <a:pt x="7985784" y="399942"/>
                  </a:lnTo>
                  <a:lnTo>
                    <a:pt x="7980793" y="399942"/>
                  </a:lnTo>
                  <a:lnTo>
                    <a:pt x="7980793" y="399942"/>
                  </a:lnTo>
                  <a:lnTo>
                    <a:pt x="7975801" y="399942"/>
                  </a:lnTo>
                  <a:lnTo>
                    <a:pt x="7975801" y="399942"/>
                  </a:lnTo>
                  <a:lnTo>
                    <a:pt x="7970810" y="399942"/>
                  </a:lnTo>
                  <a:lnTo>
                    <a:pt x="7970810" y="399942"/>
                  </a:lnTo>
                  <a:lnTo>
                    <a:pt x="7965819" y="399942"/>
                  </a:lnTo>
                  <a:lnTo>
                    <a:pt x="7965819" y="399942"/>
                  </a:lnTo>
                  <a:lnTo>
                    <a:pt x="7960828" y="399942"/>
                  </a:lnTo>
                  <a:lnTo>
                    <a:pt x="7960828" y="399942"/>
                  </a:lnTo>
                  <a:lnTo>
                    <a:pt x="7955837" y="399942"/>
                  </a:lnTo>
                  <a:lnTo>
                    <a:pt x="7955837" y="399942"/>
                  </a:lnTo>
                  <a:lnTo>
                    <a:pt x="7945855" y="399942"/>
                  </a:lnTo>
                  <a:lnTo>
                    <a:pt x="7945855" y="399942"/>
                  </a:lnTo>
                  <a:lnTo>
                    <a:pt x="7940864" y="399942"/>
                  </a:lnTo>
                  <a:lnTo>
                    <a:pt x="7940864" y="399942"/>
                  </a:lnTo>
                  <a:lnTo>
                    <a:pt x="7935873" y="399942"/>
                  </a:lnTo>
                  <a:lnTo>
                    <a:pt x="7935873" y="399942"/>
                  </a:lnTo>
                  <a:lnTo>
                    <a:pt x="7930881" y="399942"/>
                  </a:lnTo>
                  <a:lnTo>
                    <a:pt x="7930881" y="399942"/>
                  </a:lnTo>
                  <a:lnTo>
                    <a:pt x="7925890" y="399942"/>
                  </a:lnTo>
                  <a:lnTo>
                    <a:pt x="7925890" y="399942"/>
                  </a:lnTo>
                  <a:lnTo>
                    <a:pt x="7920899" y="399942"/>
                  </a:lnTo>
                  <a:lnTo>
                    <a:pt x="7920899" y="399942"/>
                  </a:lnTo>
                  <a:lnTo>
                    <a:pt x="7915908" y="399942"/>
                  </a:lnTo>
                  <a:lnTo>
                    <a:pt x="7915908" y="399942"/>
                  </a:lnTo>
                  <a:lnTo>
                    <a:pt x="7905926" y="399942"/>
                  </a:lnTo>
                  <a:lnTo>
                    <a:pt x="7905926" y="399942"/>
                  </a:lnTo>
                  <a:lnTo>
                    <a:pt x="7900935" y="399942"/>
                  </a:lnTo>
                  <a:lnTo>
                    <a:pt x="7900935" y="399942"/>
                  </a:lnTo>
                  <a:lnTo>
                    <a:pt x="7890953" y="399942"/>
                  </a:lnTo>
                  <a:lnTo>
                    <a:pt x="7890953" y="399942"/>
                  </a:lnTo>
                  <a:lnTo>
                    <a:pt x="7885961" y="399942"/>
                  </a:lnTo>
                  <a:lnTo>
                    <a:pt x="7885961" y="399942"/>
                  </a:lnTo>
                  <a:lnTo>
                    <a:pt x="7880970" y="399942"/>
                  </a:lnTo>
                  <a:lnTo>
                    <a:pt x="7880970" y="399942"/>
                  </a:lnTo>
                  <a:lnTo>
                    <a:pt x="7875979" y="399942"/>
                  </a:lnTo>
                  <a:lnTo>
                    <a:pt x="7875979" y="399942"/>
                  </a:lnTo>
                  <a:lnTo>
                    <a:pt x="7870988" y="399942"/>
                  </a:lnTo>
                  <a:lnTo>
                    <a:pt x="7870988" y="399942"/>
                  </a:lnTo>
                  <a:lnTo>
                    <a:pt x="7865997" y="399942"/>
                  </a:lnTo>
                  <a:lnTo>
                    <a:pt x="7865997" y="399942"/>
                  </a:lnTo>
                  <a:lnTo>
                    <a:pt x="7856015" y="399942"/>
                  </a:lnTo>
                  <a:lnTo>
                    <a:pt x="7856015" y="399942"/>
                  </a:lnTo>
                  <a:lnTo>
                    <a:pt x="7851024" y="399942"/>
                  </a:lnTo>
                  <a:lnTo>
                    <a:pt x="7851024" y="399942"/>
                  </a:lnTo>
                  <a:lnTo>
                    <a:pt x="7846033" y="399942"/>
                  </a:lnTo>
                  <a:lnTo>
                    <a:pt x="7846033" y="399942"/>
                  </a:lnTo>
                  <a:lnTo>
                    <a:pt x="7841041" y="399942"/>
                  </a:lnTo>
                  <a:lnTo>
                    <a:pt x="7841041" y="399942"/>
                  </a:lnTo>
                  <a:lnTo>
                    <a:pt x="7831059" y="399942"/>
                  </a:lnTo>
                  <a:lnTo>
                    <a:pt x="7831059" y="399942"/>
                  </a:lnTo>
                  <a:lnTo>
                    <a:pt x="7826068" y="399942"/>
                  </a:lnTo>
                  <a:lnTo>
                    <a:pt x="7826068" y="399942"/>
                  </a:lnTo>
                  <a:lnTo>
                    <a:pt x="7821077" y="399942"/>
                  </a:lnTo>
                  <a:lnTo>
                    <a:pt x="7821077" y="399942"/>
                  </a:lnTo>
                  <a:lnTo>
                    <a:pt x="7816086" y="399942"/>
                  </a:lnTo>
                  <a:lnTo>
                    <a:pt x="7816086" y="399942"/>
                  </a:lnTo>
                  <a:lnTo>
                    <a:pt x="7806104" y="399942"/>
                  </a:lnTo>
                  <a:lnTo>
                    <a:pt x="7806104" y="399942"/>
                  </a:lnTo>
                  <a:lnTo>
                    <a:pt x="7801112" y="399942"/>
                  </a:lnTo>
                  <a:lnTo>
                    <a:pt x="7801112" y="399942"/>
                  </a:lnTo>
                  <a:lnTo>
                    <a:pt x="7796121" y="399942"/>
                  </a:lnTo>
                  <a:lnTo>
                    <a:pt x="7796121" y="399942"/>
                  </a:lnTo>
                  <a:lnTo>
                    <a:pt x="7791130" y="399942"/>
                  </a:lnTo>
                  <a:lnTo>
                    <a:pt x="7791130" y="399942"/>
                  </a:lnTo>
                  <a:lnTo>
                    <a:pt x="7786139" y="399942"/>
                  </a:lnTo>
                  <a:lnTo>
                    <a:pt x="7786139" y="399942"/>
                  </a:lnTo>
                  <a:lnTo>
                    <a:pt x="7781148" y="399942"/>
                  </a:lnTo>
                  <a:lnTo>
                    <a:pt x="7781148" y="399942"/>
                  </a:lnTo>
                  <a:lnTo>
                    <a:pt x="7776157" y="399942"/>
                  </a:lnTo>
                  <a:lnTo>
                    <a:pt x="7776157" y="399942"/>
                  </a:lnTo>
                  <a:lnTo>
                    <a:pt x="7771166" y="399942"/>
                  </a:lnTo>
                  <a:lnTo>
                    <a:pt x="7771166" y="399942"/>
                  </a:lnTo>
                  <a:lnTo>
                    <a:pt x="7766175" y="399942"/>
                  </a:lnTo>
                  <a:lnTo>
                    <a:pt x="7766175" y="399942"/>
                  </a:lnTo>
                  <a:lnTo>
                    <a:pt x="7761184" y="399942"/>
                  </a:lnTo>
                  <a:lnTo>
                    <a:pt x="7761184" y="399942"/>
                  </a:lnTo>
                  <a:lnTo>
                    <a:pt x="7756192" y="399942"/>
                  </a:lnTo>
                  <a:lnTo>
                    <a:pt x="7756192" y="399942"/>
                  </a:lnTo>
                  <a:lnTo>
                    <a:pt x="7751201" y="399942"/>
                  </a:lnTo>
                  <a:lnTo>
                    <a:pt x="7751201" y="399942"/>
                  </a:lnTo>
                  <a:lnTo>
                    <a:pt x="7746210" y="399942"/>
                  </a:lnTo>
                  <a:lnTo>
                    <a:pt x="7746210" y="399942"/>
                  </a:lnTo>
                  <a:lnTo>
                    <a:pt x="7741219" y="399942"/>
                  </a:lnTo>
                  <a:lnTo>
                    <a:pt x="7741219" y="399942"/>
                  </a:lnTo>
                  <a:lnTo>
                    <a:pt x="7736228" y="399942"/>
                  </a:lnTo>
                  <a:lnTo>
                    <a:pt x="7736228" y="399942"/>
                  </a:lnTo>
                  <a:lnTo>
                    <a:pt x="7726246" y="399942"/>
                  </a:lnTo>
                  <a:lnTo>
                    <a:pt x="7726246" y="399942"/>
                  </a:lnTo>
                  <a:lnTo>
                    <a:pt x="7721255" y="399942"/>
                  </a:lnTo>
                  <a:lnTo>
                    <a:pt x="7721255" y="399942"/>
                  </a:lnTo>
                  <a:lnTo>
                    <a:pt x="7716264" y="399942"/>
                  </a:lnTo>
                  <a:lnTo>
                    <a:pt x="7716264" y="429782"/>
                  </a:lnTo>
                  <a:lnTo>
                    <a:pt x="7711272" y="429782"/>
                  </a:lnTo>
                  <a:lnTo>
                    <a:pt x="7711272" y="429782"/>
                  </a:lnTo>
                  <a:lnTo>
                    <a:pt x="7706281" y="429782"/>
                  </a:lnTo>
                  <a:lnTo>
                    <a:pt x="7706281" y="429782"/>
                  </a:lnTo>
                  <a:lnTo>
                    <a:pt x="7701290" y="429782"/>
                  </a:lnTo>
                  <a:lnTo>
                    <a:pt x="7701290" y="429782"/>
                  </a:lnTo>
                  <a:lnTo>
                    <a:pt x="7696299" y="429782"/>
                  </a:lnTo>
                  <a:lnTo>
                    <a:pt x="7696299" y="429782"/>
                  </a:lnTo>
                  <a:lnTo>
                    <a:pt x="7686317" y="429782"/>
                  </a:lnTo>
                  <a:lnTo>
                    <a:pt x="7686317" y="429782"/>
                  </a:lnTo>
                  <a:lnTo>
                    <a:pt x="7681326" y="429782"/>
                  </a:lnTo>
                  <a:lnTo>
                    <a:pt x="7681326" y="429782"/>
                  </a:lnTo>
                  <a:lnTo>
                    <a:pt x="7676335" y="429782"/>
                  </a:lnTo>
                  <a:lnTo>
                    <a:pt x="7676335" y="429782"/>
                  </a:lnTo>
                  <a:lnTo>
                    <a:pt x="7671343" y="429782"/>
                  </a:lnTo>
                  <a:lnTo>
                    <a:pt x="7671343" y="429782"/>
                  </a:lnTo>
                  <a:lnTo>
                    <a:pt x="7666352" y="429782"/>
                  </a:lnTo>
                  <a:lnTo>
                    <a:pt x="7666352" y="429782"/>
                  </a:lnTo>
                  <a:lnTo>
                    <a:pt x="7661361" y="429782"/>
                  </a:lnTo>
                  <a:lnTo>
                    <a:pt x="7661361" y="429782"/>
                  </a:lnTo>
                  <a:lnTo>
                    <a:pt x="7656370" y="429782"/>
                  </a:lnTo>
                  <a:lnTo>
                    <a:pt x="7656370" y="429782"/>
                  </a:lnTo>
                  <a:lnTo>
                    <a:pt x="7651379" y="429782"/>
                  </a:lnTo>
                  <a:lnTo>
                    <a:pt x="7651379" y="429782"/>
                  </a:lnTo>
                  <a:lnTo>
                    <a:pt x="7646388" y="429782"/>
                  </a:lnTo>
                  <a:lnTo>
                    <a:pt x="7646388" y="429782"/>
                  </a:lnTo>
                  <a:lnTo>
                    <a:pt x="7641397" y="429782"/>
                  </a:lnTo>
                  <a:lnTo>
                    <a:pt x="7641397" y="429782"/>
                  </a:lnTo>
                  <a:lnTo>
                    <a:pt x="7636406" y="429782"/>
                  </a:lnTo>
                  <a:lnTo>
                    <a:pt x="7636406" y="429782"/>
                  </a:lnTo>
                  <a:lnTo>
                    <a:pt x="7631415" y="429782"/>
                  </a:lnTo>
                  <a:lnTo>
                    <a:pt x="7631415" y="429782"/>
                  </a:lnTo>
                  <a:lnTo>
                    <a:pt x="7626423" y="429782"/>
                  </a:lnTo>
                  <a:lnTo>
                    <a:pt x="7626423" y="429782"/>
                  </a:lnTo>
                  <a:lnTo>
                    <a:pt x="7621432" y="429782"/>
                  </a:lnTo>
                  <a:lnTo>
                    <a:pt x="7621432" y="429782"/>
                  </a:lnTo>
                  <a:lnTo>
                    <a:pt x="7611450" y="429782"/>
                  </a:lnTo>
                  <a:lnTo>
                    <a:pt x="7611450" y="429782"/>
                  </a:lnTo>
                  <a:lnTo>
                    <a:pt x="7606459" y="429782"/>
                  </a:lnTo>
                  <a:lnTo>
                    <a:pt x="7606459" y="429782"/>
                  </a:lnTo>
                  <a:lnTo>
                    <a:pt x="7601468" y="429782"/>
                  </a:lnTo>
                  <a:lnTo>
                    <a:pt x="7601468" y="429782"/>
                  </a:lnTo>
                  <a:lnTo>
                    <a:pt x="7596477" y="429782"/>
                  </a:lnTo>
                  <a:lnTo>
                    <a:pt x="7596477" y="429782"/>
                  </a:lnTo>
                  <a:lnTo>
                    <a:pt x="7591486" y="429782"/>
                  </a:lnTo>
                  <a:lnTo>
                    <a:pt x="7591486" y="429782"/>
                  </a:lnTo>
                  <a:lnTo>
                    <a:pt x="7586495" y="429782"/>
                  </a:lnTo>
                  <a:lnTo>
                    <a:pt x="7586495" y="429782"/>
                  </a:lnTo>
                  <a:lnTo>
                    <a:pt x="7581503" y="429782"/>
                  </a:lnTo>
                  <a:lnTo>
                    <a:pt x="7581503" y="429782"/>
                  </a:lnTo>
                  <a:lnTo>
                    <a:pt x="7576512" y="429782"/>
                  </a:lnTo>
                  <a:lnTo>
                    <a:pt x="7576512" y="429782"/>
                  </a:lnTo>
                  <a:lnTo>
                    <a:pt x="7571521" y="429782"/>
                  </a:lnTo>
                  <a:lnTo>
                    <a:pt x="7571521" y="429782"/>
                  </a:lnTo>
                  <a:lnTo>
                    <a:pt x="7566530" y="429782"/>
                  </a:lnTo>
                  <a:lnTo>
                    <a:pt x="7566530" y="429782"/>
                  </a:lnTo>
                  <a:lnTo>
                    <a:pt x="7561539" y="429782"/>
                  </a:lnTo>
                  <a:lnTo>
                    <a:pt x="7561539" y="429782"/>
                  </a:lnTo>
                  <a:lnTo>
                    <a:pt x="7556548" y="429782"/>
                  </a:lnTo>
                  <a:lnTo>
                    <a:pt x="7556548" y="429782"/>
                  </a:lnTo>
                  <a:lnTo>
                    <a:pt x="7551557" y="429782"/>
                  </a:lnTo>
                  <a:lnTo>
                    <a:pt x="7551557" y="429782"/>
                  </a:lnTo>
                  <a:lnTo>
                    <a:pt x="7546566" y="429782"/>
                  </a:lnTo>
                  <a:lnTo>
                    <a:pt x="7546566" y="429782"/>
                  </a:lnTo>
                  <a:lnTo>
                    <a:pt x="7541574" y="429782"/>
                  </a:lnTo>
                  <a:lnTo>
                    <a:pt x="7541574" y="429782"/>
                  </a:lnTo>
                  <a:lnTo>
                    <a:pt x="7536583" y="429782"/>
                  </a:lnTo>
                  <a:lnTo>
                    <a:pt x="7536583" y="429782"/>
                  </a:lnTo>
                  <a:lnTo>
                    <a:pt x="7526601" y="429782"/>
                  </a:lnTo>
                  <a:lnTo>
                    <a:pt x="7526601" y="458508"/>
                  </a:lnTo>
                  <a:lnTo>
                    <a:pt x="7521610" y="458508"/>
                  </a:lnTo>
                  <a:lnTo>
                    <a:pt x="7521610" y="458508"/>
                  </a:lnTo>
                  <a:lnTo>
                    <a:pt x="7516619" y="458508"/>
                  </a:lnTo>
                  <a:lnTo>
                    <a:pt x="7516619" y="458508"/>
                  </a:lnTo>
                  <a:lnTo>
                    <a:pt x="7511628" y="458508"/>
                  </a:lnTo>
                  <a:lnTo>
                    <a:pt x="7511628" y="458508"/>
                  </a:lnTo>
                  <a:lnTo>
                    <a:pt x="7506637" y="458508"/>
                  </a:lnTo>
                  <a:lnTo>
                    <a:pt x="7506637" y="458508"/>
                  </a:lnTo>
                  <a:lnTo>
                    <a:pt x="7501646" y="458508"/>
                  </a:lnTo>
                  <a:lnTo>
                    <a:pt x="7501646" y="458508"/>
                  </a:lnTo>
                  <a:lnTo>
                    <a:pt x="7496654" y="458508"/>
                  </a:lnTo>
                  <a:lnTo>
                    <a:pt x="7496654" y="458508"/>
                  </a:lnTo>
                  <a:lnTo>
                    <a:pt x="7491663" y="458508"/>
                  </a:lnTo>
                  <a:lnTo>
                    <a:pt x="7491663" y="458508"/>
                  </a:lnTo>
                  <a:lnTo>
                    <a:pt x="7486672" y="458508"/>
                  </a:lnTo>
                  <a:lnTo>
                    <a:pt x="7486672" y="458508"/>
                  </a:lnTo>
                  <a:lnTo>
                    <a:pt x="7481681" y="458508"/>
                  </a:lnTo>
                  <a:lnTo>
                    <a:pt x="7481681" y="458508"/>
                  </a:lnTo>
                  <a:lnTo>
                    <a:pt x="7476690" y="458508"/>
                  </a:lnTo>
                  <a:lnTo>
                    <a:pt x="7476690" y="458508"/>
                  </a:lnTo>
                  <a:lnTo>
                    <a:pt x="7471699" y="458508"/>
                  </a:lnTo>
                  <a:lnTo>
                    <a:pt x="7471699" y="458508"/>
                  </a:lnTo>
                  <a:lnTo>
                    <a:pt x="7466708" y="458508"/>
                  </a:lnTo>
                  <a:lnTo>
                    <a:pt x="7466708" y="458508"/>
                  </a:lnTo>
                  <a:lnTo>
                    <a:pt x="7461717" y="458508"/>
                  </a:lnTo>
                  <a:lnTo>
                    <a:pt x="7461717" y="458508"/>
                  </a:lnTo>
                  <a:lnTo>
                    <a:pt x="7456726" y="458508"/>
                  </a:lnTo>
                  <a:lnTo>
                    <a:pt x="7456726" y="458508"/>
                  </a:lnTo>
                  <a:lnTo>
                    <a:pt x="7451734" y="458508"/>
                  </a:lnTo>
                  <a:lnTo>
                    <a:pt x="7451734" y="458508"/>
                  </a:lnTo>
                  <a:lnTo>
                    <a:pt x="7446743" y="458508"/>
                  </a:lnTo>
                  <a:lnTo>
                    <a:pt x="7446743" y="458508"/>
                  </a:lnTo>
                  <a:lnTo>
                    <a:pt x="7441752" y="458508"/>
                  </a:lnTo>
                  <a:lnTo>
                    <a:pt x="7441752" y="458508"/>
                  </a:lnTo>
                  <a:lnTo>
                    <a:pt x="7436761" y="458508"/>
                  </a:lnTo>
                  <a:lnTo>
                    <a:pt x="7436761" y="458508"/>
                  </a:lnTo>
                  <a:lnTo>
                    <a:pt x="7431770" y="458508"/>
                  </a:lnTo>
                  <a:lnTo>
                    <a:pt x="7431770" y="458508"/>
                  </a:lnTo>
                  <a:lnTo>
                    <a:pt x="7426779" y="458508"/>
                  </a:lnTo>
                  <a:lnTo>
                    <a:pt x="7426779" y="458508"/>
                  </a:lnTo>
                  <a:lnTo>
                    <a:pt x="7421788" y="458508"/>
                  </a:lnTo>
                  <a:lnTo>
                    <a:pt x="7421788" y="458508"/>
                  </a:lnTo>
                  <a:lnTo>
                    <a:pt x="7416797" y="458508"/>
                  </a:lnTo>
                  <a:lnTo>
                    <a:pt x="7416797" y="458508"/>
                  </a:lnTo>
                  <a:lnTo>
                    <a:pt x="7411805" y="458508"/>
                  </a:lnTo>
                  <a:lnTo>
                    <a:pt x="7411805" y="458508"/>
                  </a:lnTo>
                  <a:lnTo>
                    <a:pt x="7401823" y="458508"/>
                  </a:lnTo>
                  <a:lnTo>
                    <a:pt x="7401823" y="458508"/>
                  </a:lnTo>
                  <a:lnTo>
                    <a:pt x="7396832" y="458508"/>
                  </a:lnTo>
                  <a:lnTo>
                    <a:pt x="7396832" y="458508"/>
                  </a:lnTo>
                  <a:lnTo>
                    <a:pt x="7381859" y="458508"/>
                  </a:lnTo>
                  <a:lnTo>
                    <a:pt x="7381859" y="458508"/>
                  </a:lnTo>
                  <a:lnTo>
                    <a:pt x="7376868" y="458508"/>
                  </a:lnTo>
                  <a:lnTo>
                    <a:pt x="7376868" y="458508"/>
                  </a:lnTo>
                  <a:lnTo>
                    <a:pt x="7371877" y="458508"/>
                  </a:lnTo>
                  <a:lnTo>
                    <a:pt x="7371877" y="458508"/>
                  </a:lnTo>
                  <a:lnTo>
                    <a:pt x="7366885" y="458508"/>
                  </a:lnTo>
                  <a:lnTo>
                    <a:pt x="7366885" y="458508"/>
                  </a:lnTo>
                  <a:lnTo>
                    <a:pt x="7361894" y="458508"/>
                  </a:lnTo>
                  <a:lnTo>
                    <a:pt x="7361894" y="458508"/>
                  </a:lnTo>
                  <a:lnTo>
                    <a:pt x="7356903" y="458508"/>
                  </a:lnTo>
                  <a:lnTo>
                    <a:pt x="7356903" y="458508"/>
                  </a:lnTo>
                  <a:lnTo>
                    <a:pt x="7351912" y="458508"/>
                  </a:lnTo>
                  <a:lnTo>
                    <a:pt x="7351912" y="458508"/>
                  </a:lnTo>
                  <a:lnTo>
                    <a:pt x="7346921" y="458508"/>
                  </a:lnTo>
                  <a:lnTo>
                    <a:pt x="7346921" y="458508"/>
                  </a:lnTo>
                  <a:lnTo>
                    <a:pt x="7341930" y="458508"/>
                  </a:lnTo>
                  <a:lnTo>
                    <a:pt x="7341930" y="458508"/>
                  </a:lnTo>
                  <a:lnTo>
                    <a:pt x="7336939" y="458508"/>
                  </a:lnTo>
                  <a:lnTo>
                    <a:pt x="7336939" y="458508"/>
                  </a:lnTo>
                  <a:lnTo>
                    <a:pt x="7331948" y="458508"/>
                  </a:lnTo>
                  <a:lnTo>
                    <a:pt x="7331948" y="458508"/>
                  </a:lnTo>
                  <a:lnTo>
                    <a:pt x="7326957" y="458508"/>
                  </a:lnTo>
                  <a:lnTo>
                    <a:pt x="7326957" y="458508"/>
                  </a:lnTo>
                  <a:lnTo>
                    <a:pt x="7321965" y="458508"/>
                  </a:lnTo>
                  <a:lnTo>
                    <a:pt x="7321965" y="458508"/>
                  </a:lnTo>
                  <a:lnTo>
                    <a:pt x="7311983" y="458508"/>
                  </a:lnTo>
                  <a:lnTo>
                    <a:pt x="7311983" y="458508"/>
                  </a:lnTo>
                  <a:lnTo>
                    <a:pt x="7306992" y="458508"/>
                  </a:lnTo>
                  <a:lnTo>
                    <a:pt x="7306992" y="458508"/>
                  </a:lnTo>
                  <a:lnTo>
                    <a:pt x="7302001" y="458508"/>
                  </a:lnTo>
                  <a:lnTo>
                    <a:pt x="7302001" y="458508"/>
                  </a:lnTo>
                  <a:lnTo>
                    <a:pt x="7297010" y="458508"/>
                  </a:lnTo>
                  <a:lnTo>
                    <a:pt x="7297010" y="458508"/>
                  </a:lnTo>
                  <a:lnTo>
                    <a:pt x="7292019" y="458508"/>
                  </a:lnTo>
                  <a:lnTo>
                    <a:pt x="7292019" y="458508"/>
                  </a:lnTo>
                  <a:lnTo>
                    <a:pt x="7287028" y="458508"/>
                  </a:lnTo>
                  <a:lnTo>
                    <a:pt x="7287028" y="458508"/>
                  </a:lnTo>
                  <a:lnTo>
                    <a:pt x="7277045" y="458508"/>
                  </a:lnTo>
                  <a:lnTo>
                    <a:pt x="7277045" y="458508"/>
                  </a:lnTo>
                  <a:lnTo>
                    <a:pt x="7272054" y="458508"/>
                  </a:lnTo>
                  <a:lnTo>
                    <a:pt x="7272054" y="458508"/>
                  </a:lnTo>
                  <a:lnTo>
                    <a:pt x="7267063" y="458508"/>
                  </a:lnTo>
                  <a:lnTo>
                    <a:pt x="7267063" y="458508"/>
                  </a:lnTo>
                  <a:lnTo>
                    <a:pt x="7262072" y="458508"/>
                  </a:lnTo>
                  <a:lnTo>
                    <a:pt x="7262072" y="458508"/>
                  </a:lnTo>
                  <a:lnTo>
                    <a:pt x="7252090" y="458508"/>
                  </a:lnTo>
                  <a:lnTo>
                    <a:pt x="7252090" y="458508"/>
                  </a:lnTo>
                  <a:lnTo>
                    <a:pt x="7247099" y="458508"/>
                  </a:lnTo>
                  <a:lnTo>
                    <a:pt x="7247099" y="458508"/>
                  </a:lnTo>
                  <a:lnTo>
                    <a:pt x="7242108" y="458508"/>
                  </a:lnTo>
                  <a:lnTo>
                    <a:pt x="7242108" y="458508"/>
                  </a:lnTo>
                  <a:lnTo>
                    <a:pt x="7237116" y="458508"/>
                  </a:lnTo>
                  <a:lnTo>
                    <a:pt x="7237116" y="458508"/>
                  </a:lnTo>
                  <a:lnTo>
                    <a:pt x="7232125" y="458508"/>
                  </a:lnTo>
                  <a:lnTo>
                    <a:pt x="7232125" y="458508"/>
                  </a:lnTo>
                  <a:lnTo>
                    <a:pt x="7227134" y="458508"/>
                  </a:lnTo>
                  <a:lnTo>
                    <a:pt x="7227134" y="458508"/>
                  </a:lnTo>
                  <a:lnTo>
                    <a:pt x="7222143" y="458508"/>
                  </a:lnTo>
                  <a:lnTo>
                    <a:pt x="7222143" y="458508"/>
                  </a:lnTo>
                  <a:lnTo>
                    <a:pt x="7217152" y="458508"/>
                  </a:lnTo>
                  <a:lnTo>
                    <a:pt x="7217152" y="458508"/>
                  </a:lnTo>
                  <a:lnTo>
                    <a:pt x="7212161" y="458508"/>
                  </a:lnTo>
                  <a:lnTo>
                    <a:pt x="7212161" y="458508"/>
                  </a:lnTo>
                  <a:lnTo>
                    <a:pt x="7207170" y="458508"/>
                  </a:lnTo>
                  <a:lnTo>
                    <a:pt x="7207170" y="458508"/>
                  </a:lnTo>
                  <a:lnTo>
                    <a:pt x="7202179" y="458508"/>
                  </a:lnTo>
                  <a:lnTo>
                    <a:pt x="7202179" y="458508"/>
                  </a:lnTo>
                  <a:lnTo>
                    <a:pt x="7197188" y="458508"/>
                  </a:lnTo>
                  <a:lnTo>
                    <a:pt x="7197188" y="458508"/>
                  </a:lnTo>
                  <a:lnTo>
                    <a:pt x="7192196" y="458508"/>
                  </a:lnTo>
                  <a:lnTo>
                    <a:pt x="7192196" y="458508"/>
                  </a:lnTo>
                  <a:lnTo>
                    <a:pt x="7187205" y="458508"/>
                  </a:lnTo>
                  <a:lnTo>
                    <a:pt x="7187205" y="458508"/>
                  </a:lnTo>
                  <a:lnTo>
                    <a:pt x="7182214" y="458508"/>
                  </a:lnTo>
                  <a:lnTo>
                    <a:pt x="7182214" y="486033"/>
                  </a:lnTo>
                  <a:lnTo>
                    <a:pt x="7177223" y="486033"/>
                  </a:lnTo>
                  <a:lnTo>
                    <a:pt x="7177223" y="486033"/>
                  </a:lnTo>
                  <a:lnTo>
                    <a:pt x="7172232" y="486033"/>
                  </a:lnTo>
                  <a:lnTo>
                    <a:pt x="7172232" y="486033"/>
                  </a:lnTo>
                  <a:lnTo>
                    <a:pt x="7167241" y="486033"/>
                  </a:lnTo>
                  <a:lnTo>
                    <a:pt x="7167241" y="486033"/>
                  </a:lnTo>
                  <a:lnTo>
                    <a:pt x="7162250" y="486033"/>
                  </a:lnTo>
                  <a:lnTo>
                    <a:pt x="7162250" y="486033"/>
                  </a:lnTo>
                  <a:lnTo>
                    <a:pt x="7157259" y="486033"/>
                  </a:lnTo>
                  <a:lnTo>
                    <a:pt x="7157259" y="486033"/>
                  </a:lnTo>
                  <a:lnTo>
                    <a:pt x="7152267" y="486033"/>
                  </a:lnTo>
                  <a:lnTo>
                    <a:pt x="7152267" y="486033"/>
                  </a:lnTo>
                  <a:lnTo>
                    <a:pt x="7147276" y="486033"/>
                  </a:lnTo>
                  <a:lnTo>
                    <a:pt x="7147276" y="486033"/>
                  </a:lnTo>
                  <a:lnTo>
                    <a:pt x="7137294" y="486033"/>
                  </a:lnTo>
                  <a:lnTo>
                    <a:pt x="7137294" y="486033"/>
                  </a:lnTo>
                  <a:lnTo>
                    <a:pt x="7132303" y="486033"/>
                  </a:lnTo>
                  <a:lnTo>
                    <a:pt x="7132303" y="486033"/>
                  </a:lnTo>
                  <a:lnTo>
                    <a:pt x="7127312" y="486033"/>
                  </a:lnTo>
                  <a:lnTo>
                    <a:pt x="7127312" y="513319"/>
                  </a:lnTo>
                  <a:lnTo>
                    <a:pt x="7122321" y="513319"/>
                  </a:lnTo>
                  <a:lnTo>
                    <a:pt x="7122321" y="513319"/>
                  </a:lnTo>
                  <a:lnTo>
                    <a:pt x="7117330" y="513319"/>
                  </a:lnTo>
                  <a:lnTo>
                    <a:pt x="7117330" y="513319"/>
                  </a:lnTo>
                  <a:lnTo>
                    <a:pt x="7112339" y="513319"/>
                  </a:lnTo>
                  <a:lnTo>
                    <a:pt x="7112339" y="513319"/>
                  </a:lnTo>
                  <a:lnTo>
                    <a:pt x="7107347" y="513319"/>
                  </a:lnTo>
                  <a:lnTo>
                    <a:pt x="7107347" y="513319"/>
                  </a:lnTo>
                  <a:lnTo>
                    <a:pt x="7102356" y="513319"/>
                  </a:lnTo>
                  <a:lnTo>
                    <a:pt x="7102356" y="513319"/>
                  </a:lnTo>
                  <a:lnTo>
                    <a:pt x="7097365" y="513319"/>
                  </a:lnTo>
                  <a:lnTo>
                    <a:pt x="7097365" y="513319"/>
                  </a:lnTo>
                  <a:lnTo>
                    <a:pt x="7082392" y="513319"/>
                  </a:lnTo>
                  <a:lnTo>
                    <a:pt x="7082392" y="513319"/>
                  </a:lnTo>
                  <a:lnTo>
                    <a:pt x="7077401" y="513319"/>
                  </a:lnTo>
                  <a:lnTo>
                    <a:pt x="7077401" y="513319"/>
                  </a:lnTo>
                  <a:lnTo>
                    <a:pt x="7072410" y="513319"/>
                  </a:lnTo>
                  <a:lnTo>
                    <a:pt x="7072410" y="513319"/>
                  </a:lnTo>
                  <a:lnTo>
                    <a:pt x="7067419" y="513319"/>
                  </a:lnTo>
                  <a:lnTo>
                    <a:pt x="7067419" y="513319"/>
                  </a:lnTo>
                  <a:lnTo>
                    <a:pt x="7062427" y="513319"/>
                  </a:lnTo>
                  <a:lnTo>
                    <a:pt x="7062427" y="513319"/>
                  </a:lnTo>
                  <a:lnTo>
                    <a:pt x="7057436" y="513319"/>
                  </a:lnTo>
                  <a:lnTo>
                    <a:pt x="7057436" y="513319"/>
                  </a:lnTo>
                  <a:lnTo>
                    <a:pt x="7052445" y="513319"/>
                  </a:lnTo>
                  <a:lnTo>
                    <a:pt x="7052445" y="513319"/>
                  </a:lnTo>
                  <a:lnTo>
                    <a:pt x="7047454" y="513319"/>
                  </a:lnTo>
                  <a:lnTo>
                    <a:pt x="7047454" y="513319"/>
                  </a:lnTo>
                  <a:lnTo>
                    <a:pt x="7042463" y="513319"/>
                  </a:lnTo>
                  <a:lnTo>
                    <a:pt x="7042463" y="540090"/>
                  </a:lnTo>
                  <a:lnTo>
                    <a:pt x="7037472" y="540090"/>
                  </a:lnTo>
                  <a:lnTo>
                    <a:pt x="7037472" y="540090"/>
                  </a:lnTo>
                  <a:lnTo>
                    <a:pt x="7032481" y="540090"/>
                  </a:lnTo>
                  <a:lnTo>
                    <a:pt x="7032481" y="540090"/>
                  </a:lnTo>
                  <a:lnTo>
                    <a:pt x="7027490" y="540090"/>
                  </a:lnTo>
                  <a:lnTo>
                    <a:pt x="7027490" y="540090"/>
                  </a:lnTo>
                  <a:lnTo>
                    <a:pt x="7022499" y="540090"/>
                  </a:lnTo>
                  <a:lnTo>
                    <a:pt x="7022499" y="540090"/>
                  </a:lnTo>
                  <a:lnTo>
                    <a:pt x="7017507" y="540090"/>
                  </a:lnTo>
                  <a:lnTo>
                    <a:pt x="7017507" y="540090"/>
                  </a:lnTo>
                  <a:lnTo>
                    <a:pt x="7012516" y="540090"/>
                  </a:lnTo>
                  <a:lnTo>
                    <a:pt x="7012516" y="540090"/>
                  </a:lnTo>
                  <a:lnTo>
                    <a:pt x="7007525" y="540090"/>
                  </a:lnTo>
                  <a:lnTo>
                    <a:pt x="7007525" y="540090"/>
                  </a:lnTo>
                  <a:lnTo>
                    <a:pt x="7002534" y="540090"/>
                  </a:lnTo>
                  <a:lnTo>
                    <a:pt x="7002534" y="540090"/>
                  </a:lnTo>
                  <a:lnTo>
                    <a:pt x="6997543" y="540090"/>
                  </a:lnTo>
                  <a:lnTo>
                    <a:pt x="6997543" y="540090"/>
                  </a:lnTo>
                  <a:lnTo>
                    <a:pt x="6992552" y="540090"/>
                  </a:lnTo>
                  <a:lnTo>
                    <a:pt x="6992552" y="540090"/>
                  </a:lnTo>
                  <a:lnTo>
                    <a:pt x="6987561" y="540090"/>
                  </a:lnTo>
                  <a:lnTo>
                    <a:pt x="6987561" y="540090"/>
                  </a:lnTo>
                  <a:lnTo>
                    <a:pt x="6982570" y="540090"/>
                  </a:lnTo>
                  <a:lnTo>
                    <a:pt x="6982570" y="540090"/>
                  </a:lnTo>
                  <a:lnTo>
                    <a:pt x="6977578" y="540090"/>
                  </a:lnTo>
                  <a:lnTo>
                    <a:pt x="6977578" y="540090"/>
                  </a:lnTo>
                  <a:lnTo>
                    <a:pt x="6972587" y="540090"/>
                  </a:lnTo>
                  <a:lnTo>
                    <a:pt x="6972587" y="540090"/>
                  </a:lnTo>
                  <a:lnTo>
                    <a:pt x="6967596" y="540090"/>
                  </a:lnTo>
                  <a:lnTo>
                    <a:pt x="6967596" y="540090"/>
                  </a:lnTo>
                  <a:lnTo>
                    <a:pt x="6962605" y="540090"/>
                  </a:lnTo>
                  <a:lnTo>
                    <a:pt x="6962605" y="540090"/>
                  </a:lnTo>
                  <a:lnTo>
                    <a:pt x="6957614" y="540090"/>
                  </a:lnTo>
                  <a:lnTo>
                    <a:pt x="6957614" y="566366"/>
                  </a:lnTo>
                  <a:lnTo>
                    <a:pt x="6952623" y="566366"/>
                  </a:lnTo>
                  <a:lnTo>
                    <a:pt x="6952623" y="566366"/>
                  </a:lnTo>
                  <a:lnTo>
                    <a:pt x="6947632" y="566366"/>
                  </a:lnTo>
                  <a:lnTo>
                    <a:pt x="6947632" y="566366"/>
                  </a:lnTo>
                  <a:lnTo>
                    <a:pt x="6942641" y="566366"/>
                  </a:lnTo>
                  <a:lnTo>
                    <a:pt x="6942641" y="566366"/>
                  </a:lnTo>
                  <a:lnTo>
                    <a:pt x="6937650" y="566366"/>
                  </a:lnTo>
                  <a:lnTo>
                    <a:pt x="6937650" y="566366"/>
                  </a:lnTo>
                  <a:lnTo>
                    <a:pt x="6932658" y="566366"/>
                  </a:lnTo>
                  <a:lnTo>
                    <a:pt x="6932658" y="566366"/>
                  </a:lnTo>
                  <a:lnTo>
                    <a:pt x="6927667" y="566366"/>
                  </a:lnTo>
                  <a:lnTo>
                    <a:pt x="6927667" y="566366"/>
                  </a:lnTo>
                  <a:lnTo>
                    <a:pt x="6917685" y="566366"/>
                  </a:lnTo>
                  <a:lnTo>
                    <a:pt x="6917685" y="592516"/>
                  </a:lnTo>
                  <a:lnTo>
                    <a:pt x="6912694" y="592516"/>
                  </a:lnTo>
                  <a:lnTo>
                    <a:pt x="6912694" y="592516"/>
                  </a:lnTo>
                  <a:lnTo>
                    <a:pt x="6907703" y="592516"/>
                  </a:lnTo>
                  <a:lnTo>
                    <a:pt x="6907703" y="592516"/>
                  </a:lnTo>
                  <a:lnTo>
                    <a:pt x="6897721" y="592516"/>
                  </a:lnTo>
                  <a:lnTo>
                    <a:pt x="6897721" y="592516"/>
                  </a:lnTo>
                  <a:lnTo>
                    <a:pt x="6892730" y="592516"/>
                  </a:lnTo>
                  <a:lnTo>
                    <a:pt x="6892730" y="592516"/>
                  </a:lnTo>
                  <a:lnTo>
                    <a:pt x="6887738" y="592516"/>
                  </a:lnTo>
                  <a:lnTo>
                    <a:pt x="6887738" y="592516"/>
                  </a:lnTo>
                  <a:lnTo>
                    <a:pt x="6877756" y="592516"/>
                  </a:lnTo>
                  <a:lnTo>
                    <a:pt x="6877756" y="592516"/>
                  </a:lnTo>
                  <a:lnTo>
                    <a:pt x="6872765" y="592516"/>
                  </a:lnTo>
                  <a:lnTo>
                    <a:pt x="6872765" y="592516"/>
                  </a:lnTo>
                  <a:lnTo>
                    <a:pt x="6867774" y="592516"/>
                  </a:lnTo>
                  <a:lnTo>
                    <a:pt x="6867774" y="592516"/>
                  </a:lnTo>
                  <a:lnTo>
                    <a:pt x="6862783" y="592516"/>
                  </a:lnTo>
                  <a:lnTo>
                    <a:pt x="6862783" y="592516"/>
                  </a:lnTo>
                  <a:lnTo>
                    <a:pt x="6857792" y="592516"/>
                  </a:lnTo>
                  <a:lnTo>
                    <a:pt x="6857792" y="592516"/>
                  </a:lnTo>
                  <a:lnTo>
                    <a:pt x="6852801" y="592516"/>
                  </a:lnTo>
                  <a:lnTo>
                    <a:pt x="6852801" y="592516"/>
                  </a:lnTo>
                  <a:lnTo>
                    <a:pt x="6847809" y="592516"/>
                  </a:lnTo>
                  <a:lnTo>
                    <a:pt x="6847809" y="592516"/>
                  </a:lnTo>
                  <a:lnTo>
                    <a:pt x="6842818" y="592516"/>
                  </a:lnTo>
                  <a:lnTo>
                    <a:pt x="6842818" y="592516"/>
                  </a:lnTo>
                  <a:lnTo>
                    <a:pt x="6837827" y="592516"/>
                  </a:lnTo>
                  <a:lnTo>
                    <a:pt x="6837827" y="592516"/>
                  </a:lnTo>
                  <a:lnTo>
                    <a:pt x="6827845" y="592516"/>
                  </a:lnTo>
                  <a:lnTo>
                    <a:pt x="6827845" y="592516"/>
                  </a:lnTo>
                  <a:lnTo>
                    <a:pt x="6822854" y="592516"/>
                  </a:lnTo>
                  <a:lnTo>
                    <a:pt x="6822854" y="592516"/>
                  </a:lnTo>
                  <a:lnTo>
                    <a:pt x="6817863" y="592516"/>
                  </a:lnTo>
                  <a:lnTo>
                    <a:pt x="6817863" y="592516"/>
                  </a:lnTo>
                  <a:lnTo>
                    <a:pt x="6812872" y="592516"/>
                  </a:lnTo>
                  <a:lnTo>
                    <a:pt x="6812872" y="592516"/>
                  </a:lnTo>
                  <a:lnTo>
                    <a:pt x="6807881" y="592516"/>
                  </a:lnTo>
                  <a:lnTo>
                    <a:pt x="6807881" y="592516"/>
                  </a:lnTo>
                  <a:lnTo>
                    <a:pt x="6802889" y="592516"/>
                  </a:lnTo>
                  <a:lnTo>
                    <a:pt x="6802889" y="592516"/>
                  </a:lnTo>
                  <a:lnTo>
                    <a:pt x="6797898" y="592516"/>
                  </a:lnTo>
                  <a:lnTo>
                    <a:pt x="6797898" y="592516"/>
                  </a:lnTo>
                  <a:lnTo>
                    <a:pt x="6792907" y="592516"/>
                  </a:lnTo>
                  <a:lnTo>
                    <a:pt x="6792907" y="592516"/>
                  </a:lnTo>
                  <a:lnTo>
                    <a:pt x="6787916" y="592516"/>
                  </a:lnTo>
                  <a:lnTo>
                    <a:pt x="6787916" y="592516"/>
                  </a:lnTo>
                  <a:lnTo>
                    <a:pt x="6782925" y="592516"/>
                  </a:lnTo>
                  <a:lnTo>
                    <a:pt x="6782925" y="592516"/>
                  </a:lnTo>
                  <a:lnTo>
                    <a:pt x="6777934" y="592516"/>
                  </a:lnTo>
                  <a:lnTo>
                    <a:pt x="6777934" y="592516"/>
                  </a:lnTo>
                  <a:lnTo>
                    <a:pt x="6772943" y="592516"/>
                  </a:lnTo>
                  <a:lnTo>
                    <a:pt x="6772943" y="592516"/>
                  </a:lnTo>
                  <a:lnTo>
                    <a:pt x="6767952" y="592516"/>
                  </a:lnTo>
                  <a:lnTo>
                    <a:pt x="6767952" y="592516"/>
                  </a:lnTo>
                  <a:lnTo>
                    <a:pt x="6762961" y="592516"/>
                  </a:lnTo>
                  <a:lnTo>
                    <a:pt x="6762961" y="592516"/>
                  </a:lnTo>
                  <a:lnTo>
                    <a:pt x="6757969" y="592516"/>
                  </a:lnTo>
                  <a:lnTo>
                    <a:pt x="6757969" y="592516"/>
                  </a:lnTo>
                  <a:lnTo>
                    <a:pt x="6752978" y="592516"/>
                  </a:lnTo>
                  <a:lnTo>
                    <a:pt x="6752978" y="592516"/>
                  </a:lnTo>
                  <a:lnTo>
                    <a:pt x="6747987" y="592516"/>
                  </a:lnTo>
                  <a:lnTo>
                    <a:pt x="6747987" y="592516"/>
                  </a:lnTo>
                  <a:lnTo>
                    <a:pt x="6742996" y="592516"/>
                  </a:lnTo>
                  <a:lnTo>
                    <a:pt x="6742996" y="592516"/>
                  </a:lnTo>
                  <a:lnTo>
                    <a:pt x="6738005" y="592516"/>
                  </a:lnTo>
                  <a:lnTo>
                    <a:pt x="6738005" y="592516"/>
                  </a:lnTo>
                  <a:lnTo>
                    <a:pt x="6733014" y="592516"/>
                  </a:lnTo>
                  <a:lnTo>
                    <a:pt x="6733014" y="592516"/>
                  </a:lnTo>
                  <a:lnTo>
                    <a:pt x="6728023" y="592516"/>
                  </a:lnTo>
                  <a:lnTo>
                    <a:pt x="6728023" y="592516"/>
                  </a:lnTo>
                  <a:lnTo>
                    <a:pt x="6723032" y="592516"/>
                  </a:lnTo>
                  <a:lnTo>
                    <a:pt x="6723032" y="592516"/>
                  </a:lnTo>
                  <a:lnTo>
                    <a:pt x="6718040" y="592516"/>
                  </a:lnTo>
                  <a:lnTo>
                    <a:pt x="6718040" y="592516"/>
                  </a:lnTo>
                  <a:lnTo>
                    <a:pt x="6713049" y="592516"/>
                  </a:lnTo>
                  <a:lnTo>
                    <a:pt x="6713049" y="592516"/>
                  </a:lnTo>
                  <a:lnTo>
                    <a:pt x="6708058" y="592516"/>
                  </a:lnTo>
                  <a:lnTo>
                    <a:pt x="6708058" y="592516"/>
                  </a:lnTo>
                  <a:lnTo>
                    <a:pt x="6703067" y="592516"/>
                  </a:lnTo>
                  <a:lnTo>
                    <a:pt x="6703067" y="592516"/>
                  </a:lnTo>
                  <a:lnTo>
                    <a:pt x="6698076" y="592516"/>
                  </a:lnTo>
                  <a:lnTo>
                    <a:pt x="6698076" y="592516"/>
                  </a:lnTo>
                  <a:lnTo>
                    <a:pt x="6693085" y="592516"/>
                  </a:lnTo>
                  <a:lnTo>
                    <a:pt x="6693085" y="592516"/>
                  </a:lnTo>
                  <a:lnTo>
                    <a:pt x="6688094" y="592516"/>
                  </a:lnTo>
                  <a:lnTo>
                    <a:pt x="6688094" y="592516"/>
                  </a:lnTo>
                  <a:lnTo>
                    <a:pt x="6683103" y="592516"/>
                  </a:lnTo>
                  <a:lnTo>
                    <a:pt x="6683103" y="592516"/>
                  </a:lnTo>
                  <a:lnTo>
                    <a:pt x="6678112" y="592516"/>
                  </a:lnTo>
                  <a:lnTo>
                    <a:pt x="6678112" y="592516"/>
                  </a:lnTo>
                  <a:lnTo>
                    <a:pt x="6673120" y="592516"/>
                  </a:lnTo>
                  <a:lnTo>
                    <a:pt x="6673120" y="592516"/>
                  </a:lnTo>
                  <a:lnTo>
                    <a:pt x="6668129" y="592516"/>
                  </a:lnTo>
                  <a:lnTo>
                    <a:pt x="6668129" y="592516"/>
                  </a:lnTo>
                  <a:lnTo>
                    <a:pt x="6663138" y="592516"/>
                  </a:lnTo>
                  <a:lnTo>
                    <a:pt x="6663138" y="592516"/>
                  </a:lnTo>
                  <a:lnTo>
                    <a:pt x="6658147" y="592516"/>
                  </a:lnTo>
                  <a:lnTo>
                    <a:pt x="6658147" y="592516"/>
                  </a:lnTo>
                  <a:lnTo>
                    <a:pt x="6653156" y="592516"/>
                  </a:lnTo>
                  <a:lnTo>
                    <a:pt x="6653156" y="592516"/>
                  </a:lnTo>
                  <a:lnTo>
                    <a:pt x="6648165" y="592516"/>
                  </a:lnTo>
                  <a:lnTo>
                    <a:pt x="6648165" y="592516"/>
                  </a:lnTo>
                  <a:lnTo>
                    <a:pt x="6643174" y="592516"/>
                  </a:lnTo>
                  <a:lnTo>
                    <a:pt x="6643174" y="592516"/>
                  </a:lnTo>
                  <a:lnTo>
                    <a:pt x="6638183" y="592516"/>
                  </a:lnTo>
                  <a:lnTo>
                    <a:pt x="6638183" y="592516"/>
                  </a:lnTo>
                  <a:lnTo>
                    <a:pt x="6633192" y="592516"/>
                  </a:lnTo>
                  <a:lnTo>
                    <a:pt x="6633192" y="592516"/>
                  </a:lnTo>
                  <a:lnTo>
                    <a:pt x="6628200" y="592516"/>
                  </a:lnTo>
                  <a:lnTo>
                    <a:pt x="6628200" y="592516"/>
                  </a:lnTo>
                  <a:lnTo>
                    <a:pt x="6623209" y="592516"/>
                  </a:lnTo>
                  <a:lnTo>
                    <a:pt x="6623209" y="592516"/>
                  </a:lnTo>
                  <a:lnTo>
                    <a:pt x="6618218" y="592516"/>
                  </a:lnTo>
                  <a:lnTo>
                    <a:pt x="6618218" y="592516"/>
                  </a:lnTo>
                  <a:lnTo>
                    <a:pt x="6613227" y="592516"/>
                  </a:lnTo>
                  <a:lnTo>
                    <a:pt x="6613227" y="592516"/>
                  </a:lnTo>
                  <a:lnTo>
                    <a:pt x="6608236" y="592516"/>
                  </a:lnTo>
                  <a:lnTo>
                    <a:pt x="6608236" y="592516"/>
                  </a:lnTo>
                  <a:lnTo>
                    <a:pt x="6603245" y="592516"/>
                  </a:lnTo>
                  <a:lnTo>
                    <a:pt x="6603245" y="592516"/>
                  </a:lnTo>
                  <a:lnTo>
                    <a:pt x="6598254" y="592516"/>
                  </a:lnTo>
                  <a:lnTo>
                    <a:pt x="6598254" y="592516"/>
                  </a:lnTo>
                  <a:lnTo>
                    <a:pt x="6588271" y="592516"/>
                  </a:lnTo>
                  <a:lnTo>
                    <a:pt x="6588271" y="592516"/>
                  </a:lnTo>
                  <a:lnTo>
                    <a:pt x="6583280" y="592516"/>
                  </a:lnTo>
                  <a:lnTo>
                    <a:pt x="6583280" y="592516"/>
                  </a:lnTo>
                  <a:lnTo>
                    <a:pt x="6578289" y="592516"/>
                  </a:lnTo>
                  <a:lnTo>
                    <a:pt x="6578289" y="592516"/>
                  </a:lnTo>
                  <a:lnTo>
                    <a:pt x="6573298" y="592516"/>
                  </a:lnTo>
                  <a:lnTo>
                    <a:pt x="6573298" y="592516"/>
                  </a:lnTo>
                  <a:lnTo>
                    <a:pt x="6568307" y="592516"/>
                  </a:lnTo>
                  <a:lnTo>
                    <a:pt x="6568307" y="592516"/>
                  </a:lnTo>
                  <a:lnTo>
                    <a:pt x="6563316" y="592516"/>
                  </a:lnTo>
                  <a:lnTo>
                    <a:pt x="6563316" y="592516"/>
                  </a:lnTo>
                  <a:lnTo>
                    <a:pt x="6558325" y="592516"/>
                  </a:lnTo>
                  <a:lnTo>
                    <a:pt x="6558325" y="592516"/>
                  </a:lnTo>
                  <a:lnTo>
                    <a:pt x="6553334" y="592516"/>
                  </a:lnTo>
                  <a:lnTo>
                    <a:pt x="6553334" y="592516"/>
                  </a:lnTo>
                  <a:lnTo>
                    <a:pt x="6548343" y="592516"/>
                  </a:lnTo>
                  <a:lnTo>
                    <a:pt x="6548343" y="592516"/>
                  </a:lnTo>
                  <a:lnTo>
                    <a:pt x="6543351" y="592516"/>
                  </a:lnTo>
                  <a:lnTo>
                    <a:pt x="6543351" y="592516"/>
                  </a:lnTo>
                  <a:lnTo>
                    <a:pt x="6538360" y="592516"/>
                  </a:lnTo>
                  <a:lnTo>
                    <a:pt x="6538360" y="592516"/>
                  </a:lnTo>
                  <a:lnTo>
                    <a:pt x="6533369" y="592516"/>
                  </a:lnTo>
                  <a:lnTo>
                    <a:pt x="6533369" y="592516"/>
                  </a:lnTo>
                  <a:lnTo>
                    <a:pt x="6528378" y="592516"/>
                  </a:lnTo>
                  <a:lnTo>
                    <a:pt x="6528378" y="592516"/>
                  </a:lnTo>
                  <a:lnTo>
                    <a:pt x="6523387" y="592516"/>
                  </a:lnTo>
                  <a:lnTo>
                    <a:pt x="6523387" y="592516"/>
                  </a:lnTo>
                  <a:lnTo>
                    <a:pt x="6518396" y="592516"/>
                  </a:lnTo>
                  <a:lnTo>
                    <a:pt x="6518396" y="617025"/>
                  </a:lnTo>
                  <a:lnTo>
                    <a:pt x="6513405" y="617025"/>
                  </a:lnTo>
                  <a:lnTo>
                    <a:pt x="6513405" y="617025"/>
                  </a:lnTo>
                  <a:lnTo>
                    <a:pt x="6508414" y="617025"/>
                  </a:lnTo>
                  <a:lnTo>
                    <a:pt x="6508414" y="617025"/>
                  </a:lnTo>
                  <a:lnTo>
                    <a:pt x="6503423" y="617025"/>
                  </a:lnTo>
                  <a:lnTo>
                    <a:pt x="6503423" y="617025"/>
                  </a:lnTo>
                  <a:lnTo>
                    <a:pt x="6498431" y="617025"/>
                  </a:lnTo>
                  <a:lnTo>
                    <a:pt x="6498431" y="617025"/>
                  </a:lnTo>
                  <a:lnTo>
                    <a:pt x="6493440" y="617025"/>
                  </a:lnTo>
                  <a:lnTo>
                    <a:pt x="6493440" y="617025"/>
                  </a:lnTo>
                  <a:lnTo>
                    <a:pt x="6488449" y="617025"/>
                  </a:lnTo>
                  <a:lnTo>
                    <a:pt x="6488449" y="617025"/>
                  </a:lnTo>
                  <a:lnTo>
                    <a:pt x="6483458" y="617025"/>
                  </a:lnTo>
                  <a:lnTo>
                    <a:pt x="6483458" y="617025"/>
                  </a:lnTo>
                  <a:lnTo>
                    <a:pt x="6478467" y="617025"/>
                  </a:lnTo>
                  <a:lnTo>
                    <a:pt x="6478467" y="617025"/>
                  </a:lnTo>
                  <a:lnTo>
                    <a:pt x="6473476" y="617025"/>
                  </a:lnTo>
                  <a:lnTo>
                    <a:pt x="6473476" y="617025"/>
                  </a:lnTo>
                  <a:lnTo>
                    <a:pt x="6468485" y="617025"/>
                  </a:lnTo>
                  <a:lnTo>
                    <a:pt x="6468485" y="617025"/>
                  </a:lnTo>
                  <a:lnTo>
                    <a:pt x="6463494" y="617025"/>
                  </a:lnTo>
                  <a:lnTo>
                    <a:pt x="6463494" y="617025"/>
                  </a:lnTo>
                  <a:lnTo>
                    <a:pt x="6458502" y="617025"/>
                  </a:lnTo>
                  <a:lnTo>
                    <a:pt x="6458502" y="617025"/>
                  </a:lnTo>
                  <a:lnTo>
                    <a:pt x="6453511" y="617025"/>
                  </a:lnTo>
                  <a:lnTo>
                    <a:pt x="6453511" y="617025"/>
                  </a:lnTo>
                  <a:lnTo>
                    <a:pt x="6443529" y="617025"/>
                  </a:lnTo>
                  <a:lnTo>
                    <a:pt x="6443529" y="617025"/>
                  </a:lnTo>
                  <a:lnTo>
                    <a:pt x="6438538" y="617025"/>
                  </a:lnTo>
                  <a:lnTo>
                    <a:pt x="6438538" y="617025"/>
                  </a:lnTo>
                  <a:lnTo>
                    <a:pt x="6433547" y="617025"/>
                  </a:lnTo>
                  <a:lnTo>
                    <a:pt x="6433547" y="617025"/>
                  </a:lnTo>
                  <a:lnTo>
                    <a:pt x="6428556" y="617025"/>
                  </a:lnTo>
                  <a:lnTo>
                    <a:pt x="6428556" y="617025"/>
                  </a:lnTo>
                  <a:lnTo>
                    <a:pt x="6423565" y="617025"/>
                  </a:lnTo>
                  <a:lnTo>
                    <a:pt x="6423565" y="617025"/>
                  </a:lnTo>
                  <a:lnTo>
                    <a:pt x="6418574" y="617025"/>
                  </a:lnTo>
                  <a:lnTo>
                    <a:pt x="6418574" y="617025"/>
                  </a:lnTo>
                  <a:lnTo>
                    <a:pt x="6413582" y="617025"/>
                  </a:lnTo>
                  <a:lnTo>
                    <a:pt x="6413582" y="641357"/>
                  </a:lnTo>
                  <a:lnTo>
                    <a:pt x="6408591" y="641357"/>
                  </a:lnTo>
                  <a:lnTo>
                    <a:pt x="6408591" y="641357"/>
                  </a:lnTo>
                  <a:lnTo>
                    <a:pt x="6403600" y="641357"/>
                  </a:lnTo>
                  <a:lnTo>
                    <a:pt x="6403600" y="641357"/>
                  </a:lnTo>
                  <a:lnTo>
                    <a:pt x="6398609" y="641357"/>
                  </a:lnTo>
                  <a:lnTo>
                    <a:pt x="6398609" y="641357"/>
                  </a:lnTo>
                  <a:lnTo>
                    <a:pt x="6393618" y="641357"/>
                  </a:lnTo>
                  <a:lnTo>
                    <a:pt x="6393618" y="641357"/>
                  </a:lnTo>
                  <a:lnTo>
                    <a:pt x="6388627" y="641357"/>
                  </a:lnTo>
                  <a:lnTo>
                    <a:pt x="6388627" y="641357"/>
                  </a:lnTo>
                  <a:lnTo>
                    <a:pt x="6383636" y="641357"/>
                  </a:lnTo>
                  <a:lnTo>
                    <a:pt x="6383636" y="641357"/>
                  </a:lnTo>
                  <a:lnTo>
                    <a:pt x="6378645" y="641357"/>
                  </a:lnTo>
                  <a:lnTo>
                    <a:pt x="6378645" y="641357"/>
                  </a:lnTo>
                  <a:lnTo>
                    <a:pt x="6373654" y="641357"/>
                  </a:lnTo>
                  <a:lnTo>
                    <a:pt x="6373654" y="641357"/>
                  </a:lnTo>
                  <a:lnTo>
                    <a:pt x="6368662" y="641357"/>
                  </a:lnTo>
                  <a:lnTo>
                    <a:pt x="6368662" y="641357"/>
                  </a:lnTo>
                  <a:lnTo>
                    <a:pt x="6363671" y="641357"/>
                  </a:lnTo>
                  <a:lnTo>
                    <a:pt x="6363671" y="641357"/>
                  </a:lnTo>
                  <a:lnTo>
                    <a:pt x="6358680" y="641357"/>
                  </a:lnTo>
                  <a:lnTo>
                    <a:pt x="6358680" y="641357"/>
                  </a:lnTo>
                  <a:lnTo>
                    <a:pt x="6353689" y="641357"/>
                  </a:lnTo>
                  <a:lnTo>
                    <a:pt x="6353689" y="641357"/>
                  </a:lnTo>
                  <a:lnTo>
                    <a:pt x="6348698" y="641357"/>
                  </a:lnTo>
                  <a:lnTo>
                    <a:pt x="6348698" y="641357"/>
                  </a:lnTo>
                  <a:lnTo>
                    <a:pt x="6343707" y="641357"/>
                  </a:lnTo>
                  <a:lnTo>
                    <a:pt x="6343707" y="641357"/>
                  </a:lnTo>
                  <a:lnTo>
                    <a:pt x="6338716" y="641357"/>
                  </a:lnTo>
                  <a:lnTo>
                    <a:pt x="6338716" y="641357"/>
                  </a:lnTo>
                  <a:lnTo>
                    <a:pt x="6333725" y="641357"/>
                  </a:lnTo>
                  <a:lnTo>
                    <a:pt x="6333725" y="641357"/>
                  </a:lnTo>
                  <a:lnTo>
                    <a:pt x="6328734" y="641357"/>
                  </a:lnTo>
                  <a:lnTo>
                    <a:pt x="6328734" y="641357"/>
                  </a:lnTo>
                  <a:lnTo>
                    <a:pt x="6323742" y="641357"/>
                  </a:lnTo>
                  <a:lnTo>
                    <a:pt x="6323742" y="641357"/>
                  </a:lnTo>
                  <a:lnTo>
                    <a:pt x="6318751" y="641357"/>
                  </a:lnTo>
                  <a:lnTo>
                    <a:pt x="6318751" y="641357"/>
                  </a:lnTo>
                  <a:lnTo>
                    <a:pt x="6313760" y="641357"/>
                  </a:lnTo>
                  <a:lnTo>
                    <a:pt x="6313760" y="641357"/>
                  </a:lnTo>
                  <a:lnTo>
                    <a:pt x="6308769" y="641357"/>
                  </a:lnTo>
                  <a:lnTo>
                    <a:pt x="6308769" y="641357"/>
                  </a:lnTo>
                  <a:lnTo>
                    <a:pt x="6303778" y="641357"/>
                  </a:lnTo>
                  <a:lnTo>
                    <a:pt x="6303778" y="641357"/>
                  </a:lnTo>
                  <a:lnTo>
                    <a:pt x="6298787" y="641357"/>
                  </a:lnTo>
                  <a:lnTo>
                    <a:pt x="6298787" y="641357"/>
                  </a:lnTo>
                  <a:lnTo>
                    <a:pt x="6293796" y="641357"/>
                  </a:lnTo>
                  <a:lnTo>
                    <a:pt x="6293796" y="641357"/>
                  </a:lnTo>
                  <a:lnTo>
                    <a:pt x="6288805" y="641357"/>
                  </a:lnTo>
                  <a:lnTo>
                    <a:pt x="6288805" y="641357"/>
                  </a:lnTo>
                  <a:lnTo>
                    <a:pt x="6283813" y="641357"/>
                  </a:lnTo>
                  <a:lnTo>
                    <a:pt x="6283813" y="641357"/>
                  </a:lnTo>
                  <a:lnTo>
                    <a:pt x="6278822" y="641357"/>
                  </a:lnTo>
                  <a:lnTo>
                    <a:pt x="6278822" y="641357"/>
                  </a:lnTo>
                  <a:lnTo>
                    <a:pt x="6273831" y="641357"/>
                  </a:lnTo>
                  <a:lnTo>
                    <a:pt x="6273831" y="641357"/>
                  </a:lnTo>
                  <a:lnTo>
                    <a:pt x="6268840" y="641357"/>
                  </a:lnTo>
                  <a:lnTo>
                    <a:pt x="6268840" y="641357"/>
                  </a:lnTo>
                  <a:lnTo>
                    <a:pt x="6263849" y="641357"/>
                  </a:lnTo>
                  <a:lnTo>
                    <a:pt x="6263849" y="641357"/>
                  </a:lnTo>
                  <a:lnTo>
                    <a:pt x="6258858" y="641357"/>
                  </a:lnTo>
                  <a:lnTo>
                    <a:pt x="6258858" y="641357"/>
                  </a:lnTo>
                  <a:lnTo>
                    <a:pt x="6253867" y="641357"/>
                  </a:lnTo>
                  <a:lnTo>
                    <a:pt x="6253867" y="641357"/>
                  </a:lnTo>
                  <a:lnTo>
                    <a:pt x="6248876" y="641357"/>
                  </a:lnTo>
                  <a:lnTo>
                    <a:pt x="6248876" y="641357"/>
                  </a:lnTo>
                  <a:lnTo>
                    <a:pt x="6243885" y="641357"/>
                  </a:lnTo>
                  <a:lnTo>
                    <a:pt x="6243885" y="665237"/>
                  </a:lnTo>
                  <a:lnTo>
                    <a:pt x="6238893" y="665237"/>
                  </a:lnTo>
                  <a:lnTo>
                    <a:pt x="6238893" y="665237"/>
                  </a:lnTo>
                  <a:lnTo>
                    <a:pt x="6233902" y="665237"/>
                  </a:lnTo>
                  <a:lnTo>
                    <a:pt x="6233902" y="665237"/>
                  </a:lnTo>
                  <a:lnTo>
                    <a:pt x="6228911" y="665237"/>
                  </a:lnTo>
                  <a:lnTo>
                    <a:pt x="6228911" y="665237"/>
                  </a:lnTo>
                  <a:lnTo>
                    <a:pt x="6223920" y="665237"/>
                  </a:lnTo>
                  <a:lnTo>
                    <a:pt x="6223920" y="665237"/>
                  </a:lnTo>
                  <a:lnTo>
                    <a:pt x="6218929" y="665237"/>
                  </a:lnTo>
                  <a:lnTo>
                    <a:pt x="6218929" y="665237"/>
                  </a:lnTo>
                  <a:lnTo>
                    <a:pt x="6213938" y="665237"/>
                  </a:lnTo>
                  <a:lnTo>
                    <a:pt x="6213938" y="665237"/>
                  </a:lnTo>
                  <a:lnTo>
                    <a:pt x="6208947" y="665237"/>
                  </a:lnTo>
                  <a:lnTo>
                    <a:pt x="6208947" y="665237"/>
                  </a:lnTo>
                  <a:lnTo>
                    <a:pt x="6203956" y="665237"/>
                  </a:lnTo>
                  <a:lnTo>
                    <a:pt x="6203956" y="665237"/>
                  </a:lnTo>
                  <a:lnTo>
                    <a:pt x="6193973" y="665237"/>
                  </a:lnTo>
                  <a:lnTo>
                    <a:pt x="6193973" y="665237"/>
                  </a:lnTo>
                  <a:lnTo>
                    <a:pt x="6188982" y="665237"/>
                  </a:lnTo>
                  <a:lnTo>
                    <a:pt x="6188982" y="665237"/>
                  </a:lnTo>
                  <a:lnTo>
                    <a:pt x="6183991" y="665237"/>
                  </a:lnTo>
                  <a:lnTo>
                    <a:pt x="6183991" y="665237"/>
                  </a:lnTo>
                  <a:lnTo>
                    <a:pt x="6179000" y="665237"/>
                  </a:lnTo>
                  <a:lnTo>
                    <a:pt x="6179000" y="665237"/>
                  </a:lnTo>
                  <a:lnTo>
                    <a:pt x="6174009" y="665237"/>
                  </a:lnTo>
                  <a:lnTo>
                    <a:pt x="6174009" y="665237"/>
                  </a:lnTo>
                  <a:lnTo>
                    <a:pt x="6169018" y="665237"/>
                  </a:lnTo>
                  <a:lnTo>
                    <a:pt x="6169018" y="665237"/>
                  </a:lnTo>
                  <a:lnTo>
                    <a:pt x="6164027" y="665237"/>
                  </a:lnTo>
                  <a:lnTo>
                    <a:pt x="6164027" y="665237"/>
                  </a:lnTo>
                  <a:lnTo>
                    <a:pt x="6159036" y="665237"/>
                  </a:lnTo>
                  <a:lnTo>
                    <a:pt x="6159036" y="665237"/>
                  </a:lnTo>
                  <a:lnTo>
                    <a:pt x="6154044" y="665237"/>
                  </a:lnTo>
                  <a:lnTo>
                    <a:pt x="6154044" y="665237"/>
                  </a:lnTo>
                  <a:lnTo>
                    <a:pt x="6149053" y="665237"/>
                  </a:lnTo>
                  <a:lnTo>
                    <a:pt x="6149053" y="665237"/>
                  </a:lnTo>
                  <a:lnTo>
                    <a:pt x="6144062" y="665237"/>
                  </a:lnTo>
                  <a:lnTo>
                    <a:pt x="6144062" y="665237"/>
                  </a:lnTo>
                  <a:lnTo>
                    <a:pt x="6139071" y="665237"/>
                  </a:lnTo>
                  <a:lnTo>
                    <a:pt x="6139071" y="665237"/>
                  </a:lnTo>
                  <a:lnTo>
                    <a:pt x="6134080" y="665237"/>
                  </a:lnTo>
                  <a:lnTo>
                    <a:pt x="6134080" y="665237"/>
                  </a:lnTo>
                  <a:lnTo>
                    <a:pt x="6129089" y="665237"/>
                  </a:lnTo>
                  <a:lnTo>
                    <a:pt x="6129089" y="665237"/>
                  </a:lnTo>
                  <a:lnTo>
                    <a:pt x="6124098" y="665237"/>
                  </a:lnTo>
                  <a:lnTo>
                    <a:pt x="6124098" y="665237"/>
                  </a:lnTo>
                  <a:lnTo>
                    <a:pt x="6119107" y="665237"/>
                  </a:lnTo>
                  <a:lnTo>
                    <a:pt x="6119107" y="665237"/>
                  </a:lnTo>
                  <a:lnTo>
                    <a:pt x="6114116" y="665237"/>
                  </a:lnTo>
                  <a:lnTo>
                    <a:pt x="6114116" y="665237"/>
                  </a:lnTo>
                  <a:lnTo>
                    <a:pt x="6109124" y="665237"/>
                  </a:lnTo>
                  <a:lnTo>
                    <a:pt x="6109124" y="665237"/>
                  </a:lnTo>
                  <a:lnTo>
                    <a:pt x="6104133" y="665237"/>
                  </a:lnTo>
                  <a:lnTo>
                    <a:pt x="6104133" y="665237"/>
                  </a:lnTo>
                  <a:lnTo>
                    <a:pt x="6099142" y="665237"/>
                  </a:lnTo>
                  <a:lnTo>
                    <a:pt x="6099142" y="665237"/>
                  </a:lnTo>
                  <a:lnTo>
                    <a:pt x="6094151" y="665237"/>
                  </a:lnTo>
                  <a:lnTo>
                    <a:pt x="6094151" y="665237"/>
                  </a:lnTo>
                  <a:lnTo>
                    <a:pt x="6089160" y="665237"/>
                  </a:lnTo>
                  <a:lnTo>
                    <a:pt x="6089160" y="665237"/>
                  </a:lnTo>
                  <a:lnTo>
                    <a:pt x="6084169" y="665237"/>
                  </a:lnTo>
                  <a:lnTo>
                    <a:pt x="6084169" y="665237"/>
                  </a:lnTo>
                  <a:lnTo>
                    <a:pt x="6079178" y="665237"/>
                  </a:lnTo>
                  <a:lnTo>
                    <a:pt x="6079178" y="665237"/>
                  </a:lnTo>
                  <a:lnTo>
                    <a:pt x="6074187" y="665237"/>
                  </a:lnTo>
                  <a:lnTo>
                    <a:pt x="6074187" y="665237"/>
                  </a:lnTo>
                  <a:lnTo>
                    <a:pt x="6069196" y="665237"/>
                  </a:lnTo>
                  <a:lnTo>
                    <a:pt x="6069196" y="665237"/>
                  </a:lnTo>
                  <a:lnTo>
                    <a:pt x="6064204" y="665237"/>
                  </a:lnTo>
                  <a:lnTo>
                    <a:pt x="6064204" y="665237"/>
                  </a:lnTo>
                  <a:lnTo>
                    <a:pt x="6059213" y="665237"/>
                  </a:lnTo>
                  <a:lnTo>
                    <a:pt x="6059213" y="665237"/>
                  </a:lnTo>
                  <a:lnTo>
                    <a:pt x="6054222" y="665237"/>
                  </a:lnTo>
                  <a:lnTo>
                    <a:pt x="6054222" y="665237"/>
                  </a:lnTo>
                  <a:lnTo>
                    <a:pt x="6049231" y="665237"/>
                  </a:lnTo>
                  <a:lnTo>
                    <a:pt x="6049231" y="665237"/>
                  </a:lnTo>
                  <a:lnTo>
                    <a:pt x="6044240" y="665237"/>
                  </a:lnTo>
                  <a:lnTo>
                    <a:pt x="6044240" y="665237"/>
                  </a:lnTo>
                  <a:lnTo>
                    <a:pt x="6039249" y="665237"/>
                  </a:lnTo>
                  <a:lnTo>
                    <a:pt x="6039249" y="665237"/>
                  </a:lnTo>
                  <a:lnTo>
                    <a:pt x="6034258" y="665237"/>
                  </a:lnTo>
                  <a:lnTo>
                    <a:pt x="6034258" y="665237"/>
                  </a:lnTo>
                  <a:lnTo>
                    <a:pt x="6029267" y="665237"/>
                  </a:lnTo>
                  <a:lnTo>
                    <a:pt x="6029267" y="665237"/>
                  </a:lnTo>
                  <a:lnTo>
                    <a:pt x="6024275" y="665237"/>
                  </a:lnTo>
                  <a:lnTo>
                    <a:pt x="6024275" y="665237"/>
                  </a:lnTo>
                  <a:lnTo>
                    <a:pt x="6019284" y="665237"/>
                  </a:lnTo>
                  <a:lnTo>
                    <a:pt x="6019284" y="665237"/>
                  </a:lnTo>
                  <a:lnTo>
                    <a:pt x="6014293" y="665237"/>
                  </a:lnTo>
                  <a:lnTo>
                    <a:pt x="6014293" y="665237"/>
                  </a:lnTo>
                  <a:lnTo>
                    <a:pt x="6009302" y="665237"/>
                  </a:lnTo>
                  <a:lnTo>
                    <a:pt x="6009302" y="665237"/>
                  </a:lnTo>
                  <a:lnTo>
                    <a:pt x="6004311" y="665237"/>
                  </a:lnTo>
                  <a:lnTo>
                    <a:pt x="6004311" y="665237"/>
                  </a:lnTo>
                  <a:lnTo>
                    <a:pt x="5999320" y="665237"/>
                  </a:lnTo>
                  <a:lnTo>
                    <a:pt x="5999320" y="665237"/>
                  </a:lnTo>
                  <a:lnTo>
                    <a:pt x="5994329" y="665237"/>
                  </a:lnTo>
                  <a:lnTo>
                    <a:pt x="5994329" y="665237"/>
                  </a:lnTo>
                  <a:lnTo>
                    <a:pt x="5989338" y="665237"/>
                  </a:lnTo>
                  <a:lnTo>
                    <a:pt x="5989338" y="687987"/>
                  </a:lnTo>
                  <a:lnTo>
                    <a:pt x="5984347" y="687987"/>
                  </a:lnTo>
                  <a:lnTo>
                    <a:pt x="5984347" y="687987"/>
                  </a:lnTo>
                  <a:lnTo>
                    <a:pt x="5979355" y="687987"/>
                  </a:lnTo>
                  <a:lnTo>
                    <a:pt x="5979355" y="687987"/>
                  </a:lnTo>
                  <a:lnTo>
                    <a:pt x="5974364" y="687987"/>
                  </a:lnTo>
                  <a:lnTo>
                    <a:pt x="5974364" y="687987"/>
                  </a:lnTo>
                  <a:lnTo>
                    <a:pt x="5969373" y="687987"/>
                  </a:lnTo>
                  <a:lnTo>
                    <a:pt x="5969373" y="687987"/>
                  </a:lnTo>
                  <a:lnTo>
                    <a:pt x="5959391" y="687987"/>
                  </a:lnTo>
                  <a:lnTo>
                    <a:pt x="5959391" y="687987"/>
                  </a:lnTo>
                  <a:lnTo>
                    <a:pt x="5949409" y="687987"/>
                  </a:lnTo>
                  <a:lnTo>
                    <a:pt x="5949409" y="687987"/>
                  </a:lnTo>
                  <a:lnTo>
                    <a:pt x="5944418" y="687987"/>
                  </a:lnTo>
                  <a:lnTo>
                    <a:pt x="5944418" y="687987"/>
                  </a:lnTo>
                  <a:lnTo>
                    <a:pt x="5939427" y="687987"/>
                  </a:lnTo>
                  <a:lnTo>
                    <a:pt x="5939427" y="687987"/>
                  </a:lnTo>
                  <a:lnTo>
                    <a:pt x="5934435" y="687987"/>
                  </a:lnTo>
                  <a:lnTo>
                    <a:pt x="5934435" y="687987"/>
                  </a:lnTo>
                  <a:lnTo>
                    <a:pt x="5929444" y="687987"/>
                  </a:lnTo>
                  <a:lnTo>
                    <a:pt x="5929444" y="687987"/>
                  </a:lnTo>
                  <a:lnTo>
                    <a:pt x="5924453" y="687987"/>
                  </a:lnTo>
                  <a:lnTo>
                    <a:pt x="5924453" y="687987"/>
                  </a:lnTo>
                  <a:lnTo>
                    <a:pt x="5919462" y="687987"/>
                  </a:lnTo>
                  <a:lnTo>
                    <a:pt x="5919462" y="687987"/>
                  </a:lnTo>
                  <a:lnTo>
                    <a:pt x="5914471" y="687987"/>
                  </a:lnTo>
                  <a:lnTo>
                    <a:pt x="5914471" y="687987"/>
                  </a:lnTo>
                  <a:lnTo>
                    <a:pt x="5909480" y="687987"/>
                  </a:lnTo>
                  <a:lnTo>
                    <a:pt x="5909480" y="687987"/>
                  </a:lnTo>
                  <a:lnTo>
                    <a:pt x="5904489" y="687987"/>
                  </a:lnTo>
                  <a:lnTo>
                    <a:pt x="5904489" y="687987"/>
                  </a:lnTo>
                  <a:lnTo>
                    <a:pt x="5899498" y="687987"/>
                  </a:lnTo>
                  <a:lnTo>
                    <a:pt x="5899498" y="687987"/>
                  </a:lnTo>
                  <a:lnTo>
                    <a:pt x="5894506" y="687987"/>
                  </a:lnTo>
                  <a:lnTo>
                    <a:pt x="5894506" y="687987"/>
                  </a:lnTo>
                  <a:lnTo>
                    <a:pt x="5889515" y="687987"/>
                  </a:lnTo>
                  <a:lnTo>
                    <a:pt x="5889515" y="687987"/>
                  </a:lnTo>
                  <a:lnTo>
                    <a:pt x="5884524" y="687987"/>
                  </a:lnTo>
                  <a:lnTo>
                    <a:pt x="5884524" y="687987"/>
                  </a:lnTo>
                  <a:lnTo>
                    <a:pt x="5879533" y="687987"/>
                  </a:lnTo>
                  <a:lnTo>
                    <a:pt x="5879533" y="687987"/>
                  </a:lnTo>
                  <a:lnTo>
                    <a:pt x="5874542" y="687987"/>
                  </a:lnTo>
                  <a:lnTo>
                    <a:pt x="5874542" y="687987"/>
                  </a:lnTo>
                  <a:lnTo>
                    <a:pt x="5869551" y="687987"/>
                  </a:lnTo>
                  <a:lnTo>
                    <a:pt x="5869551" y="687987"/>
                  </a:lnTo>
                  <a:lnTo>
                    <a:pt x="5864560" y="687987"/>
                  </a:lnTo>
                  <a:lnTo>
                    <a:pt x="5864560" y="687987"/>
                  </a:lnTo>
                  <a:lnTo>
                    <a:pt x="5859569" y="687987"/>
                  </a:lnTo>
                  <a:lnTo>
                    <a:pt x="5859569" y="687987"/>
                  </a:lnTo>
                  <a:lnTo>
                    <a:pt x="5854578" y="687987"/>
                  </a:lnTo>
                  <a:lnTo>
                    <a:pt x="5854578" y="687987"/>
                  </a:lnTo>
                  <a:lnTo>
                    <a:pt x="5849586" y="687987"/>
                  </a:lnTo>
                  <a:lnTo>
                    <a:pt x="5849586" y="687987"/>
                  </a:lnTo>
                  <a:lnTo>
                    <a:pt x="5844595" y="687987"/>
                  </a:lnTo>
                  <a:lnTo>
                    <a:pt x="5844595" y="687987"/>
                  </a:lnTo>
                  <a:lnTo>
                    <a:pt x="5839604" y="687987"/>
                  </a:lnTo>
                  <a:lnTo>
                    <a:pt x="5839604" y="687987"/>
                  </a:lnTo>
                  <a:lnTo>
                    <a:pt x="5834613" y="687987"/>
                  </a:lnTo>
                  <a:lnTo>
                    <a:pt x="5834613" y="687987"/>
                  </a:lnTo>
                  <a:lnTo>
                    <a:pt x="5829622" y="687987"/>
                  </a:lnTo>
                  <a:lnTo>
                    <a:pt x="5829622" y="687987"/>
                  </a:lnTo>
                  <a:lnTo>
                    <a:pt x="5824631" y="687987"/>
                  </a:lnTo>
                  <a:lnTo>
                    <a:pt x="5824631" y="687987"/>
                  </a:lnTo>
                  <a:lnTo>
                    <a:pt x="5819640" y="687987"/>
                  </a:lnTo>
                  <a:lnTo>
                    <a:pt x="5819640" y="687987"/>
                  </a:lnTo>
                  <a:lnTo>
                    <a:pt x="5814649" y="687987"/>
                  </a:lnTo>
                  <a:lnTo>
                    <a:pt x="5814649" y="687987"/>
                  </a:lnTo>
                  <a:lnTo>
                    <a:pt x="5809658" y="687987"/>
                  </a:lnTo>
                  <a:lnTo>
                    <a:pt x="5809658" y="687987"/>
                  </a:lnTo>
                  <a:lnTo>
                    <a:pt x="5804666" y="687987"/>
                  </a:lnTo>
                  <a:lnTo>
                    <a:pt x="5804666" y="687987"/>
                  </a:lnTo>
                  <a:lnTo>
                    <a:pt x="5799675" y="687987"/>
                  </a:lnTo>
                  <a:lnTo>
                    <a:pt x="5799675" y="687987"/>
                  </a:lnTo>
                  <a:lnTo>
                    <a:pt x="5794684" y="687987"/>
                  </a:lnTo>
                  <a:lnTo>
                    <a:pt x="5794684" y="687987"/>
                  </a:lnTo>
                  <a:lnTo>
                    <a:pt x="5789693" y="687987"/>
                  </a:lnTo>
                  <a:lnTo>
                    <a:pt x="5789693" y="687987"/>
                  </a:lnTo>
                  <a:lnTo>
                    <a:pt x="5779711" y="687987"/>
                  </a:lnTo>
                  <a:lnTo>
                    <a:pt x="5779711" y="687987"/>
                  </a:lnTo>
                  <a:lnTo>
                    <a:pt x="5774720" y="687987"/>
                  </a:lnTo>
                  <a:lnTo>
                    <a:pt x="5774720" y="687987"/>
                  </a:lnTo>
                  <a:lnTo>
                    <a:pt x="5769729" y="687987"/>
                  </a:lnTo>
                  <a:lnTo>
                    <a:pt x="5769729" y="687987"/>
                  </a:lnTo>
                  <a:lnTo>
                    <a:pt x="5764737" y="687987"/>
                  </a:lnTo>
                  <a:lnTo>
                    <a:pt x="5764737" y="710417"/>
                  </a:lnTo>
                  <a:lnTo>
                    <a:pt x="5759746" y="710417"/>
                  </a:lnTo>
                  <a:lnTo>
                    <a:pt x="5759746" y="710417"/>
                  </a:lnTo>
                  <a:lnTo>
                    <a:pt x="5754755" y="710417"/>
                  </a:lnTo>
                  <a:lnTo>
                    <a:pt x="5754755" y="710417"/>
                  </a:lnTo>
                  <a:lnTo>
                    <a:pt x="5749764" y="710417"/>
                  </a:lnTo>
                  <a:lnTo>
                    <a:pt x="5749764" y="710417"/>
                  </a:lnTo>
                  <a:lnTo>
                    <a:pt x="5744773" y="710417"/>
                  </a:lnTo>
                  <a:lnTo>
                    <a:pt x="5744773" y="710417"/>
                  </a:lnTo>
                  <a:lnTo>
                    <a:pt x="5739782" y="710417"/>
                  </a:lnTo>
                  <a:lnTo>
                    <a:pt x="5739782" y="710417"/>
                  </a:lnTo>
                  <a:lnTo>
                    <a:pt x="5734791" y="710417"/>
                  </a:lnTo>
                  <a:lnTo>
                    <a:pt x="5734791" y="710417"/>
                  </a:lnTo>
                  <a:lnTo>
                    <a:pt x="5729800" y="710417"/>
                  </a:lnTo>
                  <a:lnTo>
                    <a:pt x="5729800" y="710417"/>
                  </a:lnTo>
                  <a:lnTo>
                    <a:pt x="5724809" y="710417"/>
                  </a:lnTo>
                  <a:lnTo>
                    <a:pt x="5724809" y="710417"/>
                  </a:lnTo>
                  <a:lnTo>
                    <a:pt x="5719817" y="710417"/>
                  </a:lnTo>
                  <a:lnTo>
                    <a:pt x="5719817" y="710417"/>
                  </a:lnTo>
                  <a:lnTo>
                    <a:pt x="5714826" y="710417"/>
                  </a:lnTo>
                  <a:lnTo>
                    <a:pt x="5714826" y="710417"/>
                  </a:lnTo>
                  <a:lnTo>
                    <a:pt x="5709835" y="710417"/>
                  </a:lnTo>
                  <a:lnTo>
                    <a:pt x="5709835" y="710417"/>
                  </a:lnTo>
                  <a:lnTo>
                    <a:pt x="5704844" y="710417"/>
                  </a:lnTo>
                  <a:lnTo>
                    <a:pt x="5704844" y="710417"/>
                  </a:lnTo>
                  <a:lnTo>
                    <a:pt x="5694862" y="710417"/>
                  </a:lnTo>
                  <a:lnTo>
                    <a:pt x="5694862" y="710417"/>
                  </a:lnTo>
                  <a:lnTo>
                    <a:pt x="5689871" y="710417"/>
                  </a:lnTo>
                  <a:lnTo>
                    <a:pt x="5689871" y="710417"/>
                  </a:lnTo>
                  <a:lnTo>
                    <a:pt x="5684880" y="710417"/>
                  </a:lnTo>
                  <a:lnTo>
                    <a:pt x="5684880" y="710417"/>
                  </a:lnTo>
                  <a:lnTo>
                    <a:pt x="5679889" y="710417"/>
                  </a:lnTo>
                  <a:lnTo>
                    <a:pt x="5679889" y="710417"/>
                  </a:lnTo>
                  <a:lnTo>
                    <a:pt x="5674897" y="710417"/>
                  </a:lnTo>
                  <a:lnTo>
                    <a:pt x="5674897" y="710417"/>
                  </a:lnTo>
                  <a:lnTo>
                    <a:pt x="5669906" y="710417"/>
                  </a:lnTo>
                  <a:lnTo>
                    <a:pt x="5669906" y="710417"/>
                  </a:lnTo>
                  <a:lnTo>
                    <a:pt x="5664915" y="710417"/>
                  </a:lnTo>
                  <a:lnTo>
                    <a:pt x="5664915" y="710417"/>
                  </a:lnTo>
                  <a:lnTo>
                    <a:pt x="5659924" y="710417"/>
                  </a:lnTo>
                  <a:lnTo>
                    <a:pt x="5659924" y="710417"/>
                  </a:lnTo>
                  <a:lnTo>
                    <a:pt x="5654933" y="710417"/>
                  </a:lnTo>
                  <a:lnTo>
                    <a:pt x="5654933" y="710417"/>
                  </a:lnTo>
                  <a:lnTo>
                    <a:pt x="5649942" y="710417"/>
                  </a:lnTo>
                  <a:lnTo>
                    <a:pt x="5649942" y="710417"/>
                  </a:lnTo>
                  <a:lnTo>
                    <a:pt x="5644951" y="710417"/>
                  </a:lnTo>
                  <a:lnTo>
                    <a:pt x="5644951" y="710417"/>
                  </a:lnTo>
                  <a:lnTo>
                    <a:pt x="5639960" y="710417"/>
                  </a:lnTo>
                  <a:lnTo>
                    <a:pt x="5639960" y="710417"/>
                  </a:lnTo>
                  <a:lnTo>
                    <a:pt x="5634968" y="710417"/>
                  </a:lnTo>
                  <a:lnTo>
                    <a:pt x="5634968" y="710417"/>
                  </a:lnTo>
                  <a:lnTo>
                    <a:pt x="5629977" y="710417"/>
                  </a:lnTo>
                  <a:lnTo>
                    <a:pt x="5629977" y="710417"/>
                  </a:lnTo>
                  <a:lnTo>
                    <a:pt x="5624986" y="710417"/>
                  </a:lnTo>
                  <a:lnTo>
                    <a:pt x="5624986" y="710417"/>
                  </a:lnTo>
                  <a:lnTo>
                    <a:pt x="5619995" y="710417"/>
                  </a:lnTo>
                  <a:lnTo>
                    <a:pt x="5619995" y="710417"/>
                  </a:lnTo>
                  <a:lnTo>
                    <a:pt x="5615004" y="710417"/>
                  </a:lnTo>
                  <a:lnTo>
                    <a:pt x="5615004" y="710417"/>
                  </a:lnTo>
                  <a:lnTo>
                    <a:pt x="5610013" y="710417"/>
                  </a:lnTo>
                  <a:lnTo>
                    <a:pt x="5610013" y="710417"/>
                  </a:lnTo>
                  <a:lnTo>
                    <a:pt x="5605022" y="710417"/>
                  </a:lnTo>
                  <a:lnTo>
                    <a:pt x="5605022" y="710417"/>
                  </a:lnTo>
                  <a:lnTo>
                    <a:pt x="5600031" y="710417"/>
                  </a:lnTo>
                  <a:lnTo>
                    <a:pt x="5600031" y="710417"/>
                  </a:lnTo>
                  <a:lnTo>
                    <a:pt x="5595040" y="710417"/>
                  </a:lnTo>
                  <a:lnTo>
                    <a:pt x="5595040" y="710417"/>
                  </a:lnTo>
                  <a:lnTo>
                    <a:pt x="5590048" y="710417"/>
                  </a:lnTo>
                  <a:lnTo>
                    <a:pt x="5590048" y="710417"/>
                  </a:lnTo>
                  <a:lnTo>
                    <a:pt x="5585057" y="710417"/>
                  </a:lnTo>
                  <a:lnTo>
                    <a:pt x="5585057" y="710417"/>
                  </a:lnTo>
                  <a:lnTo>
                    <a:pt x="5580066" y="710417"/>
                  </a:lnTo>
                  <a:lnTo>
                    <a:pt x="5580066" y="710417"/>
                  </a:lnTo>
                  <a:lnTo>
                    <a:pt x="5575075" y="710417"/>
                  </a:lnTo>
                  <a:lnTo>
                    <a:pt x="5575075" y="710417"/>
                  </a:lnTo>
                  <a:lnTo>
                    <a:pt x="5570084" y="710417"/>
                  </a:lnTo>
                  <a:lnTo>
                    <a:pt x="5570084" y="710417"/>
                  </a:lnTo>
                  <a:lnTo>
                    <a:pt x="5565093" y="710417"/>
                  </a:lnTo>
                  <a:lnTo>
                    <a:pt x="5565093" y="710417"/>
                  </a:lnTo>
                  <a:lnTo>
                    <a:pt x="5560102" y="710417"/>
                  </a:lnTo>
                  <a:lnTo>
                    <a:pt x="5560102" y="710417"/>
                  </a:lnTo>
                  <a:lnTo>
                    <a:pt x="5555111" y="710417"/>
                  </a:lnTo>
                  <a:lnTo>
                    <a:pt x="5555111" y="710417"/>
                  </a:lnTo>
                  <a:lnTo>
                    <a:pt x="5550120" y="710417"/>
                  </a:lnTo>
                  <a:lnTo>
                    <a:pt x="5550120" y="710417"/>
                  </a:lnTo>
                  <a:lnTo>
                    <a:pt x="5545128" y="710417"/>
                  </a:lnTo>
                  <a:lnTo>
                    <a:pt x="5545128" y="710417"/>
                  </a:lnTo>
                  <a:lnTo>
                    <a:pt x="5540137" y="710417"/>
                  </a:lnTo>
                  <a:lnTo>
                    <a:pt x="5540137" y="710417"/>
                  </a:lnTo>
                  <a:lnTo>
                    <a:pt x="5535146" y="710417"/>
                  </a:lnTo>
                  <a:lnTo>
                    <a:pt x="5535146" y="710417"/>
                  </a:lnTo>
                  <a:lnTo>
                    <a:pt x="5530155" y="710417"/>
                  </a:lnTo>
                  <a:lnTo>
                    <a:pt x="5530155" y="710417"/>
                  </a:lnTo>
                  <a:lnTo>
                    <a:pt x="5525164" y="710417"/>
                  </a:lnTo>
                  <a:lnTo>
                    <a:pt x="5525164" y="710417"/>
                  </a:lnTo>
                  <a:lnTo>
                    <a:pt x="5520173" y="710417"/>
                  </a:lnTo>
                  <a:lnTo>
                    <a:pt x="5520173" y="710417"/>
                  </a:lnTo>
                  <a:lnTo>
                    <a:pt x="5515182" y="710417"/>
                  </a:lnTo>
                  <a:lnTo>
                    <a:pt x="5515182" y="710417"/>
                  </a:lnTo>
                  <a:lnTo>
                    <a:pt x="5510191" y="710417"/>
                  </a:lnTo>
                  <a:lnTo>
                    <a:pt x="5510191" y="710417"/>
                  </a:lnTo>
                  <a:lnTo>
                    <a:pt x="5505200" y="710417"/>
                  </a:lnTo>
                  <a:lnTo>
                    <a:pt x="5505200" y="710417"/>
                  </a:lnTo>
                  <a:lnTo>
                    <a:pt x="5500208" y="710417"/>
                  </a:lnTo>
                  <a:lnTo>
                    <a:pt x="5500208" y="710417"/>
                  </a:lnTo>
                  <a:lnTo>
                    <a:pt x="5495217" y="710417"/>
                  </a:lnTo>
                  <a:lnTo>
                    <a:pt x="5495217" y="710417"/>
                  </a:lnTo>
                  <a:lnTo>
                    <a:pt x="5490226" y="710417"/>
                  </a:lnTo>
                  <a:lnTo>
                    <a:pt x="5490226" y="710417"/>
                  </a:lnTo>
                  <a:lnTo>
                    <a:pt x="5485235" y="710417"/>
                  </a:lnTo>
                  <a:lnTo>
                    <a:pt x="5485235" y="710417"/>
                  </a:lnTo>
                  <a:lnTo>
                    <a:pt x="5480244" y="710417"/>
                  </a:lnTo>
                  <a:lnTo>
                    <a:pt x="5480244" y="710417"/>
                  </a:lnTo>
                  <a:lnTo>
                    <a:pt x="5475253" y="710417"/>
                  </a:lnTo>
                  <a:lnTo>
                    <a:pt x="5475253" y="710417"/>
                  </a:lnTo>
                  <a:lnTo>
                    <a:pt x="5470262" y="710417"/>
                  </a:lnTo>
                  <a:lnTo>
                    <a:pt x="5470262" y="710417"/>
                  </a:lnTo>
                  <a:lnTo>
                    <a:pt x="5465271" y="710417"/>
                  </a:lnTo>
                  <a:lnTo>
                    <a:pt x="5465271" y="731915"/>
                  </a:lnTo>
                  <a:lnTo>
                    <a:pt x="5460279" y="731915"/>
                  </a:lnTo>
                  <a:lnTo>
                    <a:pt x="5460279" y="731915"/>
                  </a:lnTo>
                  <a:lnTo>
                    <a:pt x="5455288" y="731915"/>
                  </a:lnTo>
                  <a:lnTo>
                    <a:pt x="5455288" y="731915"/>
                  </a:lnTo>
                  <a:lnTo>
                    <a:pt x="5450297" y="731915"/>
                  </a:lnTo>
                  <a:lnTo>
                    <a:pt x="5450297" y="731915"/>
                  </a:lnTo>
                  <a:lnTo>
                    <a:pt x="5445306" y="731915"/>
                  </a:lnTo>
                  <a:lnTo>
                    <a:pt x="5445306" y="731915"/>
                  </a:lnTo>
                  <a:lnTo>
                    <a:pt x="5440315" y="731915"/>
                  </a:lnTo>
                  <a:lnTo>
                    <a:pt x="5440315" y="753295"/>
                  </a:lnTo>
                  <a:lnTo>
                    <a:pt x="5435324" y="753295"/>
                  </a:lnTo>
                  <a:lnTo>
                    <a:pt x="5435324" y="753295"/>
                  </a:lnTo>
                  <a:lnTo>
                    <a:pt x="5430333" y="753295"/>
                  </a:lnTo>
                  <a:lnTo>
                    <a:pt x="5430333" y="753295"/>
                  </a:lnTo>
                  <a:lnTo>
                    <a:pt x="5425342" y="753295"/>
                  </a:lnTo>
                  <a:lnTo>
                    <a:pt x="5425342" y="753295"/>
                  </a:lnTo>
                  <a:lnTo>
                    <a:pt x="5420351" y="753295"/>
                  </a:lnTo>
                  <a:lnTo>
                    <a:pt x="5420351" y="753295"/>
                  </a:lnTo>
                  <a:lnTo>
                    <a:pt x="5415359" y="753295"/>
                  </a:lnTo>
                  <a:lnTo>
                    <a:pt x="5415359" y="753295"/>
                  </a:lnTo>
                  <a:lnTo>
                    <a:pt x="5410368" y="753295"/>
                  </a:lnTo>
                  <a:lnTo>
                    <a:pt x="5410368" y="753295"/>
                  </a:lnTo>
                  <a:lnTo>
                    <a:pt x="5405377" y="753295"/>
                  </a:lnTo>
                  <a:lnTo>
                    <a:pt x="5405377" y="774559"/>
                  </a:lnTo>
                  <a:lnTo>
                    <a:pt x="5400386" y="774559"/>
                  </a:lnTo>
                  <a:lnTo>
                    <a:pt x="5400386" y="774559"/>
                  </a:lnTo>
                  <a:lnTo>
                    <a:pt x="5395395" y="774559"/>
                  </a:lnTo>
                  <a:lnTo>
                    <a:pt x="5395395" y="774559"/>
                  </a:lnTo>
                  <a:lnTo>
                    <a:pt x="5390404" y="774559"/>
                  </a:lnTo>
                  <a:lnTo>
                    <a:pt x="5390404" y="774559"/>
                  </a:lnTo>
                  <a:lnTo>
                    <a:pt x="5385413" y="774559"/>
                  </a:lnTo>
                  <a:lnTo>
                    <a:pt x="5385413" y="774559"/>
                  </a:lnTo>
                  <a:lnTo>
                    <a:pt x="5380422" y="774559"/>
                  </a:lnTo>
                  <a:lnTo>
                    <a:pt x="5380422" y="774559"/>
                  </a:lnTo>
                  <a:lnTo>
                    <a:pt x="5375431" y="774559"/>
                  </a:lnTo>
                  <a:lnTo>
                    <a:pt x="5375431" y="774559"/>
                  </a:lnTo>
                  <a:lnTo>
                    <a:pt x="5370439" y="774559"/>
                  </a:lnTo>
                  <a:lnTo>
                    <a:pt x="5370439" y="774559"/>
                  </a:lnTo>
                  <a:lnTo>
                    <a:pt x="5365448" y="774559"/>
                  </a:lnTo>
                  <a:lnTo>
                    <a:pt x="5365448" y="774559"/>
                  </a:lnTo>
                  <a:lnTo>
                    <a:pt x="5360457" y="774559"/>
                  </a:lnTo>
                  <a:lnTo>
                    <a:pt x="5360457" y="774559"/>
                  </a:lnTo>
                  <a:lnTo>
                    <a:pt x="5355466" y="774559"/>
                  </a:lnTo>
                  <a:lnTo>
                    <a:pt x="5355466" y="774559"/>
                  </a:lnTo>
                  <a:lnTo>
                    <a:pt x="5350475" y="774559"/>
                  </a:lnTo>
                  <a:lnTo>
                    <a:pt x="5350475" y="774559"/>
                  </a:lnTo>
                  <a:lnTo>
                    <a:pt x="5345484" y="774559"/>
                  </a:lnTo>
                  <a:lnTo>
                    <a:pt x="5345484" y="774559"/>
                  </a:lnTo>
                  <a:lnTo>
                    <a:pt x="5340493" y="774559"/>
                  </a:lnTo>
                  <a:lnTo>
                    <a:pt x="5340493" y="774559"/>
                  </a:lnTo>
                  <a:lnTo>
                    <a:pt x="5335502" y="774559"/>
                  </a:lnTo>
                  <a:lnTo>
                    <a:pt x="5335502" y="774559"/>
                  </a:lnTo>
                  <a:lnTo>
                    <a:pt x="5330510" y="774559"/>
                  </a:lnTo>
                  <a:lnTo>
                    <a:pt x="5330510" y="774559"/>
                  </a:lnTo>
                  <a:lnTo>
                    <a:pt x="5325519" y="774559"/>
                  </a:lnTo>
                  <a:lnTo>
                    <a:pt x="5325519" y="774559"/>
                  </a:lnTo>
                  <a:lnTo>
                    <a:pt x="5320528" y="774559"/>
                  </a:lnTo>
                  <a:lnTo>
                    <a:pt x="5320528" y="774559"/>
                  </a:lnTo>
                  <a:lnTo>
                    <a:pt x="5315537" y="774559"/>
                  </a:lnTo>
                  <a:lnTo>
                    <a:pt x="5315537" y="774559"/>
                  </a:lnTo>
                  <a:lnTo>
                    <a:pt x="5310546" y="774559"/>
                  </a:lnTo>
                  <a:lnTo>
                    <a:pt x="5310546" y="774559"/>
                  </a:lnTo>
                  <a:lnTo>
                    <a:pt x="5305555" y="774559"/>
                  </a:lnTo>
                  <a:lnTo>
                    <a:pt x="5305555" y="774559"/>
                  </a:lnTo>
                  <a:lnTo>
                    <a:pt x="5300564" y="774559"/>
                  </a:lnTo>
                  <a:lnTo>
                    <a:pt x="5300564" y="774559"/>
                  </a:lnTo>
                  <a:lnTo>
                    <a:pt x="5295573" y="774559"/>
                  </a:lnTo>
                  <a:lnTo>
                    <a:pt x="5295573" y="774559"/>
                  </a:lnTo>
                  <a:lnTo>
                    <a:pt x="5290582" y="774559"/>
                  </a:lnTo>
                  <a:lnTo>
                    <a:pt x="5290582" y="774559"/>
                  </a:lnTo>
                  <a:lnTo>
                    <a:pt x="5285590" y="774559"/>
                  </a:lnTo>
                  <a:lnTo>
                    <a:pt x="5285590" y="774559"/>
                  </a:lnTo>
                  <a:lnTo>
                    <a:pt x="5280599" y="774559"/>
                  </a:lnTo>
                  <a:lnTo>
                    <a:pt x="5280599" y="774559"/>
                  </a:lnTo>
                  <a:lnTo>
                    <a:pt x="5275608" y="774559"/>
                  </a:lnTo>
                  <a:lnTo>
                    <a:pt x="5275608" y="774559"/>
                  </a:lnTo>
                  <a:lnTo>
                    <a:pt x="5270617" y="774559"/>
                  </a:lnTo>
                  <a:lnTo>
                    <a:pt x="5270617" y="795291"/>
                  </a:lnTo>
                  <a:lnTo>
                    <a:pt x="5265626" y="795291"/>
                  </a:lnTo>
                  <a:lnTo>
                    <a:pt x="5265626" y="795291"/>
                  </a:lnTo>
                  <a:lnTo>
                    <a:pt x="5260635" y="795291"/>
                  </a:lnTo>
                  <a:lnTo>
                    <a:pt x="5260635" y="815961"/>
                  </a:lnTo>
                  <a:lnTo>
                    <a:pt x="5255644" y="815961"/>
                  </a:lnTo>
                  <a:lnTo>
                    <a:pt x="5255644" y="815961"/>
                  </a:lnTo>
                  <a:lnTo>
                    <a:pt x="5250653" y="815961"/>
                  </a:lnTo>
                  <a:lnTo>
                    <a:pt x="5250653" y="815961"/>
                  </a:lnTo>
                  <a:lnTo>
                    <a:pt x="5245662" y="815961"/>
                  </a:lnTo>
                  <a:lnTo>
                    <a:pt x="5245662" y="815961"/>
                  </a:lnTo>
                  <a:lnTo>
                    <a:pt x="5240670" y="815961"/>
                  </a:lnTo>
                  <a:lnTo>
                    <a:pt x="5240670" y="815961"/>
                  </a:lnTo>
                  <a:lnTo>
                    <a:pt x="5235679" y="815961"/>
                  </a:lnTo>
                  <a:lnTo>
                    <a:pt x="5235679" y="815961"/>
                  </a:lnTo>
                  <a:lnTo>
                    <a:pt x="5230688" y="815961"/>
                  </a:lnTo>
                  <a:lnTo>
                    <a:pt x="5230688" y="815961"/>
                  </a:lnTo>
                  <a:lnTo>
                    <a:pt x="5225697" y="815961"/>
                  </a:lnTo>
                  <a:lnTo>
                    <a:pt x="5225697" y="815961"/>
                  </a:lnTo>
                  <a:lnTo>
                    <a:pt x="5220706" y="815961"/>
                  </a:lnTo>
                  <a:lnTo>
                    <a:pt x="5220706" y="815961"/>
                  </a:lnTo>
                  <a:lnTo>
                    <a:pt x="5215715" y="815961"/>
                  </a:lnTo>
                  <a:lnTo>
                    <a:pt x="5215715" y="815961"/>
                  </a:lnTo>
                  <a:lnTo>
                    <a:pt x="5210724" y="815961"/>
                  </a:lnTo>
                  <a:lnTo>
                    <a:pt x="5210724" y="815961"/>
                  </a:lnTo>
                  <a:lnTo>
                    <a:pt x="5205733" y="815961"/>
                  </a:lnTo>
                  <a:lnTo>
                    <a:pt x="5205733" y="815961"/>
                  </a:lnTo>
                  <a:lnTo>
                    <a:pt x="5200741" y="815961"/>
                  </a:lnTo>
                  <a:lnTo>
                    <a:pt x="5200741" y="815961"/>
                  </a:lnTo>
                  <a:lnTo>
                    <a:pt x="5195750" y="815961"/>
                  </a:lnTo>
                  <a:lnTo>
                    <a:pt x="5195750" y="815961"/>
                  </a:lnTo>
                  <a:lnTo>
                    <a:pt x="5190759" y="815961"/>
                  </a:lnTo>
                  <a:lnTo>
                    <a:pt x="5190759" y="815961"/>
                  </a:lnTo>
                  <a:lnTo>
                    <a:pt x="5185768" y="815961"/>
                  </a:lnTo>
                  <a:lnTo>
                    <a:pt x="5185768" y="815961"/>
                  </a:lnTo>
                  <a:lnTo>
                    <a:pt x="5180777" y="815961"/>
                  </a:lnTo>
                  <a:lnTo>
                    <a:pt x="5180777" y="815961"/>
                  </a:lnTo>
                  <a:lnTo>
                    <a:pt x="5175786" y="815961"/>
                  </a:lnTo>
                  <a:lnTo>
                    <a:pt x="5175786" y="815961"/>
                  </a:lnTo>
                  <a:lnTo>
                    <a:pt x="5170795" y="815961"/>
                  </a:lnTo>
                  <a:lnTo>
                    <a:pt x="5170795" y="815961"/>
                  </a:lnTo>
                  <a:lnTo>
                    <a:pt x="5165804" y="815961"/>
                  </a:lnTo>
                  <a:lnTo>
                    <a:pt x="5165804" y="815961"/>
                  </a:lnTo>
                  <a:lnTo>
                    <a:pt x="5160813" y="815961"/>
                  </a:lnTo>
                  <a:lnTo>
                    <a:pt x="5160813" y="815961"/>
                  </a:lnTo>
                  <a:lnTo>
                    <a:pt x="5155821" y="815961"/>
                  </a:lnTo>
                  <a:lnTo>
                    <a:pt x="5155821" y="815961"/>
                  </a:lnTo>
                  <a:lnTo>
                    <a:pt x="5150830" y="815961"/>
                  </a:lnTo>
                  <a:lnTo>
                    <a:pt x="5150830" y="815961"/>
                  </a:lnTo>
                  <a:lnTo>
                    <a:pt x="5145839" y="815961"/>
                  </a:lnTo>
                  <a:lnTo>
                    <a:pt x="5145839" y="815961"/>
                  </a:lnTo>
                  <a:lnTo>
                    <a:pt x="5140848" y="815961"/>
                  </a:lnTo>
                  <a:lnTo>
                    <a:pt x="5140848" y="815961"/>
                  </a:lnTo>
                  <a:lnTo>
                    <a:pt x="5135857" y="815961"/>
                  </a:lnTo>
                  <a:lnTo>
                    <a:pt x="5135857" y="815961"/>
                  </a:lnTo>
                  <a:lnTo>
                    <a:pt x="5130866" y="815961"/>
                  </a:lnTo>
                  <a:lnTo>
                    <a:pt x="5130866" y="815961"/>
                  </a:lnTo>
                  <a:lnTo>
                    <a:pt x="5125875" y="815961"/>
                  </a:lnTo>
                  <a:lnTo>
                    <a:pt x="5125875" y="815961"/>
                  </a:lnTo>
                  <a:lnTo>
                    <a:pt x="5120884" y="815961"/>
                  </a:lnTo>
                  <a:lnTo>
                    <a:pt x="5120884" y="815961"/>
                  </a:lnTo>
                  <a:lnTo>
                    <a:pt x="5115893" y="815961"/>
                  </a:lnTo>
                  <a:lnTo>
                    <a:pt x="5115893" y="815961"/>
                  </a:lnTo>
                  <a:lnTo>
                    <a:pt x="5110901" y="815961"/>
                  </a:lnTo>
                  <a:lnTo>
                    <a:pt x="5110901" y="815961"/>
                  </a:lnTo>
                  <a:lnTo>
                    <a:pt x="5105910" y="815961"/>
                  </a:lnTo>
                  <a:lnTo>
                    <a:pt x="5105910" y="815961"/>
                  </a:lnTo>
                  <a:lnTo>
                    <a:pt x="5100919" y="815961"/>
                  </a:lnTo>
                  <a:lnTo>
                    <a:pt x="5100919" y="815961"/>
                  </a:lnTo>
                  <a:lnTo>
                    <a:pt x="5095928" y="815961"/>
                  </a:lnTo>
                  <a:lnTo>
                    <a:pt x="5095928" y="815961"/>
                  </a:lnTo>
                  <a:lnTo>
                    <a:pt x="5090937" y="815961"/>
                  </a:lnTo>
                  <a:lnTo>
                    <a:pt x="5090937" y="815961"/>
                  </a:lnTo>
                  <a:lnTo>
                    <a:pt x="5085946" y="815961"/>
                  </a:lnTo>
                  <a:lnTo>
                    <a:pt x="5085946" y="815961"/>
                  </a:lnTo>
                  <a:lnTo>
                    <a:pt x="5080955" y="815961"/>
                  </a:lnTo>
                  <a:lnTo>
                    <a:pt x="5080955" y="815961"/>
                  </a:lnTo>
                  <a:lnTo>
                    <a:pt x="5075964" y="815961"/>
                  </a:lnTo>
                  <a:lnTo>
                    <a:pt x="5075964" y="815961"/>
                  </a:lnTo>
                  <a:lnTo>
                    <a:pt x="5070972" y="815961"/>
                  </a:lnTo>
                  <a:lnTo>
                    <a:pt x="5070972" y="815961"/>
                  </a:lnTo>
                  <a:lnTo>
                    <a:pt x="5065981" y="815961"/>
                  </a:lnTo>
                  <a:lnTo>
                    <a:pt x="5065981" y="815961"/>
                  </a:lnTo>
                  <a:lnTo>
                    <a:pt x="5060990" y="815961"/>
                  </a:lnTo>
                  <a:lnTo>
                    <a:pt x="5060990" y="815961"/>
                  </a:lnTo>
                  <a:lnTo>
                    <a:pt x="5055999" y="815961"/>
                  </a:lnTo>
                  <a:lnTo>
                    <a:pt x="5055999" y="815961"/>
                  </a:lnTo>
                  <a:lnTo>
                    <a:pt x="5051008" y="815961"/>
                  </a:lnTo>
                  <a:lnTo>
                    <a:pt x="5051008" y="815961"/>
                  </a:lnTo>
                  <a:lnTo>
                    <a:pt x="5046017" y="815961"/>
                  </a:lnTo>
                  <a:lnTo>
                    <a:pt x="5046017" y="815961"/>
                  </a:lnTo>
                  <a:lnTo>
                    <a:pt x="5041026" y="815961"/>
                  </a:lnTo>
                  <a:lnTo>
                    <a:pt x="5041026" y="815961"/>
                  </a:lnTo>
                  <a:lnTo>
                    <a:pt x="5036035" y="815961"/>
                  </a:lnTo>
                  <a:lnTo>
                    <a:pt x="5036035" y="815961"/>
                  </a:lnTo>
                  <a:lnTo>
                    <a:pt x="5031044" y="815961"/>
                  </a:lnTo>
                  <a:lnTo>
                    <a:pt x="5031044" y="815961"/>
                  </a:lnTo>
                  <a:lnTo>
                    <a:pt x="5026052" y="815961"/>
                  </a:lnTo>
                  <a:lnTo>
                    <a:pt x="5026052" y="815961"/>
                  </a:lnTo>
                  <a:lnTo>
                    <a:pt x="5021061" y="815961"/>
                  </a:lnTo>
                  <a:lnTo>
                    <a:pt x="5021061" y="815961"/>
                  </a:lnTo>
                  <a:lnTo>
                    <a:pt x="5016070" y="815961"/>
                  </a:lnTo>
                  <a:lnTo>
                    <a:pt x="5016070" y="815961"/>
                  </a:lnTo>
                  <a:lnTo>
                    <a:pt x="5011079" y="815961"/>
                  </a:lnTo>
                  <a:lnTo>
                    <a:pt x="5011079" y="815961"/>
                  </a:lnTo>
                  <a:lnTo>
                    <a:pt x="5006088" y="815961"/>
                  </a:lnTo>
                  <a:lnTo>
                    <a:pt x="5006088" y="815961"/>
                  </a:lnTo>
                  <a:lnTo>
                    <a:pt x="5001097" y="815961"/>
                  </a:lnTo>
                  <a:lnTo>
                    <a:pt x="5001097" y="815961"/>
                  </a:lnTo>
                  <a:lnTo>
                    <a:pt x="4996106" y="815961"/>
                  </a:lnTo>
                  <a:lnTo>
                    <a:pt x="4996106" y="815961"/>
                  </a:lnTo>
                  <a:lnTo>
                    <a:pt x="4991115" y="815961"/>
                  </a:lnTo>
                  <a:lnTo>
                    <a:pt x="4991115" y="815961"/>
                  </a:lnTo>
                  <a:lnTo>
                    <a:pt x="4986124" y="815961"/>
                  </a:lnTo>
                  <a:lnTo>
                    <a:pt x="4986124" y="835845"/>
                  </a:lnTo>
                  <a:lnTo>
                    <a:pt x="4981132" y="835845"/>
                  </a:lnTo>
                  <a:lnTo>
                    <a:pt x="4981132" y="835845"/>
                  </a:lnTo>
                  <a:lnTo>
                    <a:pt x="4976141" y="835845"/>
                  </a:lnTo>
                  <a:lnTo>
                    <a:pt x="4976141" y="835845"/>
                  </a:lnTo>
                  <a:lnTo>
                    <a:pt x="4971150" y="835845"/>
                  </a:lnTo>
                  <a:lnTo>
                    <a:pt x="4971150" y="835845"/>
                  </a:lnTo>
                  <a:lnTo>
                    <a:pt x="4966159" y="835845"/>
                  </a:lnTo>
                  <a:lnTo>
                    <a:pt x="4966159" y="835845"/>
                  </a:lnTo>
                  <a:lnTo>
                    <a:pt x="4961168" y="835845"/>
                  </a:lnTo>
                  <a:lnTo>
                    <a:pt x="4961168" y="835845"/>
                  </a:lnTo>
                  <a:lnTo>
                    <a:pt x="4956177" y="835845"/>
                  </a:lnTo>
                  <a:lnTo>
                    <a:pt x="4956177" y="835845"/>
                  </a:lnTo>
                  <a:lnTo>
                    <a:pt x="4951186" y="835845"/>
                  </a:lnTo>
                  <a:lnTo>
                    <a:pt x="4951186" y="835845"/>
                  </a:lnTo>
                  <a:lnTo>
                    <a:pt x="4946195" y="835845"/>
                  </a:lnTo>
                  <a:lnTo>
                    <a:pt x="4946195" y="835845"/>
                  </a:lnTo>
                  <a:lnTo>
                    <a:pt x="4941203" y="835845"/>
                  </a:lnTo>
                  <a:lnTo>
                    <a:pt x="4941203" y="835845"/>
                  </a:lnTo>
                  <a:lnTo>
                    <a:pt x="4936212" y="835845"/>
                  </a:lnTo>
                  <a:lnTo>
                    <a:pt x="4936212" y="835845"/>
                  </a:lnTo>
                  <a:lnTo>
                    <a:pt x="4931221" y="835845"/>
                  </a:lnTo>
                  <a:lnTo>
                    <a:pt x="4931221" y="835845"/>
                  </a:lnTo>
                  <a:lnTo>
                    <a:pt x="4926230" y="835845"/>
                  </a:lnTo>
                  <a:lnTo>
                    <a:pt x="4926230" y="835845"/>
                  </a:lnTo>
                  <a:lnTo>
                    <a:pt x="4921239" y="835845"/>
                  </a:lnTo>
                  <a:lnTo>
                    <a:pt x="4921239" y="835845"/>
                  </a:lnTo>
                  <a:lnTo>
                    <a:pt x="4916248" y="835845"/>
                  </a:lnTo>
                  <a:lnTo>
                    <a:pt x="4916248" y="835845"/>
                  </a:lnTo>
                  <a:lnTo>
                    <a:pt x="4911257" y="835845"/>
                  </a:lnTo>
                  <a:lnTo>
                    <a:pt x="4911257" y="835845"/>
                  </a:lnTo>
                  <a:lnTo>
                    <a:pt x="4906266" y="835845"/>
                  </a:lnTo>
                  <a:lnTo>
                    <a:pt x="4906266" y="835845"/>
                  </a:lnTo>
                  <a:lnTo>
                    <a:pt x="4901275" y="835845"/>
                  </a:lnTo>
                  <a:lnTo>
                    <a:pt x="4901275" y="835845"/>
                  </a:lnTo>
                  <a:lnTo>
                    <a:pt x="4896283" y="835845"/>
                  </a:lnTo>
                  <a:lnTo>
                    <a:pt x="4896283" y="835845"/>
                  </a:lnTo>
                  <a:lnTo>
                    <a:pt x="4891292" y="835845"/>
                  </a:lnTo>
                  <a:lnTo>
                    <a:pt x="4891292" y="835845"/>
                  </a:lnTo>
                  <a:lnTo>
                    <a:pt x="4886301" y="835845"/>
                  </a:lnTo>
                  <a:lnTo>
                    <a:pt x="4886301" y="835845"/>
                  </a:lnTo>
                  <a:lnTo>
                    <a:pt x="4881310" y="835845"/>
                  </a:lnTo>
                  <a:lnTo>
                    <a:pt x="4881310" y="835845"/>
                  </a:lnTo>
                  <a:lnTo>
                    <a:pt x="4876319" y="835845"/>
                  </a:lnTo>
                  <a:lnTo>
                    <a:pt x="4876319" y="855323"/>
                  </a:lnTo>
                  <a:lnTo>
                    <a:pt x="4871328" y="855323"/>
                  </a:lnTo>
                  <a:lnTo>
                    <a:pt x="4871328" y="855323"/>
                  </a:lnTo>
                  <a:lnTo>
                    <a:pt x="4866337" y="855323"/>
                  </a:lnTo>
                  <a:lnTo>
                    <a:pt x="4866337" y="855323"/>
                  </a:lnTo>
                  <a:lnTo>
                    <a:pt x="4861346" y="855323"/>
                  </a:lnTo>
                  <a:lnTo>
                    <a:pt x="4861346" y="855323"/>
                  </a:lnTo>
                  <a:lnTo>
                    <a:pt x="4856355" y="855323"/>
                  </a:lnTo>
                  <a:lnTo>
                    <a:pt x="4856355" y="855323"/>
                  </a:lnTo>
                  <a:lnTo>
                    <a:pt x="4851363" y="855323"/>
                  </a:lnTo>
                  <a:lnTo>
                    <a:pt x="4851363" y="855323"/>
                  </a:lnTo>
                  <a:lnTo>
                    <a:pt x="4846372" y="855323"/>
                  </a:lnTo>
                  <a:lnTo>
                    <a:pt x="4846372" y="855323"/>
                  </a:lnTo>
                  <a:lnTo>
                    <a:pt x="4841381" y="855323"/>
                  </a:lnTo>
                  <a:lnTo>
                    <a:pt x="4841381" y="855323"/>
                  </a:lnTo>
                  <a:lnTo>
                    <a:pt x="4836390" y="855323"/>
                  </a:lnTo>
                  <a:lnTo>
                    <a:pt x="4836390" y="855323"/>
                  </a:lnTo>
                  <a:lnTo>
                    <a:pt x="4831399" y="855323"/>
                  </a:lnTo>
                  <a:lnTo>
                    <a:pt x="4831399" y="855323"/>
                  </a:lnTo>
                  <a:lnTo>
                    <a:pt x="4826408" y="855323"/>
                  </a:lnTo>
                  <a:lnTo>
                    <a:pt x="4826408" y="855323"/>
                  </a:lnTo>
                  <a:lnTo>
                    <a:pt x="4821417" y="855323"/>
                  </a:lnTo>
                  <a:lnTo>
                    <a:pt x="4821417" y="855323"/>
                  </a:lnTo>
                  <a:lnTo>
                    <a:pt x="4816426" y="855323"/>
                  </a:lnTo>
                  <a:lnTo>
                    <a:pt x="4816426" y="855323"/>
                  </a:lnTo>
                  <a:lnTo>
                    <a:pt x="4811434" y="855323"/>
                  </a:lnTo>
                  <a:lnTo>
                    <a:pt x="4811434" y="855323"/>
                  </a:lnTo>
                  <a:lnTo>
                    <a:pt x="4806443" y="855323"/>
                  </a:lnTo>
                  <a:lnTo>
                    <a:pt x="4806443" y="855323"/>
                  </a:lnTo>
                  <a:lnTo>
                    <a:pt x="4801452" y="855323"/>
                  </a:lnTo>
                  <a:lnTo>
                    <a:pt x="4801452" y="855323"/>
                  </a:lnTo>
                  <a:lnTo>
                    <a:pt x="4796461" y="855323"/>
                  </a:lnTo>
                  <a:lnTo>
                    <a:pt x="4796461" y="855323"/>
                  </a:lnTo>
                  <a:lnTo>
                    <a:pt x="4791470" y="855323"/>
                  </a:lnTo>
                  <a:lnTo>
                    <a:pt x="4791470" y="855323"/>
                  </a:lnTo>
                  <a:lnTo>
                    <a:pt x="4786479" y="855323"/>
                  </a:lnTo>
                  <a:lnTo>
                    <a:pt x="4786479" y="855323"/>
                  </a:lnTo>
                  <a:lnTo>
                    <a:pt x="4781488" y="855323"/>
                  </a:lnTo>
                  <a:lnTo>
                    <a:pt x="4781488" y="855323"/>
                  </a:lnTo>
                  <a:lnTo>
                    <a:pt x="4776497" y="855323"/>
                  </a:lnTo>
                  <a:lnTo>
                    <a:pt x="4776497" y="855323"/>
                  </a:lnTo>
                  <a:lnTo>
                    <a:pt x="4771506" y="855323"/>
                  </a:lnTo>
                  <a:lnTo>
                    <a:pt x="4771506" y="855323"/>
                  </a:lnTo>
                  <a:lnTo>
                    <a:pt x="4766514" y="855323"/>
                  </a:lnTo>
                  <a:lnTo>
                    <a:pt x="4766514" y="855323"/>
                  </a:lnTo>
                  <a:lnTo>
                    <a:pt x="4761523" y="855323"/>
                  </a:lnTo>
                  <a:lnTo>
                    <a:pt x="4761523" y="855323"/>
                  </a:lnTo>
                  <a:lnTo>
                    <a:pt x="4756532" y="855323"/>
                  </a:lnTo>
                  <a:lnTo>
                    <a:pt x="4756532" y="855323"/>
                  </a:lnTo>
                  <a:lnTo>
                    <a:pt x="4751541" y="855323"/>
                  </a:lnTo>
                  <a:lnTo>
                    <a:pt x="4751541" y="855323"/>
                  </a:lnTo>
                  <a:lnTo>
                    <a:pt x="4746550" y="855323"/>
                  </a:lnTo>
                  <a:lnTo>
                    <a:pt x="4746550" y="855323"/>
                  </a:lnTo>
                  <a:lnTo>
                    <a:pt x="4741559" y="855323"/>
                  </a:lnTo>
                  <a:lnTo>
                    <a:pt x="4741559" y="855323"/>
                  </a:lnTo>
                  <a:lnTo>
                    <a:pt x="4736568" y="855323"/>
                  </a:lnTo>
                  <a:lnTo>
                    <a:pt x="4736568" y="855323"/>
                  </a:lnTo>
                  <a:lnTo>
                    <a:pt x="4731577" y="855323"/>
                  </a:lnTo>
                  <a:lnTo>
                    <a:pt x="4731577" y="855323"/>
                  </a:lnTo>
                  <a:lnTo>
                    <a:pt x="4726586" y="855323"/>
                  </a:lnTo>
                  <a:lnTo>
                    <a:pt x="4726586" y="855323"/>
                  </a:lnTo>
                  <a:lnTo>
                    <a:pt x="4721594" y="855323"/>
                  </a:lnTo>
                  <a:lnTo>
                    <a:pt x="4721594" y="855323"/>
                  </a:lnTo>
                  <a:lnTo>
                    <a:pt x="4716603" y="855323"/>
                  </a:lnTo>
                  <a:lnTo>
                    <a:pt x="4716603" y="855323"/>
                  </a:lnTo>
                  <a:lnTo>
                    <a:pt x="4711612" y="855323"/>
                  </a:lnTo>
                  <a:lnTo>
                    <a:pt x="4711612" y="855323"/>
                  </a:lnTo>
                  <a:lnTo>
                    <a:pt x="4706621" y="855323"/>
                  </a:lnTo>
                  <a:lnTo>
                    <a:pt x="4706621" y="855323"/>
                  </a:lnTo>
                  <a:lnTo>
                    <a:pt x="4701630" y="855323"/>
                  </a:lnTo>
                  <a:lnTo>
                    <a:pt x="4701630" y="855323"/>
                  </a:lnTo>
                  <a:lnTo>
                    <a:pt x="4696639" y="855323"/>
                  </a:lnTo>
                  <a:lnTo>
                    <a:pt x="4696639" y="855323"/>
                  </a:lnTo>
                  <a:lnTo>
                    <a:pt x="4691648" y="855323"/>
                  </a:lnTo>
                  <a:lnTo>
                    <a:pt x="4691648" y="855323"/>
                  </a:lnTo>
                  <a:lnTo>
                    <a:pt x="4686657" y="855323"/>
                  </a:lnTo>
                  <a:lnTo>
                    <a:pt x="4686657" y="855323"/>
                  </a:lnTo>
                  <a:lnTo>
                    <a:pt x="4681666" y="855323"/>
                  </a:lnTo>
                  <a:lnTo>
                    <a:pt x="4681666" y="855323"/>
                  </a:lnTo>
                  <a:lnTo>
                    <a:pt x="4676674" y="855323"/>
                  </a:lnTo>
                  <a:lnTo>
                    <a:pt x="4676674" y="855323"/>
                  </a:lnTo>
                  <a:lnTo>
                    <a:pt x="4671683" y="855323"/>
                  </a:lnTo>
                  <a:lnTo>
                    <a:pt x="4671683" y="855323"/>
                  </a:lnTo>
                  <a:lnTo>
                    <a:pt x="4666692" y="855323"/>
                  </a:lnTo>
                  <a:lnTo>
                    <a:pt x="4666692" y="855323"/>
                  </a:lnTo>
                  <a:lnTo>
                    <a:pt x="4661701" y="855323"/>
                  </a:lnTo>
                  <a:lnTo>
                    <a:pt x="4661701" y="855323"/>
                  </a:lnTo>
                  <a:lnTo>
                    <a:pt x="4656710" y="855323"/>
                  </a:lnTo>
                  <a:lnTo>
                    <a:pt x="4656710" y="855323"/>
                  </a:lnTo>
                  <a:lnTo>
                    <a:pt x="4651719" y="855323"/>
                  </a:lnTo>
                  <a:lnTo>
                    <a:pt x="4651719" y="855323"/>
                  </a:lnTo>
                  <a:lnTo>
                    <a:pt x="4646728" y="855323"/>
                  </a:lnTo>
                  <a:lnTo>
                    <a:pt x="4646728" y="855323"/>
                  </a:lnTo>
                  <a:lnTo>
                    <a:pt x="4641737" y="855323"/>
                  </a:lnTo>
                  <a:lnTo>
                    <a:pt x="4641737" y="855323"/>
                  </a:lnTo>
                  <a:lnTo>
                    <a:pt x="4636745" y="855323"/>
                  </a:lnTo>
                  <a:lnTo>
                    <a:pt x="4636745" y="855323"/>
                  </a:lnTo>
                  <a:lnTo>
                    <a:pt x="4631754" y="855323"/>
                  </a:lnTo>
                  <a:lnTo>
                    <a:pt x="4631754" y="855323"/>
                  </a:lnTo>
                  <a:lnTo>
                    <a:pt x="4626763" y="855323"/>
                  </a:lnTo>
                  <a:lnTo>
                    <a:pt x="4626763" y="855323"/>
                  </a:lnTo>
                  <a:lnTo>
                    <a:pt x="4621772" y="855323"/>
                  </a:lnTo>
                  <a:lnTo>
                    <a:pt x="4621772" y="855323"/>
                  </a:lnTo>
                  <a:lnTo>
                    <a:pt x="4616781" y="855323"/>
                  </a:lnTo>
                  <a:lnTo>
                    <a:pt x="4616781" y="855323"/>
                  </a:lnTo>
                  <a:lnTo>
                    <a:pt x="4611790" y="855323"/>
                  </a:lnTo>
                  <a:lnTo>
                    <a:pt x="4611790" y="855323"/>
                  </a:lnTo>
                  <a:lnTo>
                    <a:pt x="4606799" y="855323"/>
                  </a:lnTo>
                  <a:lnTo>
                    <a:pt x="4606799" y="874066"/>
                  </a:lnTo>
                  <a:lnTo>
                    <a:pt x="4601808" y="874066"/>
                  </a:lnTo>
                  <a:lnTo>
                    <a:pt x="4601808" y="874066"/>
                  </a:lnTo>
                  <a:lnTo>
                    <a:pt x="4596817" y="874066"/>
                  </a:lnTo>
                  <a:lnTo>
                    <a:pt x="4596817" y="874066"/>
                  </a:lnTo>
                  <a:lnTo>
                    <a:pt x="4591825" y="874066"/>
                  </a:lnTo>
                  <a:lnTo>
                    <a:pt x="4591825" y="874066"/>
                  </a:lnTo>
                  <a:lnTo>
                    <a:pt x="4586834" y="874066"/>
                  </a:lnTo>
                  <a:lnTo>
                    <a:pt x="4586834" y="874066"/>
                  </a:lnTo>
                  <a:lnTo>
                    <a:pt x="4581843" y="874066"/>
                  </a:lnTo>
                  <a:lnTo>
                    <a:pt x="4581843" y="892731"/>
                  </a:lnTo>
                  <a:lnTo>
                    <a:pt x="4576852" y="892731"/>
                  </a:lnTo>
                  <a:lnTo>
                    <a:pt x="4576852" y="892731"/>
                  </a:lnTo>
                  <a:lnTo>
                    <a:pt x="4571861" y="892731"/>
                  </a:lnTo>
                  <a:lnTo>
                    <a:pt x="4571861" y="892731"/>
                  </a:lnTo>
                  <a:lnTo>
                    <a:pt x="4566870" y="892731"/>
                  </a:lnTo>
                  <a:lnTo>
                    <a:pt x="4566870" y="892731"/>
                  </a:lnTo>
                  <a:lnTo>
                    <a:pt x="4561879" y="892731"/>
                  </a:lnTo>
                  <a:lnTo>
                    <a:pt x="4561879" y="892731"/>
                  </a:lnTo>
                  <a:lnTo>
                    <a:pt x="4556888" y="892731"/>
                  </a:lnTo>
                  <a:lnTo>
                    <a:pt x="4556888" y="911283"/>
                  </a:lnTo>
                  <a:lnTo>
                    <a:pt x="4551897" y="911283"/>
                  </a:lnTo>
                  <a:lnTo>
                    <a:pt x="4551897" y="911283"/>
                  </a:lnTo>
                  <a:lnTo>
                    <a:pt x="4546905" y="911283"/>
                  </a:lnTo>
                  <a:lnTo>
                    <a:pt x="4546905" y="911283"/>
                  </a:lnTo>
                  <a:lnTo>
                    <a:pt x="4541914" y="911283"/>
                  </a:lnTo>
                  <a:lnTo>
                    <a:pt x="4541914" y="911283"/>
                  </a:lnTo>
                  <a:lnTo>
                    <a:pt x="4536923" y="911283"/>
                  </a:lnTo>
                  <a:lnTo>
                    <a:pt x="4536923" y="911283"/>
                  </a:lnTo>
                  <a:lnTo>
                    <a:pt x="4531932" y="911283"/>
                  </a:lnTo>
                  <a:lnTo>
                    <a:pt x="4531932" y="929825"/>
                  </a:lnTo>
                  <a:lnTo>
                    <a:pt x="4526941" y="929825"/>
                  </a:lnTo>
                  <a:lnTo>
                    <a:pt x="4526941" y="929825"/>
                  </a:lnTo>
                  <a:lnTo>
                    <a:pt x="4521950" y="929825"/>
                  </a:lnTo>
                  <a:lnTo>
                    <a:pt x="4521950" y="929825"/>
                  </a:lnTo>
                  <a:lnTo>
                    <a:pt x="4516959" y="929825"/>
                  </a:lnTo>
                  <a:lnTo>
                    <a:pt x="4516959" y="929825"/>
                  </a:lnTo>
                  <a:lnTo>
                    <a:pt x="4511968" y="929825"/>
                  </a:lnTo>
                  <a:lnTo>
                    <a:pt x="4511968" y="929825"/>
                  </a:lnTo>
                  <a:lnTo>
                    <a:pt x="4506976" y="929825"/>
                  </a:lnTo>
                  <a:lnTo>
                    <a:pt x="4506976" y="929825"/>
                  </a:lnTo>
                  <a:lnTo>
                    <a:pt x="4501985" y="929825"/>
                  </a:lnTo>
                  <a:lnTo>
                    <a:pt x="4501985" y="948291"/>
                  </a:lnTo>
                  <a:lnTo>
                    <a:pt x="4496994" y="948291"/>
                  </a:lnTo>
                  <a:lnTo>
                    <a:pt x="4496994" y="948291"/>
                  </a:lnTo>
                  <a:lnTo>
                    <a:pt x="4492003" y="948291"/>
                  </a:lnTo>
                  <a:lnTo>
                    <a:pt x="4492003" y="948291"/>
                  </a:lnTo>
                  <a:lnTo>
                    <a:pt x="4487012" y="948291"/>
                  </a:lnTo>
                  <a:lnTo>
                    <a:pt x="4487012" y="948291"/>
                  </a:lnTo>
                  <a:lnTo>
                    <a:pt x="4482021" y="948291"/>
                  </a:lnTo>
                  <a:lnTo>
                    <a:pt x="4482021" y="948291"/>
                  </a:lnTo>
                  <a:lnTo>
                    <a:pt x="4477030" y="948291"/>
                  </a:lnTo>
                  <a:lnTo>
                    <a:pt x="4477030" y="948291"/>
                  </a:lnTo>
                  <a:lnTo>
                    <a:pt x="4472039" y="948291"/>
                  </a:lnTo>
                  <a:lnTo>
                    <a:pt x="4472039" y="948291"/>
                  </a:lnTo>
                  <a:lnTo>
                    <a:pt x="4467048" y="948291"/>
                  </a:lnTo>
                  <a:lnTo>
                    <a:pt x="4467048" y="966585"/>
                  </a:lnTo>
                  <a:lnTo>
                    <a:pt x="4462056" y="966585"/>
                  </a:lnTo>
                  <a:lnTo>
                    <a:pt x="4462056" y="966585"/>
                  </a:lnTo>
                  <a:lnTo>
                    <a:pt x="4457065" y="966585"/>
                  </a:lnTo>
                  <a:lnTo>
                    <a:pt x="4457065" y="966585"/>
                  </a:lnTo>
                  <a:lnTo>
                    <a:pt x="4452074" y="966585"/>
                  </a:lnTo>
                  <a:lnTo>
                    <a:pt x="4452074" y="966585"/>
                  </a:lnTo>
                  <a:lnTo>
                    <a:pt x="4447083" y="966585"/>
                  </a:lnTo>
                  <a:lnTo>
                    <a:pt x="4447083" y="966585"/>
                  </a:lnTo>
                  <a:lnTo>
                    <a:pt x="4442092" y="966585"/>
                  </a:lnTo>
                  <a:lnTo>
                    <a:pt x="4442092" y="966585"/>
                  </a:lnTo>
                  <a:lnTo>
                    <a:pt x="4437101" y="966585"/>
                  </a:lnTo>
                  <a:lnTo>
                    <a:pt x="4437101" y="966585"/>
                  </a:lnTo>
                  <a:lnTo>
                    <a:pt x="4432110" y="966585"/>
                  </a:lnTo>
                  <a:lnTo>
                    <a:pt x="4432110" y="966585"/>
                  </a:lnTo>
                  <a:lnTo>
                    <a:pt x="4427119" y="966585"/>
                  </a:lnTo>
                  <a:lnTo>
                    <a:pt x="4427119" y="966585"/>
                  </a:lnTo>
                  <a:lnTo>
                    <a:pt x="4422128" y="966585"/>
                  </a:lnTo>
                  <a:lnTo>
                    <a:pt x="4422128" y="966585"/>
                  </a:lnTo>
                  <a:lnTo>
                    <a:pt x="4417136" y="966585"/>
                  </a:lnTo>
                  <a:lnTo>
                    <a:pt x="4417136" y="966585"/>
                  </a:lnTo>
                  <a:lnTo>
                    <a:pt x="4412145" y="966585"/>
                  </a:lnTo>
                  <a:lnTo>
                    <a:pt x="4412145" y="966585"/>
                  </a:lnTo>
                  <a:lnTo>
                    <a:pt x="4407154" y="966585"/>
                  </a:lnTo>
                  <a:lnTo>
                    <a:pt x="4407154" y="966585"/>
                  </a:lnTo>
                  <a:lnTo>
                    <a:pt x="4402163" y="966585"/>
                  </a:lnTo>
                  <a:lnTo>
                    <a:pt x="4402163" y="966585"/>
                  </a:lnTo>
                  <a:lnTo>
                    <a:pt x="4397172" y="966585"/>
                  </a:lnTo>
                  <a:lnTo>
                    <a:pt x="4397172" y="966585"/>
                  </a:lnTo>
                  <a:lnTo>
                    <a:pt x="4392181" y="966585"/>
                  </a:lnTo>
                  <a:lnTo>
                    <a:pt x="4392181" y="966585"/>
                  </a:lnTo>
                  <a:lnTo>
                    <a:pt x="4387190" y="966585"/>
                  </a:lnTo>
                  <a:lnTo>
                    <a:pt x="4387190" y="966585"/>
                  </a:lnTo>
                  <a:lnTo>
                    <a:pt x="4382199" y="966585"/>
                  </a:lnTo>
                  <a:lnTo>
                    <a:pt x="4382199" y="966585"/>
                  </a:lnTo>
                  <a:lnTo>
                    <a:pt x="4377207" y="966585"/>
                  </a:lnTo>
                  <a:lnTo>
                    <a:pt x="4377207" y="966585"/>
                  </a:lnTo>
                  <a:lnTo>
                    <a:pt x="4372216" y="966585"/>
                  </a:lnTo>
                  <a:lnTo>
                    <a:pt x="4372216" y="984618"/>
                  </a:lnTo>
                  <a:lnTo>
                    <a:pt x="4367225" y="984618"/>
                  </a:lnTo>
                  <a:lnTo>
                    <a:pt x="4367225" y="1002642"/>
                  </a:lnTo>
                  <a:lnTo>
                    <a:pt x="4362234" y="1002642"/>
                  </a:lnTo>
                  <a:lnTo>
                    <a:pt x="4362234" y="1002642"/>
                  </a:lnTo>
                  <a:lnTo>
                    <a:pt x="4357243" y="1002642"/>
                  </a:lnTo>
                  <a:lnTo>
                    <a:pt x="4357243" y="1002642"/>
                  </a:lnTo>
                  <a:lnTo>
                    <a:pt x="4352252" y="1002642"/>
                  </a:lnTo>
                  <a:lnTo>
                    <a:pt x="4352252" y="1002642"/>
                  </a:lnTo>
                  <a:lnTo>
                    <a:pt x="4347261" y="1002642"/>
                  </a:lnTo>
                  <a:lnTo>
                    <a:pt x="4347261" y="1002642"/>
                  </a:lnTo>
                  <a:lnTo>
                    <a:pt x="4342270" y="1002642"/>
                  </a:lnTo>
                  <a:lnTo>
                    <a:pt x="4342270" y="1002642"/>
                  </a:lnTo>
                  <a:lnTo>
                    <a:pt x="4337279" y="1002642"/>
                  </a:lnTo>
                  <a:lnTo>
                    <a:pt x="4337279" y="1002642"/>
                  </a:lnTo>
                  <a:lnTo>
                    <a:pt x="4332287" y="1002642"/>
                  </a:lnTo>
                  <a:lnTo>
                    <a:pt x="4332287" y="1002642"/>
                  </a:lnTo>
                  <a:lnTo>
                    <a:pt x="4327296" y="1002642"/>
                  </a:lnTo>
                  <a:lnTo>
                    <a:pt x="4327296" y="1002642"/>
                  </a:lnTo>
                  <a:lnTo>
                    <a:pt x="4322305" y="1002642"/>
                  </a:lnTo>
                  <a:lnTo>
                    <a:pt x="4322305" y="1002642"/>
                  </a:lnTo>
                  <a:lnTo>
                    <a:pt x="4317314" y="1002642"/>
                  </a:lnTo>
                  <a:lnTo>
                    <a:pt x="4317314" y="1020446"/>
                  </a:lnTo>
                  <a:lnTo>
                    <a:pt x="4312323" y="1020446"/>
                  </a:lnTo>
                  <a:lnTo>
                    <a:pt x="4312323" y="1020446"/>
                  </a:lnTo>
                  <a:lnTo>
                    <a:pt x="4307332" y="1020446"/>
                  </a:lnTo>
                  <a:lnTo>
                    <a:pt x="4307332" y="1020446"/>
                  </a:lnTo>
                  <a:lnTo>
                    <a:pt x="4302341" y="1020446"/>
                  </a:lnTo>
                  <a:lnTo>
                    <a:pt x="4302341" y="1020446"/>
                  </a:lnTo>
                  <a:lnTo>
                    <a:pt x="4297350" y="1020446"/>
                  </a:lnTo>
                  <a:lnTo>
                    <a:pt x="4297350" y="1020446"/>
                  </a:lnTo>
                  <a:lnTo>
                    <a:pt x="4292359" y="1020446"/>
                  </a:lnTo>
                  <a:lnTo>
                    <a:pt x="4292359" y="1020446"/>
                  </a:lnTo>
                  <a:lnTo>
                    <a:pt x="4287367" y="1020446"/>
                  </a:lnTo>
                  <a:lnTo>
                    <a:pt x="4287367" y="1020446"/>
                  </a:lnTo>
                  <a:lnTo>
                    <a:pt x="4282376" y="1020446"/>
                  </a:lnTo>
                  <a:lnTo>
                    <a:pt x="4282376" y="1020446"/>
                  </a:lnTo>
                  <a:lnTo>
                    <a:pt x="4277385" y="1020446"/>
                  </a:lnTo>
                  <a:lnTo>
                    <a:pt x="4277385" y="1020446"/>
                  </a:lnTo>
                  <a:lnTo>
                    <a:pt x="4272394" y="1020446"/>
                  </a:lnTo>
                  <a:lnTo>
                    <a:pt x="4272394" y="1020446"/>
                  </a:lnTo>
                  <a:lnTo>
                    <a:pt x="4267403" y="1020446"/>
                  </a:lnTo>
                  <a:lnTo>
                    <a:pt x="4267403" y="1020446"/>
                  </a:lnTo>
                  <a:lnTo>
                    <a:pt x="4262412" y="1020446"/>
                  </a:lnTo>
                  <a:lnTo>
                    <a:pt x="4262412" y="1020446"/>
                  </a:lnTo>
                  <a:lnTo>
                    <a:pt x="4257421" y="1020446"/>
                  </a:lnTo>
                  <a:lnTo>
                    <a:pt x="4257421" y="1020446"/>
                  </a:lnTo>
                  <a:lnTo>
                    <a:pt x="4252430" y="1020446"/>
                  </a:lnTo>
                  <a:lnTo>
                    <a:pt x="4252430" y="1020446"/>
                  </a:lnTo>
                  <a:lnTo>
                    <a:pt x="4247438" y="1020446"/>
                  </a:lnTo>
                  <a:lnTo>
                    <a:pt x="4247438" y="1020446"/>
                  </a:lnTo>
                  <a:lnTo>
                    <a:pt x="4242447" y="1020446"/>
                  </a:lnTo>
                  <a:lnTo>
                    <a:pt x="4242447" y="1020446"/>
                  </a:lnTo>
                  <a:lnTo>
                    <a:pt x="4237456" y="1020446"/>
                  </a:lnTo>
                  <a:lnTo>
                    <a:pt x="4237456" y="1020446"/>
                  </a:lnTo>
                  <a:lnTo>
                    <a:pt x="4232465" y="1020446"/>
                  </a:lnTo>
                  <a:lnTo>
                    <a:pt x="4232465" y="1020446"/>
                  </a:lnTo>
                  <a:lnTo>
                    <a:pt x="4227474" y="1020446"/>
                  </a:lnTo>
                  <a:lnTo>
                    <a:pt x="4227474" y="1020446"/>
                  </a:lnTo>
                  <a:lnTo>
                    <a:pt x="4222483" y="1020446"/>
                  </a:lnTo>
                  <a:lnTo>
                    <a:pt x="4222483" y="1020446"/>
                  </a:lnTo>
                  <a:lnTo>
                    <a:pt x="4217492" y="1020446"/>
                  </a:lnTo>
                  <a:lnTo>
                    <a:pt x="4217492" y="1020446"/>
                  </a:lnTo>
                  <a:lnTo>
                    <a:pt x="4212501" y="1020446"/>
                  </a:lnTo>
                  <a:lnTo>
                    <a:pt x="4212501" y="1020446"/>
                  </a:lnTo>
                  <a:lnTo>
                    <a:pt x="4207510" y="1020446"/>
                  </a:lnTo>
                  <a:lnTo>
                    <a:pt x="4207510" y="1020446"/>
                  </a:lnTo>
                  <a:lnTo>
                    <a:pt x="4202518" y="1020446"/>
                  </a:lnTo>
                  <a:lnTo>
                    <a:pt x="4202518" y="1020446"/>
                  </a:lnTo>
                  <a:lnTo>
                    <a:pt x="4197527" y="1020446"/>
                  </a:lnTo>
                  <a:lnTo>
                    <a:pt x="4197527" y="1020446"/>
                  </a:lnTo>
                  <a:lnTo>
                    <a:pt x="4192536" y="1020446"/>
                  </a:lnTo>
                  <a:lnTo>
                    <a:pt x="4192536" y="1020446"/>
                  </a:lnTo>
                  <a:lnTo>
                    <a:pt x="4187545" y="1020446"/>
                  </a:lnTo>
                  <a:lnTo>
                    <a:pt x="4187545" y="1020446"/>
                  </a:lnTo>
                  <a:lnTo>
                    <a:pt x="4182554" y="1020446"/>
                  </a:lnTo>
                  <a:lnTo>
                    <a:pt x="4182554" y="1037843"/>
                  </a:lnTo>
                  <a:lnTo>
                    <a:pt x="4177563" y="1037843"/>
                  </a:lnTo>
                  <a:lnTo>
                    <a:pt x="4177563" y="1037843"/>
                  </a:lnTo>
                  <a:lnTo>
                    <a:pt x="4172572" y="1037843"/>
                  </a:lnTo>
                  <a:lnTo>
                    <a:pt x="4172572" y="1037843"/>
                  </a:lnTo>
                  <a:lnTo>
                    <a:pt x="4167581" y="1037843"/>
                  </a:lnTo>
                  <a:lnTo>
                    <a:pt x="4167581" y="1037843"/>
                  </a:lnTo>
                  <a:lnTo>
                    <a:pt x="4162590" y="1037843"/>
                  </a:lnTo>
                  <a:lnTo>
                    <a:pt x="4162590" y="1037843"/>
                  </a:lnTo>
                  <a:lnTo>
                    <a:pt x="4157598" y="1037843"/>
                  </a:lnTo>
                  <a:lnTo>
                    <a:pt x="4157598" y="1055176"/>
                  </a:lnTo>
                  <a:lnTo>
                    <a:pt x="4152607" y="1055176"/>
                  </a:lnTo>
                  <a:lnTo>
                    <a:pt x="4152607" y="1072473"/>
                  </a:lnTo>
                  <a:lnTo>
                    <a:pt x="4147616" y="1072473"/>
                  </a:lnTo>
                  <a:lnTo>
                    <a:pt x="4147616" y="1072473"/>
                  </a:lnTo>
                  <a:lnTo>
                    <a:pt x="4142625" y="1072473"/>
                  </a:lnTo>
                  <a:lnTo>
                    <a:pt x="4142625" y="1072473"/>
                  </a:lnTo>
                  <a:lnTo>
                    <a:pt x="4137634" y="1072473"/>
                  </a:lnTo>
                  <a:lnTo>
                    <a:pt x="4137634" y="1089682"/>
                  </a:lnTo>
                  <a:lnTo>
                    <a:pt x="4132643" y="1089682"/>
                  </a:lnTo>
                  <a:lnTo>
                    <a:pt x="4132643" y="1106881"/>
                  </a:lnTo>
                  <a:lnTo>
                    <a:pt x="4127652" y="1106881"/>
                  </a:lnTo>
                  <a:lnTo>
                    <a:pt x="4127652" y="1106881"/>
                  </a:lnTo>
                  <a:lnTo>
                    <a:pt x="4122661" y="1106881"/>
                  </a:lnTo>
                  <a:lnTo>
                    <a:pt x="4122661" y="1106881"/>
                  </a:lnTo>
                  <a:lnTo>
                    <a:pt x="4117669" y="1106881"/>
                  </a:lnTo>
                  <a:lnTo>
                    <a:pt x="4117669" y="1106881"/>
                  </a:lnTo>
                  <a:lnTo>
                    <a:pt x="4112678" y="1106881"/>
                  </a:lnTo>
                  <a:lnTo>
                    <a:pt x="4112678" y="1106881"/>
                  </a:lnTo>
                  <a:lnTo>
                    <a:pt x="4107687" y="1106881"/>
                  </a:lnTo>
                  <a:lnTo>
                    <a:pt x="4107687" y="1106881"/>
                  </a:lnTo>
                  <a:lnTo>
                    <a:pt x="4102696" y="1106881"/>
                  </a:lnTo>
                  <a:lnTo>
                    <a:pt x="4102696" y="1106881"/>
                  </a:lnTo>
                  <a:lnTo>
                    <a:pt x="4097705" y="1106881"/>
                  </a:lnTo>
                  <a:lnTo>
                    <a:pt x="4097705" y="1106881"/>
                  </a:lnTo>
                  <a:lnTo>
                    <a:pt x="4092714" y="1106881"/>
                  </a:lnTo>
                  <a:lnTo>
                    <a:pt x="4092714" y="1106881"/>
                  </a:lnTo>
                  <a:lnTo>
                    <a:pt x="4087723" y="1106881"/>
                  </a:lnTo>
                  <a:lnTo>
                    <a:pt x="4087723" y="1106881"/>
                  </a:lnTo>
                  <a:lnTo>
                    <a:pt x="4082732" y="1106881"/>
                  </a:lnTo>
                  <a:lnTo>
                    <a:pt x="4082732" y="1123941"/>
                  </a:lnTo>
                  <a:lnTo>
                    <a:pt x="4077741" y="1123941"/>
                  </a:lnTo>
                  <a:lnTo>
                    <a:pt x="4077741" y="1123941"/>
                  </a:lnTo>
                  <a:lnTo>
                    <a:pt x="4072749" y="1123941"/>
                  </a:lnTo>
                  <a:lnTo>
                    <a:pt x="4072749" y="1123941"/>
                  </a:lnTo>
                  <a:lnTo>
                    <a:pt x="4067758" y="1123941"/>
                  </a:lnTo>
                  <a:lnTo>
                    <a:pt x="4067758" y="1123941"/>
                  </a:lnTo>
                  <a:lnTo>
                    <a:pt x="4062767" y="1123941"/>
                  </a:lnTo>
                  <a:lnTo>
                    <a:pt x="4062767" y="1123941"/>
                  </a:lnTo>
                  <a:lnTo>
                    <a:pt x="4057776" y="1123941"/>
                  </a:lnTo>
                  <a:lnTo>
                    <a:pt x="4057776" y="1123941"/>
                  </a:lnTo>
                  <a:lnTo>
                    <a:pt x="4052785" y="1123941"/>
                  </a:lnTo>
                  <a:lnTo>
                    <a:pt x="4052785" y="1123941"/>
                  </a:lnTo>
                  <a:lnTo>
                    <a:pt x="4047794" y="1123941"/>
                  </a:lnTo>
                  <a:lnTo>
                    <a:pt x="4047794" y="1123941"/>
                  </a:lnTo>
                  <a:lnTo>
                    <a:pt x="4042803" y="1123941"/>
                  </a:lnTo>
                  <a:lnTo>
                    <a:pt x="4042803" y="1123941"/>
                  </a:lnTo>
                  <a:lnTo>
                    <a:pt x="4037812" y="1123941"/>
                  </a:lnTo>
                  <a:lnTo>
                    <a:pt x="4037812" y="1123941"/>
                  </a:lnTo>
                  <a:lnTo>
                    <a:pt x="4032821" y="1123941"/>
                  </a:lnTo>
                  <a:lnTo>
                    <a:pt x="4032821" y="1123941"/>
                  </a:lnTo>
                  <a:lnTo>
                    <a:pt x="4027829" y="1123941"/>
                  </a:lnTo>
                  <a:lnTo>
                    <a:pt x="4027829" y="1123941"/>
                  </a:lnTo>
                  <a:lnTo>
                    <a:pt x="4022838" y="1123941"/>
                  </a:lnTo>
                  <a:lnTo>
                    <a:pt x="4022838" y="1123941"/>
                  </a:lnTo>
                  <a:lnTo>
                    <a:pt x="4017847" y="1123941"/>
                  </a:lnTo>
                  <a:lnTo>
                    <a:pt x="4017847" y="1140889"/>
                  </a:lnTo>
                  <a:lnTo>
                    <a:pt x="4012856" y="1140889"/>
                  </a:lnTo>
                  <a:lnTo>
                    <a:pt x="4012856" y="1140889"/>
                  </a:lnTo>
                  <a:lnTo>
                    <a:pt x="4007865" y="1140889"/>
                  </a:lnTo>
                  <a:lnTo>
                    <a:pt x="4007865" y="1157804"/>
                  </a:lnTo>
                  <a:lnTo>
                    <a:pt x="4002874" y="1157804"/>
                  </a:lnTo>
                  <a:lnTo>
                    <a:pt x="4002874" y="1157804"/>
                  </a:lnTo>
                  <a:lnTo>
                    <a:pt x="3997883" y="1157804"/>
                  </a:lnTo>
                  <a:lnTo>
                    <a:pt x="3997883" y="1157804"/>
                  </a:lnTo>
                  <a:lnTo>
                    <a:pt x="3992892" y="1157804"/>
                  </a:lnTo>
                  <a:lnTo>
                    <a:pt x="3992892" y="1157804"/>
                  </a:lnTo>
                  <a:lnTo>
                    <a:pt x="3987900" y="1157804"/>
                  </a:lnTo>
                  <a:lnTo>
                    <a:pt x="3987900" y="1157804"/>
                  </a:lnTo>
                  <a:lnTo>
                    <a:pt x="3982909" y="1157804"/>
                  </a:lnTo>
                  <a:lnTo>
                    <a:pt x="3982909" y="1157804"/>
                  </a:lnTo>
                  <a:lnTo>
                    <a:pt x="3977918" y="1157804"/>
                  </a:lnTo>
                  <a:lnTo>
                    <a:pt x="3977918" y="1157804"/>
                  </a:lnTo>
                  <a:lnTo>
                    <a:pt x="3972927" y="1157804"/>
                  </a:lnTo>
                  <a:lnTo>
                    <a:pt x="3972927" y="1157804"/>
                  </a:lnTo>
                  <a:lnTo>
                    <a:pt x="3967936" y="1157804"/>
                  </a:lnTo>
                  <a:lnTo>
                    <a:pt x="3967936" y="1157804"/>
                  </a:lnTo>
                  <a:lnTo>
                    <a:pt x="3962945" y="1157804"/>
                  </a:lnTo>
                  <a:lnTo>
                    <a:pt x="3962945" y="1157804"/>
                  </a:lnTo>
                  <a:lnTo>
                    <a:pt x="3957954" y="1157804"/>
                  </a:lnTo>
                  <a:lnTo>
                    <a:pt x="3957954" y="1157804"/>
                  </a:lnTo>
                  <a:lnTo>
                    <a:pt x="3952963" y="1157804"/>
                  </a:lnTo>
                  <a:lnTo>
                    <a:pt x="3952963" y="1157804"/>
                  </a:lnTo>
                  <a:lnTo>
                    <a:pt x="3947972" y="1157804"/>
                  </a:lnTo>
                  <a:lnTo>
                    <a:pt x="3947972" y="1157804"/>
                  </a:lnTo>
                  <a:lnTo>
                    <a:pt x="3942980" y="1157804"/>
                  </a:lnTo>
                  <a:lnTo>
                    <a:pt x="3942980" y="1157804"/>
                  </a:lnTo>
                  <a:lnTo>
                    <a:pt x="3937989" y="1157804"/>
                  </a:lnTo>
                  <a:lnTo>
                    <a:pt x="3937989" y="1157804"/>
                  </a:lnTo>
                  <a:lnTo>
                    <a:pt x="3932998" y="1157804"/>
                  </a:lnTo>
                  <a:lnTo>
                    <a:pt x="3932998" y="1157804"/>
                  </a:lnTo>
                  <a:lnTo>
                    <a:pt x="3928007" y="1157804"/>
                  </a:lnTo>
                  <a:lnTo>
                    <a:pt x="3928007" y="1157804"/>
                  </a:lnTo>
                  <a:lnTo>
                    <a:pt x="3923016" y="1157804"/>
                  </a:lnTo>
                  <a:lnTo>
                    <a:pt x="3923016" y="1157804"/>
                  </a:lnTo>
                  <a:lnTo>
                    <a:pt x="3918025" y="1157804"/>
                  </a:lnTo>
                  <a:lnTo>
                    <a:pt x="3918025" y="1157804"/>
                  </a:lnTo>
                  <a:lnTo>
                    <a:pt x="3913034" y="1157804"/>
                  </a:lnTo>
                  <a:lnTo>
                    <a:pt x="3913034" y="1157804"/>
                  </a:lnTo>
                  <a:lnTo>
                    <a:pt x="3908043" y="1157804"/>
                  </a:lnTo>
                  <a:lnTo>
                    <a:pt x="3908043" y="1157804"/>
                  </a:lnTo>
                  <a:lnTo>
                    <a:pt x="3903052" y="1157804"/>
                  </a:lnTo>
                  <a:lnTo>
                    <a:pt x="3903052" y="1174464"/>
                  </a:lnTo>
                  <a:lnTo>
                    <a:pt x="3898060" y="1174464"/>
                  </a:lnTo>
                  <a:lnTo>
                    <a:pt x="3898060" y="1191115"/>
                  </a:lnTo>
                  <a:lnTo>
                    <a:pt x="3893069" y="1191115"/>
                  </a:lnTo>
                  <a:lnTo>
                    <a:pt x="3893069" y="1191115"/>
                  </a:lnTo>
                  <a:lnTo>
                    <a:pt x="3888078" y="1191115"/>
                  </a:lnTo>
                  <a:lnTo>
                    <a:pt x="3888078" y="1207735"/>
                  </a:lnTo>
                  <a:lnTo>
                    <a:pt x="3883087" y="1207735"/>
                  </a:lnTo>
                  <a:lnTo>
                    <a:pt x="3883087" y="1224346"/>
                  </a:lnTo>
                  <a:lnTo>
                    <a:pt x="3878096" y="1224346"/>
                  </a:lnTo>
                  <a:lnTo>
                    <a:pt x="3878096" y="1224346"/>
                  </a:lnTo>
                  <a:lnTo>
                    <a:pt x="3873105" y="1224346"/>
                  </a:lnTo>
                  <a:lnTo>
                    <a:pt x="3873105" y="1224346"/>
                  </a:lnTo>
                  <a:lnTo>
                    <a:pt x="3868114" y="1224346"/>
                  </a:lnTo>
                  <a:lnTo>
                    <a:pt x="3868114" y="1224346"/>
                  </a:lnTo>
                  <a:lnTo>
                    <a:pt x="3863123" y="1224346"/>
                  </a:lnTo>
                  <a:lnTo>
                    <a:pt x="3863123" y="1224346"/>
                  </a:lnTo>
                  <a:lnTo>
                    <a:pt x="3858132" y="1224346"/>
                  </a:lnTo>
                  <a:lnTo>
                    <a:pt x="3858132" y="1224346"/>
                  </a:lnTo>
                  <a:lnTo>
                    <a:pt x="3853140" y="1224346"/>
                  </a:lnTo>
                  <a:lnTo>
                    <a:pt x="3853140" y="1224346"/>
                  </a:lnTo>
                  <a:lnTo>
                    <a:pt x="3848149" y="1224346"/>
                  </a:lnTo>
                  <a:lnTo>
                    <a:pt x="3848149" y="1224346"/>
                  </a:lnTo>
                  <a:lnTo>
                    <a:pt x="3843158" y="1224346"/>
                  </a:lnTo>
                  <a:lnTo>
                    <a:pt x="3843158" y="1224346"/>
                  </a:lnTo>
                  <a:lnTo>
                    <a:pt x="3838167" y="1224346"/>
                  </a:lnTo>
                  <a:lnTo>
                    <a:pt x="3838167" y="1224346"/>
                  </a:lnTo>
                  <a:lnTo>
                    <a:pt x="3833176" y="1224346"/>
                  </a:lnTo>
                  <a:lnTo>
                    <a:pt x="3833176" y="1224346"/>
                  </a:lnTo>
                  <a:lnTo>
                    <a:pt x="3828185" y="1224346"/>
                  </a:lnTo>
                  <a:lnTo>
                    <a:pt x="3828185" y="1224346"/>
                  </a:lnTo>
                  <a:lnTo>
                    <a:pt x="3823194" y="1224346"/>
                  </a:lnTo>
                  <a:lnTo>
                    <a:pt x="3823194" y="1224346"/>
                  </a:lnTo>
                  <a:lnTo>
                    <a:pt x="3818203" y="1224346"/>
                  </a:lnTo>
                  <a:lnTo>
                    <a:pt x="3818203" y="1224346"/>
                  </a:lnTo>
                  <a:lnTo>
                    <a:pt x="3813211" y="1224346"/>
                  </a:lnTo>
                  <a:lnTo>
                    <a:pt x="3813211" y="1224346"/>
                  </a:lnTo>
                  <a:lnTo>
                    <a:pt x="3808220" y="1224346"/>
                  </a:lnTo>
                  <a:lnTo>
                    <a:pt x="3808220" y="1224346"/>
                  </a:lnTo>
                  <a:lnTo>
                    <a:pt x="3803229" y="1224346"/>
                  </a:lnTo>
                  <a:lnTo>
                    <a:pt x="3803229" y="1224346"/>
                  </a:lnTo>
                  <a:lnTo>
                    <a:pt x="3798238" y="1224346"/>
                  </a:lnTo>
                  <a:lnTo>
                    <a:pt x="3798238" y="1224346"/>
                  </a:lnTo>
                  <a:lnTo>
                    <a:pt x="3793247" y="1224346"/>
                  </a:lnTo>
                  <a:lnTo>
                    <a:pt x="3793247" y="1224346"/>
                  </a:lnTo>
                  <a:lnTo>
                    <a:pt x="3788256" y="1224346"/>
                  </a:lnTo>
                  <a:lnTo>
                    <a:pt x="3788256" y="1224346"/>
                  </a:lnTo>
                  <a:lnTo>
                    <a:pt x="3783265" y="1224346"/>
                  </a:lnTo>
                  <a:lnTo>
                    <a:pt x="3783265" y="1224346"/>
                  </a:lnTo>
                  <a:lnTo>
                    <a:pt x="3778274" y="1224346"/>
                  </a:lnTo>
                  <a:lnTo>
                    <a:pt x="3778274" y="1224346"/>
                  </a:lnTo>
                  <a:lnTo>
                    <a:pt x="3773283" y="1224346"/>
                  </a:lnTo>
                  <a:lnTo>
                    <a:pt x="3773283" y="1224346"/>
                  </a:lnTo>
                  <a:lnTo>
                    <a:pt x="3768291" y="1224346"/>
                  </a:lnTo>
                  <a:lnTo>
                    <a:pt x="3768291" y="1224346"/>
                  </a:lnTo>
                  <a:lnTo>
                    <a:pt x="3763300" y="1224346"/>
                  </a:lnTo>
                  <a:lnTo>
                    <a:pt x="3763300" y="1224346"/>
                  </a:lnTo>
                  <a:lnTo>
                    <a:pt x="3758309" y="1224346"/>
                  </a:lnTo>
                  <a:lnTo>
                    <a:pt x="3758309" y="1224346"/>
                  </a:lnTo>
                  <a:lnTo>
                    <a:pt x="3753318" y="1224346"/>
                  </a:lnTo>
                  <a:lnTo>
                    <a:pt x="3753318" y="1224346"/>
                  </a:lnTo>
                  <a:lnTo>
                    <a:pt x="3748327" y="1224346"/>
                  </a:lnTo>
                  <a:lnTo>
                    <a:pt x="3748327" y="1224346"/>
                  </a:lnTo>
                  <a:lnTo>
                    <a:pt x="3743336" y="1224346"/>
                  </a:lnTo>
                  <a:lnTo>
                    <a:pt x="3743336" y="1224346"/>
                  </a:lnTo>
                  <a:lnTo>
                    <a:pt x="3738345" y="1224346"/>
                  </a:lnTo>
                  <a:lnTo>
                    <a:pt x="3738345" y="1224346"/>
                  </a:lnTo>
                  <a:lnTo>
                    <a:pt x="3733354" y="1224346"/>
                  </a:lnTo>
                  <a:lnTo>
                    <a:pt x="3733354" y="1240675"/>
                  </a:lnTo>
                  <a:lnTo>
                    <a:pt x="3728363" y="1240675"/>
                  </a:lnTo>
                  <a:lnTo>
                    <a:pt x="3728363" y="1240675"/>
                  </a:lnTo>
                  <a:lnTo>
                    <a:pt x="3723371" y="1240675"/>
                  </a:lnTo>
                  <a:lnTo>
                    <a:pt x="3723371" y="1240675"/>
                  </a:lnTo>
                  <a:lnTo>
                    <a:pt x="3718380" y="1240675"/>
                  </a:lnTo>
                  <a:lnTo>
                    <a:pt x="3718380" y="1240675"/>
                  </a:lnTo>
                  <a:lnTo>
                    <a:pt x="3713389" y="1240675"/>
                  </a:lnTo>
                  <a:lnTo>
                    <a:pt x="3713389" y="1240675"/>
                  </a:lnTo>
                  <a:lnTo>
                    <a:pt x="3708398" y="1240675"/>
                  </a:lnTo>
                  <a:lnTo>
                    <a:pt x="3708398" y="1240675"/>
                  </a:lnTo>
                  <a:lnTo>
                    <a:pt x="3703407" y="1240675"/>
                  </a:lnTo>
                  <a:lnTo>
                    <a:pt x="3703407" y="1240675"/>
                  </a:lnTo>
                  <a:lnTo>
                    <a:pt x="3698416" y="1240675"/>
                  </a:lnTo>
                  <a:lnTo>
                    <a:pt x="3698416" y="1240675"/>
                  </a:lnTo>
                  <a:lnTo>
                    <a:pt x="3693425" y="1240675"/>
                  </a:lnTo>
                  <a:lnTo>
                    <a:pt x="3693425" y="1240675"/>
                  </a:lnTo>
                  <a:lnTo>
                    <a:pt x="3688434" y="1240675"/>
                  </a:lnTo>
                  <a:lnTo>
                    <a:pt x="3688434" y="1240675"/>
                  </a:lnTo>
                  <a:lnTo>
                    <a:pt x="3683442" y="1240675"/>
                  </a:lnTo>
                  <a:lnTo>
                    <a:pt x="3683442" y="1240675"/>
                  </a:lnTo>
                  <a:lnTo>
                    <a:pt x="3678451" y="1240675"/>
                  </a:lnTo>
                  <a:lnTo>
                    <a:pt x="3678451" y="1240675"/>
                  </a:lnTo>
                  <a:lnTo>
                    <a:pt x="3673460" y="1240675"/>
                  </a:lnTo>
                  <a:lnTo>
                    <a:pt x="3673460" y="1240675"/>
                  </a:lnTo>
                  <a:lnTo>
                    <a:pt x="3668469" y="1240675"/>
                  </a:lnTo>
                  <a:lnTo>
                    <a:pt x="3668469" y="1240675"/>
                  </a:lnTo>
                  <a:lnTo>
                    <a:pt x="3663478" y="1240675"/>
                  </a:lnTo>
                  <a:lnTo>
                    <a:pt x="3663478" y="1240675"/>
                  </a:lnTo>
                  <a:lnTo>
                    <a:pt x="3658487" y="1240675"/>
                  </a:lnTo>
                  <a:lnTo>
                    <a:pt x="3658487" y="1240675"/>
                  </a:lnTo>
                  <a:lnTo>
                    <a:pt x="3653496" y="1240675"/>
                  </a:lnTo>
                  <a:lnTo>
                    <a:pt x="3653496" y="1256780"/>
                  </a:lnTo>
                  <a:lnTo>
                    <a:pt x="3648505" y="1256780"/>
                  </a:lnTo>
                  <a:lnTo>
                    <a:pt x="3648505" y="1256780"/>
                  </a:lnTo>
                  <a:lnTo>
                    <a:pt x="3643514" y="1256780"/>
                  </a:lnTo>
                  <a:lnTo>
                    <a:pt x="3643514" y="1256780"/>
                  </a:lnTo>
                  <a:lnTo>
                    <a:pt x="3638522" y="1256780"/>
                  </a:lnTo>
                  <a:lnTo>
                    <a:pt x="3638522" y="1256780"/>
                  </a:lnTo>
                  <a:lnTo>
                    <a:pt x="3633531" y="1256780"/>
                  </a:lnTo>
                  <a:lnTo>
                    <a:pt x="3633531" y="1256780"/>
                  </a:lnTo>
                  <a:lnTo>
                    <a:pt x="3628540" y="1256780"/>
                  </a:lnTo>
                  <a:lnTo>
                    <a:pt x="3628540" y="1272857"/>
                  </a:lnTo>
                  <a:lnTo>
                    <a:pt x="3623549" y="1272857"/>
                  </a:lnTo>
                  <a:lnTo>
                    <a:pt x="3623549" y="1272857"/>
                  </a:lnTo>
                  <a:lnTo>
                    <a:pt x="3618558" y="1272857"/>
                  </a:lnTo>
                  <a:lnTo>
                    <a:pt x="3618558" y="1272857"/>
                  </a:lnTo>
                  <a:lnTo>
                    <a:pt x="3613567" y="1272857"/>
                  </a:lnTo>
                  <a:lnTo>
                    <a:pt x="3613567" y="1304945"/>
                  </a:lnTo>
                  <a:lnTo>
                    <a:pt x="3608576" y="1304945"/>
                  </a:lnTo>
                  <a:lnTo>
                    <a:pt x="3608576" y="1304945"/>
                  </a:lnTo>
                  <a:lnTo>
                    <a:pt x="3603585" y="1304945"/>
                  </a:lnTo>
                  <a:lnTo>
                    <a:pt x="3603585" y="1304945"/>
                  </a:lnTo>
                  <a:lnTo>
                    <a:pt x="3598594" y="1304945"/>
                  </a:lnTo>
                  <a:lnTo>
                    <a:pt x="3598594" y="1304945"/>
                  </a:lnTo>
                  <a:lnTo>
                    <a:pt x="3593602" y="1304945"/>
                  </a:lnTo>
                  <a:lnTo>
                    <a:pt x="3593602" y="1337003"/>
                  </a:lnTo>
                  <a:lnTo>
                    <a:pt x="3588611" y="1337003"/>
                  </a:lnTo>
                  <a:lnTo>
                    <a:pt x="3588611" y="1337003"/>
                  </a:lnTo>
                  <a:lnTo>
                    <a:pt x="3583620" y="1337003"/>
                  </a:lnTo>
                  <a:lnTo>
                    <a:pt x="3583620" y="1337003"/>
                  </a:lnTo>
                  <a:lnTo>
                    <a:pt x="3578629" y="1337003"/>
                  </a:lnTo>
                  <a:lnTo>
                    <a:pt x="3578629" y="1337003"/>
                  </a:lnTo>
                  <a:lnTo>
                    <a:pt x="3573638" y="1337003"/>
                  </a:lnTo>
                  <a:lnTo>
                    <a:pt x="3573638" y="1337003"/>
                  </a:lnTo>
                  <a:lnTo>
                    <a:pt x="3568647" y="1337003"/>
                  </a:lnTo>
                  <a:lnTo>
                    <a:pt x="3568647" y="1337003"/>
                  </a:lnTo>
                  <a:lnTo>
                    <a:pt x="3563656" y="1337003"/>
                  </a:lnTo>
                  <a:lnTo>
                    <a:pt x="3563656" y="1352980"/>
                  </a:lnTo>
                  <a:lnTo>
                    <a:pt x="3558665" y="1352980"/>
                  </a:lnTo>
                  <a:lnTo>
                    <a:pt x="3558665" y="1352980"/>
                  </a:lnTo>
                  <a:lnTo>
                    <a:pt x="3553673" y="1352980"/>
                  </a:lnTo>
                  <a:lnTo>
                    <a:pt x="3553673" y="1368949"/>
                  </a:lnTo>
                  <a:lnTo>
                    <a:pt x="3548682" y="1368949"/>
                  </a:lnTo>
                  <a:lnTo>
                    <a:pt x="3548682" y="1368949"/>
                  </a:lnTo>
                  <a:lnTo>
                    <a:pt x="3543691" y="1368949"/>
                  </a:lnTo>
                  <a:lnTo>
                    <a:pt x="3543691" y="1384870"/>
                  </a:lnTo>
                  <a:lnTo>
                    <a:pt x="3538700" y="1384870"/>
                  </a:lnTo>
                  <a:lnTo>
                    <a:pt x="3538700" y="1384870"/>
                  </a:lnTo>
                  <a:lnTo>
                    <a:pt x="3533709" y="1384870"/>
                  </a:lnTo>
                  <a:lnTo>
                    <a:pt x="3533709" y="1384870"/>
                  </a:lnTo>
                  <a:lnTo>
                    <a:pt x="3528718" y="1384870"/>
                  </a:lnTo>
                  <a:lnTo>
                    <a:pt x="3528718" y="1384870"/>
                  </a:lnTo>
                  <a:lnTo>
                    <a:pt x="3523727" y="1384870"/>
                  </a:lnTo>
                  <a:lnTo>
                    <a:pt x="3523727" y="1384870"/>
                  </a:lnTo>
                  <a:lnTo>
                    <a:pt x="3518736" y="1384870"/>
                  </a:lnTo>
                  <a:lnTo>
                    <a:pt x="3518736" y="1384870"/>
                  </a:lnTo>
                  <a:lnTo>
                    <a:pt x="3513745" y="1384870"/>
                  </a:lnTo>
                  <a:lnTo>
                    <a:pt x="3513745" y="1384870"/>
                  </a:lnTo>
                  <a:lnTo>
                    <a:pt x="3508753" y="1384870"/>
                  </a:lnTo>
                  <a:lnTo>
                    <a:pt x="3508753" y="1384870"/>
                  </a:lnTo>
                  <a:lnTo>
                    <a:pt x="3503762" y="1384870"/>
                  </a:lnTo>
                  <a:lnTo>
                    <a:pt x="3503762" y="1384870"/>
                  </a:lnTo>
                  <a:lnTo>
                    <a:pt x="3498771" y="1384870"/>
                  </a:lnTo>
                  <a:lnTo>
                    <a:pt x="3498771" y="1384870"/>
                  </a:lnTo>
                  <a:lnTo>
                    <a:pt x="3493780" y="1384870"/>
                  </a:lnTo>
                  <a:lnTo>
                    <a:pt x="3493780" y="1384870"/>
                  </a:lnTo>
                  <a:lnTo>
                    <a:pt x="3488789" y="1384870"/>
                  </a:lnTo>
                  <a:lnTo>
                    <a:pt x="3488789" y="1400743"/>
                  </a:lnTo>
                  <a:lnTo>
                    <a:pt x="3483798" y="1400743"/>
                  </a:lnTo>
                  <a:lnTo>
                    <a:pt x="3483798" y="1400743"/>
                  </a:lnTo>
                  <a:lnTo>
                    <a:pt x="3478807" y="1400743"/>
                  </a:lnTo>
                  <a:lnTo>
                    <a:pt x="3478807" y="1400743"/>
                  </a:lnTo>
                  <a:lnTo>
                    <a:pt x="3473816" y="1400743"/>
                  </a:lnTo>
                  <a:lnTo>
                    <a:pt x="3473816" y="1400743"/>
                  </a:lnTo>
                  <a:lnTo>
                    <a:pt x="3468825" y="1400743"/>
                  </a:lnTo>
                  <a:lnTo>
                    <a:pt x="3468825" y="1400743"/>
                  </a:lnTo>
                  <a:lnTo>
                    <a:pt x="3463833" y="1400743"/>
                  </a:lnTo>
                  <a:lnTo>
                    <a:pt x="3463833" y="1400743"/>
                  </a:lnTo>
                  <a:lnTo>
                    <a:pt x="3458842" y="1400743"/>
                  </a:lnTo>
                  <a:lnTo>
                    <a:pt x="3458842" y="1400743"/>
                  </a:lnTo>
                  <a:lnTo>
                    <a:pt x="3453851" y="1400743"/>
                  </a:lnTo>
                  <a:lnTo>
                    <a:pt x="3453851" y="1416512"/>
                  </a:lnTo>
                  <a:lnTo>
                    <a:pt x="3448860" y="1416512"/>
                  </a:lnTo>
                  <a:lnTo>
                    <a:pt x="3448860" y="1416512"/>
                  </a:lnTo>
                  <a:lnTo>
                    <a:pt x="3443869" y="1416512"/>
                  </a:lnTo>
                  <a:lnTo>
                    <a:pt x="3443869" y="1416512"/>
                  </a:lnTo>
                  <a:lnTo>
                    <a:pt x="3438878" y="1416512"/>
                  </a:lnTo>
                  <a:lnTo>
                    <a:pt x="3438878" y="1416512"/>
                  </a:lnTo>
                  <a:lnTo>
                    <a:pt x="3433887" y="1416512"/>
                  </a:lnTo>
                  <a:lnTo>
                    <a:pt x="3433887" y="1416512"/>
                  </a:lnTo>
                  <a:lnTo>
                    <a:pt x="3428896" y="1416512"/>
                  </a:lnTo>
                  <a:lnTo>
                    <a:pt x="3428896" y="1432215"/>
                  </a:lnTo>
                  <a:lnTo>
                    <a:pt x="3423904" y="1432215"/>
                  </a:lnTo>
                  <a:lnTo>
                    <a:pt x="3423904" y="1432215"/>
                  </a:lnTo>
                  <a:lnTo>
                    <a:pt x="3418913" y="1432215"/>
                  </a:lnTo>
                  <a:lnTo>
                    <a:pt x="3418913" y="1432215"/>
                  </a:lnTo>
                  <a:lnTo>
                    <a:pt x="3413922" y="1432215"/>
                  </a:lnTo>
                  <a:lnTo>
                    <a:pt x="3413922" y="1432215"/>
                  </a:lnTo>
                  <a:lnTo>
                    <a:pt x="3408931" y="1432215"/>
                  </a:lnTo>
                  <a:lnTo>
                    <a:pt x="3408931" y="1432215"/>
                  </a:lnTo>
                  <a:lnTo>
                    <a:pt x="3403940" y="1432215"/>
                  </a:lnTo>
                  <a:lnTo>
                    <a:pt x="3403940" y="1432215"/>
                  </a:lnTo>
                  <a:lnTo>
                    <a:pt x="3398949" y="1432215"/>
                  </a:lnTo>
                  <a:lnTo>
                    <a:pt x="3398949" y="1432215"/>
                  </a:lnTo>
                  <a:lnTo>
                    <a:pt x="3393958" y="1432215"/>
                  </a:lnTo>
                  <a:lnTo>
                    <a:pt x="3393958" y="1432215"/>
                  </a:lnTo>
                  <a:lnTo>
                    <a:pt x="3388967" y="1432215"/>
                  </a:lnTo>
                  <a:lnTo>
                    <a:pt x="3388967" y="1432215"/>
                  </a:lnTo>
                  <a:lnTo>
                    <a:pt x="3383976" y="1432215"/>
                  </a:lnTo>
                  <a:lnTo>
                    <a:pt x="3383976" y="1447816"/>
                  </a:lnTo>
                  <a:lnTo>
                    <a:pt x="3378984" y="1447816"/>
                  </a:lnTo>
                  <a:lnTo>
                    <a:pt x="3378984" y="1463372"/>
                  </a:lnTo>
                  <a:lnTo>
                    <a:pt x="3373993" y="1463372"/>
                  </a:lnTo>
                  <a:lnTo>
                    <a:pt x="3373993" y="1478920"/>
                  </a:lnTo>
                  <a:lnTo>
                    <a:pt x="3369002" y="1478920"/>
                  </a:lnTo>
                  <a:lnTo>
                    <a:pt x="3369002" y="1478920"/>
                  </a:lnTo>
                  <a:lnTo>
                    <a:pt x="3364011" y="1478920"/>
                  </a:lnTo>
                  <a:lnTo>
                    <a:pt x="3364011" y="1478920"/>
                  </a:lnTo>
                  <a:lnTo>
                    <a:pt x="3359020" y="1478920"/>
                  </a:lnTo>
                  <a:lnTo>
                    <a:pt x="3359020" y="1478920"/>
                  </a:lnTo>
                  <a:lnTo>
                    <a:pt x="3354029" y="1478920"/>
                  </a:lnTo>
                  <a:lnTo>
                    <a:pt x="3354029" y="1478920"/>
                  </a:lnTo>
                  <a:lnTo>
                    <a:pt x="3349038" y="1478920"/>
                  </a:lnTo>
                  <a:lnTo>
                    <a:pt x="3349038" y="1478920"/>
                  </a:lnTo>
                  <a:lnTo>
                    <a:pt x="3344047" y="1478920"/>
                  </a:lnTo>
                  <a:lnTo>
                    <a:pt x="3344047" y="1478920"/>
                  </a:lnTo>
                  <a:lnTo>
                    <a:pt x="3339056" y="1478920"/>
                  </a:lnTo>
                  <a:lnTo>
                    <a:pt x="3339056" y="1478920"/>
                  </a:lnTo>
                  <a:lnTo>
                    <a:pt x="3334064" y="1478920"/>
                  </a:lnTo>
                  <a:lnTo>
                    <a:pt x="3334064" y="1478920"/>
                  </a:lnTo>
                  <a:lnTo>
                    <a:pt x="3329073" y="1478920"/>
                  </a:lnTo>
                  <a:lnTo>
                    <a:pt x="3329073" y="1478920"/>
                  </a:lnTo>
                  <a:lnTo>
                    <a:pt x="3324082" y="1478920"/>
                  </a:lnTo>
                  <a:lnTo>
                    <a:pt x="3324082" y="1478920"/>
                  </a:lnTo>
                  <a:lnTo>
                    <a:pt x="3319091" y="1478920"/>
                  </a:lnTo>
                  <a:lnTo>
                    <a:pt x="3319091" y="1478920"/>
                  </a:lnTo>
                  <a:lnTo>
                    <a:pt x="3314100" y="1478920"/>
                  </a:lnTo>
                  <a:lnTo>
                    <a:pt x="3314100" y="1494316"/>
                  </a:lnTo>
                  <a:lnTo>
                    <a:pt x="3309109" y="1494316"/>
                  </a:lnTo>
                  <a:lnTo>
                    <a:pt x="3309109" y="1494316"/>
                  </a:lnTo>
                  <a:lnTo>
                    <a:pt x="3304118" y="1494316"/>
                  </a:lnTo>
                  <a:lnTo>
                    <a:pt x="3304118" y="1494316"/>
                  </a:lnTo>
                  <a:lnTo>
                    <a:pt x="3299127" y="1494316"/>
                  </a:lnTo>
                  <a:lnTo>
                    <a:pt x="3299127" y="1494316"/>
                  </a:lnTo>
                  <a:lnTo>
                    <a:pt x="3294135" y="1494316"/>
                  </a:lnTo>
                  <a:lnTo>
                    <a:pt x="3294135" y="1494316"/>
                  </a:lnTo>
                  <a:lnTo>
                    <a:pt x="3289144" y="1494316"/>
                  </a:lnTo>
                  <a:lnTo>
                    <a:pt x="3289144" y="1494316"/>
                  </a:lnTo>
                  <a:lnTo>
                    <a:pt x="3284153" y="1494316"/>
                  </a:lnTo>
                  <a:lnTo>
                    <a:pt x="3284153" y="1494316"/>
                  </a:lnTo>
                  <a:lnTo>
                    <a:pt x="3279162" y="1494316"/>
                  </a:lnTo>
                  <a:lnTo>
                    <a:pt x="3279162" y="1494316"/>
                  </a:lnTo>
                  <a:lnTo>
                    <a:pt x="3274171" y="1494316"/>
                  </a:lnTo>
                  <a:lnTo>
                    <a:pt x="3274171" y="1494316"/>
                  </a:lnTo>
                  <a:lnTo>
                    <a:pt x="3269180" y="1494316"/>
                  </a:lnTo>
                  <a:lnTo>
                    <a:pt x="3269180" y="1494316"/>
                  </a:lnTo>
                  <a:lnTo>
                    <a:pt x="3264189" y="1494316"/>
                  </a:lnTo>
                  <a:lnTo>
                    <a:pt x="3264189" y="1494316"/>
                  </a:lnTo>
                  <a:lnTo>
                    <a:pt x="3259198" y="1494316"/>
                  </a:lnTo>
                  <a:lnTo>
                    <a:pt x="3259198" y="1494316"/>
                  </a:lnTo>
                  <a:lnTo>
                    <a:pt x="3254207" y="1494316"/>
                  </a:lnTo>
                  <a:lnTo>
                    <a:pt x="3254207" y="1494316"/>
                  </a:lnTo>
                  <a:lnTo>
                    <a:pt x="3249215" y="1494316"/>
                  </a:lnTo>
                  <a:lnTo>
                    <a:pt x="3249215" y="1494316"/>
                  </a:lnTo>
                  <a:lnTo>
                    <a:pt x="3244224" y="1494316"/>
                  </a:lnTo>
                  <a:lnTo>
                    <a:pt x="3244224" y="1494316"/>
                  </a:lnTo>
                  <a:lnTo>
                    <a:pt x="3239233" y="1494316"/>
                  </a:lnTo>
                  <a:lnTo>
                    <a:pt x="3239233" y="1494316"/>
                  </a:lnTo>
                  <a:lnTo>
                    <a:pt x="3234242" y="1494316"/>
                  </a:lnTo>
                  <a:lnTo>
                    <a:pt x="3234242" y="1494316"/>
                  </a:lnTo>
                  <a:lnTo>
                    <a:pt x="3229251" y="1494316"/>
                  </a:lnTo>
                  <a:lnTo>
                    <a:pt x="3229251" y="1494316"/>
                  </a:lnTo>
                  <a:lnTo>
                    <a:pt x="3224260" y="1494316"/>
                  </a:lnTo>
                  <a:lnTo>
                    <a:pt x="3224260" y="1509510"/>
                  </a:lnTo>
                  <a:lnTo>
                    <a:pt x="3219269" y="1509510"/>
                  </a:lnTo>
                  <a:lnTo>
                    <a:pt x="3219269" y="1509510"/>
                  </a:lnTo>
                  <a:lnTo>
                    <a:pt x="3214278" y="1509510"/>
                  </a:lnTo>
                  <a:lnTo>
                    <a:pt x="3214278" y="1509510"/>
                  </a:lnTo>
                  <a:lnTo>
                    <a:pt x="3209287" y="1509510"/>
                  </a:lnTo>
                  <a:lnTo>
                    <a:pt x="3209287" y="1509510"/>
                  </a:lnTo>
                  <a:lnTo>
                    <a:pt x="3204295" y="1509510"/>
                  </a:lnTo>
                  <a:lnTo>
                    <a:pt x="3204295" y="1509510"/>
                  </a:lnTo>
                  <a:lnTo>
                    <a:pt x="3199304" y="1509510"/>
                  </a:lnTo>
                  <a:lnTo>
                    <a:pt x="3199304" y="1509510"/>
                  </a:lnTo>
                  <a:lnTo>
                    <a:pt x="3194313" y="1509510"/>
                  </a:lnTo>
                  <a:lnTo>
                    <a:pt x="3194313" y="1509510"/>
                  </a:lnTo>
                  <a:lnTo>
                    <a:pt x="3189322" y="1509510"/>
                  </a:lnTo>
                  <a:lnTo>
                    <a:pt x="3189322" y="1509510"/>
                  </a:lnTo>
                  <a:lnTo>
                    <a:pt x="3184331" y="1509510"/>
                  </a:lnTo>
                  <a:lnTo>
                    <a:pt x="3184331" y="1509510"/>
                  </a:lnTo>
                  <a:lnTo>
                    <a:pt x="3179340" y="1509510"/>
                  </a:lnTo>
                  <a:lnTo>
                    <a:pt x="3179340" y="1509510"/>
                  </a:lnTo>
                  <a:lnTo>
                    <a:pt x="3174349" y="1509510"/>
                  </a:lnTo>
                  <a:lnTo>
                    <a:pt x="3174349" y="1509510"/>
                  </a:lnTo>
                  <a:lnTo>
                    <a:pt x="3169358" y="1509510"/>
                  </a:lnTo>
                  <a:lnTo>
                    <a:pt x="3169358" y="1509510"/>
                  </a:lnTo>
                  <a:lnTo>
                    <a:pt x="3164367" y="1509510"/>
                  </a:lnTo>
                  <a:lnTo>
                    <a:pt x="3164367" y="1509510"/>
                  </a:lnTo>
                  <a:lnTo>
                    <a:pt x="3159375" y="1509510"/>
                  </a:lnTo>
                  <a:lnTo>
                    <a:pt x="3159375" y="1509510"/>
                  </a:lnTo>
                  <a:lnTo>
                    <a:pt x="3154384" y="1509510"/>
                  </a:lnTo>
                  <a:lnTo>
                    <a:pt x="3154384" y="1509510"/>
                  </a:lnTo>
                  <a:lnTo>
                    <a:pt x="3149393" y="1509510"/>
                  </a:lnTo>
                  <a:lnTo>
                    <a:pt x="3149393" y="1509510"/>
                  </a:lnTo>
                  <a:lnTo>
                    <a:pt x="3144402" y="1509510"/>
                  </a:lnTo>
                  <a:lnTo>
                    <a:pt x="3144402" y="1509510"/>
                  </a:lnTo>
                  <a:lnTo>
                    <a:pt x="3139411" y="1509510"/>
                  </a:lnTo>
                  <a:lnTo>
                    <a:pt x="3139411" y="1509510"/>
                  </a:lnTo>
                  <a:lnTo>
                    <a:pt x="3134420" y="1509510"/>
                  </a:lnTo>
                  <a:lnTo>
                    <a:pt x="3134420" y="1524377"/>
                  </a:lnTo>
                  <a:lnTo>
                    <a:pt x="3129429" y="1524377"/>
                  </a:lnTo>
                  <a:lnTo>
                    <a:pt x="3129429" y="1524377"/>
                  </a:lnTo>
                  <a:lnTo>
                    <a:pt x="3124438" y="1524377"/>
                  </a:lnTo>
                  <a:lnTo>
                    <a:pt x="3124438" y="1524377"/>
                  </a:lnTo>
                  <a:lnTo>
                    <a:pt x="3119446" y="1524377"/>
                  </a:lnTo>
                  <a:lnTo>
                    <a:pt x="3119446" y="1524377"/>
                  </a:lnTo>
                  <a:lnTo>
                    <a:pt x="3114455" y="1524377"/>
                  </a:lnTo>
                  <a:lnTo>
                    <a:pt x="3114455" y="1524377"/>
                  </a:lnTo>
                  <a:lnTo>
                    <a:pt x="3109464" y="1524377"/>
                  </a:lnTo>
                  <a:lnTo>
                    <a:pt x="3109464" y="1524377"/>
                  </a:lnTo>
                  <a:lnTo>
                    <a:pt x="3104473" y="1524377"/>
                  </a:lnTo>
                  <a:lnTo>
                    <a:pt x="3104473" y="1524377"/>
                  </a:lnTo>
                  <a:lnTo>
                    <a:pt x="3099482" y="1524377"/>
                  </a:lnTo>
                  <a:lnTo>
                    <a:pt x="3099482" y="1524377"/>
                  </a:lnTo>
                  <a:lnTo>
                    <a:pt x="3094491" y="1524377"/>
                  </a:lnTo>
                  <a:lnTo>
                    <a:pt x="3094491" y="1524377"/>
                  </a:lnTo>
                  <a:lnTo>
                    <a:pt x="3089500" y="1524377"/>
                  </a:lnTo>
                  <a:lnTo>
                    <a:pt x="3089500" y="1524377"/>
                  </a:lnTo>
                  <a:lnTo>
                    <a:pt x="3084509" y="1524377"/>
                  </a:lnTo>
                  <a:lnTo>
                    <a:pt x="3084509" y="1524377"/>
                  </a:lnTo>
                  <a:lnTo>
                    <a:pt x="3079518" y="1524377"/>
                  </a:lnTo>
                  <a:lnTo>
                    <a:pt x="3079518" y="1524377"/>
                  </a:lnTo>
                  <a:lnTo>
                    <a:pt x="3074526" y="1524377"/>
                  </a:lnTo>
                  <a:lnTo>
                    <a:pt x="3074526" y="1524377"/>
                  </a:lnTo>
                  <a:lnTo>
                    <a:pt x="3069535" y="1524377"/>
                  </a:lnTo>
                  <a:lnTo>
                    <a:pt x="3069535" y="1539077"/>
                  </a:lnTo>
                  <a:lnTo>
                    <a:pt x="3064544" y="1539077"/>
                  </a:lnTo>
                  <a:lnTo>
                    <a:pt x="3064544" y="1539077"/>
                  </a:lnTo>
                  <a:lnTo>
                    <a:pt x="3059553" y="1539077"/>
                  </a:lnTo>
                  <a:lnTo>
                    <a:pt x="3059553" y="1539077"/>
                  </a:lnTo>
                  <a:lnTo>
                    <a:pt x="3054562" y="1539077"/>
                  </a:lnTo>
                  <a:lnTo>
                    <a:pt x="3054562" y="1539077"/>
                  </a:lnTo>
                  <a:lnTo>
                    <a:pt x="3049571" y="1539077"/>
                  </a:lnTo>
                  <a:lnTo>
                    <a:pt x="3049571" y="1539077"/>
                  </a:lnTo>
                  <a:lnTo>
                    <a:pt x="3044580" y="1539077"/>
                  </a:lnTo>
                  <a:lnTo>
                    <a:pt x="3044580" y="1539077"/>
                  </a:lnTo>
                  <a:lnTo>
                    <a:pt x="3039589" y="1539077"/>
                  </a:lnTo>
                  <a:lnTo>
                    <a:pt x="3039589" y="1539077"/>
                  </a:lnTo>
                  <a:lnTo>
                    <a:pt x="3034598" y="1539077"/>
                  </a:lnTo>
                  <a:lnTo>
                    <a:pt x="3034598" y="1539077"/>
                  </a:lnTo>
                  <a:lnTo>
                    <a:pt x="3029606" y="1539077"/>
                  </a:lnTo>
                  <a:lnTo>
                    <a:pt x="3029606" y="1539077"/>
                  </a:lnTo>
                  <a:lnTo>
                    <a:pt x="3024615" y="1539077"/>
                  </a:lnTo>
                  <a:lnTo>
                    <a:pt x="3024615" y="1539077"/>
                  </a:lnTo>
                  <a:lnTo>
                    <a:pt x="3019624" y="1539077"/>
                  </a:lnTo>
                  <a:lnTo>
                    <a:pt x="3019624" y="1539077"/>
                  </a:lnTo>
                  <a:lnTo>
                    <a:pt x="3014633" y="1539077"/>
                  </a:lnTo>
                  <a:lnTo>
                    <a:pt x="3014633" y="1553708"/>
                  </a:lnTo>
                  <a:lnTo>
                    <a:pt x="3009642" y="1553708"/>
                  </a:lnTo>
                  <a:lnTo>
                    <a:pt x="3009642" y="1553708"/>
                  </a:lnTo>
                  <a:lnTo>
                    <a:pt x="3004651" y="1553708"/>
                  </a:lnTo>
                  <a:lnTo>
                    <a:pt x="3004651" y="1553708"/>
                  </a:lnTo>
                  <a:lnTo>
                    <a:pt x="2999660" y="1553708"/>
                  </a:lnTo>
                  <a:lnTo>
                    <a:pt x="2999660" y="1553708"/>
                  </a:lnTo>
                  <a:lnTo>
                    <a:pt x="2994669" y="1553708"/>
                  </a:lnTo>
                  <a:lnTo>
                    <a:pt x="2994669" y="1553708"/>
                  </a:lnTo>
                  <a:lnTo>
                    <a:pt x="2989677" y="1553708"/>
                  </a:lnTo>
                  <a:lnTo>
                    <a:pt x="2989677" y="1553708"/>
                  </a:lnTo>
                  <a:lnTo>
                    <a:pt x="2984686" y="1553708"/>
                  </a:lnTo>
                  <a:lnTo>
                    <a:pt x="2984686" y="1553708"/>
                  </a:lnTo>
                  <a:lnTo>
                    <a:pt x="2979695" y="1553708"/>
                  </a:lnTo>
                  <a:lnTo>
                    <a:pt x="2979695" y="1553708"/>
                  </a:lnTo>
                  <a:lnTo>
                    <a:pt x="2974704" y="1553708"/>
                  </a:lnTo>
                  <a:lnTo>
                    <a:pt x="2974704" y="1553708"/>
                  </a:lnTo>
                  <a:lnTo>
                    <a:pt x="2969713" y="1553708"/>
                  </a:lnTo>
                  <a:lnTo>
                    <a:pt x="2969713" y="1568211"/>
                  </a:lnTo>
                  <a:lnTo>
                    <a:pt x="2964722" y="1568211"/>
                  </a:lnTo>
                  <a:lnTo>
                    <a:pt x="2964722" y="1568211"/>
                  </a:lnTo>
                  <a:lnTo>
                    <a:pt x="2959731" y="1568211"/>
                  </a:lnTo>
                  <a:lnTo>
                    <a:pt x="2959731" y="1568211"/>
                  </a:lnTo>
                  <a:lnTo>
                    <a:pt x="2954740" y="1568211"/>
                  </a:lnTo>
                  <a:lnTo>
                    <a:pt x="2954740" y="1568211"/>
                  </a:lnTo>
                  <a:lnTo>
                    <a:pt x="2949749" y="1568211"/>
                  </a:lnTo>
                  <a:lnTo>
                    <a:pt x="2949749" y="1568211"/>
                  </a:lnTo>
                  <a:lnTo>
                    <a:pt x="2944757" y="1568211"/>
                  </a:lnTo>
                  <a:lnTo>
                    <a:pt x="2944757" y="1568211"/>
                  </a:lnTo>
                  <a:lnTo>
                    <a:pt x="2939766" y="1568211"/>
                  </a:lnTo>
                  <a:lnTo>
                    <a:pt x="2939766" y="1568211"/>
                  </a:lnTo>
                  <a:lnTo>
                    <a:pt x="2934775" y="1568211"/>
                  </a:lnTo>
                  <a:lnTo>
                    <a:pt x="2934775" y="1568211"/>
                  </a:lnTo>
                  <a:lnTo>
                    <a:pt x="2929784" y="1568211"/>
                  </a:lnTo>
                  <a:lnTo>
                    <a:pt x="2929784" y="1568211"/>
                  </a:lnTo>
                  <a:lnTo>
                    <a:pt x="2924793" y="1568211"/>
                  </a:lnTo>
                  <a:lnTo>
                    <a:pt x="2924793" y="1568211"/>
                  </a:lnTo>
                  <a:lnTo>
                    <a:pt x="2919802" y="1568211"/>
                  </a:lnTo>
                  <a:lnTo>
                    <a:pt x="2919802" y="1568211"/>
                  </a:lnTo>
                  <a:lnTo>
                    <a:pt x="2914811" y="1568211"/>
                  </a:lnTo>
                  <a:lnTo>
                    <a:pt x="2914811" y="1568211"/>
                  </a:lnTo>
                  <a:lnTo>
                    <a:pt x="2909820" y="1568211"/>
                  </a:lnTo>
                  <a:lnTo>
                    <a:pt x="2909820" y="1568211"/>
                  </a:lnTo>
                  <a:lnTo>
                    <a:pt x="2904829" y="1568211"/>
                  </a:lnTo>
                  <a:lnTo>
                    <a:pt x="2904829" y="1568211"/>
                  </a:lnTo>
                  <a:lnTo>
                    <a:pt x="2899837" y="1568211"/>
                  </a:lnTo>
                  <a:lnTo>
                    <a:pt x="2899837" y="1568211"/>
                  </a:lnTo>
                  <a:lnTo>
                    <a:pt x="2894846" y="1568211"/>
                  </a:lnTo>
                  <a:lnTo>
                    <a:pt x="2894846" y="1568211"/>
                  </a:lnTo>
                  <a:lnTo>
                    <a:pt x="2889855" y="1568211"/>
                  </a:lnTo>
                  <a:lnTo>
                    <a:pt x="2889855" y="1568211"/>
                  </a:lnTo>
                  <a:lnTo>
                    <a:pt x="2884864" y="1568211"/>
                  </a:lnTo>
                  <a:lnTo>
                    <a:pt x="2884864" y="1568211"/>
                  </a:lnTo>
                  <a:lnTo>
                    <a:pt x="2879873" y="1568211"/>
                  </a:lnTo>
                  <a:lnTo>
                    <a:pt x="2879873" y="1568211"/>
                  </a:lnTo>
                  <a:lnTo>
                    <a:pt x="2874882" y="1568211"/>
                  </a:lnTo>
                  <a:lnTo>
                    <a:pt x="2874882" y="1568211"/>
                  </a:lnTo>
                  <a:lnTo>
                    <a:pt x="2869891" y="1568211"/>
                  </a:lnTo>
                  <a:lnTo>
                    <a:pt x="2869891" y="1568211"/>
                  </a:lnTo>
                  <a:lnTo>
                    <a:pt x="2864900" y="1568211"/>
                  </a:lnTo>
                  <a:lnTo>
                    <a:pt x="2864900" y="1568211"/>
                  </a:lnTo>
                  <a:lnTo>
                    <a:pt x="2859908" y="1568211"/>
                  </a:lnTo>
                  <a:lnTo>
                    <a:pt x="2859908" y="1568211"/>
                  </a:lnTo>
                  <a:lnTo>
                    <a:pt x="2854917" y="1568211"/>
                  </a:lnTo>
                  <a:lnTo>
                    <a:pt x="2854917" y="1568211"/>
                  </a:lnTo>
                  <a:lnTo>
                    <a:pt x="2849926" y="1568211"/>
                  </a:lnTo>
                  <a:lnTo>
                    <a:pt x="2849926" y="1568211"/>
                  </a:lnTo>
                  <a:lnTo>
                    <a:pt x="2844935" y="1568211"/>
                  </a:lnTo>
                  <a:lnTo>
                    <a:pt x="2844935" y="1568211"/>
                  </a:lnTo>
                  <a:lnTo>
                    <a:pt x="2839944" y="1568211"/>
                  </a:lnTo>
                  <a:lnTo>
                    <a:pt x="2839944" y="1568211"/>
                  </a:lnTo>
                  <a:lnTo>
                    <a:pt x="2834953" y="1568211"/>
                  </a:lnTo>
                  <a:lnTo>
                    <a:pt x="2834953" y="1568211"/>
                  </a:lnTo>
                  <a:lnTo>
                    <a:pt x="2829962" y="1568211"/>
                  </a:lnTo>
                  <a:lnTo>
                    <a:pt x="2829962" y="1568211"/>
                  </a:lnTo>
                  <a:lnTo>
                    <a:pt x="2824971" y="1568211"/>
                  </a:lnTo>
                  <a:lnTo>
                    <a:pt x="2824971" y="1568211"/>
                  </a:lnTo>
                  <a:lnTo>
                    <a:pt x="2819980" y="1568211"/>
                  </a:lnTo>
                  <a:lnTo>
                    <a:pt x="2819980" y="1568211"/>
                  </a:lnTo>
                  <a:lnTo>
                    <a:pt x="2814988" y="1568211"/>
                  </a:lnTo>
                  <a:lnTo>
                    <a:pt x="2814988" y="1568211"/>
                  </a:lnTo>
                  <a:lnTo>
                    <a:pt x="2809997" y="1568211"/>
                  </a:lnTo>
                  <a:lnTo>
                    <a:pt x="2809997" y="1568211"/>
                  </a:lnTo>
                  <a:lnTo>
                    <a:pt x="2805006" y="1568211"/>
                  </a:lnTo>
                  <a:lnTo>
                    <a:pt x="2805006" y="1568211"/>
                  </a:lnTo>
                  <a:lnTo>
                    <a:pt x="2800015" y="1568211"/>
                  </a:lnTo>
                  <a:lnTo>
                    <a:pt x="2800015" y="1568211"/>
                  </a:lnTo>
                  <a:lnTo>
                    <a:pt x="2795024" y="1568211"/>
                  </a:lnTo>
                  <a:lnTo>
                    <a:pt x="2795024" y="1568211"/>
                  </a:lnTo>
                  <a:lnTo>
                    <a:pt x="2790033" y="1568211"/>
                  </a:lnTo>
                  <a:lnTo>
                    <a:pt x="2790033" y="1582364"/>
                  </a:lnTo>
                  <a:lnTo>
                    <a:pt x="2785042" y="1582364"/>
                  </a:lnTo>
                  <a:lnTo>
                    <a:pt x="2785042" y="1582364"/>
                  </a:lnTo>
                  <a:lnTo>
                    <a:pt x="2780051" y="1582364"/>
                  </a:lnTo>
                  <a:lnTo>
                    <a:pt x="2780051" y="1596484"/>
                  </a:lnTo>
                  <a:lnTo>
                    <a:pt x="2775060" y="1596484"/>
                  </a:lnTo>
                  <a:lnTo>
                    <a:pt x="2775060" y="1596484"/>
                  </a:lnTo>
                  <a:lnTo>
                    <a:pt x="2770068" y="1596484"/>
                  </a:lnTo>
                  <a:lnTo>
                    <a:pt x="2770068" y="1596484"/>
                  </a:lnTo>
                  <a:lnTo>
                    <a:pt x="2765077" y="1596484"/>
                  </a:lnTo>
                  <a:lnTo>
                    <a:pt x="2765077" y="1596484"/>
                  </a:lnTo>
                  <a:lnTo>
                    <a:pt x="2760086" y="1596484"/>
                  </a:lnTo>
                  <a:lnTo>
                    <a:pt x="2760086" y="1596484"/>
                  </a:lnTo>
                  <a:lnTo>
                    <a:pt x="2755095" y="1596484"/>
                  </a:lnTo>
                  <a:lnTo>
                    <a:pt x="2755095" y="1596484"/>
                  </a:lnTo>
                  <a:lnTo>
                    <a:pt x="2750104" y="1596484"/>
                  </a:lnTo>
                  <a:lnTo>
                    <a:pt x="2750104" y="1596484"/>
                  </a:lnTo>
                  <a:lnTo>
                    <a:pt x="2745113" y="1596484"/>
                  </a:lnTo>
                  <a:lnTo>
                    <a:pt x="2745113" y="1596484"/>
                  </a:lnTo>
                  <a:lnTo>
                    <a:pt x="2740122" y="1596484"/>
                  </a:lnTo>
                  <a:lnTo>
                    <a:pt x="2740122" y="1610599"/>
                  </a:lnTo>
                  <a:lnTo>
                    <a:pt x="2735131" y="1610599"/>
                  </a:lnTo>
                  <a:lnTo>
                    <a:pt x="2735131" y="1610599"/>
                  </a:lnTo>
                  <a:lnTo>
                    <a:pt x="2730139" y="1610599"/>
                  </a:lnTo>
                  <a:lnTo>
                    <a:pt x="2730139" y="1610599"/>
                  </a:lnTo>
                  <a:lnTo>
                    <a:pt x="2725148" y="1610599"/>
                  </a:lnTo>
                  <a:lnTo>
                    <a:pt x="2725148" y="1610599"/>
                  </a:lnTo>
                  <a:lnTo>
                    <a:pt x="2720157" y="1610599"/>
                  </a:lnTo>
                  <a:lnTo>
                    <a:pt x="2720157" y="1624680"/>
                  </a:lnTo>
                  <a:lnTo>
                    <a:pt x="2715166" y="1624680"/>
                  </a:lnTo>
                  <a:lnTo>
                    <a:pt x="2715166" y="1638756"/>
                  </a:lnTo>
                  <a:lnTo>
                    <a:pt x="2710175" y="1638756"/>
                  </a:lnTo>
                  <a:lnTo>
                    <a:pt x="2710175" y="1638756"/>
                  </a:lnTo>
                  <a:lnTo>
                    <a:pt x="2705184" y="1638756"/>
                  </a:lnTo>
                  <a:lnTo>
                    <a:pt x="2705184" y="1638756"/>
                  </a:lnTo>
                  <a:lnTo>
                    <a:pt x="2700193" y="1638756"/>
                  </a:lnTo>
                  <a:lnTo>
                    <a:pt x="2700193" y="1638756"/>
                  </a:lnTo>
                  <a:lnTo>
                    <a:pt x="2695202" y="1638756"/>
                  </a:lnTo>
                  <a:lnTo>
                    <a:pt x="2695202" y="1638756"/>
                  </a:lnTo>
                  <a:lnTo>
                    <a:pt x="2690211" y="1638756"/>
                  </a:lnTo>
                  <a:lnTo>
                    <a:pt x="2690211" y="1652813"/>
                  </a:lnTo>
                  <a:lnTo>
                    <a:pt x="2685219" y="1652813"/>
                  </a:lnTo>
                  <a:lnTo>
                    <a:pt x="2685219" y="1652813"/>
                  </a:lnTo>
                  <a:lnTo>
                    <a:pt x="2680228" y="1652813"/>
                  </a:lnTo>
                  <a:lnTo>
                    <a:pt x="2680228" y="1652813"/>
                  </a:lnTo>
                  <a:lnTo>
                    <a:pt x="2675237" y="1652813"/>
                  </a:lnTo>
                  <a:lnTo>
                    <a:pt x="2675237" y="1652813"/>
                  </a:lnTo>
                  <a:lnTo>
                    <a:pt x="2670246" y="1652813"/>
                  </a:lnTo>
                  <a:lnTo>
                    <a:pt x="2670246" y="1652813"/>
                  </a:lnTo>
                  <a:lnTo>
                    <a:pt x="2665255" y="1652813"/>
                  </a:lnTo>
                  <a:lnTo>
                    <a:pt x="2665255" y="1652813"/>
                  </a:lnTo>
                  <a:lnTo>
                    <a:pt x="2660264" y="1652813"/>
                  </a:lnTo>
                  <a:lnTo>
                    <a:pt x="2660264" y="1652813"/>
                  </a:lnTo>
                  <a:lnTo>
                    <a:pt x="2655273" y="1652813"/>
                  </a:lnTo>
                  <a:lnTo>
                    <a:pt x="2655273" y="1652813"/>
                  </a:lnTo>
                  <a:lnTo>
                    <a:pt x="2650282" y="1652813"/>
                  </a:lnTo>
                  <a:lnTo>
                    <a:pt x="2650282" y="1652813"/>
                  </a:lnTo>
                  <a:lnTo>
                    <a:pt x="2645291" y="1652813"/>
                  </a:lnTo>
                  <a:lnTo>
                    <a:pt x="2645291" y="1652813"/>
                  </a:lnTo>
                  <a:lnTo>
                    <a:pt x="2640299" y="1652813"/>
                  </a:lnTo>
                  <a:lnTo>
                    <a:pt x="2640299" y="1652813"/>
                  </a:lnTo>
                  <a:lnTo>
                    <a:pt x="2635308" y="1652813"/>
                  </a:lnTo>
                  <a:lnTo>
                    <a:pt x="2635308" y="1652813"/>
                  </a:lnTo>
                  <a:lnTo>
                    <a:pt x="2630317" y="1652813"/>
                  </a:lnTo>
                  <a:lnTo>
                    <a:pt x="2630317" y="1666799"/>
                  </a:lnTo>
                  <a:lnTo>
                    <a:pt x="2625326" y="1666799"/>
                  </a:lnTo>
                  <a:lnTo>
                    <a:pt x="2625326" y="1666799"/>
                  </a:lnTo>
                  <a:lnTo>
                    <a:pt x="2620335" y="1666799"/>
                  </a:lnTo>
                  <a:lnTo>
                    <a:pt x="2620335" y="1666799"/>
                  </a:lnTo>
                  <a:lnTo>
                    <a:pt x="2615344" y="1666799"/>
                  </a:lnTo>
                  <a:lnTo>
                    <a:pt x="2615344" y="1666799"/>
                  </a:lnTo>
                  <a:lnTo>
                    <a:pt x="2610353" y="1666799"/>
                  </a:lnTo>
                  <a:lnTo>
                    <a:pt x="2610353" y="1666799"/>
                  </a:lnTo>
                  <a:lnTo>
                    <a:pt x="2605362" y="1666799"/>
                  </a:lnTo>
                  <a:lnTo>
                    <a:pt x="2605362" y="1666799"/>
                  </a:lnTo>
                  <a:lnTo>
                    <a:pt x="2600370" y="1666799"/>
                  </a:lnTo>
                  <a:lnTo>
                    <a:pt x="2600370" y="1666799"/>
                  </a:lnTo>
                  <a:lnTo>
                    <a:pt x="2595379" y="1666799"/>
                  </a:lnTo>
                  <a:lnTo>
                    <a:pt x="2595379" y="1666799"/>
                  </a:lnTo>
                  <a:lnTo>
                    <a:pt x="2590388" y="1666799"/>
                  </a:lnTo>
                  <a:lnTo>
                    <a:pt x="2590388" y="1666799"/>
                  </a:lnTo>
                  <a:lnTo>
                    <a:pt x="2585397" y="1666799"/>
                  </a:lnTo>
                  <a:lnTo>
                    <a:pt x="2585397" y="1666799"/>
                  </a:lnTo>
                  <a:lnTo>
                    <a:pt x="2580406" y="1666799"/>
                  </a:lnTo>
                  <a:lnTo>
                    <a:pt x="2580406" y="1666799"/>
                  </a:lnTo>
                  <a:lnTo>
                    <a:pt x="2575415" y="1666799"/>
                  </a:lnTo>
                  <a:lnTo>
                    <a:pt x="2575415" y="1680740"/>
                  </a:lnTo>
                  <a:lnTo>
                    <a:pt x="2570424" y="1680740"/>
                  </a:lnTo>
                  <a:lnTo>
                    <a:pt x="2570424" y="1680740"/>
                  </a:lnTo>
                  <a:lnTo>
                    <a:pt x="2565433" y="1680740"/>
                  </a:lnTo>
                  <a:lnTo>
                    <a:pt x="2565433" y="1680740"/>
                  </a:lnTo>
                  <a:lnTo>
                    <a:pt x="2560442" y="1680740"/>
                  </a:lnTo>
                  <a:lnTo>
                    <a:pt x="2560442" y="1680740"/>
                  </a:lnTo>
                  <a:lnTo>
                    <a:pt x="2555450" y="1680740"/>
                  </a:lnTo>
                  <a:lnTo>
                    <a:pt x="2555450" y="1680740"/>
                  </a:lnTo>
                  <a:lnTo>
                    <a:pt x="2550459" y="1680740"/>
                  </a:lnTo>
                  <a:lnTo>
                    <a:pt x="2550459" y="1680740"/>
                  </a:lnTo>
                  <a:lnTo>
                    <a:pt x="2545468" y="1680740"/>
                  </a:lnTo>
                  <a:lnTo>
                    <a:pt x="2545468" y="1694638"/>
                  </a:lnTo>
                  <a:lnTo>
                    <a:pt x="2540477" y="1694638"/>
                  </a:lnTo>
                  <a:lnTo>
                    <a:pt x="2540477" y="1694638"/>
                  </a:lnTo>
                  <a:lnTo>
                    <a:pt x="2535486" y="1694638"/>
                  </a:lnTo>
                  <a:lnTo>
                    <a:pt x="2535486" y="1694638"/>
                  </a:lnTo>
                  <a:lnTo>
                    <a:pt x="2530495" y="1694638"/>
                  </a:lnTo>
                  <a:lnTo>
                    <a:pt x="2530495" y="1694638"/>
                  </a:lnTo>
                  <a:lnTo>
                    <a:pt x="2525504" y="1694638"/>
                  </a:lnTo>
                  <a:lnTo>
                    <a:pt x="2525504" y="1694638"/>
                  </a:lnTo>
                  <a:lnTo>
                    <a:pt x="2520513" y="1694638"/>
                  </a:lnTo>
                  <a:lnTo>
                    <a:pt x="2520513" y="1694638"/>
                  </a:lnTo>
                  <a:lnTo>
                    <a:pt x="2515522" y="1694638"/>
                  </a:lnTo>
                  <a:lnTo>
                    <a:pt x="2515522" y="1708518"/>
                  </a:lnTo>
                  <a:lnTo>
                    <a:pt x="2510530" y="1708518"/>
                  </a:lnTo>
                  <a:lnTo>
                    <a:pt x="2510530" y="1708518"/>
                  </a:lnTo>
                  <a:lnTo>
                    <a:pt x="2505539" y="1708518"/>
                  </a:lnTo>
                  <a:lnTo>
                    <a:pt x="2505539" y="1722392"/>
                  </a:lnTo>
                  <a:lnTo>
                    <a:pt x="2500548" y="1722392"/>
                  </a:lnTo>
                  <a:lnTo>
                    <a:pt x="2500548" y="1722392"/>
                  </a:lnTo>
                  <a:lnTo>
                    <a:pt x="2495557" y="1722392"/>
                  </a:lnTo>
                  <a:lnTo>
                    <a:pt x="2495557" y="1722392"/>
                  </a:lnTo>
                  <a:lnTo>
                    <a:pt x="2490566" y="1722392"/>
                  </a:lnTo>
                  <a:lnTo>
                    <a:pt x="2490566" y="1722392"/>
                  </a:lnTo>
                  <a:lnTo>
                    <a:pt x="2485575" y="1722392"/>
                  </a:lnTo>
                  <a:lnTo>
                    <a:pt x="2485575" y="1722392"/>
                  </a:lnTo>
                  <a:lnTo>
                    <a:pt x="2480584" y="1722392"/>
                  </a:lnTo>
                  <a:lnTo>
                    <a:pt x="2480584" y="1722392"/>
                  </a:lnTo>
                  <a:lnTo>
                    <a:pt x="2475593" y="1722392"/>
                  </a:lnTo>
                  <a:lnTo>
                    <a:pt x="2475593" y="1722392"/>
                  </a:lnTo>
                  <a:lnTo>
                    <a:pt x="2470601" y="1722392"/>
                  </a:lnTo>
                  <a:lnTo>
                    <a:pt x="2470601" y="1722392"/>
                  </a:lnTo>
                  <a:lnTo>
                    <a:pt x="2465610" y="1722392"/>
                  </a:lnTo>
                  <a:lnTo>
                    <a:pt x="2465610" y="1722392"/>
                  </a:lnTo>
                  <a:lnTo>
                    <a:pt x="2460619" y="1722392"/>
                  </a:lnTo>
                  <a:lnTo>
                    <a:pt x="2460619" y="1736235"/>
                  </a:lnTo>
                  <a:lnTo>
                    <a:pt x="2455628" y="1736235"/>
                  </a:lnTo>
                  <a:lnTo>
                    <a:pt x="2455628" y="1736235"/>
                  </a:lnTo>
                  <a:lnTo>
                    <a:pt x="2450637" y="1736235"/>
                  </a:lnTo>
                  <a:lnTo>
                    <a:pt x="2450637" y="1736235"/>
                  </a:lnTo>
                  <a:lnTo>
                    <a:pt x="2445646" y="1736235"/>
                  </a:lnTo>
                  <a:lnTo>
                    <a:pt x="2445646" y="1736235"/>
                  </a:lnTo>
                  <a:lnTo>
                    <a:pt x="2440655" y="1736235"/>
                  </a:lnTo>
                  <a:lnTo>
                    <a:pt x="2440655" y="1736235"/>
                  </a:lnTo>
                  <a:lnTo>
                    <a:pt x="2435664" y="1736235"/>
                  </a:lnTo>
                  <a:lnTo>
                    <a:pt x="2435664" y="1736235"/>
                  </a:lnTo>
                  <a:lnTo>
                    <a:pt x="2430673" y="1736235"/>
                  </a:lnTo>
                  <a:lnTo>
                    <a:pt x="2430673" y="1736235"/>
                  </a:lnTo>
                  <a:lnTo>
                    <a:pt x="2425681" y="1736235"/>
                  </a:lnTo>
                  <a:lnTo>
                    <a:pt x="2425681" y="1750037"/>
                  </a:lnTo>
                  <a:lnTo>
                    <a:pt x="2420690" y="1750037"/>
                  </a:lnTo>
                  <a:lnTo>
                    <a:pt x="2420690" y="1750037"/>
                  </a:lnTo>
                  <a:lnTo>
                    <a:pt x="2415699" y="1750037"/>
                  </a:lnTo>
                  <a:lnTo>
                    <a:pt x="2415699" y="1750037"/>
                  </a:lnTo>
                  <a:lnTo>
                    <a:pt x="2410708" y="1750037"/>
                  </a:lnTo>
                  <a:lnTo>
                    <a:pt x="2410708" y="1750037"/>
                  </a:lnTo>
                  <a:lnTo>
                    <a:pt x="2405717" y="1750037"/>
                  </a:lnTo>
                  <a:lnTo>
                    <a:pt x="2405717" y="1763832"/>
                  </a:lnTo>
                  <a:lnTo>
                    <a:pt x="2400726" y="1763832"/>
                  </a:lnTo>
                  <a:lnTo>
                    <a:pt x="2400726" y="1763832"/>
                  </a:lnTo>
                  <a:lnTo>
                    <a:pt x="2395735" y="1763832"/>
                  </a:lnTo>
                  <a:lnTo>
                    <a:pt x="2395735" y="1763832"/>
                  </a:lnTo>
                  <a:lnTo>
                    <a:pt x="2390744" y="1763832"/>
                  </a:lnTo>
                  <a:lnTo>
                    <a:pt x="2390744" y="1763832"/>
                  </a:lnTo>
                  <a:lnTo>
                    <a:pt x="2385753" y="1763832"/>
                  </a:lnTo>
                  <a:lnTo>
                    <a:pt x="2385753" y="1763832"/>
                  </a:lnTo>
                  <a:lnTo>
                    <a:pt x="2380761" y="1763832"/>
                  </a:lnTo>
                  <a:lnTo>
                    <a:pt x="2380761" y="1763832"/>
                  </a:lnTo>
                  <a:lnTo>
                    <a:pt x="2375770" y="1763832"/>
                  </a:lnTo>
                  <a:lnTo>
                    <a:pt x="2375770" y="1763832"/>
                  </a:lnTo>
                  <a:lnTo>
                    <a:pt x="2370779" y="1763832"/>
                  </a:lnTo>
                  <a:lnTo>
                    <a:pt x="2370779" y="1777610"/>
                  </a:lnTo>
                  <a:lnTo>
                    <a:pt x="2365788" y="1777610"/>
                  </a:lnTo>
                  <a:lnTo>
                    <a:pt x="2365788" y="1791382"/>
                  </a:lnTo>
                  <a:lnTo>
                    <a:pt x="2360797" y="1791382"/>
                  </a:lnTo>
                  <a:lnTo>
                    <a:pt x="2360797" y="1791382"/>
                  </a:lnTo>
                  <a:lnTo>
                    <a:pt x="2355806" y="1791382"/>
                  </a:lnTo>
                  <a:lnTo>
                    <a:pt x="2355806" y="1791382"/>
                  </a:lnTo>
                  <a:lnTo>
                    <a:pt x="2350815" y="1791382"/>
                  </a:lnTo>
                  <a:lnTo>
                    <a:pt x="2350815" y="1791382"/>
                  </a:lnTo>
                  <a:lnTo>
                    <a:pt x="2345824" y="1791382"/>
                  </a:lnTo>
                  <a:lnTo>
                    <a:pt x="2345824" y="1791382"/>
                  </a:lnTo>
                  <a:lnTo>
                    <a:pt x="2340833" y="1791382"/>
                  </a:lnTo>
                  <a:lnTo>
                    <a:pt x="2340833" y="1791382"/>
                  </a:lnTo>
                  <a:lnTo>
                    <a:pt x="2335841" y="1791382"/>
                  </a:lnTo>
                  <a:lnTo>
                    <a:pt x="2335841" y="1805125"/>
                  </a:lnTo>
                  <a:lnTo>
                    <a:pt x="2330850" y="1805125"/>
                  </a:lnTo>
                  <a:lnTo>
                    <a:pt x="2330850" y="1805125"/>
                  </a:lnTo>
                  <a:lnTo>
                    <a:pt x="2325859" y="1805125"/>
                  </a:lnTo>
                  <a:lnTo>
                    <a:pt x="2325859" y="1805125"/>
                  </a:lnTo>
                  <a:lnTo>
                    <a:pt x="2320868" y="1805125"/>
                  </a:lnTo>
                  <a:lnTo>
                    <a:pt x="2320868" y="1805125"/>
                  </a:lnTo>
                  <a:lnTo>
                    <a:pt x="2315877" y="1805125"/>
                  </a:lnTo>
                  <a:lnTo>
                    <a:pt x="2315877" y="1805125"/>
                  </a:lnTo>
                  <a:lnTo>
                    <a:pt x="2310886" y="1805125"/>
                  </a:lnTo>
                  <a:lnTo>
                    <a:pt x="2310886" y="1805125"/>
                  </a:lnTo>
                  <a:lnTo>
                    <a:pt x="2305895" y="1805125"/>
                  </a:lnTo>
                  <a:lnTo>
                    <a:pt x="2305895" y="1818861"/>
                  </a:lnTo>
                  <a:lnTo>
                    <a:pt x="2300904" y="1818861"/>
                  </a:lnTo>
                  <a:lnTo>
                    <a:pt x="2300904" y="1846292"/>
                  </a:lnTo>
                  <a:lnTo>
                    <a:pt x="2295912" y="1846292"/>
                  </a:lnTo>
                  <a:lnTo>
                    <a:pt x="2295912" y="1846292"/>
                  </a:lnTo>
                  <a:lnTo>
                    <a:pt x="2290921" y="1846292"/>
                  </a:lnTo>
                  <a:lnTo>
                    <a:pt x="2290921" y="1846292"/>
                  </a:lnTo>
                  <a:lnTo>
                    <a:pt x="2285930" y="1846292"/>
                  </a:lnTo>
                  <a:lnTo>
                    <a:pt x="2285930" y="1846292"/>
                  </a:lnTo>
                  <a:lnTo>
                    <a:pt x="2280939" y="1846292"/>
                  </a:lnTo>
                  <a:lnTo>
                    <a:pt x="2280939" y="1846292"/>
                  </a:lnTo>
                  <a:lnTo>
                    <a:pt x="2275948" y="1846292"/>
                  </a:lnTo>
                  <a:lnTo>
                    <a:pt x="2275948" y="1846292"/>
                  </a:lnTo>
                  <a:lnTo>
                    <a:pt x="2270957" y="1846292"/>
                  </a:lnTo>
                  <a:lnTo>
                    <a:pt x="2270957" y="1846292"/>
                  </a:lnTo>
                  <a:lnTo>
                    <a:pt x="2265966" y="1846292"/>
                  </a:lnTo>
                  <a:lnTo>
                    <a:pt x="2265966" y="1859987"/>
                  </a:lnTo>
                  <a:lnTo>
                    <a:pt x="2260975" y="1859987"/>
                  </a:lnTo>
                  <a:lnTo>
                    <a:pt x="2260975" y="1859987"/>
                  </a:lnTo>
                  <a:lnTo>
                    <a:pt x="2255984" y="1859987"/>
                  </a:lnTo>
                  <a:lnTo>
                    <a:pt x="2255984" y="1859987"/>
                  </a:lnTo>
                  <a:lnTo>
                    <a:pt x="2250992" y="1859987"/>
                  </a:lnTo>
                  <a:lnTo>
                    <a:pt x="2250992" y="1859987"/>
                  </a:lnTo>
                  <a:lnTo>
                    <a:pt x="2246001" y="1859987"/>
                  </a:lnTo>
                  <a:lnTo>
                    <a:pt x="2246001" y="1859987"/>
                  </a:lnTo>
                  <a:lnTo>
                    <a:pt x="2241010" y="1859987"/>
                  </a:lnTo>
                  <a:lnTo>
                    <a:pt x="2241010" y="1859987"/>
                  </a:lnTo>
                  <a:lnTo>
                    <a:pt x="2236019" y="1859987"/>
                  </a:lnTo>
                  <a:lnTo>
                    <a:pt x="2236019" y="1859987"/>
                  </a:lnTo>
                  <a:lnTo>
                    <a:pt x="2231028" y="1859987"/>
                  </a:lnTo>
                  <a:lnTo>
                    <a:pt x="2231028" y="1859987"/>
                  </a:lnTo>
                  <a:lnTo>
                    <a:pt x="2226037" y="1859987"/>
                  </a:lnTo>
                  <a:lnTo>
                    <a:pt x="2226037" y="1873664"/>
                  </a:lnTo>
                  <a:lnTo>
                    <a:pt x="2221046" y="1873664"/>
                  </a:lnTo>
                  <a:lnTo>
                    <a:pt x="2221046" y="1873664"/>
                  </a:lnTo>
                  <a:lnTo>
                    <a:pt x="2216055" y="1873664"/>
                  </a:lnTo>
                  <a:lnTo>
                    <a:pt x="2216055" y="1873664"/>
                  </a:lnTo>
                  <a:lnTo>
                    <a:pt x="2211064" y="1873664"/>
                  </a:lnTo>
                  <a:lnTo>
                    <a:pt x="2211064" y="1873664"/>
                  </a:lnTo>
                  <a:lnTo>
                    <a:pt x="2206072" y="1873664"/>
                  </a:lnTo>
                  <a:lnTo>
                    <a:pt x="2206072" y="1887323"/>
                  </a:lnTo>
                  <a:lnTo>
                    <a:pt x="2201081" y="1887323"/>
                  </a:lnTo>
                  <a:lnTo>
                    <a:pt x="2201081" y="1887323"/>
                  </a:lnTo>
                  <a:lnTo>
                    <a:pt x="2196090" y="1887323"/>
                  </a:lnTo>
                  <a:lnTo>
                    <a:pt x="2196090" y="1887323"/>
                  </a:lnTo>
                  <a:lnTo>
                    <a:pt x="2191099" y="1887323"/>
                  </a:lnTo>
                  <a:lnTo>
                    <a:pt x="2191099" y="1887323"/>
                  </a:lnTo>
                  <a:lnTo>
                    <a:pt x="2186108" y="1887323"/>
                  </a:lnTo>
                  <a:lnTo>
                    <a:pt x="2186108" y="1887323"/>
                  </a:lnTo>
                  <a:lnTo>
                    <a:pt x="2181117" y="1887323"/>
                  </a:lnTo>
                  <a:lnTo>
                    <a:pt x="2181117" y="1887323"/>
                  </a:lnTo>
                  <a:lnTo>
                    <a:pt x="2176126" y="1887323"/>
                  </a:lnTo>
                  <a:lnTo>
                    <a:pt x="2176126" y="1887323"/>
                  </a:lnTo>
                  <a:lnTo>
                    <a:pt x="2171135" y="1887323"/>
                  </a:lnTo>
                  <a:lnTo>
                    <a:pt x="2171135" y="1887323"/>
                  </a:lnTo>
                  <a:lnTo>
                    <a:pt x="2166143" y="1887323"/>
                  </a:lnTo>
                  <a:lnTo>
                    <a:pt x="2166143" y="1887323"/>
                  </a:lnTo>
                  <a:lnTo>
                    <a:pt x="2161152" y="1887323"/>
                  </a:lnTo>
                  <a:lnTo>
                    <a:pt x="2161152" y="1887323"/>
                  </a:lnTo>
                  <a:lnTo>
                    <a:pt x="2156161" y="1887323"/>
                  </a:lnTo>
                  <a:lnTo>
                    <a:pt x="2156161" y="1887323"/>
                  </a:lnTo>
                  <a:lnTo>
                    <a:pt x="2151170" y="1887323"/>
                  </a:lnTo>
                  <a:lnTo>
                    <a:pt x="2151170" y="1914556"/>
                  </a:lnTo>
                  <a:lnTo>
                    <a:pt x="2146179" y="1914556"/>
                  </a:lnTo>
                  <a:lnTo>
                    <a:pt x="2146179" y="1914556"/>
                  </a:lnTo>
                  <a:lnTo>
                    <a:pt x="2141188" y="1914556"/>
                  </a:lnTo>
                  <a:lnTo>
                    <a:pt x="2141188" y="1914556"/>
                  </a:lnTo>
                  <a:lnTo>
                    <a:pt x="2136197" y="1914556"/>
                  </a:lnTo>
                  <a:lnTo>
                    <a:pt x="2136197" y="1914556"/>
                  </a:lnTo>
                  <a:lnTo>
                    <a:pt x="2131206" y="1914556"/>
                  </a:lnTo>
                  <a:lnTo>
                    <a:pt x="2131206" y="1928162"/>
                  </a:lnTo>
                  <a:lnTo>
                    <a:pt x="2126215" y="1928162"/>
                  </a:lnTo>
                  <a:lnTo>
                    <a:pt x="2126215" y="1941762"/>
                  </a:lnTo>
                  <a:lnTo>
                    <a:pt x="2121223" y="1941762"/>
                  </a:lnTo>
                  <a:lnTo>
                    <a:pt x="2121223" y="1941762"/>
                  </a:lnTo>
                  <a:lnTo>
                    <a:pt x="2116232" y="1941762"/>
                  </a:lnTo>
                  <a:lnTo>
                    <a:pt x="2116232" y="1941762"/>
                  </a:lnTo>
                  <a:lnTo>
                    <a:pt x="2111241" y="1941762"/>
                  </a:lnTo>
                  <a:lnTo>
                    <a:pt x="2111241" y="1955355"/>
                  </a:lnTo>
                  <a:lnTo>
                    <a:pt x="2106250" y="1955355"/>
                  </a:lnTo>
                  <a:lnTo>
                    <a:pt x="2106250" y="1955355"/>
                  </a:lnTo>
                  <a:lnTo>
                    <a:pt x="2101259" y="1955355"/>
                  </a:lnTo>
                  <a:lnTo>
                    <a:pt x="2101259" y="1955355"/>
                  </a:lnTo>
                  <a:lnTo>
                    <a:pt x="2096268" y="1955355"/>
                  </a:lnTo>
                  <a:lnTo>
                    <a:pt x="2096268" y="1955355"/>
                  </a:lnTo>
                  <a:lnTo>
                    <a:pt x="2091277" y="1955355"/>
                  </a:lnTo>
                  <a:lnTo>
                    <a:pt x="2091277" y="1955355"/>
                  </a:lnTo>
                  <a:lnTo>
                    <a:pt x="2086286" y="1955355"/>
                  </a:lnTo>
                  <a:lnTo>
                    <a:pt x="2086286" y="1955355"/>
                  </a:lnTo>
                  <a:lnTo>
                    <a:pt x="2081295" y="1955355"/>
                  </a:lnTo>
                  <a:lnTo>
                    <a:pt x="2081295" y="1955355"/>
                  </a:lnTo>
                  <a:lnTo>
                    <a:pt x="2076303" y="1955355"/>
                  </a:lnTo>
                  <a:lnTo>
                    <a:pt x="2076303" y="1968931"/>
                  </a:lnTo>
                  <a:lnTo>
                    <a:pt x="2071312" y="1968931"/>
                  </a:lnTo>
                  <a:lnTo>
                    <a:pt x="2071312" y="1968931"/>
                  </a:lnTo>
                  <a:lnTo>
                    <a:pt x="2066321" y="1968931"/>
                  </a:lnTo>
                  <a:lnTo>
                    <a:pt x="2066321" y="1968931"/>
                  </a:lnTo>
                  <a:lnTo>
                    <a:pt x="2061330" y="1968931"/>
                  </a:lnTo>
                  <a:lnTo>
                    <a:pt x="2061330" y="1968931"/>
                  </a:lnTo>
                  <a:lnTo>
                    <a:pt x="2056339" y="1968931"/>
                  </a:lnTo>
                  <a:lnTo>
                    <a:pt x="2056339" y="1982499"/>
                  </a:lnTo>
                  <a:lnTo>
                    <a:pt x="2051348" y="1982499"/>
                  </a:lnTo>
                  <a:lnTo>
                    <a:pt x="2051348" y="1982499"/>
                  </a:lnTo>
                  <a:lnTo>
                    <a:pt x="2046357" y="1982499"/>
                  </a:lnTo>
                  <a:lnTo>
                    <a:pt x="2046357" y="1982499"/>
                  </a:lnTo>
                  <a:lnTo>
                    <a:pt x="2041366" y="1982499"/>
                  </a:lnTo>
                  <a:lnTo>
                    <a:pt x="2041366" y="1982499"/>
                  </a:lnTo>
                  <a:lnTo>
                    <a:pt x="2036374" y="1982499"/>
                  </a:lnTo>
                  <a:lnTo>
                    <a:pt x="2036374" y="1982499"/>
                  </a:lnTo>
                  <a:lnTo>
                    <a:pt x="2031383" y="1982499"/>
                  </a:lnTo>
                  <a:lnTo>
                    <a:pt x="2031383" y="1982499"/>
                  </a:lnTo>
                  <a:lnTo>
                    <a:pt x="2026392" y="1982499"/>
                  </a:lnTo>
                  <a:lnTo>
                    <a:pt x="2026392" y="2009615"/>
                  </a:lnTo>
                  <a:lnTo>
                    <a:pt x="2021401" y="2009615"/>
                  </a:lnTo>
                  <a:lnTo>
                    <a:pt x="2021401" y="2023162"/>
                  </a:lnTo>
                  <a:lnTo>
                    <a:pt x="2016410" y="2023162"/>
                  </a:lnTo>
                  <a:lnTo>
                    <a:pt x="2016410" y="2023162"/>
                  </a:lnTo>
                  <a:lnTo>
                    <a:pt x="2011419" y="2023162"/>
                  </a:lnTo>
                  <a:lnTo>
                    <a:pt x="2011419" y="2023162"/>
                  </a:lnTo>
                  <a:lnTo>
                    <a:pt x="2006428" y="2023162"/>
                  </a:lnTo>
                  <a:lnTo>
                    <a:pt x="2006428" y="2023162"/>
                  </a:lnTo>
                  <a:lnTo>
                    <a:pt x="2001437" y="2023162"/>
                  </a:lnTo>
                  <a:lnTo>
                    <a:pt x="2001437" y="2023162"/>
                  </a:lnTo>
                  <a:lnTo>
                    <a:pt x="1996446" y="2023162"/>
                  </a:lnTo>
                  <a:lnTo>
                    <a:pt x="1996446" y="2023162"/>
                  </a:lnTo>
                  <a:lnTo>
                    <a:pt x="1991454" y="2023162"/>
                  </a:lnTo>
                  <a:lnTo>
                    <a:pt x="1991454" y="2023162"/>
                  </a:lnTo>
                  <a:lnTo>
                    <a:pt x="1986463" y="2023162"/>
                  </a:lnTo>
                  <a:lnTo>
                    <a:pt x="1986463" y="2023162"/>
                  </a:lnTo>
                  <a:lnTo>
                    <a:pt x="1981472" y="2023162"/>
                  </a:lnTo>
                  <a:lnTo>
                    <a:pt x="1981472" y="2023162"/>
                  </a:lnTo>
                  <a:lnTo>
                    <a:pt x="1976481" y="2023162"/>
                  </a:lnTo>
                  <a:lnTo>
                    <a:pt x="1976481" y="2023162"/>
                  </a:lnTo>
                  <a:lnTo>
                    <a:pt x="1971490" y="2023162"/>
                  </a:lnTo>
                  <a:lnTo>
                    <a:pt x="1971490" y="2023162"/>
                  </a:lnTo>
                  <a:lnTo>
                    <a:pt x="1966499" y="2023162"/>
                  </a:lnTo>
                  <a:lnTo>
                    <a:pt x="1966499" y="2023162"/>
                  </a:lnTo>
                  <a:lnTo>
                    <a:pt x="1961508" y="2023162"/>
                  </a:lnTo>
                  <a:lnTo>
                    <a:pt x="1961508" y="2036681"/>
                  </a:lnTo>
                  <a:lnTo>
                    <a:pt x="1956517" y="2036681"/>
                  </a:lnTo>
                  <a:lnTo>
                    <a:pt x="1956517" y="2050193"/>
                  </a:lnTo>
                  <a:lnTo>
                    <a:pt x="1951526" y="2050193"/>
                  </a:lnTo>
                  <a:lnTo>
                    <a:pt x="1951526" y="2050193"/>
                  </a:lnTo>
                  <a:lnTo>
                    <a:pt x="1946534" y="2050193"/>
                  </a:lnTo>
                  <a:lnTo>
                    <a:pt x="1946534" y="2063687"/>
                  </a:lnTo>
                  <a:lnTo>
                    <a:pt x="1941543" y="2063687"/>
                  </a:lnTo>
                  <a:lnTo>
                    <a:pt x="1941543" y="2063687"/>
                  </a:lnTo>
                  <a:lnTo>
                    <a:pt x="1936552" y="2063687"/>
                  </a:lnTo>
                  <a:lnTo>
                    <a:pt x="1936552" y="2063687"/>
                  </a:lnTo>
                  <a:lnTo>
                    <a:pt x="1931561" y="2063687"/>
                  </a:lnTo>
                  <a:lnTo>
                    <a:pt x="1931561" y="2077163"/>
                  </a:lnTo>
                  <a:lnTo>
                    <a:pt x="1926570" y="2077163"/>
                  </a:lnTo>
                  <a:lnTo>
                    <a:pt x="1926570" y="2077163"/>
                  </a:lnTo>
                  <a:lnTo>
                    <a:pt x="1921579" y="2077163"/>
                  </a:lnTo>
                  <a:lnTo>
                    <a:pt x="1921579" y="2077163"/>
                  </a:lnTo>
                  <a:lnTo>
                    <a:pt x="1916588" y="2077163"/>
                  </a:lnTo>
                  <a:lnTo>
                    <a:pt x="1916588" y="2090631"/>
                  </a:lnTo>
                  <a:lnTo>
                    <a:pt x="1911597" y="2090631"/>
                  </a:lnTo>
                  <a:lnTo>
                    <a:pt x="1911597" y="2090631"/>
                  </a:lnTo>
                  <a:lnTo>
                    <a:pt x="1906605" y="2090631"/>
                  </a:lnTo>
                  <a:lnTo>
                    <a:pt x="1906605" y="2090631"/>
                  </a:lnTo>
                  <a:lnTo>
                    <a:pt x="1901614" y="2090631"/>
                  </a:lnTo>
                  <a:lnTo>
                    <a:pt x="1901614" y="2090631"/>
                  </a:lnTo>
                  <a:lnTo>
                    <a:pt x="1896623" y="2090631"/>
                  </a:lnTo>
                  <a:lnTo>
                    <a:pt x="1896623" y="2090631"/>
                  </a:lnTo>
                  <a:lnTo>
                    <a:pt x="1891632" y="2090631"/>
                  </a:lnTo>
                  <a:lnTo>
                    <a:pt x="1891632" y="2090631"/>
                  </a:lnTo>
                  <a:lnTo>
                    <a:pt x="1886641" y="2090631"/>
                  </a:lnTo>
                  <a:lnTo>
                    <a:pt x="1886641" y="2104082"/>
                  </a:lnTo>
                  <a:lnTo>
                    <a:pt x="1881650" y="2104082"/>
                  </a:lnTo>
                  <a:lnTo>
                    <a:pt x="1881650" y="2104082"/>
                  </a:lnTo>
                  <a:lnTo>
                    <a:pt x="1876659" y="2104082"/>
                  </a:lnTo>
                  <a:lnTo>
                    <a:pt x="1876659" y="2104082"/>
                  </a:lnTo>
                  <a:lnTo>
                    <a:pt x="1871668" y="2104082"/>
                  </a:lnTo>
                  <a:lnTo>
                    <a:pt x="1871668" y="2130960"/>
                  </a:lnTo>
                  <a:lnTo>
                    <a:pt x="1866677" y="2130960"/>
                  </a:lnTo>
                  <a:lnTo>
                    <a:pt x="1866677" y="2130960"/>
                  </a:lnTo>
                  <a:lnTo>
                    <a:pt x="1861685" y="2130960"/>
                  </a:lnTo>
                  <a:lnTo>
                    <a:pt x="1861685" y="2144387"/>
                  </a:lnTo>
                  <a:lnTo>
                    <a:pt x="1856694" y="2144387"/>
                  </a:lnTo>
                  <a:lnTo>
                    <a:pt x="1856694" y="2144387"/>
                  </a:lnTo>
                  <a:lnTo>
                    <a:pt x="1851703" y="2144387"/>
                  </a:lnTo>
                  <a:lnTo>
                    <a:pt x="1851703" y="2144387"/>
                  </a:lnTo>
                  <a:lnTo>
                    <a:pt x="1846712" y="2144387"/>
                  </a:lnTo>
                  <a:lnTo>
                    <a:pt x="1846712" y="2144387"/>
                  </a:lnTo>
                  <a:lnTo>
                    <a:pt x="1841721" y="2144387"/>
                  </a:lnTo>
                  <a:lnTo>
                    <a:pt x="1841721" y="2144387"/>
                  </a:lnTo>
                  <a:lnTo>
                    <a:pt x="1836730" y="2144387"/>
                  </a:lnTo>
                  <a:lnTo>
                    <a:pt x="1836730" y="2144387"/>
                  </a:lnTo>
                  <a:lnTo>
                    <a:pt x="1831739" y="2144387"/>
                  </a:lnTo>
                  <a:lnTo>
                    <a:pt x="1831739" y="2144387"/>
                  </a:lnTo>
                  <a:lnTo>
                    <a:pt x="1826748" y="2144387"/>
                  </a:lnTo>
                  <a:lnTo>
                    <a:pt x="1826748" y="2144387"/>
                  </a:lnTo>
                  <a:lnTo>
                    <a:pt x="1821757" y="2144387"/>
                  </a:lnTo>
                  <a:lnTo>
                    <a:pt x="1821757" y="2144387"/>
                  </a:lnTo>
                  <a:lnTo>
                    <a:pt x="1816765" y="2144387"/>
                  </a:lnTo>
                  <a:lnTo>
                    <a:pt x="1816765" y="2144387"/>
                  </a:lnTo>
                  <a:lnTo>
                    <a:pt x="1811774" y="2144387"/>
                  </a:lnTo>
                  <a:lnTo>
                    <a:pt x="1811774" y="2144387"/>
                  </a:lnTo>
                  <a:lnTo>
                    <a:pt x="1806783" y="2144387"/>
                  </a:lnTo>
                  <a:lnTo>
                    <a:pt x="1806783" y="2144387"/>
                  </a:lnTo>
                  <a:lnTo>
                    <a:pt x="1801792" y="2144387"/>
                  </a:lnTo>
                  <a:lnTo>
                    <a:pt x="1801792" y="2144387"/>
                  </a:lnTo>
                  <a:lnTo>
                    <a:pt x="1796801" y="2144387"/>
                  </a:lnTo>
                  <a:lnTo>
                    <a:pt x="1796801" y="2144387"/>
                  </a:lnTo>
                  <a:lnTo>
                    <a:pt x="1791810" y="2144387"/>
                  </a:lnTo>
                  <a:lnTo>
                    <a:pt x="1791810" y="2144387"/>
                  </a:lnTo>
                  <a:lnTo>
                    <a:pt x="1786819" y="2144387"/>
                  </a:lnTo>
                  <a:lnTo>
                    <a:pt x="1786819" y="2144387"/>
                  </a:lnTo>
                  <a:lnTo>
                    <a:pt x="1781828" y="2144387"/>
                  </a:lnTo>
                  <a:lnTo>
                    <a:pt x="1781828" y="2144387"/>
                  </a:lnTo>
                  <a:lnTo>
                    <a:pt x="1776836" y="2144387"/>
                  </a:lnTo>
                  <a:lnTo>
                    <a:pt x="1776836" y="2144387"/>
                  </a:lnTo>
                  <a:lnTo>
                    <a:pt x="1771845" y="2144387"/>
                  </a:lnTo>
                  <a:lnTo>
                    <a:pt x="1771845" y="2157757"/>
                  </a:lnTo>
                  <a:lnTo>
                    <a:pt x="1766854" y="2157757"/>
                  </a:lnTo>
                  <a:lnTo>
                    <a:pt x="1766854" y="2157757"/>
                  </a:lnTo>
                  <a:lnTo>
                    <a:pt x="1761863" y="2157757"/>
                  </a:lnTo>
                  <a:lnTo>
                    <a:pt x="1761863" y="2157757"/>
                  </a:lnTo>
                  <a:lnTo>
                    <a:pt x="1756872" y="2157757"/>
                  </a:lnTo>
                  <a:lnTo>
                    <a:pt x="1756872" y="2157757"/>
                  </a:lnTo>
                  <a:lnTo>
                    <a:pt x="1751881" y="2157757"/>
                  </a:lnTo>
                  <a:lnTo>
                    <a:pt x="1751881" y="2157757"/>
                  </a:lnTo>
                  <a:lnTo>
                    <a:pt x="1746890" y="2157757"/>
                  </a:lnTo>
                  <a:lnTo>
                    <a:pt x="1746890" y="2157757"/>
                  </a:lnTo>
                  <a:lnTo>
                    <a:pt x="1741899" y="2157757"/>
                  </a:lnTo>
                  <a:lnTo>
                    <a:pt x="1741899" y="2171099"/>
                  </a:lnTo>
                  <a:lnTo>
                    <a:pt x="1736908" y="2171099"/>
                  </a:lnTo>
                  <a:lnTo>
                    <a:pt x="1736908" y="2171099"/>
                  </a:lnTo>
                  <a:lnTo>
                    <a:pt x="1731916" y="2171099"/>
                  </a:lnTo>
                  <a:lnTo>
                    <a:pt x="1731916" y="2171099"/>
                  </a:lnTo>
                  <a:lnTo>
                    <a:pt x="1726925" y="2171099"/>
                  </a:lnTo>
                  <a:lnTo>
                    <a:pt x="1726925" y="2171099"/>
                  </a:lnTo>
                  <a:lnTo>
                    <a:pt x="1721934" y="2171099"/>
                  </a:lnTo>
                  <a:lnTo>
                    <a:pt x="1721934" y="2171099"/>
                  </a:lnTo>
                  <a:lnTo>
                    <a:pt x="1716943" y="2171099"/>
                  </a:lnTo>
                  <a:lnTo>
                    <a:pt x="1716943" y="2184415"/>
                  </a:lnTo>
                  <a:lnTo>
                    <a:pt x="1711952" y="2184415"/>
                  </a:lnTo>
                  <a:lnTo>
                    <a:pt x="1711952" y="2184415"/>
                  </a:lnTo>
                  <a:lnTo>
                    <a:pt x="1706961" y="2184415"/>
                  </a:lnTo>
                  <a:lnTo>
                    <a:pt x="1706961" y="2184415"/>
                  </a:lnTo>
                  <a:lnTo>
                    <a:pt x="1701970" y="2184415"/>
                  </a:lnTo>
                  <a:lnTo>
                    <a:pt x="1701970" y="2184415"/>
                  </a:lnTo>
                  <a:lnTo>
                    <a:pt x="1696979" y="2184415"/>
                  </a:lnTo>
                  <a:lnTo>
                    <a:pt x="1696979" y="2184415"/>
                  </a:lnTo>
                  <a:lnTo>
                    <a:pt x="1691988" y="2184415"/>
                  </a:lnTo>
                  <a:lnTo>
                    <a:pt x="1691988" y="2184415"/>
                  </a:lnTo>
                  <a:lnTo>
                    <a:pt x="1686996" y="2184415"/>
                  </a:lnTo>
                  <a:lnTo>
                    <a:pt x="1686996" y="2197722"/>
                  </a:lnTo>
                  <a:lnTo>
                    <a:pt x="1682005" y="2197722"/>
                  </a:lnTo>
                  <a:lnTo>
                    <a:pt x="1682005" y="2197722"/>
                  </a:lnTo>
                  <a:lnTo>
                    <a:pt x="1677014" y="2197722"/>
                  </a:lnTo>
                  <a:lnTo>
                    <a:pt x="1677014" y="2211021"/>
                  </a:lnTo>
                  <a:lnTo>
                    <a:pt x="1672023" y="2211021"/>
                  </a:lnTo>
                  <a:lnTo>
                    <a:pt x="1672023" y="2224312"/>
                  </a:lnTo>
                  <a:lnTo>
                    <a:pt x="1667032" y="2224312"/>
                  </a:lnTo>
                  <a:lnTo>
                    <a:pt x="1667032" y="2224312"/>
                  </a:lnTo>
                  <a:lnTo>
                    <a:pt x="1662041" y="2224312"/>
                  </a:lnTo>
                  <a:lnTo>
                    <a:pt x="1662041" y="2224312"/>
                  </a:lnTo>
                  <a:lnTo>
                    <a:pt x="1657050" y="2224312"/>
                  </a:lnTo>
                  <a:lnTo>
                    <a:pt x="1657050" y="2224312"/>
                  </a:lnTo>
                  <a:lnTo>
                    <a:pt x="1652059" y="2224312"/>
                  </a:lnTo>
                  <a:lnTo>
                    <a:pt x="1652059" y="2224312"/>
                  </a:lnTo>
                  <a:lnTo>
                    <a:pt x="1647067" y="2224312"/>
                  </a:lnTo>
                  <a:lnTo>
                    <a:pt x="1647067" y="2224312"/>
                  </a:lnTo>
                  <a:lnTo>
                    <a:pt x="1642076" y="2224312"/>
                  </a:lnTo>
                  <a:lnTo>
                    <a:pt x="1642076" y="2237593"/>
                  </a:lnTo>
                  <a:lnTo>
                    <a:pt x="1637085" y="2237593"/>
                  </a:lnTo>
                  <a:lnTo>
                    <a:pt x="1637085" y="2237593"/>
                  </a:lnTo>
                  <a:lnTo>
                    <a:pt x="1632094" y="2237593"/>
                  </a:lnTo>
                  <a:lnTo>
                    <a:pt x="1632094" y="2237593"/>
                  </a:lnTo>
                  <a:lnTo>
                    <a:pt x="1627103" y="2237593"/>
                  </a:lnTo>
                  <a:lnTo>
                    <a:pt x="1627103" y="2237593"/>
                  </a:lnTo>
                  <a:lnTo>
                    <a:pt x="1622112" y="2237593"/>
                  </a:lnTo>
                  <a:lnTo>
                    <a:pt x="1622112" y="2237593"/>
                  </a:lnTo>
                  <a:lnTo>
                    <a:pt x="1617121" y="2237593"/>
                  </a:lnTo>
                  <a:lnTo>
                    <a:pt x="1617121" y="2237593"/>
                  </a:lnTo>
                  <a:lnTo>
                    <a:pt x="1612130" y="2237593"/>
                  </a:lnTo>
                  <a:lnTo>
                    <a:pt x="1612130" y="2237593"/>
                  </a:lnTo>
                  <a:lnTo>
                    <a:pt x="1607139" y="2237593"/>
                  </a:lnTo>
                  <a:lnTo>
                    <a:pt x="1607139" y="2237593"/>
                  </a:lnTo>
                  <a:lnTo>
                    <a:pt x="1602147" y="2237593"/>
                  </a:lnTo>
                  <a:lnTo>
                    <a:pt x="1602147" y="2237593"/>
                  </a:lnTo>
                  <a:lnTo>
                    <a:pt x="1597156" y="2237593"/>
                  </a:lnTo>
                  <a:lnTo>
                    <a:pt x="1597156" y="2237593"/>
                  </a:lnTo>
                  <a:lnTo>
                    <a:pt x="1592165" y="2237593"/>
                  </a:lnTo>
                  <a:lnTo>
                    <a:pt x="1592165" y="2237593"/>
                  </a:lnTo>
                  <a:lnTo>
                    <a:pt x="1587174" y="2237593"/>
                  </a:lnTo>
                  <a:lnTo>
                    <a:pt x="1587174" y="2237593"/>
                  </a:lnTo>
                  <a:lnTo>
                    <a:pt x="1582183" y="2237593"/>
                  </a:lnTo>
                  <a:lnTo>
                    <a:pt x="1582183" y="2237593"/>
                  </a:lnTo>
                  <a:lnTo>
                    <a:pt x="1577192" y="2237593"/>
                  </a:lnTo>
                  <a:lnTo>
                    <a:pt x="1577192" y="2250839"/>
                  </a:lnTo>
                  <a:lnTo>
                    <a:pt x="1572201" y="2250839"/>
                  </a:lnTo>
                  <a:lnTo>
                    <a:pt x="1572201" y="2250839"/>
                  </a:lnTo>
                  <a:lnTo>
                    <a:pt x="1567210" y="2250839"/>
                  </a:lnTo>
                  <a:lnTo>
                    <a:pt x="1567210" y="2250839"/>
                  </a:lnTo>
                  <a:lnTo>
                    <a:pt x="1562219" y="2250839"/>
                  </a:lnTo>
                  <a:lnTo>
                    <a:pt x="1562219" y="2264067"/>
                  </a:lnTo>
                  <a:lnTo>
                    <a:pt x="1557227" y="2264067"/>
                  </a:lnTo>
                  <a:lnTo>
                    <a:pt x="1557227" y="2264067"/>
                  </a:lnTo>
                  <a:lnTo>
                    <a:pt x="1552236" y="2264067"/>
                  </a:lnTo>
                  <a:lnTo>
                    <a:pt x="1552236" y="2264067"/>
                  </a:lnTo>
                  <a:lnTo>
                    <a:pt x="1547245" y="2264067"/>
                  </a:lnTo>
                  <a:lnTo>
                    <a:pt x="1547245" y="2264067"/>
                  </a:lnTo>
                  <a:lnTo>
                    <a:pt x="1542254" y="2264067"/>
                  </a:lnTo>
                  <a:lnTo>
                    <a:pt x="1542254" y="2264067"/>
                  </a:lnTo>
                  <a:lnTo>
                    <a:pt x="1537263" y="2264067"/>
                  </a:lnTo>
                  <a:lnTo>
                    <a:pt x="1537263" y="2264067"/>
                  </a:lnTo>
                  <a:lnTo>
                    <a:pt x="1532272" y="2264067"/>
                  </a:lnTo>
                  <a:lnTo>
                    <a:pt x="1532272" y="2303696"/>
                  </a:lnTo>
                  <a:lnTo>
                    <a:pt x="1527281" y="2303696"/>
                  </a:lnTo>
                  <a:lnTo>
                    <a:pt x="1527281" y="2303696"/>
                  </a:lnTo>
                  <a:lnTo>
                    <a:pt x="1522290" y="2303696"/>
                  </a:lnTo>
                  <a:lnTo>
                    <a:pt x="1522290" y="2303696"/>
                  </a:lnTo>
                  <a:lnTo>
                    <a:pt x="1517299" y="2303696"/>
                  </a:lnTo>
                  <a:lnTo>
                    <a:pt x="1517299" y="2303696"/>
                  </a:lnTo>
                  <a:lnTo>
                    <a:pt x="1512307" y="2303696"/>
                  </a:lnTo>
                  <a:lnTo>
                    <a:pt x="1512307" y="2303696"/>
                  </a:lnTo>
                  <a:lnTo>
                    <a:pt x="1507316" y="2303696"/>
                  </a:lnTo>
                  <a:lnTo>
                    <a:pt x="1507316" y="2303696"/>
                  </a:lnTo>
                  <a:lnTo>
                    <a:pt x="1502325" y="2303696"/>
                  </a:lnTo>
                  <a:lnTo>
                    <a:pt x="1502325" y="2303696"/>
                  </a:lnTo>
                  <a:lnTo>
                    <a:pt x="1497334" y="2303696"/>
                  </a:lnTo>
                  <a:lnTo>
                    <a:pt x="1497334" y="2303696"/>
                  </a:lnTo>
                  <a:lnTo>
                    <a:pt x="1492343" y="2303696"/>
                  </a:lnTo>
                  <a:lnTo>
                    <a:pt x="1492343" y="2303696"/>
                  </a:lnTo>
                  <a:lnTo>
                    <a:pt x="1487352" y="2303696"/>
                  </a:lnTo>
                  <a:lnTo>
                    <a:pt x="1487352" y="2303696"/>
                  </a:lnTo>
                  <a:lnTo>
                    <a:pt x="1482361" y="2303696"/>
                  </a:lnTo>
                  <a:lnTo>
                    <a:pt x="1482361" y="2303696"/>
                  </a:lnTo>
                  <a:lnTo>
                    <a:pt x="1477370" y="2303696"/>
                  </a:lnTo>
                  <a:lnTo>
                    <a:pt x="1477370" y="2303696"/>
                  </a:lnTo>
                  <a:lnTo>
                    <a:pt x="1472378" y="2303696"/>
                  </a:lnTo>
                  <a:lnTo>
                    <a:pt x="1472378" y="2303696"/>
                  </a:lnTo>
                  <a:lnTo>
                    <a:pt x="1467387" y="2303696"/>
                  </a:lnTo>
                  <a:lnTo>
                    <a:pt x="1467387" y="2303696"/>
                  </a:lnTo>
                  <a:lnTo>
                    <a:pt x="1462396" y="2303696"/>
                  </a:lnTo>
                  <a:lnTo>
                    <a:pt x="1462396" y="2303696"/>
                  </a:lnTo>
                  <a:lnTo>
                    <a:pt x="1457405" y="2303696"/>
                  </a:lnTo>
                  <a:lnTo>
                    <a:pt x="1457405" y="2303696"/>
                  </a:lnTo>
                  <a:lnTo>
                    <a:pt x="1452414" y="2303696"/>
                  </a:lnTo>
                  <a:lnTo>
                    <a:pt x="1452414" y="2303696"/>
                  </a:lnTo>
                  <a:lnTo>
                    <a:pt x="1447423" y="2303696"/>
                  </a:lnTo>
                  <a:lnTo>
                    <a:pt x="1447423" y="2316861"/>
                  </a:lnTo>
                  <a:lnTo>
                    <a:pt x="1442432" y="2316861"/>
                  </a:lnTo>
                  <a:lnTo>
                    <a:pt x="1442432" y="2316861"/>
                  </a:lnTo>
                  <a:lnTo>
                    <a:pt x="1437441" y="2316861"/>
                  </a:lnTo>
                  <a:lnTo>
                    <a:pt x="1437441" y="2316861"/>
                  </a:lnTo>
                  <a:lnTo>
                    <a:pt x="1432450" y="2316861"/>
                  </a:lnTo>
                  <a:lnTo>
                    <a:pt x="1432450" y="2330016"/>
                  </a:lnTo>
                  <a:lnTo>
                    <a:pt x="1427458" y="2330016"/>
                  </a:lnTo>
                  <a:lnTo>
                    <a:pt x="1427458" y="2356298"/>
                  </a:lnTo>
                  <a:lnTo>
                    <a:pt x="1422467" y="2356298"/>
                  </a:lnTo>
                  <a:lnTo>
                    <a:pt x="1422467" y="2356298"/>
                  </a:lnTo>
                  <a:lnTo>
                    <a:pt x="1417476" y="2356298"/>
                  </a:lnTo>
                  <a:lnTo>
                    <a:pt x="1417476" y="2369415"/>
                  </a:lnTo>
                  <a:lnTo>
                    <a:pt x="1412485" y="2369415"/>
                  </a:lnTo>
                  <a:lnTo>
                    <a:pt x="1412485" y="2369415"/>
                  </a:lnTo>
                  <a:lnTo>
                    <a:pt x="1407494" y="2369415"/>
                  </a:lnTo>
                  <a:lnTo>
                    <a:pt x="1407494" y="2382523"/>
                  </a:lnTo>
                  <a:lnTo>
                    <a:pt x="1402503" y="2382523"/>
                  </a:lnTo>
                  <a:lnTo>
                    <a:pt x="1402503" y="2382523"/>
                  </a:lnTo>
                  <a:lnTo>
                    <a:pt x="1397512" y="2382523"/>
                  </a:lnTo>
                  <a:lnTo>
                    <a:pt x="1397512" y="2382523"/>
                  </a:lnTo>
                  <a:lnTo>
                    <a:pt x="1392521" y="2382523"/>
                  </a:lnTo>
                  <a:lnTo>
                    <a:pt x="1392521" y="2395603"/>
                  </a:lnTo>
                  <a:lnTo>
                    <a:pt x="1387530" y="2395603"/>
                  </a:lnTo>
                  <a:lnTo>
                    <a:pt x="1387530" y="2395603"/>
                  </a:lnTo>
                  <a:lnTo>
                    <a:pt x="1382538" y="2395603"/>
                  </a:lnTo>
                  <a:lnTo>
                    <a:pt x="1382538" y="2395603"/>
                  </a:lnTo>
                  <a:lnTo>
                    <a:pt x="1377547" y="2395603"/>
                  </a:lnTo>
                  <a:lnTo>
                    <a:pt x="1377547" y="2395603"/>
                  </a:lnTo>
                  <a:lnTo>
                    <a:pt x="1372556" y="2395603"/>
                  </a:lnTo>
                  <a:lnTo>
                    <a:pt x="1372556" y="2395603"/>
                  </a:lnTo>
                  <a:lnTo>
                    <a:pt x="1367565" y="2395603"/>
                  </a:lnTo>
                  <a:lnTo>
                    <a:pt x="1367565" y="2395603"/>
                  </a:lnTo>
                  <a:lnTo>
                    <a:pt x="1362574" y="2395603"/>
                  </a:lnTo>
                  <a:lnTo>
                    <a:pt x="1362574" y="2395603"/>
                  </a:lnTo>
                  <a:lnTo>
                    <a:pt x="1357583" y="2395603"/>
                  </a:lnTo>
                  <a:lnTo>
                    <a:pt x="1357583" y="2395603"/>
                  </a:lnTo>
                  <a:lnTo>
                    <a:pt x="1352592" y="2395603"/>
                  </a:lnTo>
                  <a:lnTo>
                    <a:pt x="1352592" y="2408656"/>
                  </a:lnTo>
                  <a:lnTo>
                    <a:pt x="1347601" y="2408656"/>
                  </a:lnTo>
                  <a:lnTo>
                    <a:pt x="1347601" y="2408656"/>
                  </a:lnTo>
                  <a:lnTo>
                    <a:pt x="1342609" y="2408656"/>
                  </a:lnTo>
                  <a:lnTo>
                    <a:pt x="1342609" y="2408656"/>
                  </a:lnTo>
                  <a:lnTo>
                    <a:pt x="1337618" y="2408656"/>
                  </a:lnTo>
                  <a:lnTo>
                    <a:pt x="1337618" y="2408656"/>
                  </a:lnTo>
                  <a:lnTo>
                    <a:pt x="1332627" y="2408656"/>
                  </a:lnTo>
                  <a:lnTo>
                    <a:pt x="1332627" y="2408656"/>
                  </a:lnTo>
                  <a:lnTo>
                    <a:pt x="1327636" y="2408656"/>
                  </a:lnTo>
                  <a:lnTo>
                    <a:pt x="1327636" y="2408656"/>
                  </a:lnTo>
                  <a:lnTo>
                    <a:pt x="1322645" y="2408656"/>
                  </a:lnTo>
                  <a:lnTo>
                    <a:pt x="1322645" y="2408656"/>
                  </a:lnTo>
                  <a:lnTo>
                    <a:pt x="1317654" y="2408656"/>
                  </a:lnTo>
                  <a:lnTo>
                    <a:pt x="1317654" y="2408656"/>
                  </a:lnTo>
                  <a:lnTo>
                    <a:pt x="1312663" y="2408656"/>
                  </a:lnTo>
                  <a:lnTo>
                    <a:pt x="1312663" y="2408656"/>
                  </a:lnTo>
                  <a:lnTo>
                    <a:pt x="1307672" y="2408656"/>
                  </a:lnTo>
                  <a:lnTo>
                    <a:pt x="1307672" y="2408656"/>
                  </a:lnTo>
                  <a:lnTo>
                    <a:pt x="1302681" y="2408656"/>
                  </a:lnTo>
                  <a:lnTo>
                    <a:pt x="1302681" y="2408656"/>
                  </a:lnTo>
                  <a:lnTo>
                    <a:pt x="1297689" y="2408656"/>
                  </a:lnTo>
                  <a:lnTo>
                    <a:pt x="1297689" y="2408656"/>
                  </a:lnTo>
                  <a:lnTo>
                    <a:pt x="1292698" y="2408656"/>
                  </a:lnTo>
                  <a:lnTo>
                    <a:pt x="1292698" y="2408656"/>
                  </a:lnTo>
                  <a:lnTo>
                    <a:pt x="1287707" y="2408656"/>
                  </a:lnTo>
                  <a:lnTo>
                    <a:pt x="1287707" y="2421651"/>
                  </a:lnTo>
                  <a:lnTo>
                    <a:pt x="1282716" y="2421651"/>
                  </a:lnTo>
                  <a:lnTo>
                    <a:pt x="1282716" y="2434627"/>
                  </a:lnTo>
                  <a:lnTo>
                    <a:pt x="1277725" y="2434627"/>
                  </a:lnTo>
                  <a:lnTo>
                    <a:pt x="1277725" y="2447585"/>
                  </a:lnTo>
                  <a:lnTo>
                    <a:pt x="1272734" y="2447585"/>
                  </a:lnTo>
                  <a:lnTo>
                    <a:pt x="1272734" y="2447585"/>
                  </a:lnTo>
                  <a:lnTo>
                    <a:pt x="1267743" y="2447585"/>
                  </a:lnTo>
                  <a:lnTo>
                    <a:pt x="1267743" y="2447585"/>
                  </a:lnTo>
                  <a:lnTo>
                    <a:pt x="1262752" y="2447585"/>
                  </a:lnTo>
                  <a:lnTo>
                    <a:pt x="1262752" y="2447585"/>
                  </a:lnTo>
                  <a:lnTo>
                    <a:pt x="1257761" y="2447585"/>
                  </a:lnTo>
                  <a:lnTo>
                    <a:pt x="1257761" y="2460531"/>
                  </a:lnTo>
                  <a:lnTo>
                    <a:pt x="1252769" y="2460531"/>
                  </a:lnTo>
                  <a:lnTo>
                    <a:pt x="1252769" y="2460531"/>
                  </a:lnTo>
                  <a:lnTo>
                    <a:pt x="1247778" y="2460531"/>
                  </a:lnTo>
                  <a:lnTo>
                    <a:pt x="1247778" y="2460531"/>
                  </a:lnTo>
                  <a:lnTo>
                    <a:pt x="1242787" y="2460531"/>
                  </a:lnTo>
                  <a:lnTo>
                    <a:pt x="1242787" y="2460531"/>
                  </a:lnTo>
                  <a:lnTo>
                    <a:pt x="1237796" y="2460531"/>
                  </a:lnTo>
                  <a:lnTo>
                    <a:pt x="1237796" y="2460531"/>
                  </a:lnTo>
                  <a:lnTo>
                    <a:pt x="1232805" y="2460531"/>
                  </a:lnTo>
                  <a:lnTo>
                    <a:pt x="1232805" y="2460531"/>
                  </a:lnTo>
                  <a:lnTo>
                    <a:pt x="1227814" y="2460531"/>
                  </a:lnTo>
                  <a:lnTo>
                    <a:pt x="1227814" y="2460531"/>
                  </a:lnTo>
                  <a:lnTo>
                    <a:pt x="1222823" y="2460531"/>
                  </a:lnTo>
                  <a:lnTo>
                    <a:pt x="1222823" y="2473451"/>
                  </a:lnTo>
                  <a:lnTo>
                    <a:pt x="1217832" y="2473451"/>
                  </a:lnTo>
                  <a:lnTo>
                    <a:pt x="1217832" y="2486360"/>
                  </a:lnTo>
                  <a:lnTo>
                    <a:pt x="1212840" y="2486360"/>
                  </a:lnTo>
                  <a:lnTo>
                    <a:pt x="1212840" y="2486360"/>
                  </a:lnTo>
                  <a:lnTo>
                    <a:pt x="1207849" y="2486360"/>
                  </a:lnTo>
                  <a:lnTo>
                    <a:pt x="1207849" y="2499249"/>
                  </a:lnTo>
                  <a:lnTo>
                    <a:pt x="1202858" y="2499249"/>
                  </a:lnTo>
                  <a:lnTo>
                    <a:pt x="1202858" y="2499249"/>
                  </a:lnTo>
                  <a:lnTo>
                    <a:pt x="1197867" y="2499249"/>
                  </a:lnTo>
                  <a:lnTo>
                    <a:pt x="1197867" y="2499249"/>
                  </a:lnTo>
                  <a:lnTo>
                    <a:pt x="1192876" y="2499249"/>
                  </a:lnTo>
                  <a:lnTo>
                    <a:pt x="1192876" y="2499249"/>
                  </a:lnTo>
                  <a:lnTo>
                    <a:pt x="1187885" y="2499249"/>
                  </a:lnTo>
                  <a:lnTo>
                    <a:pt x="1187885" y="2512119"/>
                  </a:lnTo>
                  <a:lnTo>
                    <a:pt x="1182894" y="2512119"/>
                  </a:lnTo>
                  <a:lnTo>
                    <a:pt x="1182894" y="2524976"/>
                  </a:lnTo>
                  <a:lnTo>
                    <a:pt x="1177903" y="2524976"/>
                  </a:lnTo>
                  <a:lnTo>
                    <a:pt x="1177903" y="2524976"/>
                  </a:lnTo>
                  <a:lnTo>
                    <a:pt x="1172912" y="2524976"/>
                  </a:lnTo>
                  <a:lnTo>
                    <a:pt x="1172912" y="2537822"/>
                  </a:lnTo>
                  <a:lnTo>
                    <a:pt x="1167920" y="2537822"/>
                  </a:lnTo>
                  <a:lnTo>
                    <a:pt x="1167920" y="2537822"/>
                  </a:lnTo>
                  <a:lnTo>
                    <a:pt x="1162929" y="2537822"/>
                  </a:lnTo>
                  <a:lnTo>
                    <a:pt x="1162929" y="2537822"/>
                  </a:lnTo>
                  <a:lnTo>
                    <a:pt x="1157938" y="2537822"/>
                  </a:lnTo>
                  <a:lnTo>
                    <a:pt x="1157938" y="2537822"/>
                  </a:lnTo>
                  <a:lnTo>
                    <a:pt x="1152947" y="2537822"/>
                  </a:lnTo>
                  <a:lnTo>
                    <a:pt x="1152947" y="2537822"/>
                  </a:lnTo>
                  <a:lnTo>
                    <a:pt x="1147956" y="2537822"/>
                  </a:lnTo>
                  <a:lnTo>
                    <a:pt x="1147956" y="2537822"/>
                  </a:lnTo>
                  <a:lnTo>
                    <a:pt x="1142965" y="2537822"/>
                  </a:lnTo>
                  <a:lnTo>
                    <a:pt x="1142965" y="2550647"/>
                  </a:lnTo>
                  <a:lnTo>
                    <a:pt x="1137974" y="2550647"/>
                  </a:lnTo>
                  <a:lnTo>
                    <a:pt x="1137974" y="2550647"/>
                  </a:lnTo>
                  <a:lnTo>
                    <a:pt x="1132983" y="2550647"/>
                  </a:lnTo>
                  <a:lnTo>
                    <a:pt x="1132983" y="2563445"/>
                  </a:lnTo>
                  <a:lnTo>
                    <a:pt x="1127992" y="2563445"/>
                  </a:lnTo>
                  <a:lnTo>
                    <a:pt x="1127992" y="2563445"/>
                  </a:lnTo>
                  <a:lnTo>
                    <a:pt x="1123000" y="2563445"/>
                  </a:lnTo>
                  <a:lnTo>
                    <a:pt x="1123000" y="2576230"/>
                  </a:lnTo>
                  <a:lnTo>
                    <a:pt x="1118009" y="2576230"/>
                  </a:lnTo>
                  <a:lnTo>
                    <a:pt x="1118009" y="2576230"/>
                  </a:lnTo>
                  <a:lnTo>
                    <a:pt x="1113018" y="2576230"/>
                  </a:lnTo>
                  <a:lnTo>
                    <a:pt x="1113018" y="2576230"/>
                  </a:lnTo>
                  <a:lnTo>
                    <a:pt x="1108027" y="2576230"/>
                  </a:lnTo>
                  <a:lnTo>
                    <a:pt x="1108027" y="2576230"/>
                  </a:lnTo>
                  <a:lnTo>
                    <a:pt x="1103036" y="2576230"/>
                  </a:lnTo>
                  <a:lnTo>
                    <a:pt x="1103036" y="2588995"/>
                  </a:lnTo>
                  <a:lnTo>
                    <a:pt x="1098045" y="2588995"/>
                  </a:lnTo>
                  <a:lnTo>
                    <a:pt x="1098045" y="2588995"/>
                  </a:lnTo>
                  <a:lnTo>
                    <a:pt x="1093054" y="2588995"/>
                  </a:lnTo>
                  <a:lnTo>
                    <a:pt x="1093054" y="2601746"/>
                  </a:lnTo>
                  <a:lnTo>
                    <a:pt x="1088063" y="2601746"/>
                  </a:lnTo>
                  <a:lnTo>
                    <a:pt x="1088063" y="2601746"/>
                  </a:lnTo>
                  <a:lnTo>
                    <a:pt x="1083071" y="2601746"/>
                  </a:lnTo>
                  <a:lnTo>
                    <a:pt x="1083071" y="2601746"/>
                  </a:lnTo>
                  <a:lnTo>
                    <a:pt x="1078080" y="2601746"/>
                  </a:lnTo>
                  <a:lnTo>
                    <a:pt x="1078080" y="2601746"/>
                  </a:lnTo>
                  <a:lnTo>
                    <a:pt x="1073089" y="2601746"/>
                  </a:lnTo>
                  <a:lnTo>
                    <a:pt x="1073089" y="2601746"/>
                  </a:lnTo>
                  <a:lnTo>
                    <a:pt x="1068098" y="2601746"/>
                  </a:lnTo>
                  <a:lnTo>
                    <a:pt x="1068098" y="2601746"/>
                  </a:lnTo>
                  <a:lnTo>
                    <a:pt x="1063107" y="2601746"/>
                  </a:lnTo>
                  <a:lnTo>
                    <a:pt x="1063107" y="2601746"/>
                  </a:lnTo>
                  <a:lnTo>
                    <a:pt x="1058116" y="2601746"/>
                  </a:lnTo>
                  <a:lnTo>
                    <a:pt x="1058116" y="2601746"/>
                  </a:lnTo>
                  <a:lnTo>
                    <a:pt x="1053125" y="2601746"/>
                  </a:lnTo>
                  <a:lnTo>
                    <a:pt x="1053125" y="2601746"/>
                  </a:lnTo>
                  <a:lnTo>
                    <a:pt x="1048134" y="2601746"/>
                  </a:lnTo>
                  <a:lnTo>
                    <a:pt x="1048134" y="2601746"/>
                  </a:lnTo>
                  <a:lnTo>
                    <a:pt x="1043143" y="2601746"/>
                  </a:lnTo>
                  <a:lnTo>
                    <a:pt x="1043143" y="2601746"/>
                  </a:lnTo>
                  <a:lnTo>
                    <a:pt x="1038151" y="2601746"/>
                  </a:lnTo>
                  <a:lnTo>
                    <a:pt x="1038151" y="2614476"/>
                  </a:lnTo>
                  <a:lnTo>
                    <a:pt x="1033160" y="2614476"/>
                  </a:lnTo>
                  <a:lnTo>
                    <a:pt x="1033160" y="2614476"/>
                  </a:lnTo>
                  <a:lnTo>
                    <a:pt x="1028169" y="2614476"/>
                  </a:lnTo>
                  <a:lnTo>
                    <a:pt x="1028169" y="2614476"/>
                  </a:lnTo>
                  <a:lnTo>
                    <a:pt x="1023178" y="2614476"/>
                  </a:lnTo>
                  <a:lnTo>
                    <a:pt x="1023178" y="2614476"/>
                  </a:lnTo>
                  <a:lnTo>
                    <a:pt x="1018187" y="2614476"/>
                  </a:lnTo>
                  <a:lnTo>
                    <a:pt x="1018187" y="2614476"/>
                  </a:lnTo>
                  <a:lnTo>
                    <a:pt x="1013196" y="2614476"/>
                  </a:lnTo>
                  <a:lnTo>
                    <a:pt x="1013196" y="2639865"/>
                  </a:lnTo>
                  <a:lnTo>
                    <a:pt x="1008205" y="2639865"/>
                  </a:lnTo>
                  <a:lnTo>
                    <a:pt x="1008205" y="2639865"/>
                  </a:lnTo>
                  <a:lnTo>
                    <a:pt x="1003214" y="2639865"/>
                  </a:lnTo>
                  <a:lnTo>
                    <a:pt x="1003214" y="2639865"/>
                  </a:lnTo>
                  <a:lnTo>
                    <a:pt x="998223" y="2639865"/>
                  </a:lnTo>
                  <a:lnTo>
                    <a:pt x="998223" y="2665196"/>
                  </a:lnTo>
                  <a:lnTo>
                    <a:pt x="993231" y="2665196"/>
                  </a:lnTo>
                  <a:lnTo>
                    <a:pt x="993231" y="2690451"/>
                  </a:lnTo>
                  <a:lnTo>
                    <a:pt x="988240" y="2690451"/>
                  </a:lnTo>
                  <a:lnTo>
                    <a:pt x="988240" y="2690451"/>
                  </a:lnTo>
                  <a:lnTo>
                    <a:pt x="983249" y="2690451"/>
                  </a:lnTo>
                  <a:lnTo>
                    <a:pt x="983249" y="2690451"/>
                  </a:lnTo>
                  <a:lnTo>
                    <a:pt x="978258" y="2690451"/>
                  </a:lnTo>
                  <a:lnTo>
                    <a:pt x="978258" y="2703042"/>
                  </a:lnTo>
                  <a:lnTo>
                    <a:pt x="973267" y="2703042"/>
                  </a:lnTo>
                  <a:lnTo>
                    <a:pt x="973267" y="2728172"/>
                  </a:lnTo>
                  <a:lnTo>
                    <a:pt x="968276" y="2728172"/>
                  </a:lnTo>
                  <a:lnTo>
                    <a:pt x="968276" y="2728172"/>
                  </a:lnTo>
                  <a:lnTo>
                    <a:pt x="963285" y="2728172"/>
                  </a:lnTo>
                  <a:lnTo>
                    <a:pt x="963285" y="2740692"/>
                  </a:lnTo>
                  <a:lnTo>
                    <a:pt x="958294" y="2740692"/>
                  </a:lnTo>
                  <a:lnTo>
                    <a:pt x="958294" y="2740692"/>
                  </a:lnTo>
                  <a:lnTo>
                    <a:pt x="953302" y="2740692"/>
                  </a:lnTo>
                  <a:lnTo>
                    <a:pt x="953302" y="2753194"/>
                  </a:lnTo>
                  <a:lnTo>
                    <a:pt x="948311" y="2753194"/>
                  </a:lnTo>
                  <a:lnTo>
                    <a:pt x="948311" y="2753194"/>
                  </a:lnTo>
                  <a:lnTo>
                    <a:pt x="943320" y="2753194"/>
                  </a:lnTo>
                  <a:lnTo>
                    <a:pt x="943320" y="2753194"/>
                  </a:lnTo>
                  <a:lnTo>
                    <a:pt x="938329" y="2753194"/>
                  </a:lnTo>
                  <a:lnTo>
                    <a:pt x="938329" y="2765671"/>
                  </a:lnTo>
                  <a:lnTo>
                    <a:pt x="933338" y="2765671"/>
                  </a:lnTo>
                  <a:lnTo>
                    <a:pt x="933338" y="2765671"/>
                  </a:lnTo>
                  <a:lnTo>
                    <a:pt x="928347" y="2765671"/>
                  </a:lnTo>
                  <a:lnTo>
                    <a:pt x="928347" y="2778130"/>
                  </a:lnTo>
                  <a:lnTo>
                    <a:pt x="923356" y="2778130"/>
                  </a:lnTo>
                  <a:lnTo>
                    <a:pt x="923356" y="2778130"/>
                  </a:lnTo>
                  <a:lnTo>
                    <a:pt x="918365" y="2778130"/>
                  </a:lnTo>
                  <a:lnTo>
                    <a:pt x="918365" y="2778130"/>
                  </a:lnTo>
                  <a:lnTo>
                    <a:pt x="913374" y="2778130"/>
                  </a:lnTo>
                  <a:lnTo>
                    <a:pt x="913374" y="2778130"/>
                  </a:lnTo>
                  <a:lnTo>
                    <a:pt x="908382" y="2778130"/>
                  </a:lnTo>
                  <a:lnTo>
                    <a:pt x="908382" y="2778130"/>
                  </a:lnTo>
                  <a:lnTo>
                    <a:pt x="903391" y="2778130"/>
                  </a:lnTo>
                  <a:lnTo>
                    <a:pt x="903391" y="2778130"/>
                  </a:lnTo>
                  <a:lnTo>
                    <a:pt x="898400" y="2778130"/>
                  </a:lnTo>
                  <a:lnTo>
                    <a:pt x="898400" y="2778130"/>
                  </a:lnTo>
                  <a:lnTo>
                    <a:pt x="893409" y="2778130"/>
                  </a:lnTo>
                  <a:lnTo>
                    <a:pt x="893409" y="2778130"/>
                  </a:lnTo>
                  <a:lnTo>
                    <a:pt x="888418" y="2778130"/>
                  </a:lnTo>
                  <a:lnTo>
                    <a:pt x="888418" y="2778130"/>
                  </a:lnTo>
                  <a:lnTo>
                    <a:pt x="883427" y="2778130"/>
                  </a:lnTo>
                  <a:lnTo>
                    <a:pt x="883427" y="2778130"/>
                  </a:lnTo>
                  <a:lnTo>
                    <a:pt x="878436" y="2778130"/>
                  </a:lnTo>
                  <a:lnTo>
                    <a:pt x="878436" y="2778130"/>
                  </a:lnTo>
                  <a:lnTo>
                    <a:pt x="873445" y="2778130"/>
                  </a:lnTo>
                  <a:lnTo>
                    <a:pt x="873445" y="2778130"/>
                  </a:lnTo>
                  <a:lnTo>
                    <a:pt x="868454" y="2778130"/>
                  </a:lnTo>
                  <a:lnTo>
                    <a:pt x="868454" y="2778130"/>
                  </a:lnTo>
                  <a:lnTo>
                    <a:pt x="863462" y="2778130"/>
                  </a:lnTo>
                  <a:lnTo>
                    <a:pt x="863462" y="2778130"/>
                  </a:lnTo>
                  <a:lnTo>
                    <a:pt x="858471" y="2778130"/>
                  </a:lnTo>
                  <a:lnTo>
                    <a:pt x="858471" y="2778130"/>
                  </a:lnTo>
                  <a:lnTo>
                    <a:pt x="853480" y="2778130"/>
                  </a:lnTo>
                  <a:lnTo>
                    <a:pt x="853480" y="2790538"/>
                  </a:lnTo>
                  <a:lnTo>
                    <a:pt x="848489" y="2790538"/>
                  </a:lnTo>
                  <a:lnTo>
                    <a:pt x="848489" y="2790538"/>
                  </a:lnTo>
                  <a:lnTo>
                    <a:pt x="843498" y="2790538"/>
                  </a:lnTo>
                  <a:lnTo>
                    <a:pt x="843498" y="2790538"/>
                  </a:lnTo>
                  <a:lnTo>
                    <a:pt x="838507" y="2790538"/>
                  </a:lnTo>
                  <a:lnTo>
                    <a:pt x="838507" y="2790538"/>
                  </a:lnTo>
                  <a:lnTo>
                    <a:pt x="833516" y="2790538"/>
                  </a:lnTo>
                  <a:lnTo>
                    <a:pt x="833516" y="2790538"/>
                  </a:lnTo>
                  <a:lnTo>
                    <a:pt x="828525" y="2790538"/>
                  </a:lnTo>
                  <a:lnTo>
                    <a:pt x="828525" y="2790538"/>
                  </a:lnTo>
                  <a:lnTo>
                    <a:pt x="823533" y="2790538"/>
                  </a:lnTo>
                  <a:lnTo>
                    <a:pt x="823533" y="2790538"/>
                  </a:lnTo>
                  <a:lnTo>
                    <a:pt x="818542" y="2790538"/>
                  </a:lnTo>
                  <a:lnTo>
                    <a:pt x="818542" y="2815221"/>
                  </a:lnTo>
                  <a:lnTo>
                    <a:pt x="813551" y="2815221"/>
                  </a:lnTo>
                  <a:lnTo>
                    <a:pt x="813551" y="2815221"/>
                  </a:lnTo>
                  <a:lnTo>
                    <a:pt x="808560" y="2815221"/>
                  </a:lnTo>
                  <a:lnTo>
                    <a:pt x="808560" y="2815221"/>
                  </a:lnTo>
                  <a:lnTo>
                    <a:pt x="803569" y="2815221"/>
                  </a:lnTo>
                  <a:lnTo>
                    <a:pt x="803569" y="2827532"/>
                  </a:lnTo>
                  <a:lnTo>
                    <a:pt x="798578" y="2827532"/>
                  </a:lnTo>
                  <a:lnTo>
                    <a:pt x="798578" y="2852079"/>
                  </a:lnTo>
                  <a:lnTo>
                    <a:pt x="793587" y="2852079"/>
                  </a:lnTo>
                  <a:lnTo>
                    <a:pt x="793587" y="2852079"/>
                  </a:lnTo>
                  <a:lnTo>
                    <a:pt x="788596" y="2852079"/>
                  </a:lnTo>
                  <a:lnTo>
                    <a:pt x="788596" y="2852079"/>
                  </a:lnTo>
                  <a:lnTo>
                    <a:pt x="783605" y="2852079"/>
                  </a:lnTo>
                  <a:lnTo>
                    <a:pt x="783605" y="2852079"/>
                  </a:lnTo>
                  <a:lnTo>
                    <a:pt x="778613" y="2852079"/>
                  </a:lnTo>
                  <a:lnTo>
                    <a:pt x="778613" y="2852079"/>
                  </a:lnTo>
                  <a:lnTo>
                    <a:pt x="773622" y="2852079"/>
                  </a:lnTo>
                  <a:lnTo>
                    <a:pt x="773622" y="2852079"/>
                  </a:lnTo>
                  <a:lnTo>
                    <a:pt x="768631" y="2852079"/>
                  </a:lnTo>
                  <a:lnTo>
                    <a:pt x="768631" y="2852079"/>
                  </a:lnTo>
                  <a:lnTo>
                    <a:pt x="763640" y="2852079"/>
                  </a:lnTo>
                  <a:lnTo>
                    <a:pt x="763640" y="2864284"/>
                  </a:lnTo>
                  <a:lnTo>
                    <a:pt x="758649" y="2864284"/>
                  </a:lnTo>
                  <a:lnTo>
                    <a:pt x="758649" y="2864284"/>
                  </a:lnTo>
                  <a:lnTo>
                    <a:pt x="753658" y="2864284"/>
                  </a:lnTo>
                  <a:lnTo>
                    <a:pt x="753658" y="2864284"/>
                  </a:lnTo>
                  <a:lnTo>
                    <a:pt x="748667" y="2864284"/>
                  </a:lnTo>
                  <a:lnTo>
                    <a:pt x="748667" y="2864284"/>
                  </a:lnTo>
                  <a:lnTo>
                    <a:pt x="743676" y="2864284"/>
                  </a:lnTo>
                  <a:lnTo>
                    <a:pt x="743676" y="2864284"/>
                  </a:lnTo>
                  <a:lnTo>
                    <a:pt x="738685" y="2864284"/>
                  </a:lnTo>
                  <a:lnTo>
                    <a:pt x="738685" y="2864284"/>
                  </a:lnTo>
                  <a:lnTo>
                    <a:pt x="733693" y="2864284"/>
                  </a:lnTo>
                  <a:lnTo>
                    <a:pt x="733693" y="2864284"/>
                  </a:lnTo>
                  <a:lnTo>
                    <a:pt x="728702" y="2864284"/>
                  </a:lnTo>
                  <a:lnTo>
                    <a:pt x="728702" y="2876449"/>
                  </a:lnTo>
                  <a:lnTo>
                    <a:pt x="723711" y="2876449"/>
                  </a:lnTo>
                  <a:lnTo>
                    <a:pt x="723711" y="2876449"/>
                  </a:lnTo>
                  <a:lnTo>
                    <a:pt x="718720" y="2876449"/>
                  </a:lnTo>
                  <a:lnTo>
                    <a:pt x="718720" y="2876449"/>
                  </a:lnTo>
                  <a:lnTo>
                    <a:pt x="713729" y="2876449"/>
                  </a:lnTo>
                  <a:lnTo>
                    <a:pt x="713729" y="2876449"/>
                  </a:lnTo>
                  <a:lnTo>
                    <a:pt x="708738" y="2876449"/>
                  </a:lnTo>
                  <a:lnTo>
                    <a:pt x="708738" y="2876449"/>
                  </a:lnTo>
                  <a:lnTo>
                    <a:pt x="703747" y="2876449"/>
                  </a:lnTo>
                  <a:lnTo>
                    <a:pt x="703747" y="2876449"/>
                  </a:lnTo>
                  <a:lnTo>
                    <a:pt x="698756" y="2876449"/>
                  </a:lnTo>
                  <a:lnTo>
                    <a:pt x="698756" y="2876449"/>
                  </a:lnTo>
                  <a:lnTo>
                    <a:pt x="693765" y="2876449"/>
                  </a:lnTo>
                  <a:lnTo>
                    <a:pt x="693765" y="2912715"/>
                  </a:lnTo>
                  <a:lnTo>
                    <a:pt x="688773" y="2912715"/>
                  </a:lnTo>
                  <a:lnTo>
                    <a:pt x="688773" y="2924755"/>
                  </a:lnTo>
                  <a:lnTo>
                    <a:pt x="683782" y="2924755"/>
                  </a:lnTo>
                  <a:lnTo>
                    <a:pt x="683782" y="2924755"/>
                  </a:lnTo>
                  <a:lnTo>
                    <a:pt x="678791" y="2924755"/>
                  </a:lnTo>
                  <a:lnTo>
                    <a:pt x="678791" y="2924755"/>
                  </a:lnTo>
                  <a:lnTo>
                    <a:pt x="673800" y="2924755"/>
                  </a:lnTo>
                  <a:lnTo>
                    <a:pt x="673800" y="2924755"/>
                  </a:lnTo>
                  <a:lnTo>
                    <a:pt x="668809" y="2924755"/>
                  </a:lnTo>
                  <a:lnTo>
                    <a:pt x="668809" y="2924755"/>
                  </a:lnTo>
                  <a:lnTo>
                    <a:pt x="663818" y="2924755"/>
                  </a:lnTo>
                  <a:lnTo>
                    <a:pt x="663818" y="2924755"/>
                  </a:lnTo>
                  <a:lnTo>
                    <a:pt x="658827" y="2924755"/>
                  </a:lnTo>
                  <a:lnTo>
                    <a:pt x="658827" y="2948721"/>
                  </a:lnTo>
                  <a:lnTo>
                    <a:pt x="653836" y="2948721"/>
                  </a:lnTo>
                  <a:lnTo>
                    <a:pt x="653836" y="2948721"/>
                  </a:lnTo>
                  <a:lnTo>
                    <a:pt x="648844" y="2948721"/>
                  </a:lnTo>
                  <a:lnTo>
                    <a:pt x="648844" y="2948721"/>
                  </a:lnTo>
                  <a:lnTo>
                    <a:pt x="643853" y="2948721"/>
                  </a:lnTo>
                  <a:lnTo>
                    <a:pt x="643853" y="2948721"/>
                  </a:lnTo>
                  <a:lnTo>
                    <a:pt x="638862" y="2948721"/>
                  </a:lnTo>
                  <a:lnTo>
                    <a:pt x="638862" y="2948721"/>
                  </a:lnTo>
                  <a:lnTo>
                    <a:pt x="633871" y="2948721"/>
                  </a:lnTo>
                  <a:lnTo>
                    <a:pt x="633871" y="2960651"/>
                  </a:lnTo>
                  <a:lnTo>
                    <a:pt x="628880" y="2960651"/>
                  </a:lnTo>
                  <a:lnTo>
                    <a:pt x="628880" y="2960651"/>
                  </a:lnTo>
                  <a:lnTo>
                    <a:pt x="623889" y="2960651"/>
                  </a:lnTo>
                  <a:lnTo>
                    <a:pt x="623889" y="2972542"/>
                  </a:lnTo>
                  <a:lnTo>
                    <a:pt x="618898" y="2972542"/>
                  </a:lnTo>
                  <a:lnTo>
                    <a:pt x="618898" y="2972542"/>
                  </a:lnTo>
                  <a:lnTo>
                    <a:pt x="613907" y="2972542"/>
                  </a:lnTo>
                  <a:lnTo>
                    <a:pt x="613907" y="2972542"/>
                  </a:lnTo>
                  <a:lnTo>
                    <a:pt x="608916" y="2972542"/>
                  </a:lnTo>
                  <a:lnTo>
                    <a:pt x="608916" y="2984382"/>
                  </a:lnTo>
                  <a:lnTo>
                    <a:pt x="603924" y="2984382"/>
                  </a:lnTo>
                  <a:lnTo>
                    <a:pt x="603924" y="2996191"/>
                  </a:lnTo>
                  <a:lnTo>
                    <a:pt x="598933" y="2996191"/>
                  </a:lnTo>
                  <a:lnTo>
                    <a:pt x="598933" y="2996191"/>
                  </a:lnTo>
                  <a:lnTo>
                    <a:pt x="593942" y="2996191"/>
                  </a:lnTo>
                  <a:lnTo>
                    <a:pt x="593942" y="3019690"/>
                  </a:lnTo>
                  <a:lnTo>
                    <a:pt x="588951" y="3019690"/>
                  </a:lnTo>
                  <a:lnTo>
                    <a:pt x="588951" y="3031378"/>
                  </a:lnTo>
                  <a:lnTo>
                    <a:pt x="583960" y="3031378"/>
                  </a:lnTo>
                  <a:lnTo>
                    <a:pt x="583960" y="3031378"/>
                  </a:lnTo>
                  <a:lnTo>
                    <a:pt x="578969" y="3031378"/>
                  </a:lnTo>
                  <a:lnTo>
                    <a:pt x="578969" y="3031378"/>
                  </a:lnTo>
                  <a:lnTo>
                    <a:pt x="573978" y="3031378"/>
                  </a:lnTo>
                  <a:lnTo>
                    <a:pt x="573978" y="3043030"/>
                  </a:lnTo>
                  <a:lnTo>
                    <a:pt x="568987" y="3043030"/>
                  </a:lnTo>
                  <a:lnTo>
                    <a:pt x="568987" y="3043030"/>
                  </a:lnTo>
                  <a:lnTo>
                    <a:pt x="563996" y="3043030"/>
                  </a:lnTo>
                  <a:lnTo>
                    <a:pt x="563996" y="3043030"/>
                  </a:lnTo>
                  <a:lnTo>
                    <a:pt x="559004" y="3043030"/>
                  </a:lnTo>
                  <a:lnTo>
                    <a:pt x="559004" y="3043030"/>
                  </a:lnTo>
                  <a:lnTo>
                    <a:pt x="554013" y="3043030"/>
                  </a:lnTo>
                  <a:lnTo>
                    <a:pt x="554013" y="3043030"/>
                  </a:lnTo>
                  <a:lnTo>
                    <a:pt x="549022" y="3043030"/>
                  </a:lnTo>
                  <a:lnTo>
                    <a:pt x="549022" y="3054634"/>
                  </a:lnTo>
                  <a:lnTo>
                    <a:pt x="544031" y="3054634"/>
                  </a:lnTo>
                  <a:lnTo>
                    <a:pt x="544031" y="3054634"/>
                  </a:lnTo>
                  <a:lnTo>
                    <a:pt x="539040" y="3054634"/>
                  </a:lnTo>
                  <a:lnTo>
                    <a:pt x="539040" y="3054634"/>
                  </a:lnTo>
                  <a:lnTo>
                    <a:pt x="534049" y="3054634"/>
                  </a:lnTo>
                  <a:lnTo>
                    <a:pt x="534049" y="3054634"/>
                  </a:lnTo>
                  <a:lnTo>
                    <a:pt x="529058" y="3054634"/>
                  </a:lnTo>
                  <a:lnTo>
                    <a:pt x="529058" y="3054634"/>
                  </a:lnTo>
                  <a:lnTo>
                    <a:pt x="524067" y="3054634"/>
                  </a:lnTo>
                  <a:lnTo>
                    <a:pt x="524067" y="3054634"/>
                  </a:lnTo>
                  <a:lnTo>
                    <a:pt x="519075" y="3054634"/>
                  </a:lnTo>
                  <a:lnTo>
                    <a:pt x="519075" y="3054634"/>
                  </a:lnTo>
                  <a:lnTo>
                    <a:pt x="514084" y="3054634"/>
                  </a:lnTo>
                  <a:lnTo>
                    <a:pt x="514084" y="3066183"/>
                  </a:lnTo>
                  <a:lnTo>
                    <a:pt x="509093" y="3066183"/>
                  </a:lnTo>
                  <a:lnTo>
                    <a:pt x="509093" y="3066183"/>
                  </a:lnTo>
                  <a:lnTo>
                    <a:pt x="504102" y="3066183"/>
                  </a:lnTo>
                  <a:lnTo>
                    <a:pt x="504102" y="3066183"/>
                  </a:lnTo>
                  <a:lnTo>
                    <a:pt x="499111" y="3066183"/>
                  </a:lnTo>
                  <a:lnTo>
                    <a:pt x="499111" y="3077692"/>
                  </a:lnTo>
                  <a:lnTo>
                    <a:pt x="494120" y="3077692"/>
                  </a:lnTo>
                  <a:lnTo>
                    <a:pt x="494120" y="3077692"/>
                  </a:lnTo>
                  <a:lnTo>
                    <a:pt x="489129" y="3077692"/>
                  </a:lnTo>
                  <a:lnTo>
                    <a:pt x="489129" y="3077692"/>
                  </a:lnTo>
                  <a:lnTo>
                    <a:pt x="484138" y="3077692"/>
                  </a:lnTo>
                  <a:lnTo>
                    <a:pt x="484138" y="3077692"/>
                  </a:lnTo>
                  <a:lnTo>
                    <a:pt x="479147" y="3077692"/>
                  </a:lnTo>
                  <a:lnTo>
                    <a:pt x="479147" y="3077692"/>
                  </a:lnTo>
                  <a:lnTo>
                    <a:pt x="474155" y="3077692"/>
                  </a:lnTo>
                  <a:lnTo>
                    <a:pt x="474155" y="3077692"/>
                  </a:lnTo>
                  <a:lnTo>
                    <a:pt x="469164" y="3077692"/>
                  </a:lnTo>
                  <a:lnTo>
                    <a:pt x="469164" y="3077692"/>
                  </a:lnTo>
                  <a:lnTo>
                    <a:pt x="464173" y="3077692"/>
                  </a:lnTo>
                  <a:lnTo>
                    <a:pt x="464173" y="3089138"/>
                  </a:lnTo>
                  <a:lnTo>
                    <a:pt x="459182" y="3089138"/>
                  </a:lnTo>
                  <a:lnTo>
                    <a:pt x="459182" y="3089138"/>
                  </a:lnTo>
                  <a:lnTo>
                    <a:pt x="454191" y="3089138"/>
                  </a:lnTo>
                  <a:lnTo>
                    <a:pt x="454191" y="3089138"/>
                  </a:lnTo>
                  <a:lnTo>
                    <a:pt x="449200" y="3089138"/>
                  </a:lnTo>
                  <a:lnTo>
                    <a:pt x="449200" y="3100530"/>
                  </a:lnTo>
                  <a:lnTo>
                    <a:pt x="444209" y="3100530"/>
                  </a:lnTo>
                  <a:lnTo>
                    <a:pt x="444209" y="3100530"/>
                  </a:lnTo>
                  <a:lnTo>
                    <a:pt x="439218" y="3100530"/>
                  </a:lnTo>
                  <a:lnTo>
                    <a:pt x="439218" y="3100530"/>
                  </a:lnTo>
                  <a:lnTo>
                    <a:pt x="434227" y="3100530"/>
                  </a:lnTo>
                  <a:lnTo>
                    <a:pt x="434227" y="3100530"/>
                  </a:lnTo>
                  <a:lnTo>
                    <a:pt x="429235" y="3100530"/>
                  </a:lnTo>
                  <a:lnTo>
                    <a:pt x="429235" y="3100530"/>
                  </a:lnTo>
                  <a:lnTo>
                    <a:pt x="424244" y="3100530"/>
                  </a:lnTo>
                  <a:lnTo>
                    <a:pt x="424244" y="3100530"/>
                  </a:lnTo>
                  <a:lnTo>
                    <a:pt x="419253" y="3100530"/>
                  </a:lnTo>
                  <a:lnTo>
                    <a:pt x="419253" y="3100530"/>
                  </a:lnTo>
                  <a:lnTo>
                    <a:pt x="414262" y="3100530"/>
                  </a:lnTo>
                  <a:lnTo>
                    <a:pt x="414262" y="3100530"/>
                  </a:lnTo>
                  <a:lnTo>
                    <a:pt x="409271" y="3100530"/>
                  </a:lnTo>
                  <a:lnTo>
                    <a:pt x="409271" y="3111865"/>
                  </a:lnTo>
                  <a:lnTo>
                    <a:pt x="404280" y="3111865"/>
                  </a:lnTo>
                  <a:lnTo>
                    <a:pt x="404280" y="3111865"/>
                  </a:lnTo>
                  <a:lnTo>
                    <a:pt x="399289" y="3111865"/>
                  </a:lnTo>
                  <a:lnTo>
                    <a:pt x="399289" y="3111865"/>
                  </a:lnTo>
                  <a:lnTo>
                    <a:pt x="394298" y="3111865"/>
                  </a:lnTo>
                  <a:lnTo>
                    <a:pt x="394298" y="3111865"/>
                  </a:lnTo>
                  <a:lnTo>
                    <a:pt x="389306" y="3111865"/>
                  </a:lnTo>
                  <a:lnTo>
                    <a:pt x="389306" y="3111865"/>
                  </a:lnTo>
                  <a:lnTo>
                    <a:pt x="384315" y="3111865"/>
                  </a:lnTo>
                  <a:lnTo>
                    <a:pt x="384315" y="3111865"/>
                  </a:lnTo>
                  <a:lnTo>
                    <a:pt x="379324" y="3111865"/>
                  </a:lnTo>
                  <a:lnTo>
                    <a:pt x="379324" y="3167645"/>
                  </a:lnTo>
                  <a:lnTo>
                    <a:pt x="374333" y="3167645"/>
                  </a:lnTo>
                  <a:lnTo>
                    <a:pt x="374333" y="3167645"/>
                  </a:lnTo>
                  <a:lnTo>
                    <a:pt x="369342" y="3167645"/>
                  </a:lnTo>
                  <a:lnTo>
                    <a:pt x="369342" y="3167645"/>
                  </a:lnTo>
                  <a:lnTo>
                    <a:pt x="364351" y="3167645"/>
                  </a:lnTo>
                  <a:lnTo>
                    <a:pt x="364351" y="3167645"/>
                  </a:lnTo>
                  <a:lnTo>
                    <a:pt x="359360" y="3167645"/>
                  </a:lnTo>
                  <a:lnTo>
                    <a:pt x="359360" y="3167645"/>
                  </a:lnTo>
                  <a:lnTo>
                    <a:pt x="354369" y="3167645"/>
                  </a:lnTo>
                  <a:lnTo>
                    <a:pt x="354369" y="3167645"/>
                  </a:lnTo>
                  <a:lnTo>
                    <a:pt x="349378" y="3167645"/>
                  </a:lnTo>
                  <a:lnTo>
                    <a:pt x="349378" y="3167645"/>
                  </a:lnTo>
                  <a:lnTo>
                    <a:pt x="344386" y="3167645"/>
                  </a:lnTo>
                  <a:lnTo>
                    <a:pt x="344386" y="3178590"/>
                  </a:lnTo>
                  <a:lnTo>
                    <a:pt x="339395" y="3178590"/>
                  </a:lnTo>
                  <a:lnTo>
                    <a:pt x="339395" y="3178590"/>
                  </a:lnTo>
                  <a:lnTo>
                    <a:pt x="334404" y="3178590"/>
                  </a:lnTo>
                  <a:lnTo>
                    <a:pt x="334404" y="3178590"/>
                  </a:lnTo>
                  <a:lnTo>
                    <a:pt x="329413" y="3178590"/>
                  </a:lnTo>
                  <a:lnTo>
                    <a:pt x="329413" y="3178590"/>
                  </a:lnTo>
                  <a:lnTo>
                    <a:pt x="324422" y="3178590"/>
                  </a:lnTo>
                  <a:lnTo>
                    <a:pt x="324422" y="3189456"/>
                  </a:lnTo>
                  <a:lnTo>
                    <a:pt x="319431" y="3189456"/>
                  </a:lnTo>
                  <a:lnTo>
                    <a:pt x="319431" y="3189456"/>
                  </a:lnTo>
                  <a:lnTo>
                    <a:pt x="314440" y="3189456"/>
                  </a:lnTo>
                  <a:lnTo>
                    <a:pt x="314440" y="3189456"/>
                  </a:lnTo>
                  <a:lnTo>
                    <a:pt x="309449" y="3189456"/>
                  </a:lnTo>
                  <a:lnTo>
                    <a:pt x="309449" y="3210914"/>
                  </a:lnTo>
                  <a:lnTo>
                    <a:pt x="304458" y="3210914"/>
                  </a:lnTo>
                  <a:lnTo>
                    <a:pt x="304458" y="3210914"/>
                  </a:lnTo>
                  <a:lnTo>
                    <a:pt x="299466" y="3210914"/>
                  </a:lnTo>
                  <a:lnTo>
                    <a:pt x="299466" y="3221510"/>
                  </a:lnTo>
                  <a:lnTo>
                    <a:pt x="294475" y="3221510"/>
                  </a:lnTo>
                  <a:lnTo>
                    <a:pt x="294475" y="3221510"/>
                  </a:lnTo>
                  <a:lnTo>
                    <a:pt x="289484" y="3221510"/>
                  </a:lnTo>
                  <a:lnTo>
                    <a:pt x="289484" y="3221510"/>
                  </a:lnTo>
                  <a:lnTo>
                    <a:pt x="284493" y="3221510"/>
                  </a:lnTo>
                  <a:lnTo>
                    <a:pt x="284493" y="3221510"/>
                  </a:lnTo>
                  <a:lnTo>
                    <a:pt x="279502" y="3221510"/>
                  </a:lnTo>
                  <a:lnTo>
                    <a:pt x="279502" y="3221510"/>
                  </a:lnTo>
                  <a:lnTo>
                    <a:pt x="274511" y="3221510"/>
                  </a:lnTo>
                  <a:lnTo>
                    <a:pt x="274511" y="3231981"/>
                  </a:lnTo>
                  <a:lnTo>
                    <a:pt x="269520" y="3231981"/>
                  </a:lnTo>
                  <a:lnTo>
                    <a:pt x="269520" y="3231981"/>
                  </a:lnTo>
                  <a:lnTo>
                    <a:pt x="264529" y="3231981"/>
                  </a:lnTo>
                  <a:lnTo>
                    <a:pt x="264529" y="3231981"/>
                  </a:lnTo>
                  <a:lnTo>
                    <a:pt x="259537" y="3231981"/>
                  </a:lnTo>
                  <a:lnTo>
                    <a:pt x="259537" y="3231981"/>
                  </a:lnTo>
                  <a:lnTo>
                    <a:pt x="254546" y="3231981"/>
                  </a:lnTo>
                  <a:lnTo>
                    <a:pt x="254546" y="3231981"/>
                  </a:lnTo>
                  <a:lnTo>
                    <a:pt x="249555" y="3231981"/>
                  </a:lnTo>
                  <a:lnTo>
                    <a:pt x="249555" y="3242330"/>
                  </a:lnTo>
                  <a:lnTo>
                    <a:pt x="244564" y="3242330"/>
                  </a:lnTo>
                  <a:lnTo>
                    <a:pt x="244564" y="3242330"/>
                  </a:lnTo>
                  <a:lnTo>
                    <a:pt x="239573" y="3242330"/>
                  </a:lnTo>
                  <a:lnTo>
                    <a:pt x="239573" y="3242330"/>
                  </a:lnTo>
                  <a:lnTo>
                    <a:pt x="234582" y="3242330"/>
                  </a:lnTo>
                  <a:lnTo>
                    <a:pt x="234582" y="3242330"/>
                  </a:lnTo>
                  <a:lnTo>
                    <a:pt x="229591" y="3242330"/>
                  </a:lnTo>
                  <a:lnTo>
                    <a:pt x="229591" y="3242330"/>
                  </a:lnTo>
                  <a:lnTo>
                    <a:pt x="224600" y="3242330"/>
                  </a:lnTo>
                  <a:lnTo>
                    <a:pt x="224600" y="3252552"/>
                  </a:lnTo>
                  <a:lnTo>
                    <a:pt x="219609" y="3252552"/>
                  </a:lnTo>
                  <a:lnTo>
                    <a:pt x="219609" y="3252552"/>
                  </a:lnTo>
                  <a:lnTo>
                    <a:pt x="214617" y="3252552"/>
                  </a:lnTo>
                  <a:lnTo>
                    <a:pt x="214617" y="3252552"/>
                  </a:lnTo>
                  <a:lnTo>
                    <a:pt x="209626" y="3252552"/>
                  </a:lnTo>
                  <a:lnTo>
                    <a:pt x="209626" y="3252552"/>
                  </a:lnTo>
                  <a:lnTo>
                    <a:pt x="204635" y="3252552"/>
                  </a:lnTo>
                  <a:lnTo>
                    <a:pt x="204635" y="3252552"/>
                  </a:lnTo>
                  <a:lnTo>
                    <a:pt x="199644" y="3252552"/>
                  </a:lnTo>
                  <a:lnTo>
                    <a:pt x="199644" y="3262643"/>
                  </a:lnTo>
                  <a:lnTo>
                    <a:pt x="194653" y="3262643"/>
                  </a:lnTo>
                  <a:lnTo>
                    <a:pt x="194653" y="3262643"/>
                  </a:lnTo>
                  <a:lnTo>
                    <a:pt x="189662" y="3262643"/>
                  </a:lnTo>
                  <a:lnTo>
                    <a:pt x="189662" y="3262643"/>
                  </a:lnTo>
                  <a:lnTo>
                    <a:pt x="184671" y="3262643"/>
                  </a:lnTo>
                  <a:lnTo>
                    <a:pt x="184671" y="3262643"/>
                  </a:lnTo>
                  <a:lnTo>
                    <a:pt x="179680" y="3262643"/>
                  </a:lnTo>
                  <a:lnTo>
                    <a:pt x="179680" y="3262643"/>
                  </a:lnTo>
                  <a:lnTo>
                    <a:pt x="174689" y="3262643"/>
                  </a:lnTo>
                  <a:lnTo>
                    <a:pt x="174689" y="3282388"/>
                  </a:lnTo>
                  <a:lnTo>
                    <a:pt x="169697" y="3282388"/>
                  </a:lnTo>
                  <a:lnTo>
                    <a:pt x="169697" y="3291987"/>
                  </a:lnTo>
                  <a:lnTo>
                    <a:pt x="164706" y="3291987"/>
                  </a:lnTo>
                  <a:lnTo>
                    <a:pt x="164706" y="3291987"/>
                  </a:lnTo>
                  <a:lnTo>
                    <a:pt x="159715" y="3291987"/>
                  </a:lnTo>
                  <a:lnTo>
                    <a:pt x="159715" y="3301385"/>
                  </a:lnTo>
                  <a:lnTo>
                    <a:pt x="154724" y="3301385"/>
                  </a:lnTo>
                  <a:lnTo>
                    <a:pt x="154724" y="3301385"/>
                  </a:lnTo>
                  <a:lnTo>
                    <a:pt x="149733" y="3301385"/>
                  </a:lnTo>
                  <a:lnTo>
                    <a:pt x="149733" y="3301385"/>
                  </a:lnTo>
                  <a:lnTo>
                    <a:pt x="144742" y="3301385"/>
                  </a:lnTo>
                  <a:lnTo>
                    <a:pt x="144742" y="3301385"/>
                  </a:lnTo>
                  <a:lnTo>
                    <a:pt x="139751" y="3301385"/>
                  </a:lnTo>
                  <a:lnTo>
                    <a:pt x="139751" y="3301385"/>
                  </a:lnTo>
                  <a:lnTo>
                    <a:pt x="134760" y="3301385"/>
                  </a:lnTo>
                  <a:lnTo>
                    <a:pt x="134760" y="3310543"/>
                  </a:lnTo>
                  <a:lnTo>
                    <a:pt x="129768" y="3310543"/>
                  </a:lnTo>
                  <a:lnTo>
                    <a:pt x="129768" y="3319430"/>
                  </a:lnTo>
                  <a:lnTo>
                    <a:pt x="124777" y="3319430"/>
                  </a:lnTo>
                  <a:lnTo>
                    <a:pt x="124777" y="3319430"/>
                  </a:lnTo>
                  <a:lnTo>
                    <a:pt x="119786" y="3319430"/>
                  </a:lnTo>
                  <a:lnTo>
                    <a:pt x="119786" y="3319430"/>
                  </a:lnTo>
                  <a:lnTo>
                    <a:pt x="114795" y="3319430"/>
                  </a:lnTo>
                  <a:lnTo>
                    <a:pt x="114795" y="3319430"/>
                  </a:lnTo>
                  <a:lnTo>
                    <a:pt x="109804" y="3319430"/>
                  </a:lnTo>
                  <a:lnTo>
                    <a:pt x="109804" y="3319430"/>
                  </a:lnTo>
                  <a:lnTo>
                    <a:pt x="104813" y="3319430"/>
                  </a:lnTo>
                  <a:lnTo>
                    <a:pt x="104813" y="3319430"/>
                  </a:lnTo>
                  <a:lnTo>
                    <a:pt x="99822" y="3319430"/>
                  </a:lnTo>
                  <a:lnTo>
                    <a:pt x="99822" y="3327975"/>
                  </a:lnTo>
                  <a:lnTo>
                    <a:pt x="94831" y="3327975"/>
                  </a:lnTo>
                  <a:lnTo>
                    <a:pt x="94831" y="3327975"/>
                  </a:lnTo>
                  <a:lnTo>
                    <a:pt x="89840" y="3327975"/>
                  </a:lnTo>
                  <a:lnTo>
                    <a:pt x="89840" y="3327975"/>
                  </a:lnTo>
                  <a:lnTo>
                    <a:pt x="84848" y="3327975"/>
                  </a:lnTo>
                  <a:lnTo>
                    <a:pt x="84848" y="3327975"/>
                  </a:lnTo>
                  <a:lnTo>
                    <a:pt x="79857" y="3327975"/>
                  </a:lnTo>
                  <a:lnTo>
                    <a:pt x="79857" y="3327975"/>
                  </a:lnTo>
                  <a:lnTo>
                    <a:pt x="74866" y="3327975"/>
                  </a:lnTo>
                  <a:lnTo>
                    <a:pt x="74866" y="3327975"/>
                  </a:lnTo>
                  <a:lnTo>
                    <a:pt x="69875" y="3327975"/>
                  </a:lnTo>
                  <a:lnTo>
                    <a:pt x="69875" y="3327975"/>
                  </a:lnTo>
                  <a:lnTo>
                    <a:pt x="64884" y="3327975"/>
                  </a:lnTo>
                  <a:lnTo>
                    <a:pt x="64884" y="3336099"/>
                  </a:lnTo>
                  <a:lnTo>
                    <a:pt x="59893" y="3336099"/>
                  </a:lnTo>
                  <a:lnTo>
                    <a:pt x="59893" y="3336099"/>
                  </a:lnTo>
                  <a:lnTo>
                    <a:pt x="54902" y="3336099"/>
                  </a:lnTo>
                  <a:lnTo>
                    <a:pt x="54902" y="3336099"/>
                  </a:lnTo>
                  <a:lnTo>
                    <a:pt x="49911" y="3336099"/>
                  </a:lnTo>
                  <a:lnTo>
                    <a:pt x="49911" y="3336099"/>
                  </a:lnTo>
                  <a:lnTo>
                    <a:pt x="44920" y="3336099"/>
                  </a:lnTo>
                  <a:lnTo>
                    <a:pt x="44920" y="3336099"/>
                  </a:lnTo>
                  <a:lnTo>
                    <a:pt x="39928" y="3336099"/>
                  </a:lnTo>
                  <a:lnTo>
                    <a:pt x="39928" y="3336099"/>
                  </a:lnTo>
                  <a:lnTo>
                    <a:pt x="34937" y="3336099"/>
                  </a:lnTo>
                  <a:lnTo>
                    <a:pt x="34937" y="3336099"/>
                  </a:lnTo>
                  <a:lnTo>
                    <a:pt x="29946" y="3336099"/>
                  </a:lnTo>
                  <a:lnTo>
                    <a:pt x="29946" y="3350651"/>
                  </a:lnTo>
                  <a:lnTo>
                    <a:pt x="24955" y="3350651"/>
                  </a:lnTo>
                  <a:lnTo>
                    <a:pt x="24955" y="3356623"/>
                  </a:lnTo>
                  <a:lnTo>
                    <a:pt x="19964" y="3356623"/>
                  </a:lnTo>
                  <a:lnTo>
                    <a:pt x="19964" y="3356623"/>
                  </a:lnTo>
                  <a:lnTo>
                    <a:pt x="14973" y="3356623"/>
                  </a:lnTo>
                  <a:lnTo>
                    <a:pt x="14973" y="3356623"/>
                  </a:lnTo>
                  <a:lnTo>
                    <a:pt x="9982" y="3356623"/>
                  </a:lnTo>
                  <a:lnTo>
                    <a:pt x="9982" y="3356623"/>
                  </a:lnTo>
                  <a:lnTo>
                    <a:pt x="4991" y="3356623"/>
                  </a:lnTo>
                  <a:lnTo>
                    <a:pt x="4991" y="3356623"/>
                  </a:lnTo>
                  <a:lnTo>
                    <a:pt x="0" y="33566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941423" y="2806366"/>
              <a:ext cx="9093811" cy="2694480"/>
            </a:xfrm>
            <a:custGeom>
              <a:avLst/>
              <a:pathLst>
                <a:path w="9093811" h="2694480">
                  <a:moveTo>
                    <a:pt x="0" y="2680753"/>
                  </a:moveTo>
                  <a:lnTo>
                    <a:pt x="4991" y="2680753"/>
                  </a:lnTo>
                  <a:lnTo>
                    <a:pt x="9982" y="2680753"/>
                  </a:lnTo>
                  <a:lnTo>
                    <a:pt x="14973" y="2680753"/>
                  </a:lnTo>
                  <a:lnTo>
                    <a:pt x="19964" y="2680753"/>
                  </a:lnTo>
                  <a:lnTo>
                    <a:pt x="19964" y="2677587"/>
                  </a:lnTo>
                  <a:lnTo>
                    <a:pt x="24955" y="2677587"/>
                  </a:lnTo>
                  <a:lnTo>
                    <a:pt x="29946" y="2677587"/>
                  </a:lnTo>
                  <a:lnTo>
                    <a:pt x="29946" y="2674165"/>
                  </a:lnTo>
                  <a:lnTo>
                    <a:pt x="34937" y="2674165"/>
                  </a:lnTo>
                  <a:lnTo>
                    <a:pt x="34937" y="2670783"/>
                  </a:lnTo>
                  <a:lnTo>
                    <a:pt x="39928" y="2670783"/>
                  </a:lnTo>
                  <a:lnTo>
                    <a:pt x="44920" y="2670783"/>
                  </a:lnTo>
                  <a:lnTo>
                    <a:pt x="44920" y="2661002"/>
                  </a:lnTo>
                  <a:lnTo>
                    <a:pt x="49911" y="2661002"/>
                  </a:lnTo>
                  <a:lnTo>
                    <a:pt x="49911" y="2657843"/>
                  </a:lnTo>
                  <a:lnTo>
                    <a:pt x="54902" y="2657843"/>
                  </a:lnTo>
                  <a:lnTo>
                    <a:pt x="54902" y="2651633"/>
                  </a:lnTo>
                  <a:lnTo>
                    <a:pt x="59893" y="2651633"/>
                  </a:lnTo>
                  <a:lnTo>
                    <a:pt x="59893" y="2645534"/>
                  </a:lnTo>
                  <a:lnTo>
                    <a:pt x="64884" y="2645534"/>
                  </a:lnTo>
                  <a:lnTo>
                    <a:pt x="64884" y="2639529"/>
                  </a:lnTo>
                  <a:lnTo>
                    <a:pt x="69875" y="2639529"/>
                  </a:lnTo>
                  <a:lnTo>
                    <a:pt x="74866" y="2639529"/>
                  </a:lnTo>
                  <a:lnTo>
                    <a:pt x="79857" y="2639529"/>
                  </a:lnTo>
                  <a:lnTo>
                    <a:pt x="84848" y="2639529"/>
                  </a:lnTo>
                  <a:lnTo>
                    <a:pt x="89840" y="2639529"/>
                  </a:lnTo>
                  <a:lnTo>
                    <a:pt x="89840" y="2627718"/>
                  </a:lnTo>
                  <a:lnTo>
                    <a:pt x="94831" y="2627718"/>
                  </a:lnTo>
                  <a:lnTo>
                    <a:pt x="99822" y="2627718"/>
                  </a:lnTo>
                  <a:lnTo>
                    <a:pt x="104813" y="2627718"/>
                  </a:lnTo>
                  <a:lnTo>
                    <a:pt x="109804" y="2627718"/>
                  </a:lnTo>
                  <a:lnTo>
                    <a:pt x="109804" y="2624794"/>
                  </a:lnTo>
                  <a:lnTo>
                    <a:pt x="114795" y="2624794"/>
                  </a:lnTo>
                  <a:lnTo>
                    <a:pt x="119786" y="2624794"/>
                  </a:lnTo>
                  <a:lnTo>
                    <a:pt x="124777" y="2624794"/>
                  </a:lnTo>
                  <a:lnTo>
                    <a:pt x="124777" y="2621880"/>
                  </a:lnTo>
                  <a:lnTo>
                    <a:pt x="129768" y="2621880"/>
                  </a:lnTo>
                  <a:lnTo>
                    <a:pt x="134760" y="2621880"/>
                  </a:lnTo>
                  <a:lnTo>
                    <a:pt x="139751" y="2621880"/>
                  </a:lnTo>
                  <a:lnTo>
                    <a:pt x="144742" y="2621880"/>
                  </a:lnTo>
                  <a:lnTo>
                    <a:pt x="149733" y="2621880"/>
                  </a:lnTo>
                  <a:lnTo>
                    <a:pt x="154724" y="2621880"/>
                  </a:lnTo>
                  <a:lnTo>
                    <a:pt x="159715" y="2621880"/>
                  </a:lnTo>
                  <a:lnTo>
                    <a:pt x="159715" y="2618969"/>
                  </a:lnTo>
                  <a:lnTo>
                    <a:pt x="164706" y="2618969"/>
                  </a:lnTo>
                  <a:lnTo>
                    <a:pt x="169697" y="2618969"/>
                  </a:lnTo>
                  <a:lnTo>
                    <a:pt x="174689" y="2618969"/>
                  </a:lnTo>
                  <a:lnTo>
                    <a:pt x="179680" y="2618969"/>
                  </a:lnTo>
                  <a:lnTo>
                    <a:pt x="179680" y="2616065"/>
                  </a:lnTo>
                  <a:lnTo>
                    <a:pt x="184671" y="2616065"/>
                  </a:lnTo>
                  <a:lnTo>
                    <a:pt x="189662" y="2616065"/>
                  </a:lnTo>
                  <a:lnTo>
                    <a:pt x="189662" y="2610284"/>
                  </a:lnTo>
                  <a:lnTo>
                    <a:pt x="194653" y="2610284"/>
                  </a:lnTo>
                  <a:lnTo>
                    <a:pt x="194653" y="2587494"/>
                  </a:lnTo>
                  <a:lnTo>
                    <a:pt x="199644" y="2587494"/>
                  </a:lnTo>
                  <a:lnTo>
                    <a:pt x="204635" y="2587494"/>
                  </a:lnTo>
                  <a:lnTo>
                    <a:pt x="209626" y="2587494"/>
                  </a:lnTo>
                  <a:lnTo>
                    <a:pt x="209626" y="2584668"/>
                  </a:lnTo>
                  <a:lnTo>
                    <a:pt x="214617" y="2584668"/>
                  </a:lnTo>
                  <a:lnTo>
                    <a:pt x="219609" y="2584668"/>
                  </a:lnTo>
                  <a:lnTo>
                    <a:pt x="219609" y="2581845"/>
                  </a:lnTo>
                  <a:lnTo>
                    <a:pt x="224600" y="2581845"/>
                  </a:lnTo>
                  <a:lnTo>
                    <a:pt x="224600" y="2579028"/>
                  </a:lnTo>
                  <a:lnTo>
                    <a:pt x="229591" y="2579028"/>
                  </a:lnTo>
                  <a:lnTo>
                    <a:pt x="234582" y="2579028"/>
                  </a:lnTo>
                  <a:lnTo>
                    <a:pt x="239573" y="2579028"/>
                  </a:lnTo>
                  <a:lnTo>
                    <a:pt x="244564" y="2579028"/>
                  </a:lnTo>
                  <a:lnTo>
                    <a:pt x="249555" y="2579028"/>
                  </a:lnTo>
                  <a:lnTo>
                    <a:pt x="254546" y="2579028"/>
                  </a:lnTo>
                  <a:lnTo>
                    <a:pt x="259537" y="2579028"/>
                  </a:lnTo>
                  <a:lnTo>
                    <a:pt x="259537" y="2570591"/>
                  </a:lnTo>
                  <a:lnTo>
                    <a:pt x="264529" y="2570591"/>
                  </a:lnTo>
                  <a:lnTo>
                    <a:pt x="264529" y="2559411"/>
                  </a:lnTo>
                  <a:lnTo>
                    <a:pt x="269520" y="2559411"/>
                  </a:lnTo>
                  <a:lnTo>
                    <a:pt x="274511" y="2559411"/>
                  </a:lnTo>
                  <a:lnTo>
                    <a:pt x="279502" y="2559411"/>
                  </a:lnTo>
                  <a:lnTo>
                    <a:pt x="284493" y="2559411"/>
                  </a:lnTo>
                  <a:lnTo>
                    <a:pt x="289484" y="2559411"/>
                  </a:lnTo>
                  <a:lnTo>
                    <a:pt x="294475" y="2559411"/>
                  </a:lnTo>
                  <a:lnTo>
                    <a:pt x="294475" y="2553833"/>
                  </a:lnTo>
                  <a:lnTo>
                    <a:pt x="299466" y="2553833"/>
                  </a:lnTo>
                  <a:lnTo>
                    <a:pt x="299466" y="2539951"/>
                  </a:lnTo>
                  <a:lnTo>
                    <a:pt x="304458" y="2539951"/>
                  </a:lnTo>
                  <a:lnTo>
                    <a:pt x="309449" y="2539951"/>
                  </a:lnTo>
                  <a:lnTo>
                    <a:pt x="309449" y="2537180"/>
                  </a:lnTo>
                  <a:lnTo>
                    <a:pt x="314440" y="2537180"/>
                  </a:lnTo>
                  <a:lnTo>
                    <a:pt x="314440" y="2531647"/>
                  </a:lnTo>
                  <a:lnTo>
                    <a:pt x="319431" y="2531647"/>
                  </a:lnTo>
                  <a:lnTo>
                    <a:pt x="324422" y="2531647"/>
                  </a:lnTo>
                  <a:lnTo>
                    <a:pt x="329413" y="2531647"/>
                  </a:lnTo>
                  <a:lnTo>
                    <a:pt x="329413" y="2526120"/>
                  </a:lnTo>
                  <a:lnTo>
                    <a:pt x="334404" y="2526120"/>
                  </a:lnTo>
                  <a:lnTo>
                    <a:pt x="334404" y="2520603"/>
                  </a:lnTo>
                  <a:lnTo>
                    <a:pt x="339395" y="2520603"/>
                  </a:lnTo>
                  <a:lnTo>
                    <a:pt x="339395" y="2517847"/>
                  </a:lnTo>
                  <a:lnTo>
                    <a:pt x="344386" y="2517847"/>
                  </a:lnTo>
                  <a:lnTo>
                    <a:pt x="344386" y="2515094"/>
                  </a:lnTo>
                  <a:lnTo>
                    <a:pt x="349378" y="2515094"/>
                  </a:lnTo>
                  <a:lnTo>
                    <a:pt x="354369" y="2515094"/>
                  </a:lnTo>
                  <a:lnTo>
                    <a:pt x="359360" y="2515094"/>
                  </a:lnTo>
                  <a:lnTo>
                    <a:pt x="359360" y="2509591"/>
                  </a:lnTo>
                  <a:lnTo>
                    <a:pt x="364351" y="2509591"/>
                  </a:lnTo>
                  <a:lnTo>
                    <a:pt x="364351" y="2495873"/>
                  </a:lnTo>
                  <a:lnTo>
                    <a:pt x="369342" y="2495873"/>
                  </a:lnTo>
                  <a:lnTo>
                    <a:pt x="374333" y="2495873"/>
                  </a:lnTo>
                  <a:lnTo>
                    <a:pt x="374333" y="2490401"/>
                  </a:lnTo>
                  <a:lnTo>
                    <a:pt x="379324" y="2490401"/>
                  </a:lnTo>
                  <a:lnTo>
                    <a:pt x="384315" y="2490401"/>
                  </a:lnTo>
                  <a:lnTo>
                    <a:pt x="389306" y="2490401"/>
                  </a:lnTo>
                  <a:lnTo>
                    <a:pt x="389306" y="2487665"/>
                  </a:lnTo>
                  <a:lnTo>
                    <a:pt x="394298" y="2487665"/>
                  </a:lnTo>
                  <a:lnTo>
                    <a:pt x="394298" y="2484931"/>
                  </a:lnTo>
                  <a:lnTo>
                    <a:pt x="399289" y="2484931"/>
                  </a:lnTo>
                  <a:lnTo>
                    <a:pt x="399289" y="2482198"/>
                  </a:lnTo>
                  <a:lnTo>
                    <a:pt x="404280" y="2482198"/>
                  </a:lnTo>
                  <a:lnTo>
                    <a:pt x="404280" y="2465828"/>
                  </a:lnTo>
                  <a:lnTo>
                    <a:pt x="409271" y="2465828"/>
                  </a:lnTo>
                  <a:lnTo>
                    <a:pt x="409271" y="2463103"/>
                  </a:lnTo>
                  <a:lnTo>
                    <a:pt x="414262" y="2463103"/>
                  </a:lnTo>
                  <a:lnTo>
                    <a:pt x="414262" y="2460378"/>
                  </a:lnTo>
                  <a:lnTo>
                    <a:pt x="419253" y="2460378"/>
                  </a:lnTo>
                  <a:lnTo>
                    <a:pt x="424244" y="2460378"/>
                  </a:lnTo>
                  <a:lnTo>
                    <a:pt x="424244" y="2457654"/>
                  </a:lnTo>
                  <a:lnTo>
                    <a:pt x="429235" y="2457654"/>
                  </a:lnTo>
                  <a:lnTo>
                    <a:pt x="434227" y="2457654"/>
                  </a:lnTo>
                  <a:lnTo>
                    <a:pt x="434227" y="2454931"/>
                  </a:lnTo>
                  <a:lnTo>
                    <a:pt x="439218" y="2454931"/>
                  </a:lnTo>
                  <a:lnTo>
                    <a:pt x="439218" y="2446768"/>
                  </a:lnTo>
                  <a:lnTo>
                    <a:pt x="444209" y="2446768"/>
                  </a:lnTo>
                  <a:lnTo>
                    <a:pt x="449200" y="2446768"/>
                  </a:lnTo>
                  <a:lnTo>
                    <a:pt x="449200" y="2444048"/>
                  </a:lnTo>
                  <a:lnTo>
                    <a:pt x="454191" y="2444048"/>
                  </a:lnTo>
                  <a:lnTo>
                    <a:pt x="454191" y="2441330"/>
                  </a:lnTo>
                  <a:lnTo>
                    <a:pt x="459182" y="2441330"/>
                  </a:lnTo>
                  <a:lnTo>
                    <a:pt x="464173" y="2441330"/>
                  </a:lnTo>
                  <a:lnTo>
                    <a:pt x="469164" y="2441330"/>
                  </a:lnTo>
                  <a:lnTo>
                    <a:pt x="474155" y="2441330"/>
                  </a:lnTo>
                  <a:lnTo>
                    <a:pt x="474155" y="2438611"/>
                  </a:lnTo>
                  <a:lnTo>
                    <a:pt x="479147" y="2438611"/>
                  </a:lnTo>
                  <a:lnTo>
                    <a:pt x="484138" y="2438611"/>
                  </a:lnTo>
                  <a:lnTo>
                    <a:pt x="489129" y="2438611"/>
                  </a:lnTo>
                  <a:lnTo>
                    <a:pt x="494120" y="2438611"/>
                  </a:lnTo>
                  <a:lnTo>
                    <a:pt x="499111" y="2438611"/>
                  </a:lnTo>
                  <a:lnTo>
                    <a:pt x="499111" y="2435889"/>
                  </a:lnTo>
                  <a:lnTo>
                    <a:pt x="504102" y="2435889"/>
                  </a:lnTo>
                  <a:lnTo>
                    <a:pt x="504102" y="2430446"/>
                  </a:lnTo>
                  <a:lnTo>
                    <a:pt x="509093" y="2430446"/>
                  </a:lnTo>
                  <a:lnTo>
                    <a:pt x="509093" y="2414148"/>
                  </a:lnTo>
                  <a:lnTo>
                    <a:pt x="514084" y="2414148"/>
                  </a:lnTo>
                  <a:lnTo>
                    <a:pt x="514084" y="2408719"/>
                  </a:lnTo>
                  <a:lnTo>
                    <a:pt x="519075" y="2408719"/>
                  </a:lnTo>
                  <a:lnTo>
                    <a:pt x="519075" y="2406006"/>
                  </a:lnTo>
                  <a:lnTo>
                    <a:pt x="524067" y="2406006"/>
                  </a:lnTo>
                  <a:lnTo>
                    <a:pt x="524067" y="2400582"/>
                  </a:lnTo>
                  <a:lnTo>
                    <a:pt x="529058" y="2400582"/>
                  </a:lnTo>
                  <a:lnTo>
                    <a:pt x="534049" y="2400582"/>
                  </a:lnTo>
                  <a:lnTo>
                    <a:pt x="534049" y="2397871"/>
                  </a:lnTo>
                  <a:lnTo>
                    <a:pt x="539040" y="2397871"/>
                  </a:lnTo>
                  <a:lnTo>
                    <a:pt x="539040" y="2395161"/>
                  </a:lnTo>
                  <a:lnTo>
                    <a:pt x="544031" y="2395161"/>
                  </a:lnTo>
                  <a:lnTo>
                    <a:pt x="544031" y="2387034"/>
                  </a:lnTo>
                  <a:lnTo>
                    <a:pt x="549022" y="2387034"/>
                  </a:lnTo>
                  <a:lnTo>
                    <a:pt x="554013" y="2387034"/>
                  </a:lnTo>
                  <a:lnTo>
                    <a:pt x="554013" y="2381615"/>
                  </a:lnTo>
                  <a:lnTo>
                    <a:pt x="559004" y="2381615"/>
                  </a:lnTo>
                  <a:lnTo>
                    <a:pt x="563996" y="2381615"/>
                  </a:lnTo>
                  <a:lnTo>
                    <a:pt x="563996" y="2378906"/>
                  </a:lnTo>
                  <a:lnTo>
                    <a:pt x="568987" y="2378906"/>
                  </a:lnTo>
                  <a:lnTo>
                    <a:pt x="573978" y="2378906"/>
                  </a:lnTo>
                  <a:lnTo>
                    <a:pt x="578969" y="2378906"/>
                  </a:lnTo>
                  <a:lnTo>
                    <a:pt x="578969" y="2373487"/>
                  </a:lnTo>
                  <a:lnTo>
                    <a:pt x="583960" y="2373487"/>
                  </a:lnTo>
                  <a:lnTo>
                    <a:pt x="588951" y="2373487"/>
                  </a:lnTo>
                  <a:lnTo>
                    <a:pt x="588951" y="2370777"/>
                  </a:lnTo>
                  <a:lnTo>
                    <a:pt x="593942" y="2370777"/>
                  </a:lnTo>
                  <a:lnTo>
                    <a:pt x="598933" y="2370777"/>
                  </a:lnTo>
                  <a:lnTo>
                    <a:pt x="603924" y="2370777"/>
                  </a:lnTo>
                  <a:lnTo>
                    <a:pt x="603924" y="2368066"/>
                  </a:lnTo>
                  <a:lnTo>
                    <a:pt x="608916" y="2368066"/>
                  </a:lnTo>
                  <a:lnTo>
                    <a:pt x="608916" y="2365356"/>
                  </a:lnTo>
                  <a:lnTo>
                    <a:pt x="613907" y="2365356"/>
                  </a:lnTo>
                  <a:lnTo>
                    <a:pt x="613907" y="2357225"/>
                  </a:lnTo>
                  <a:lnTo>
                    <a:pt x="618898" y="2357225"/>
                  </a:lnTo>
                  <a:lnTo>
                    <a:pt x="618898" y="2346389"/>
                  </a:lnTo>
                  <a:lnTo>
                    <a:pt x="623889" y="2346389"/>
                  </a:lnTo>
                  <a:lnTo>
                    <a:pt x="623889" y="2343682"/>
                  </a:lnTo>
                  <a:lnTo>
                    <a:pt x="628880" y="2343682"/>
                  </a:lnTo>
                  <a:lnTo>
                    <a:pt x="628880" y="2340975"/>
                  </a:lnTo>
                  <a:lnTo>
                    <a:pt x="633871" y="2340975"/>
                  </a:lnTo>
                  <a:lnTo>
                    <a:pt x="638862" y="2340975"/>
                  </a:lnTo>
                  <a:lnTo>
                    <a:pt x="638862" y="2338268"/>
                  </a:lnTo>
                  <a:lnTo>
                    <a:pt x="643853" y="2338268"/>
                  </a:lnTo>
                  <a:lnTo>
                    <a:pt x="643853" y="2332856"/>
                  </a:lnTo>
                  <a:lnTo>
                    <a:pt x="648844" y="2332856"/>
                  </a:lnTo>
                  <a:lnTo>
                    <a:pt x="648844" y="2324743"/>
                  </a:lnTo>
                  <a:lnTo>
                    <a:pt x="653836" y="2324743"/>
                  </a:lnTo>
                  <a:lnTo>
                    <a:pt x="653836" y="2313928"/>
                  </a:lnTo>
                  <a:lnTo>
                    <a:pt x="658827" y="2313928"/>
                  </a:lnTo>
                  <a:lnTo>
                    <a:pt x="663818" y="2313928"/>
                  </a:lnTo>
                  <a:lnTo>
                    <a:pt x="663818" y="2311226"/>
                  </a:lnTo>
                  <a:lnTo>
                    <a:pt x="668809" y="2311226"/>
                  </a:lnTo>
                  <a:lnTo>
                    <a:pt x="668809" y="2305823"/>
                  </a:lnTo>
                  <a:lnTo>
                    <a:pt x="673800" y="2305823"/>
                  </a:lnTo>
                  <a:lnTo>
                    <a:pt x="673800" y="2303123"/>
                  </a:lnTo>
                  <a:lnTo>
                    <a:pt x="678791" y="2303123"/>
                  </a:lnTo>
                  <a:lnTo>
                    <a:pt x="678791" y="2295026"/>
                  </a:lnTo>
                  <a:lnTo>
                    <a:pt x="683782" y="2295026"/>
                  </a:lnTo>
                  <a:lnTo>
                    <a:pt x="688773" y="2295026"/>
                  </a:lnTo>
                  <a:lnTo>
                    <a:pt x="688773" y="2292326"/>
                  </a:lnTo>
                  <a:lnTo>
                    <a:pt x="693765" y="2292326"/>
                  </a:lnTo>
                  <a:lnTo>
                    <a:pt x="693765" y="2289627"/>
                  </a:lnTo>
                  <a:lnTo>
                    <a:pt x="698756" y="2289627"/>
                  </a:lnTo>
                  <a:lnTo>
                    <a:pt x="698756" y="2281530"/>
                  </a:lnTo>
                  <a:lnTo>
                    <a:pt x="703747" y="2281530"/>
                  </a:lnTo>
                  <a:lnTo>
                    <a:pt x="703747" y="2278832"/>
                  </a:lnTo>
                  <a:lnTo>
                    <a:pt x="708738" y="2278832"/>
                  </a:lnTo>
                  <a:lnTo>
                    <a:pt x="708738" y="2276135"/>
                  </a:lnTo>
                  <a:lnTo>
                    <a:pt x="713729" y="2276135"/>
                  </a:lnTo>
                  <a:lnTo>
                    <a:pt x="713729" y="2273439"/>
                  </a:lnTo>
                  <a:lnTo>
                    <a:pt x="718720" y="2273439"/>
                  </a:lnTo>
                  <a:lnTo>
                    <a:pt x="718720" y="2262657"/>
                  </a:lnTo>
                  <a:lnTo>
                    <a:pt x="723711" y="2262657"/>
                  </a:lnTo>
                  <a:lnTo>
                    <a:pt x="723711" y="2259962"/>
                  </a:lnTo>
                  <a:lnTo>
                    <a:pt x="728702" y="2259962"/>
                  </a:lnTo>
                  <a:lnTo>
                    <a:pt x="728702" y="2254573"/>
                  </a:lnTo>
                  <a:lnTo>
                    <a:pt x="733693" y="2254573"/>
                  </a:lnTo>
                  <a:lnTo>
                    <a:pt x="738685" y="2254573"/>
                  </a:lnTo>
                  <a:lnTo>
                    <a:pt x="738685" y="2251879"/>
                  </a:lnTo>
                  <a:lnTo>
                    <a:pt x="743676" y="2251879"/>
                  </a:lnTo>
                  <a:lnTo>
                    <a:pt x="743676" y="2249185"/>
                  </a:lnTo>
                  <a:lnTo>
                    <a:pt x="748667" y="2249185"/>
                  </a:lnTo>
                  <a:lnTo>
                    <a:pt x="748667" y="2243798"/>
                  </a:lnTo>
                  <a:lnTo>
                    <a:pt x="753658" y="2243798"/>
                  </a:lnTo>
                  <a:lnTo>
                    <a:pt x="753658" y="2235720"/>
                  </a:lnTo>
                  <a:lnTo>
                    <a:pt x="758649" y="2235720"/>
                  </a:lnTo>
                  <a:lnTo>
                    <a:pt x="758649" y="2230332"/>
                  </a:lnTo>
                  <a:lnTo>
                    <a:pt x="763640" y="2230332"/>
                  </a:lnTo>
                  <a:lnTo>
                    <a:pt x="768631" y="2230332"/>
                  </a:lnTo>
                  <a:lnTo>
                    <a:pt x="768631" y="2224943"/>
                  </a:lnTo>
                  <a:lnTo>
                    <a:pt x="773622" y="2224943"/>
                  </a:lnTo>
                  <a:lnTo>
                    <a:pt x="778613" y="2224943"/>
                  </a:lnTo>
                  <a:lnTo>
                    <a:pt x="778613" y="2222249"/>
                  </a:lnTo>
                  <a:lnTo>
                    <a:pt x="783605" y="2222249"/>
                  </a:lnTo>
                  <a:lnTo>
                    <a:pt x="783605" y="2219555"/>
                  </a:lnTo>
                  <a:lnTo>
                    <a:pt x="788596" y="2219555"/>
                  </a:lnTo>
                  <a:lnTo>
                    <a:pt x="788596" y="2214168"/>
                  </a:lnTo>
                  <a:lnTo>
                    <a:pt x="793587" y="2214168"/>
                  </a:lnTo>
                  <a:lnTo>
                    <a:pt x="793587" y="2211475"/>
                  </a:lnTo>
                  <a:lnTo>
                    <a:pt x="798578" y="2211475"/>
                  </a:lnTo>
                  <a:lnTo>
                    <a:pt x="803569" y="2211475"/>
                  </a:lnTo>
                  <a:lnTo>
                    <a:pt x="803569" y="2208781"/>
                  </a:lnTo>
                  <a:lnTo>
                    <a:pt x="808560" y="2208781"/>
                  </a:lnTo>
                  <a:lnTo>
                    <a:pt x="813551" y="2208781"/>
                  </a:lnTo>
                  <a:lnTo>
                    <a:pt x="813551" y="2203393"/>
                  </a:lnTo>
                  <a:lnTo>
                    <a:pt x="818542" y="2203393"/>
                  </a:lnTo>
                  <a:lnTo>
                    <a:pt x="823533" y="2203393"/>
                  </a:lnTo>
                  <a:lnTo>
                    <a:pt x="823533" y="2189927"/>
                  </a:lnTo>
                  <a:lnTo>
                    <a:pt x="828525" y="2189927"/>
                  </a:lnTo>
                  <a:lnTo>
                    <a:pt x="828525" y="2187233"/>
                  </a:lnTo>
                  <a:lnTo>
                    <a:pt x="833516" y="2187233"/>
                  </a:lnTo>
                  <a:lnTo>
                    <a:pt x="838507" y="2187233"/>
                  </a:lnTo>
                  <a:lnTo>
                    <a:pt x="843498" y="2187233"/>
                  </a:lnTo>
                  <a:lnTo>
                    <a:pt x="848489" y="2187233"/>
                  </a:lnTo>
                  <a:lnTo>
                    <a:pt x="848489" y="2181842"/>
                  </a:lnTo>
                  <a:lnTo>
                    <a:pt x="853480" y="2181842"/>
                  </a:lnTo>
                  <a:lnTo>
                    <a:pt x="853480" y="2179147"/>
                  </a:lnTo>
                  <a:lnTo>
                    <a:pt x="858471" y="2179147"/>
                  </a:lnTo>
                  <a:lnTo>
                    <a:pt x="858471" y="2171060"/>
                  </a:lnTo>
                  <a:lnTo>
                    <a:pt x="863462" y="2171060"/>
                  </a:lnTo>
                  <a:lnTo>
                    <a:pt x="863462" y="2168364"/>
                  </a:lnTo>
                  <a:lnTo>
                    <a:pt x="868454" y="2168364"/>
                  </a:lnTo>
                  <a:lnTo>
                    <a:pt x="873445" y="2168364"/>
                  </a:lnTo>
                  <a:lnTo>
                    <a:pt x="878436" y="2168364"/>
                  </a:lnTo>
                  <a:lnTo>
                    <a:pt x="883427" y="2168364"/>
                  </a:lnTo>
                  <a:lnTo>
                    <a:pt x="883427" y="2165666"/>
                  </a:lnTo>
                  <a:lnTo>
                    <a:pt x="888418" y="2165666"/>
                  </a:lnTo>
                  <a:lnTo>
                    <a:pt x="888418" y="2162969"/>
                  </a:lnTo>
                  <a:lnTo>
                    <a:pt x="893409" y="2162969"/>
                  </a:lnTo>
                  <a:lnTo>
                    <a:pt x="893409" y="2154878"/>
                  </a:lnTo>
                  <a:lnTo>
                    <a:pt x="898400" y="2154878"/>
                  </a:lnTo>
                  <a:lnTo>
                    <a:pt x="898400" y="2152180"/>
                  </a:lnTo>
                  <a:lnTo>
                    <a:pt x="903391" y="2152180"/>
                  </a:lnTo>
                  <a:lnTo>
                    <a:pt x="903391" y="2149483"/>
                  </a:lnTo>
                  <a:lnTo>
                    <a:pt x="908382" y="2149483"/>
                  </a:lnTo>
                  <a:lnTo>
                    <a:pt x="913374" y="2149483"/>
                  </a:lnTo>
                  <a:lnTo>
                    <a:pt x="913374" y="2146785"/>
                  </a:lnTo>
                  <a:lnTo>
                    <a:pt x="918365" y="2146785"/>
                  </a:lnTo>
                  <a:lnTo>
                    <a:pt x="923356" y="2146785"/>
                  </a:lnTo>
                  <a:lnTo>
                    <a:pt x="928347" y="2146785"/>
                  </a:lnTo>
                  <a:lnTo>
                    <a:pt x="928347" y="2125200"/>
                  </a:lnTo>
                  <a:lnTo>
                    <a:pt x="933338" y="2125200"/>
                  </a:lnTo>
                  <a:lnTo>
                    <a:pt x="933338" y="2119805"/>
                  </a:lnTo>
                  <a:lnTo>
                    <a:pt x="938329" y="2119805"/>
                  </a:lnTo>
                  <a:lnTo>
                    <a:pt x="938329" y="2114412"/>
                  </a:lnTo>
                  <a:lnTo>
                    <a:pt x="943320" y="2114412"/>
                  </a:lnTo>
                  <a:lnTo>
                    <a:pt x="948311" y="2114412"/>
                  </a:lnTo>
                  <a:lnTo>
                    <a:pt x="948311" y="2103629"/>
                  </a:lnTo>
                  <a:lnTo>
                    <a:pt x="953302" y="2103629"/>
                  </a:lnTo>
                  <a:lnTo>
                    <a:pt x="953302" y="2100934"/>
                  </a:lnTo>
                  <a:lnTo>
                    <a:pt x="958294" y="2100934"/>
                  </a:lnTo>
                  <a:lnTo>
                    <a:pt x="963285" y="2100934"/>
                  </a:lnTo>
                  <a:lnTo>
                    <a:pt x="963285" y="2092850"/>
                  </a:lnTo>
                  <a:lnTo>
                    <a:pt x="968276" y="2092850"/>
                  </a:lnTo>
                  <a:lnTo>
                    <a:pt x="973267" y="2092850"/>
                  </a:lnTo>
                  <a:lnTo>
                    <a:pt x="973267" y="2090153"/>
                  </a:lnTo>
                  <a:lnTo>
                    <a:pt x="978258" y="2090153"/>
                  </a:lnTo>
                  <a:lnTo>
                    <a:pt x="983249" y="2090153"/>
                  </a:lnTo>
                  <a:lnTo>
                    <a:pt x="983249" y="2087457"/>
                  </a:lnTo>
                  <a:lnTo>
                    <a:pt x="988240" y="2087457"/>
                  </a:lnTo>
                  <a:lnTo>
                    <a:pt x="993231" y="2087457"/>
                  </a:lnTo>
                  <a:lnTo>
                    <a:pt x="998223" y="2087457"/>
                  </a:lnTo>
                  <a:lnTo>
                    <a:pt x="1003214" y="2087457"/>
                  </a:lnTo>
                  <a:lnTo>
                    <a:pt x="1008205" y="2087457"/>
                  </a:lnTo>
                  <a:lnTo>
                    <a:pt x="1013196" y="2087457"/>
                  </a:lnTo>
                  <a:lnTo>
                    <a:pt x="1013196" y="2084759"/>
                  </a:lnTo>
                  <a:lnTo>
                    <a:pt x="1018187" y="2084759"/>
                  </a:lnTo>
                  <a:lnTo>
                    <a:pt x="1018187" y="2082062"/>
                  </a:lnTo>
                  <a:lnTo>
                    <a:pt x="1023178" y="2082062"/>
                  </a:lnTo>
                  <a:lnTo>
                    <a:pt x="1023178" y="2079364"/>
                  </a:lnTo>
                  <a:lnTo>
                    <a:pt x="1028169" y="2079364"/>
                  </a:lnTo>
                  <a:lnTo>
                    <a:pt x="1028169" y="2076665"/>
                  </a:lnTo>
                  <a:lnTo>
                    <a:pt x="1033160" y="2076665"/>
                  </a:lnTo>
                  <a:lnTo>
                    <a:pt x="1033160" y="2065874"/>
                  </a:lnTo>
                  <a:lnTo>
                    <a:pt x="1038151" y="2065874"/>
                  </a:lnTo>
                  <a:lnTo>
                    <a:pt x="1038151" y="2060476"/>
                  </a:lnTo>
                  <a:lnTo>
                    <a:pt x="1043143" y="2060476"/>
                  </a:lnTo>
                  <a:lnTo>
                    <a:pt x="1048134" y="2060476"/>
                  </a:lnTo>
                  <a:lnTo>
                    <a:pt x="1048134" y="2057777"/>
                  </a:lnTo>
                  <a:lnTo>
                    <a:pt x="1053125" y="2057777"/>
                  </a:lnTo>
                  <a:lnTo>
                    <a:pt x="1053125" y="2055077"/>
                  </a:lnTo>
                  <a:lnTo>
                    <a:pt x="1058116" y="2055077"/>
                  </a:lnTo>
                  <a:lnTo>
                    <a:pt x="1058116" y="2046982"/>
                  </a:lnTo>
                  <a:lnTo>
                    <a:pt x="1063107" y="2046982"/>
                  </a:lnTo>
                  <a:lnTo>
                    <a:pt x="1068098" y="2046982"/>
                  </a:lnTo>
                  <a:lnTo>
                    <a:pt x="1068098" y="2044283"/>
                  </a:lnTo>
                  <a:lnTo>
                    <a:pt x="1073089" y="2044283"/>
                  </a:lnTo>
                  <a:lnTo>
                    <a:pt x="1078080" y="2044283"/>
                  </a:lnTo>
                  <a:lnTo>
                    <a:pt x="1078080" y="2038882"/>
                  </a:lnTo>
                  <a:lnTo>
                    <a:pt x="1083071" y="2038882"/>
                  </a:lnTo>
                  <a:lnTo>
                    <a:pt x="1083071" y="2036182"/>
                  </a:lnTo>
                  <a:lnTo>
                    <a:pt x="1088063" y="2036182"/>
                  </a:lnTo>
                  <a:lnTo>
                    <a:pt x="1093054" y="2036182"/>
                  </a:lnTo>
                  <a:lnTo>
                    <a:pt x="1098045" y="2036182"/>
                  </a:lnTo>
                  <a:lnTo>
                    <a:pt x="1103036" y="2036182"/>
                  </a:lnTo>
                  <a:lnTo>
                    <a:pt x="1103036" y="2022678"/>
                  </a:lnTo>
                  <a:lnTo>
                    <a:pt x="1108027" y="2022678"/>
                  </a:lnTo>
                  <a:lnTo>
                    <a:pt x="1108027" y="2019976"/>
                  </a:lnTo>
                  <a:lnTo>
                    <a:pt x="1113018" y="2019976"/>
                  </a:lnTo>
                  <a:lnTo>
                    <a:pt x="1113018" y="2014572"/>
                  </a:lnTo>
                  <a:lnTo>
                    <a:pt x="1118009" y="2014572"/>
                  </a:lnTo>
                  <a:lnTo>
                    <a:pt x="1123000" y="2014572"/>
                  </a:lnTo>
                  <a:lnTo>
                    <a:pt x="1123000" y="2011870"/>
                  </a:lnTo>
                  <a:lnTo>
                    <a:pt x="1127992" y="2011870"/>
                  </a:lnTo>
                  <a:lnTo>
                    <a:pt x="1132983" y="2011870"/>
                  </a:lnTo>
                  <a:lnTo>
                    <a:pt x="1132983" y="2001060"/>
                  </a:lnTo>
                  <a:lnTo>
                    <a:pt x="1137974" y="2001060"/>
                  </a:lnTo>
                  <a:lnTo>
                    <a:pt x="1137974" y="1998358"/>
                  </a:lnTo>
                  <a:lnTo>
                    <a:pt x="1142965" y="1998358"/>
                  </a:lnTo>
                  <a:lnTo>
                    <a:pt x="1147956" y="1998358"/>
                  </a:lnTo>
                  <a:lnTo>
                    <a:pt x="1152947" y="1998358"/>
                  </a:lnTo>
                  <a:lnTo>
                    <a:pt x="1152947" y="1995652"/>
                  </a:lnTo>
                  <a:lnTo>
                    <a:pt x="1157938" y="1995652"/>
                  </a:lnTo>
                  <a:lnTo>
                    <a:pt x="1162929" y="1995652"/>
                  </a:lnTo>
                  <a:lnTo>
                    <a:pt x="1162929" y="1992946"/>
                  </a:lnTo>
                  <a:lnTo>
                    <a:pt x="1167920" y="1992946"/>
                  </a:lnTo>
                  <a:lnTo>
                    <a:pt x="1167920" y="1984829"/>
                  </a:lnTo>
                  <a:lnTo>
                    <a:pt x="1172912" y="1984829"/>
                  </a:lnTo>
                  <a:lnTo>
                    <a:pt x="1172912" y="1979418"/>
                  </a:lnTo>
                  <a:lnTo>
                    <a:pt x="1177903" y="1979418"/>
                  </a:lnTo>
                  <a:lnTo>
                    <a:pt x="1177903" y="1976711"/>
                  </a:lnTo>
                  <a:lnTo>
                    <a:pt x="1182894" y="1976711"/>
                  </a:lnTo>
                  <a:lnTo>
                    <a:pt x="1182894" y="1974003"/>
                  </a:lnTo>
                  <a:lnTo>
                    <a:pt x="1187885" y="1974003"/>
                  </a:lnTo>
                  <a:lnTo>
                    <a:pt x="1187885" y="1971295"/>
                  </a:lnTo>
                  <a:lnTo>
                    <a:pt x="1192876" y="1971295"/>
                  </a:lnTo>
                  <a:lnTo>
                    <a:pt x="1197867" y="1971295"/>
                  </a:lnTo>
                  <a:lnTo>
                    <a:pt x="1202858" y="1971295"/>
                  </a:lnTo>
                  <a:lnTo>
                    <a:pt x="1207849" y="1971295"/>
                  </a:lnTo>
                  <a:lnTo>
                    <a:pt x="1212840" y="1971295"/>
                  </a:lnTo>
                  <a:lnTo>
                    <a:pt x="1217832" y="1971295"/>
                  </a:lnTo>
                  <a:lnTo>
                    <a:pt x="1222823" y="1971295"/>
                  </a:lnTo>
                  <a:lnTo>
                    <a:pt x="1222823" y="1968583"/>
                  </a:lnTo>
                  <a:lnTo>
                    <a:pt x="1227814" y="1968583"/>
                  </a:lnTo>
                  <a:lnTo>
                    <a:pt x="1232805" y="1968583"/>
                  </a:lnTo>
                  <a:lnTo>
                    <a:pt x="1232805" y="1965871"/>
                  </a:lnTo>
                  <a:lnTo>
                    <a:pt x="1237796" y="1965871"/>
                  </a:lnTo>
                  <a:lnTo>
                    <a:pt x="1237796" y="1963158"/>
                  </a:lnTo>
                  <a:lnTo>
                    <a:pt x="1242787" y="1963158"/>
                  </a:lnTo>
                  <a:lnTo>
                    <a:pt x="1242787" y="1957733"/>
                  </a:lnTo>
                  <a:lnTo>
                    <a:pt x="1247778" y="1957733"/>
                  </a:lnTo>
                  <a:lnTo>
                    <a:pt x="1247778" y="1952306"/>
                  </a:lnTo>
                  <a:lnTo>
                    <a:pt x="1252769" y="1952306"/>
                  </a:lnTo>
                  <a:lnTo>
                    <a:pt x="1252769" y="1949593"/>
                  </a:lnTo>
                  <a:lnTo>
                    <a:pt x="1257761" y="1949593"/>
                  </a:lnTo>
                  <a:lnTo>
                    <a:pt x="1257761" y="1941452"/>
                  </a:lnTo>
                  <a:lnTo>
                    <a:pt x="1262752" y="1941452"/>
                  </a:lnTo>
                  <a:lnTo>
                    <a:pt x="1267743" y="1941452"/>
                  </a:lnTo>
                  <a:lnTo>
                    <a:pt x="1272734" y="1941452"/>
                  </a:lnTo>
                  <a:lnTo>
                    <a:pt x="1277725" y="1941452"/>
                  </a:lnTo>
                  <a:lnTo>
                    <a:pt x="1277725" y="1930593"/>
                  </a:lnTo>
                  <a:lnTo>
                    <a:pt x="1282716" y="1930593"/>
                  </a:lnTo>
                  <a:lnTo>
                    <a:pt x="1282716" y="1927878"/>
                  </a:lnTo>
                  <a:lnTo>
                    <a:pt x="1287707" y="1927878"/>
                  </a:lnTo>
                  <a:lnTo>
                    <a:pt x="1287707" y="1925163"/>
                  </a:lnTo>
                  <a:lnTo>
                    <a:pt x="1292698" y="1925163"/>
                  </a:lnTo>
                  <a:lnTo>
                    <a:pt x="1297689" y="1925163"/>
                  </a:lnTo>
                  <a:lnTo>
                    <a:pt x="1297689" y="1922448"/>
                  </a:lnTo>
                  <a:lnTo>
                    <a:pt x="1302681" y="1922448"/>
                  </a:lnTo>
                  <a:lnTo>
                    <a:pt x="1302681" y="1919733"/>
                  </a:lnTo>
                  <a:lnTo>
                    <a:pt x="1307672" y="1919733"/>
                  </a:lnTo>
                  <a:lnTo>
                    <a:pt x="1312663" y="1919733"/>
                  </a:lnTo>
                  <a:lnTo>
                    <a:pt x="1312663" y="1906155"/>
                  </a:lnTo>
                  <a:lnTo>
                    <a:pt x="1317654" y="1906155"/>
                  </a:lnTo>
                  <a:lnTo>
                    <a:pt x="1317654" y="1903439"/>
                  </a:lnTo>
                  <a:lnTo>
                    <a:pt x="1322645" y="1903439"/>
                  </a:lnTo>
                  <a:lnTo>
                    <a:pt x="1327636" y="1903439"/>
                  </a:lnTo>
                  <a:lnTo>
                    <a:pt x="1332627" y="1903439"/>
                  </a:lnTo>
                  <a:lnTo>
                    <a:pt x="1332627" y="1900722"/>
                  </a:lnTo>
                  <a:lnTo>
                    <a:pt x="1337618" y="1900722"/>
                  </a:lnTo>
                  <a:lnTo>
                    <a:pt x="1337618" y="1898005"/>
                  </a:lnTo>
                  <a:lnTo>
                    <a:pt x="1342609" y="1898005"/>
                  </a:lnTo>
                  <a:lnTo>
                    <a:pt x="1347601" y="1898005"/>
                  </a:lnTo>
                  <a:lnTo>
                    <a:pt x="1347601" y="1892570"/>
                  </a:lnTo>
                  <a:lnTo>
                    <a:pt x="1352592" y="1892570"/>
                  </a:lnTo>
                  <a:lnTo>
                    <a:pt x="1357583" y="1892570"/>
                  </a:lnTo>
                  <a:lnTo>
                    <a:pt x="1357583" y="1889851"/>
                  </a:lnTo>
                  <a:lnTo>
                    <a:pt x="1362574" y="1889851"/>
                  </a:lnTo>
                  <a:lnTo>
                    <a:pt x="1362574" y="1884412"/>
                  </a:lnTo>
                  <a:lnTo>
                    <a:pt x="1367565" y="1884412"/>
                  </a:lnTo>
                  <a:lnTo>
                    <a:pt x="1372556" y="1884412"/>
                  </a:lnTo>
                  <a:lnTo>
                    <a:pt x="1377547" y="1884412"/>
                  </a:lnTo>
                  <a:lnTo>
                    <a:pt x="1382538" y="1884412"/>
                  </a:lnTo>
                  <a:lnTo>
                    <a:pt x="1382538" y="1881691"/>
                  </a:lnTo>
                  <a:lnTo>
                    <a:pt x="1387530" y="1881691"/>
                  </a:lnTo>
                  <a:lnTo>
                    <a:pt x="1392521" y="1881691"/>
                  </a:lnTo>
                  <a:lnTo>
                    <a:pt x="1397512" y="1881691"/>
                  </a:lnTo>
                  <a:lnTo>
                    <a:pt x="1402503" y="1881691"/>
                  </a:lnTo>
                  <a:lnTo>
                    <a:pt x="1402503" y="1878968"/>
                  </a:lnTo>
                  <a:lnTo>
                    <a:pt x="1407494" y="1878968"/>
                  </a:lnTo>
                  <a:lnTo>
                    <a:pt x="1412485" y="1878968"/>
                  </a:lnTo>
                  <a:lnTo>
                    <a:pt x="1412485" y="1876245"/>
                  </a:lnTo>
                  <a:lnTo>
                    <a:pt x="1417476" y="1876245"/>
                  </a:lnTo>
                  <a:lnTo>
                    <a:pt x="1417476" y="1865353"/>
                  </a:lnTo>
                  <a:lnTo>
                    <a:pt x="1422467" y="1865353"/>
                  </a:lnTo>
                  <a:lnTo>
                    <a:pt x="1427458" y="1865353"/>
                  </a:lnTo>
                  <a:lnTo>
                    <a:pt x="1427458" y="1862630"/>
                  </a:lnTo>
                  <a:lnTo>
                    <a:pt x="1432450" y="1862630"/>
                  </a:lnTo>
                  <a:lnTo>
                    <a:pt x="1437441" y="1862630"/>
                  </a:lnTo>
                  <a:lnTo>
                    <a:pt x="1437441" y="1859908"/>
                  </a:lnTo>
                  <a:lnTo>
                    <a:pt x="1442432" y="1859908"/>
                  </a:lnTo>
                  <a:lnTo>
                    <a:pt x="1442432" y="1857185"/>
                  </a:lnTo>
                  <a:lnTo>
                    <a:pt x="1447423" y="1857185"/>
                  </a:lnTo>
                  <a:lnTo>
                    <a:pt x="1452414" y="1857185"/>
                  </a:lnTo>
                  <a:lnTo>
                    <a:pt x="1452414" y="1854460"/>
                  </a:lnTo>
                  <a:lnTo>
                    <a:pt x="1457405" y="1854460"/>
                  </a:lnTo>
                  <a:lnTo>
                    <a:pt x="1462396" y="1854460"/>
                  </a:lnTo>
                  <a:lnTo>
                    <a:pt x="1467387" y="1854460"/>
                  </a:lnTo>
                  <a:lnTo>
                    <a:pt x="1467387" y="1851733"/>
                  </a:lnTo>
                  <a:lnTo>
                    <a:pt x="1472378" y="1851733"/>
                  </a:lnTo>
                  <a:lnTo>
                    <a:pt x="1472378" y="1849006"/>
                  </a:lnTo>
                  <a:lnTo>
                    <a:pt x="1477370" y="1849006"/>
                  </a:lnTo>
                  <a:lnTo>
                    <a:pt x="1477370" y="1846278"/>
                  </a:lnTo>
                  <a:lnTo>
                    <a:pt x="1482361" y="1846278"/>
                  </a:lnTo>
                  <a:lnTo>
                    <a:pt x="1482361" y="1843549"/>
                  </a:lnTo>
                  <a:lnTo>
                    <a:pt x="1487352" y="1843549"/>
                  </a:lnTo>
                  <a:lnTo>
                    <a:pt x="1487352" y="1835363"/>
                  </a:lnTo>
                  <a:lnTo>
                    <a:pt x="1492343" y="1835363"/>
                  </a:lnTo>
                  <a:lnTo>
                    <a:pt x="1492343" y="1829903"/>
                  </a:lnTo>
                  <a:lnTo>
                    <a:pt x="1497334" y="1829903"/>
                  </a:lnTo>
                  <a:lnTo>
                    <a:pt x="1502325" y="1829903"/>
                  </a:lnTo>
                  <a:lnTo>
                    <a:pt x="1502325" y="1827173"/>
                  </a:lnTo>
                  <a:lnTo>
                    <a:pt x="1507316" y="1827173"/>
                  </a:lnTo>
                  <a:lnTo>
                    <a:pt x="1507316" y="1824444"/>
                  </a:lnTo>
                  <a:lnTo>
                    <a:pt x="1512307" y="1824444"/>
                  </a:lnTo>
                  <a:lnTo>
                    <a:pt x="1517299" y="1824444"/>
                  </a:lnTo>
                  <a:lnTo>
                    <a:pt x="1522290" y="1824444"/>
                  </a:lnTo>
                  <a:lnTo>
                    <a:pt x="1522290" y="1818981"/>
                  </a:lnTo>
                  <a:lnTo>
                    <a:pt x="1527281" y="1818981"/>
                  </a:lnTo>
                  <a:lnTo>
                    <a:pt x="1527281" y="1813518"/>
                  </a:lnTo>
                  <a:lnTo>
                    <a:pt x="1532272" y="1813518"/>
                  </a:lnTo>
                  <a:lnTo>
                    <a:pt x="1537263" y="1813518"/>
                  </a:lnTo>
                  <a:lnTo>
                    <a:pt x="1542254" y="1813518"/>
                  </a:lnTo>
                  <a:lnTo>
                    <a:pt x="1547245" y="1813518"/>
                  </a:lnTo>
                  <a:lnTo>
                    <a:pt x="1552236" y="1813518"/>
                  </a:lnTo>
                  <a:lnTo>
                    <a:pt x="1552236" y="1808053"/>
                  </a:lnTo>
                  <a:lnTo>
                    <a:pt x="1557227" y="1808053"/>
                  </a:lnTo>
                  <a:lnTo>
                    <a:pt x="1557227" y="1802586"/>
                  </a:lnTo>
                  <a:lnTo>
                    <a:pt x="1562219" y="1802586"/>
                  </a:lnTo>
                  <a:lnTo>
                    <a:pt x="1567210" y="1802586"/>
                  </a:lnTo>
                  <a:lnTo>
                    <a:pt x="1572201" y="1802586"/>
                  </a:lnTo>
                  <a:lnTo>
                    <a:pt x="1572201" y="1799850"/>
                  </a:lnTo>
                  <a:lnTo>
                    <a:pt x="1577192" y="1799850"/>
                  </a:lnTo>
                  <a:lnTo>
                    <a:pt x="1577192" y="1797113"/>
                  </a:lnTo>
                  <a:lnTo>
                    <a:pt x="1582183" y="1797113"/>
                  </a:lnTo>
                  <a:lnTo>
                    <a:pt x="1587174" y="1797113"/>
                  </a:lnTo>
                  <a:lnTo>
                    <a:pt x="1592165" y="1797113"/>
                  </a:lnTo>
                  <a:lnTo>
                    <a:pt x="1592165" y="1794376"/>
                  </a:lnTo>
                  <a:lnTo>
                    <a:pt x="1597156" y="1794376"/>
                  </a:lnTo>
                  <a:lnTo>
                    <a:pt x="1602147" y="1794376"/>
                  </a:lnTo>
                  <a:lnTo>
                    <a:pt x="1607139" y="1794376"/>
                  </a:lnTo>
                  <a:lnTo>
                    <a:pt x="1607139" y="1788898"/>
                  </a:lnTo>
                  <a:lnTo>
                    <a:pt x="1612130" y="1788898"/>
                  </a:lnTo>
                  <a:lnTo>
                    <a:pt x="1617121" y="1788898"/>
                  </a:lnTo>
                  <a:lnTo>
                    <a:pt x="1617121" y="1786160"/>
                  </a:lnTo>
                  <a:lnTo>
                    <a:pt x="1622112" y="1786160"/>
                  </a:lnTo>
                  <a:lnTo>
                    <a:pt x="1627103" y="1786160"/>
                  </a:lnTo>
                  <a:lnTo>
                    <a:pt x="1627103" y="1783420"/>
                  </a:lnTo>
                  <a:lnTo>
                    <a:pt x="1632094" y="1783420"/>
                  </a:lnTo>
                  <a:lnTo>
                    <a:pt x="1632094" y="1780678"/>
                  </a:lnTo>
                  <a:lnTo>
                    <a:pt x="1637085" y="1780678"/>
                  </a:lnTo>
                  <a:lnTo>
                    <a:pt x="1637085" y="1777936"/>
                  </a:lnTo>
                  <a:lnTo>
                    <a:pt x="1642076" y="1777936"/>
                  </a:lnTo>
                  <a:lnTo>
                    <a:pt x="1647067" y="1777936"/>
                  </a:lnTo>
                  <a:lnTo>
                    <a:pt x="1647067" y="1775194"/>
                  </a:lnTo>
                  <a:lnTo>
                    <a:pt x="1652059" y="1775194"/>
                  </a:lnTo>
                  <a:lnTo>
                    <a:pt x="1652059" y="1772451"/>
                  </a:lnTo>
                  <a:lnTo>
                    <a:pt x="1657050" y="1772451"/>
                  </a:lnTo>
                  <a:lnTo>
                    <a:pt x="1657050" y="1769707"/>
                  </a:lnTo>
                  <a:lnTo>
                    <a:pt x="1662041" y="1769707"/>
                  </a:lnTo>
                  <a:lnTo>
                    <a:pt x="1662041" y="1766962"/>
                  </a:lnTo>
                  <a:lnTo>
                    <a:pt x="1667032" y="1766962"/>
                  </a:lnTo>
                  <a:lnTo>
                    <a:pt x="1667032" y="1764215"/>
                  </a:lnTo>
                  <a:lnTo>
                    <a:pt x="1672023" y="1764215"/>
                  </a:lnTo>
                  <a:lnTo>
                    <a:pt x="1677014" y="1764215"/>
                  </a:lnTo>
                  <a:lnTo>
                    <a:pt x="1682005" y="1764215"/>
                  </a:lnTo>
                  <a:lnTo>
                    <a:pt x="1686996" y="1764215"/>
                  </a:lnTo>
                  <a:lnTo>
                    <a:pt x="1686996" y="1761467"/>
                  </a:lnTo>
                  <a:lnTo>
                    <a:pt x="1691988" y="1761467"/>
                  </a:lnTo>
                  <a:lnTo>
                    <a:pt x="1691988" y="1758718"/>
                  </a:lnTo>
                  <a:lnTo>
                    <a:pt x="1696979" y="1758718"/>
                  </a:lnTo>
                  <a:lnTo>
                    <a:pt x="1696979" y="1753222"/>
                  </a:lnTo>
                  <a:lnTo>
                    <a:pt x="1701970" y="1753222"/>
                  </a:lnTo>
                  <a:lnTo>
                    <a:pt x="1706961" y="1753222"/>
                  </a:lnTo>
                  <a:lnTo>
                    <a:pt x="1711952" y="1753222"/>
                  </a:lnTo>
                  <a:lnTo>
                    <a:pt x="1711952" y="1750470"/>
                  </a:lnTo>
                  <a:lnTo>
                    <a:pt x="1716943" y="1750470"/>
                  </a:lnTo>
                  <a:lnTo>
                    <a:pt x="1716943" y="1747718"/>
                  </a:lnTo>
                  <a:lnTo>
                    <a:pt x="1721934" y="1747718"/>
                  </a:lnTo>
                  <a:lnTo>
                    <a:pt x="1721934" y="1742215"/>
                  </a:lnTo>
                  <a:lnTo>
                    <a:pt x="1726925" y="1742215"/>
                  </a:lnTo>
                  <a:lnTo>
                    <a:pt x="1726925" y="1739463"/>
                  </a:lnTo>
                  <a:lnTo>
                    <a:pt x="1731916" y="1739463"/>
                  </a:lnTo>
                  <a:lnTo>
                    <a:pt x="1731916" y="1728457"/>
                  </a:lnTo>
                  <a:lnTo>
                    <a:pt x="1736908" y="1728457"/>
                  </a:lnTo>
                  <a:lnTo>
                    <a:pt x="1741899" y="1728457"/>
                  </a:lnTo>
                  <a:lnTo>
                    <a:pt x="1741899" y="1722947"/>
                  </a:lnTo>
                  <a:lnTo>
                    <a:pt x="1746890" y="1722947"/>
                  </a:lnTo>
                  <a:lnTo>
                    <a:pt x="1751881" y="1722947"/>
                  </a:lnTo>
                  <a:lnTo>
                    <a:pt x="1751881" y="1720191"/>
                  </a:lnTo>
                  <a:lnTo>
                    <a:pt x="1756872" y="1720191"/>
                  </a:lnTo>
                  <a:lnTo>
                    <a:pt x="1756872" y="1717435"/>
                  </a:lnTo>
                  <a:lnTo>
                    <a:pt x="1761863" y="1717435"/>
                  </a:lnTo>
                  <a:lnTo>
                    <a:pt x="1761863" y="1714678"/>
                  </a:lnTo>
                  <a:lnTo>
                    <a:pt x="1766854" y="1714678"/>
                  </a:lnTo>
                  <a:lnTo>
                    <a:pt x="1766854" y="1703651"/>
                  </a:lnTo>
                  <a:lnTo>
                    <a:pt x="1771845" y="1703651"/>
                  </a:lnTo>
                  <a:lnTo>
                    <a:pt x="1776836" y="1703651"/>
                  </a:lnTo>
                  <a:lnTo>
                    <a:pt x="1776836" y="1700891"/>
                  </a:lnTo>
                  <a:lnTo>
                    <a:pt x="1781828" y="1700891"/>
                  </a:lnTo>
                  <a:lnTo>
                    <a:pt x="1786819" y="1700891"/>
                  </a:lnTo>
                  <a:lnTo>
                    <a:pt x="1786819" y="1698132"/>
                  </a:lnTo>
                  <a:lnTo>
                    <a:pt x="1791810" y="1698132"/>
                  </a:lnTo>
                  <a:lnTo>
                    <a:pt x="1796801" y="1698132"/>
                  </a:lnTo>
                  <a:lnTo>
                    <a:pt x="1796801" y="1692611"/>
                  </a:lnTo>
                  <a:lnTo>
                    <a:pt x="1801792" y="1692611"/>
                  </a:lnTo>
                  <a:lnTo>
                    <a:pt x="1801792" y="1684330"/>
                  </a:lnTo>
                  <a:lnTo>
                    <a:pt x="1806783" y="1684330"/>
                  </a:lnTo>
                  <a:lnTo>
                    <a:pt x="1811774" y="1684330"/>
                  </a:lnTo>
                  <a:lnTo>
                    <a:pt x="1811774" y="1681567"/>
                  </a:lnTo>
                  <a:lnTo>
                    <a:pt x="1816765" y="1681567"/>
                  </a:lnTo>
                  <a:lnTo>
                    <a:pt x="1821757" y="1681567"/>
                  </a:lnTo>
                  <a:lnTo>
                    <a:pt x="1826748" y="1681567"/>
                  </a:lnTo>
                  <a:lnTo>
                    <a:pt x="1831739" y="1681567"/>
                  </a:lnTo>
                  <a:lnTo>
                    <a:pt x="1836730" y="1681567"/>
                  </a:lnTo>
                  <a:lnTo>
                    <a:pt x="1836730" y="1678801"/>
                  </a:lnTo>
                  <a:lnTo>
                    <a:pt x="1841721" y="1678801"/>
                  </a:lnTo>
                  <a:lnTo>
                    <a:pt x="1846712" y="1678801"/>
                  </a:lnTo>
                  <a:lnTo>
                    <a:pt x="1846712" y="1676033"/>
                  </a:lnTo>
                  <a:lnTo>
                    <a:pt x="1851703" y="1676033"/>
                  </a:lnTo>
                  <a:lnTo>
                    <a:pt x="1851703" y="1673263"/>
                  </a:lnTo>
                  <a:lnTo>
                    <a:pt x="1856694" y="1673263"/>
                  </a:lnTo>
                  <a:lnTo>
                    <a:pt x="1861685" y="1673263"/>
                  </a:lnTo>
                  <a:lnTo>
                    <a:pt x="1861685" y="1670492"/>
                  </a:lnTo>
                  <a:lnTo>
                    <a:pt x="1866677" y="1670492"/>
                  </a:lnTo>
                  <a:lnTo>
                    <a:pt x="1866677" y="1667720"/>
                  </a:lnTo>
                  <a:lnTo>
                    <a:pt x="1871668" y="1667720"/>
                  </a:lnTo>
                  <a:lnTo>
                    <a:pt x="1871668" y="1662177"/>
                  </a:lnTo>
                  <a:lnTo>
                    <a:pt x="1876659" y="1662177"/>
                  </a:lnTo>
                  <a:lnTo>
                    <a:pt x="1881650" y="1662177"/>
                  </a:lnTo>
                  <a:lnTo>
                    <a:pt x="1886641" y="1662177"/>
                  </a:lnTo>
                  <a:lnTo>
                    <a:pt x="1891632" y="1662177"/>
                  </a:lnTo>
                  <a:lnTo>
                    <a:pt x="1896623" y="1662177"/>
                  </a:lnTo>
                  <a:lnTo>
                    <a:pt x="1901614" y="1662177"/>
                  </a:lnTo>
                  <a:lnTo>
                    <a:pt x="1906605" y="1662177"/>
                  </a:lnTo>
                  <a:lnTo>
                    <a:pt x="1906605" y="1656622"/>
                  </a:lnTo>
                  <a:lnTo>
                    <a:pt x="1911597" y="1656622"/>
                  </a:lnTo>
                  <a:lnTo>
                    <a:pt x="1916588" y="1656622"/>
                  </a:lnTo>
                  <a:lnTo>
                    <a:pt x="1916588" y="1651066"/>
                  </a:lnTo>
                  <a:lnTo>
                    <a:pt x="1921579" y="1651066"/>
                  </a:lnTo>
                  <a:lnTo>
                    <a:pt x="1926570" y="1651066"/>
                  </a:lnTo>
                  <a:lnTo>
                    <a:pt x="1926570" y="1648288"/>
                  </a:lnTo>
                  <a:lnTo>
                    <a:pt x="1931561" y="1648288"/>
                  </a:lnTo>
                  <a:lnTo>
                    <a:pt x="1931561" y="1642732"/>
                  </a:lnTo>
                  <a:lnTo>
                    <a:pt x="1936552" y="1642732"/>
                  </a:lnTo>
                  <a:lnTo>
                    <a:pt x="1936552" y="1637177"/>
                  </a:lnTo>
                  <a:lnTo>
                    <a:pt x="1941543" y="1637177"/>
                  </a:lnTo>
                  <a:lnTo>
                    <a:pt x="1941543" y="1628842"/>
                  </a:lnTo>
                  <a:lnTo>
                    <a:pt x="1946534" y="1628842"/>
                  </a:lnTo>
                  <a:lnTo>
                    <a:pt x="1951526" y="1628842"/>
                  </a:lnTo>
                  <a:lnTo>
                    <a:pt x="1956517" y="1628842"/>
                  </a:lnTo>
                  <a:lnTo>
                    <a:pt x="1961508" y="1628842"/>
                  </a:lnTo>
                  <a:lnTo>
                    <a:pt x="1961508" y="1626061"/>
                  </a:lnTo>
                  <a:lnTo>
                    <a:pt x="1966499" y="1626061"/>
                  </a:lnTo>
                  <a:lnTo>
                    <a:pt x="1971490" y="1626061"/>
                  </a:lnTo>
                  <a:lnTo>
                    <a:pt x="1976481" y="1626061"/>
                  </a:lnTo>
                  <a:lnTo>
                    <a:pt x="1976481" y="1620497"/>
                  </a:lnTo>
                  <a:lnTo>
                    <a:pt x="1981472" y="1620497"/>
                  </a:lnTo>
                  <a:lnTo>
                    <a:pt x="1981472" y="1617714"/>
                  </a:lnTo>
                  <a:lnTo>
                    <a:pt x="1986463" y="1617714"/>
                  </a:lnTo>
                  <a:lnTo>
                    <a:pt x="1986463" y="1614930"/>
                  </a:lnTo>
                  <a:lnTo>
                    <a:pt x="1991454" y="1614930"/>
                  </a:lnTo>
                  <a:lnTo>
                    <a:pt x="1991454" y="1609362"/>
                  </a:lnTo>
                  <a:lnTo>
                    <a:pt x="1996446" y="1609362"/>
                  </a:lnTo>
                  <a:lnTo>
                    <a:pt x="1996446" y="1606578"/>
                  </a:lnTo>
                  <a:lnTo>
                    <a:pt x="2001437" y="1606578"/>
                  </a:lnTo>
                  <a:lnTo>
                    <a:pt x="2006428" y="1606578"/>
                  </a:lnTo>
                  <a:lnTo>
                    <a:pt x="2011419" y="1606578"/>
                  </a:lnTo>
                  <a:lnTo>
                    <a:pt x="2016410" y="1606578"/>
                  </a:lnTo>
                  <a:lnTo>
                    <a:pt x="2021401" y="1606578"/>
                  </a:lnTo>
                  <a:lnTo>
                    <a:pt x="2026392" y="1606578"/>
                  </a:lnTo>
                  <a:lnTo>
                    <a:pt x="2026392" y="1603789"/>
                  </a:lnTo>
                  <a:lnTo>
                    <a:pt x="2031383" y="1603789"/>
                  </a:lnTo>
                  <a:lnTo>
                    <a:pt x="2036374" y="1603789"/>
                  </a:lnTo>
                  <a:lnTo>
                    <a:pt x="2036374" y="1598207"/>
                  </a:lnTo>
                  <a:lnTo>
                    <a:pt x="2041366" y="1598207"/>
                  </a:lnTo>
                  <a:lnTo>
                    <a:pt x="2041366" y="1595415"/>
                  </a:lnTo>
                  <a:lnTo>
                    <a:pt x="2046357" y="1595415"/>
                  </a:lnTo>
                  <a:lnTo>
                    <a:pt x="2046357" y="1587040"/>
                  </a:lnTo>
                  <a:lnTo>
                    <a:pt x="2051348" y="1587040"/>
                  </a:lnTo>
                  <a:lnTo>
                    <a:pt x="2051348" y="1584246"/>
                  </a:lnTo>
                  <a:lnTo>
                    <a:pt x="2056339" y="1584246"/>
                  </a:lnTo>
                  <a:lnTo>
                    <a:pt x="2056339" y="1578658"/>
                  </a:lnTo>
                  <a:lnTo>
                    <a:pt x="2061330" y="1578658"/>
                  </a:lnTo>
                  <a:lnTo>
                    <a:pt x="2066321" y="1578658"/>
                  </a:lnTo>
                  <a:lnTo>
                    <a:pt x="2071312" y="1578658"/>
                  </a:lnTo>
                  <a:lnTo>
                    <a:pt x="2076303" y="1578658"/>
                  </a:lnTo>
                  <a:lnTo>
                    <a:pt x="2076303" y="1575861"/>
                  </a:lnTo>
                  <a:lnTo>
                    <a:pt x="2081295" y="1575861"/>
                  </a:lnTo>
                  <a:lnTo>
                    <a:pt x="2081295" y="1570265"/>
                  </a:lnTo>
                  <a:lnTo>
                    <a:pt x="2086286" y="1570265"/>
                  </a:lnTo>
                  <a:lnTo>
                    <a:pt x="2086286" y="1564667"/>
                  </a:lnTo>
                  <a:lnTo>
                    <a:pt x="2091277" y="1564667"/>
                  </a:lnTo>
                  <a:lnTo>
                    <a:pt x="2091277" y="1561866"/>
                  </a:lnTo>
                  <a:lnTo>
                    <a:pt x="2096268" y="1561866"/>
                  </a:lnTo>
                  <a:lnTo>
                    <a:pt x="2101259" y="1561866"/>
                  </a:lnTo>
                  <a:lnTo>
                    <a:pt x="2106250" y="1561866"/>
                  </a:lnTo>
                  <a:lnTo>
                    <a:pt x="2111241" y="1561866"/>
                  </a:lnTo>
                  <a:lnTo>
                    <a:pt x="2116232" y="1561866"/>
                  </a:lnTo>
                  <a:lnTo>
                    <a:pt x="2116232" y="1542257"/>
                  </a:lnTo>
                  <a:lnTo>
                    <a:pt x="2121223" y="1542257"/>
                  </a:lnTo>
                  <a:lnTo>
                    <a:pt x="2126215" y="1542257"/>
                  </a:lnTo>
                  <a:lnTo>
                    <a:pt x="2126215" y="1539454"/>
                  </a:lnTo>
                  <a:lnTo>
                    <a:pt x="2131206" y="1539454"/>
                  </a:lnTo>
                  <a:lnTo>
                    <a:pt x="2136197" y="1539454"/>
                  </a:lnTo>
                  <a:lnTo>
                    <a:pt x="2136197" y="1533849"/>
                  </a:lnTo>
                  <a:lnTo>
                    <a:pt x="2141188" y="1533849"/>
                  </a:lnTo>
                  <a:lnTo>
                    <a:pt x="2141188" y="1531047"/>
                  </a:lnTo>
                  <a:lnTo>
                    <a:pt x="2146179" y="1531047"/>
                  </a:lnTo>
                  <a:lnTo>
                    <a:pt x="2146179" y="1525442"/>
                  </a:lnTo>
                  <a:lnTo>
                    <a:pt x="2151170" y="1525442"/>
                  </a:lnTo>
                  <a:lnTo>
                    <a:pt x="2151170" y="1517036"/>
                  </a:lnTo>
                  <a:lnTo>
                    <a:pt x="2156161" y="1517036"/>
                  </a:lnTo>
                  <a:lnTo>
                    <a:pt x="2161152" y="1517036"/>
                  </a:lnTo>
                  <a:lnTo>
                    <a:pt x="2166143" y="1517036"/>
                  </a:lnTo>
                  <a:lnTo>
                    <a:pt x="2171135" y="1517036"/>
                  </a:lnTo>
                  <a:lnTo>
                    <a:pt x="2176126" y="1517036"/>
                  </a:lnTo>
                  <a:lnTo>
                    <a:pt x="2181117" y="1517036"/>
                  </a:lnTo>
                  <a:lnTo>
                    <a:pt x="2181117" y="1511423"/>
                  </a:lnTo>
                  <a:lnTo>
                    <a:pt x="2186108" y="1511423"/>
                  </a:lnTo>
                  <a:lnTo>
                    <a:pt x="2186108" y="1500198"/>
                  </a:lnTo>
                  <a:lnTo>
                    <a:pt x="2191099" y="1500198"/>
                  </a:lnTo>
                  <a:lnTo>
                    <a:pt x="2191099" y="1494582"/>
                  </a:lnTo>
                  <a:lnTo>
                    <a:pt x="2196090" y="1494582"/>
                  </a:lnTo>
                  <a:lnTo>
                    <a:pt x="2196090" y="1491773"/>
                  </a:lnTo>
                  <a:lnTo>
                    <a:pt x="2201081" y="1491773"/>
                  </a:lnTo>
                  <a:lnTo>
                    <a:pt x="2201081" y="1488963"/>
                  </a:lnTo>
                  <a:lnTo>
                    <a:pt x="2206072" y="1488963"/>
                  </a:lnTo>
                  <a:lnTo>
                    <a:pt x="2211064" y="1488963"/>
                  </a:lnTo>
                  <a:lnTo>
                    <a:pt x="2216055" y="1488963"/>
                  </a:lnTo>
                  <a:lnTo>
                    <a:pt x="2221046" y="1488963"/>
                  </a:lnTo>
                  <a:lnTo>
                    <a:pt x="2221046" y="1480528"/>
                  </a:lnTo>
                  <a:lnTo>
                    <a:pt x="2226037" y="1480528"/>
                  </a:lnTo>
                  <a:lnTo>
                    <a:pt x="2226037" y="1474904"/>
                  </a:lnTo>
                  <a:lnTo>
                    <a:pt x="2231028" y="1474904"/>
                  </a:lnTo>
                  <a:lnTo>
                    <a:pt x="2236019" y="1474904"/>
                  </a:lnTo>
                  <a:lnTo>
                    <a:pt x="2241010" y="1474904"/>
                  </a:lnTo>
                  <a:lnTo>
                    <a:pt x="2241010" y="1472090"/>
                  </a:lnTo>
                  <a:lnTo>
                    <a:pt x="2246001" y="1472090"/>
                  </a:lnTo>
                  <a:lnTo>
                    <a:pt x="2250992" y="1472090"/>
                  </a:lnTo>
                  <a:lnTo>
                    <a:pt x="2255984" y="1472090"/>
                  </a:lnTo>
                  <a:lnTo>
                    <a:pt x="2255984" y="1463643"/>
                  </a:lnTo>
                  <a:lnTo>
                    <a:pt x="2260975" y="1463643"/>
                  </a:lnTo>
                  <a:lnTo>
                    <a:pt x="2260975" y="1460827"/>
                  </a:lnTo>
                  <a:lnTo>
                    <a:pt x="2265966" y="1460827"/>
                  </a:lnTo>
                  <a:lnTo>
                    <a:pt x="2265966" y="1458009"/>
                  </a:lnTo>
                  <a:lnTo>
                    <a:pt x="2270957" y="1458009"/>
                  </a:lnTo>
                  <a:lnTo>
                    <a:pt x="2275948" y="1458009"/>
                  </a:lnTo>
                  <a:lnTo>
                    <a:pt x="2280939" y="1458009"/>
                  </a:lnTo>
                  <a:lnTo>
                    <a:pt x="2285930" y="1458009"/>
                  </a:lnTo>
                  <a:lnTo>
                    <a:pt x="2285930" y="1455191"/>
                  </a:lnTo>
                  <a:lnTo>
                    <a:pt x="2290921" y="1455191"/>
                  </a:lnTo>
                  <a:lnTo>
                    <a:pt x="2290921" y="1452372"/>
                  </a:lnTo>
                  <a:lnTo>
                    <a:pt x="2295912" y="1452372"/>
                  </a:lnTo>
                  <a:lnTo>
                    <a:pt x="2295912" y="1446733"/>
                  </a:lnTo>
                  <a:lnTo>
                    <a:pt x="2300904" y="1446733"/>
                  </a:lnTo>
                  <a:lnTo>
                    <a:pt x="2305895" y="1446733"/>
                  </a:lnTo>
                  <a:lnTo>
                    <a:pt x="2305895" y="1441091"/>
                  </a:lnTo>
                  <a:lnTo>
                    <a:pt x="2310886" y="1441091"/>
                  </a:lnTo>
                  <a:lnTo>
                    <a:pt x="2315877" y="1441091"/>
                  </a:lnTo>
                  <a:lnTo>
                    <a:pt x="2320868" y="1441091"/>
                  </a:lnTo>
                  <a:lnTo>
                    <a:pt x="2320868" y="1435446"/>
                  </a:lnTo>
                  <a:lnTo>
                    <a:pt x="2325859" y="1435446"/>
                  </a:lnTo>
                  <a:lnTo>
                    <a:pt x="2325859" y="1426976"/>
                  </a:lnTo>
                  <a:lnTo>
                    <a:pt x="2330850" y="1426976"/>
                  </a:lnTo>
                  <a:lnTo>
                    <a:pt x="2335841" y="1426976"/>
                  </a:lnTo>
                  <a:lnTo>
                    <a:pt x="2340833" y="1426976"/>
                  </a:lnTo>
                  <a:lnTo>
                    <a:pt x="2340833" y="1424148"/>
                  </a:lnTo>
                  <a:lnTo>
                    <a:pt x="2345824" y="1424148"/>
                  </a:lnTo>
                  <a:lnTo>
                    <a:pt x="2350815" y="1424148"/>
                  </a:lnTo>
                  <a:lnTo>
                    <a:pt x="2350815" y="1418493"/>
                  </a:lnTo>
                  <a:lnTo>
                    <a:pt x="2355806" y="1418493"/>
                  </a:lnTo>
                  <a:lnTo>
                    <a:pt x="2360797" y="1418493"/>
                  </a:lnTo>
                  <a:lnTo>
                    <a:pt x="2360797" y="1412838"/>
                  </a:lnTo>
                  <a:lnTo>
                    <a:pt x="2365788" y="1412838"/>
                  </a:lnTo>
                  <a:lnTo>
                    <a:pt x="2365788" y="1410008"/>
                  </a:lnTo>
                  <a:lnTo>
                    <a:pt x="2370779" y="1410008"/>
                  </a:lnTo>
                  <a:lnTo>
                    <a:pt x="2375770" y="1410008"/>
                  </a:lnTo>
                  <a:lnTo>
                    <a:pt x="2380761" y="1410008"/>
                  </a:lnTo>
                  <a:lnTo>
                    <a:pt x="2385753" y="1410008"/>
                  </a:lnTo>
                  <a:lnTo>
                    <a:pt x="2390744" y="1410008"/>
                  </a:lnTo>
                  <a:lnTo>
                    <a:pt x="2390744" y="1407178"/>
                  </a:lnTo>
                  <a:lnTo>
                    <a:pt x="2395735" y="1407178"/>
                  </a:lnTo>
                  <a:lnTo>
                    <a:pt x="2395735" y="1404346"/>
                  </a:lnTo>
                  <a:lnTo>
                    <a:pt x="2400726" y="1404346"/>
                  </a:lnTo>
                  <a:lnTo>
                    <a:pt x="2400726" y="1401512"/>
                  </a:lnTo>
                  <a:lnTo>
                    <a:pt x="2405717" y="1401512"/>
                  </a:lnTo>
                  <a:lnTo>
                    <a:pt x="2410708" y="1401512"/>
                  </a:lnTo>
                  <a:lnTo>
                    <a:pt x="2415699" y="1401512"/>
                  </a:lnTo>
                  <a:lnTo>
                    <a:pt x="2415699" y="1398676"/>
                  </a:lnTo>
                  <a:lnTo>
                    <a:pt x="2420690" y="1398676"/>
                  </a:lnTo>
                  <a:lnTo>
                    <a:pt x="2425681" y="1398676"/>
                  </a:lnTo>
                  <a:lnTo>
                    <a:pt x="2425681" y="1390163"/>
                  </a:lnTo>
                  <a:lnTo>
                    <a:pt x="2430673" y="1390163"/>
                  </a:lnTo>
                  <a:lnTo>
                    <a:pt x="2430673" y="1387325"/>
                  </a:lnTo>
                  <a:lnTo>
                    <a:pt x="2435664" y="1387325"/>
                  </a:lnTo>
                  <a:lnTo>
                    <a:pt x="2440655" y="1387325"/>
                  </a:lnTo>
                  <a:lnTo>
                    <a:pt x="2440655" y="1384486"/>
                  </a:lnTo>
                  <a:lnTo>
                    <a:pt x="2445646" y="1384486"/>
                  </a:lnTo>
                  <a:lnTo>
                    <a:pt x="2445646" y="1381645"/>
                  </a:lnTo>
                  <a:lnTo>
                    <a:pt x="2450637" y="1381645"/>
                  </a:lnTo>
                  <a:lnTo>
                    <a:pt x="2455628" y="1381645"/>
                  </a:lnTo>
                  <a:lnTo>
                    <a:pt x="2460619" y="1381645"/>
                  </a:lnTo>
                  <a:lnTo>
                    <a:pt x="2465610" y="1381645"/>
                  </a:lnTo>
                  <a:lnTo>
                    <a:pt x="2470601" y="1381645"/>
                  </a:lnTo>
                  <a:lnTo>
                    <a:pt x="2475593" y="1381645"/>
                  </a:lnTo>
                  <a:lnTo>
                    <a:pt x="2475593" y="1378799"/>
                  </a:lnTo>
                  <a:lnTo>
                    <a:pt x="2480584" y="1378799"/>
                  </a:lnTo>
                  <a:lnTo>
                    <a:pt x="2480584" y="1373107"/>
                  </a:lnTo>
                  <a:lnTo>
                    <a:pt x="2485575" y="1373107"/>
                  </a:lnTo>
                  <a:lnTo>
                    <a:pt x="2485575" y="1370262"/>
                  </a:lnTo>
                  <a:lnTo>
                    <a:pt x="2490566" y="1370262"/>
                  </a:lnTo>
                  <a:lnTo>
                    <a:pt x="2490566" y="1367416"/>
                  </a:lnTo>
                  <a:lnTo>
                    <a:pt x="2495557" y="1367416"/>
                  </a:lnTo>
                  <a:lnTo>
                    <a:pt x="2500548" y="1367416"/>
                  </a:lnTo>
                  <a:lnTo>
                    <a:pt x="2500548" y="1361723"/>
                  </a:lnTo>
                  <a:lnTo>
                    <a:pt x="2505539" y="1361723"/>
                  </a:lnTo>
                  <a:lnTo>
                    <a:pt x="2510530" y="1361723"/>
                  </a:lnTo>
                  <a:lnTo>
                    <a:pt x="2515522" y="1361723"/>
                  </a:lnTo>
                  <a:lnTo>
                    <a:pt x="2515522" y="1358875"/>
                  </a:lnTo>
                  <a:lnTo>
                    <a:pt x="2520513" y="1358875"/>
                  </a:lnTo>
                  <a:lnTo>
                    <a:pt x="2525504" y="1358875"/>
                  </a:lnTo>
                  <a:lnTo>
                    <a:pt x="2525504" y="1356027"/>
                  </a:lnTo>
                  <a:lnTo>
                    <a:pt x="2530495" y="1356027"/>
                  </a:lnTo>
                  <a:lnTo>
                    <a:pt x="2535486" y="1356027"/>
                  </a:lnTo>
                  <a:lnTo>
                    <a:pt x="2540477" y="1356027"/>
                  </a:lnTo>
                  <a:lnTo>
                    <a:pt x="2540477" y="1350323"/>
                  </a:lnTo>
                  <a:lnTo>
                    <a:pt x="2545468" y="1350323"/>
                  </a:lnTo>
                  <a:lnTo>
                    <a:pt x="2550459" y="1350323"/>
                  </a:lnTo>
                  <a:lnTo>
                    <a:pt x="2555450" y="1350323"/>
                  </a:lnTo>
                  <a:lnTo>
                    <a:pt x="2555450" y="1344618"/>
                  </a:lnTo>
                  <a:lnTo>
                    <a:pt x="2560442" y="1344618"/>
                  </a:lnTo>
                  <a:lnTo>
                    <a:pt x="2560442" y="1338914"/>
                  </a:lnTo>
                  <a:lnTo>
                    <a:pt x="2565433" y="1338914"/>
                  </a:lnTo>
                  <a:lnTo>
                    <a:pt x="2570424" y="1338914"/>
                  </a:lnTo>
                  <a:lnTo>
                    <a:pt x="2570424" y="1333209"/>
                  </a:lnTo>
                  <a:lnTo>
                    <a:pt x="2575415" y="1333209"/>
                  </a:lnTo>
                  <a:lnTo>
                    <a:pt x="2575415" y="1330354"/>
                  </a:lnTo>
                  <a:lnTo>
                    <a:pt x="2580406" y="1330354"/>
                  </a:lnTo>
                  <a:lnTo>
                    <a:pt x="2580406" y="1327497"/>
                  </a:lnTo>
                  <a:lnTo>
                    <a:pt x="2585397" y="1327497"/>
                  </a:lnTo>
                  <a:lnTo>
                    <a:pt x="2590388" y="1327497"/>
                  </a:lnTo>
                  <a:lnTo>
                    <a:pt x="2595379" y="1327497"/>
                  </a:lnTo>
                  <a:lnTo>
                    <a:pt x="2595379" y="1321780"/>
                  </a:lnTo>
                  <a:lnTo>
                    <a:pt x="2600370" y="1321780"/>
                  </a:lnTo>
                  <a:lnTo>
                    <a:pt x="2600370" y="1316063"/>
                  </a:lnTo>
                  <a:lnTo>
                    <a:pt x="2605362" y="1316063"/>
                  </a:lnTo>
                  <a:lnTo>
                    <a:pt x="2610353" y="1316063"/>
                  </a:lnTo>
                  <a:lnTo>
                    <a:pt x="2610353" y="1313203"/>
                  </a:lnTo>
                  <a:lnTo>
                    <a:pt x="2615344" y="1313203"/>
                  </a:lnTo>
                  <a:lnTo>
                    <a:pt x="2620335" y="1313203"/>
                  </a:lnTo>
                  <a:lnTo>
                    <a:pt x="2625326" y="1313203"/>
                  </a:lnTo>
                  <a:lnTo>
                    <a:pt x="2630317" y="1313203"/>
                  </a:lnTo>
                  <a:lnTo>
                    <a:pt x="2630317" y="1310338"/>
                  </a:lnTo>
                  <a:lnTo>
                    <a:pt x="2635308" y="1310338"/>
                  </a:lnTo>
                  <a:lnTo>
                    <a:pt x="2640299" y="1310338"/>
                  </a:lnTo>
                  <a:lnTo>
                    <a:pt x="2640299" y="1304602"/>
                  </a:lnTo>
                  <a:lnTo>
                    <a:pt x="2645291" y="1304602"/>
                  </a:lnTo>
                  <a:lnTo>
                    <a:pt x="2645291" y="1298858"/>
                  </a:lnTo>
                  <a:lnTo>
                    <a:pt x="2650282" y="1298858"/>
                  </a:lnTo>
                  <a:lnTo>
                    <a:pt x="2655273" y="1298858"/>
                  </a:lnTo>
                  <a:lnTo>
                    <a:pt x="2655273" y="1295985"/>
                  </a:lnTo>
                  <a:lnTo>
                    <a:pt x="2660264" y="1295985"/>
                  </a:lnTo>
                  <a:lnTo>
                    <a:pt x="2660264" y="1290239"/>
                  </a:lnTo>
                  <a:lnTo>
                    <a:pt x="2665255" y="1290239"/>
                  </a:lnTo>
                  <a:lnTo>
                    <a:pt x="2670246" y="1290239"/>
                  </a:lnTo>
                  <a:lnTo>
                    <a:pt x="2670246" y="1287365"/>
                  </a:lnTo>
                  <a:lnTo>
                    <a:pt x="2675237" y="1287365"/>
                  </a:lnTo>
                  <a:lnTo>
                    <a:pt x="2675237" y="1284491"/>
                  </a:lnTo>
                  <a:lnTo>
                    <a:pt x="2680228" y="1284491"/>
                  </a:lnTo>
                  <a:lnTo>
                    <a:pt x="2685219" y="1284491"/>
                  </a:lnTo>
                  <a:lnTo>
                    <a:pt x="2690211" y="1284491"/>
                  </a:lnTo>
                  <a:lnTo>
                    <a:pt x="2695202" y="1284491"/>
                  </a:lnTo>
                  <a:lnTo>
                    <a:pt x="2695202" y="1281611"/>
                  </a:lnTo>
                  <a:lnTo>
                    <a:pt x="2700193" y="1281611"/>
                  </a:lnTo>
                  <a:lnTo>
                    <a:pt x="2700193" y="1275849"/>
                  </a:lnTo>
                  <a:lnTo>
                    <a:pt x="2705184" y="1275849"/>
                  </a:lnTo>
                  <a:lnTo>
                    <a:pt x="2710175" y="1275849"/>
                  </a:lnTo>
                  <a:lnTo>
                    <a:pt x="2710175" y="1272964"/>
                  </a:lnTo>
                  <a:lnTo>
                    <a:pt x="2715166" y="1272964"/>
                  </a:lnTo>
                  <a:lnTo>
                    <a:pt x="2720157" y="1272964"/>
                  </a:lnTo>
                  <a:lnTo>
                    <a:pt x="2720157" y="1270075"/>
                  </a:lnTo>
                  <a:lnTo>
                    <a:pt x="2725148" y="1270075"/>
                  </a:lnTo>
                  <a:lnTo>
                    <a:pt x="2730139" y="1270075"/>
                  </a:lnTo>
                  <a:lnTo>
                    <a:pt x="2730139" y="1267185"/>
                  </a:lnTo>
                  <a:lnTo>
                    <a:pt x="2735131" y="1267185"/>
                  </a:lnTo>
                  <a:lnTo>
                    <a:pt x="2735131" y="1261404"/>
                  </a:lnTo>
                  <a:lnTo>
                    <a:pt x="2740122" y="1261404"/>
                  </a:lnTo>
                  <a:lnTo>
                    <a:pt x="2745113" y="1261404"/>
                  </a:lnTo>
                  <a:lnTo>
                    <a:pt x="2745113" y="1258511"/>
                  </a:lnTo>
                  <a:lnTo>
                    <a:pt x="2750104" y="1258511"/>
                  </a:lnTo>
                  <a:lnTo>
                    <a:pt x="2755095" y="1258511"/>
                  </a:lnTo>
                  <a:lnTo>
                    <a:pt x="2755095" y="1255615"/>
                  </a:lnTo>
                  <a:lnTo>
                    <a:pt x="2760086" y="1255615"/>
                  </a:lnTo>
                  <a:lnTo>
                    <a:pt x="2760086" y="1249821"/>
                  </a:lnTo>
                  <a:lnTo>
                    <a:pt x="2765077" y="1249821"/>
                  </a:lnTo>
                  <a:lnTo>
                    <a:pt x="2765077" y="1246924"/>
                  </a:lnTo>
                  <a:lnTo>
                    <a:pt x="2770068" y="1246924"/>
                  </a:lnTo>
                  <a:lnTo>
                    <a:pt x="2775060" y="1246924"/>
                  </a:lnTo>
                  <a:lnTo>
                    <a:pt x="2780051" y="1246924"/>
                  </a:lnTo>
                  <a:lnTo>
                    <a:pt x="2785042" y="1246924"/>
                  </a:lnTo>
                  <a:lnTo>
                    <a:pt x="2790033" y="1246924"/>
                  </a:lnTo>
                  <a:lnTo>
                    <a:pt x="2795024" y="1246924"/>
                  </a:lnTo>
                  <a:lnTo>
                    <a:pt x="2800015" y="1246924"/>
                  </a:lnTo>
                  <a:lnTo>
                    <a:pt x="2805006" y="1246924"/>
                  </a:lnTo>
                  <a:lnTo>
                    <a:pt x="2809997" y="1246924"/>
                  </a:lnTo>
                  <a:lnTo>
                    <a:pt x="2814988" y="1246924"/>
                  </a:lnTo>
                  <a:lnTo>
                    <a:pt x="2814988" y="1244017"/>
                  </a:lnTo>
                  <a:lnTo>
                    <a:pt x="2819980" y="1244017"/>
                  </a:lnTo>
                  <a:lnTo>
                    <a:pt x="2819980" y="1241107"/>
                  </a:lnTo>
                  <a:lnTo>
                    <a:pt x="2824971" y="1241107"/>
                  </a:lnTo>
                  <a:lnTo>
                    <a:pt x="2829962" y="1241107"/>
                  </a:lnTo>
                  <a:lnTo>
                    <a:pt x="2834953" y="1241107"/>
                  </a:lnTo>
                  <a:lnTo>
                    <a:pt x="2839944" y="1241107"/>
                  </a:lnTo>
                  <a:lnTo>
                    <a:pt x="2844935" y="1241107"/>
                  </a:lnTo>
                  <a:lnTo>
                    <a:pt x="2849926" y="1241107"/>
                  </a:lnTo>
                  <a:lnTo>
                    <a:pt x="2854917" y="1241107"/>
                  </a:lnTo>
                  <a:lnTo>
                    <a:pt x="2859908" y="1241107"/>
                  </a:lnTo>
                  <a:lnTo>
                    <a:pt x="2859908" y="1235267"/>
                  </a:lnTo>
                  <a:lnTo>
                    <a:pt x="2864900" y="1235267"/>
                  </a:lnTo>
                  <a:lnTo>
                    <a:pt x="2869891" y="1235267"/>
                  </a:lnTo>
                  <a:lnTo>
                    <a:pt x="2874882" y="1235267"/>
                  </a:lnTo>
                  <a:lnTo>
                    <a:pt x="2879873" y="1235267"/>
                  </a:lnTo>
                  <a:lnTo>
                    <a:pt x="2879873" y="1232345"/>
                  </a:lnTo>
                  <a:lnTo>
                    <a:pt x="2884864" y="1232345"/>
                  </a:lnTo>
                  <a:lnTo>
                    <a:pt x="2889855" y="1232345"/>
                  </a:lnTo>
                  <a:lnTo>
                    <a:pt x="2889855" y="1229420"/>
                  </a:lnTo>
                  <a:lnTo>
                    <a:pt x="2894846" y="1229420"/>
                  </a:lnTo>
                  <a:lnTo>
                    <a:pt x="2894846" y="1226493"/>
                  </a:lnTo>
                  <a:lnTo>
                    <a:pt x="2899837" y="1226493"/>
                  </a:lnTo>
                  <a:lnTo>
                    <a:pt x="2904829" y="1226493"/>
                  </a:lnTo>
                  <a:lnTo>
                    <a:pt x="2909820" y="1226493"/>
                  </a:lnTo>
                  <a:lnTo>
                    <a:pt x="2914811" y="1226493"/>
                  </a:lnTo>
                  <a:lnTo>
                    <a:pt x="2919802" y="1226493"/>
                  </a:lnTo>
                  <a:lnTo>
                    <a:pt x="2919802" y="1220631"/>
                  </a:lnTo>
                  <a:lnTo>
                    <a:pt x="2924793" y="1220631"/>
                  </a:lnTo>
                  <a:lnTo>
                    <a:pt x="2929784" y="1220631"/>
                  </a:lnTo>
                  <a:lnTo>
                    <a:pt x="2934775" y="1220631"/>
                  </a:lnTo>
                  <a:lnTo>
                    <a:pt x="2939766" y="1220631"/>
                  </a:lnTo>
                  <a:lnTo>
                    <a:pt x="2944757" y="1220631"/>
                  </a:lnTo>
                  <a:lnTo>
                    <a:pt x="2949749" y="1220631"/>
                  </a:lnTo>
                  <a:lnTo>
                    <a:pt x="2949749" y="1214743"/>
                  </a:lnTo>
                  <a:lnTo>
                    <a:pt x="2954740" y="1214743"/>
                  </a:lnTo>
                  <a:lnTo>
                    <a:pt x="2954740" y="1211797"/>
                  </a:lnTo>
                  <a:lnTo>
                    <a:pt x="2959731" y="1211797"/>
                  </a:lnTo>
                  <a:lnTo>
                    <a:pt x="2964722" y="1211797"/>
                  </a:lnTo>
                  <a:lnTo>
                    <a:pt x="2969713" y="1211797"/>
                  </a:lnTo>
                  <a:lnTo>
                    <a:pt x="2969713" y="1208840"/>
                  </a:lnTo>
                  <a:lnTo>
                    <a:pt x="2974704" y="1208840"/>
                  </a:lnTo>
                  <a:lnTo>
                    <a:pt x="2979695" y="1208840"/>
                  </a:lnTo>
                  <a:lnTo>
                    <a:pt x="2979695" y="1205880"/>
                  </a:lnTo>
                  <a:lnTo>
                    <a:pt x="2984686" y="1205880"/>
                  </a:lnTo>
                  <a:lnTo>
                    <a:pt x="2989677" y="1205880"/>
                  </a:lnTo>
                  <a:lnTo>
                    <a:pt x="2989677" y="1202918"/>
                  </a:lnTo>
                  <a:lnTo>
                    <a:pt x="2994669" y="1202918"/>
                  </a:lnTo>
                  <a:lnTo>
                    <a:pt x="2999660" y="1202918"/>
                  </a:lnTo>
                  <a:lnTo>
                    <a:pt x="2999660" y="1199950"/>
                  </a:lnTo>
                  <a:lnTo>
                    <a:pt x="3004651" y="1199950"/>
                  </a:lnTo>
                  <a:lnTo>
                    <a:pt x="3004651" y="1196979"/>
                  </a:lnTo>
                  <a:lnTo>
                    <a:pt x="3009642" y="1196979"/>
                  </a:lnTo>
                  <a:lnTo>
                    <a:pt x="3009642" y="1194006"/>
                  </a:lnTo>
                  <a:lnTo>
                    <a:pt x="3014633" y="1194006"/>
                  </a:lnTo>
                  <a:lnTo>
                    <a:pt x="3014633" y="1191031"/>
                  </a:lnTo>
                  <a:lnTo>
                    <a:pt x="3019624" y="1191031"/>
                  </a:lnTo>
                  <a:lnTo>
                    <a:pt x="3024615" y="1191031"/>
                  </a:lnTo>
                  <a:lnTo>
                    <a:pt x="3024615" y="1182097"/>
                  </a:lnTo>
                  <a:lnTo>
                    <a:pt x="3029606" y="1182097"/>
                  </a:lnTo>
                  <a:lnTo>
                    <a:pt x="3034598" y="1182097"/>
                  </a:lnTo>
                  <a:lnTo>
                    <a:pt x="3034598" y="1179111"/>
                  </a:lnTo>
                  <a:lnTo>
                    <a:pt x="3039589" y="1179111"/>
                  </a:lnTo>
                  <a:lnTo>
                    <a:pt x="3044580" y="1179111"/>
                  </a:lnTo>
                  <a:lnTo>
                    <a:pt x="3044580" y="1176124"/>
                  </a:lnTo>
                  <a:lnTo>
                    <a:pt x="3049571" y="1176124"/>
                  </a:lnTo>
                  <a:lnTo>
                    <a:pt x="3054562" y="1176124"/>
                  </a:lnTo>
                  <a:lnTo>
                    <a:pt x="3059553" y="1176124"/>
                  </a:lnTo>
                  <a:lnTo>
                    <a:pt x="3059553" y="1170145"/>
                  </a:lnTo>
                  <a:lnTo>
                    <a:pt x="3064544" y="1170145"/>
                  </a:lnTo>
                  <a:lnTo>
                    <a:pt x="3069535" y="1170145"/>
                  </a:lnTo>
                  <a:lnTo>
                    <a:pt x="3069535" y="1167150"/>
                  </a:lnTo>
                  <a:lnTo>
                    <a:pt x="3074526" y="1167150"/>
                  </a:lnTo>
                  <a:lnTo>
                    <a:pt x="3079518" y="1167150"/>
                  </a:lnTo>
                  <a:lnTo>
                    <a:pt x="3084509" y="1167150"/>
                  </a:lnTo>
                  <a:lnTo>
                    <a:pt x="3084509" y="1164150"/>
                  </a:lnTo>
                  <a:lnTo>
                    <a:pt x="3089500" y="1164150"/>
                  </a:lnTo>
                  <a:lnTo>
                    <a:pt x="3094491" y="1164150"/>
                  </a:lnTo>
                  <a:lnTo>
                    <a:pt x="3094491" y="1155136"/>
                  </a:lnTo>
                  <a:lnTo>
                    <a:pt x="3099482" y="1155136"/>
                  </a:lnTo>
                  <a:lnTo>
                    <a:pt x="3104473" y="1155136"/>
                  </a:lnTo>
                  <a:lnTo>
                    <a:pt x="3109464" y="1155136"/>
                  </a:lnTo>
                  <a:lnTo>
                    <a:pt x="3114455" y="1155136"/>
                  </a:lnTo>
                  <a:lnTo>
                    <a:pt x="3119446" y="1155136"/>
                  </a:lnTo>
                  <a:lnTo>
                    <a:pt x="3124438" y="1155136"/>
                  </a:lnTo>
                  <a:lnTo>
                    <a:pt x="3124438" y="1152119"/>
                  </a:lnTo>
                  <a:lnTo>
                    <a:pt x="3129429" y="1152119"/>
                  </a:lnTo>
                  <a:lnTo>
                    <a:pt x="3134420" y="1152119"/>
                  </a:lnTo>
                  <a:lnTo>
                    <a:pt x="3139411" y="1152119"/>
                  </a:lnTo>
                  <a:lnTo>
                    <a:pt x="3144402" y="1152119"/>
                  </a:lnTo>
                  <a:lnTo>
                    <a:pt x="3149393" y="1152119"/>
                  </a:lnTo>
                  <a:lnTo>
                    <a:pt x="3154384" y="1152119"/>
                  </a:lnTo>
                  <a:lnTo>
                    <a:pt x="3159375" y="1152119"/>
                  </a:lnTo>
                  <a:lnTo>
                    <a:pt x="3159375" y="1143025"/>
                  </a:lnTo>
                  <a:lnTo>
                    <a:pt x="3164367" y="1143025"/>
                  </a:lnTo>
                  <a:lnTo>
                    <a:pt x="3164367" y="1133929"/>
                  </a:lnTo>
                  <a:lnTo>
                    <a:pt x="3169358" y="1133929"/>
                  </a:lnTo>
                  <a:lnTo>
                    <a:pt x="3169358" y="1124823"/>
                  </a:lnTo>
                  <a:lnTo>
                    <a:pt x="3174349" y="1124823"/>
                  </a:lnTo>
                  <a:lnTo>
                    <a:pt x="3179340" y="1124823"/>
                  </a:lnTo>
                  <a:lnTo>
                    <a:pt x="3184331" y="1124823"/>
                  </a:lnTo>
                  <a:lnTo>
                    <a:pt x="3184331" y="1118747"/>
                  </a:lnTo>
                  <a:lnTo>
                    <a:pt x="3189322" y="1118747"/>
                  </a:lnTo>
                  <a:lnTo>
                    <a:pt x="3189322" y="1115708"/>
                  </a:lnTo>
                  <a:lnTo>
                    <a:pt x="3194313" y="1115708"/>
                  </a:lnTo>
                  <a:lnTo>
                    <a:pt x="3194313" y="1112667"/>
                  </a:lnTo>
                  <a:lnTo>
                    <a:pt x="3199304" y="1112667"/>
                  </a:lnTo>
                  <a:lnTo>
                    <a:pt x="3199304" y="1109624"/>
                  </a:lnTo>
                  <a:lnTo>
                    <a:pt x="3204295" y="1109624"/>
                  </a:lnTo>
                  <a:lnTo>
                    <a:pt x="3204295" y="1106576"/>
                  </a:lnTo>
                  <a:lnTo>
                    <a:pt x="3209287" y="1106576"/>
                  </a:lnTo>
                  <a:lnTo>
                    <a:pt x="3209287" y="1103525"/>
                  </a:lnTo>
                  <a:lnTo>
                    <a:pt x="3214278" y="1103525"/>
                  </a:lnTo>
                  <a:lnTo>
                    <a:pt x="3219269" y="1103525"/>
                  </a:lnTo>
                  <a:lnTo>
                    <a:pt x="3224260" y="1103525"/>
                  </a:lnTo>
                  <a:lnTo>
                    <a:pt x="3229251" y="1103525"/>
                  </a:lnTo>
                  <a:lnTo>
                    <a:pt x="3229251" y="1100466"/>
                  </a:lnTo>
                  <a:lnTo>
                    <a:pt x="3234242" y="1100466"/>
                  </a:lnTo>
                  <a:lnTo>
                    <a:pt x="3234242" y="1091279"/>
                  </a:lnTo>
                  <a:lnTo>
                    <a:pt x="3239233" y="1091279"/>
                  </a:lnTo>
                  <a:lnTo>
                    <a:pt x="3244224" y="1091279"/>
                  </a:lnTo>
                  <a:lnTo>
                    <a:pt x="3244224" y="1088212"/>
                  </a:lnTo>
                  <a:lnTo>
                    <a:pt x="3249215" y="1088212"/>
                  </a:lnTo>
                  <a:lnTo>
                    <a:pt x="3254207" y="1088212"/>
                  </a:lnTo>
                  <a:lnTo>
                    <a:pt x="3259198" y="1088212"/>
                  </a:lnTo>
                  <a:lnTo>
                    <a:pt x="3259198" y="1085139"/>
                  </a:lnTo>
                  <a:lnTo>
                    <a:pt x="3264189" y="1085139"/>
                  </a:lnTo>
                  <a:lnTo>
                    <a:pt x="3269180" y="1085139"/>
                  </a:lnTo>
                  <a:lnTo>
                    <a:pt x="3269180" y="1078983"/>
                  </a:lnTo>
                  <a:lnTo>
                    <a:pt x="3274171" y="1078983"/>
                  </a:lnTo>
                  <a:lnTo>
                    <a:pt x="3279162" y="1078983"/>
                  </a:lnTo>
                  <a:lnTo>
                    <a:pt x="3284153" y="1078983"/>
                  </a:lnTo>
                  <a:lnTo>
                    <a:pt x="3284153" y="1075896"/>
                  </a:lnTo>
                  <a:lnTo>
                    <a:pt x="3289144" y="1075896"/>
                  </a:lnTo>
                  <a:lnTo>
                    <a:pt x="3294135" y="1075896"/>
                  </a:lnTo>
                  <a:lnTo>
                    <a:pt x="3294135" y="1072806"/>
                  </a:lnTo>
                  <a:lnTo>
                    <a:pt x="3299127" y="1072806"/>
                  </a:lnTo>
                  <a:lnTo>
                    <a:pt x="3304118" y="1072806"/>
                  </a:lnTo>
                  <a:lnTo>
                    <a:pt x="3304118" y="1069708"/>
                  </a:lnTo>
                  <a:lnTo>
                    <a:pt x="3309109" y="1069708"/>
                  </a:lnTo>
                  <a:lnTo>
                    <a:pt x="3314100" y="1069708"/>
                  </a:lnTo>
                  <a:lnTo>
                    <a:pt x="3314100" y="1066603"/>
                  </a:lnTo>
                  <a:lnTo>
                    <a:pt x="3319091" y="1066603"/>
                  </a:lnTo>
                  <a:lnTo>
                    <a:pt x="3319091" y="1057289"/>
                  </a:lnTo>
                  <a:lnTo>
                    <a:pt x="3324082" y="1057289"/>
                  </a:lnTo>
                  <a:lnTo>
                    <a:pt x="3329073" y="1057289"/>
                  </a:lnTo>
                  <a:lnTo>
                    <a:pt x="3334064" y="1057289"/>
                  </a:lnTo>
                  <a:lnTo>
                    <a:pt x="3339056" y="1057289"/>
                  </a:lnTo>
                  <a:lnTo>
                    <a:pt x="3344047" y="1057289"/>
                  </a:lnTo>
                  <a:lnTo>
                    <a:pt x="3349038" y="1057289"/>
                  </a:lnTo>
                  <a:lnTo>
                    <a:pt x="3354029" y="1057289"/>
                  </a:lnTo>
                  <a:lnTo>
                    <a:pt x="3354029" y="1054169"/>
                  </a:lnTo>
                  <a:lnTo>
                    <a:pt x="3359020" y="1054169"/>
                  </a:lnTo>
                  <a:lnTo>
                    <a:pt x="3364011" y="1054169"/>
                  </a:lnTo>
                  <a:lnTo>
                    <a:pt x="3364011" y="1051048"/>
                  </a:lnTo>
                  <a:lnTo>
                    <a:pt x="3369002" y="1051048"/>
                  </a:lnTo>
                  <a:lnTo>
                    <a:pt x="3369002" y="1047926"/>
                  </a:lnTo>
                  <a:lnTo>
                    <a:pt x="3373993" y="1047926"/>
                  </a:lnTo>
                  <a:lnTo>
                    <a:pt x="3373993" y="1041680"/>
                  </a:lnTo>
                  <a:lnTo>
                    <a:pt x="3378984" y="1041680"/>
                  </a:lnTo>
                  <a:lnTo>
                    <a:pt x="3383976" y="1041680"/>
                  </a:lnTo>
                  <a:lnTo>
                    <a:pt x="3383976" y="1038547"/>
                  </a:lnTo>
                  <a:lnTo>
                    <a:pt x="3388967" y="1038547"/>
                  </a:lnTo>
                  <a:lnTo>
                    <a:pt x="3393958" y="1038547"/>
                  </a:lnTo>
                  <a:lnTo>
                    <a:pt x="3398949" y="1038547"/>
                  </a:lnTo>
                  <a:lnTo>
                    <a:pt x="3398949" y="1032272"/>
                  </a:lnTo>
                  <a:lnTo>
                    <a:pt x="3403940" y="1032272"/>
                  </a:lnTo>
                  <a:lnTo>
                    <a:pt x="3408931" y="1032272"/>
                  </a:lnTo>
                  <a:lnTo>
                    <a:pt x="3408931" y="1029131"/>
                  </a:lnTo>
                  <a:lnTo>
                    <a:pt x="3413922" y="1029131"/>
                  </a:lnTo>
                  <a:lnTo>
                    <a:pt x="3418913" y="1029131"/>
                  </a:lnTo>
                  <a:lnTo>
                    <a:pt x="3418913" y="1025985"/>
                  </a:lnTo>
                  <a:lnTo>
                    <a:pt x="3423904" y="1025985"/>
                  </a:lnTo>
                  <a:lnTo>
                    <a:pt x="3428896" y="1025985"/>
                  </a:lnTo>
                  <a:lnTo>
                    <a:pt x="3428896" y="1022835"/>
                  </a:lnTo>
                  <a:lnTo>
                    <a:pt x="3433887" y="1022835"/>
                  </a:lnTo>
                  <a:lnTo>
                    <a:pt x="3438878" y="1022835"/>
                  </a:lnTo>
                  <a:lnTo>
                    <a:pt x="3443869" y="1022835"/>
                  </a:lnTo>
                  <a:lnTo>
                    <a:pt x="3443869" y="1019678"/>
                  </a:lnTo>
                  <a:lnTo>
                    <a:pt x="3448860" y="1019678"/>
                  </a:lnTo>
                  <a:lnTo>
                    <a:pt x="3453851" y="1019678"/>
                  </a:lnTo>
                  <a:lnTo>
                    <a:pt x="3458842" y="1019678"/>
                  </a:lnTo>
                  <a:lnTo>
                    <a:pt x="3463833" y="1019678"/>
                  </a:lnTo>
                  <a:lnTo>
                    <a:pt x="3463833" y="1016510"/>
                  </a:lnTo>
                  <a:lnTo>
                    <a:pt x="3468825" y="1016510"/>
                  </a:lnTo>
                  <a:lnTo>
                    <a:pt x="3468825" y="1013341"/>
                  </a:lnTo>
                  <a:lnTo>
                    <a:pt x="3473816" y="1013341"/>
                  </a:lnTo>
                  <a:lnTo>
                    <a:pt x="3473816" y="1006994"/>
                  </a:lnTo>
                  <a:lnTo>
                    <a:pt x="3478807" y="1006994"/>
                  </a:lnTo>
                  <a:lnTo>
                    <a:pt x="3483798" y="1006994"/>
                  </a:lnTo>
                  <a:lnTo>
                    <a:pt x="3488789" y="1006994"/>
                  </a:lnTo>
                  <a:lnTo>
                    <a:pt x="3493780" y="1006994"/>
                  </a:lnTo>
                  <a:lnTo>
                    <a:pt x="3498771" y="1006994"/>
                  </a:lnTo>
                  <a:lnTo>
                    <a:pt x="3503762" y="1006994"/>
                  </a:lnTo>
                  <a:lnTo>
                    <a:pt x="3508753" y="1006994"/>
                  </a:lnTo>
                  <a:lnTo>
                    <a:pt x="3513745" y="1006994"/>
                  </a:lnTo>
                  <a:lnTo>
                    <a:pt x="3513745" y="1003801"/>
                  </a:lnTo>
                  <a:lnTo>
                    <a:pt x="3518736" y="1003801"/>
                  </a:lnTo>
                  <a:lnTo>
                    <a:pt x="3523727" y="1003801"/>
                  </a:lnTo>
                  <a:lnTo>
                    <a:pt x="3523727" y="1000600"/>
                  </a:lnTo>
                  <a:lnTo>
                    <a:pt x="3528718" y="1000600"/>
                  </a:lnTo>
                  <a:lnTo>
                    <a:pt x="3533709" y="1000600"/>
                  </a:lnTo>
                  <a:lnTo>
                    <a:pt x="3533709" y="997393"/>
                  </a:lnTo>
                  <a:lnTo>
                    <a:pt x="3538700" y="997393"/>
                  </a:lnTo>
                  <a:lnTo>
                    <a:pt x="3543691" y="997393"/>
                  </a:lnTo>
                  <a:lnTo>
                    <a:pt x="3548682" y="997393"/>
                  </a:lnTo>
                  <a:lnTo>
                    <a:pt x="3553673" y="997393"/>
                  </a:lnTo>
                  <a:lnTo>
                    <a:pt x="3558665" y="997393"/>
                  </a:lnTo>
                  <a:lnTo>
                    <a:pt x="3563656" y="997393"/>
                  </a:lnTo>
                  <a:lnTo>
                    <a:pt x="3568647" y="997393"/>
                  </a:lnTo>
                  <a:lnTo>
                    <a:pt x="3573638" y="997393"/>
                  </a:lnTo>
                  <a:lnTo>
                    <a:pt x="3578629" y="997393"/>
                  </a:lnTo>
                  <a:lnTo>
                    <a:pt x="3583620" y="997393"/>
                  </a:lnTo>
                  <a:lnTo>
                    <a:pt x="3588611" y="997393"/>
                  </a:lnTo>
                  <a:lnTo>
                    <a:pt x="3593602" y="997393"/>
                  </a:lnTo>
                  <a:lnTo>
                    <a:pt x="3593602" y="994151"/>
                  </a:lnTo>
                  <a:lnTo>
                    <a:pt x="3598594" y="994151"/>
                  </a:lnTo>
                  <a:lnTo>
                    <a:pt x="3598594" y="990908"/>
                  </a:lnTo>
                  <a:lnTo>
                    <a:pt x="3603585" y="990908"/>
                  </a:lnTo>
                  <a:lnTo>
                    <a:pt x="3608576" y="990908"/>
                  </a:lnTo>
                  <a:lnTo>
                    <a:pt x="3608576" y="987664"/>
                  </a:lnTo>
                  <a:lnTo>
                    <a:pt x="3613567" y="987664"/>
                  </a:lnTo>
                  <a:lnTo>
                    <a:pt x="3613567" y="981178"/>
                  </a:lnTo>
                  <a:lnTo>
                    <a:pt x="3618558" y="981178"/>
                  </a:lnTo>
                  <a:lnTo>
                    <a:pt x="3618558" y="977933"/>
                  </a:lnTo>
                  <a:lnTo>
                    <a:pt x="3623549" y="977933"/>
                  </a:lnTo>
                  <a:lnTo>
                    <a:pt x="3628540" y="977933"/>
                  </a:lnTo>
                  <a:lnTo>
                    <a:pt x="3633531" y="977933"/>
                  </a:lnTo>
                  <a:lnTo>
                    <a:pt x="3638522" y="977933"/>
                  </a:lnTo>
                  <a:lnTo>
                    <a:pt x="3638522" y="971418"/>
                  </a:lnTo>
                  <a:lnTo>
                    <a:pt x="3643514" y="971418"/>
                  </a:lnTo>
                  <a:lnTo>
                    <a:pt x="3648505" y="971418"/>
                  </a:lnTo>
                  <a:lnTo>
                    <a:pt x="3653496" y="971418"/>
                  </a:lnTo>
                  <a:lnTo>
                    <a:pt x="3653496" y="961629"/>
                  </a:lnTo>
                  <a:lnTo>
                    <a:pt x="3658487" y="961629"/>
                  </a:lnTo>
                  <a:lnTo>
                    <a:pt x="3663478" y="961629"/>
                  </a:lnTo>
                  <a:lnTo>
                    <a:pt x="3663478" y="958358"/>
                  </a:lnTo>
                  <a:lnTo>
                    <a:pt x="3668469" y="958358"/>
                  </a:lnTo>
                  <a:lnTo>
                    <a:pt x="3673460" y="958358"/>
                  </a:lnTo>
                  <a:lnTo>
                    <a:pt x="3678451" y="958358"/>
                  </a:lnTo>
                  <a:lnTo>
                    <a:pt x="3678451" y="955078"/>
                  </a:lnTo>
                  <a:lnTo>
                    <a:pt x="3683442" y="955078"/>
                  </a:lnTo>
                  <a:lnTo>
                    <a:pt x="3688434" y="955078"/>
                  </a:lnTo>
                  <a:lnTo>
                    <a:pt x="3688434" y="951794"/>
                  </a:lnTo>
                  <a:lnTo>
                    <a:pt x="3693425" y="951794"/>
                  </a:lnTo>
                  <a:lnTo>
                    <a:pt x="3698416" y="951794"/>
                  </a:lnTo>
                  <a:lnTo>
                    <a:pt x="3703407" y="951794"/>
                  </a:lnTo>
                  <a:lnTo>
                    <a:pt x="3708398" y="951794"/>
                  </a:lnTo>
                  <a:lnTo>
                    <a:pt x="3713389" y="951794"/>
                  </a:lnTo>
                  <a:lnTo>
                    <a:pt x="3718380" y="951794"/>
                  </a:lnTo>
                  <a:lnTo>
                    <a:pt x="3723371" y="951794"/>
                  </a:lnTo>
                  <a:lnTo>
                    <a:pt x="3723371" y="948491"/>
                  </a:lnTo>
                  <a:lnTo>
                    <a:pt x="3728363" y="948491"/>
                  </a:lnTo>
                  <a:lnTo>
                    <a:pt x="3733354" y="948491"/>
                  </a:lnTo>
                  <a:lnTo>
                    <a:pt x="3738345" y="948491"/>
                  </a:lnTo>
                  <a:lnTo>
                    <a:pt x="3743336" y="948491"/>
                  </a:lnTo>
                  <a:lnTo>
                    <a:pt x="3748327" y="948491"/>
                  </a:lnTo>
                  <a:lnTo>
                    <a:pt x="3748327" y="945180"/>
                  </a:lnTo>
                  <a:lnTo>
                    <a:pt x="3753318" y="945180"/>
                  </a:lnTo>
                  <a:lnTo>
                    <a:pt x="3758309" y="945180"/>
                  </a:lnTo>
                  <a:lnTo>
                    <a:pt x="3763300" y="945180"/>
                  </a:lnTo>
                  <a:lnTo>
                    <a:pt x="3768291" y="945180"/>
                  </a:lnTo>
                  <a:lnTo>
                    <a:pt x="3768291" y="941852"/>
                  </a:lnTo>
                  <a:lnTo>
                    <a:pt x="3773283" y="941852"/>
                  </a:lnTo>
                  <a:lnTo>
                    <a:pt x="3778274" y="941852"/>
                  </a:lnTo>
                  <a:lnTo>
                    <a:pt x="3783265" y="941852"/>
                  </a:lnTo>
                  <a:lnTo>
                    <a:pt x="3788256" y="941852"/>
                  </a:lnTo>
                  <a:lnTo>
                    <a:pt x="3788256" y="938521"/>
                  </a:lnTo>
                  <a:lnTo>
                    <a:pt x="3793247" y="938521"/>
                  </a:lnTo>
                  <a:lnTo>
                    <a:pt x="3793247" y="935189"/>
                  </a:lnTo>
                  <a:lnTo>
                    <a:pt x="3798238" y="935189"/>
                  </a:lnTo>
                  <a:lnTo>
                    <a:pt x="3803229" y="935189"/>
                  </a:lnTo>
                  <a:lnTo>
                    <a:pt x="3808220" y="935189"/>
                  </a:lnTo>
                  <a:lnTo>
                    <a:pt x="3808220" y="931849"/>
                  </a:lnTo>
                  <a:lnTo>
                    <a:pt x="3813211" y="931849"/>
                  </a:lnTo>
                  <a:lnTo>
                    <a:pt x="3818203" y="931849"/>
                  </a:lnTo>
                  <a:lnTo>
                    <a:pt x="3823194" y="931849"/>
                  </a:lnTo>
                  <a:lnTo>
                    <a:pt x="3823194" y="928503"/>
                  </a:lnTo>
                  <a:lnTo>
                    <a:pt x="3828185" y="928503"/>
                  </a:lnTo>
                  <a:lnTo>
                    <a:pt x="3833176" y="928503"/>
                  </a:lnTo>
                  <a:lnTo>
                    <a:pt x="3838167" y="928503"/>
                  </a:lnTo>
                  <a:lnTo>
                    <a:pt x="3843158" y="928503"/>
                  </a:lnTo>
                  <a:lnTo>
                    <a:pt x="3848149" y="928503"/>
                  </a:lnTo>
                  <a:lnTo>
                    <a:pt x="3848149" y="921783"/>
                  </a:lnTo>
                  <a:lnTo>
                    <a:pt x="3853140" y="921783"/>
                  </a:lnTo>
                  <a:lnTo>
                    <a:pt x="3858132" y="921783"/>
                  </a:lnTo>
                  <a:lnTo>
                    <a:pt x="3858132" y="918418"/>
                  </a:lnTo>
                  <a:lnTo>
                    <a:pt x="3863123" y="918418"/>
                  </a:lnTo>
                  <a:lnTo>
                    <a:pt x="3863123" y="911682"/>
                  </a:lnTo>
                  <a:lnTo>
                    <a:pt x="3868114" y="911682"/>
                  </a:lnTo>
                  <a:lnTo>
                    <a:pt x="3873105" y="911682"/>
                  </a:lnTo>
                  <a:lnTo>
                    <a:pt x="3873105" y="908307"/>
                  </a:lnTo>
                  <a:lnTo>
                    <a:pt x="3878096" y="908307"/>
                  </a:lnTo>
                  <a:lnTo>
                    <a:pt x="3878096" y="901553"/>
                  </a:lnTo>
                  <a:lnTo>
                    <a:pt x="3883087" y="901553"/>
                  </a:lnTo>
                  <a:lnTo>
                    <a:pt x="3888078" y="901553"/>
                  </a:lnTo>
                  <a:lnTo>
                    <a:pt x="3888078" y="898171"/>
                  </a:lnTo>
                  <a:lnTo>
                    <a:pt x="3893069" y="898171"/>
                  </a:lnTo>
                  <a:lnTo>
                    <a:pt x="3898060" y="898171"/>
                  </a:lnTo>
                  <a:lnTo>
                    <a:pt x="3903052" y="898171"/>
                  </a:lnTo>
                  <a:lnTo>
                    <a:pt x="3903052" y="894780"/>
                  </a:lnTo>
                  <a:lnTo>
                    <a:pt x="3908043" y="894780"/>
                  </a:lnTo>
                  <a:lnTo>
                    <a:pt x="3913034" y="894780"/>
                  </a:lnTo>
                  <a:lnTo>
                    <a:pt x="3918025" y="894780"/>
                  </a:lnTo>
                  <a:lnTo>
                    <a:pt x="3923016" y="894780"/>
                  </a:lnTo>
                  <a:lnTo>
                    <a:pt x="3928007" y="894780"/>
                  </a:lnTo>
                  <a:lnTo>
                    <a:pt x="3928007" y="887980"/>
                  </a:lnTo>
                  <a:lnTo>
                    <a:pt x="3932998" y="887980"/>
                  </a:lnTo>
                  <a:lnTo>
                    <a:pt x="3932998" y="881179"/>
                  </a:lnTo>
                  <a:lnTo>
                    <a:pt x="3937989" y="881179"/>
                  </a:lnTo>
                  <a:lnTo>
                    <a:pt x="3942980" y="881179"/>
                  </a:lnTo>
                  <a:lnTo>
                    <a:pt x="3942980" y="877770"/>
                  </a:lnTo>
                  <a:lnTo>
                    <a:pt x="3947972" y="877770"/>
                  </a:lnTo>
                  <a:lnTo>
                    <a:pt x="3952963" y="877770"/>
                  </a:lnTo>
                  <a:lnTo>
                    <a:pt x="3957954" y="877770"/>
                  </a:lnTo>
                  <a:lnTo>
                    <a:pt x="3962945" y="877770"/>
                  </a:lnTo>
                  <a:lnTo>
                    <a:pt x="3967936" y="877770"/>
                  </a:lnTo>
                  <a:lnTo>
                    <a:pt x="3972927" y="877770"/>
                  </a:lnTo>
                  <a:lnTo>
                    <a:pt x="3977918" y="877770"/>
                  </a:lnTo>
                  <a:lnTo>
                    <a:pt x="3982909" y="877770"/>
                  </a:lnTo>
                  <a:lnTo>
                    <a:pt x="3987900" y="877770"/>
                  </a:lnTo>
                  <a:lnTo>
                    <a:pt x="3992892" y="877770"/>
                  </a:lnTo>
                  <a:lnTo>
                    <a:pt x="3992892" y="874331"/>
                  </a:lnTo>
                  <a:lnTo>
                    <a:pt x="3997883" y="874331"/>
                  </a:lnTo>
                  <a:lnTo>
                    <a:pt x="4002874" y="874331"/>
                  </a:lnTo>
                  <a:lnTo>
                    <a:pt x="4002874" y="870881"/>
                  </a:lnTo>
                  <a:lnTo>
                    <a:pt x="4007865" y="870881"/>
                  </a:lnTo>
                  <a:lnTo>
                    <a:pt x="4007865" y="863972"/>
                  </a:lnTo>
                  <a:lnTo>
                    <a:pt x="4012856" y="863972"/>
                  </a:lnTo>
                  <a:lnTo>
                    <a:pt x="4017847" y="863972"/>
                  </a:lnTo>
                  <a:lnTo>
                    <a:pt x="4022838" y="863972"/>
                  </a:lnTo>
                  <a:lnTo>
                    <a:pt x="4027829" y="863972"/>
                  </a:lnTo>
                  <a:lnTo>
                    <a:pt x="4032821" y="863972"/>
                  </a:lnTo>
                  <a:lnTo>
                    <a:pt x="4037812" y="863972"/>
                  </a:lnTo>
                  <a:lnTo>
                    <a:pt x="4037812" y="857033"/>
                  </a:lnTo>
                  <a:lnTo>
                    <a:pt x="4042803" y="857033"/>
                  </a:lnTo>
                  <a:lnTo>
                    <a:pt x="4047794" y="857033"/>
                  </a:lnTo>
                  <a:lnTo>
                    <a:pt x="4052785" y="857033"/>
                  </a:lnTo>
                  <a:lnTo>
                    <a:pt x="4057776" y="857033"/>
                  </a:lnTo>
                  <a:lnTo>
                    <a:pt x="4062767" y="857033"/>
                  </a:lnTo>
                  <a:lnTo>
                    <a:pt x="4067758" y="857033"/>
                  </a:lnTo>
                  <a:lnTo>
                    <a:pt x="4067758" y="853554"/>
                  </a:lnTo>
                  <a:lnTo>
                    <a:pt x="4072749" y="853554"/>
                  </a:lnTo>
                  <a:lnTo>
                    <a:pt x="4072749" y="846587"/>
                  </a:lnTo>
                  <a:lnTo>
                    <a:pt x="4077741" y="846587"/>
                  </a:lnTo>
                  <a:lnTo>
                    <a:pt x="4082732" y="846587"/>
                  </a:lnTo>
                  <a:lnTo>
                    <a:pt x="4087723" y="846587"/>
                  </a:lnTo>
                  <a:lnTo>
                    <a:pt x="4092714" y="846587"/>
                  </a:lnTo>
                  <a:lnTo>
                    <a:pt x="4097705" y="846587"/>
                  </a:lnTo>
                  <a:lnTo>
                    <a:pt x="4102696" y="846587"/>
                  </a:lnTo>
                  <a:lnTo>
                    <a:pt x="4107687" y="846587"/>
                  </a:lnTo>
                  <a:lnTo>
                    <a:pt x="4107687" y="843091"/>
                  </a:lnTo>
                  <a:lnTo>
                    <a:pt x="4112678" y="843091"/>
                  </a:lnTo>
                  <a:lnTo>
                    <a:pt x="4117669" y="843091"/>
                  </a:lnTo>
                  <a:lnTo>
                    <a:pt x="4122661" y="843091"/>
                  </a:lnTo>
                  <a:lnTo>
                    <a:pt x="4122661" y="836080"/>
                  </a:lnTo>
                  <a:lnTo>
                    <a:pt x="4127652" y="836080"/>
                  </a:lnTo>
                  <a:lnTo>
                    <a:pt x="4127652" y="832573"/>
                  </a:lnTo>
                  <a:lnTo>
                    <a:pt x="4132643" y="832573"/>
                  </a:lnTo>
                  <a:lnTo>
                    <a:pt x="4132643" y="829064"/>
                  </a:lnTo>
                  <a:lnTo>
                    <a:pt x="4137634" y="829064"/>
                  </a:lnTo>
                  <a:lnTo>
                    <a:pt x="4137634" y="825552"/>
                  </a:lnTo>
                  <a:lnTo>
                    <a:pt x="4142625" y="825552"/>
                  </a:lnTo>
                  <a:lnTo>
                    <a:pt x="4147616" y="825552"/>
                  </a:lnTo>
                  <a:lnTo>
                    <a:pt x="4152607" y="825552"/>
                  </a:lnTo>
                  <a:lnTo>
                    <a:pt x="4152607" y="822037"/>
                  </a:lnTo>
                  <a:lnTo>
                    <a:pt x="4157598" y="822037"/>
                  </a:lnTo>
                  <a:lnTo>
                    <a:pt x="4162590" y="822037"/>
                  </a:lnTo>
                  <a:lnTo>
                    <a:pt x="4167581" y="822037"/>
                  </a:lnTo>
                  <a:lnTo>
                    <a:pt x="4172572" y="822037"/>
                  </a:lnTo>
                  <a:lnTo>
                    <a:pt x="4177563" y="822037"/>
                  </a:lnTo>
                  <a:lnTo>
                    <a:pt x="4177563" y="818515"/>
                  </a:lnTo>
                  <a:lnTo>
                    <a:pt x="4182554" y="818515"/>
                  </a:lnTo>
                  <a:lnTo>
                    <a:pt x="4182554" y="811460"/>
                  </a:lnTo>
                  <a:lnTo>
                    <a:pt x="4187545" y="811460"/>
                  </a:lnTo>
                  <a:lnTo>
                    <a:pt x="4192536" y="811460"/>
                  </a:lnTo>
                  <a:lnTo>
                    <a:pt x="4192536" y="807931"/>
                  </a:lnTo>
                  <a:lnTo>
                    <a:pt x="4197527" y="807931"/>
                  </a:lnTo>
                  <a:lnTo>
                    <a:pt x="4202518" y="807931"/>
                  </a:lnTo>
                  <a:lnTo>
                    <a:pt x="4207510" y="807931"/>
                  </a:lnTo>
                  <a:lnTo>
                    <a:pt x="4212501" y="807931"/>
                  </a:lnTo>
                  <a:lnTo>
                    <a:pt x="4217492" y="807931"/>
                  </a:lnTo>
                  <a:lnTo>
                    <a:pt x="4222483" y="807931"/>
                  </a:lnTo>
                  <a:lnTo>
                    <a:pt x="4222483" y="800843"/>
                  </a:lnTo>
                  <a:lnTo>
                    <a:pt x="4227474" y="800843"/>
                  </a:lnTo>
                  <a:lnTo>
                    <a:pt x="4232465" y="800843"/>
                  </a:lnTo>
                  <a:lnTo>
                    <a:pt x="4232465" y="797294"/>
                  </a:lnTo>
                  <a:lnTo>
                    <a:pt x="4237456" y="797294"/>
                  </a:lnTo>
                  <a:lnTo>
                    <a:pt x="4237456" y="790186"/>
                  </a:lnTo>
                  <a:lnTo>
                    <a:pt x="4242447" y="790186"/>
                  </a:lnTo>
                  <a:lnTo>
                    <a:pt x="4247438" y="790186"/>
                  </a:lnTo>
                  <a:lnTo>
                    <a:pt x="4252430" y="790186"/>
                  </a:lnTo>
                  <a:lnTo>
                    <a:pt x="4257421" y="790186"/>
                  </a:lnTo>
                  <a:lnTo>
                    <a:pt x="4262412" y="790186"/>
                  </a:lnTo>
                  <a:lnTo>
                    <a:pt x="4267403" y="790186"/>
                  </a:lnTo>
                  <a:lnTo>
                    <a:pt x="4272394" y="790186"/>
                  </a:lnTo>
                  <a:lnTo>
                    <a:pt x="4277385" y="790186"/>
                  </a:lnTo>
                  <a:lnTo>
                    <a:pt x="4282376" y="790186"/>
                  </a:lnTo>
                  <a:lnTo>
                    <a:pt x="4287367" y="790186"/>
                  </a:lnTo>
                  <a:lnTo>
                    <a:pt x="4292359" y="790186"/>
                  </a:lnTo>
                  <a:lnTo>
                    <a:pt x="4297350" y="790186"/>
                  </a:lnTo>
                  <a:lnTo>
                    <a:pt x="4302341" y="790186"/>
                  </a:lnTo>
                  <a:lnTo>
                    <a:pt x="4302341" y="786610"/>
                  </a:lnTo>
                  <a:lnTo>
                    <a:pt x="4307332" y="786610"/>
                  </a:lnTo>
                  <a:lnTo>
                    <a:pt x="4312323" y="786610"/>
                  </a:lnTo>
                  <a:lnTo>
                    <a:pt x="4312323" y="779453"/>
                  </a:lnTo>
                  <a:lnTo>
                    <a:pt x="4317314" y="779453"/>
                  </a:lnTo>
                  <a:lnTo>
                    <a:pt x="4322305" y="779453"/>
                  </a:lnTo>
                  <a:lnTo>
                    <a:pt x="4327296" y="779453"/>
                  </a:lnTo>
                  <a:lnTo>
                    <a:pt x="4327296" y="775865"/>
                  </a:lnTo>
                  <a:lnTo>
                    <a:pt x="4332287" y="775865"/>
                  </a:lnTo>
                  <a:lnTo>
                    <a:pt x="4337279" y="775865"/>
                  </a:lnTo>
                  <a:lnTo>
                    <a:pt x="4342270" y="775865"/>
                  </a:lnTo>
                  <a:lnTo>
                    <a:pt x="4347261" y="775865"/>
                  </a:lnTo>
                  <a:lnTo>
                    <a:pt x="4352252" y="775865"/>
                  </a:lnTo>
                  <a:lnTo>
                    <a:pt x="4352252" y="765062"/>
                  </a:lnTo>
                  <a:lnTo>
                    <a:pt x="4357243" y="765062"/>
                  </a:lnTo>
                  <a:lnTo>
                    <a:pt x="4362234" y="765062"/>
                  </a:lnTo>
                  <a:lnTo>
                    <a:pt x="4367225" y="765062"/>
                  </a:lnTo>
                  <a:lnTo>
                    <a:pt x="4372216" y="765062"/>
                  </a:lnTo>
                  <a:lnTo>
                    <a:pt x="4372216" y="761451"/>
                  </a:lnTo>
                  <a:lnTo>
                    <a:pt x="4377207" y="761451"/>
                  </a:lnTo>
                  <a:lnTo>
                    <a:pt x="4382199" y="761451"/>
                  </a:lnTo>
                  <a:lnTo>
                    <a:pt x="4387190" y="761451"/>
                  </a:lnTo>
                  <a:lnTo>
                    <a:pt x="4387190" y="757833"/>
                  </a:lnTo>
                  <a:lnTo>
                    <a:pt x="4392181" y="757833"/>
                  </a:lnTo>
                  <a:lnTo>
                    <a:pt x="4397172" y="757833"/>
                  </a:lnTo>
                  <a:lnTo>
                    <a:pt x="4402163" y="757833"/>
                  </a:lnTo>
                  <a:lnTo>
                    <a:pt x="4407154" y="757833"/>
                  </a:lnTo>
                  <a:lnTo>
                    <a:pt x="4412145" y="757833"/>
                  </a:lnTo>
                  <a:lnTo>
                    <a:pt x="4412145" y="754207"/>
                  </a:lnTo>
                  <a:lnTo>
                    <a:pt x="4417136" y="754207"/>
                  </a:lnTo>
                  <a:lnTo>
                    <a:pt x="4422128" y="754207"/>
                  </a:lnTo>
                  <a:lnTo>
                    <a:pt x="4422128" y="750574"/>
                  </a:lnTo>
                  <a:lnTo>
                    <a:pt x="4427119" y="750574"/>
                  </a:lnTo>
                  <a:lnTo>
                    <a:pt x="4427119" y="746934"/>
                  </a:lnTo>
                  <a:lnTo>
                    <a:pt x="4432110" y="746934"/>
                  </a:lnTo>
                  <a:lnTo>
                    <a:pt x="4437101" y="746934"/>
                  </a:lnTo>
                  <a:lnTo>
                    <a:pt x="4442092" y="746934"/>
                  </a:lnTo>
                  <a:lnTo>
                    <a:pt x="4447083" y="746934"/>
                  </a:lnTo>
                  <a:lnTo>
                    <a:pt x="4452074" y="746934"/>
                  </a:lnTo>
                  <a:lnTo>
                    <a:pt x="4452074" y="743281"/>
                  </a:lnTo>
                  <a:lnTo>
                    <a:pt x="4457065" y="743281"/>
                  </a:lnTo>
                  <a:lnTo>
                    <a:pt x="4457065" y="739627"/>
                  </a:lnTo>
                  <a:lnTo>
                    <a:pt x="4462056" y="739627"/>
                  </a:lnTo>
                  <a:lnTo>
                    <a:pt x="4467048" y="739627"/>
                  </a:lnTo>
                  <a:lnTo>
                    <a:pt x="4472039" y="739627"/>
                  </a:lnTo>
                  <a:lnTo>
                    <a:pt x="4477030" y="739627"/>
                  </a:lnTo>
                  <a:lnTo>
                    <a:pt x="4477030" y="735955"/>
                  </a:lnTo>
                  <a:lnTo>
                    <a:pt x="4482021" y="735955"/>
                  </a:lnTo>
                  <a:lnTo>
                    <a:pt x="4482021" y="732283"/>
                  </a:lnTo>
                  <a:lnTo>
                    <a:pt x="4487012" y="732283"/>
                  </a:lnTo>
                  <a:lnTo>
                    <a:pt x="4492003" y="732283"/>
                  </a:lnTo>
                  <a:lnTo>
                    <a:pt x="4496994" y="732283"/>
                  </a:lnTo>
                  <a:lnTo>
                    <a:pt x="4501985" y="732283"/>
                  </a:lnTo>
                  <a:lnTo>
                    <a:pt x="4501985" y="728586"/>
                  </a:lnTo>
                  <a:lnTo>
                    <a:pt x="4506976" y="728586"/>
                  </a:lnTo>
                  <a:lnTo>
                    <a:pt x="4511968" y="728586"/>
                  </a:lnTo>
                  <a:lnTo>
                    <a:pt x="4516959" y="728586"/>
                  </a:lnTo>
                  <a:lnTo>
                    <a:pt x="4516959" y="724885"/>
                  </a:lnTo>
                  <a:lnTo>
                    <a:pt x="4521950" y="724885"/>
                  </a:lnTo>
                  <a:lnTo>
                    <a:pt x="4521950" y="721176"/>
                  </a:lnTo>
                  <a:lnTo>
                    <a:pt x="4526941" y="721176"/>
                  </a:lnTo>
                  <a:lnTo>
                    <a:pt x="4526941" y="717466"/>
                  </a:lnTo>
                  <a:lnTo>
                    <a:pt x="4531932" y="717466"/>
                  </a:lnTo>
                  <a:lnTo>
                    <a:pt x="4536923" y="717466"/>
                  </a:lnTo>
                  <a:lnTo>
                    <a:pt x="4541914" y="717466"/>
                  </a:lnTo>
                  <a:lnTo>
                    <a:pt x="4546905" y="717466"/>
                  </a:lnTo>
                  <a:lnTo>
                    <a:pt x="4551897" y="717466"/>
                  </a:lnTo>
                  <a:lnTo>
                    <a:pt x="4551897" y="713742"/>
                  </a:lnTo>
                  <a:lnTo>
                    <a:pt x="4556888" y="713742"/>
                  </a:lnTo>
                  <a:lnTo>
                    <a:pt x="4561879" y="713742"/>
                  </a:lnTo>
                  <a:lnTo>
                    <a:pt x="4561879" y="706282"/>
                  </a:lnTo>
                  <a:lnTo>
                    <a:pt x="4566870" y="706282"/>
                  </a:lnTo>
                  <a:lnTo>
                    <a:pt x="4571861" y="706282"/>
                  </a:lnTo>
                  <a:lnTo>
                    <a:pt x="4576852" y="706282"/>
                  </a:lnTo>
                  <a:lnTo>
                    <a:pt x="4581843" y="706282"/>
                  </a:lnTo>
                  <a:lnTo>
                    <a:pt x="4586834" y="706282"/>
                  </a:lnTo>
                  <a:lnTo>
                    <a:pt x="4591825" y="706282"/>
                  </a:lnTo>
                  <a:lnTo>
                    <a:pt x="4596817" y="706282"/>
                  </a:lnTo>
                  <a:lnTo>
                    <a:pt x="4601808" y="706282"/>
                  </a:lnTo>
                  <a:lnTo>
                    <a:pt x="4606799" y="706282"/>
                  </a:lnTo>
                  <a:lnTo>
                    <a:pt x="4611790" y="706282"/>
                  </a:lnTo>
                  <a:lnTo>
                    <a:pt x="4611790" y="702526"/>
                  </a:lnTo>
                  <a:lnTo>
                    <a:pt x="4616781" y="702526"/>
                  </a:lnTo>
                  <a:lnTo>
                    <a:pt x="4621772" y="702526"/>
                  </a:lnTo>
                  <a:lnTo>
                    <a:pt x="4626763" y="702526"/>
                  </a:lnTo>
                  <a:lnTo>
                    <a:pt x="4626763" y="698762"/>
                  </a:lnTo>
                  <a:lnTo>
                    <a:pt x="4631754" y="698762"/>
                  </a:lnTo>
                  <a:lnTo>
                    <a:pt x="4636745" y="698762"/>
                  </a:lnTo>
                  <a:lnTo>
                    <a:pt x="4641737" y="698762"/>
                  </a:lnTo>
                  <a:lnTo>
                    <a:pt x="4646728" y="698762"/>
                  </a:lnTo>
                  <a:lnTo>
                    <a:pt x="4651719" y="698762"/>
                  </a:lnTo>
                  <a:lnTo>
                    <a:pt x="4656710" y="698762"/>
                  </a:lnTo>
                  <a:lnTo>
                    <a:pt x="4661701" y="698762"/>
                  </a:lnTo>
                  <a:lnTo>
                    <a:pt x="4661701" y="694981"/>
                  </a:lnTo>
                  <a:lnTo>
                    <a:pt x="4666692" y="694981"/>
                  </a:lnTo>
                  <a:lnTo>
                    <a:pt x="4671683" y="694981"/>
                  </a:lnTo>
                  <a:lnTo>
                    <a:pt x="4676674" y="694981"/>
                  </a:lnTo>
                  <a:lnTo>
                    <a:pt x="4681666" y="694981"/>
                  </a:lnTo>
                  <a:lnTo>
                    <a:pt x="4681666" y="691188"/>
                  </a:lnTo>
                  <a:lnTo>
                    <a:pt x="4686657" y="691188"/>
                  </a:lnTo>
                  <a:lnTo>
                    <a:pt x="4691648" y="691188"/>
                  </a:lnTo>
                  <a:lnTo>
                    <a:pt x="4696639" y="691188"/>
                  </a:lnTo>
                  <a:lnTo>
                    <a:pt x="4696639" y="687391"/>
                  </a:lnTo>
                  <a:lnTo>
                    <a:pt x="4701630" y="687391"/>
                  </a:lnTo>
                  <a:lnTo>
                    <a:pt x="4706621" y="687391"/>
                  </a:lnTo>
                  <a:lnTo>
                    <a:pt x="4706621" y="683587"/>
                  </a:lnTo>
                  <a:lnTo>
                    <a:pt x="4711612" y="683587"/>
                  </a:lnTo>
                  <a:lnTo>
                    <a:pt x="4716603" y="683587"/>
                  </a:lnTo>
                  <a:lnTo>
                    <a:pt x="4721594" y="683587"/>
                  </a:lnTo>
                  <a:lnTo>
                    <a:pt x="4726586" y="683587"/>
                  </a:lnTo>
                  <a:lnTo>
                    <a:pt x="4726586" y="679780"/>
                  </a:lnTo>
                  <a:lnTo>
                    <a:pt x="4731577" y="679780"/>
                  </a:lnTo>
                  <a:lnTo>
                    <a:pt x="4736568" y="679780"/>
                  </a:lnTo>
                  <a:lnTo>
                    <a:pt x="4736568" y="675968"/>
                  </a:lnTo>
                  <a:lnTo>
                    <a:pt x="4741559" y="675968"/>
                  </a:lnTo>
                  <a:lnTo>
                    <a:pt x="4746550" y="675968"/>
                  </a:lnTo>
                  <a:lnTo>
                    <a:pt x="4746550" y="672150"/>
                  </a:lnTo>
                  <a:lnTo>
                    <a:pt x="4751541" y="672150"/>
                  </a:lnTo>
                  <a:lnTo>
                    <a:pt x="4756532" y="672150"/>
                  </a:lnTo>
                  <a:lnTo>
                    <a:pt x="4761523" y="672150"/>
                  </a:lnTo>
                  <a:lnTo>
                    <a:pt x="4766514" y="672150"/>
                  </a:lnTo>
                  <a:lnTo>
                    <a:pt x="4771506" y="672150"/>
                  </a:lnTo>
                  <a:lnTo>
                    <a:pt x="4776497" y="672150"/>
                  </a:lnTo>
                  <a:lnTo>
                    <a:pt x="4781488" y="672150"/>
                  </a:lnTo>
                  <a:lnTo>
                    <a:pt x="4786479" y="672150"/>
                  </a:lnTo>
                  <a:lnTo>
                    <a:pt x="4791470" y="672150"/>
                  </a:lnTo>
                  <a:lnTo>
                    <a:pt x="4796461" y="672150"/>
                  </a:lnTo>
                  <a:lnTo>
                    <a:pt x="4801452" y="672150"/>
                  </a:lnTo>
                  <a:lnTo>
                    <a:pt x="4806443" y="672150"/>
                  </a:lnTo>
                  <a:lnTo>
                    <a:pt x="4806443" y="668292"/>
                  </a:lnTo>
                  <a:lnTo>
                    <a:pt x="4811434" y="668292"/>
                  </a:lnTo>
                  <a:lnTo>
                    <a:pt x="4816426" y="668292"/>
                  </a:lnTo>
                  <a:lnTo>
                    <a:pt x="4821417" y="668292"/>
                  </a:lnTo>
                  <a:lnTo>
                    <a:pt x="4826408" y="668292"/>
                  </a:lnTo>
                  <a:lnTo>
                    <a:pt x="4831399" y="668292"/>
                  </a:lnTo>
                  <a:lnTo>
                    <a:pt x="4831399" y="664427"/>
                  </a:lnTo>
                  <a:lnTo>
                    <a:pt x="4836390" y="664427"/>
                  </a:lnTo>
                  <a:lnTo>
                    <a:pt x="4841381" y="664427"/>
                  </a:lnTo>
                  <a:lnTo>
                    <a:pt x="4841381" y="660555"/>
                  </a:lnTo>
                  <a:lnTo>
                    <a:pt x="4846372" y="660555"/>
                  </a:lnTo>
                  <a:lnTo>
                    <a:pt x="4851363" y="660555"/>
                  </a:lnTo>
                  <a:lnTo>
                    <a:pt x="4851363" y="652801"/>
                  </a:lnTo>
                  <a:lnTo>
                    <a:pt x="4856355" y="652801"/>
                  </a:lnTo>
                  <a:lnTo>
                    <a:pt x="4856355" y="648924"/>
                  </a:lnTo>
                  <a:lnTo>
                    <a:pt x="4861346" y="648924"/>
                  </a:lnTo>
                  <a:lnTo>
                    <a:pt x="4861346" y="645046"/>
                  </a:lnTo>
                  <a:lnTo>
                    <a:pt x="4866337" y="645046"/>
                  </a:lnTo>
                  <a:lnTo>
                    <a:pt x="4866337" y="641164"/>
                  </a:lnTo>
                  <a:lnTo>
                    <a:pt x="4871328" y="641164"/>
                  </a:lnTo>
                  <a:lnTo>
                    <a:pt x="4876319" y="641164"/>
                  </a:lnTo>
                  <a:lnTo>
                    <a:pt x="4881310" y="641164"/>
                  </a:lnTo>
                  <a:lnTo>
                    <a:pt x="4886301" y="641164"/>
                  </a:lnTo>
                  <a:lnTo>
                    <a:pt x="4886301" y="637272"/>
                  </a:lnTo>
                  <a:lnTo>
                    <a:pt x="4891292" y="637272"/>
                  </a:lnTo>
                  <a:lnTo>
                    <a:pt x="4896283" y="637272"/>
                  </a:lnTo>
                  <a:lnTo>
                    <a:pt x="4901275" y="637272"/>
                  </a:lnTo>
                  <a:lnTo>
                    <a:pt x="4901275" y="633376"/>
                  </a:lnTo>
                  <a:lnTo>
                    <a:pt x="4906266" y="633376"/>
                  </a:lnTo>
                  <a:lnTo>
                    <a:pt x="4911257" y="633376"/>
                  </a:lnTo>
                  <a:lnTo>
                    <a:pt x="4911257" y="629469"/>
                  </a:lnTo>
                  <a:lnTo>
                    <a:pt x="4916248" y="629469"/>
                  </a:lnTo>
                  <a:lnTo>
                    <a:pt x="4921239" y="629469"/>
                  </a:lnTo>
                  <a:lnTo>
                    <a:pt x="4921239" y="625552"/>
                  </a:lnTo>
                  <a:lnTo>
                    <a:pt x="4926230" y="625552"/>
                  </a:lnTo>
                  <a:lnTo>
                    <a:pt x="4931221" y="625552"/>
                  </a:lnTo>
                  <a:lnTo>
                    <a:pt x="4936212" y="625552"/>
                  </a:lnTo>
                  <a:lnTo>
                    <a:pt x="4941203" y="625552"/>
                  </a:lnTo>
                  <a:lnTo>
                    <a:pt x="4946195" y="625552"/>
                  </a:lnTo>
                  <a:lnTo>
                    <a:pt x="4951186" y="625552"/>
                  </a:lnTo>
                  <a:lnTo>
                    <a:pt x="4951186" y="621622"/>
                  </a:lnTo>
                  <a:lnTo>
                    <a:pt x="4956177" y="621622"/>
                  </a:lnTo>
                  <a:lnTo>
                    <a:pt x="4961168" y="621622"/>
                  </a:lnTo>
                  <a:lnTo>
                    <a:pt x="4966159" y="621622"/>
                  </a:lnTo>
                  <a:lnTo>
                    <a:pt x="4971150" y="621622"/>
                  </a:lnTo>
                  <a:lnTo>
                    <a:pt x="4976141" y="621622"/>
                  </a:lnTo>
                  <a:lnTo>
                    <a:pt x="4981132" y="621622"/>
                  </a:lnTo>
                  <a:lnTo>
                    <a:pt x="4981132" y="613733"/>
                  </a:lnTo>
                  <a:lnTo>
                    <a:pt x="4986124" y="613733"/>
                  </a:lnTo>
                  <a:lnTo>
                    <a:pt x="4991115" y="613733"/>
                  </a:lnTo>
                  <a:lnTo>
                    <a:pt x="4991115" y="609781"/>
                  </a:lnTo>
                  <a:lnTo>
                    <a:pt x="4996106" y="609781"/>
                  </a:lnTo>
                  <a:lnTo>
                    <a:pt x="4996106" y="605828"/>
                  </a:lnTo>
                  <a:lnTo>
                    <a:pt x="5001097" y="605828"/>
                  </a:lnTo>
                  <a:lnTo>
                    <a:pt x="5006088" y="605828"/>
                  </a:lnTo>
                  <a:lnTo>
                    <a:pt x="5011079" y="605828"/>
                  </a:lnTo>
                  <a:lnTo>
                    <a:pt x="5016070" y="605828"/>
                  </a:lnTo>
                  <a:lnTo>
                    <a:pt x="5021061" y="605828"/>
                  </a:lnTo>
                  <a:lnTo>
                    <a:pt x="5026052" y="605828"/>
                  </a:lnTo>
                  <a:lnTo>
                    <a:pt x="5031044" y="605828"/>
                  </a:lnTo>
                  <a:lnTo>
                    <a:pt x="5036035" y="605828"/>
                  </a:lnTo>
                  <a:lnTo>
                    <a:pt x="5041026" y="605828"/>
                  </a:lnTo>
                  <a:lnTo>
                    <a:pt x="5046017" y="605828"/>
                  </a:lnTo>
                  <a:lnTo>
                    <a:pt x="5051008" y="605828"/>
                  </a:lnTo>
                  <a:lnTo>
                    <a:pt x="5055999" y="605828"/>
                  </a:lnTo>
                  <a:lnTo>
                    <a:pt x="5060990" y="605828"/>
                  </a:lnTo>
                  <a:lnTo>
                    <a:pt x="5065981" y="605828"/>
                  </a:lnTo>
                  <a:lnTo>
                    <a:pt x="5070972" y="605828"/>
                  </a:lnTo>
                  <a:lnTo>
                    <a:pt x="5075964" y="605828"/>
                  </a:lnTo>
                  <a:lnTo>
                    <a:pt x="5080955" y="605828"/>
                  </a:lnTo>
                  <a:lnTo>
                    <a:pt x="5085946" y="605828"/>
                  </a:lnTo>
                  <a:lnTo>
                    <a:pt x="5085946" y="597819"/>
                  </a:lnTo>
                  <a:lnTo>
                    <a:pt x="5090937" y="597819"/>
                  </a:lnTo>
                  <a:lnTo>
                    <a:pt x="5095928" y="597819"/>
                  </a:lnTo>
                  <a:lnTo>
                    <a:pt x="5100919" y="597819"/>
                  </a:lnTo>
                  <a:lnTo>
                    <a:pt x="5105910" y="597819"/>
                  </a:lnTo>
                  <a:lnTo>
                    <a:pt x="5110901" y="597819"/>
                  </a:lnTo>
                  <a:lnTo>
                    <a:pt x="5115893" y="597819"/>
                  </a:lnTo>
                  <a:lnTo>
                    <a:pt x="5115893" y="593799"/>
                  </a:lnTo>
                  <a:lnTo>
                    <a:pt x="5120884" y="593799"/>
                  </a:lnTo>
                  <a:lnTo>
                    <a:pt x="5125875" y="593799"/>
                  </a:lnTo>
                  <a:lnTo>
                    <a:pt x="5125875" y="589763"/>
                  </a:lnTo>
                  <a:lnTo>
                    <a:pt x="5130866" y="589763"/>
                  </a:lnTo>
                  <a:lnTo>
                    <a:pt x="5130866" y="585726"/>
                  </a:lnTo>
                  <a:lnTo>
                    <a:pt x="5135857" y="585726"/>
                  </a:lnTo>
                  <a:lnTo>
                    <a:pt x="5135857" y="581685"/>
                  </a:lnTo>
                  <a:lnTo>
                    <a:pt x="5140848" y="581685"/>
                  </a:lnTo>
                  <a:lnTo>
                    <a:pt x="5145839" y="581685"/>
                  </a:lnTo>
                  <a:lnTo>
                    <a:pt x="5150830" y="581685"/>
                  </a:lnTo>
                  <a:lnTo>
                    <a:pt x="5150830" y="577641"/>
                  </a:lnTo>
                  <a:lnTo>
                    <a:pt x="5155821" y="577641"/>
                  </a:lnTo>
                  <a:lnTo>
                    <a:pt x="5155821" y="565499"/>
                  </a:lnTo>
                  <a:lnTo>
                    <a:pt x="5160813" y="565499"/>
                  </a:lnTo>
                  <a:lnTo>
                    <a:pt x="5165804" y="565499"/>
                  </a:lnTo>
                  <a:lnTo>
                    <a:pt x="5170795" y="565499"/>
                  </a:lnTo>
                  <a:lnTo>
                    <a:pt x="5175786" y="565499"/>
                  </a:lnTo>
                  <a:lnTo>
                    <a:pt x="5180777" y="565499"/>
                  </a:lnTo>
                  <a:lnTo>
                    <a:pt x="5185768" y="565499"/>
                  </a:lnTo>
                  <a:lnTo>
                    <a:pt x="5185768" y="561434"/>
                  </a:lnTo>
                  <a:lnTo>
                    <a:pt x="5190759" y="561434"/>
                  </a:lnTo>
                  <a:lnTo>
                    <a:pt x="5195750" y="561434"/>
                  </a:lnTo>
                  <a:lnTo>
                    <a:pt x="5200741" y="561434"/>
                  </a:lnTo>
                  <a:lnTo>
                    <a:pt x="5205733" y="561434"/>
                  </a:lnTo>
                  <a:lnTo>
                    <a:pt x="5210724" y="561434"/>
                  </a:lnTo>
                  <a:lnTo>
                    <a:pt x="5215715" y="561434"/>
                  </a:lnTo>
                  <a:lnTo>
                    <a:pt x="5215715" y="557349"/>
                  </a:lnTo>
                  <a:lnTo>
                    <a:pt x="5220706" y="557349"/>
                  </a:lnTo>
                  <a:lnTo>
                    <a:pt x="5225697" y="557349"/>
                  </a:lnTo>
                  <a:lnTo>
                    <a:pt x="5230688" y="557349"/>
                  </a:lnTo>
                  <a:lnTo>
                    <a:pt x="5235679" y="557349"/>
                  </a:lnTo>
                  <a:lnTo>
                    <a:pt x="5240670" y="557349"/>
                  </a:lnTo>
                  <a:lnTo>
                    <a:pt x="5245662" y="557349"/>
                  </a:lnTo>
                  <a:lnTo>
                    <a:pt x="5250653" y="557349"/>
                  </a:lnTo>
                  <a:lnTo>
                    <a:pt x="5250653" y="553242"/>
                  </a:lnTo>
                  <a:lnTo>
                    <a:pt x="5255644" y="553242"/>
                  </a:lnTo>
                  <a:lnTo>
                    <a:pt x="5260635" y="553242"/>
                  </a:lnTo>
                  <a:lnTo>
                    <a:pt x="5260635" y="549125"/>
                  </a:lnTo>
                  <a:lnTo>
                    <a:pt x="5265626" y="549125"/>
                  </a:lnTo>
                  <a:lnTo>
                    <a:pt x="5270617" y="549125"/>
                  </a:lnTo>
                  <a:lnTo>
                    <a:pt x="5275608" y="549125"/>
                  </a:lnTo>
                  <a:lnTo>
                    <a:pt x="5280599" y="549125"/>
                  </a:lnTo>
                  <a:lnTo>
                    <a:pt x="5280599" y="544995"/>
                  </a:lnTo>
                  <a:lnTo>
                    <a:pt x="5285590" y="544995"/>
                  </a:lnTo>
                  <a:lnTo>
                    <a:pt x="5290582" y="544995"/>
                  </a:lnTo>
                  <a:lnTo>
                    <a:pt x="5295573" y="544995"/>
                  </a:lnTo>
                  <a:lnTo>
                    <a:pt x="5300564" y="544995"/>
                  </a:lnTo>
                  <a:lnTo>
                    <a:pt x="5305555" y="544995"/>
                  </a:lnTo>
                  <a:lnTo>
                    <a:pt x="5305555" y="540847"/>
                  </a:lnTo>
                  <a:lnTo>
                    <a:pt x="5310546" y="540847"/>
                  </a:lnTo>
                  <a:lnTo>
                    <a:pt x="5315537" y="540847"/>
                  </a:lnTo>
                  <a:lnTo>
                    <a:pt x="5320528" y="540847"/>
                  </a:lnTo>
                  <a:lnTo>
                    <a:pt x="5325519" y="540847"/>
                  </a:lnTo>
                  <a:lnTo>
                    <a:pt x="5330510" y="540847"/>
                  </a:lnTo>
                  <a:lnTo>
                    <a:pt x="5335502" y="540847"/>
                  </a:lnTo>
                  <a:lnTo>
                    <a:pt x="5340493" y="540847"/>
                  </a:lnTo>
                  <a:lnTo>
                    <a:pt x="5340493" y="536677"/>
                  </a:lnTo>
                  <a:lnTo>
                    <a:pt x="5345484" y="536677"/>
                  </a:lnTo>
                  <a:lnTo>
                    <a:pt x="5350475" y="536677"/>
                  </a:lnTo>
                  <a:lnTo>
                    <a:pt x="5355466" y="536677"/>
                  </a:lnTo>
                  <a:lnTo>
                    <a:pt x="5360457" y="536677"/>
                  </a:lnTo>
                  <a:lnTo>
                    <a:pt x="5365448" y="536677"/>
                  </a:lnTo>
                  <a:lnTo>
                    <a:pt x="5370439" y="536677"/>
                  </a:lnTo>
                  <a:lnTo>
                    <a:pt x="5375431" y="536677"/>
                  </a:lnTo>
                  <a:lnTo>
                    <a:pt x="5380422" y="536677"/>
                  </a:lnTo>
                  <a:lnTo>
                    <a:pt x="5385413" y="536677"/>
                  </a:lnTo>
                  <a:lnTo>
                    <a:pt x="5390404" y="536677"/>
                  </a:lnTo>
                  <a:lnTo>
                    <a:pt x="5390404" y="532478"/>
                  </a:lnTo>
                  <a:lnTo>
                    <a:pt x="5395395" y="532478"/>
                  </a:lnTo>
                  <a:lnTo>
                    <a:pt x="5400386" y="532478"/>
                  </a:lnTo>
                  <a:lnTo>
                    <a:pt x="5405377" y="532478"/>
                  </a:lnTo>
                  <a:lnTo>
                    <a:pt x="5410368" y="532478"/>
                  </a:lnTo>
                  <a:lnTo>
                    <a:pt x="5415359" y="532478"/>
                  </a:lnTo>
                  <a:lnTo>
                    <a:pt x="5420351" y="532478"/>
                  </a:lnTo>
                  <a:lnTo>
                    <a:pt x="5425342" y="532478"/>
                  </a:lnTo>
                  <a:lnTo>
                    <a:pt x="5430333" y="532478"/>
                  </a:lnTo>
                  <a:lnTo>
                    <a:pt x="5435324" y="532478"/>
                  </a:lnTo>
                  <a:lnTo>
                    <a:pt x="5440315" y="532478"/>
                  </a:lnTo>
                  <a:lnTo>
                    <a:pt x="5445306" y="532478"/>
                  </a:lnTo>
                  <a:lnTo>
                    <a:pt x="5450297" y="532478"/>
                  </a:lnTo>
                  <a:lnTo>
                    <a:pt x="5455288" y="532478"/>
                  </a:lnTo>
                  <a:lnTo>
                    <a:pt x="5460279" y="532478"/>
                  </a:lnTo>
                  <a:lnTo>
                    <a:pt x="5465271" y="532478"/>
                  </a:lnTo>
                  <a:lnTo>
                    <a:pt x="5470262" y="532478"/>
                  </a:lnTo>
                  <a:lnTo>
                    <a:pt x="5470262" y="528224"/>
                  </a:lnTo>
                  <a:lnTo>
                    <a:pt x="5475253" y="528224"/>
                  </a:lnTo>
                  <a:lnTo>
                    <a:pt x="5480244" y="528224"/>
                  </a:lnTo>
                  <a:lnTo>
                    <a:pt x="5485235" y="528224"/>
                  </a:lnTo>
                  <a:lnTo>
                    <a:pt x="5490226" y="528224"/>
                  </a:lnTo>
                  <a:lnTo>
                    <a:pt x="5495217" y="528224"/>
                  </a:lnTo>
                  <a:lnTo>
                    <a:pt x="5495217" y="523953"/>
                  </a:lnTo>
                  <a:lnTo>
                    <a:pt x="5500208" y="523953"/>
                  </a:lnTo>
                  <a:lnTo>
                    <a:pt x="5505200" y="523953"/>
                  </a:lnTo>
                  <a:lnTo>
                    <a:pt x="5510191" y="523953"/>
                  </a:lnTo>
                  <a:lnTo>
                    <a:pt x="5515182" y="523953"/>
                  </a:lnTo>
                  <a:lnTo>
                    <a:pt x="5520173" y="523953"/>
                  </a:lnTo>
                  <a:lnTo>
                    <a:pt x="5525164" y="523953"/>
                  </a:lnTo>
                  <a:lnTo>
                    <a:pt x="5525164" y="519663"/>
                  </a:lnTo>
                  <a:lnTo>
                    <a:pt x="5530155" y="519663"/>
                  </a:lnTo>
                  <a:lnTo>
                    <a:pt x="5535146" y="519663"/>
                  </a:lnTo>
                  <a:lnTo>
                    <a:pt x="5535146" y="515372"/>
                  </a:lnTo>
                  <a:lnTo>
                    <a:pt x="5540137" y="515372"/>
                  </a:lnTo>
                  <a:lnTo>
                    <a:pt x="5545128" y="515372"/>
                  </a:lnTo>
                  <a:lnTo>
                    <a:pt x="5545128" y="511070"/>
                  </a:lnTo>
                  <a:lnTo>
                    <a:pt x="5550120" y="511070"/>
                  </a:lnTo>
                  <a:lnTo>
                    <a:pt x="5550120" y="506767"/>
                  </a:lnTo>
                  <a:lnTo>
                    <a:pt x="5555111" y="506767"/>
                  </a:lnTo>
                  <a:lnTo>
                    <a:pt x="5555111" y="502464"/>
                  </a:lnTo>
                  <a:lnTo>
                    <a:pt x="5560102" y="502464"/>
                  </a:lnTo>
                  <a:lnTo>
                    <a:pt x="5565093" y="502464"/>
                  </a:lnTo>
                  <a:lnTo>
                    <a:pt x="5565093" y="498159"/>
                  </a:lnTo>
                  <a:lnTo>
                    <a:pt x="5570084" y="498159"/>
                  </a:lnTo>
                  <a:lnTo>
                    <a:pt x="5575075" y="498159"/>
                  </a:lnTo>
                  <a:lnTo>
                    <a:pt x="5575075" y="493846"/>
                  </a:lnTo>
                  <a:lnTo>
                    <a:pt x="5580066" y="493846"/>
                  </a:lnTo>
                  <a:lnTo>
                    <a:pt x="5585057" y="493846"/>
                  </a:lnTo>
                  <a:lnTo>
                    <a:pt x="5590048" y="493846"/>
                  </a:lnTo>
                  <a:lnTo>
                    <a:pt x="5595040" y="493846"/>
                  </a:lnTo>
                  <a:lnTo>
                    <a:pt x="5600031" y="493846"/>
                  </a:lnTo>
                  <a:lnTo>
                    <a:pt x="5600031" y="485179"/>
                  </a:lnTo>
                  <a:lnTo>
                    <a:pt x="5605022" y="485179"/>
                  </a:lnTo>
                  <a:lnTo>
                    <a:pt x="5610013" y="485179"/>
                  </a:lnTo>
                  <a:lnTo>
                    <a:pt x="5615004" y="485179"/>
                  </a:lnTo>
                  <a:lnTo>
                    <a:pt x="5619995" y="485179"/>
                  </a:lnTo>
                  <a:lnTo>
                    <a:pt x="5624986" y="485179"/>
                  </a:lnTo>
                  <a:lnTo>
                    <a:pt x="5629977" y="485179"/>
                  </a:lnTo>
                  <a:lnTo>
                    <a:pt x="5634968" y="485179"/>
                  </a:lnTo>
                  <a:lnTo>
                    <a:pt x="5639960" y="485179"/>
                  </a:lnTo>
                  <a:lnTo>
                    <a:pt x="5639960" y="480811"/>
                  </a:lnTo>
                  <a:lnTo>
                    <a:pt x="5644951" y="480811"/>
                  </a:lnTo>
                  <a:lnTo>
                    <a:pt x="5649942" y="480811"/>
                  </a:lnTo>
                  <a:lnTo>
                    <a:pt x="5654933" y="480811"/>
                  </a:lnTo>
                  <a:lnTo>
                    <a:pt x="5659924" y="480811"/>
                  </a:lnTo>
                  <a:lnTo>
                    <a:pt x="5659924" y="476425"/>
                  </a:lnTo>
                  <a:lnTo>
                    <a:pt x="5664915" y="476425"/>
                  </a:lnTo>
                  <a:lnTo>
                    <a:pt x="5669906" y="476425"/>
                  </a:lnTo>
                  <a:lnTo>
                    <a:pt x="5674897" y="476425"/>
                  </a:lnTo>
                  <a:lnTo>
                    <a:pt x="5679889" y="476425"/>
                  </a:lnTo>
                  <a:lnTo>
                    <a:pt x="5679889" y="463252"/>
                  </a:lnTo>
                  <a:lnTo>
                    <a:pt x="5684880" y="463252"/>
                  </a:lnTo>
                  <a:lnTo>
                    <a:pt x="5689871" y="463252"/>
                  </a:lnTo>
                  <a:lnTo>
                    <a:pt x="5694862" y="463252"/>
                  </a:lnTo>
                  <a:lnTo>
                    <a:pt x="5699853" y="463252"/>
                  </a:lnTo>
                  <a:lnTo>
                    <a:pt x="5704844" y="463252"/>
                  </a:lnTo>
                  <a:lnTo>
                    <a:pt x="5709835" y="463252"/>
                  </a:lnTo>
                  <a:lnTo>
                    <a:pt x="5709835" y="458844"/>
                  </a:lnTo>
                  <a:lnTo>
                    <a:pt x="5714826" y="458844"/>
                  </a:lnTo>
                  <a:lnTo>
                    <a:pt x="5719817" y="458844"/>
                  </a:lnTo>
                  <a:lnTo>
                    <a:pt x="5729800" y="458844"/>
                  </a:lnTo>
                  <a:lnTo>
                    <a:pt x="5734791" y="458844"/>
                  </a:lnTo>
                  <a:lnTo>
                    <a:pt x="5739782" y="458844"/>
                  </a:lnTo>
                  <a:lnTo>
                    <a:pt x="5744773" y="458844"/>
                  </a:lnTo>
                  <a:lnTo>
                    <a:pt x="5749764" y="458844"/>
                  </a:lnTo>
                  <a:lnTo>
                    <a:pt x="5754755" y="458844"/>
                  </a:lnTo>
                  <a:lnTo>
                    <a:pt x="5759746" y="458844"/>
                  </a:lnTo>
                  <a:lnTo>
                    <a:pt x="5764737" y="458844"/>
                  </a:lnTo>
                  <a:lnTo>
                    <a:pt x="5769729" y="458844"/>
                  </a:lnTo>
                  <a:lnTo>
                    <a:pt x="5774720" y="458844"/>
                  </a:lnTo>
                  <a:lnTo>
                    <a:pt x="5779711" y="458844"/>
                  </a:lnTo>
                  <a:lnTo>
                    <a:pt x="5779711" y="454389"/>
                  </a:lnTo>
                  <a:lnTo>
                    <a:pt x="5784702" y="454389"/>
                  </a:lnTo>
                  <a:lnTo>
                    <a:pt x="5784702" y="449932"/>
                  </a:lnTo>
                  <a:lnTo>
                    <a:pt x="5789693" y="449932"/>
                  </a:lnTo>
                  <a:lnTo>
                    <a:pt x="5794684" y="449932"/>
                  </a:lnTo>
                  <a:lnTo>
                    <a:pt x="5794684" y="445472"/>
                  </a:lnTo>
                  <a:lnTo>
                    <a:pt x="5799675" y="445472"/>
                  </a:lnTo>
                  <a:lnTo>
                    <a:pt x="5804666" y="445472"/>
                  </a:lnTo>
                  <a:lnTo>
                    <a:pt x="5814649" y="445472"/>
                  </a:lnTo>
                  <a:lnTo>
                    <a:pt x="5814649" y="441008"/>
                  </a:lnTo>
                  <a:lnTo>
                    <a:pt x="5819640" y="441008"/>
                  </a:lnTo>
                  <a:lnTo>
                    <a:pt x="5824631" y="441008"/>
                  </a:lnTo>
                  <a:lnTo>
                    <a:pt x="5829622" y="441008"/>
                  </a:lnTo>
                  <a:lnTo>
                    <a:pt x="5834613" y="441008"/>
                  </a:lnTo>
                  <a:lnTo>
                    <a:pt x="5839604" y="441008"/>
                  </a:lnTo>
                  <a:lnTo>
                    <a:pt x="5844595" y="441008"/>
                  </a:lnTo>
                  <a:lnTo>
                    <a:pt x="5844595" y="436525"/>
                  </a:lnTo>
                  <a:lnTo>
                    <a:pt x="5849586" y="436525"/>
                  </a:lnTo>
                  <a:lnTo>
                    <a:pt x="5854578" y="436525"/>
                  </a:lnTo>
                  <a:lnTo>
                    <a:pt x="5859569" y="436525"/>
                  </a:lnTo>
                  <a:lnTo>
                    <a:pt x="5864560" y="436525"/>
                  </a:lnTo>
                  <a:lnTo>
                    <a:pt x="5869551" y="436525"/>
                  </a:lnTo>
                  <a:lnTo>
                    <a:pt x="5874542" y="436525"/>
                  </a:lnTo>
                  <a:lnTo>
                    <a:pt x="5874542" y="432030"/>
                  </a:lnTo>
                  <a:lnTo>
                    <a:pt x="5879533" y="432030"/>
                  </a:lnTo>
                  <a:lnTo>
                    <a:pt x="5884524" y="432030"/>
                  </a:lnTo>
                  <a:lnTo>
                    <a:pt x="5884524" y="427530"/>
                  </a:lnTo>
                  <a:lnTo>
                    <a:pt x="5889515" y="427530"/>
                  </a:lnTo>
                  <a:lnTo>
                    <a:pt x="5894506" y="427530"/>
                  </a:lnTo>
                  <a:lnTo>
                    <a:pt x="5899498" y="427530"/>
                  </a:lnTo>
                  <a:lnTo>
                    <a:pt x="5904489" y="427530"/>
                  </a:lnTo>
                  <a:lnTo>
                    <a:pt x="5904489" y="423022"/>
                  </a:lnTo>
                  <a:lnTo>
                    <a:pt x="5909480" y="423022"/>
                  </a:lnTo>
                  <a:lnTo>
                    <a:pt x="5914471" y="423022"/>
                  </a:lnTo>
                  <a:lnTo>
                    <a:pt x="5919462" y="423022"/>
                  </a:lnTo>
                  <a:lnTo>
                    <a:pt x="5924453" y="423022"/>
                  </a:lnTo>
                  <a:lnTo>
                    <a:pt x="5929444" y="423022"/>
                  </a:lnTo>
                  <a:lnTo>
                    <a:pt x="5929444" y="418491"/>
                  </a:lnTo>
                  <a:lnTo>
                    <a:pt x="5934435" y="418491"/>
                  </a:lnTo>
                  <a:lnTo>
                    <a:pt x="5939427" y="418491"/>
                  </a:lnTo>
                  <a:lnTo>
                    <a:pt x="5944418" y="418491"/>
                  </a:lnTo>
                  <a:lnTo>
                    <a:pt x="5949409" y="418491"/>
                  </a:lnTo>
                  <a:lnTo>
                    <a:pt x="5954400" y="418491"/>
                  </a:lnTo>
                  <a:lnTo>
                    <a:pt x="5959391" y="418491"/>
                  </a:lnTo>
                  <a:lnTo>
                    <a:pt x="5964382" y="418491"/>
                  </a:lnTo>
                  <a:lnTo>
                    <a:pt x="5969373" y="418491"/>
                  </a:lnTo>
                  <a:lnTo>
                    <a:pt x="5974364" y="418491"/>
                  </a:lnTo>
                  <a:lnTo>
                    <a:pt x="5984347" y="418491"/>
                  </a:lnTo>
                  <a:lnTo>
                    <a:pt x="5994329" y="418491"/>
                  </a:lnTo>
                  <a:lnTo>
                    <a:pt x="5999320" y="418491"/>
                  </a:lnTo>
                  <a:lnTo>
                    <a:pt x="6004311" y="418491"/>
                  </a:lnTo>
                  <a:lnTo>
                    <a:pt x="6009302" y="418491"/>
                  </a:lnTo>
                  <a:lnTo>
                    <a:pt x="6014293" y="418491"/>
                  </a:lnTo>
                  <a:lnTo>
                    <a:pt x="6019284" y="418491"/>
                  </a:lnTo>
                  <a:lnTo>
                    <a:pt x="6024275" y="418491"/>
                  </a:lnTo>
                  <a:lnTo>
                    <a:pt x="6029267" y="418491"/>
                  </a:lnTo>
                  <a:lnTo>
                    <a:pt x="6034258" y="418491"/>
                  </a:lnTo>
                  <a:lnTo>
                    <a:pt x="6039249" y="418491"/>
                  </a:lnTo>
                  <a:lnTo>
                    <a:pt x="6044240" y="418491"/>
                  </a:lnTo>
                  <a:lnTo>
                    <a:pt x="6049231" y="418491"/>
                  </a:lnTo>
                  <a:lnTo>
                    <a:pt x="6054222" y="418491"/>
                  </a:lnTo>
                  <a:lnTo>
                    <a:pt x="6059213" y="418491"/>
                  </a:lnTo>
                  <a:lnTo>
                    <a:pt x="6059213" y="413889"/>
                  </a:lnTo>
                  <a:lnTo>
                    <a:pt x="6064204" y="413889"/>
                  </a:lnTo>
                  <a:lnTo>
                    <a:pt x="6069196" y="413889"/>
                  </a:lnTo>
                  <a:lnTo>
                    <a:pt x="6074187" y="413889"/>
                  </a:lnTo>
                  <a:lnTo>
                    <a:pt x="6079178" y="413889"/>
                  </a:lnTo>
                  <a:lnTo>
                    <a:pt x="6079178" y="409270"/>
                  </a:lnTo>
                  <a:lnTo>
                    <a:pt x="6084169" y="409270"/>
                  </a:lnTo>
                  <a:lnTo>
                    <a:pt x="6089160" y="409270"/>
                  </a:lnTo>
                  <a:lnTo>
                    <a:pt x="6094151" y="409270"/>
                  </a:lnTo>
                  <a:lnTo>
                    <a:pt x="6099142" y="409270"/>
                  </a:lnTo>
                  <a:lnTo>
                    <a:pt x="6104133" y="409270"/>
                  </a:lnTo>
                  <a:lnTo>
                    <a:pt x="6109124" y="409270"/>
                  </a:lnTo>
                  <a:lnTo>
                    <a:pt x="6114116" y="409270"/>
                  </a:lnTo>
                  <a:lnTo>
                    <a:pt x="6119107" y="409270"/>
                  </a:lnTo>
                  <a:lnTo>
                    <a:pt x="6124098" y="409270"/>
                  </a:lnTo>
                  <a:lnTo>
                    <a:pt x="6129089" y="409270"/>
                  </a:lnTo>
                  <a:lnTo>
                    <a:pt x="6134080" y="409270"/>
                  </a:lnTo>
                  <a:lnTo>
                    <a:pt x="6134080" y="404610"/>
                  </a:lnTo>
                  <a:lnTo>
                    <a:pt x="6139071" y="404610"/>
                  </a:lnTo>
                  <a:lnTo>
                    <a:pt x="6144062" y="404610"/>
                  </a:lnTo>
                  <a:lnTo>
                    <a:pt x="6144062" y="399935"/>
                  </a:lnTo>
                  <a:lnTo>
                    <a:pt x="6149053" y="399935"/>
                  </a:lnTo>
                  <a:lnTo>
                    <a:pt x="6154044" y="399935"/>
                  </a:lnTo>
                  <a:lnTo>
                    <a:pt x="6159036" y="399935"/>
                  </a:lnTo>
                  <a:lnTo>
                    <a:pt x="6164027" y="399935"/>
                  </a:lnTo>
                  <a:lnTo>
                    <a:pt x="6169018" y="399935"/>
                  </a:lnTo>
                  <a:lnTo>
                    <a:pt x="6174009" y="399935"/>
                  </a:lnTo>
                  <a:lnTo>
                    <a:pt x="6179000" y="399935"/>
                  </a:lnTo>
                  <a:lnTo>
                    <a:pt x="6183991" y="399935"/>
                  </a:lnTo>
                  <a:lnTo>
                    <a:pt x="6188982" y="399935"/>
                  </a:lnTo>
                  <a:lnTo>
                    <a:pt x="6188982" y="395215"/>
                  </a:lnTo>
                  <a:lnTo>
                    <a:pt x="6193973" y="395215"/>
                  </a:lnTo>
                  <a:lnTo>
                    <a:pt x="6198965" y="395215"/>
                  </a:lnTo>
                  <a:lnTo>
                    <a:pt x="6203956" y="395215"/>
                  </a:lnTo>
                  <a:lnTo>
                    <a:pt x="6208947" y="395215"/>
                  </a:lnTo>
                  <a:lnTo>
                    <a:pt x="6213938" y="395215"/>
                  </a:lnTo>
                  <a:lnTo>
                    <a:pt x="6218929" y="395215"/>
                  </a:lnTo>
                  <a:lnTo>
                    <a:pt x="6228911" y="395215"/>
                  </a:lnTo>
                  <a:lnTo>
                    <a:pt x="6233902" y="395215"/>
                  </a:lnTo>
                  <a:lnTo>
                    <a:pt x="6238893" y="395215"/>
                  </a:lnTo>
                  <a:lnTo>
                    <a:pt x="6243885" y="395215"/>
                  </a:lnTo>
                  <a:lnTo>
                    <a:pt x="6248876" y="395215"/>
                  </a:lnTo>
                  <a:lnTo>
                    <a:pt x="6253867" y="395215"/>
                  </a:lnTo>
                  <a:lnTo>
                    <a:pt x="6258858" y="395215"/>
                  </a:lnTo>
                  <a:lnTo>
                    <a:pt x="6263849" y="395215"/>
                  </a:lnTo>
                  <a:lnTo>
                    <a:pt x="6263849" y="390455"/>
                  </a:lnTo>
                  <a:lnTo>
                    <a:pt x="6268840" y="390455"/>
                  </a:lnTo>
                  <a:lnTo>
                    <a:pt x="6273831" y="390455"/>
                  </a:lnTo>
                  <a:lnTo>
                    <a:pt x="6273831" y="385685"/>
                  </a:lnTo>
                  <a:lnTo>
                    <a:pt x="6278822" y="385685"/>
                  </a:lnTo>
                  <a:lnTo>
                    <a:pt x="6283813" y="385685"/>
                  </a:lnTo>
                  <a:lnTo>
                    <a:pt x="6283813" y="380906"/>
                  </a:lnTo>
                  <a:lnTo>
                    <a:pt x="6288805" y="380906"/>
                  </a:lnTo>
                  <a:lnTo>
                    <a:pt x="6293796" y="380906"/>
                  </a:lnTo>
                  <a:lnTo>
                    <a:pt x="6298787" y="380906"/>
                  </a:lnTo>
                  <a:lnTo>
                    <a:pt x="6303778" y="380906"/>
                  </a:lnTo>
                  <a:lnTo>
                    <a:pt x="6308769" y="380906"/>
                  </a:lnTo>
                  <a:lnTo>
                    <a:pt x="6313760" y="380906"/>
                  </a:lnTo>
                  <a:lnTo>
                    <a:pt x="6318751" y="380906"/>
                  </a:lnTo>
                  <a:lnTo>
                    <a:pt x="6318751" y="376100"/>
                  </a:lnTo>
                  <a:lnTo>
                    <a:pt x="6323742" y="376100"/>
                  </a:lnTo>
                  <a:lnTo>
                    <a:pt x="6328734" y="376100"/>
                  </a:lnTo>
                  <a:lnTo>
                    <a:pt x="6333725" y="376100"/>
                  </a:lnTo>
                  <a:lnTo>
                    <a:pt x="6338716" y="376100"/>
                  </a:lnTo>
                  <a:lnTo>
                    <a:pt x="6338716" y="371285"/>
                  </a:lnTo>
                  <a:lnTo>
                    <a:pt x="6343707" y="371285"/>
                  </a:lnTo>
                  <a:lnTo>
                    <a:pt x="6348698" y="371285"/>
                  </a:lnTo>
                  <a:lnTo>
                    <a:pt x="6353689" y="371285"/>
                  </a:lnTo>
                  <a:lnTo>
                    <a:pt x="6358680" y="371285"/>
                  </a:lnTo>
                  <a:lnTo>
                    <a:pt x="6363671" y="371285"/>
                  </a:lnTo>
                  <a:lnTo>
                    <a:pt x="6368662" y="371285"/>
                  </a:lnTo>
                  <a:lnTo>
                    <a:pt x="6373654" y="371285"/>
                  </a:lnTo>
                  <a:lnTo>
                    <a:pt x="6378645" y="371285"/>
                  </a:lnTo>
                  <a:lnTo>
                    <a:pt x="6378645" y="366447"/>
                  </a:lnTo>
                  <a:lnTo>
                    <a:pt x="6383636" y="366447"/>
                  </a:lnTo>
                  <a:lnTo>
                    <a:pt x="6383636" y="361601"/>
                  </a:lnTo>
                  <a:lnTo>
                    <a:pt x="6388627" y="361601"/>
                  </a:lnTo>
                  <a:lnTo>
                    <a:pt x="6393618" y="361601"/>
                  </a:lnTo>
                  <a:lnTo>
                    <a:pt x="6398609" y="361601"/>
                  </a:lnTo>
                  <a:lnTo>
                    <a:pt x="6403600" y="361601"/>
                  </a:lnTo>
                  <a:lnTo>
                    <a:pt x="6408591" y="361601"/>
                  </a:lnTo>
                  <a:lnTo>
                    <a:pt x="6413582" y="361601"/>
                  </a:lnTo>
                  <a:lnTo>
                    <a:pt x="6418574" y="361601"/>
                  </a:lnTo>
                  <a:lnTo>
                    <a:pt x="6423565" y="361601"/>
                  </a:lnTo>
                  <a:lnTo>
                    <a:pt x="6428556" y="361601"/>
                  </a:lnTo>
                  <a:lnTo>
                    <a:pt x="6433547" y="361601"/>
                  </a:lnTo>
                  <a:lnTo>
                    <a:pt x="6438538" y="361601"/>
                  </a:lnTo>
                  <a:lnTo>
                    <a:pt x="6443529" y="361601"/>
                  </a:lnTo>
                  <a:lnTo>
                    <a:pt x="6448520" y="361601"/>
                  </a:lnTo>
                  <a:lnTo>
                    <a:pt x="6453511" y="361601"/>
                  </a:lnTo>
                  <a:lnTo>
                    <a:pt x="6453511" y="356707"/>
                  </a:lnTo>
                  <a:lnTo>
                    <a:pt x="6458502" y="356707"/>
                  </a:lnTo>
                  <a:lnTo>
                    <a:pt x="6463494" y="356707"/>
                  </a:lnTo>
                  <a:lnTo>
                    <a:pt x="6468485" y="356707"/>
                  </a:lnTo>
                  <a:lnTo>
                    <a:pt x="6478467" y="356707"/>
                  </a:lnTo>
                  <a:lnTo>
                    <a:pt x="6483458" y="356707"/>
                  </a:lnTo>
                  <a:lnTo>
                    <a:pt x="6488449" y="356707"/>
                  </a:lnTo>
                  <a:lnTo>
                    <a:pt x="6493440" y="356707"/>
                  </a:lnTo>
                  <a:lnTo>
                    <a:pt x="6493440" y="351791"/>
                  </a:lnTo>
                  <a:lnTo>
                    <a:pt x="6498431" y="351791"/>
                  </a:lnTo>
                  <a:lnTo>
                    <a:pt x="6503423" y="351791"/>
                  </a:lnTo>
                  <a:lnTo>
                    <a:pt x="6508414" y="351791"/>
                  </a:lnTo>
                  <a:lnTo>
                    <a:pt x="6513405" y="351791"/>
                  </a:lnTo>
                  <a:lnTo>
                    <a:pt x="6518396" y="351791"/>
                  </a:lnTo>
                  <a:lnTo>
                    <a:pt x="6523387" y="351791"/>
                  </a:lnTo>
                  <a:lnTo>
                    <a:pt x="6528378" y="351791"/>
                  </a:lnTo>
                  <a:lnTo>
                    <a:pt x="6533369" y="351791"/>
                  </a:lnTo>
                  <a:lnTo>
                    <a:pt x="6538360" y="351791"/>
                  </a:lnTo>
                  <a:lnTo>
                    <a:pt x="6543351" y="351791"/>
                  </a:lnTo>
                  <a:lnTo>
                    <a:pt x="6548343" y="351791"/>
                  </a:lnTo>
                  <a:lnTo>
                    <a:pt x="6553334" y="351791"/>
                  </a:lnTo>
                  <a:lnTo>
                    <a:pt x="6558325" y="351791"/>
                  </a:lnTo>
                  <a:lnTo>
                    <a:pt x="6563316" y="351791"/>
                  </a:lnTo>
                  <a:lnTo>
                    <a:pt x="6568307" y="351791"/>
                  </a:lnTo>
                  <a:lnTo>
                    <a:pt x="6573298" y="351791"/>
                  </a:lnTo>
                  <a:lnTo>
                    <a:pt x="6578289" y="351791"/>
                  </a:lnTo>
                  <a:lnTo>
                    <a:pt x="6583280" y="351791"/>
                  </a:lnTo>
                  <a:lnTo>
                    <a:pt x="6583280" y="346810"/>
                  </a:lnTo>
                  <a:lnTo>
                    <a:pt x="6588271" y="346810"/>
                  </a:lnTo>
                  <a:lnTo>
                    <a:pt x="6588271" y="341822"/>
                  </a:lnTo>
                  <a:lnTo>
                    <a:pt x="6593263" y="341822"/>
                  </a:lnTo>
                  <a:lnTo>
                    <a:pt x="6598254" y="341822"/>
                  </a:lnTo>
                  <a:lnTo>
                    <a:pt x="6603245" y="341822"/>
                  </a:lnTo>
                  <a:lnTo>
                    <a:pt x="6608236" y="341822"/>
                  </a:lnTo>
                  <a:lnTo>
                    <a:pt x="6613227" y="341822"/>
                  </a:lnTo>
                  <a:lnTo>
                    <a:pt x="6613227" y="336816"/>
                  </a:lnTo>
                  <a:lnTo>
                    <a:pt x="6623209" y="336816"/>
                  </a:lnTo>
                  <a:lnTo>
                    <a:pt x="6628200" y="336816"/>
                  </a:lnTo>
                  <a:lnTo>
                    <a:pt x="6633192" y="336816"/>
                  </a:lnTo>
                  <a:lnTo>
                    <a:pt x="6638183" y="336816"/>
                  </a:lnTo>
                  <a:lnTo>
                    <a:pt x="6643174" y="336816"/>
                  </a:lnTo>
                  <a:lnTo>
                    <a:pt x="6648165" y="336816"/>
                  </a:lnTo>
                  <a:lnTo>
                    <a:pt x="6653156" y="336816"/>
                  </a:lnTo>
                  <a:lnTo>
                    <a:pt x="6658147" y="336816"/>
                  </a:lnTo>
                  <a:lnTo>
                    <a:pt x="6663138" y="336816"/>
                  </a:lnTo>
                  <a:lnTo>
                    <a:pt x="6668129" y="336816"/>
                  </a:lnTo>
                  <a:lnTo>
                    <a:pt x="6673120" y="336816"/>
                  </a:lnTo>
                  <a:lnTo>
                    <a:pt x="6678112" y="336816"/>
                  </a:lnTo>
                  <a:lnTo>
                    <a:pt x="6683103" y="336816"/>
                  </a:lnTo>
                  <a:lnTo>
                    <a:pt x="6683103" y="331741"/>
                  </a:lnTo>
                  <a:lnTo>
                    <a:pt x="6688094" y="331741"/>
                  </a:lnTo>
                  <a:lnTo>
                    <a:pt x="6693085" y="331741"/>
                  </a:lnTo>
                  <a:lnTo>
                    <a:pt x="6698076" y="331741"/>
                  </a:lnTo>
                  <a:lnTo>
                    <a:pt x="6703067" y="331741"/>
                  </a:lnTo>
                  <a:lnTo>
                    <a:pt x="6708058" y="331741"/>
                  </a:lnTo>
                  <a:lnTo>
                    <a:pt x="6713049" y="331741"/>
                  </a:lnTo>
                  <a:lnTo>
                    <a:pt x="6718040" y="331741"/>
                  </a:lnTo>
                  <a:lnTo>
                    <a:pt x="6718040" y="326628"/>
                  </a:lnTo>
                  <a:lnTo>
                    <a:pt x="6723032" y="326628"/>
                  </a:lnTo>
                  <a:lnTo>
                    <a:pt x="6728023" y="326628"/>
                  </a:lnTo>
                  <a:lnTo>
                    <a:pt x="6733014" y="326628"/>
                  </a:lnTo>
                  <a:lnTo>
                    <a:pt x="6738005" y="326628"/>
                  </a:lnTo>
                  <a:lnTo>
                    <a:pt x="6738005" y="321506"/>
                  </a:lnTo>
                  <a:lnTo>
                    <a:pt x="6742996" y="321506"/>
                  </a:lnTo>
                  <a:lnTo>
                    <a:pt x="6747987" y="321506"/>
                  </a:lnTo>
                  <a:lnTo>
                    <a:pt x="6752978" y="321506"/>
                  </a:lnTo>
                  <a:lnTo>
                    <a:pt x="6752978" y="316373"/>
                  </a:lnTo>
                  <a:lnTo>
                    <a:pt x="6757969" y="316373"/>
                  </a:lnTo>
                  <a:lnTo>
                    <a:pt x="6757969" y="311238"/>
                  </a:lnTo>
                  <a:lnTo>
                    <a:pt x="6762961" y="311238"/>
                  </a:lnTo>
                  <a:lnTo>
                    <a:pt x="6762961" y="306104"/>
                  </a:lnTo>
                  <a:lnTo>
                    <a:pt x="6767952" y="306104"/>
                  </a:lnTo>
                  <a:lnTo>
                    <a:pt x="6772943" y="306104"/>
                  </a:lnTo>
                  <a:lnTo>
                    <a:pt x="6777934" y="306104"/>
                  </a:lnTo>
                  <a:lnTo>
                    <a:pt x="6782925" y="306104"/>
                  </a:lnTo>
                  <a:lnTo>
                    <a:pt x="6787916" y="306104"/>
                  </a:lnTo>
                  <a:lnTo>
                    <a:pt x="6792907" y="306104"/>
                  </a:lnTo>
                  <a:lnTo>
                    <a:pt x="6797898" y="306104"/>
                  </a:lnTo>
                  <a:lnTo>
                    <a:pt x="6802889" y="306104"/>
                  </a:lnTo>
                  <a:lnTo>
                    <a:pt x="6807881" y="306104"/>
                  </a:lnTo>
                  <a:lnTo>
                    <a:pt x="6812872" y="306104"/>
                  </a:lnTo>
                  <a:lnTo>
                    <a:pt x="6817863" y="306104"/>
                  </a:lnTo>
                  <a:lnTo>
                    <a:pt x="6822854" y="306104"/>
                  </a:lnTo>
                  <a:lnTo>
                    <a:pt x="6827845" y="306104"/>
                  </a:lnTo>
                  <a:lnTo>
                    <a:pt x="6832836" y="306104"/>
                  </a:lnTo>
                  <a:lnTo>
                    <a:pt x="6837827" y="306104"/>
                  </a:lnTo>
                  <a:lnTo>
                    <a:pt x="6842818" y="306104"/>
                  </a:lnTo>
                  <a:lnTo>
                    <a:pt x="6847809" y="306104"/>
                  </a:lnTo>
                  <a:lnTo>
                    <a:pt x="6852801" y="306104"/>
                  </a:lnTo>
                  <a:lnTo>
                    <a:pt x="6862783" y="306104"/>
                  </a:lnTo>
                  <a:lnTo>
                    <a:pt x="6867774" y="306104"/>
                  </a:lnTo>
                  <a:lnTo>
                    <a:pt x="6872765" y="306104"/>
                  </a:lnTo>
                  <a:lnTo>
                    <a:pt x="6877756" y="306104"/>
                  </a:lnTo>
                  <a:lnTo>
                    <a:pt x="6882747" y="306104"/>
                  </a:lnTo>
                  <a:lnTo>
                    <a:pt x="6887738" y="306104"/>
                  </a:lnTo>
                  <a:lnTo>
                    <a:pt x="6892730" y="306104"/>
                  </a:lnTo>
                  <a:lnTo>
                    <a:pt x="6892730" y="300862"/>
                  </a:lnTo>
                  <a:lnTo>
                    <a:pt x="6897721" y="300862"/>
                  </a:lnTo>
                  <a:lnTo>
                    <a:pt x="6902712" y="300862"/>
                  </a:lnTo>
                  <a:lnTo>
                    <a:pt x="6912694" y="300862"/>
                  </a:lnTo>
                  <a:lnTo>
                    <a:pt x="6917685" y="300862"/>
                  </a:lnTo>
                  <a:lnTo>
                    <a:pt x="6922676" y="300862"/>
                  </a:lnTo>
                  <a:lnTo>
                    <a:pt x="6932658" y="300862"/>
                  </a:lnTo>
                  <a:lnTo>
                    <a:pt x="6932658" y="295585"/>
                  </a:lnTo>
                  <a:lnTo>
                    <a:pt x="6937650" y="295585"/>
                  </a:lnTo>
                  <a:lnTo>
                    <a:pt x="6942641" y="295585"/>
                  </a:lnTo>
                  <a:lnTo>
                    <a:pt x="6952623" y="295585"/>
                  </a:lnTo>
                  <a:lnTo>
                    <a:pt x="6957614" y="295585"/>
                  </a:lnTo>
                  <a:lnTo>
                    <a:pt x="6962605" y="295585"/>
                  </a:lnTo>
                  <a:lnTo>
                    <a:pt x="6967596" y="295585"/>
                  </a:lnTo>
                  <a:lnTo>
                    <a:pt x="6972587" y="295585"/>
                  </a:lnTo>
                  <a:lnTo>
                    <a:pt x="6977578" y="295585"/>
                  </a:lnTo>
                  <a:lnTo>
                    <a:pt x="6982570" y="295585"/>
                  </a:lnTo>
                  <a:lnTo>
                    <a:pt x="6987561" y="295585"/>
                  </a:lnTo>
                  <a:lnTo>
                    <a:pt x="6992552" y="295585"/>
                  </a:lnTo>
                  <a:lnTo>
                    <a:pt x="6997543" y="295585"/>
                  </a:lnTo>
                  <a:lnTo>
                    <a:pt x="7002534" y="295585"/>
                  </a:lnTo>
                  <a:lnTo>
                    <a:pt x="7007525" y="295585"/>
                  </a:lnTo>
                  <a:lnTo>
                    <a:pt x="7012516" y="295585"/>
                  </a:lnTo>
                  <a:lnTo>
                    <a:pt x="7017507" y="295585"/>
                  </a:lnTo>
                  <a:lnTo>
                    <a:pt x="7022499" y="295585"/>
                  </a:lnTo>
                  <a:lnTo>
                    <a:pt x="7027490" y="295585"/>
                  </a:lnTo>
                  <a:lnTo>
                    <a:pt x="7032481" y="295585"/>
                  </a:lnTo>
                  <a:lnTo>
                    <a:pt x="7037472" y="295585"/>
                  </a:lnTo>
                  <a:lnTo>
                    <a:pt x="7042463" y="295585"/>
                  </a:lnTo>
                  <a:lnTo>
                    <a:pt x="7042463" y="290212"/>
                  </a:lnTo>
                  <a:lnTo>
                    <a:pt x="7047454" y="290212"/>
                  </a:lnTo>
                  <a:lnTo>
                    <a:pt x="7052445" y="290212"/>
                  </a:lnTo>
                  <a:lnTo>
                    <a:pt x="7057436" y="290212"/>
                  </a:lnTo>
                  <a:lnTo>
                    <a:pt x="7057436" y="284809"/>
                  </a:lnTo>
                  <a:lnTo>
                    <a:pt x="7062427" y="284809"/>
                  </a:lnTo>
                  <a:lnTo>
                    <a:pt x="7062427" y="279405"/>
                  </a:lnTo>
                  <a:lnTo>
                    <a:pt x="7067419" y="279405"/>
                  </a:lnTo>
                  <a:lnTo>
                    <a:pt x="7072410" y="279405"/>
                  </a:lnTo>
                  <a:lnTo>
                    <a:pt x="7077401" y="279405"/>
                  </a:lnTo>
                  <a:lnTo>
                    <a:pt x="7082392" y="279405"/>
                  </a:lnTo>
                  <a:lnTo>
                    <a:pt x="7087383" y="279405"/>
                  </a:lnTo>
                  <a:lnTo>
                    <a:pt x="7092374" y="279405"/>
                  </a:lnTo>
                  <a:lnTo>
                    <a:pt x="7097365" y="279405"/>
                  </a:lnTo>
                  <a:lnTo>
                    <a:pt x="7102356" y="279405"/>
                  </a:lnTo>
                  <a:lnTo>
                    <a:pt x="7107347" y="279405"/>
                  </a:lnTo>
                  <a:lnTo>
                    <a:pt x="7122321" y="279405"/>
                  </a:lnTo>
                  <a:lnTo>
                    <a:pt x="7122321" y="273965"/>
                  </a:lnTo>
                  <a:lnTo>
                    <a:pt x="7127312" y="273965"/>
                  </a:lnTo>
                  <a:lnTo>
                    <a:pt x="7132303" y="273965"/>
                  </a:lnTo>
                  <a:lnTo>
                    <a:pt x="7137294" y="273965"/>
                  </a:lnTo>
                  <a:lnTo>
                    <a:pt x="7142285" y="273965"/>
                  </a:lnTo>
                  <a:lnTo>
                    <a:pt x="7147276" y="273965"/>
                  </a:lnTo>
                  <a:lnTo>
                    <a:pt x="7147276" y="268508"/>
                  </a:lnTo>
                  <a:lnTo>
                    <a:pt x="7152267" y="268508"/>
                  </a:lnTo>
                  <a:lnTo>
                    <a:pt x="7152267" y="257592"/>
                  </a:lnTo>
                  <a:lnTo>
                    <a:pt x="7157259" y="257592"/>
                  </a:lnTo>
                  <a:lnTo>
                    <a:pt x="7157259" y="252127"/>
                  </a:lnTo>
                  <a:lnTo>
                    <a:pt x="7162250" y="252127"/>
                  </a:lnTo>
                  <a:lnTo>
                    <a:pt x="7172232" y="252127"/>
                  </a:lnTo>
                  <a:lnTo>
                    <a:pt x="7177223" y="252127"/>
                  </a:lnTo>
                  <a:lnTo>
                    <a:pt x="7182214" y="252127"/>
                  </a:lnTo>
                  <a:lnTo>
                    <a:pt x="7182214" y="246639"/>
                  </a:lnTo>
                  <a:lnTo>
                    <a:pt x="7187205" y="246639"/>
                  </a:lnTo>
                  <a:lnTo>
                    <a:pt x="7192196" y="246639"/>
                  </a:lnTo>
                  <a:lnTo>
                    <a:pt x="7197188" y="246639"/>
                  </a:lnTo>
                  <a:lnTo>
                    <a:pt x="7202179" y="246639"/>
                  </a:lnTo>
                  <a:lnTo>
                    <a:pt x="7207170" y="246639"/>
                  </a:lnTo>
                  <a:lnTo>
                    <a:pt x="7212161" y="246639"/>
                  </a:lnTo>
                  <a:lnTo>
                    <a:pt x="7217152" y="246639"/>
                  </a:lnTo>
                  <a:lnTo>
                    <a:pt x="7222143" y="246639"/>
                  </a:lnTo>
                  <a:lnTo>
                    <a:pt x="7227134" y="246639"/>
                  </a:lnTo>
                  <a:lnTo>
                    <a:pt x="7232125" y="246639"/>
                  </a:lnTo>
                  <a:lnTo>
                    <a:pt x="7237116" y="246639"/>
                  </a:lnTo>
                  <a:lnTo>
                    <a:pt x="7242108" y="246639"/>
                  </a:lnTo>
                  <a:lnTo>
                    <a:pt x="7247099" y="246639"/>
                  </a:lnTo>
                  <a:lnTo>
                    <a:pt x="7247099" y="235572"/>
                  </a:lnTo>
                  <a:lnTo>
                    <a:pt x="7252090" y="235572"/>
                  </a:lnTo>
                  <a:lnTo>
                    <a:pt x="7257081" y="235572"/>
                  </a:lnTo>
                  <a:lnTo>
                    <a:pt x="7262072" y="235572"/>
                  </a:lnTo>
                  <a:lnTo>
                    <a:pt x="7267063" y="235572"/>
                  </a:lnTo>
                  <a:lnTo>
                    <a:pt x="7272054" y="235572"/>
                  </a:lnTo>
                  <a:lnTo>
                    <a:pt x="7277045" y="235572"/>
                  </a:lnTo>
                  <a:lnTo>
                    <a:pt x="7277045" y="230015"/>
                  </a:lnTo>
                  <a:lnTo>
                    <a:pt x="7287028" y="230015"/>
                  </a:lnTo>
                  <a:lnTo>
                    <a:pt x="7292019" y="230015"/>
                  </a:lnTo>
                  <a:lnTo>
                    <a:pt x="7297010" y="230015"/>
                  </a:lnTo>
                  <a:lnTo>
                    <a:pt x="7302001" y="230015"/>
                  </a:lnTo>
                  <a:lnTo>
                    <a:pt x="7311983" y="230015"/>
                  </a:lnTo>
                  <a:lnTo>
                    <a:pt x="7316974" y="230015"/>
                  </a:lnTo>
                  <a:lnTo>
                    <a:pt x="7321965" y="230015"/>
                  </a:lnTo>
                  <a:lnTo>
                    <a:pt x="7326957" y="230015"/>
                  </a:lnTo>
                  <a:lnTo>
                    <a:pt x="7331948" y="230015"/>
                  </a:lnTo>
                  <a:lnTo>
                    <a:pt x="7336939" y="230015"/>
                  </a:lnTo>
                  <a:lnTo>
                    <a:pt x="7346921" y="230015"/>
                  </a:lnTo>
                  <a:lnTo>
                    <a:pt x="7346921" y="224393"/>
                  </a:lnTo>
                  <a:lnTo>
                    <a:pt x="7351912" y="224393"/>
                  </a:lnTo>
                  <a:lnTo>
                    <a:pt x="7351912" y="218768"/>
                  </a:lnTo>
                  <a:lnTo>
                    <a:pt x="7356903" y="218768"/>
                  </a:lnTo>
                  <a:lnTo>
                    <a:pt x="7356903" y="207521"/>
                  </a:lnTo>
                  <a:lnTo>
                    <a:pt x="7361894" y="207521"/>
                  </a:lnTo>
                  <a:lnTo>
                    <a:pt x="7366885" y="207521"/>
                  </a:lnTo>
                  <a:lnTo>
                    <a:pt x="7371877" y="207521"/>
                  </a:lnTo>
                  <a:lnTo>
                    <a:pt x="7376868" y="207521"/>
                  </a:lnTo>
                  <a:lnTo>
                    <a:pt x="7381859" y="207521"/>
                  </a:lnTo>
                  <a:lnTo>
                    <a:pt x="7386850" y="207521"/>
                  </a:lnTo>
                  <a:lnTo>
                    <a:pt x="7391841" y="207521"/>
                  </a:lnTo>
                  <a:lnTo>
                    <a:pt x="7396832" y="207521"/>
                  </a:lnTo>
                  <a:lnTo>
                    <a:pt x="7401823" y="207521"/>
                  </a:lnTo>
                  <a:lnTo>
                    <a:pt x="7406814" y="207521"/>
                  </a:lnTo>
                  <a:lnTo>
                    <a:pt x="7421788" y="207521"/>
                  </a:lnTo>
                  <a:lnTo>
                    <a:pt x="7426779" y="207521"/>
                  </a:lnTo>
                  <a:lnTo>
                    <a:pt x="7426779" y="201829"/>
                  </a:lnTo>
                  <a:lnTo>
                    <a:pt x="7436761" y="201829"/>
                  </a:lnTo>
                  <a:lnTo>
                    <a:pt x="7441752" y="201829"/>
                  </a:lnTo>
                  <a:lnTo>
                    <a:pt x="7446743" y="201829"/>
                  </a:lnTo>
                  <a:lnTo>
                    <a:pt x="7451734" y="201829"/>
                  </a:lnTo>
                  <a:lnTo>
                    <a:pt x="7456726" y="201829"/>
                  </a:lnTo>
                  <a:lnTo>
                    <a:pt x="7461717" y="201829"/>
                  </a:lnTo>
                  <a:lnTo>
                    <a:pt x="7466708" y="201829"/>
                  </a:lnTo>
                  <a:lnTo>
                    <a:pt x="7471699" y="201829"/>
                  </a:lnTo>
                  <a:lnTo>
                    <a:pt x="7476690" y="201829"/>
                  </a:lnTo>
                  <a:lnTo>
                    <a:pt x="7481681" y="201829"/>
                  </a:lnTo>
                  <a:lnTo>
                    <a:pt x="7486672" y="201829"/>
                  </a:lnTo>
                  <a:lnTo>
                    <a:pt x="7486672" y="196094"/>
                  </a:lnTo>
                  <a:lnTo>
                    <a:pt x="7491663" y="196094"/>
                  </a:lnTo>
                  <a:lnTo>
                    <a:pt x="7496654" y="196094"/>
                  </a:lnTo>
                  <a:lnTo>
                    <a:pt x="7496654" y="184593"/>
                  </a:lnTo>
                  <a:lnTo>
                    <a:pt x="7501646" y="184593"/>
                  </a:lnTo>
                  <a:lnTo>
                    <a:pt x="7506637" y="184593"/>
                  </a:lnTo>
                  <a:lnTo>
                    <a:pt x="7511628" y="184593"/>
                  </a:lnTo>
                  <a:lnTo>
                    <a:pt x="7516619" y="184593"/>
                  </a:lnTo>
                  <a:lnTo>
                    <a:pt x="7521610" y="184593"/>
                  </a:lnTo>
                  <a:lnTo>
                    <a:pt x="7521610" y="178801"/>
                  </a:lnTo>
                  <a:lnTo>
                    <a:pt x="7526601" y="178801"/>
                  </a:lnTo>
                  <a:lnTo>
                    <a:pt x="7531592" y="178801"/>
                  </a:lnTo>
                  <a:lnTo>
                    <a:pt x="7536583" y="178801"/>
                  </a:lnTo>
                  <a:lnTo>
                    <a:pt x="7541574" y="178801"/>
                  </a:lnTo>
                  <a:lnTo>
                    <a:pt x="7546566" y="178801"/>
                  </a:lnTo>
                  <a:lnTo>
                    <a:pt x="7551557" y="178801"/>
                  </a:lnTo>
                  <a:lnTo>
                    <a:pt x="7551557" y="172983"/>
                  </a:lnTo>
                  <a:lnTo>
                    <a:pt x="7561539" y="172983"/>
                  </a:lnTo>
                  <a:lnTo>
                    <a:pt x="7566530" y="172983"/>
                  </a:lnTo>
                  <a:lnTo>
                    <a:pt x="7571521" y="172983"/>
                  </a:lnTo>
                  <a:lnTo>
                    <a:pt x="7576512" y="172983"/>
                  </a:lnTo>
                  <a:lnTo>
                    <a:pt x="7581503" y="172983"/>
                  </a:lnTo>
                  <a:lnTo>
                    <a:pt x="7586495" y="172983"/>
                  </a:lnTo>
                  <a:lnTo>
                    <a:pt x="7591486" y="172983"/>
                  </a:lnTo>
                  <a:lnTo>
                    <a:pt x="7596477" y="172983"/>
                  </a:lnTo>
                  <a:lnTo>
                    <a:pt x="7601468" y="172983"/>
                  </a:lnTo>
                  <a:lnTo>
                    <a:pt x="7601468" y="167126"/>
                  </a:lnTo>
                  <a:lnTo>
                    <a:pt x="7606459" y="167126"/>
                  </a:lnTo>
                  <a:lnTo>
                    <a:pt x="7611450" y="167126"/>
                  </a:lnTo>
                  <a:lnTo>
                    <a:pt x="7616441" y="167126"/>
                  </a:lnTo>
                  <a:lnTo>
                    <a:pt x="7621432" y="167126"/>
                  </a:lnTo>
                  <a:lnTo>
                    <a:pt x="7626423" y="167126"/>
                  </a:lnTo>
                  <a:lnTo>
                    <a:pt x="7631415" y="167126"/>
                  </a:lnTo>
                  <a:lnTo>
                    <a:pt x="7636406" y="167126"/>
                  </a:lnTo>
                  <a:lnTo>
                    <a:pt x="7646388" y="167126"/>
                  </a:lnTo>
                  <a:lnTo>
                    <a:pt x="7651379" y="167126"/>
                  </a:lnTo>
                  <a:lnTo>
                    <a:pt x="7656370" y="167126"/>
                  </a:lnTo>
                  <a:lnTo>
                    <a:pt x="7661361" y="167126"/>
                  </a:lnTo>
                  <a:lnTo>
                    <a:pt x="7666352" y="167126"/>
                  </a:lnTo>
                  <a:lnTo>
                    <a:pt x="7671343" y="167126"/>
                  </a:lnTo>
                  <a:lnTo>
                    <a:pt x="7671343" y="161197"/>
                  </a:lnTo>
                  <a:lnTo>
                    <a:pt x="7676335" y="161197"/>
                  </a:lnTo>
                  <a:lnTo>
                    <a:pt x="7681326" y="161197"/>
                  </a:lnTo>
                  <a:lnTo>
                    <a:pt x="7686317" y="161197"/>
                  </a:lnTo>
                  <a:lnTo>
                    <a:pt x="7691308" y="161197"/>
                  </a:lnTo>
                  <a:lnTo>
                    <a:pt x="7696299" y="161197"/>
                  </a:lnTo>
                  <a:lnTo>
                    <a:pt x="7701290" y="161197"/>
                  </a:lnTo>
                  <a:lnTo>
                    <a:pt x="7706281" y="161197"/>
                  </a:lnTo>
                  <a:lnTo>
                    <a:pt x="7711272" y="161197"/>
                  </a:lnTo>
                  <a:lnTo>
                    <a:pt x="7721255" y="161197"/>
                  </a:lnTo>
                  <a:lnTo>
                    <a:pt x="7726246" y="161197"/>
                  </a:lnTo>
                  <a:lnTo>
                    <a:pt x="7726246" y="155204"/>
                  </a:lnTo>
                  <a:lnTo>
                    <a:pt x="7731237" y="155204"/>
                  </a:lnTo>
                  <a:lnTo>
                    <a:pt x="7736228" y="155204"/>
                  </a:lnTo>
                  <a:lnTo>
                    <a:pt x="7741219" y="155204"/>
                  </a:lnTo>
                  <a:lnTo>
                    <a:pt x="7746210" y="155204"/>
                  </a:lnTo>
                  <a:lnTo>
                    <a:pt x="7751201" y="155204"/>
                  </a:lnTo>
                  <a:lnTo>
                    <a:pt x="7761184" y="155204"/>
                  </a:lnTo>
                  <a:lnTo>
                    <a:pt x="7766175" y="155204"/>
                  </a:lnTo>
                  <a:lnTo>
                    <a:pt x="7771166" y="155204"/>
                  </a:lnTo>
                  <a:lnTo>
                    <a:pt x="7776157" y="155204"/>
                  </a:lnTo>
                  <a:lnTo>
                    <a:pt x="7781148" y="155204"/>
                  </a:lnTo>
                  <a:lnTo>
                    <a:pt x="7786139" y="155204"/>
                  </a:lnTo>
                  <a:lnTo>
                    <a:pt x="7791130" y="155204"/>
                  </a:lnTo>
                  <a:lnTo>
                    <a:pt x="7796121" y="155204"/>
                  </a:lnTo>
                  <a:lnTo>
                    <a:pt x="7796121" y="149121"/>
                  </a:lnTo>
                  <a:lnTo>
                    <a:pt x="7801112" y="149121"/>
                  </a:lnTo>
                  <a:lnTo>
                    <a:pt x="7806104" y="149121"/>
                  </a:lnTo>
                  <a:lnTo>
                    <a:pt x="7811095" y="149121"/>
                  </a:lnTo>
                  <a:lnTo>
                    <a:pt x="7811095" y="143021"/>
                  </a:lnTo>
                  <a:lnTo>
                    <a:pt x="7816086" y="143021"/>
                  </a:lnTo>
                  <a:lnTo>
                    <a:pt x="7821077" y="143021"/>
                  </a:lnTo>
                  <a:lnTo>
                    <a:pt x="7826068" y="143021"/>
                  </a:lnTo>
                  <a:lnTo>
                    <a:pt x="7831059" y="143021"/>
                  </a:lnTo>
                  <a:lnTo>
                    <a:pt x="7831059" y="136899"/>
                  </a:lnTo>
                  <a:lnTo>
                    <a:pt x="7841041" y="136899"/>
                  </a:lnTo>
                  <a:lnTo>
                    <a:pt x="7846033" y="136899"/>
                  </a:lnTo>
                  <a:lnTo>
                    <a:pt x="7846033" y="130766"/>
                  </a:lnTo>
                  <a:lnTo>
                    <a:pt x="7851024" y="130766"/>
                  </a:lnTo>
                  <a:lnTo>
                    <a:pt x="7856015" y="130766"/>
                  </a:lnTo>
                  <a:lnTo>
                    <a:pt x="7865997" y="130766"/>
                  </a:lnTo>
                  <a:lnTo>
                    <a:pt x="7870988" y="130766"/>
                  </a:lnTo>
                  <a:lnTo>
                    <a:pt x="7870988" y="118466"/>
                  </a:lnTo>
                  <a:lnTo>
                    <a:pt x="7875979" y="118466"/>
                  </a:lnTo>
                  <a:lnTo>
                    <a:pt x="7875979" y="112314"/>
                  </a:lnTo>
                  <a:lnTo>
                    <a:pt x="7880970" y="112314"/>
                  </a:lnTo>
                  <a:lnTo>
                    <a:pt x="7880970" y="106159"/>
                  </a:lnTo>
                  <a:lnTo>
                    <a:pt x="7890953" y="106159"/>
                  </a:lnTo>
                  <a:lnTo>
                    <a:pt x="7895944" y="106159"/>
                  </a:lnTo>
                  <a:lnTo>
                    <a:pt x="7900935" y="106159"/>
                  </a:lnTo>
                  <a:lnTo>
                    <a:pt x="7905926" y="106159"/>
                  </a:lnTo>
                  <a:lnTo>
                    <a:pt x="7910917" y="106159"/>
                  </a:lnTo>
                  <a:lnTo>
                    <a:pt x="7915908" y="106159"/>
                  </a:lnTo>
                  <a:lnTo>
                    <a:pt x="7925890" y="106159"/>
                  </a:lnTo>
                  <a:lnTo>
                    <a:pt x="7930881" y="106159"/>
                  </a:lnTo>
                  <a:lnTo>
                    <a:pt x="7940864" y="106159"/>
                  </a:lnTo>
                  <a:lnTo>
                    <a:pt x="7945855" y="106159"/>
                  </a:lnTo>
                  <a:lnTo>
                    <a:pt x="7945855" y="99942"/>
                  </a:lnTo>
                  <a:lnTo>
                    <a:pt x="7950846" y="99942"/>
                  </a:lnTo>
                  <a:lnTo>
                    <a:pt x="7955837" y="99942"/>
                  </a:lnTo>
                  <a:lnTo>
                    <a:pt x="7960828" y="99942"/>
                  </a:lnTo>
                  <a:lnTo>
                    <a:pt x="7965819" y="99942"/>
                  </a:lnTo>
                  <a:lnTo>
                    <a:pt x="7970810" y="99942"/>
                  </a:lnTo>
                  <a:lnTo>
                    <a:pt x="7980793" y="99942"/>
                  </a:lnTo>
                  <a:lnTo>
                    <a:pt x="7985784" y="99942"/>
                  </a:lnTo>
                  <a:lnTo>
                    <a:pt x="7990775" y="99942"/>
                  </a:lnTo>
                  <a:lnTo>
                    <a:pt x="7990775" y="93679"/>
                  </a:lnTo>
                  <a:lnTo>
                    <a:pt x="7995766" y="93679"/>
                  </a:lnTo>
                  <a:lnTo>
                    <a:pt x="8000757" y="93679"/>
                  </a:lnTo>
                  <a:lnTo>
                    <a:pt x="8005748" y="93679"/>
                  </a:lnTo>
                  <a:lnTo>
                    <a:pt x="8010739" y="93679"/>
                  </a:lnTo>
                  <a:lnTo>
                    <a:pt x="8015730" y="93679"/>
                  </a:lnTo>
                  <a:lnTo>
                    <a:pt x="8020722" y="93679"/>
                  </a:lnTo>
                  <a:lnTo>
                    <a:pt x="8025713" y="93679"/>
                  </a:lnTo>
                  <a:lnTo>
                    <a:pt x="8030704" y="93679"/>
                  </a:lnTo>
                  <a:lnTo>
                    <a:pt x="8035695" y="93679"/>
                  </a:lnTo>
                  <a:lnTo>
                    <a:pt x="8040686" y="93679"/>
                  </a:lnTo>
                  <a:lnTo>
                    <a:pt x="8045677" y="93679"/>
                  </a:lnTo>
                  <a:lnTo>
                    <a:pt x="8055659" y="93679"/>
                  </a:lnTo>
                  <a:lnTo>
                    <a:pt x="8060650" y="93679"/>
                  </a:lnTo>
                  <a:lnTo>
                    <a:pt x="8070633" y="93679"/>
                  </a:lnTo>
                  <a:lnTo>
                    <a:pt x="8075624" y="93679"/>
                  </a:lnTo>
                  <a:lnTo>
                    <a:pt x="8080615" y="93679"/>
                  </a:lnTo>
                  <a:lnTo>
                    <a:pt x="8085606" y="93679"/>
                  </a:lnTo>
                  <a:lnTo>
                    <a:pt x="8090597" y="93679"/>
                  </a:lnTo>
                  <a:lnTo>
                    <a:pt x="8095588" y="93679"/>
                  </a:lnTo>
                  <a:lnTo>
                    <a:pt x="8095588" y="87318"/>
                  </a:lnTo>
                  <a:lnTo>
                    <a:pt x="8105570" y="87318"/>
                  </a:lnTo>
                  <a:lnTo>
                    <a:pt x="8110562" y="87318"/>
                  </a:lnTo>
                  <a:lnTo>
                    <a:pt x="8115553" y="87318"/>
                  </a:lnTo>
                  <a:lnTo>
                    <a:pt x="8125535" y="87318"/>
                  </a:lnTo>
                  <a:lnTo>
                    <a:pt x="8130526" y="87318"/>
                  </a:lnTo>
                  <a:lnTo>
                    <a:pt x="8130526" y="80908"/>
                  </a:lnTo>
                  <a:lnTo>
                    <a:pt x="8135517" y="80908"/>
                  </a:lnTo>
                  <a:lnTo>
                    <a:pt x="8140508" y="80908"/>
                  </a:lnTo>
                  <a:lnTo>
                    <a:pt x="8145499" y="80908"/>
                  </a:lnTo>
                  <a:lnTo>
                    <a:pt x="8155482" y="80908"/>
                  </a:lnTo>
                  <a:lnTo>
                    <a:pt x="8160473" y="80908"/>
                  </a:lnTo>
                  <a:lnTo>
                    <a:pt x="8160473" y="74478"/>
                  </a:lnTo>
                  <a:lnTo>
                    <a:pt x="8165464" y="74478"/>
                  </a:lnTo>
                  <a:lnTo>
                    <a:pt x="8175446" y="74478"/>
                  </a:lnTo>
                  <a:lnTo>
                    <a:pt x="8180437" y="74478"/>
                  </a:lnTo>
                  <a:lnTo>
                    <a:pt x="8190419" y="74478"/>
                  </a:lnTo>
                  <a:lnTo>
                    <a:pt x="8195411" y="74478"/>
                  </a:lnTo>
                  <a:lnTo>
                    <a:pt x="8195411" y="68031"/>
                  </a:lnTo>
                  <a:lnTo>
                    <a:pt x="8200402" y="68031"/>
                  </a:lnTo>
                  <a:lnTo>
                    <a:pt x="8205393" y="68031"/>
                  </a:lnTo>
                  <a:lnTo>
                    <a:pt x="8215375" y="68031"/>
                  </a:lnTo>
                  <a:lnTo>
                    <a:pt x="8220366" y="68031"/>
                  </a:lnTo>
                  <a:lnTo>
                    <a:pt x="8225357" y="68031"/>
                  </a:lnTo>
                  <a:lnTo>
                    <a:pt x="8225357" y="61573"/>
                  </a:lnTo>
                  <a:lnTo>
                    <a:pt x="8230348" y="61573"/>
                  </a:lnTo>
                  <a:lnTo>
                    <a:pt x="8235339" y="61573"/>
                  </a:lnTo>
                  <a:lnTo>
                    <a:pt x="8240331" y="61573"/>
                  </a:lnTo>
                  <a:lnTo>
                    <a:pt x="8245322" y="61573"/>
                  </a:lnTo>
                  <a:lnTo>
                    <a:pt x="8250313" y="61573"/>
                  </a:lnTo>
                  <a:lnTo>
                    <a:pt x="8260295" y="61573"/>
                  </a:lnTo>
                  <a:lnTo>
                    <a:pt x="8265286" y="61573"/>
                  </a:lnTo>
                  <a:lnTo>
                    <a:pt x="8270277" y="61573"/>
                  </a:lnTo>
                  <a:lnTo>
                    <a:pt x="8275268" y="61573"/>
                  </a:lnTo>
                  <a:lnTo>
                    <a:pt x="8280260" y="61573"/>
                  </a:lnTo>
                  <a:lnTo>
                    <a:pt x="8285251" y="61573"/>
                  </a:lnTo>
                  <a:lnTo>
                    <a:pt x="8290242" y="61573"/>
                  </a:lnTo>
                  <a:lnTo>
                    <a:pt x="8300224" y="61573"/>
                  </a:lnTo>
                  <a:lnTo>
                    <a:pt x="8305215" y="61573"/>
                  </a:lnTo>
                  <a:lnTo>
                    <a:pt x="8310206" y="61573"/>
                  </a:lnTo>
                  <a:lnTo>
                    <a:pt x="8315197" y="61573"/>
                  </a:lnTo>
                  <a:lnTo>
                    <a:pt x="8320188" y="61573"/>
                  </a:lnTo>
                  <a:lnTo>
                    <a:pt x="8325180" y="61573"/>
                  </a:lnTo>
                  <a:lnTo>
                    <a:pt x="8335162" y="61573"/>
                  </a:lnTo>
                  <a:lnTo>
                    <a:pt x="8335162" y="55050"/>
                  </a:lnTo>
                  <a:lnTo>
                    <a:pt x="8340153" y="55050"/>
                  </a:lnTo>
                  <a:lnTo>
                    <a:pt x="8345144" y="55050"/>
                  </a:lnTo>
                  <a:lnTo>
                    <a:pt x="8350135" y="55050"/>
                  </a:lnTo>
                  <a:lnTo>
                    <a:pt x="8355126" y="55050"/>
                  </a:lnTo>
                  <a:lnTo>
                    <a:pt x="8360117" y="55050"/>
                  </a:lnTo>
                  <a:lnTo>
                    <a:pt x="8365108" y="55050"/>
                  </a:lnTo>
                  <a:lnTo>
                    <a:pt x="8370100" y="55050"/>
                  </a:lnTo>
                  <a:lnTo>
                    <a:pt x="8375091" y="55050"/>
                  </a:lnTo>
                  <a:lnTo>
                    <a:pt x="8380082" y="55050"/>
                  </a:lnTo>
                  <a:lnTo>
                    <a:pt x="8390064" y="55050"/>
                  </a:lnTo>
                  <a:lnTo>
                    <a:pt x="8395055" y="55050"/>
                  </a:lnTo>
                  <a:lnTo>
                    <a:pt x="8405037" y="55050"/>
                  </a:lnTo>
                  <a:lnTo>
                    <a:pt x="8410029" y="55050"/>
                  </a:lnTo>
                  <a:lnTo>
                    <a:pt x="8415020" y="55050"/>
                  </a:lnTo>
                  <a:lnTo>
                    <a:pt x="8415020" y="48427"/>
                  </a:lnTo>
                  <a:lnTo>
                    <a:pt x="8420011" y="48427"/>
                  </a:lnTo>
                  <a:lnTo>
                    <a:pt x="8425002" y="48427"/>
                  </a:lnTo>
                  <a:lnTo>
                    <a:pt x="8429993" y="48427"/>
                  </a:lnTo>
                  <a:lnTo>
                    <a:pt x="8434984" y="48427"/>
                  </a:lnTo>
                  <a:lnTo>
                    <a:pt x="8439975" y="48427"/>
                  </a:lnTo>
                  <a:lnTo>
                    <a:pt x="8444966" y="48427"/>
                  </a:lnTo>
                  <a:lnTo>
                    <a:pt x="8454949" y="48427"/>
                  </a:lnTo>
                  <a:lnTo>
                    <a:pt x="8454949" y="41768"/>
                  </a:lnTo>
                  <a:lnTo>
                    <a:pt x="8459940" y="41768"/>
                  </a:lnTo>
                  <a:lnTo>
                    <a:pt x="8464931" y="41768"/>
                  </a:lnTo>
                  <a:lnTo>
                    <a:pt x="8469922" y="41768"/>
                  </a:lnTo>
                  <a:lnTo>
                    <a:pt x="8474913" y="41768"/>
                  </a:lnTo>
                  <a:lnTo>
                    <a:pt x="8479904" y="41768"/>
                  </a:lnTo>
                  <a:lnTo>
                    <a:pt x="8484895" y="41768"/>
                  </a:lnTo>
                  <a:lnTo>
                    <a:pt x="8489886" y="41768"/>
                  </a:lnTo>
                  <a:lnTo>
                    <a:pt x="8499869" y="41768"/>
                  </a:lnTo>
                  <a:lnTo>
                    <a:pt x="8504860" y="41768"/>
                  </a:lnTo>
                  <a:lnTo>
                    <a:pt x="8509851" y="41768"/>
                  </a:lnTo>
                  <a:lnTo>
                    <a:pt x="8514842" y="41768"/>
                  </a:lnTo>
                  <a:lnTo>
                    <a:pt x="8524824" y="41768"/>
                  </a:lnTo>
                  <a:lnTo>
                    <a:pt x="8534806" y="41768"/>
                  </a:lnTo>
                  <a:lnTo>
                    <a:pt x="8539798" y="41768"/>
                  </a:lnTo>
                  <a:lnTo>
                    <a:pt x="8544789" y="41768"/>
                  </a:lnTo>
                  <a:lnTo>
                    <a:pt x="8544789" y="35029"/>
                  </a:lnTo>
                  <a:lnTo>
                    <a:pt x="8549780" y="35029"/>
                  </a:lnTo>
                  <a:lnTo>
                    <a:pt x="8554771" y="35029"/>
                  </a:lnTo>
                  <a:lnTo>
                    <a:pt x="8559762" y="35029"/>
                  </a:lnTo>
                  <a:lnTo>
                    <a:pt x="8564753" y="35029"/>
                  </a:lnTo>
                  <a:lnTo>
                    <a:pt x="8574735" y="35029"/>
                  </a:lnTo>
                  <a:lnTo>
                    <a:pt x="8579726" y="35029"/>
                  </a:lnTo>
                  <a:lnTo>
                    <a:pt x="8584718" y="35029"/>
                  </a:lnTo>
                  <a:lnTo>
                    <a:pt x="8589709" y="35029"/>
                  </a:lnTo>
                  <a:lnTo>
                    <a:pt x="8594700" y="35029"/>
                  </a:lnTo>
                  <a:lnTo>
                    <a:pt x="8614664" y="35029"/>
                  </a:lnTo>
                  <a:lnTo>
                    <a:pt x="8619655" y="35029"/>
                  </a:lnTo>
                  <a:lnTo>
                    <a:pt x="8629638" y="35029"/>
                  </a:lnTo>
                  <a:lnTo>
                    <a:pt x="8634629" y="35029"/>
                  </a:lnTo>
                  <a:lnTo>
                    <a:pt x="8639620" y="35029"/>
                  </a:lnTo>
                  <a:lnTo>
                    <a:pt x="8644611" y="35029"/>
                  </a:lnTo>
                  <a:lnTo>
                    <a:pt x="8649602" y="35029"/>
                  </a:lnTo>
                  <a:lnTo>
                    <a:pt x="8654593" y="35029"/>
                  </a:lnTo>
                  <a:lnTo>
                    <a:pt x="8659584" y="35029"/>
                  </a:lnTo>
                  <a:lnTo>
                    <a:pt x="8659584" y="28163"/>
                  </a:lnTo>
                  <a:lnTo>
                    <a:pt x="8664575" y="28163"/>
                  </a:lnTo>
                  <a:lnTo>
                    <a:pt x="8669567" y="28163"/>
                  </a:lnTo>
                  <a:lnTo>
                    <a:pt x="8674558" y="28163"/>
                  </a:lnTo>
                  <a:lnTo>
                    <a:pt x="8679549" y="28163"/>
                  </a:lnTo>
                  <a:lnTo>
                    <a:pt x="8684540" y="28163"/>
                  </a:lnTo>
                  <a:lnTo>
                    <a:pt x="8689531" y="28163"/>
                  </a:lnTo>
                  <a:lnTo>
                    <a:pt x="8694522" y="28163"/>
                  </a:lnTo>
                  <a:lnTo>
                    <a:pt x="8699513" y="28163"/>
                  </a:lnTo>
                  <a:lnTo>
                    <a:pt x="8704504" y="28163"/>
                  </a:lnTo>
                  <a:lnTo>
                    <a:pt x="8709495" y="28163"/>
                  </a:lnTo>
                  <a:lnTo>
                    <a:pt x="8714487" y="28163"/>
                  </a:lnTo>
                  <a:lnTo>
                    <a:pt x="8714487" y="21236"/>
                  </a:lnTo>
                  <a:lnTo>
                    <a:pt x="8719478" y="21236"/>
                  </a:lnTo>
                  <a:lnTo>
                    <a:pt x="8719478" y="14300"/>
                  </a:lnTo>
                  <a:lnTo>
                    <a:pt x="8724469" y="14300"/>
                  </a:lnTo>
                  <a:lnTo>
                    <a:pt x="8734451" y="14300"/>
                  </a:lnTo>
                  <a:lnTo>
                    <a:pt x="8749424" y="14300"/>
                  </a:lnTo>
                  <a:lnTo>
                    <a:pt x="8754415" y="14300"/>
                  </a:lnTo>
                  <a:lnTo>
                    <a:pt x="8759407" y="14300"/>
                  </a:lnTo>
                  <a:lnTo>
                    <a:pt x="8764398" y="14300"/>
                  </a:lnTo>
                  <a:lnTo>
                    <a:pt x="8769389" y="14300"/>
                  </a:lnTo>
                  <a:lnTo>
                    <a:pt x="8774380" y="14300"/>
                  </a:lnTo>
                  <a:lnTo>
                    <a:pt x="8779371" y="14300"/>
                  </a:lnTo>
                  <a:lnTo>
                    <a:pt x="8784362" y="14300"/>
                  </a:lnTo>
                  <a:lnTo>
                    <a:pt x="8789353" y="14300"/>
                  </a:lnTo>
                  <a:lnTo>
                    <a:pt x="8799335" y="14300"/>
                  </a:lnTo>
                  <a:lnTo>
                    <a:pt x="8814309" y="14300"/>
                  </a:lnTo>
                  <a:lnTo>
                    <a:pt x="8819300" y="14300"/>
                  </a:lnTo>
                  <a:lnTo>
                    <a:pt x="8824291" y="14300"/>
                  </a:lnTo>
                  <a:lnTo>
                    <a:pt x="8839264" y="14300"/>
                  </a:lnTo>
                  <a:lnTo>
                    <a:pt x="8844256" y="14300"/>
                  </a:lnTo>
                  <a:lnTo>
                    <a:pt x="8849247" y="14300"/>
                  </a:lnTo>
                  <a:lnTo>
                    <a:pt x="8854238" y="14300"/>
                  </a:lnTo>
                  <a:lnTo>
                    <a:pt x="8859229" y="14300"/>
                  </a:lnTo>
                  <a:lnTo>
                    <a:pt x="8859229" y="7194"/>
                  </a:lnTo>
                  <a:lnTo>
                    <a:pt x="8869211" y="7194"/>
                  </a:lnTo>
                  <a:lnTo>
                    <a:pt x="8874202" y="7194"/>
                  </a:lnTo>
                  <a:lnTo>
                    <a:pt x="8879193" y="7194"/>
                  </a:lnTo>
                  <a:lnTo>
                    <a:pt x="8884184" y="7194"/>
                  </a:lnTo>
                  <a:lnTo>
                    <a:pt x="8889176" y="7194"/>
                  </a:lnTo>
                  <a:lnTo>
                    <a:pt x="8894167" y="7194"/>
                  </a:lnTo>
                  <a:lnTo>
                    <a:pt x="8899158" y="7194"/>
                  </a:lnTo>
                  <a:lnTo>
                    <a:pt x="8914131" y="7194"/>
                  </a:lnTo>
                  <a:lnTo>
                    <a:pt x="8919122" y="7194"/>
                  </a:lnTo>
                  <a:lnTo>
                    <a:pt x="8924113" y="7194"/>
                  </a:lnTo>
                  <a:lnTo>
                    <a:pt x="8929104" y="7194"/>
                  </a:lnTo>
                  <a:lnTo>
                    <a:pt x="8934096" y="7194"/>
                  </a:lnTo>
                  <a:lnTo>
                    <a:pt x="8939087" y="7194"/>
                  </a:lnTo>
                  <a:lnTo>
                    <a:pt x="8939087" y="0"/>
                  </a:lnTo>
                  <a:lnTo>
                    <a:pt x="8949069" y="0"/>
                  </a:lnTo>
                  <a:lnTo>
                    <a:pt x="8954060" y="0"/>
                  </a:lnTo>
                  <a:lnTo>
                    <a:pt x="8959051" y="0"/>
                  </a:lnTo>
                  <a:lnTo>
                    <a:pt x="8964042" y="0"/>
                  </a:lnTo>
                  <a:lnTo>
                    <a:pt x="8969033" y="0"/>
                  </a:lnTo>
                  <a:lnTo>
                    <a:pt x="8974025" y="0"/>
                  </a:lnTo>
                  <a:lnTo>
                    <a:pt x="8979016" y="0"/>
                  </a:lnTo>
                  <a:lnTo>
                    <a:pt x="8984007" y="0"/>
                  </a:lnTo>
                  <a:lnTo>
                    <a:pt x="8988998" y="0"/>
                  </a:lnTo>
                  <a:lnTo>
                    <a:pt x="8998980" y="0"/>
                  </a:lnTo>
                  <a:lnTo>
                    <a:pt x="9003971" y="0"/>
                  </a:lnTo>
                  <a:lnTo>
                    <a:pt x="9018945" y="0"/>
                  </a:lnTo>
                  <a:lnTo>
                    <a:pt x="9023936" y="0"/>
                  </a:lnTo>
                  <a:lnTo>
                    <a:pt x="9028927" y="0"/>
                  </a:lnTo>
                  <a:lnTo>
                    <a:pt x="9038909" y="0"/>
                  </a:lnTo>
                  <a:lnTo>
                    <a:pt x="9043900" y="0"/>
                  </a:lnTo>
                  <a:lnTo>
                    <a:pt x="9048891" y="0"/>
                  </a:lnTo>
                  <a:lnTo>
                    <a:pt x="9058873" y="0"/>
                  </a:lnTo>
                  <a:lnTo>
                    <a:pt x="9063865" y="0"/>
                  </a:lnTo>
                  <a:lnTo>
                    <a:pt x="9068856" y="0"/>
                  </a:lnTo>
                  <a:lnTo>
                    <a:pt x="9073847" y="0"/>
                  </a:lnTo>
                  <a:lnTo>
                    <a:pt x="9083829" y="0"/>
                  </a:lnTo>
                  <a:lnTo>
                    <a:pt x="9093811" y="0"/>
                  </a:lnTo>
                  <a:lnTo>
                    <a:pt x="9093811" y="344314"/>
                  </a:lnTo>
                  <a:lnTo>
                    <a:pt x="9083829" y="344314"/>
                  </a:lnTo>
                  <a:lnTo>
                    <a:pt x="9073847" y="344314"/>
                  </a:lnTo>
                  <a:lnTo>
                    <a:pt x="9068856" y="344314"/>
                  </a:lnTo>
                  <a:lnTo>
                    <a:pt x="9063865" y="344314"/>
                  </a:lnTo>
                  <a:lnTo>
                    <a:pt x="9058873" y="344314"/>
                  </a:lnTo>
                  <a:lnTo>
                    <a:pt x="9048891" y="344314"/>
                  </a:lnTo>
                  <a:lnTo>
                    <a:pt x="9043900" y="344314"/>
                  </a:lnTo>
                  <a:lnTo>
                    <a:pt x="9038909" y="344314"/>
                  </a:lnTo>
                  <a:lnTo>
                    <a:pt x="9028927" y="344314"/>
                  </a:lnTo>
                  <a:lnTo>
                    <a:pt x="9023936" y="344314"/>
                  </a:lnTo>
                  <a:lnTo>
                    <a:pt x="9018945" y="344314"/>
                  </a:lnTo>
                  <a:lnTo>
                    <a:pt x="9003971" y="344314"/>
                  </a:lnTo>
                  <a:lnTo>
                    <a:pt x="8998980" y="344314"/>
                  </a:lnTo>
                  <a:lnTo>
                    <a:pt x="8988998" y="344314"/>
                  </a:lnTo>
                  <a:lnTo>
                    <a:pt x="8984007" y="344314"/>
                  </a:lnTo>
                  <a:lnTo>
                    <a:pt x="8979016" y="344314"/>
                  </a:lnTo>
                  <a:lnTo>
                    <a:pt x="8974025" y="344314"/>
                  </a:lnTo>
                  <a:lnTo>
                    <a:pt x="8969033" y="344314"/>
                  </a:lnTo>
                  <a:lnTo>
                    <a:pt x="8964042" y="344314"/>
                  </a:lnTo>
                  <a:lnTo>
                    <a:pt x="8959051" y="344314"/>
                  </a:lnTo>
                  <a:lnTo>
                    <a:pt x="8954060" y="344314"/>
                  </a:lnTo>
                  <a:lnTo>
                    <a:pt x="8949069" y="344314"/>
                  </a:lnTo>
                  <a:lnTo>
                    <a:pt x="8939087" y="344314"/>
                  </a:lnTo>
                  <a:lnTo>
                    <a:pt x="8939087" y="350591"/>
                  </a:lnTo>
                  <a:lnTo>
                    <a:pt x="8934096" y="350591"/>
                  </a:lnTo>
                  <a:lnTo>
                    <a:pt x="8929104" y="350591"/>
                  </a:lnTo>
                  <a:lnTo>
                    <a:pt x="8924113" y="350591"/>
                  </a:lnTo>
                  <a:lnTo>
                    <a:pt x="8919122" y="350591"/>
                  </a:lnTo>
                  <a:lnTo>
                    <a:pt x="8914131" y="350591"/>
                  </a:lnTo>
                  <a:lnTo>
                    <a:pt x="8899158" y="350591"/>
                  </a:lnTo>
                  <a:lnTo>
                    <a:pt x="8894167" y="350591"/>
                  </a:lnTo>
                  <a:lnTo>
                    <a:pt x="8889176" y="350591"/>
                  </a:lnTo>
                  <a:lnTo>
                    <a:pt x="8884184" y="350591"/>
                  </a:lnTo>
                  <a:lnTo>
                    <a:pt x="8879193" y="350591"/>
                  </a:lnTo>
                  <a:lnTo>
                    <a:pt x="8874202" y="350591"/>
                  </a:lnTo>
                  <a:lnTo>
                    <a:pt x="8869211" y="350591"/>
                  </a:lnTo>
                  <a:lnTo>
                    <a:pt x="8859229" y="350591"/>
                  </a:lnTo>
                  <a:lnTo>
                    <a:pt x="8859229" y="356799"/>
                  </a:lnTo>
                  <a:lnTo>
                    <a:pt x="8854238" y="356799"/>
                  </a:lnTo>
                  <a:lnTo>
                    <a:pt x="8849247" y="356799"/>
                  </a:lnTo>
                  <a:lnTo>
                    <a:pt x="8844256" y="356799"/>
                  </a:lnTo>
                  <a:lnTo>
                    <a:pt x="8839264" y="356799"/>
                  </a:lnTo>
                  <a:lnTo>
                    <a:pt x="8824291" y="356799"/>
                  </a:lnTo>
                  <a:lnTo>
                    <a:pt x="8819300" y="356799"/>
                  </a:lnTo>
                  <a:lnTo>
                    <a:pt x="8814309" y="356799"/>
                  </a:lnTo>
                  <a:lnTo>
                    <a:pt x="8799335" y="356799"/>
                  </a:lnTo>
                  <a:lnTo>
                    <a:pt x="8789353" y="356799"/>
                  </a:lnTo>
                  <a:lnTo>
                    <a:pt x="8784362" y="356799"/>
                  </a:lnTo>
                  <a:lnTo>
                    <a:pt x="8779371" y="356799"/>
                  </a:lnTo>
                  <a:lnTo>
                    <a:pt x="8774380" y="356799"/>
                  </a:lnTo>
                  <a:lnTo>
                    <a:pt x="8769389" y="356799"/>
                  </a:lnTo>
                  <a:lnTo>
                    <a:pt x="8764398" y="356799"/>
                  </a:lnTo>
                  <a:lnTo>
                    <a:pt x="8759407" y="356799"/>
                  </a:lnTo>
                  <a:lnTo>
                    <a:pt x="8754415" y="356799"/>
                  </a:lnTo>
                  <a:lnTo>
                    <a:pt x="8749424" y="356799"/>
                  </a:lnTo>
                  <a:lnTo>
                    <a:pt x="8734451" y="356799"/>
                  </a:lnTo>
                  <a:lnTo>
                    <a:pt x="8724469" y="356799"/>
                  </a:lnTo>
                  <a:lnTo>
                    <a:pt x="8719478" y="356799"/>
                  </a:lnTo>
                  <a:lnTo>
                    <a:pt x="8719478" y="362876"/>
                  </a:lnTo>
                  <a:lnTo>
                    <a:pt x="8714487" y="362876"/>
                  </a:lnTo>
                  <a:lnTo>
                    <a:pt x="8714487" y="368943"/>
                  </a:lnTo>
                  <a:lnTo>
                    <a:pt x="8709495" y="368943"/>
                  </a:lnTo>
                  <a:lnTo>
                    <a:pt x="8704504" y="368943"/>
                  </a:lnTo>
                  <a:lnTo>
                    <a:pt x="8699513" y="368943"/>
                  </a:lnTo>
                  <a:lnTo>
                    <a:pt x="8694522" y="368943"/>
                  </a:lnTo>
                  <a:lnTo>
                    <a:pt x="8689531" y="368943"/>
                  </a:lnTo>
                  <a:lnTo>
                    <a:pt x="8684540" y="368943"/>
                  </a:lnTo>
                  <a:lnTo>
                    <a:pt x="8679549" y="368943"/>
                  </a:lnTo>
                  <a:lnTo>
                    <a:pt x="8674558" y="368943"/>
                  </a:lnTo>
                  <a:lnTo>
                    <a:pt x="8669567" y="368943"/>
                  </a:lnTo>
                  <a:lnTo>
                    <a:pt x="8664575" y="368943"/>
                  </a:lnTo>
                  <a:lnTo>
                    <a:pt x="8659584" y="368943"/>
                  </a:lnTo>
                  <a:lnTo>
                    <a:pt x="8659584" y="374963"/>
                  </a:lnTo>
                  <a:lnTo>
                    <a:pt x="8654593" y="374963"/>
                  </a:lnTo>
                  <a:lnTo>
                    <a:pt x="8649602" y="374963"/>
                  </a:lnTo>
                  <a:lnTo>
                    <a:pt x="8644611" y="374963"/>
                  </a:lnTo>
                  <a:lnTo>
                    <a:pt x="8639620" y="374963"/>
                  </a:lnTo>
                  <a:lnTo>
                    <a:pt x="8634629" y="374963"/>
                  </a:lnTo>
                  <a:lnTo>
                    <a:pt x="8629638" y="374963"/>
                  </a:lnTo>
                  <a:lnTo>
                    <a:pt x="8619655" y="374963"/>
                  </a:lnTo>
                  <a:lnTo>
                    <a:pt x="8614664" y="374963"/>
                  </a:lnTo>
                  <a:lnTo>
                    <a:pt x="8594700" y="374963"/>
                  </a:lnTo>
                  <a:lnTo>
                    <a:pt x="8589709" y="374963"/>
                  </a:lnTo>
                  <a:lnTo>
                    <a:pt x="8584718" y="374963"/>
                  </a:lnTo>
                  <a:lnTo>
                    <a:pt x="8579726" y="374963"/>
                  </a:lnTo>
                  <a:lnTo>
                    <a:pt x="8574735" y="374963"/>
                  </a:lnTo>
                  <a:lnTo>
                    <a:pt x="8564753" y="374963"/>
                  </a:lnTo>
                  <a:lnTo>
                    <a:pt x="8559762" y="374963"/>
                  </a:lnTo>
                  <a:lnTo>
                    <a:pt x="8554771" y="374963"/>
                  </a:lnTo>
                  <a:lnTo>
                    <a:pt x="8549780" y="374963"/>
                  </a:lnTo>
                  <a:lnTo>
                    <a:pt x="8544789" y="374963"/>
                  </a:lnTo>
                  <a:lnTo>
                    <a:pt x="8544789" y="380883"/>
                  </a:lnTo>
                  <a:lnTo>
                    <a:pt x="8539798" y="380883"/>
                  </a:lnTo>
                  <a:lnTo>
                    <a:pt x="8534806" y="380883"/>
                  </a:lnTo>
                  <a:lnTo>
                    <a:pt x="8524824" y="380883"/>
                  </a:lnTo>
                  <a:lnTo>
                    <a:pt x="8514842" y="380883"/>
                  </a:lnTo>
                  <a:lnTo>
                    <a:pt x="8509851" y="380883"/>
                  </a:lnTo>
                  <a:lnTo>
                    <a:pt x="8504860" y="380883"/>
                  </a:lnTo>
                  <a:lnTo>
                    <a:pt x="8499869" y="380883"/>
                  </a:lnTo>
                  <a:lnTo>
                    <a:pt x="8489886" y="380883"/>
                  </a:lnTo>
                  <a:lnTo>
                    <a:pt x="8484895" y="380883"/>
                  </a:lnTo>
                  <a:lnTo>
                    <a:pt x="8479904" y="380883"/>
                  </a:lnTo>
                  <a:lnTo>
                    <a:pt x="8474913" y="380883"/>
                  </a:lnTo>
                  <a:lnTo>
                    <a:pt x="8469922" y="380883"/>
                  </a:lnTo>
                  <a:lnTo>
                    <a:pt x="8464931" y="380883"/>
                  </a:lnTo>
                  <a:lnTo>
                    <a:pt x="8459940" y="380883"/>
                  </a:lnTo>
                  <a:lnTo>
                    <a:pt x="8454949" y="380883"/>
                  </a:lnTo>
                  <a:lnTo>
                    <a:pt x="8454949" y="386740"/>
                  </a:lnTo>
                  <a:lnTo>
                    <a:pt x="8444966" y="386740"/>
                  </a:lnTo>
                  <a:lnTo>
                    <a:pt x="8439975" y="386740"/>
                  </a:lnTo>
                  <a:lnTo>
                    <a:pt x="8434984" y="386740"/>
                  </a:lnTo>
                  <a:lnTo>
                    <a:pt x="8429993" y="386740"/>
                  </a:lnTo>
                  <a:lnTo>
                    <a:pt x="8425002" y="386740"/>
                  </a:lnTo>
                  <a:lnTo>
                    <a:pt x="8420011" y="386740"/>
                  </a:lnTo>
                  <a:lnTo>
                    <a:pt x="8415020" y="386740"/>
                  </a:lnTo>
                  <a:lnTo>
                    <a:pt x="8415020" y="392567"/>
                  </a:lnTo>
                  <a:lnTo>
                    <a:pt x="8410029" y="392567"/>
                  </a:lnTo>
                  <a:lnTo>
                    <a:pt x="8405037" y="392567"/>
                  </a:lnTo>
                  <a:lnTo>
                    <a:pt x="8395055" y="392567"/>
                  </a:lnTo>
                  <a:lnTo>
                    <a:pt x="8390064" y="392567"/>
                  </a:lnTo>
                  <a:lnTo>
                    <a:pt x="8380082" y="392567"/>
                  </a:lnTo>
                  <a:lnTo>
                    <a:pt x="8375091" y="392567"/>
                  </a:lnTo>
                  <a:lnTo>
                    <a:pt x="8370100" y="392567"/>
                  </a:lnTo>
                  <a:lnTo>
                    <a:pt x="8365108" y="392567"/>
                  </a:lnTo>
                  <a:lnTo>
                    <a:pt x="8360117" y="392567"/>
                  </a:lnTo>
                  <a:lnTo>
                    <a:pt x="8355126" y="392567"/>
                  </a:lnTo>
                  <a:lnTo>
                    <a:pt x="8350135" y="392567"/>
                  </a:lnTo>
                  <a:lnTo>
                    <a:pt x="8345144" y="392567"/>
                  </a:lnTo>
                  <a:lnTo>
                    <a:pt x="8340153" y="392567"/>
                  </a:lnTo>
                  <a:lnTo>
                    <a:pt x="8335162" y="392567"/>
                  </a:lnTo>
                  <a:lnTo>
                    <a:pt x="8335162" y="398316"/>
                  </a:lnTo>
                  <a:lnTo>
                    <a:pt x="8325180" y="398316"/>
                  </a:lnTo>
                  <a:lnTo>
                    <a:pt x="8320188" y="398316"/>
                  </a:lnTo>
                  <a:lnTo>
                    <a:pt x="8315197" y="398316"/>
                  </a:lnTo>
                  <a:lnTo>
                    <a:pt x="8310206" y="398316"/>
                  </a:lnTo>
                  <a:lnTo>
                    <a:pt x="8305215" y="398316"/>
                  </a:lnTo>
                  <a:lnTo>
                    <a:pt x="8300224" y="398316"/>
                  </a:lnTo>
                  <a:lnTo>
                    <a:pt x="8290242" y="398316"/>
                  </a:lnTo>
                  <a:lnTo>
                    <a:pt x="8285251" y="398316"/>
                  </a:lnTo>
                  <a:lnTo>
                    <a:pt x="8280260" y="398316"/>
                  </a:lnTo>
                  <a:lnTo>
                    <a:pt x="8275268" y="398316"/>
                  </a:lnTo>
                  <a:lnTo>
                    <a:pt x="8270277" y="398316"/>
                  </a:lnTo>
                  <a:lnTo>
                    <a:pt x="8265286" y="398316"/>
                  </a:lnTo>
                  <a:lnTo>
                    <a:pt x="8260295" y="398316"/>
                  </a:lnTo>
                  <a:lnTo>
                    <a:pt x="8250313" y="398316"/>
                  </a:lnTo>
                  <a:lnTo>
                    <a:pt x="8245322" y="398316"/>
                  </a:lnTo>
                  <a:lnTo>
                    <a:pt x="8240331" y="398316"/>
                  </a:lnTo>
                  <a:lnTo>
                    <a:pt x="8235339" y="398316"/>
                  </a:lnTo>
                  <a:lnTo>
                    <a:pt x="8230348" y="398316"/>
                  </a:lnTo>
                  <a:lnTo>
                    <a:pt x="8225357" y="398316"/>
                  </a:lnTo>
                  <a:lnTo>
                    <a:pt x="8225357" y="404013"/>
                  </a:lnTo>
                  <a:lnTo>
                    <a:pt x="8220366" y="404013"/>
                  </a:lnTo>
                  <a:lnTo>
                    <a:pt x="8215375" y="404013"/>
                  </a:lnTo>
                  <a:lnTo>
                    <a:pt x="8205393" y="404013"/>
                  </a:lnTo>
                  <a:lnTo>
                    <a:pt x="8200402" y="404013"/>
                  </a:lnTo>
                  <a:lnTo>
                    <a:pt x="8195411" y="404013"/>
                  </a:lnTo>
                  <a:lnTo>
                    <a:pt x="8195411" y="409699"/>
                  </a:lnTo>
                  <a:lnTo>
                    <a:pt x="8190419" y="409699"/>
                  </a:lnTo>
                  <a:lnTo>
                    <a:pt x="8180437" y="409699"/>
                  </a:lnTo>
                  <a:lnTo>
                    <a:pt x="8175446" y="409699"/>
                  </a:lnTo>
                  <a:lnTo>
                    <a:pt x="8165464" y="409699"/>
                  </a:lnTo>
                  <a:lnTo>
                    <a:pt x="8160473" y="409699"/>
                  </a:lnTo>
                  <a:lnTo>
                    <a:pt x="8160473" y="415370"/>
                  </a:lnTo>
                  <a:lnTo>
                    <a:pt x="8155482" y="415370"/>
                  </a:lnTo>
                  <a:lnTo>
                    <a:pt x="8145499" y="415370"/>
                  </a:lnTo>
                  <a:lnTo>
                    <a:pt x="8140508" y="415370"/>
                  </a:lnTo>
                  <a:lnTo>
                    <a:pt x="8135517" y="415370"/>
                  </a:lnTo>
                  <a:lnTo>
                    <a:pt x="8130526" y="415370"/>
                  </a:lnTo>
                  <a:lnTo>
                    <a:pt x="8130526" y="421024"/>
                  </a:lnTo>
                  <a:lnTo>
                    <a:pt x="8125535" y="421024"/>
                  </a:lnTo>
                  <a:lnTo>
                    <a:pt x="8115553" y="421024"/>
                  </a:lnTo>
                  <a:lnTo>
                    <a:pt x="8110562" y="421024"/>
                  </a:lnTo>
                  <a:lnTo>
                    <a:pt x="8105570" y="421024"/>
                  </a:lnTo>
                  <a:lnTo>
                    <a:pt x="8095588" y="421024"/>
                  </a:lnTo>
                  <a:lnTo>
                    <a:pt x="8095588" y="426638"/>
                  </a:lnTo>
                  <a:lnTo>
                    <a:pt x="8090597" y="426638"/>
                  </a:lnTo>
                  <a:lnTo>
                    <a:pt x="8085606" y="426638"/>
                  </a:lnTo>
                  <a:lnTo>
                    <a:pt x="8080615" y="426638"/>
                  </a:lnTo>
                  <a:lnTo>
                    <a:pt x="8075624" y="426638"/>
                  </a:lnTo>
                  <a:lnTo>
                    <a:pt x="8070633" y="426638"/>
                  </a:lnTo>
                  <a:lnTo>
                    <a:pt x="8060650" y="426638"/>
                  </a:lnTo>
                  <a:lnTo>
                    <a:pt x="8055659" y="426638"/>
                  </a:lnTo>
                  <a:lnTo>
                    <a:pt x="8045677" y="426638"/>
                  </a:lnTo>
                  <a:lnTo>
                    <a:pt x="8040686" y="426638"/>
                  </a:lnTo>
                  <a:lnTo>
                    <a:pt x="8035695" y="426638"/>
                  </a:lnTo>
                  <a:lnTo>
                    <a:pt x="8030704" y="426638"/>
                  </a:lnTo>
                  <a:lnTo>
                    <a:pt x="8025713" y="426638"/>
                  </a:lnTo>
                  <a:lnTo>
                    <a:pt x="8020722" y="426638"/>
                  </a:lnTo>
                  <a:lnTo>
                    <a:pt x="8015730" y="426638"/>
                  </a:lnTo>
                  <a:lnTo>
                    <a:pt x="8010739" y="426638"/>
                  </a:lnTo>
                  <a:lnTo>
                    <a:pt x="8005748" y="426638"/>
                  </a:lnTo>
                  <a:lnTo>
                    <a:pt x="8000757" y="426638"/>
                  </a:lnTo>
                  <a:lnTo>
                    <a:pt x="7995766" y="426638"/>
                  </a:lnTo>
                  <a:lnTo>
                    <a:pt x="7990775" y="426638"/>
                  </a:lnTo>
                  <a:lnTo>
                    <a:pt x="7990775" y="432175"/>
                  </a:lnTo>
                  <a:lnTo>
                    <a:pt x="7985784" y="432175"/>
                  </a:lnTo>
                  <a:lnTo>
                    <a:pt x="7980793" y="432175"/>
                  </a:lnTo>
                  <a:lnTo>
                    <a:pt x="7970810" y="432175"/>
                  </a:lnTo>
                  <a:lnTo>
                    <a:pt x="7965819" y="432175"/>
                  </a:lnTo>
                  <a:lnTo>
                    <a:pt x="7960828" y="432175"/>
                  </a:lnTo>
                  <a:lnTo>
                    <a:pt x="7955837" y="432175"/>
                  </a:lnTo>
                  <a:lnTo>
                    <a:pt x="7950846" y="432175"/>
                  </a:lnTo>
                  <a:lnTo>
                    <a:pt x="7945855" y="432175"/>
                  </a:lnTo>
                  <a:lnTo>
                    <a:pt x="7945855" y="437674"/>
                  </a:lnTo>
                  <a:lnTo>
                    <a:pt x="7940864" y="437674"/>
                  </a:lnTo>
                  <a:lnTo>
                    <a:pt x="7930881" y="437674"/>
                  </a:lnTo>
                  <a:lnTo>
                    <a:pt x="7925890" y="437674"/>
                  </a:lnTo>
                  <a:lnTo>
                    <a:pt x="7915908" y="437674"/>
                  </a:lnTo>
                  <a:lnTo>
                    <a:pt x="7910917" y="437674"/>
                  </a:lnTo>
                  <a:lnTo>
                    <a:pt x="7905926" y="437674"/>
                  </a:lnTo>
                  <a:lnTo>
                    <a:pt x="7900935" y="437674"/>
                  </a:lnTo>
                  <a:lnTo>
                    <a:pt x="7895944" y="437674"/>
                  </a:lnTo>
                  <a:lnTo>
                    <a:pt x="7890953" y="437674"/>
                  </a:lnTo>
                  <a:lnTo>
                    <a:pt x="7880970" y="437674"/>
                  </a:lnTo>
                  <a:lnTo>
                    <a:pt x="7880970" y="443123"/>
                  </a:lnTo>
                  <a:lnTo>
                    <a:pt x="7875979" y="443123"/>
                  </a:lnTo>
                  <a:lnTo>
                    <a:pt x="7875979" y="448569"/>
                  </a:lnTo>
                  <a:lnTo>
                    <a:pt x="7870988" y="448569"/>
                  </a:lnTo>
                  <a:lnTo>
                    <a:pt x="7870988" y="459452"/>
                  </a:lnTo>
                  <a:lnTo>
                    <a:pt x="7865997" y="459452"/>
                  </a:lnTo>
                  <a:lnTo>
                    <a:pt x="7856015" y="459452"/>
                  </a:lnTo>
                  <a:lnTo>
                    <a:pt x="7851024" y="459452"/>
                  </a:lnTo>
                  <a:lnTo>
                    <a:pt x="7846033" y="459452"/>
                  </a:lnTo>
                  <a:lnTo>
                    <a:pt x="7846033" y="464877"/>
                  </a:lnTo>
                  <a:lnTo>
                    <a:pt x="7841041" y="464877"/>
                  </a:lnTo>
                  <a:lnTo>
                    <a:pt x="7831059" y="464877"/>
                  </a:lnTo>
                  <a:lnTo>
                    <a:pt x="7831059" y="470292"/>
                  </a:lnTo>
                  <a:lnTo>
                    <a:pt x="7826068" y="470292"/>
                  </a:lnTo>
                  <a:lnTo>
                    <a:pt x="7821077" y="470292"/>
                  </a:lnTo>
                  <a:lnTo>
                    <a:pt x="7816086" y="470292"/>
                  </a:lnTo>
                  <a:lnTo>
                    <a:pt x="7811095" y="470292"/>
                  </a:lnTo>
                  <a:lnTo>
                    <a:pt x="7811095" y="475689"/>
                  </a:lnTo>
                  <a:lnTo>
                    <a:pt x="7806104" y="475689"/>
                  </a:lnTo>
                  <a:lnTo>
                    <a:pt x="7801112" y="475689"/>
                  </a:lnTo>
                  <a:lnTo>
                    <a:pt x="7796121" y="475689"/>
                  </a:lnTo>
                  <a:lnTo>
                    <a:pt x="7796121" y="481070"/>
                  </a:lnTo>
                  <a:lnTo>
                    <a:pt x="7791130" y="481070"/>
                  </a:lnTo>
                  <a:lnTo>
                    <a:pt x="7786139" y="481070"/>
                  </a:lnTo>
                  <a:lnTo>
                    <a:pt x="7781148" y="481070"/>
                  </a:lnTo>
                  <a:lnTo>
                    <a:pt x="7776157" y="481070"/>
                  </a:lnTo>
                  <a:lnTo>
                    <a:pt x="7771166" y="481070"/>
                  </a:lnTo>
                  <a:lnTo>
                    <a:pt x="7766175" y="481070"/>
                  </a:lnTo>
                  <a:lnTo>
                    <a:pt x="7761184" y="481070"/>
                  </a:lnTo>
                  <a:lnTo>
                    <a:pt x="7751201" y="481070"/>
                  </a:lnTo>
                  <a:lnTo>
                    <a:pt x="7746210" y="481070"/>
                  </a:lnTo>
                  <a:lnTo>
                    <a:pt x="7741219" y="481070"/>
                  </a:lnTo>
                  <a:lnTo>
                    <a:pt x="7736228" y="481070"/>
                  </a:lnTo>
                  <a:lnTo>
                    <a:pt x="7731237" y="481070"/>
                  </a:lnTo>
                  <a:lnTo>
                    <a:pt x="7726246" y="481070"/>
                  </a:lnTo>
                  <a:lnTo>
                    <a:pt x="7726246" y="486380"/>
                  </a:lnTo>
                  <a:lnTo>
                    <a:pt x="7721255" y="486380"/>
                  </a:lnTo>
                  <a:lnTo>
                    <a:pt x="7711272" y="486380"/>
                  </a:lnTo>
                  <a:lnTo>
                    <a:pt x="7706281" y="486380"/>
                  </a:lnTo>
                  <a:lnTo>
                    <a:pt x="7701290" y="486380"/>
                  </a:lnTo>
                  <a:lnTo>
                    <a:pt x="7696299" y="486380"/>
                  </a:lnTo>
                  <a:lnTo>
                    <a:pt x="7691308" y="486380"/>
                  </a:lnTo>
                  <a:lnTo>
                    <a:pt x="7686317" y="486380"/>
                  </a:lnTo>
                  <a:lnTo>
                    <a:pt x="7681326" y="486380"/>
                  </a:lnTo>
                  <a:lnTo>
                    <a:pt x="7676335" y="486380"/>
                  </a:lnTo>
                  <a:lnTo>
                    <a:pt x="7671343" y="486380"/>
                  </a:lnTo>
                  <a:lnTo>
                    <a:pt x="7671343" y="491639"/>
                  </a:lnTo>
                  <a:lnTo>
                    <a:pt x="7666352" y="491639"/>
                  </a:lnTo>
                  <a:lnTo>
                    <a:pt x="7661361" y="491639"/>
                  </a:lnTo>
                  <a:lnTo>
                    <a:pt x="7656370" y="491639"/>
                  </a:lnTo>
                  <a:lnTo>
                    <a:pt x="7651379" y="491639"/>
                  </a:lnTo>
                  <a:lnTo>
                    <a:pt x="7646388" y="491639"/>
                  </a:lnTo>
                  <a:lnTo>
                    <a:pt x="7636406" y="491639"/>
                  </a:lnTo>
                  <a:lnTo>
                    <a:pt x="7631415" y="491639"/>
                  </a:lnTo>
                  <a:lnTo>
                    <a:pt x="7626423" y="491639"/>
                  </a:lnTo>
                  <a:lnTo>
                    <a:pt x="7621432" y="491639"/>
                  </a:lnTo>
                  <a:lnTo>
                    <a:pt x="7616441" y="491639"/>
                  </a:lnTo>
                  <a:lnTo>
                    <a:pt x="7611450" y="491639"/>
                  </a:lnTo>
                  <a:lnTo>
                    <a:pt x="7606459" y="491639"/>
                  </a:lnTo>
                  <a:lnTo>
                    <a:pt x="7601468" y="491639"/>
                  </a:lnTo>
                  <a:lnTo>
                    <a:pt x="7601468" y="496840"/>
                  </a:lnTo>
                  <a:lnTo>
                    <a:pt x="7596477" y="496840"/>
                  </a:lnTo>
                  <a:lnTo>
                    <a:pt x="7591486" y="496840"/>
                  </a:lnTo>
                  <a:lnTo>
                    <a:pt x="7586495" y="496840"/>
                  </a:lnTo>
                  <a:lnTo>
                    <a:pt x="7581503" y="496840"/>
                  </a:lnTo>
                  <a:lnTo>
                    <a:pt x="7576512" y="496840"/>
                  </a:lnTo>
                  <a:lnTo>
                    <a:pt x="7571521" y="496840"/>
                  </a:lnTo>
                  <a:lnTo>
                    <a:pt x="7566530" y="496840"/>
                  </a:lnTo>
                  <a:lnTo>
                    <a:pt x="7561539" y="496840"/>
                  </a:lnTo>
                  <a:lnTo>
                    <a:pt x="7551557" y="496840"/>
                  </a:lnTo>
                  <a:lnTo>
                    <a:pt x="7551557" y="502010"/>
                  </a:lnTo>
                  <a:lnTo>
                    <a:pt x="7546566" y="502010"/>
                  </a:lnTo>
                  <a:lnTo>
                    <a:pt x="7541574" y="502010"/>
                  </a:lnTo>
                  <a:lnTo>
                    <a:pt x="7536583" y="502010"/>
                  </a:lnTo>
                  <a:lnTo>
                    <a:pt x="7531592" y="502010"/>
                  </a:lnTo>
                  <a:lnTo>
                    <a:pt x="7526601" y="502010"/>
                  </a:lnTo>
                  <a:lnTo>
                    <a:pt x="7521610" y="502010"/>
                  </a:lnTo>
                  <a:lnTo>
                    <a:pt x="7521610" y="507157"/>
                  </a:lnTo>
                  <a:lnTo>
                    <a:pt x="7516619" y="507157"/>
                  </a:lnTo>
                  <a:lnTo>
                    <a:pt x="7511628" y="507157"/>
                  </a:lnTo>
                  <a:lnTo>
                    <a:pt x="7506637" y="507157"/>
                  </a:lnTo>
                  <a:lnTo>
                    <a:pt x="7501646" y="507157"/>
                  </a:lnTo>
                  <a:lnTo>
                    <a:pt x="7496654" y="507157"/>
                  </a:lnTo>
                  <a:lnTo>
                    <a:pt x="7496654" y="517382"/>
                  </a:lnTo>
                  <a:lnTo>
                    <a:pt x="7491663" y="517382"/>
                  </a:lnTo>
                  <a:lnTo>
                    <a:pt x="7486672" y="517382"/>
                  </a:lnTo>
                  <a:lnTo>
                    <a:pt x="7486672" y="522481"/>
                  </a:lnTo>
                  <a:lnTo>
                    <a:pt x="7481681" y="522481"/>
                  </a:lnTo>
                  <a:lnTo>
                    <a:pt x="7476690" y="522481"/>
                  </a:lnTo>
                  <a:lnTo>
                    <a:pt x="7471699" y="522481"/>
                  </a:lnTo>
                  <a:lnTo>
                    <a:pt x="7466708" y="522481"/>
                  </a:lnTo>
                  <a:lnTo>
                    <a:pt x="7461717" y="522481"/>
                  </a:lnTo>
                  <a:lnTo>
                    <a:pt x="7456726" y="522481"/>
                  </a:lnTo>
                  <a:lnTo>
                    <a:pt x="7451734" y="522481"/>
                  </a:lnTo>
                  <a:lnTo>
                    <a:pt x="7446743" y="522481"/>
                  </a:lnTo>
                  <a:lnTo>
                    <a:pt x="7441752" y="522481"/>
                  </a:lnTo>
                  <a:lnTo>
                    <a:pt x="7436761" y="522481"/>
                  </a:lnTo>
                  <a:lnTo>
                    <a:pt x="7426779" y="522481"/>
                  </a:lnTo>
                  <a:lnTo>
                    <a:pt x="7426779" y="527544"/>
                  </a:lnTo>
                  <a:lnTo>
                    <a:pt x="7421788" y="527544"/>
                  </a:lnTo>
                  <a:lnTo>
                    <a:pt x="7406814" y="527544"/>
                  </a:lnTo>
                  <a:lnTo>
                    <a:pt x="7401823" y="527544"/>
                  </a:lnTo>
                  <a:lnTo>
                    <a:pt x="7396832" y="527544"/>
                  </a:lnTo>
                  <a:lnTo>
                    <a:pt x="7391841" y="527544"/>
                  </a:lnTo>
                  <a:lnTo>
                    <a:pt x="7386850" y="527544"/>
                  </a:lnTo>
                  <a:lnTo>
                    <a:pt x="7381859" y="527544"/>
                  </a:lnTo>
                  <a:lnTo>
                    <a:pt x="7376868" y="527544"/>
                  </a:lnTo>
                  <a:lnTo>
                    <a:pt x="7371877" y="527544"/>
                  </a:lnTo>
                  <a:lnTo>
                    <a:pt x="7366885" y="527544"/>
                  </a:lnTo>
                  <a:lnTo>
                    <a:pt x="7361894" y="527544"/>
                  </a:lnTo>
                  <a:lnTo>
                    <a:pt x="7356903" y="527544"/>
                  </a:lnTo>
                  <a:lnTo>
                    <a:pt x="7356903" y="537560"/>
                  </a:lnTo>
                  <a:lnTo>
                    <a:pt x="7351912" y="537560"/>
                  </a:lnTo>
                  <a:lnTo>
                    <a:pt x="7351912" y="542566"/>
                  </a:lnTo>
                  <a:lnTo>
                    <a:pt x="7346921" y="542566"/>
                  </a:lnTo>
                  <a:lnTo>
                    <a:pt x="7346921" y="547570"/>
                  </a:lnTo>
                  <a:lnTo>
                    <a:pt x="7336939" y="547570"/>
                  </a:lnTo>
                  <a:lnTo>
                    <a:pt x="7331948" y="547570"/>
                  </a:lnTo>
                  <a:lnTo>
                    <a:pt x="7326957" y="547570"/>
                  </a:lnTo>
                  <a:lnTo>
                    <a:pt x="7321965" y="547570"/>
                  </a:lnTo>
                  <a:lnTo>
                    <a:pt x="7316974" y="547570"/>
                  </a:lnTo>
                  <a:lnTo>
                    <a:pt x="7311983" y="547570"/>
                  </a:lnTo>
                  <a:lnTo>
                    <a:pt x="7302001" y="547570"/>
                  </a:lnTo>
                  <a:lnTo>
                    <a:pt x="7297010" y="547570"/>
                  </a:lnTo>
                  <a:lnTo>
                    <a:pt x="7292019" y="547570"/>
                  </a:lnTo>
                  <a:lnTo>
                    <a:pt x="7287028" y="547570"/>
                  </a:lnTo>
                  <a:lnTo>
                    <a:pt x="7277045" y="547570"/>
                  </a:lnTo>
                  <a:lnTo>
                    <a:pt x="7277045" y="552520"/>
                  </a:lnTo>
                  <a:lnTo>
                    <a:pt x="7272054" y="552520"/>
                  </a:lnTo>
                  <a:lnTo>
                    <a:pt x="7267063" y="552520"/>
                  </a:lnTo>
                  <a:lnTo>
                    <a:pt x="7262072" y="552520"/>
                  </a:lnTo>
                  <a:lnTo>
                    <a:pt x="7257081" y="552520"/>
                  </a:lnTo>
                  <a:lnTo>
                    <a:pt x="7252090" y="552520"/>
                  </a:lnTo>
                  <a:lnTo>
                    <a:pt x="7247099" y="552520"/>
                  </a:lnTo>
                  <a:lnTo>
                    <a:pt x="7247099" y="562380"/>
                  </a:lnTo>
                  <a:lnTo>
                    <a:pt x="7242108" y="562380"/>
                  </a:lnTo>
                  <a:lnTo>
                    <a:pt x="7237116" y="562380"/>
                  </a:lnTo>
                  <a:lnTo>
                    <a:pt x="7232125" y="562380"/>
                  </a:lnTo>
                  <a:lnTo>
                    <a:pt x="7227134" y="562380"/>
                  </a:lnTo>
                  <a:lnTo>
                    <a:pt x="7222143" y="562380"/>
                  </a:lnTo>
                  <a:lnTo>
                    <a:pt x="7217152" y="562380"/>
                  </a:lnTo>
                  <a:lnTo>
                    <a:pt x="7212161" y="562380"/>
                  </a:lnTo>
                  <a:lnTo>
                    <a:pt x="7207170" y="562380"/>
                  </a:lnTo>
                  <a:lnTo>
                    <a:pt x="7202179" y="562380"/>
                  </a:lnTo>
                  <a:lnTo>
                    <a:pt x="7197188" y="562380"/>
                  </a:lnTo>
                  <a:lnTo>
                    <a:pt x="7192196" y="562380"/>
                  </a:lnTo>
                  <a:lnTo>
                    <a:pt x="7187205" y="562380"/>
                  </a:lnTo>
                  <a:lnTo>
                    <a:pt x="7182214" y="562380"/>
                  </a:lnTo>
                  <a:lnTo>
                    <a:pt x="7182214" y="567273"/>
                  </a:lnTo>
                  <a:lnTo>
                    <a:pt x="7177223" y="567273"/>
                  </a:lnTo>
                  <a:lnTo>
                    <a:pt x="7172232" y="567273"/>
                  </a:lnTo>
                  <a:lnTo>
                    <a:pt x="7162250" y="567273"/>
                  </a:lnTo>
                  <a:lnTo>
                    <a:pt x="7157259" y="567273"/>
                  </a:lnTo>
                  <a:lnTo>
                    <a:pt x="7157259" y="572146"/>
                  </a:lnTo>
                  <a:lnTo>
                    <a:pt x="7152267" y="572146"/>
                  </a:lnTo>
                  <a:lnTo>
                    <a:pt x="7152267" y="581878"/>
                  </a:lnTo>
                  <a:lnTo>
                    <a:pt x="7147276" y="581878"/>
                  </a:lnTo>
                  <a:lnTo>
                    <a:pt x="7147276" y="586740"/>
                  </a:lnTo>
                  <a:lnTo>
                    <a:pt x="7142285" y="586740"/>
                  </a:lnTo>
                  <a:lnTo>
                    <a:pt x="7137294" y="586740"/>
                  </a:lnTo>
                  <a:lnTo>
                    <a:pt x="7132303" y="586740"/>
                  </a:lnTo>
                  <a:lnTo>
                    <a:pt x="7127312" y="586740"/>
                  </a:lnTo>
                  <a:lnTo>
                    <a:pt x="7122321" y="586740"/>
                  </a:lnTo>
                  <a:lnTo>
                    <a:pt x="7122321" y="591589"/>
                  </a:lnTo>
                  <a:lnTo>
                    <a:pt x="7107347" y="591589"/>
                  </a:lnTo>
                  <a:lnTo>
                    <a:pt x="7102356" y="591589"/>
                  </a:lnTo>
                  <a:lnTo>
                    <a:pt x="7097365" y="591589"/>
                  </a:lnTo>
                  <a:lnTo>
                    <a:pt x="7092374" y="591589"/>
                  </a:lnTo>
                  <a:lnTo>
                    <a:pt x="7087383" y="591589"/>
                  </a:lnTo>
                  <a:lnTo>
                    <a:pt x="7082392" y="591589"/>
                  </a:lnTo>
                  <a:lnTo>
                    <a:pt x="7077401" y="591589"/>
                  </a:lnTo>
                  <a:lnTo>
                    <a:pt x="7072410" y="591589"/>
                  </a:lnTo>
                  <a:lnTo>
                    <a:pt x="7067419" y="591589"/>
                  </a:lnTo>
                  <a:lnTo>
                    <a:pt x="7062427" y="591589"/>
                  </a:lnTo>
                  <a:lnTo>
                    <a:pt x="7062427" y="596408"/>
                  </a:lnTo>
                  <a:lnTo>
                    <a:pt x="7057436" y="596408"/>
                  </a:lnTo>
                  <a:lnTo>
                    <a:pt x="7057436" y="601224"/>
                  </a:lnTo>
                  <a:lnTo>
                    <a:pt x="7052445" y="601224"/>
                  </a:lnTo>
                  <a:lnTo>
                    <a:pt x="7047454" y="601224"/>
                  </a:lnTo>
                  <a:lnTo>
                    <a:pt x="7042463" y="601224"/>
                  </a:lnTo>
                  <a:lnTo>
                    <a:pt x="7042463" y="606016"/>
                  </a:lnTo>
                  <a:lnTo>
                    <a:pt x="7037472" y="606016"/>
                  </a:lnTo>
                  <a:lnTo>
                    <a:pt x="7032481" y="606016"/>
                  </a:lnTo>
                  <a:lnTo>
                    <a:pt x="7027490" y="606016"/>
                  </a:lnTo>
                  <a:lnTo>
                    <a:pt x="7022499" y="606016"/>
                  </a:lnTo>
                  <a:lnTo>
                    <a:pt x="7017507" y="606016"/>
                  </a:lnTo>
                  <a:lnTo>
                    <a:pt x="7012516" y="606016"/>
                  </a:lnTo>
                  <a:lnTo>
                    <a:pt x="7007525" y="606016"/>
                  </a:lnTo>
                  <a:lnTo>
                    <a:pt x="7002534" y="606016"/>
                  </a:lnTo>
                  <a:lnTo>
                    <a:pt x="6997543" y="606016"/>
                  </a:lnTo>
                  <a:lnTo>
                    <a:pt x="6992552" y="606016"/>
                  </a:lnTo>
                  <a:lnTo>
                    <a:pt x="6987561" y="606016"/>
                  </a:lnTo>
                  <a:lnTo>
                    <a:pt x="6982570" y="606016"/>
                  </a:lnTo>
                  <a:lnTo>
                    <a:pt x="6977578" y="606016"/>
                  </a:lnTo>
                  <a:lnTo>
                    <a:pt x="6972587" y="606016"/>
                  </a:lnTo>
                  <a:lnTo>
                    <a:pt x="6967596" y="606016"/>
                  </a:lnTo>
                  <a:lnTo>
                    <a:pt x="6962605" y="606016"/>
                  </a:lnTo>
                  <a:lnTo>
                    <a:pt x="6957614" y="606016"/>
                  </a:lnTo>
                  <a:lnTo>
                    <a:pt x="6952623" y="606016"/>
                  </a:lnTo>
                  <a:lnTo>
                    <a:pt x="6942641" y="606016"/>
                  </a:lnTo>
                  <a:lnTo>
                    <a:pt x="6937650" y="606016"/>
                  </a:lnTo>
                  <a:lnTo>
                    <a:pt x="6932658" y="606016"/>
                  </a:lnTo>
                  <a:lnTo>
                    <a:pt x="6932658" y="610731"/>
                  </a:lnTo>
                  <a:lnTo>
                    <a:pt x="6922676" y="610731"/>
                  </a:lnTo>
                  <a:lnTo>
                    <a:pt x="6917685" y="610731"/>
                  </a:lnTo>
                  <a:lnTo>
                    <a:pt x="6912694" y="610731"/>
                  </a:lnTo>
                  <a:lnTo>
                    <a:pt x="6902712" y="610731"/>
                  </a:lnTo>
                  <a:lnTo>
                    <a:pt x="6897721" y="610731"/>
                  </a:lnTo>
                  <a:lnTo>
                    <a:pt x="6892730" y="610731"/>
                  </a:lnTo>
                  <a:lnTo>
                    <a:pt x="6892730" y="615417"/>
                  </a:lnTo>
                  <a:lnTo>
                    <a:pt x="6887738" y="615417"/>
                  </a:lnTo>
                  <a:lnTo>
                    <a:pt x="6882747" y="615417"/>
                  </a:lnTo>
                  <a:lnTo>
                    <a:pt x="6877756" y="615417"/>
                  </a:lnTo>
                  <a:lnTo>
                    <a:pt x="6872765" y="615417"/>
                  </a:lnTo>
                  <a:lnTo>
                    <a:pt x="6867774" y="615417"/>
                  </a:lnTo>
                  <a:lnTo>
                    <a:pt x="6862783" y="615417"/>
                  </a:lnTo>
                  <a:lnTo>
                    <a:pt x="6852801" y="615417"/>
                  </a:lnTo>
                  <a:lnTo>
                    <a:pt x="6847809" y="615417"/>
                  </a:lnTo>
                  <a:lnTo>
                    <a:pt x="6842818" y="615417"/>
                  </a:lnTo>
                  <a:lnTo>
                    <a:pt x="6837827" y="615417"/>
                  </a:lnTo>
                  <a:lnTo>
                    <a:pt x="6832836" y="615417"/>
                  </a:lnTo>
                  <a:lnTo>
                    <a:pt x="6827845" y="615417"/>
                  </a:lnTo>
                  <a:lnTo>
                    <a:pt x="6822854" y="615417"/>
                  </a:lnTo>
                  <a:lnTo>
                    <a:pt x="6817863" y="615417"/>
                  </a:lnTo>
                  <a:lnTo>
                    <a:pt x="6812872" y="615417"/>
                  </a:lnTo>
                  <a:lnTo>
                    <a:pt x="6807881" y="615417"/>
                  </a:lnTo>
                  <a:lnTo>
                    <a:pt x="6802889" y="615417"/>
                  </a:lnTo>
                  <a:lnTo>
                    <a:pt x="6797898" y="615417"/>
                  </a:lnTo>
                  <a:lnTo>
                    <a:pt x="6792907" y="615417"/>
                  </a:lnTo>
                  <a:lnTo>
                    <a:pt x="6787916" y="615417"/>
                  </a:lnTo>
                  <a:lnTo>
                    <a:pt x="6782925" y="615417"/>
                  </a:lnTo>
                  <a:lnTo>
                    <a:pt x="6777934" y="615417"/>
                  </a:lnTo>
                  <a:lnTo>
                    <a:pt x="6772943" y="615417"/>
                  </a:lnTo>
                  <a:lnTo>
                    <a:pt x="6767952" y="615417"/>
                  </a:lnTo>
                  <a:lnTo>
                    <a:pt x="6762961" y="615417"/>
                  </a:lnTo>
                  <a:lnTo>
                    <a:pt x="6762961" y="620016"/>
                  </a:lnTo>
                  <a:lnTo>
                    <a:pt x="6757969" y="620016"/>
                  </a:lnTo>
                  <a:lnTo>
                    <a:pt x="6757969" y="624616"/>
                  </a:lnTo>
                  <a:lnTo>
                    <a:pt x="6752978" y="624616"/>
                  </a:lnTo>
                  <a:lnTo>
                    <a:pt x="6752978" y="629212"/>
                  </a:lnTo>
                  <a:lnTo>
                    <a:pt x="6747987" y="629212"/>
                  </a:lnTo>
                  <a:lnTo>
                    <a:pt x="6742996" y="629212"/>
                  </a:lnTo>
                  <a:lnTo>
                    <a:pt x="6738005" y="629212"/>
                  </a:lnTo>
                  <a:lnTo>
                    <a:pt x="6738005" y="633799"/>
                  </a:lnTo>
                  <a:lnTo>
                    <a:pt x="6733014" y="633799"/>
                  </a:lnTo>
                  <a:lnTo>
                    <a:pt x="6728023" y="633799"/>
                  </a:lnTo>
                  <a:lnTo>
                    <a:pt x="6723032" y="633799"/>
                  </a:lnTo>
                  <a:lnTo>
                    <a:pt x="6718040" y="633799"/>
                  </a:lnTo>
                  <a:lnTo>
                    <a:pt x="6718040" y="638377"/>
                  </a:lnTo>
                  <a:lnTo>
                    <a:pt x="6713049" y="638377"/>
                  </a:lnTo>
                  <a:lnTo>
                    <a:pt x="6708058" y="638377"/>
                  </a:lnTo>
                  <a:lnTo>
                    <a:pt x="6703067" y="638377"/>
                  </a:lnTo>
                  <a:lnTo>
                    <a:pt x="6698076" y="638377"/>
                  </a:lnTo>
                  <a:lnTo>
                    <a:pt x="6693085" y="638377"/>
                  </a:lnTo>
                  <a:lnTo>
                    <a:pt x="6688094" y="638377"/>
                  </a:lnTo>
                  <a:lnTo>
                    <a:pt x="6683103" y="638377"/>
                  </a:lnTo>
                  <a:lnTo>
                    <a:pt x="6683103" y="642924"/>
                  </a:lnTo>
                  <a:lnTo>
                    <a:pt x="6678112" y="642924"/>
                  </a:lnTo>
                  <a:lnTo>
                    <a:pt x="6673120" y="642924"/>
                  </a:lnTo>
                  <a:lnTo>
                    <a:pt x="6668129" y="642924"/>
                  </a:lnTo>
                  <a:lnTo>
                    <a:pt x="6663138" y="642924"/>
                  </a:lnTo>
                  <a:lnTo>
                    <a:pt x="6658147" y="642924"/>
                  </a:lnTo>
                  <a:lnTo>
                    <a:pt x="6653156" y="642924"/>
                  </a:lnTo>
                  <a:lnTo>
                    <a:pt x="6648165" y="642924"/>
                  </a:lnTo>
                  <a:lnTo>
                    <a:pt x="6643174" y="642924"/>
                  </a:lnTo>
                  <a:lnTo>
                    <a:pt x="6638183" y="642924"/>
                  </a:lnTo>
                  <a:lnTo>
                    <a:pt x="6633192" y="642924"/>
                  </a:lnTo>
                  <a:lnTo>
                    <a:pt x="6628200" y="642924"/>
                  </a:lnTo>
                  <a:lnTo>
                    <a:pt x="6623209" y="642924"/>
                  </a:lnTo>
                  <a:lnTo>
                    <a:pt x="6613227" y="642924"/>
                  </a:lnTo>
                  <a:lnTo>
                    <a:pt x="6613227" y="647415"/>
                  </a:lnTo>
                  <a:lnTo>
                    <a:pt x="6608236" y="647415"/>
                  </a:lnTo>
                  <a:lnTo>
                    <a:pt x="6603245" y="647415"/>
                  </a:lnTo>
                  <a:lnTo>
                    <a:pt x="6598254" y="647415"/>
                  </a:lnTo>
                  <a:lnTo>
                    <a:pt x="6593263" y="647415"/>
                  </a:lnTo>
                  <a:lnTo>
                    <a:pt x="6588271" y="647415"/>
                  </a:lnTo>
                  <a:lnTo>
                    <a:pt x="6588271" y="651891"/>
                  </a:lnTo>
                  <a:lnTo>
                    <a:pt x="6583280" y="651891"/>
                  </a:lnTo>
                  <a:lnTo>
                    <a:pt x="6583280" y="656361"/>
                  </a:lnTo>
                  <a:lnTo>
                    <a:pt x="6578289" y="656361"/>
                  </a:lnTo>
                  <a:lnTo>
                    <a:pt x="6573298" y="656361"/>
                  </a:lnTo>
                  <a:lnTo>
                    <a:pt x="6568307" y="656361"/>
                  </a:lnTo>
                  <a:lnTo>
                    <a:pt x="6563316" y="656361"/>
                  </a:lnTo>
                  <a:lnTo>
                    <a:pt x="6558325" y="656361"/>
                  </a:lnTo>
                  <a:lnTo>
                    <a:pt x="6553334" y="656361"/>
                  </a:lnTo>
                  <a:lnTo>
                    <a:pt x="6548343" y="656361"/>
                  </a:lnTo>
                  <a:lnTo>
                    <a:pt x="6543351" y="656361"/>
                  </a:lnTo>
                  <a:lnTo>
                    <a:pt x="6538360" y="656361"/>
                  </a:lnTo>
                  <a:lnTo>
                    <a:pt x="6533369" y="656361"/>
                  </a:lnTo>
                  <a:lnTo>
                    <a:pt x="6528378" y="656361"/>
                  </a:lnTo>
                  <a:lnTo>
                    <a:pt x="6523387" y="656361"/>
                  </a:lnTo>
                  <a:lnTo>
                    <a:pt x="6518396" y="656361"/>
                  </a:lnTo>
                  <a:lnTo>
                    <a:pt x="6513405" y="656361"/>
                  </a:lnTo>
                  <a:lnTo>
                    <a:pt x="6508414" y="656361"/>
                  </a:lnTo>
                  <a:lnTo>
                    <a:pt x="6503423" y="656361"/>
                  </a:lnTo>
                  <a:lnTo>
                    <a:pt x="6498431" y="656361"/>
                  </a:lnTo>
                  <a:lnTo>
                    <a:pt x="6493440" y="656361"/>
                  </a:lnTo>
                  <a:lnTo>
                    <a:pt x="6493440" y="660778"/>
                  </a:lnTo>
                  <a:lnTo>
                    <a:pt x="6488449" y="660778"/>
                  </a:lnTo>
                  <a:lnTo>
                    <a:pt x="6483458" y="660778"/>
                  </a:lnTo>
                  <a:lnTo>
                    <a:pt x="6478467" y="660778"/>
                  </a:lnTo>
                  <a:lnTo>
                    <a:pt x="6468485" y="660778"/>
                  </a:lnTo>
                  <a:lnTo>
                    <a:pt x="6463494" y="660778"/>
                  </a:lnTo>
                  <a:lnTo>
                    <a:pt x="6458502" y="660778"/>
                  </a:lnTo>
                  <a:lnTo>
                    <a:pt x="6453511" y="660778"/>
                  </a:lnTo>
                  <a:lnTo>
                    <a:pt x="6453511" y="665176"/>
                  </a:lnTo>
                  <a:lnTo>
                    <a:pt x="6448520" y="665176"/>
                  </a:lnTo>
                  <a:lnTo>
                    <a:pt x="6443529" y="665176"/>
                  </a:lnTo>
                  <a:lnTo>
                    <a:pt x="6438538" y="665176"/>
                  </a:lnTo>
                  <a:lnTo>
                    <a:pt x="6433547" y="665176"/>
                  </a:lnTo>
                  <a:lnTo>
                    <a:pt x="6428556" y="665176"/>
                  </a:lnTo>
                  <a:lnTo>
                    <a:pt x="6423565" y="665176"/>
                  </a:lnTo>
                  <a:lnTo>
                    <a:pt x="6418574" y="665176"/>
                  </a:lnTo>
                  <a:lnTo>
                    <a:pt x="6413582" y="665176"/>
                  </a:lnTo>
                  <a:lnTo>
                    <a:pt x="6408591" y="665176"/>
                  </a:lnTo>
                  <a:lnTo>
                    <a:pt x="6403600" y="665176"/>
                  </a:lnTo>
                  <a:lnTo>
                    <a:pt x="6398609" y="665176"/>
                  </a:lnTo>
                  <a:lnTo>
                    <a:pt x="6393618" y="665176"/>
                  </a:lnTo>
                  <a:lnTo>
                    <a:pt x="6388627" y="665176"/>
                  </a:lnTo>
                  <a:lnTo>
                    <a:pt x="6383636" y="665176"/>
                  </a:lnTo>
                  <a:lnTo>
                    <a:pt x="6383636" y="669534"/>
                  </a:lnTo>
                  <a:lnTo>
                    <a:pt x="6378645" y="669534"/>
                  </a:lnTo>
                  <a:lnTo>
                    <a:pt x="6378645" y="673886"/>
                  </a:lnTo>
                  <a:lnTo>
                    <a:pt x="6373654" y="673886"/>
                  </a:lnTo>
                  <a:lnTo>
                    <a:pt x="6368662" y="673886"/>
                  </a:lnTo>
                  <a:lnTo>
                    <a:pt x="6363671" y="673886"/>
                  </a:lnTo>
                  <a:lnTo>
                    <a:pt x="6358680" y="673886"/>
                  </a:lnTo>
                  <a:lnTo>
                    <a:pt x="6353689" y="673886"/>
                  </a:lnTo>
                  <a:lnTo>
                    <a:pt x="6348698" y="673886"/>
                  </a:lnTo>
                  <a:lnTo>
                    <a:pt x="6343707" y="673886"/>
                  </a:lnTo>
                  <a:lnTo>
                    <a:pt x="6338716" y="673886"/>
                  </a:lnTo>
                  <a:lnTo>
                    <a:pt x="6338716" y="678218"/>
                  </a:lnTo>
                  <a:lnTo>
                    <a:pt x="6333725" y="678218"/>
                  </a:lnTo>
                  <a:lnTo>
                    <a:pt x="6328734" y="678218"/>
                  </a:lnTo>
                  <a:lnTo>
                    <a:pt x="6323742" y="678218"/>
                  </a:lnTo>
                  <a:lnTo>
                    <a:pt x="6318751" y="678218"/>
                  </a:lnTo>
                  <a:lnTo>
                    <a:pt x="6318751" y="682542"/>
                  </a:lnTo>
                  <a:lnTo>
                    <a:pt x="6313760" y="682542"/>
                  </a:lnTo>
                  <a:lnTo>
                    <a:pt x="6308769" y="682542"/>
                  </a:lnTo>
                  <a:lnTo>
                    <a:pt x="6303778" y="682542"/>
                  </a:lnTo>
                  <a:lnTo>
                    <a:pt x="6298787" y="682542"/>
                  </a:lnTo>
                  <a:lnTo>
                    <a:pt x="6293796" y="682542"/>
                  </a:lnTo>
                  <a:lnTo>
                    <a:pt x="6288805" y="682542"/>
                  </a:lnTo>
                  <a:lnTo>
                    <a:pt x="6283813" y="682542"/>
                  </a:lnTo>
                  <a:lnTo>
                    <a:pt x="6283813" y="686844"/>
                  </a:lnTo>
                  <a:lnTo>
                    <a:pt x="6278822" y="686844"/>
                  </a:lnTo>
                  <a:lnTo>
                    <a:pt x="6273831" y="686844"/>
                  </a:lnTo>
                  <a:lnTo>
                    <a:pt x="6273831" y="691137"/>
                  </a:lnTo>
                  <a:lnTo>
                    <a:pt x="6268840" y="691137"/>
                  </a:lnTo>
                  <a:lnTo>
                    <a:pt x="6263849" y="691137"/>
                  </a:lnTo>
                  <a:lnTo>
                    <a:pt x="6263849" y="695422"/>
                  </a:lnTo>
                  <a:lnTo>
                    <a:pt x="6258858" y="695422"/>
                  </a:lnTo>
                  <a:lnTo>
                    <a:pt x="6253867" y="695422"/>
                  </a:lnTo>
                  <a:lnTo>
                    <a:pt x="6248876" y="695422"/>
                  </a:lnTo>
                  <a:lnTo>
                    <a:pt x="6243885" y="695422"/>
                  </a:lnTo>
                  <a:lnTo>
                    <a:pt x="6238893" y="695422"/>
                  </a:lnTo>
                  <a:lnTo>
                    <a:pt x="6233902" y="695422"/>
                  </a:lnTo>
                  <a:lnTo>
                    <a:pt x="6228911" y="695422"/>
                  </a:lnTo>
                  <a:lnTo>
                    <a:pt x="6218929" y="695422"/>
                  </a:lnTo>
                  <a:lnTo>
                    <a:pt x="6213938" y="695422"/>
                  </a:lnTo>
                  <a:lnTo>
                    <a:pt x="6208947" y="695422"/>
                  </a:lnTo>
                  <a:lnTo>
                    <a:pt x="6203956" y="695422"/>
                  </a:lnTo>
                  <a:lnTo>
                    <a:pt x="6198965" y="695422"/>
                  </a:lnTo>
                  <a:lnTo>
                    <a:pt x="6193973" y="695422"/>
                  </a:lnTo>
                  <a:lnTo>
                    <a:pt x="6188982" y="695422"/>
                  </a:lnTo>
                  <a:lnTo>
                    <a:pt x="6188982" y="699673"/>
                  </a:lnTo>
                  <a:lnTo>
                    <a:pt x="6183991" y="699673"/>
                  </a:lnTo>
                  <a:lnTo>
                    <a:pt x="6179000" y="699673"/>
                  </a:lnTo>
                  <a:lnTo>
                    <a:pt x="6174009" y="699673"/>
                  </a:lnTo>
                  <a:lnTo>
                    <a:pt x="6169018" y="699673"/>
                  </a:lnTo>
                  <a:lnTo>
                    <a:pt x="6164027" y="699673"/>
                  </a:lnTo>
                  <a:lnTo>
                    <a:pt x="6159036" y="699673"/>
                  </a:lnTo>
                  <a:lnTo>
                    <a:pt x="6154044" y="699673"/>
                  </a:lnTo>
                  <a:lnTo>
                    <a:pt x="6149053" y="699673"/>
                  </a:lnTo>
                  <a:lnTo>
                    <a:pt x="6144062" y="699673"/>
                  </a:lnTo>
                  <a:lnTo>
                    <a:pt x="6144062" y="703888"/>
                  </a:lnTo>
                  <a:lnTo>
                    <a:pt x="6139071" y="703888"/>
                  </a:lnTo>
                  <a:lnTo>
                    <a:pt x="6134080" y="703888"/>
                  </a:lnTo>
                  <a:lnTo>
                    <a:pt x="6134080" y="708089"/>
                  </a:lnTo>
                  <a:lnTo>
                    <a:pt x="6129089" y="708089"/>
                  </a:lnTo>
                  <a:lnTo>
                    <a:pt x="6124098" y="708089"/>
                  </a:lnTo>
                  <a:lnTo>
                    <a:pt x="6119107" y="708089"/>
                  </a:lnTo>
                  <a:lnTo>
                    <a:pt x="6114116" y="708089"/>
                  </a:lnTo>
                  <a:lnTo>
                    <a:pt x="6109124" y="708089"/>
                  </a:lnTo>
                  <a:lnTo>
                    <a:pt x="6104133" y="708089"/>
                  </a:lnTo>
                  <a:lnTo>
                    <a:pt x="6099142" y="708089"/>
                  </a:lnTo>
                  <a:lnTo>
                    <a:pt x="6094151" y="708089"/>
                  </a:lnTo>
                  <a:lnTo>
                    <a:pt x="6089160" y="708089"/>
                  </a:lnTo>
                  <a:lnTo>
                    <a:pt x="6084169" y="708089"/>
                  </a:lnTo>
                  <a:lnTo>
                    <a:pt x="6079178" y="708089"/>
                  </a:lnTo>
                  <a:lnTo>
                    <a:pt x="6079178" y="712257"/>
                  </a:lnTo>
                  <a:lnTo>
                    <a:pt x="6074187" y="712257"/>
                  </a:lnTo>
                  <a:lnTo>
                    <a:pt x="6069196" y="712257"/>
                  </a:lnTo>
                  <a:lnTo>
                    <a:pt x="6064204" y="712257"/>
                  </a:lnTo>
                  <a:lnTo>
                    <a:pt x="6059213" y="712257"/>
                  </a:lnTo>
                  <a:lnTo>
                    <a:pt x="6059213" y="716411"/>
                  </a:lnTo>
                  <a:lnTo>
                    <a:pt x="6054222" y="716411"/>
                  </a:lnTo>
                  <a:lnTo>
                    <a:pt x="6049231" y="716411"/>
                  </a:lnTo>
                  <a:lnTo>
                    <a:pt x="6044240" y="716411"/>
                  </a:lnTo>
                  <a:lnTo>
                    <a:pt x="6039249" y="716411"/>
                  </a:lnTo>
                  <a:lnTo>
                    <a:pt x="6034258" y="716411"/>
                  </a:lnTo>
                  <a:lnTo>
                    <a:pt x="6029267" y="716411"/>
                  </a:lnTo>
                  <a:lnTo>
                    <a:pt x="6024275" y="716411"/>
                  </a:lnTo>
                  <a:lnTo>
                    <a:pt x="6019284" y="716411"/>
                  </a:lnTo>
                  <a:lnTo>
                    <a:pt x="6014293" y="716411"/>
                  </a:lnTo>
                  <a:lnTo>
                    <a:pt x="6009302" y="716411"/>
                  </a:lnTo>
                  <a:lnTo>
                    <a:pt x="6004311" y="716411"/>
                  </a:lnTo>
                  <a:lnTo>
                    <a:pt x="5999320" y="716411"/>
                  </a:lnTo>
                  <a:lnTo>
                    <a:pt x="5994329" y="716411"/>
                  </a:lnTo>
                  <a:lnTo>
                    <a:pt x="5984347" y="716411"/>
                  </a:lnTo>
                  <a:lnTo>
                    <a:pt x="5974364" y="716411"/>
                  </a:lnTo>
                  <a:lnTo>
                    <a:pt x="5969373" y="716411"/>
                  </a:lnTo>
                  <a:lnTo>
                    <a:pt x="5964382" y="716411"/>
                  </a:lnTo>
                  <a:lnTo>
                    <a:pt x="5959391" y="716411"/>
                  </a:lnTo>
                  <a:lnTo>
                    <a:pt x="5954400" y="716411"/>
                  </a:lnTo>
                  <a:lnTo>
                    <a:pt x="5949409" y="716411"/>
                  </a:lnTo>
                  <a:lnTo>
                    <a:pt x="5944418" y="716411"/>
                  </a:lnTo>
                  <a:lnTo>
                    <a:pt x="5939427" y="716411"/>
                  </a:lnTo>
                  <a:lnTo>
                    <a:pt x="5934435" y="716411"/>
                  </a:lnTo>
                  <a:lnTo>
                    <a:pt x="5929444" y="716411"/>
                  </a:lnTo>
                  <a:lnTo>
                    <a:pt x="5929444" y="720506"/>
                  </a:lnTo>
                  <a:lnTo>
                    <a:pt x="5924453" y="720506"/>
                  </a:lnTo>
                  <a:lnTo>
                    <a:pt x="5919462" y="720506"/>
                  </a:lnTo>
                  <a:lnTo>
                    <a:pt x="5914471" y="720506"/>
                  </a:lnTo>
                  <a:lnTo>
                    <a:pt x="5909480" y="720506"/>
                  </a:lnTo>
                  <a:lnTo>
                    <a:pt x="5904489" y="720506"/>
                  </a:lnTo>
                  <a:lnTo>
                    <a:pt x="5904489" y="724582"/>
                  </a:lnTo>
                  <a:lnTo>
                    <a:pt x="5899498" y="724582"/>
                  </a:lnTo>
                  <a:lnTo>
                    <a:pt x="5894506" y="724582"/>
                  </a:lnTo>
                  <a:lnTo>
                    <a:pt x="5889515" y="724582"/>
                  </a:lnTo>
                  <a:lnTo>
                    <a:pt x="5884524" y="724582"/>
                  </a:lnTo>
                  <a:lnTo>
                    <a:pt x="5884524" y="728651"/>
                  </a:lnTo>
                  <a:lnTo>
                    <a:pt x="5879533" y="728651"/>
                  </a:lnTo>
                  <a:lnTo>
                    <a:pt x="5874542" y="728651"/>
                  </a:lnTo>
                  <a:lnTo>
                    <a:pt x="5874542" y="732715"/>
                  </a:lnTo>
                  <a:lnTo>
                    <a:pt x="5869551" y="732715"/>
                  </a:lnTo>
                  <a:lnTo>
                    <a:pt x="5864560" y="732715"/>
                  </a:lnTo>
                  <a:lnTo>
                    <a:pt x="5859569" y="732715"/>
                  </a:lnTo>
                  <a:lnTo>
                    <a:pt x="5854578" y="732715"/>
                  </a:lnTo>
                  <a:lnTo>
                    <a:pt x="5849586" y="732715"/>
                  </a:lnTo>
                  <a:lnTo>
                    <a:pt x="5844595" y="732715"/>
                  </a:lnTo>
                  <a:lnTo>
                    <a:pt x="5844595" y="736769"/>
                  </a:lnTo>
                  <a:lnTo>
                    <a:pt x="5839604" y="736769"/>
                  </a:lnTo>
                  <a:lnTo>
                    <a:pt x="5834613" y="736769"/>
                  </a:lnTo>
                  <a:lnTo>
                    <a:pt x="5829622" y="736769"/>
                  </a:lnTo>
                  <a:lnTo>
                    <a:pt x="5824631" y="736769"/>
                  </a:lnTo>
                  <a:lnTo>
                    <a:pt x="5819640" y="736769"/>
                  </a:lnTo>
                  <a:lnTo>
                    <a:pt x="5814649" y="736769"/>
                  </a:lnTo>
                  <a:lnTo>
                    <a:pt x="5814649" y="740806"/>
                  </a:lnTo>
                  <a:lnTo>
                    <a:pt x="5804666" y="740806"/>
                  </a:lnTo>
                  <a:lnTo>
                    <a:pt x="5799675" y="740806"/>
                  </a:lnTo>
                  <a:lnTo>
                    <a:pt x="5794684" y="740806"/>
                  </a:lnTo>
                  <a:lnTo>
                    <a:pt x="5794684" y="744840"/>
                  </a:lnTo>
                  <a:lnTo>
                    <a:pt x="5789693" y="744840"/>
                  </a:lnTo>
                  <a:lnTo>
                    <a:pt x="5784702" y="744840"/>
                  </a:lnTo>
                  <a:lnTo>
                    <a:pt x="5784702" y="748870"/>
                  </a:lnTo>
                  <a:lnTo>
                    <a:pt x="5779711" y="748870"/>
                  </a:lnTo>
                  <a:lnTo>
                    <a:pt x="5779711" y="752898"/>
                  </a:lnTo>
                  <a:lnTo>
                    <a:pt x="5774720" y="752898"/>
                  </a:lnTo>
                  <a:lnTo>
                    <a:pt x="5769729" y="752898"/>
                  </a:lnTo>
                  <a:lnTo>
                    <a:pt x="5764737" y="752898"/>
                  </a:lnTo>
                  <a:lnTo>
                    <a:pt x="5759746" y="752898"/>
                  </a:lnTo>
                  <a:lnTo>
                    <a:pt x="5754755" y="752898"/>
                  </a:lnTo>
                  <a:lnTo>
                    <a:pt x="5749764" y="752898"/>
                  </a:lnTo>
                  <a:lnTo>
                    <a:pt x="5744773" y="752898"/>
                  </a:lnTo>
                  <a:lnTo>
                    <a:pt x="5739782" y="752898"/>
                  </a:lnTo>
                  <a:lnTo>
                    <a:pt x="5734791" y="752898"/>
                  </a:lnTo>
                  <a:lnTo>
                    <a:pt x="5729800" y="752898"/>
                  </a:lnTo>
                  <a:lnTo>
                    <a:pt x="5719817" y="752898"/>
                  </a:lnTo>
                  <a:lnTo>
                    <a:pt x="5714826" y="752898"/>
                  </a:lnTo>
                  <a:lnTo>
                    <a:pt x="5709835" y="752898"/>
                  </a:lnTo>
                  <a:lnTo>
                    <a:pt x="5709835" y="756887"/>
                  </a:lnTo>
                  <a:lnTo>
                    <a:pt x="5704844" y="756887"/>
                  </a:lnTo>
                  <a:lnTo>
                    <a:pt x="5699853" y="756887"/>
                  </a:lnTo>
                  <a:lnTo>
                    <a:pt x="5694862" y="756887"/>
                  </a:lnTo>
                  <a:lnTo>
                    <a:pt x="5689871" y="756887"/>
                  </a:lnTo>
                  <a:lnTo>
                    <a:pt x="5684880" y="756887"/>
                  </a:lnTo>
                  <a:lnTo>
                    <a:pt x="5679889" y="756887"/>
                  </a:lnTo>
                  <a:lnTo>
                    <a:pt x="5679889" y="768810"/>
                  </a:lnTo>
                  <a:lnTo>
                    <a:pt x="5674897" y="768810"/>
                  </a:lnTo>
                  <a:lnTo>
                    <a:pt x="5669906" y="768810"/>
                  </a:lnTo>
                  <a:lnTo>
                    <a:pt x="5664915" y="768810"/>
                  </a:lnTo>
                  <a:lnTo>
                    <a:pt x="5659924" y="768810"/>
                  </a:lnTo>
                  <a:lnTo>
                    <a:pt x="5659924" y="772778"/>
                  </a:lnTo>
                  <a:lnTo>
                    <a:pt x="5654933" y="772778"/>
                  </a:lnTo>
                  <a:lnTo>
                    <a:pt x="5649942" y="772778"/>
                  </a:lnTo>
                  <a:lnTo>
                    <a:pt x="5644951" y="772778"/>
                  </a:lnTo>
                  <a:lnTo>
                    <a:pt x="5639960" y="772778"/>
                  </a:lnTo>
                  <a:lnTo>
                    <a:pt x="5639960" y="776732"/>
                  </a:lnTo>
                  <a:lnTo>
                    <a:pt x="5634968" y="776732"/>
                  </a:lnTo>
                  <a:lnTo>
                    <a:pt x="5629977" y="776732"/>
                  </a:lnTo>
                  <a:lnTo>
                    <a:pt x="5624986" y="776732"/>
                  </a:lnTo>
                  <a:lnTo>
                    <a:pt x="5619995" y="776732"/>
                  </a:lnTo>
                  <a:lnTo>
                    <a:pt x="5615004" y="776732"/>
                  </a:lnTo>
                  <a:lnTo>
                    <a:pt x="5610013" y="776732"/>
                  </a:lnTo>
                  <a:lnTo>
                    <a:pt x="5605022" y="776732"/>
                  </a:lnTo>
                  <a:lnTo>
                    <a:pt x="5600031" y="776732"/>
                  </a:lnTo>
                  <a:lnTo>
                    <a:pt x="5600031" y="784581"/>
                  </a:lnTo>
                  <a:lnTo>
                    <a:pt x="5595040" y="784581"/>
                  </a:lnTo>
                  <a:lnTo>
                    <a:pt x="5590048" y="784581"/>
                  </a:lnTo>
                  <a:lnTo>
                    <a:pt x="5585057" y="784581"/>
                  </a:lnTo>
                  <a:lnTo>
                    <a:pt x="5580066" y="784581"/>
                  </a:lnTo>
                  <a:lnTo>
                    <a:pt x="5575075" y="784581"/>
                  </a:lnTo>
                  <a:lnTo>
                    <a:pt x="5575075" y="788487"/>
                  </a:lnTo>
                  <a:lnTo>
                    <a:pt x="5570084" y="788487"/>
                  </a:lnTo>
                  <a:lnTo>
                    <a:pt x="5565093" y="788487"/>
                  </a:lnTo>
                  <a:lnTo>
                    <a:pt x="5565093" y="792387"/>
                  </a:lnTo>
                  <a:lnTo>
                    <a:pt x="5560102" y="792387"/>
                  </a:lnTo>
                  <a:lnTo>
                    <a:pt x="5555111" y="792387"/>
                  </a:lnTo>
                  <a:lnTo>
                    <a:pt x="5555111" y="796284"/>
                  </a:lnTo>
                  <a:lnTo>
                    <a:pt x="5550120" y="796284"/>
                  </a:lnTo>
                  <a:lnTo>
                    <a:pt x="5550120" y="800181"/>
                  </a:lnTo>
                  <a:lnTo>
                    <a:pt x="5545128" y="800181"/>
                  </a:lnTo>
                  <a:lnTo>
                    <a:pt x="5545128" y="804076"/>
                  </a:lnTo>
                  <a:lnTo>
                    <a:pt x="5540137" y="804076"/>
                  </a:lnTo>
                  <a:lnTo>
                    <a:pt x="5535146" y="804076"/>
                  </a:lnTo>
                  <a:lnTo>
                    <a:pt x="5535146" y="807962"/>
                  </a:lnTo>
                  <a:lnTo>
                    <a:pt x="5530155" y="807962"/>
                  </a:lnTo>
                  <a:lnTo>
                    <a:pt x="5525164" y="807962"/>
                  </a:lnTo>
                  <a:lnTo>
                    <a:pt x="5525164" y="811846"/>
                  </a:lnTo>
                  <a:lnTo>
                    <a:pt x="5520173" y="811846"/>
                  </a:lnTo>
                  <a:lnTo>
                    <a:pt x="5515182" y="811846"/>
                  </a:lnTo>
                  <a:lnTo>
                    <a:pt x="5510191" y="811846"/>
                  </a:lnTo>
                  <a:lnTo>
                    <a:pt x="5505200" y="811846"/>
                  </a:lnTo>
                  <a:lnTo>
                    <a:pt x="5500208" y="811846"/>
                  </a:lnTo>
                  <a:lnTo>
                    <a:pt x="5495217" y="811846"/>
                  </a:lnTo>
                  <a:lnTo>
                    <a:pt x="5495217" y="815714"/>
                  </a:lnTo>
                  <a:lnTo>
                    <a:pt x="5490226" y="815714"/>
                  </a:lnTo>
                  <a:lnTo>
                    <a:pt x="5485235" y="815714"/>
                  </a:lnTo>
                  <a:lnTo>
                    <a:pt x="5480244" y="815714"/>
                  </a:lnTo>
                  <a:lnTo>
                    <a:pt x="5475253" y="815714"/>
                  </a:lnTo>
                  <a:lnTo>
                    <a:pt x="5470262" y="815714"/>
                  </a:lnTo>
                  <a:lnTo>
                    <a:pt x="5470262" y="819567"/>
                  </a:lnTo>
                  <a:lnTo>
                    <a:pt x="5465271" y="819567"/>
                  </a:lnTo>
                  <a:lnTo>
                    <a:pt x="5460279" y="819567"/>
                  </a:lnTo>
                  <a:lnTo>
                    <a:pt x="5455288" y="819567"/>
                  </a:lnTo>
                  <a:lnTo>
                    <a:pt x="5450297" y="819567"/>
                  </a:lnTo>
                  <a:lnTo>
                    <a:pt x="5445306" y="819567"/>
                  </a:lnTo>
                  <a:lnTo>
                    <a:pt x="5440315" y="819567"/>
                  </a:lnTo>
                  <a:lnTo>
                    <a:pt x="5435324" y="819567"/>
                  </a:lnTo>
                  <a:lnTo>
                    <a:pt x="5430333" y="819567"/>
                  </a:lnTo>
                  <a:lnTo>
                    <a:pt x="5425342" y="819567"/>
                  </a:lnTo>
                  <a:lnTo>
                    <a:pt x="5420351" y="819567"/>
                  </a:lnTo>
                  <a:lnTo>
                    <a:pt x="5415359" y="819567"/>
                  </a:lnTo>
                  <a:lnTo>
                    <a:pt x="5410368" y="819567"/>
                  </a:lnTo>
                  <a:lnTo>
                    <a:pt x="5405377" y="819567"/>
                  </a:lnTo>
                  <a:lnTo>
                    <a:pt x="5400386" y="819567"/>
                  </a:lnTo>
                  <a:lnTo>
                    <a:pt x="5395395" y="819567"/>
                  </a:lnTo>
                  <a:lnTo>
                    <a:pt x="5390404" y="819567"/>
                  </a:lnTo>
                  <a:lnTo>
                    <a:pt x="5390404" y="823376"/>
                  </a:lnTo>
                  <a:lnTo>
                    <a:pt x="5385413" y="823376"/>
                  </a:lnTo>
                  <a:lnTo>
                    <a:pt x="5380422" y="823376"/>
                  </a:lnTo>
                  <a:lnTo>
                    <a:pt x="5375431" y="823376"/>
                  </a:lnTo>
                  <a:lnTo>
                    <a:pt x="5370439" y="823376"/>
                  </a:lnTo>
                  <a:lnTo>
                    <a:pt x="5365448" y="823376"/>
                  </a:lnTo>
                  <a:lnTo>
                    <a:pt x="5360457" y="823376"/>
                  </a:lnTo>
                  <a:lnTo>
                    <a:pt x="5355466" y="823376"/>
                  </a:lnTo>
                  <a:lnTo>
                    <a:pt x="5350475" y="823376"/>
                  </a:lnTo>
                  <a:lnTo>
                    <a:pt x="5345484" y="823376"/>
                  </a:lnTo>
                  <a:lnTo>
                    <a:pt x="5340493" y="823376"/>
                  </a:lnTo>
                  <a:lnTo>
                    <a:pt x="5340493" y="827160"/>
                  </a:lnTo>
                  <a:lnTo>
                    <a:pt x="5335502" y="827160"/>
                  </a:lnTo>
                  <a:lnTo>
                    <a:pt x="5330510" y="827160"/>
                  </a:lnTo>
                  <a:lnTo>
                    <a:pt x="5325519" y="827160"/>
                  </a:lnTo>
                  <a:lnTo>
                    <a:pt x="5320528" y="827160"/>
                  </a:lnTo>
                  <a:lnTo>
                    <a:pt x="5315537" y="827160"/>
                  </a:lnTo>
                  <a:lnTo>
                    <a:pt x="5310546" y="827160"/>
                  </a:lnTo>
                  <a:lnTo>
                    <a:pt x="5305555" y="827160"/>
                  </a:lnTo>
                  <a:lnTo>
                    <a:pt x="5305555" y="830925"/>
                  </a:lnTo>
                  <a:lnTo>
                    <a:pt x="5300564" y="830925"/>
                  </a:lnTo>
                  <a:lnTo>
                    <a:pt x="5295573" y="830925"/>
                  </a:lnTo>
                  <a:lnTo>
                    <a:pt x="5290582" y="830925"/>
                  </a:lnTo>
                  <a:lnTo>
                    <a:pt x="5285590" y="830925"/>
                  </a:lnTo>
                  <a:lnTo>
                    <a:pt x="5280599" y="830925"/>
                  </a:lnTo>
                  <a:lnTo>
                    <a:pt x="5280599" y="834675"/>
                  </a:lnTo>
                  <a:lnTo>
                    <a:pt x="5275608" y="834675"/>
                  </a:lnTo>
                  <a:lnTo>
                    <a:pt x="5270617" y="834675"/>
                  </a:lnTo>
                  <a:lnTo>
                    <a:pt x="5265626" y="834675"/>
                  </a:lnTo>
                  <a:lnTo>
                    <a:pt x="5260635" y="834675"/>
                  </a:lnTo>
                  <a:lnTo>
                    <a:pt x="5260635" y="838414"/>
                  </a:lnTo>
                  <a:lnTo>
                    <a:pt x="5255644" y="838414"/>
                  </a:lnTo>
                  <a:lnTo>
                    <a:pt x="5250653" y="838414"/>
                  </a:lnTo>
                  <a:lnTo>
                    <a:pt x="5250653" y="842145"/>
                  </a:lnTo>
                  <a:lnTo>
                    <a:pt x="5245662" y="842145"/>
                  </a:lnTo>
                  <a:lnTo>
                    <a:pt x="5240670" y="842145"/>
                  </a:lnTo>
                  <a:lnTo>
                    <a:pt x="5235679" y="842145"/>
                  </a:lnTo>
                  <a:lnTo>
                    <a:pt x="5230688" y="842145"/>
                  </a:lnTo>
                  <a:lnTo>
                    <a:pt x="5225697" y="842145"/>
                  </a:lnTo>
                  <a:lnTo>
                    <a:pt x="5220706" y="842145"/>
                  </a:lnTo>
                  <a:lnTo>
                    <a:pt x="5215715" y="842145"/>
                  </a:lnTo>
                  <a:lnTo>
                    <a:pt x="5215715" y="845856"/>
                  </a:lnTo>
                  <a:lnTo>
                    <a:pt x="5210724" y="845856"/>
                  </a:lnTo>
                  <a:lnTo>
                    <a:pt x="5205733" y="845856"/>
                  </a:lnTo>
                  <a:lnTo>
                    <a:pt x="5200741" y="845856"/>
                  </a:lnTo>
                  <a:lnTo>
                    <a:pt x="5195750" y="845856"/>
                  </a:lnTo>
                  <a:lnTo>
                    <a:pt x="5190759" y="845856"/>
                  </a:lnTo>
                  <a:lnTo>
                    <a:pt x="5185768" y="845856"/>
                  </a:lnTo>
                  <a:lnTo>
                    <a:pt x="5185768" y="849551"/>
                  </a:lnTo>
                  <a:lnTo>
                    <a:pt x="5180777" y="849551"/>
                  </a:lnTo>
                  <a:lnTo>
                    <a:pt x="5175786" y="849551"/>
                  </a:lnTo>
                  <a:lnTo>
                    <a:pt x="5170795" y="849551"/>
                  </a:lnTo>
                  <a:lnTo>
                    <a:pt x="5165804" y="849551"/>
                  </a:lnTo>
                  <a:lnTo>
                    <a:pt x="5160813" y="849551"/>
                  </a:lnTo>
                  <a:lnTo>
                    <a:pt x="5155821" y="849551"/>
                  </a:lnTo>
                  <a:lnTo>
                    <a:pt x="5155821" y="860588"/>
                  </a:lnTo>
                  <a:lnTo>
                    <a:pt x="5150830" y="860588"/>
                  </a:lnTo>
                  <a:lnTo>
                    <a:pt x="5150830" y="864264"/>
                  </a:lnTo>
                  <a:lnTo>
                    <a:pt x="5145839" y="864264"/>
                  </a:lnTo>
                  <a:lnTo>
                    <a:pt x="5140848" y="864264"/>
                  </a:lnTo>
                  <a:lnTo>
                    <a:pt x="5135857" y="864264"/>
                  </a:lnTo>
                  <a:lnTo>
                    <a:pt x="5135857" y="867936"/>
                  </a:lnTo>
                  <a:lnTo>
                    <a:pt x="5130866" y="867936"/>
                  </a:lnTo>
                  <a:lnTo>
                    <a:pt x="5130866" y="871605"/>
                  </a:lnTo>
                  <a:lnTo>
                    <a:pt x="5125875" y="871605"/>
                  </a:lnTo>
                  <a:lnTo>
                    <a:pt x="5125875" y="875272"/>
                  </a:lnTo>
                  <a:lnTo>
                    <a:pt x="5120884" y="875272"/>
                  </a:lnTo>
                  <a:lnTo>
                    <a:pt x="5115893" y="875272"/>
                  </a:lnTo>
                  <a:lnTo>
                    <a:pt x="5115893" y="878926"/>
                  </a:lnTo>
                  <a:lnTo>
                    <a:pt x="5110901" y="878926"/>
                  </a:lnTo>
                  <a:lnTo>
                    <a:pt x="5105910" y="878926"/>
                  </a:lnTo>
                  <a:lnTo>
                    <a:pt x="5100919" y="878926"/>
                  </a:lnTo>
                  <a:lnTo>
                    <a:pt x="5095928" y="878926"/>
                  </a:lnTo>
                  <a:lnTo>
                    <a:pt x="5090937" y="878926"/>
                  </a:lnTo>
                  <a:lnTo>
                    <a:pt x="5085946" y="878926"/>
                  </a:lnTo>
                  <a:lnTo>
                    <a:pt x="5085946" y="886206"/>
                  </a:lnTo>
                  <a:lnTo>
                    <a:pt x="5080955" y="886206"/>
                  </a:lnTo>
                  <a:lnTo>
                    <a:pt x="5075964" y="886206"/>
                  </a:lnTo>
                  <a:lnTo>
                    <a:pt x="5070972" y="886206"/>
                  </a:lnTo>
                  <a:lnTo>
                    <a:pt x="5065981" y="886206"/>
                  </a:lnTo>
                  <a:lnTo>
                    <a:pt x="5060990" y="886206"/>
                  </a:lnTo>
                  <a:lnTo>
                    <a:pt x="5055999" y="886206"/>
                  </a:lnTo>
                  <a:lnTo>
                    <a:pt x="5051008" y="886206"/>
                  </a:lnTo>
                  <a:lnTo>
                    <a:pt x="5046017" y="886206"/>
                  </a:lnTo>
                  <a:lnTo>
                    <a:pt x="5041026" y="886206"/>
                  </a:lnTo>
                  <a:lnTo>
                    <a:pt x="5036035" y="886206"/>
                  </a:lnTo>
                  <a:lnTo>
                    <a:pt x="5031044" y="886206"/>
                  </a:lnTo>
                  <a:lnTo>
                    <a:pt x="5026052" y="886206"/>
                  </a:lnTo>
                  <a:lnTo>
                    <a:pt x="5021061" y="886206"/>
                  </a:lnTo>
                  <a:lnTo>
                    <a:pt x="5016070" y="886206"/>
                  </a:lnTo>
                  <a:lnTo>
                    <a:pt x="5011079" y="886206"/>
                  </a:lnTo>
                  <a:lnTo>
                    <a:pt x="5006088" y="886206"/>
                  </a:lnTo>
                  <a:lnTo>
                    <a:pt x="5001097" y="886206"/>
                  </a:lnTo>
                  <a:lnTo>
                    <a:pt x="4996106" y="886206"/>
                  </a:lnTo>
                  <a:lnTo>
                    <a:pt x="4996106" y="889802"/>
                  </a:lnTo>
                  <a:lnTo>
                    <a:pt x="4991115" y="889802"/>
                  </a:lnTo>
                  <a:lnTo>
                    <a:pt x="4991115" y="893398"/>
                  </a:lnTo>
                  <a:lnTo>
                    <a:pt x="4986124" y="893398"/>
                  </a:lnTo>
                  <a:lnTo>
                    <a:pt x="4981132" y="893398"/>
                  </a:lnTo>
                  <a:lnTo>
                    <a:pt x="4981132" y="900576"/>
                  </a:lnTo>
                  <a:lnTo>
                    <a:pt x="4976141" y="900576"/>
                  </a:lnTo>
                  <a:lnTo>
                    <a:pt x="4971150" y="900576"/>
                  </a:lnTo>
                  <a:lnTo>
                    <a:pt x="4966159" y="900576"/>
                  </a:lnTo>
                  <a:lnTo>
                    <a:pt x="4961168" y="900576"/>
                  </a:lnTo>
                  <a:lnTo>
                    <a:pt x="4956177" y="900576"/>
                  </a:lnTo>
                  <a:lnTo>
                    <a:pt x="4951186" y="900576"/>
                  </a:lnTo>
                  <a:lnTo>
                    <a:pt x="4951186" y="904151"/>
                  </a:lnTo>
                  <a:lnTo>
                    <a:pt x="4946195" y="904151"/>
                  </a:lnTo>
                  <a:lnTo>
                    <a:pt x="4941203" y="904151"/>
                  </a:lnTo>
                  <a:lnTo>
                    <a:pt x="4936212" y="904151"/>
                  </a:lnTo>
                  <a:lnTo>
                    <a:pt x="4931221" y="904151"/>
                  </a:lnTo>
                  <a:lnTo>
                    <a:pt x="4926230" y="904151"/>
                  </a:lnTo>
                  <a:lnTo>
                    <a:pt x="4921239" y="904151"/>
                  </a:lnTo>
                  <a:lnTo>
                    <a:pt x="4921239" y="907717"/>
                  </a:lnTo>
                  <a:lnTo>
                    <a:pt x="4916248" y="907717"/>
                  </a:lnTo>
                  <a:lnTo>
                    <a:pt x="4911257" y="907717"/>
                  </a:lnTo>
                  <a:lnTo>
                    <a:pt x="4911257" y="911273"/>
                  </a:lnTo>
                  <a:lnTo>
                    <a:pt x="4906266" y="911273"/>
                  </a:lnTo>
                  <a:lnTo>
                    <a:pt x="4901275" y="911273"/>
                  </a:lnTo>
                  <a:lnTo>
                    <a:pt x="4901275" y="914819"/>
                  </a:lnTo>
                  <a:lnTo>
                    <a:pt x="4896283" y="914819"/>
                  </a:lnTo>
                  <a:lnTo>
                    <a:pt x="4891292" y="914819"/>
                  </a:lnTo>
                  <a:lnTo>
                    <a:pt x="4886301" y="914819"/>
                  </a:lnTo>
                  <a:lnTo>
                    <a:pt x="4886301" y="918362"/>
                  </a:lnTo>
                  <a:lnTo>
                    <a:pt x="4881310" y="918362"/>
                  </a:lnTo>
                  <a:lnTo>
                    <a:pt x="4876319" y="918362"/>
                  </a:lnTo>
                  <a:lnTo>
                    <a:pt x="4871328" y="918362"/>
                  </a:lnTo>
                  <a:lnTo>
                    <a:pt x="4866337" y="918362"/>
                  </a:lnTo>
                  <a:lnTo>
                    <a:pt x="4866337" y="921896"/>
                  </a:lnTo>
                  <a:lnTo>
                    <a:pt x="4861346" y="921896"/>
                  </a:lnTo>
                  <a:lnTo>
                    <a:pt x="4861346" y="925427"/>
                  </a:lnTo>
                  <a:lnTo>
                    <a:pt x="4856355" y="925427"/>
                  </a:lnTo>
                  <a:lnTo>
                    <a:pt x="4856355" y="928955"/>
                  </a:lnTo>
                  <a:lnTo>
                    <a:pt x="4851363" y="928955"/>
                  </a:lnTo>
                  <a:lnTo>
                    <a:pt x="4851363" y="936012"/>
                  </a:lnTo>
                  <a:lnTo>
                    <a:pt x="4846372" y="936012"/>
                  </a:lnTo>
                  <a:lnTo>
                    <a:pt x="4841381" y="936012"/>
                  </a:lnTo>
                  <a:lnTo>
                    <a:pt x="4841381" y="939536"/>
                  </a:lnTo>
                  <a:lnTo>
                    <a:pt x="4836390" y="939536"/>
                  </a:lnTo>
                  <a:lnTo>
                    <a:pt x="4831399" y="939536"/>
                  </a:lnTo>
                  <a:lnTo>
                    <a:pt x="4831399" y="943053"/>
                  </a:lnTo>
                  <a:lnTo>
                    <a:pt x="4826408" y="943053"/>
                  </a:lnTo>
                  <a:lnTo>
                    <a:pt x="4821417" y="943053"/>
                  </a:lnTo>
                  <a:lnTo>
                    <a:pt x="4816426" y="943053"/>
                  </a:lnTo>
                  <a:lnTo>
                    <a:pt x="4811434" y="943053"/>
                  </a:lnTo>
                  <a:lnTo>
                    <a:pt x="4806443" y="943053"/>
                  </a:lnTo>
                  <a:lnTo>
                    <a:pt x="4806443" y="946564"/>
                  </a:lnTo>
                  <a:lnTo>
                    <a:pt x="4801452" y="946564"/>
                  </a:lnTo>
                  <a:lnTo>
                    <a:pt x="4796461" y="946564"/>
                  </a:lnTo>
                  <a:lnTo>
                    <a:pt x="4791470" y="946564"/>
                  </a:lnTo>
                  <a:lnTo>
                    <a:pt x="4786479" y="946564"/>
                  </a:lnTo>
                  <a:lnTo>
                    <a:pt x="4781488" y="946564"/>
                  </a:lnTo>
                  <a:lnTo>
                    <a:pt x="4776497" y="946564"/>
                  </a:lnTo>
                  <a:lnTo>
                    <a:pt x="4771506" y="946564"/>
                  </a:lnTo>
                  <a:lnTo>
                    <a:pt x="4766514" y="946564"/>
                  </a:lnTo>
                  <a:lnTo>
                    <a:pt x="4761523" y="946564"/>
                  </a:lnTo>
                  <a:lnTo>
                    <a:pt x="4756532" y="946564"/>
                  </a:lnTo>
                  <a:lnTo>
                    <a:pt x="4751541" y="946564"/>
                  </a:lnTo>
                  <a:lnTo>
                    <a:pt x="4746550" y="946564"/>
                  </a:lnTo>
                  <a:lnTo>
                    <a:pt x="4746550" y="950042"/>
                  </a:lnTo>
                  <a:lnTo>
                    <a:pt x="4741559" y="950042"/>
                  </a:lnTo>
                  <a:lnTo>
                    <a:pt x="4736568" y="950042"/>
                  </a:lnTo>
                  <a:lnTo>
                    <a:pt x="4736568" y="953514"/>
                  </a:lnTo>
                  <a:lnTo>
                    <a:pt x="4731577" y="953514"/>
                  </a:lnTo>
                  <a:lnTo>
                    <a:pt x="4726586" y="953514"/>
                  </a:lnTo>
                  <a:lnTo>
                    <a:pt x="4726586" y="956981"/>
                  </a:lnTo>
                  <a:lnTo>
                    <a:pt x="4721594" y="956981"/>
                  </a:lnTo>
                  <a:lnTo>
                    <a:pt x="4716603" y="956981"/>
                  </a:lnTo>
                  <a:lnTo>
                    <a:pt x="4711612" y="956981"/>
                  </a:lnTo>
                  <a:lnTo>
                    <a:pt x="4706621" y="956981"/>
                  </a:lnTo>
                  <a:lnTo>
                    <a:pt x="4706621" y="960446"/>
                  </a:lnTo>
                  <a:lnTo>
                    <a:pt x="4701630" y="960446"/>
                  </a:lnTo>
                  <a:lnTo>
                    <a:pt x="4696639" y="960446"/>
                  </a:lnTo>
                  <a:lnTo>
                    <a:pt x="4696639" y="963904"/>
                  </a:lnTo>
                  <a:lnTo>
                    <a:pt x="4691648" y="963904"/>
                  </a:lnTo>
                  <a:lnTo>
                    <a:pt x="4686657" y="963904"/>
                  </a:lnTo>
                  <a:lnTo>
                    <a:pt x="4681666" y="963904"/>
                  </a:lnTo>
                  <a:lnTo>
                    <a:pt x="4681666" y="967359"/>
                  </a:lnTo>
                  <a:lnTo>
                    <a:pt x="4676674" y="967359"/>
                  </a:lnTo>
                  <a:lnTo>
                    <a:pt x="4671683" y="967359"/>
                  </a:lnTo>
                  <a:lnTo>
                    <a:pt x="4666692" y="967359"/>
                  </a:lnTo>
                  <a:lnTo>
                    <a:pt x="4661701" y="967359"/>
                  </a:lnTo>
                  <a:lnTo>
                    <a:pt x="4661701" y="970803"/>
                  </a:lnTo>
                  <a:lnTo>
                    <a:pt x="4656710" y="970803"/>
                  </a:lnTo>
                  <a:lnTo>
                    <a:pt x="4651719" y="970803"/>
                  </a:lnTo>
                  <a:lnTo>
                    <a:pt x="4646728" y="970803"/>
                  </a:lnTo>
                  <a:lnTo>
                    <a:pt x="4641737" y="970803"/>
                  </a:lnTo>
                  <a:lnTo>
                    <a:pt x="4636745" y="970803"/>
                  </a:lnTo>
                  <a:lnTo>
                    <a:pt x="4631754" y="970803"/>
                  </a:lnTo>
                  <a:lnTo>
                    <a:pt x="4626763" y="970803"/>
                  </a:lnTo>
                  <a:lnTo>
                    <a:pt x="4626763" y="974233"/>
                  </a:lnTo>
                  <a:lnTo>
                    <a:pt x="4621772" y="974233"/>
                  </a:lnTo>
                  <a:lnTo>
                    <a:pt x="4616781" y="974233"/>
                  </a:lnTo>
                  <a:lnTo>
                    <a:pt x="4611790" y="974233"/>
                  </a:lnTo>
                  <a:lnTo>
                    <a:pt x="4611790" y="977656"/>
                  </a:lnTo>
                  <a:lnTo>
                    <a:pt x="4606799" y="977656"/>
                  </a:lnTo>
                  <a:lnTo>
                    <a:pt x="4601808" y="977656"/>
                  </a:lnTo>
                  <a:lnTo>
                    <a:pt x="4596817" y="977656"/>
                  </a:lnTo>
                  <a:lnTo>
                    <a:pt x="4591825" y="977656"/>
                  </a:lnTo>
                  <a:lnTo>
                    <a:pt x="4586834" y="977656"/>
                  </a:lnTo>
                  <a:lnTo>
                    <a:pt x="4581843" y="977656"/>
                  </a:lnTo>
                  <a:lnTo>
                    <a:pt x="4576852" y="977656"/>
                  </a:lnTo>
                  <a:lnTo>
                    <a:pt x="4571861" y="977656"/>
                  </a:lnTo>
                  <a:lnTo>
                    <a:pt x="4566870" y="977656"/>
                  </a:lnTo>
                  <a:lnTo>
                    <a:pt x="4561879" y="977656"/>
                  </a:lnTo>
                  <a:lnTo>
                    <a:pt x="4561879" y="984458"/>
                  </a:lnTo>
                  <a:lnTo>
                    <a:pt x="4556888" y="984458"/>
                  </a:lnTo>
                  <a:lnTo>
                    <a:pt x="4551897" y="984458"/>
                  </a:lnTo>
                  <a:lnTo>
                    <a:pt x="4551897" y="987853"/>
                  </a:lnTo>
                  <a:lnTo>
                    <a:pt x="4546905" y="987853"/>
                  </a:lnTo>
                  <a:lnTo>
                    <a:pt x="4541914" y="987853"/>
                  </a:lnTo>
                  <a:lnTo>
                    <a:pt x="4536923" y="987853"/>
                  </a:lnTo>
                  <a:lnTo>
                    <a:pt x="4531932" y="987853"/>
                  </a:lnTo>
                  <a:lnTo>
                    <a:pt x="4526941" y="987853"/>
                  </a:lnTo>
                  <a:lnTo>
                    <a:pt x="4526941" y="991236"/>
                  </a:lnTo>
                  <a:lnTo>
                    <a:pt x="4521950" y="991236"/>
                  </a:lnTo>
                  <a:lnTo>
                    <a:pt x="4521950" y="994617"/>
                  </a:lnTo>
                  <a:lnTo>
                    <a:pt x="4516959" y="994617"/>
                  </a:lnTo>
                  <a:lnTo>
                    <a:pt x="4516959" y="997992"/>
                  </a:lnTo>
                  <a:lnTo>
                    <a:pt x="4511968" y="997992"/>
                  </a:lnTo>
                  <a:lnTo>
                    <a:pt x="4506976" y="997992"/>
                  </a:lnTo>
                  <a:lnTo>
                    <a:pt x="4501985" y="997992"/>
                  </a:lnTo>
                  <a:lnTo>
                    <a:pt x="4501985" y="1001363"/>
                  </a:lnTo>
                  <a:lnTo>
                    <a:pt x="4496994" y="1001363"/>
                  </a:lnTo>
                  <a:lnTo>
                    <a:pt x="4492003" y="1001363"/>
                  </a:lnTo>
                  <a:lnTo>
                    <a:pt x="4487012" y="1001363"/>
                  </a:lnTo>
                  <a:lnTo>
                    <a:pt x="4482021" y="1001363"/>
                  </a:lnTo>
                  <a:lnTo>
                    <a:pt x="4482021" y="1004714"/>
                  </a:lnTo>
                  <a:lnTo>
                    <a:pt x="4477030" y="1004714"/>
                  </a:lnTo>
                  <a:lnTo>
                    <a:pt x="4477030" y="1008062"/>
                  </a:lnTo>
                  <a:lnTo>
                    <a:pt x="4472039" y="1008062"/>
                  </a:lnTo>
                  <a:lnTo>
                    <a:pt x="4467048" y="1008062"/>
                  </a:lnTo>
                  <a:lnTo>
                    <a:pt x="4462056" y="1008062"/>
                  </a:lnTo>
                  <a:lnTo>
                    <a:pt x="4457065" y="1008062"/>
                  </a:lnTo>
                  <a:lnTo>
                    <a:pt x="4457065" y="1011397"/>
                  </a:lnTo>
                  <a:lnTo>
                    <a:pt x="4452074" y="1011397"/>
                  </a:lnTo>
                  <a:lnTo>
                    <a:pt x="4452074" y="1014730"/>
                  </a:lnTo>
                  <a:lnTo>
                    <a:pt x="4447083" y="1014730"/>
                  </a:lnTo>
                  <a:lnTo>
                    <a:pt x="4442092" y="1014730"/>
                  </a:lnTo>
                  <a:lnTo>
                    <a:pt x="4437101" y="1014730"/>
                  </a:lnTo>
                  <a:lnTo>
                    <a:pt x="4432110" y="1014730"/>
                  </a:lnTo>
                  <a:lnTo>
                    <a:pt x="4427119" y="1014730"/>
                  </a:lnTo>
                  <a:lnTo>
                    <a:pt x="4427119" y="1018052"/>
                  </a:lnTo>
                  <a:lnTo>
                    <a:pt x="4422128" y="1018052"/>
                  </a:lnTo>
                  <a:lnTo>
                    <a:pt x="4422128" y="1021367"/>
                  </a:lnTo>
                  <a:lnTo>
                    <a:pt x="4417136" y="1021367"/>
                  </a:lnTo>
                  <a:lnTo>
                    <a:pt x="4412145" y="1021367"/>
                  </a:lnTo>
                  <a:lnTo>
                    <a:pt x="4412145" y="1024677"/>
                  </a:lnTo>
                  <a:lnTo>
                    <a:pt x="4407154" y="1024677"/>
                  </a:lnTo>
                  <a:lnTo>
                    <a:pt x="4402163" y="1024677"/>
                  </a:lnTo>
                  <a:lnTo>
                    <a:pt x="4397172" y="1024677"/>
                  </a:lnTo>
                  <a:lnTo>
                    <a:pt x="4392181" y="1024677"/>
                  </a:lnTo>
                  <a:lnTo>
                    <a:pt x="4387190" y="1024677"/>
                  </a:lnTo>
                  <a:lnTo>
                    <a:pt x="4387190" y="1027979"/>
                  </a:lnTo>
                  <a:lnTo>
                    <a:pt x="4382199" y="1027979"/>
                  </a:lnTo>
                  <a:lnTo>
                    <a:pt x="4377207" y="1027979"/>
                  </a:lnTo>
                  <a:lnTo>
                    <a:pt x="4372216" y="1027979"/>
                  </a:lnTo>
                  <a:lnTo>
                    <a:pt x="4372216" y="1031276"/>
                  </a:lnTo>
                  <a:lnTo>
                    <a:pt x="4367225" y="1031276"/>
                  </a:lnTo>
                  <a:lnTo>
                    <a:pt x="4362234" y="1031276"/>
                  </a:lnTo>
                  <a:lnTo>
                    <a:pt x="4357243" y="1031276"/>
                  </a:lnTo>
                  <a:lnTo>
                    <a:pt x="4352252" y="1031276"/>
                  </a:lnTo>
                  <a:lnTo>
                    <a:pt x="4352252" y="1041137"/>
                  </a:lnTo>
                  <a:lnTo>
                    <a:pt x="4347261" y="1041137"/>
                  </a:lnTo>
                  <a:lnTo>
                    <a:pt x="4342270" y="1041137"/>
                  </a:lnTo>
                  <a:lnTo>
                    <a:pt x="4337279" y="1041137"/>
                  </a:lnTo>
                  <a:lnTo>
                    <a:pt x="4332287" y="1041137"/>
                  </a:lnTo>
                  <a:lnTo>
                    <a:pt x="4327296" y="1041137"/>
                  </a:lnTo>
                  <a:lnTo>
                    <a:pt x="4327296" y="1044412"/>
                  </a:lnTo>
                  <a:lnTo>
                    <a:pt x="4322305" y="1044412"/>
                  </a:lnTo>
                  <a:lnTo>
                    <a:pt x="4317314" y="1044412"/>
                  </a:lnTo>
                  <a:lnTo>
                    <a:pt x="4312323" y="1044412"/>
                  </a:lnTo>
                  <a:lnTo>
                    <a:pt x="4312323" y="1050947"/>
                  </a:lnTo>
                  <a:lnTo>
                    <a:pt x="4307332" y="1050947"/>
                  </a:lnTo>
                  <a:lnTo>
                    <a:pt x="4302341" y="1050947"/>
                  </a:lnTo>
                  <a:lnTo>
                    <a:pt x="4302341" y="1054211"/>
                  </a:lnTo>
                  <a:lnTo>
                    <a:pt x="4297350" y="1054211"/>
                  </a:lnTo>
                  <a:lnTo>
                    <a:pt x="4292359" y="1054211"/>
                  </a:lnTo>
                  <a:lnTo>
                    <a:pt x="4287367" y="1054211"/>
                  </a:lnTo>
                  <a:lnTo>
                    <a:pt x="4282376" y="1054211"/>
                  </a:lnTo>
                  <a:lnTo>
                    <a:pt x="4277385" y="1054211"/>
                  </a:lnTo>
                  <a:lnTo>
                    <a:pt x="4272394" y="1054211"/>
                  </a:lnTo>
                  <a:lnTo>
                    <a:pt x="4267403" y="1054211"/>
                  </a:lnTo>
                  <a:lnTo>
                    <a:pt x="4262412" y="1054211"/>
                  </a:lnTo>
                  <a:lnTo>
                    <a:pt x="4257421" y="1054211"/>
                  </a:lnTo>
                  <a:lnTo>
                    <a:pt x="4252430" y="1054211"/>
                  </a:lnTo>
                  <a:lnTo>
                    <a:pt x="4247438" y="1054211"/>
                  </a:lnTo>
                  <a:lnTo>
                    <a:pt x="4242447" y="1054211"/>
                  </a:lnTo>
                  <a:lnTo>
                    <a:pt x="4237456" y="1054211"/>
                  </a:lnTo>
                  <a:lnTo>
                    <a:pt x="4237456" y="1060702"/>
                  </a:lnTo>
                  <a:lnTo>
                    <a:pt x="4232465" y="1060702"/>
                  </a:lnTo>
                  <a:lnTo>
                    <a:pt x="4232465" y="1063943"/>
                  </a:lnTo>
                  <a:lnTo>
                    <a:pt x="4227474" y="1063943"/>
                  </a:lnTo>
                  <a:lnTo>
                    <a:pt x="4222483" y="1063943"/>
                  </a:lnTo>
                  <a:lnTo>
                    <a:pt x="4222483" y="1070415"/>
                  </a:lnTo>
                  <a:lnTo>
                    <a:pt x="4217492" y="1070415"/>
                  </a:lnTo>
                  <a:lnTo>
                    <a:pt x="4212501" y="1070415"/>
                  </a:lnTo>
                  <a:lnTo>
                    <a:pt x="4207510" y="1070415"/>
                  </a:lnTo>
                  <a:lnTo>
                    <a:pt x="4202518" y="1070415"/>
                  </a:lnTo>
                  <a:lnTo>
                    <a:pt x="4197527" y="1070415"/>
                  </a:lnTo>
                  <a:lnTo>
                    <a:pt x="4192536" y="1070415"/>
                  </a:lnTo>
                  <a:lnTo>
                    <a:pt x="4192536" y="1073639"/>
                  </a:lnTo>
                  <a:lnTo>
                    <a:pt x="4187545" y="1073639"/>
                  </a:lnTo>
                  <a:lnTo>
                    <a:pt x="4182554" y="1073639"/>
                  </a:lnTo>
                  <a:lnTo>
                    <a:pt x="4182554" y="1080081"/>
                  </a:lnTo>
                  <a:lnTo>
                    <a:pt x="4177563" y="1080081"/>
                  </a:lnTo>
                  <a:lnTo>
                    <a:pt x="4177563" y="1083297"/>
                  </a:lnTo>
                  <a:lnTo>
                    <a:pt x="4172572" y="1083297"/>
                  </a:lnTo>
                  <a:lnTo>
                    <a:pt x="4167581" y="1083297"/>
                  </a:lnTo>
                  <a:lnTo>
                    <a:pt x="4162590" y="1083297"/>
                  </a:lnTo>
                  <a:lnTo>
                    <a:pt x="4157598" y="1083297"/>
                  </a:lnTo>
                  <a:lnTo>
                    <a:pt x="4152607" y="1083297"/>
                  </a:lnTo>
                  <a:lnTo>
                    <a:pt x="4152607" y="1086507"/>
                  </a:lnTo>
                  <a:lnTo>
                    <a:pt x="4147616" y="1086507"/>
                  </a:lnTo>
                  <a:lnTo>
                    <a:pt x="4142625" y="1086507"/>
                  </a:lnTo>
                  <a:lnTo>
                    <a:pt x="4137634" y="1086507"/>
                  </a:lnTo>
                  <a:lnTo>
                    <a:pt x="4137634" y="1089714"/>
                  </a:lnTo>
                  <a:lnTo>
                    <a:pt x="4132643" y="1089714"/>
                  </a:lnTo>
                  <a:lnTo>
                    <a:pt x="4132643" y="1092918"/>
                  </a:lnTo>
                  <a:lnTo>
                    <a:pt x="4127652" y="1092918"/>
                  </a:lnTo>
                  <a:lnTo>
                    <a:pt x="4127652" y="1096120"/>
                  </a:lnTo>
                  <a:lnTo>
                    <a:pt x="4122661" y="1096120"/>
                  </a:lnTo>
                  <a:lnTo>
                    <a:pt x="4122661" y="1102521"/>
                  </a:lnTo>
                  <a:lnTo>
                    <a:pt x="4117669" y="1102521"/>
                  </a:lnTo>
                  <a:lnTo>
                    <a:pt x="4112678" y="1102521"/>
                  </a:lnTo>
                  <a:lnTo>
                    <a:pt x="4107687" y="1102521"/>
                  </a:lnTo>
                  <a:lnTo>
                    <a:pt x="4107687" y="1105713"/>
                  </a:lnTo>
                  <a:lnTo>
                    <a:pt x="4102696" y="1105713"/>
                  </a:lnTo>
                  <a:lnTo>
                    <a:pt x="4097705" y="1105713"/>
                  </a:lnTo>
                  <a:lnTo>
                    <a:pt x="4092714" y="1105713"/>
                  </a:lnTo>
                  <a:lnTo>
                    <a:pt x="4087723" y="1105713"/>
                  </a:lnTo>
                  <a:lnTo>
                    <a:pt x="4082732" y="1105713"/>
                  </a:lnTo>
                  <a:lnTo>
                    <a:pt x="4077741" y="1105713"/>
                  </a:lnTo>
                  <a:lnTo>
                    <a:pt x="4072749" y="1105713"/>
                  </a:lnTo>
                  <a:lnTo>
                    <a:pt x="4072749" y="1112074"/>
                  </a:lnTo>
                  <a:lnTo>
                    <a:pt x="4067758" y="1112074"/>
                  </a:lnTo>
                  <a:lnTo>
                    <a:pt x="4067758" y="1115251"/>
                  </a:lnTo>
                  <a:lnTo>
                    <a:pt x="4062767" y="1115251"/>
                  </a:lnTo>
                  <a:lnTo>
                    <a:pt x="4057776" y="1115251"/>
                  </a:lnTo>
                  <a:lnTo>
                    <a:pt x="4052785" y="1115251"/>
                  </a:lnTo>
                  <a:lnTo>
                    <a:pt x="4047794" y="1115251"/>
                  </a:lnTo>
                  <a:lnTo>
                    <a:pt x="4042803" y="1115251"/>
                  </a:lnTo>
                  <a:lnTo>
                    <a:pt x="4037812" y="1115251"/>
                  </a:lnTo>
                  <a:lnTo>
                    <a:pt x="4037812" y="1121587"/>
                  </a:lnTo>
                  <a:lnTo>
                    <a:pt x="4032821" y="1121587"/>
                  </a:lnTo>
                  <a:lnTo>
                    <a:pt x="4027829" y="1121587"/>
                  </a:lnTo>
                  <a:lnTo>
                    <a:pt x="4022838" y="1121587"/>
                  </a:lnTo>
                  <a:lnTo>
                    <a:pt x="4017847" y="1121587"/>
                  </a:lnTo>
                  <a:lnTo>
                    <a:pt x="4012856" y="1121587"/>
                  </a:lnTo>
                  <a:lnTo>
                    <a:pt x="4007865" y="1121587"/>
                  </a:lnTo>
                  <a:lnTo>
                    <a:pt x="4007865" y="1127897"/>
                  </a:lnTo>
                  <a:lnTo>
                    <a:pt x="4002874" y="1127897"/>
                  </a:lnTo>
                  <a:lnTo>
                    <a:pt x="4002874" y="1131048"/>
                  </a:lnTo>
                  <a:lnTo>
                    <a:pt x="3997883" y="1131048"/>
                  </a:lnTo>
                  <a:lnTo>
                    <a:pt x="3992892" y="1131048"/>
                  </a:lnTo>
                  <a:lnTo>
                    <a:pt x="3992892" y="1134189"/>
                  </a:lnTo>
                  <a:lnTo>
                    <a:pt x="3987900" y="1134189"/>
                  </a:lnTo>
                  <a:lnTo>
                    <a:pt x="3982909" y="1134189"/>
                  </a:lnTo>
                  <a:lnTo>
                    <a:pt x="3977918" y="1134189"/>
                  </a:lnTo>
                  <a:lnTo>
                    <a:pt x="3972927" y="1134189"/>
                  </a:lnTo>
                  <a:lnTo>
                    <a:pt x="3967936" y="1134189"/>
                  </a:lnTo>
                  <a:lnTo>
                    <a:pt x="3962945" y="1134189"/>
                  </a:lnTo>
                  <a:lnTo>
                    <a:pt x="3957954" y="1134189"/>
                  </a:lnTo>
                  <a:lnTo>
                    <a:pt x="3952963" y="1134189"/>
                  </a:lnTo>
                  <a:lnTo>
                    <a:pt x="3947972" y="1134189"/>
                  </a:lnTo>
                  <a:lnTo>
                    <a:pt x="3942980" y="1134189"/>
                  </a:lnTo>
                  <a:lnTo>
                    <a:pt x="3942980" y="1137305"/>
                  </a:lnTo>
                  <a:lnTo>
                    <a:pt x="3937989" y="1137305"/>
                  </a:lnTo>
                  <a:lnTo>
                    <a:pt x="3932998" y="1137305"/>
                  </a:lnTo>
                  <a:lnTo>
                    <a:pt x="3932998" y="1143521"/>
                  </a:lnTo>
                  <a:lnTo>
                    <a:pt x="3928007" y="1143521"/>
                  </a:lnTo>
                  <a:lnTo>
                    <a:pt x="3928007" y="1149736"/>
                  </a:lnTo>
                  <a:lnTo>
                    <a:pt x="3923016" y="1149736"/>
                  </a:lnTo>
                  <a:lnTo>
                    <a:pt x="3918025" y="1149736"/>
                  </a:lnTo>
                  <a:lnTo>
                    <a:pt x="3913034" y="1149736"/>
                  </a:lnTo>
                  <a:lnTo>
                    <a:pt x="3908043" y="1149736"/>
                  </a:lnTo>
                  <a:lnTo>
                    <a:pt x="3903052" y="1149736"/>
                  </a:lnTo>
                  <a:lnTo>
                    <a:pt x="3903052" y="1152835"/>
                  </a:lnTo>
                  <a:lnTo>
                    <a:pt x="3898060" y="1152835"/>
                  </a:lnTo>
                  <a:lnTo>
                    <a:pt x="3893069" y="1152835"/>
                  </a:lnTo>
                  <a:lnTo>
                    <a:pt x="3888078" y="1152835"/>
                  </a:lnTo>
                  <a:lnTo>
                    <a:pt x="3888078" y="1155926"/>
                  </a:lnTo>
                  <a:lnTo>
                    <a:pt x="3883087" y="1155926"/>
                  </a:lnTo>
                  <a:lnTo>
                    <a:pt x="3878096" y="1155926"/>
                  </a:lnTo>
                  <a:lnTo>
                    <a:pt x="3878096" y="1162099"/>
                  </a:lnTo>
                  <a:lnTo>
                    <a:pt x="3873105" y="1162099"/>
                  </a:lnTo>
                  <a:lnTo>
                    <a:pt x="3873105" y="1165184"/>
                  </a:lnTo>
                  <a:lnTo>
                    <a:pt x="3868114" y="1165184"/>
                  </a:lnTo>
                  <a:lnTo>
                    <a:pt x="3863123" y="1165184"/>
                  </a:lnTo>
                  <a:lnTo>
                    <a:pt x="3863123" y="1171341"/>
                  </a:lnTo>
                  <a:lnTo>
                    <a:pt x="3858132" y="1171341"/>
                  </a:lnTo>
                  <a:lnTo>
                    <a:pt x="3858132" y="1174416"/>
                  </a:lnTo>
                  <a:lnTo>
                    <a:pt x="3853140" y="1174416"/>
                  </a:lnTo>
                  <a:lnTo>
                    <a:pt x="3848149" y="1174416"/>
                  </a:lnTo>
                  <a:lnTo>
                    <a:pt x="3848149" y="1180556"/>
                  </a:lnTo>
                  <a:lnTo>
                    <a:pt x="3843158" y="1180556"/>
                  </a:lnTo>
                  <a:lnTo>
                    <a:pt x="3838167" y="1180556"/>
                  </a:lnTo>
                  <a:lnTo>
                    <a:pt x="3833176" y="1180556"/>
                  </a:lnTo>
                  <a:lnTo>
                    <a:pt x="3828185" y="1180556"/>
                  </a:lnTo>
                  <a:lnTo>
                    <a:pt x="3823194" y="1180556"/>
                  </a:lnTo>
                  <a:lnTo>
                    <a:pt x="3823194" y="1183614"/>
                  </a:lnTo>
                  <a:lnTo>
                    <a:pt x="3818203" y="1183614"/>
                  </a:lnTo>
                  <a:lnTo>
                    <a:pt x="3813211" y="1183614"/>
                  </a:lnTo>
                  <a:lnTo>
                    <a:pt x="3808220" y="1183614"/>
                  </a:lnTo>
                  <a:lnTo>
                    <a:pt x="3808220" y="1186667"/>
                  </a:lnTo>
                  <a:lnTo>
                    <a:pt x="3803229" y="1186667"/>
                  </a:lnTo>
                  <a:lnTo>
                    <a:pt x="3798238" y="1186667"/>
                  </a:lnTo>
                  <a:lnTo>
                    <a:pt x="3793247" y="1186667"/>
                  </a:lnTo>
                  <a:lnTo>
                    <a:pt x="3793247" y="1189713"/>
                  </a:lnTo>
                  <a:lnTo>
                    <a:pt x="3788256" y="1189713"/>
                  </a:lnTo>
                  <a:lnTo>
                    <a:pt x="3788256" y="1192758"/>
                  </a:lnTo>
                  <a:lnTo>
                    <a:pt x="3783265" y="1192758"/>
                  </a:lnTo>
                  <a:lnTo>
                    <a:pt x="3778274" y="1192758"/>
                  </a:lnTo>
                  <a:lnTo>
                    <a:pt x="3773283" y="1192758"/>
                  </a:lnTo>
                  <a:lnTo>
                    <a:pt x="3768291" y="1192758"/>
                  </a:lnTo>
                  <a:lnTo>
                    <a:pt x="3768291" y="1195800"/>
                  </a:lnTo>
                  <a:lnTo>
                    <a:pt x="3763300" y="1195800"/>
                  </a:lnTo>
                  <a:lnTo>
                    <a:pt x="3758309" y="1195800"/>
                  </a:lnTo>
                  <a:lnTo>
                    <a:pt x="3753318" y="1195800"/>
                  </a:lnTo>
                  <a:lnTo>
                    <a:pt x="3748327" y="1195800"/>
                  </a:lnTo>
                  <a:lnTo>
                    <a:pt x="3748327" y="1198827"/>
                  </a:lnTo>
                  <a:lnTo>
                    <a:pt x="3743336" y="1198827"/>
                  </a:lnTo>
                  <a:lnTo>
                    <a:pt x="3738345" y="1198827"/>
                  </a:lnTo>
                  <a:lnTo>
                    <a:pt x="3733354" y="1198827"/>
                  </a:lnTo>
                  <a:lnTo>
                    <a:pt x="3728363" y="1198827"/>
                  </a:lnTo>
                  <a:lnTo>
                    <a:pt x="3723371" y="1198827"/>
                  </a:lnTo>
                  <a:lnTo>
                    <a:pt x="3723371" y="1201847"/>
                  </a:lnTo>
                  <a:lnTo>
                    <a:pt x="3718380" y="1201847"/>
                  </a:lnTo>
                  <a:lnTo>
                    <a:pt x="3713389" y="1201847"/>
                  </a:lnTo>
                  <a:lnTo>
                    <a:pt x="3708398" y="1201847"/>
                  </a:lnTo>
                  <a:lnTo>
                    <a:pt x="3703407" y="1201847"/>
                  </a:lnTo>
                  <a:lnTo>
                    <a:pt x="3698416" y="1201847"/>
                  </a:lnTo>
                  <a:lnTo>
                    <a:pt x="3693425" y="1201847"/>
                  </a:lnTo>
                  <a:lnTo>
                    <a:pt x="3688434" y="1201847"/>
                  </a:lnTo>
                  <a:lnTo>
                    <a:pt x="3688434" y="1204852"/>
                  </a:lnTo>
                  <a:lnTo>
                    <a:pt x="3683442" y="1204852"/>
                  </a:lnTo>
                  <a:lnTo>
                    <a:pt x="3678451" y="1204852"/>
                  </a:lnTo>
                  <a:lnTo>
                    <a:pt x="3678451" y="1207852"/>
                  </a:lnTo>
                  <a:lnTo>
                    <a:pt x="3673460" y="1207852"/>
                  </a:lnTo>
                  <a:lnTo>
                    <a:pt x="3668469" y="1207852"/>
                  </a:lnTo>
                  <a:lnTo>
                    <a:pt x="3663478" y="1207852"/>
                  </a:lnTo>
                  <a:lnTo>
                    <a:pt x="3663478" y="1210845"/>
                  </a:lnTo>
                  <a:lnTo>
                    <a:pt x="3658487" y="1210845"/>
                  </a:lnTo>
                  <a:lnTo>
                    <a:pt x="3653496" y="1210845"/>
                  </a:lnTo>
                  <a:lnTo>
                    <a:pt x="3653496" y="1219801"/>
                  </a:lnTo>
                  <a:lnTo>
                    <a:pt x="3648505" y="1219801"/>
                  </a:lnTo>
                  <a:lnTo>
                    <a:pt x="3643514" y="1219801"/>
                  </a:lnTo>
                  <a:lnTo>
                    <a:pt x="3638522" y="1219801"/>
                  </a:lnTo>
                  <a:lnTo>
                    <a:pt x="3638522" y="1225761"/>
                  </a:lnTo>
                  <a:lnTo>
                    <a:pt x="3633531" y="1225761"/>
                  </a:lnTo>
                  <a:lnTo>
                    <a:pt x="3628540" y="1225761"/>
                  </a:lnTo>
                  <a:lnTo>
                    <a:pt x="3623549" y="1225761"/>
                  </a:lnTo>
                  <a:lnTo>
                    <a:pt x="3618558" y="1225761"/>
                  </a:lnTo>
                  <a:lnTo>
                    <a:pt x="3618558" y="1228730"/>
                  </a:lnTo>
                  <a:lnTo>
                    <a:pt x="3613567" y="1228730"/>
                  </a:lnTo>
                  <a:lnTo>
                    <a:pt x="3613567" y="1234665"/>
                  </a:lnTo>
                  <a:lnTo>
                    <a:pt x="3608576" y="1234665"/>
                  </a:lnTo>
                  <a:lnTo>
                    <a:pt x="3608576" y="1237632"/>
                  </a:lnTo>
                  <a:lnTo>
                    <a:pt x="3603585" y="1237632"/>
                  </a:lnTo>
                  <a:lnTo>
                    <a:pt x="3598594" y="1237632"/>
                  </a:lnTo>
                  <a:lnTo>
                    <a:pt x="3598594" y="1240598"/>
                  </a:lnTo>
                  <a:lnTo>
                    <a:pt x="3593602" y="1240598"/>
                  </a:lnTo>
                  <a:lnTo>
                    <a:pt x="3593602" y="1243563"/>
                  </a:lnTo>
                  <a:lnTo>
                    <a:pt x="3588611" y="1243563"/>
                  </a:lnTo>
                  <a:lnTo>
                    <a:pt x="3583620" y="1243563"/>
                  </a:lnTo>
                  <a:lnTo>
                    <a:pt x="3578629" y="1243563"/>
                  </a:lnTo>
                  <a:lnTo>
                    <a:pt x="3573638" y="1243563"/>
                  </a:lnTo>
                  <a:lnTo>
                    <a:pt x="3568647" y="1243563"/>
                  </a:lnTo>
                  <a:lnTo>
                    <a:pt x="3563656" y="1243563"/>
                  </a:lnTo>
                  <a:lnTo>
                    <a:pt x="3558665" y="1243563"/>
                  </a:lnTo>
                  <a:lnTo>
                    <a:pt x="3553673" y="1243563"/>
                  </a:lnTo>
                  <a:lnTo>
                    <a:pt x="3548682" y="1243563"/>
                  </a:lnTo>
                  <a:lnTo>
                    <a:pt x="3543691" y="1243563"/>
                  </a:lnTo>
                  <a:lnTo>
                    <a:pt x="3538700" y="1243563"/>
                  </a:lnTo>
                  <a:lnTo>
                    <a:pt x="3533709" y="1243563"/>
                  </a:lnTo>
                  <a:lnTo>
                    <a:pt x="3533709" y="1246498"/>
                  </a:lnTo>
                  <a:lnTo>
                    <a:pt x="3528718" y="1246498"/>
                  </a:lnTo>
                  <a:lnTo>
                    <a:pt x="3523727" y="1246498"/>
                  </a:lnTo>
                  <a:lnTo>
                    <a:pt x="3523727" y="1249429"/>
                  </a:lnTo>
                  <a:lnTo>
                    <a:pt x="3518736" y="1249429"/>
                  </a:lnTo>
                  <a:lnTo>
                    <a:pt x="3513745" y="1249429"/>
                  </a:lnTo>
                  <a:lnTo>
                    <a:pt x="3513745" y="1252352"/>
                  </a:lnTo>
                  <a:lnTo>
                    <a:pt x="3508753" y="1252352"/>
                  </a:lnTo>
                  <a:lnTo>
                    <a:pt x="3503762" y="1252352"/>
                  </a:lnTo>
                  <a:lnTo>
                    <a:pt x="3498771" y="1252352"/>
                  </a:lnTo>
                  <a:lnTo>
                    <a:pt x="3493780" y="1252352"/>
                  </a:lnTo>
                  <a:lnTo>
                    <a:pt x="3488789" y="1252352"/>
                  </a:lnTo>
                  <a:lnTo>
                    <a:pt x="3483798" y="1252352"/>
                  </a:lnTo>
                  <a:lnTo>
                    <a:pt x="3478807" y="1252352"/>
                  </a:lnTo>
                  <a:lnTo>
                    <a:pt x="3473816" y="1252352"/>
                  </a:lnTo>
                  <a:lnTo>
                    <a:pt x="3473816" y="1258165"/>
                  </a:lnTo>
                  <a:lnTo>
                    <a:pt x="3468825" y="1258165"/>
                  </a:lnTo>
                  <a:lnTo>
                    <a:pt x="3468825" y="1261067"/>
                  </a:lnTo>
                  <a:lnTo>
                    <a:pt x="3463833" y="1261067"/>
                  </a:lnTo>
                  <a:lnTo>
                    <a:pt x="3463833" y="1263968"/>
                  </a:lnTo>
                  <a:lnTo>
                    <a:pt x="3458842" y="1263968"/>
                  </a:lnTo>
                  <a:lnTo>
                    <a:pt x="3453851" y="1263968"/>
                  </a:lnTo>
                  <a:lnTo>
                    <a:pt x="3448860" y="1263968"/>
                  </a:lnTo>
                  <a:lnTo>
                    <a:pt x="3443869" y="1263968"/>
                  </a:lnTo>
                  <a:lnTo>
                    <a:pt x="3443869" y="1266860"/>
                  </a:lnTo>
                  <a:lnTo>
                    <a:pt x="3438878" y="1266860"/>
                  </a:lnTo>
                  <a:lnTo>
                    <a:pt x="3433887" y="1266860"/>
                  </a:lnTo>
                  <a:lnTo>
                    <a:pt x="3428896" y="1266860"/>
                  </a:lnTo>
                  <a:lnTo>
                    <a:pt x="3428896" y="1269746"/>
                  </a:lnTo>
                  <a:lnTo>
                    <a:pt x="3423904" y="1269746"/>
                  </a:lnTo>
                  <a:lnTo>
                    <a:pt x="3418913" y="1269746"/>
                  </a:lnTo>
                  <a:lnTo>
                    <a:pt x="3418913" y="1272628"/>
                  </a:lnTo>
                  <a:lnTo>
                    <a:pt x="3413922" y="1272628"/>
                  </a:lnTo>
                  <a:lnTo>
                    <a:pt x="3408931" y="1272628"/>
                  </a:lnTo>
                  <a:lnTo>
                    <a:pt x="3408931" y="1275505"/>
                  </a:lnTo>
                  <a:lnTo>
                    <a:pt x="3403940" y="1275505"/>
                  </a:lnTo>
                  <a:lnTo>
                    <a:pt x="3398949" y="1275505"/>
                  </a:lnTo>
                  <a:lnTo>
                    <a:pt x="3398949" y="1281253"/>
                  </a:lnTo>
                  <a:lnTo>
                    <a:pt x="3393958" y="1281253"/>
                  </a:lnTo>
                  <a:lnTo>
                    <a:pt x="3388967" y="1281253"/>
                  </a:lnTo>
                  <a:lnTo>
                    <a:pt x="3383976" y="1281253"/>
                  </a:lnTo>
                  <a:lnTo>
                    <a:pt x="3383976" y="1284123"/>
                  </a:lnTo>
                  <a:lnTo>
                    <a:pt x="3378984" y="1284123"/>
                  </a:lnTo>
                  <a:lnTo>
                    <a:pt x="3373993" y="1284123"/>
                  </a:lnTo>
                  <a:lnTo>
                    <a:pt x="3373993" y="1289845"/>
                  </a:lnTo>
                  <a:lnTo>
                    <a:pt x="3369002" y="1289845"/>
                  </a:lnTo>
                  <a:lnTo>
                    <a:pt x="3369002" y="1292705"/>
                  </a:lnTo>
                  <a:lnTo>
                    <a:pt x="3364011" y="1292705"/>
                  </a:lnTo>
                  <a:lnTo>
                    <a:pt x="3364011" y="1295563"/>
                  </a:lnTo>
                  <a:lnTo>
                    <a:pt x="3359020" y="1295563"/>
                  </a:lnTo>
                  <a:lnTo>
                    <a:pt x="3354029" y="1295563"/>
                  </a:lnTo>
                  <a:lnTo>
                    <a:pt x="3354029" y="1298420"/>
                  </a:lnTo>
                  <a:lnTo>
                    <a:pt x="3349038" y="1298420"/>
                  </a:lnTo>
                  <a:lnTo>
                    <a:pt x="3344047" y="1298420"/>
                  </a:lnTo>
                  <a:lnTo>
                    <a:pt x="3339056" y="1298420"/>
                  </a:lnTo>
                  <a:lnTo>
                    <a:pt x="3334064" y="1298420"/>
                  </a:lnTo>
                  <a:lnTo>
                    <a:pt x="3329073" y="1298420"/>
                  </a:lnTo>
                  <a:lnTo>
                    <a:pt x="3324082" y="1298420"/>
                  </a:lnTo>
                  <a:lnTo>
                    <a:pt x="3319091" y="1298420"/>
                  </a:lnTo>
                  <a:lnTo>
                    <a:pt x="3319091" y="1306953"/>
                  </a:lnTo>
                  <a:lnTo>
                    <a:pt x="3314100" y="1306953"/>
                  </a:lnTo>
                  <a:lnTo>
                    <a:pt x="3314100" y="1309796"/>
                  </a:lnTo>
                  <a:lnTo>
                    <a:pt x="3309109" y="1309796"/>
                  </a:lnTo>
                  <a:lnTo>
                    <a:pt x="3304118" y="1309796"/>
                  </a:lnTo>
                  <a:lnTo>
                    <a:pt x="3304118" y="1312634"/>
                  </a:lnTo>
                  <a:lnTo>
                    <a:pt x="3299127" y="1312634"/>
                  </a:lnTo>
                  <a:lnTo>
                    <a:pt x="3294135" y="1312634"/>
                  </a:lnTo>
                  <a:lnTo>
                    <a:pt x="3294135" y="1315465"/>
                  </a:lnTo>
                  <a:lnTo>
                    <a:pt x="3289144" y="1315465"/>
                  </a:lnTo>
                  <a:lnTo>
                    <a:pt x="3284153" y="1315465"/>
                  </a:lnTo>
                  <a:lnTo>
                    <a:pt x="3284153" y="1318292"/>
                  </a:lnTo>
                  <a:lnTo>
                    <a:pt x="3279162" y="1318292"/>
                  </a:lnTo>
                  <a:lnTo>
                    <a:pt x="3274171" y="1318292"/>
                  </a:lnTo>
                  <a:lnTo>
                    <a:pt x="3269180" y="1318292"/>
                  </a:lnTo>
                  <a:lnTo>
                    <a:pt x="3269180" y="1323932"/>
                  </a:lnTo>
                  <a:lnTo>
                    <a:pt x="3264189" y="1323932"/>
                  </a:lnTo>
                  <a:lnTo>
                    <a:pt x="3259198" y="1323932"/>
                  </a:lnTo>
                  <a:lnTo>
                    <a:pt x="3259198" y="1326747"/>
                  </a:lnTo>
                  <a:lnTo>
                    <a:pt x="3254207" y="1326747"/>
                  </a:lnTo>
                  <a:lnTo>
                    <a:pt x="3249215" y="1326747"/>
                  </a:lnTo>
                  <a:lnTo>
                    <a:pt x="3244224" y="1326747"/>
                  </a:lnTo>
                  <a:lnTo>
                    <a:pt x="3244224" y="1329557"/>
                  </a:lnTo>
                  <a:lnTo>
                    <a:pt x="3239233" y="1329557"/>
                  </a:lnTo>
                  <a:lnTo>
                    <a:pt x="3234242" y="1329557"/>
                  </a:lnTo>
                  <a:lnTo>
                    <a:pt x="3234242" y="1337974"/>
                  </a:lnTo>
                  <a:lnTo>
                    <a:pt x="3229251" y="1337974"/>
                  </a:lnTo>
                  <a:lnTo>
                    <a:pt x="3229251" y="1340776"/>
                  </a:lnTo>
                  <a:lnTo>
                    <a:pt x="3224260" y="1340776"/>
                  </a:lnTo>
                  <a:lnTo>
                    <a:pt x="3219269" y="1340776"/>
                  </a:lnTo>
                  <a:lnTo>
                    <a:pt x="3214278" y="1340776"/>
                  </a:lnTo>
                  <a:lnTo>
                    <a:pt x="3209287" y="1340776"/>
                  </a:lnTo>
                  <a:lnTo>
                    <a:pt x="3209287" y="1343570"/>
                  </a:lnTo>
                  <a:lnTo>
                    <a:pt x="3204295" y="1343570"/>
                  </a:lnTo>
                  <a:lnTo>
                    <a:pt x="3204295" y="1346363"/>
                  </a:lnTo>
                  <a:lnTo>
                    <a:pt x="3199304" y="1346363"/>
                  </a:lnTo>
                  <a:lnTo>
                    <a:pt x="3199304" y="1349151"/>
                  </a:lnTo>
                  <a:lnTo>
                    <a:pt x="3194313" y="1349151"/>
                  </a:lnTo>
                  <a:lnTo>
                    <a:pt x="3194313" y="1351937"/>
                  </a:lnTo>
                  <a:lnTo>
                    <a:pt x="3189322" y="1351937"/>
                  </a:lnTo>
                  <a:lnTo>
                    <a:pt x="3189322" y="1354721"/>
                  </a:lnTo>
                  <a:lnTo>
                    <a:pt x="3184331" y="1354721"/>
                  </a:lnTo>
                  <a:lnTo>
                    <a:pt x="3184331" y="1360286"/>
                  </a:lnTo>
                  <a:lnTo>
                    <a:pt x="3179340" y="1360286"/>
                  </a:lnTo>
                  <a:lnTo>
                    <a:pt x="3174349" y="1360286"/>
                  </a:lnTo>
                  <a:lnTo>
                    <a:pt x="3169358" y="1360286"/>
                  </a:lnTo>
                  <a:lnTo>
                    <a:pt x="3169358" y="1368625"/>
                  </a:lnTo>
                  <a:lnTo>
                    <a:pt x="3164367" y="1368625"/>
                  </a:lnTo>
                  <a:lnTo>
                    <a:pt x="3164367" y="1376952"/>
                  </a:lnTo>
                  <a:lnTo>
                    <a:pt x="3159375" y="1376952"/>
                  </a:lnTo>
                  <a:lnTo>
                    <a:pt x="3159375" y="1385276"/>
                  </a:lnTo>
                  <a:lnTo>
                    <a:pt x="3154384" y="1385276"/>
                  </a:lnTo>
                  <a:lnTo>
                    <a:pt x="3149393" y="1385276"/>
                  </a:lnTo>
                  <a:lnTo>
                    <a:pt x="3144402" y="1385276"/>
                  </a:lnTo>
                  <a:lnTo>
                    <a:pt x="3139411" y="1385276"/>
                  </a:lnTo>
                  <a:lnTo>
                    <a:pt x="3134420" y="1385276"/>
                  </a:lnTo>
                  <a:lnTo>
                    <a:pt x="3129429" y="1385276"/>
                  </a:lnTo>
                  <a:lnTo>
                    <a:pt x="3124438" y="1385276"/>
                  </a:lnTo>
                  <a:lnTo>
                    <a:pt x="3124438" y="1388038"/>
                  </a:lnTo>
                  <a:lnTo>
                    <a:pt x="3119446" y="1388038"/>
                  </a:lnTo>
                  <a:lnTo>
                    <a:pt x="3114455" y="1388038"/>
                  </a:lnTo>
                  <a:lnTo>
                    <a:pt x="3109464" y="1388038"/>
                  </a:lnTo>
                  <a:lnTo>
                    <a:pt x="3104473" y="1388038"/>
                  </a:lnTo>
                  <a:lnTo>
                    <a:pt x="3099482" y="1388038"/>
                  </a:lnTo>
                  <a:lnTo>
                    <a:pt x="3094491" y="1388038"/>
                  </a:lnTo>
                  <a:lnTo>
                    <a:pt x="3094491" y="1396291"/>
                  </a:lnTo>
                  <a:lnTo>
                    <a:pt x="3089500" y="1396291"/>
                  </a:lnTo>
                  <a:lnTo>
                    <a:pt x="3084509" y="1396291"/>
                  </a:lnTo>
                  <a:lnTo>
                    <a:pt x="3084509" y="1399037"/>
                  </a:lnTo>
                  <a:lnTo>
                    <a:pt x="3079518" y="1399037"/>
                  </a:lnTo>
                  <a:lnTo>
                    <a:pt x="3074526" y="1399037"/>
                  </a:lnTo>
                  <a:lnTo>
                    <a:pt x="3069535" y="1399037"/>
                  </a:lnTo>
                  <a:lnTo>
                    <a:pt x="3069535" y="1401780"/>
                  </a:lnTo>
                  <a:lnTo>
                    <a:pt x="3064544" y="1401780"/>
                  </a:lnTo>
                  <a:lnTo>
                    <a:pt x="3059553" y="1401780"/>
                  </a:lnTo>
                  <a:lnTo>
                    <a:pt x="3059553" y="1407254"/>
                  </a:lnTo>
                  <a:lnTo>
                    <a:pt x="3054562" y="1407254"/>
                  </a:lnTo>
                  <a:lnTo>
                    <a:pt x="3049571" y="1407254"/>
                  </a:lnTo>
                  <a:lnTo>
                    <a:pt x="3044580" y="1407254"/>
                  </a:lnTo>
                  <a:lnTo>
                    <a:pt x="3044580" y="1409989"/>
                  </a:lnTo>
                  <a:lnTo>
                    <a:pt x="3039589" y="1409989"/>
                  </a:lnTo>
                  <a:lnTo>
                    <a:pt x="3034598" y="1409989"/>
                  </a:lnTo>
                  <a:lnTo>
                    <a:pt x="3034598" y="1412722"/>
                  </a:lnTo>
                  <a:lnTo>
                    <a:pt x="3029606" y="1412722"/>
                  </a:lnTo>
                  <a:lnTo>
                    <a:pt x="3024615" y="1412722"/>
                  </a:lnTo>
                  <a:lnTo>
                    <a:pt x="3024615" y="1420901"/>
                  </a:lnTo>
                  <a:lnTo>
                    <a:pt x="3019624" y="1420901"/>
                  </a:lnTo>
                  <a:lnTo>
                    <a:pt x="3014633" y="1420901"/>
                  </a:lnTo>
                  <a:lnTo>
                    <a:pt x="3014633" y="1423624"/>
                  </a:lnTo>
                  <a:lnTo>
                    <a:pt x="3009642" y="1423624"/>
                  </a:lnTo>
                  <a:lnTo>
                    <a:pt x="3009642" y="1426346"/>
                  </a:lnTo>
                  <a:lnTo>
                    <a:pt x="3004651" y="1426346"/>
                  </a:lnTo>
                  <a:lnTo>
                    <a:pt x="3004651" y="1429065"/>
                  </a:lnTo>
                  <a:lnTo>
                    <a:pt x="2999660" y="1429065"/>
                  </a:lnTo>
                  <a:lnTo>
                    <a:pt x="2999660" y="1431781"/>
                  </a:lnTo>
                  <a:lnTo>
                    <a:pt x="2994669" y="1431781"/>
                  </a:lnTo>
                  <a:lnTo>
                    <a:pt x="2989677" y="1431781"/>
                  </a:lnTo>
                  <a:lnTo>
                    <a:pt x="2989677" y="1434492"/>
                  </a:lnTo>
                  <a:lnTo>
                    <a:pt x="2984686" y="1434492"/>
                  </a:lnTo>
                  <a:lnTo>
                    <a:pt x="2979695" y="1434492"/>
                  </a:lnTo>
                  <a:lnTo>
                    <a:pt x="2979695" y="1437201"/>
                  </a:lnTo>
                  <a:lnTo>
                    <a:pt x="2974704" y="1437201"/>
                  </a:lnTo>
                  <a:lnTo>
                    <a:pt x="2969713" y="1437201"/>
                  </a:lnTo>
                  <a:lnTo>
                    <a:pt x="2969713" y="1439907"/>
                  </a:lnTo>
                  <a:lnTo>
                    <a:pt x="2964722" y="1439907"/>
                  </a:lnTo>
                  <a:lnTo>
                    <a:pt x="2959731" y="1439907"/>
                  </a:lnTo>
                  <a:lnTo>
                    <a:pt x="2954740" y="1439907"/>
                  </a:lnTo>
                  <a:lnTo>
                    <a:pt x="2954740" y="1442605"/>
                  </a:lnTo>
                  <a:lnTo>
                    <a:pt x="2949749" y="1442605"/>
                  </a:lnTo>
                  <a:lnTo>
                    <a:pt x="2949749" y="1447994"/>
                  </a:lnTo>
                  <a:lnTo>
                    <a:pt x="2944757" y="1447994"/>
                  </a:lnTo>
                  <a:lnTo>
                    <a:pt x="2939766" y="1447994"/>
                  </a:lnTo>
                  <a:lnTo>
                    <a:pt x="2934775" y="1447994"/>
                  </a:lnTo>
                  <a:lnTo>
                    <a:pt x="2929784" y="1447994"/>
                  </a:lnTo>
                  <a:lnTo>
                    <a:pt x="2924793" y="1447994"/>
                  </a:lnTo>
                  <a:lnTo>
                    <a:pt x="2919802" y="1447994"/>
                  </a:lnTo>
                  <a:lnTo>
                    <a:pt x="2919802" y="1453361"/>
                  </a:lnTo>
                  <a:lnTo>
                    <a:pt x="2914811" y="1453361"/>
                  </a:lnTo>
                  <a:lnTo>
                    <a:pt x="2909820" y="1453361"/>
                  </a:lnTo>
                  <a:lnTo>
                    <a:pt x="2904829" y="1453361"/>
                  </a:lnTo>
                  <a:lnTo>
                    <a:pt x="2899837" y="1453361"/>
                  </a:lnTo>
                  <a:lnTo>
                    <a:pt x="2894846" y="1453361"/>
                  </a:lnTo>
                  <a:lnTo>
                    <a:pt x="2894846" y="1456041"/>
                  </a:lnTo>
                  <a:lnTo>
                    <a:pt x="2889855" y="1456041"/>
                  </a:lnTo>
                  <a:lnTo>
                    <a:pt x="2889855" y="1458719"/>
                  </a:lnTo>
                  <a:lnTo>
                    <a:pt x="2884864" y="1458719"/>
                  </a:lnTo>
                  <a:lnTo>
                    <a:pt x="2879873" y="1458719"/>
                  </a:lnTo>
                  <a:lnTo>
                    <a:pt x="2879873" y="1461394"/>
                  </a:lnTo>
                  <a:lnTo>
                    <a:pt x="2874882" y="1461394"/>
                  </a:lnTo>
                  <a:lnTo>
                    <a:pt x="2869891" y="1461394"/>
                  </a:lnTo>
                  <a:lnTo>
                    <a:pt x="2864900" y="1461394"/>
                  </a:lnTo>
                  <a:lnTo>
                    <a:pt x="2859908" y="1461394"/>
                  </a:lnTo>
                  <a:lnTo>
                    <a:pt x="2859908" y="1466740"/>
                  </a:lnTo>
                  <a:lnTo>
                    <a:pt x="2854917" y="1466740"/>
                  </a:lnTo>
                  <a:lnTo>
                    <a:pt x="2849926" y="1466740"/>
                  </a:lnTo>
                  <a:lnTo>
                    <a:pt x="2844935" y="1466740"/>
                  </a:lnTo>
                  <a:lnTo>
                    <a:pt x="2839944" y="1466740"/>
                  </a:lnTo>
                  <a:lnTo>
                    <a:pt x="2834953" y="1466740"/>
                  </a:lnTo>
                  <a:lnTo>
                    <a:pt x="2829962" y="1466740"/>
                  </a:lnTo>
                  <a:lnTo>
                    <a:pt x="2824971" y="1466740"/>
                  </a:lnTo>
                  <a:lnTo>
                    <a:pt x="2819980" y="1466740"/>
                  </a:lnTo>
                  <a:lnTo>
                    <a:pt x="2819980" y="1469403"/>
                  </a:lnTo>
                  <a:lnTo>
                    <a:pt x="2814988" y="1469403"/>
                  </a:lnTo>
                  <a:lnTo>
                    <a:pt x="2814988" y="1472065"/>
                  </a:lnTo>
                  <a:lnTo>
                    <a:pt x="2809997" y="1472065"/>
                  </a:lnTo>
                  <a:lnTo>
                    <a:pt x="2805006" y="1472065"/>
                  </a:lnTo>
                  <a:lnTo>
                    <a:pt x="2800015" y="1472065"/>
                  </a:lnTo>
                  <a:lnTo>
                    <a:pt x="2795024" y="1472065"/>
                  </a:lnTo>
                  <a:lnTo>
                    <a:pt x="2790033" y="1472065"/>
                  </a:lnTo>
                  <a:lnTo>
                    <a:pt x="2785042" y="1472065"/>
                  </a:lnTo>
                  <a:lnTo>
                    <a:pt x="2780051" y="1472065"/>
                  </a:lnTo>
                  <a:lnTo>
                    <a:pt x="2775060" y="1472065"/>
                  </a:lnTo>
                  <a:lnTo>
                    <a:pt x="2770068" y="1472065"/>
                  </a:lnTo>
                  <a:lnTo>
                    <a:pt x="2765077" y="1472065"/>
                  </a:lnTo>
                  <a:lnTo>
                    <a:pt x="2765077" y="1474717"/>
                  </a:lnTo>
                  <a:lnTo>
                    <a:pt x="2760086" y="1474717"/>
                  </a:lnTo>
                  <a:lnTo>
                    <a:pt x="2760086" y="1480022"/>
                  </a:lnTo>
                  <a:lnTo>
                    <a:pt x="2755095" y="1480022"/>
                  </a:lnTo>
                  <a:lnTo>
                    <a:pt x="2755095" y="1482673"/>
                  </a:lnTo>
                  <a:lnTo>
                    <a:pt x="2750104" y="1482673"/>
                  </a:lnTo>
                  <a:lnTo>
                    <a:pt x="2745113" y="1482673"/>
                  </a:lnTo>
                  <a:lnTo>
                    <a:pt x="2745113" y="1485321"/>
                  </a:lnTo>
                  <a:lnTo>
                    <a:pt x="2740122" y="1485321"/>
                  </a:lnTo>
                  <a:lnTo>
                    <a:pt x="2735131" y="1485321"/>
                  </a:lnTo>
                  <a:lnTo>
                    <a:pt x="2735131" y="1490613"/>
                  </a:lnTo>
                  <a:lnTo>
                    <a:pt x="2730139" y="1490613"/>
                  </a:lnTo>
                  <a:lnTo>
                    <a:pt x="2730139" y="1493258"/>
                  </a:lnTo>
                  <a:lnTo>
                    <a:pt x="2725148" y="1493258"/>
                  </a:lnTo>
                  <a:lnTo>
                    <a:pt x="2720157" y="1493258"/>
                  </a:lnTo>
                  <a:lnTo>
                    <a:pt x="2720157" y="1495901"/>
                  </a:lnTo>
                  <a:lnTo>
                    <a:pt x="2715166" y="1495901"/>
                  </a:lnTo>
                  <a:lnTo>
                    <a:pt x="2710175" y="1495901"/>
                  </a:lnTo>
                  <a:lnTo>
                    <a:pt x="2710175" y="1498541"/>
                  </a:lnTo>
                  <a:lnTo>
                    <a:pt x="2705184" y="1498541"/>
                  </a:lnTo>
                  <a:lnTo>
                    <a:pt x="2700193" y="1498541"/>
                  </a:lnTo>
                  <a:lnTo>
                    <a:pt x="2700193" y="1503814"/>
                  </a:lnTo>
                  <a:lnTo>
                    <a:pt x="2695202" y="1503814"/>
                  </a:lnTo>
                  <a:lnTo>
                    <a:pt x="2695202" y="1506449"/>
                  </a:lnTo>
                  <a:lnTo>
                    <a:pt x="2690211" y="1506449"/>
                  </a:lnTo>
                  <a:lnTo>
                    <a:pt x="2685219" y="1506449"/>
                  </a:lnTo>
                  <a:lnTo>
                    <a:pt x="2680228" y="1506449"/>
                  </a:lnTo>
                  <a:lnTo>
                    <a:pt x="2675237" y="1506449"/>
                  </a:lnTo>
                  <a:lnTo>
                    <a:pt x="2675237" y="1509079"/>
                  </a:lnTo>
                  <a:lnTo>
                    <a:pt x="2670246" y="1509079"/>
                  </a:lnTo>
                  <a:lnTo>
                    <a:pt x="2670246" y="1511708"/>
                  </a:lnTo>
                  <a:lnTo>
                    <a:pt x="2665255" y="1511708"/>
                  </a:lnTo>
                  <a:lnTo>
                    <a:pt x="2660264" y="1511708"/>
                  </a:lnTo>
                  <a:lnTo>
                    <a:pt x="2660264" y="1516966"/>
                  </a:lnTo>
                  <a:lnTo>
                    <a:pt x="2655273" y="1516966"/>
                  </a:lnTo>
                  <a:lnTo>
                    <a:pt x="2655273" y="1519593"/>
                  </a:lnTo>
                  <a:lnTo>
                    <a:pt x="2650282" y="1519593"/>
                  </a:lnTo>
                  <a:lnTo>
                    <a:pt x="2645291" y="1519593"/>
                  </a:lnTo>
                  <a:lnTo>
                    <a:pt x="2645291" y="1524846"/>
                  </a:lnTo>
                  <a:lnTo>
                    <a:pt x="2640299" y="1524846"/>
                  </a:lnTo>
                  <a:lnTo>
                    <a:pt x="2640299" y="1530091"/>
                  </a:lnTo>
                  <a:lnTo>
                    <a:pt x="2635308" y="1530091"/>
                  </a:lnTo>
                  <a:lnTo>
                    <a:pt x="2630317" y="1530091"/>
                  </a:lnTo>
                  <a:lnTo>
                    <a:pt x="2630317" y="1532711"/>
                  </a:lnTo>
                  <a:lnTo>
                    <a:pt x="2625326" y="1532711"/>
                  </a:lnTo>
                  <a:lnTo>
                    <a:pt x="2620335" y="1532711"/>
                  </a:lnTo>
                  <a:lnTo>
                    <a:pt x="2615344" y="1532711"/>
                  </a:lnTo>
                  <a:lnTo>
                    <a:pt x="2610353" y="1532711"/>
                  </a:lnTo>
                  <a:lnTo>
                    <a:pt x="2610353" y="1535327"/>
                  </a:lnTo>
                  <a:lnTo>
                    <a:pt x="2605362" y="1535327"/>
                  </a:lnTo>
                  <a:lnTo>
                    <a:pt x="2600370" y="1535327"/>
                  </a:lnTo>
                  <a:lnTo>
                    <a:pt x="2600370" y="1540554"/>
                  </a:lnTo>
                  <a:lnTo>
                    <a:pt x="2595379" y="1540554"/>
                  </a:lnTo>
                  <a:lnTo>
                    <a:pt x="2595379" y="1545781"/>
                  </a:lnTo>
                  <a:lnTo>
                    <a:pt x="2590388" y="1545781"/>
                  </a:lnTo>
                  <a:lnTo>
                    <a:pt x="2585397" y="1545781"/>
                  </a:lnTo>
                  <a:lnTo>
                    <a:pt x="2580406" y="1545781"/>
                  </a:lnTo>
                  <a:lnTo>
                    <a:pt x="2580406" y="1548391"/>
                  </a:lnTo>
                  <a:lnTo>
                    <a:pt x="2575415" y="1548391"/>
                  </a:lnTo>
                  <a:lnTo>
                    <a:pt x="2575415" y="1551001"/>
                  </a:lnTo>
                  <a:lnTo>
                    <a:pt x="2570424" y="1551001"/>
                  </a:lnTo>
                  <a:lnTo>
                    <a:pt x="2570424" y="1556215"/>
                  </a:lnTo>
                  <a:lnTo>
                    <a:pt x="2565433" y="1556215"/>
                  </a:lnTo>
                  <a:lnTo>
                    <a:pt x="2560442" y="1556215"/>
                  </a:lnTo>
                  <a:lnTo>
                    <a:pt x="2560442" y="1561427"/>
                  </a:lnTo>
                  <a:lnTo>
                    <a:pt x="2555450" y="1561427"/>
                  </a:lnTo>
                  <a:lnTo>
                    <a:pt x="2555450" y="1566638"/>
                  </a:lnTo>
                  <a:lnTo>
                    <a:pt x="2550459" y="1566638"/>
                  </a:lnTo>
                  <a:lnTo>
                    <a:pt x="2545468" y="1566638"/>
                  </a:lnTo>
                  <a:lnTo>
                    <a:pt x="2540477" y="1566638"/>
                  </a:lnTo>
                  <a:lnTo>
                    <a:pt x="2540477" y="1571848"/>
                  </a:lnTo>
                  <a:lnTo>
                    <a:pt x="2535486" y="1571848"/>
                  </a:lnTo>
                  <a:lnTo>
                    <a:pt x="2530495" y="1571848"/>
                  </a:lnTo>
                  <a:lnTo>
                    <a:pt x="2525504" y="1571848"/>
                  </a:lnTo>
                  <a:lnTo>
                    <a:pt x="2525504" y="1574449"/>
                  </a:lnTo>
                  <a:lnTo>
                    <a:pt x="2520513" y="1574449"/>
                  </a:lnTo>
                  <a:lnTo>
                    <a:pt x="2515522" y="1574449"/>
                  </a:lnTo>
                  <a:lnTo>
                    <a:pt x="2515522" y="1577050"/>
                  </a:lnTo>
                  <a:lnTo>
                    <a:pt x="2510530" y="1577050"/>
                  </a:lnTo>
                  <a:lnTo>
                    <a:pt x="2505539" y="1577050"/>
                  </a:lnTo>
                  <a:lnTo>
                    <a:pt x="2500548" y="1577050"/>
                  </a:lnTo>
                  <a:lnTo>
                    <a:pt x="2500548" y="1582247"/>
                  </a:lnTo>
                  <a:lnTo>
                    <a:pt x="2495557" y="1582247"/>
                  </a:lnTo>
                  <a:lnTo>
                    <a:pt x="2490566" y="1582247"/>
                  </a:lnTo>
                  <a:lnTo>
                    <a:pt x="2490566" y="1584845"/>
                  </a:lnTo>
                  <a:lnTo>
                    <a:pt x="2485575" y="1584845"/>
                  </a:lnTo>
                  <a:lnTo>
                    <a:pt x="2485575" y="1587443"/>
                  </a:lnTo>
                  <a:lnTo>
                    <a:pt x="2480584" y="1587443"/>
                  </a:lnTo>
                  <a:lnTo>
                    <a:pt x="2480584" y="1592637"/>
                  </a:lnTo>
                  <a:lnTo>
                    <a:pt x="2475593" y="1592637"/>
                  </a:lnTo>
                  <a:lnTo>
                    <a:pt x="2475593" y="1595234"/>
                  </a:lnTo>
                  <a:lnTo>
                    <a:pt x="2470601" y="1595234"/>
                  </a:lnTo>
                  <a:lnTo>
                    <a:pt x="2465610" y="1595234"/>
                  </a:lnTo>
                  <a:lnTo>
                    <a:pt x="2460619" y="1595234"/>
                  </a:lnTo>
                  <a:lnTo>
                    <a:pt x="2455628" y="1595234"/>
                  </a:lnTo>
                  <a:lnTo>
                    <a:pt x="2450637" y="1595234"/>
                  </a:lnTo>
                  <a:lnTo>
                    <a:pt x="2445646" y="1595234"/>
                  </a:lnTo>
                  <a:lnTo>
                    <a:pt x="2445646" y="1597826"/>
                  </a:lnTo>
                  <a:lnTo>
                    <a:pt x="2440655" y="1597826"/>
                  </a:lnTo>
                  <a:lnTo>
                    <a:pt x="2440655" y="1600417"/>
                  </a:lnTo>
                  <a:lnTo>
                    <a:pt x="2435664" y="1600417"/>
                  </a:lnTo>
                  <a:lnTo>
                    <a:pt x="2430673" y="1600417"/>
                  </a:lnTo>
                  <a:lnTo>
                    <a:pt x="2430673" y="1603007"/>
                  </a:lnTo>
                  <a:lnTo>
                    <a:pt x="2425681" y="1603007"/>
                  </a:lnTo>
                  <a:lnTo>
                    <a:pt x="2425681" y="1610772"/>
                  </a:lnTo>
                  <a:lnTo>
                    <a:pt x="2420690" y="1610772"/>
                  </a:lnTo>
                  <a:lnTo>
                    <a:pt x="2415699" y="1610772"/>
                  </a:lnTo>
                  <a:lnTo>
                    <a:pt x="2415699" y="1613358"/>
                  </a:lnTo>
                  <a:lnTo>
                    <a:pt x="2410708" y="1613358"/>
                  </a:lnTo>
                  <a:lnTo>
                    <a:pt x="2405717" y="1613358"/>
                  </a:lnTo>
                  <a:lnTo>
                    <a:pt x="2400726" y="1613358"/>
                  </a:lnTo>
                  <a:lnTo>
                    <a:pt x="2400726" y="1615943"/>
                  </a:lnTo>
                  <a:lnTo>
                    <a:pt x="2395735" y="1615943"/>
                  </a:lnTo>
                  <a:lnTo>
                    <a:pt x="2395735" y="1618525"/>
                  </a:lnTo>
                  <a:lnTo>
                    <a:pt x="2390744" y="1618525"/>
                  </a:lnTo>
                  <a:lnTo>
                    <a:pt x="2390744" y="1621107"/>
                  </a:lnTo>
                  <a:lnTo>
                    <a:pt x="2385753" y="1621107"/>
                  </a:lnTo>
                  <a:lnTo>
                    <a:pt x="2380761" y="1621107"/>
                  </a:lnTo>
                  <a:lnTo>
                    <a:pt x="2375770" y="1621107"/>
                  </a:lnTo>
                  <a:lnTo>
                    <a:pt x="2370779" y="1621107"/>
                  </a:lnTo>
                  <a:lnTo>
                    <a:pt x="2365788" y="1621107"/>
                  </a:lnTo>
                  <a:lnTo>
                    <a:pt x="2365788" y="1623687"/>
                  </a:lnTo>
                  <a:lnTo>
                    <a:pt x="2360797" y="1623687"/>
                  </a:lnTo>
                  <a:lnTo>
                    <a:pt x="2360797" y="1628843"/>
                  </a:lnTo>
                  <a:lnTo>
                    <a:pt x="2355806" y="1628843"/>
                  </a:lnTo>
                  <a:lnTo>
                    <a:pt x="2350815" y="1628843"/>
                  </a:lnTo>
                  <a:lnTo>
                    <a:pt x="2350815" y="1633997"/>
                  </a:lnTo>
                  <a:lnTo>
                    <a:pt x="2345824" y="1633997"/>
                  </a:lnTo>
                  <a:lnTo>
                    <a:pt x="2340833" y="1633997"/>
                  </a:lnTo>
                  <a:lnTo>
                    <a:pt x="2340833" y="1636574"/>
                  </a:lnTo>
                  <a:lnTo>
                    <a:pt x="2335841" y="1636574"/>
                  </a:lnTo>
                  <a:lnTo>
                    <a:pt x="2330850" y="1636574"/>
                  </a:lnTo>
                  <a:lnTo>
                    <a:pt x="2325859" y="1636574"/>
                  </a:lnTo>
                  <a:lnTo>
                    <a:pt x="2325859" y="1644292"/>
                  </a:lnTo>
                  <a:lnTo>
                    <a:pt x="2320868" y="1644292"/>
                  </a:lnTo>
                  <a:lnTo>
                    <a:pt x="2320868" y="1649434"/>
                  </a:lnTo>
                  <a:lnTo>
                    <a:pt x="2315877" y="1649434"/>
                  </a:lnTo>
                  <a:lnTo>
                    <a:pt x="2310886" y="1649434"/>
                  </a:lnTo>
                  <a:lnTo>
                    <a:pt x="2305895" y="1649434"/>
                  </a:lnTo>
                  <a:lnTo>
                    <a:pt x="2305895" y="1654573"/>
                  </a:lnTo>
                  <a:lnTo>
                    <a:pt x="2300904" y="1654573"/>
                  </a:lnTo>
                  <a:lnTo>
                    <a:pt x="2295912" y="1654573"/>
                  </a:lnTo>
                  <a:lnTo>
                    <a:pt x="2295912" y="1659708"/>
                  </a:lnTo>
                  <a:lnTo>
                    <a:pt x="2290921" y="1659708"/>
                  </a:lnTo>
                  <a:lnTo>
                    <a:pt x="2290921" y="1662274"/>
                  </a:lnTo>
                  <a:lnTo>
                    <a:pt x="2285930" y="1662274"/>
                  </a:lnTo>
                  <a:lnTo>
                    <a:pt x="2285930" y="1664840"/>
                  </a:lnTo>
                  <a:lnTo>
                    <a:pt x="2280939" y="1664840"/>
                  </a:lnTo>
                  <a:lnTo>
                    <a:pt x="2275948" y="1664840"/>
                  </a:lnTo>
                  <a:lnTo>
                    <a:pt x="2270957" y="1664840"/>
                  </a:lnTo>
                  <a:lnTo>
                    <a:pt x="2265966" y="1664840"/>
                  </a:lnTo>
                  <a:lnTo>
                    <a:pt x="2265966" y="1667404"/>
                  </a:lnTo>
                  <a:lnTo>
                    <a:pt x="2260975" y="1667404"/>
                  </a:lnTo>
                  <a:lnTo>
                    <a:pt x="2260975" y="1669968"/>
                  </a:lnTo>
                  <a:lnTo>
                    <a:pt x="2255984" y="1669968"/>
                  </a:lnTo>
                  <a:lnTo>
                    <a:pt x="2255984" y="1677655"/>
                  </a:lnTo>
                  <a:lnTo>
                    <a:pt x="2250992" y="1677655"/>
                  </a:lnTo>
                  <a:lnTo>
                    <a:pt x="2246001" y="1677655"/>
                  </a:lnTo>
                  <a:lnTo>
                    <a:pt x="2241010" y="1677655"/>
                  </a:lnTo>
                  <a:lnTo>
                    <a:pt x="2241010" y="1680214"/>
                  </a:lnTo>
                  <a:lnTo>
                    <a:pt x="2236019" y="1680214"/>
                  </a:lnTo>
                  <a:lnTo>
                    <a:pt x="2231028" y="1680214"/>
                  </a:lnTo>
                  <a:lnTo>
                    <a:pt x="2226037" y="1680214"/>
                  </a:lnTo>
                  <a:lnTo>
                    <a:pt x="2226037" y="1685331"/>
                  </a:lnTo>
                  <a:lnTo>
                    <a:pt x="2221046" y="1685331"/>
                  </a:lnTo>
                  <a:lnTo>
                    <a:pt x="2221046" y="1693002"/>
                  </a:lnTo>
                  <a:lnTo>
                    <a:pt x="2216055" y="1693002"/>
                  </a:lnTo>
                  <a:lnTo>
                    <a:pt x="2211064" y="1693002"/>
                  </a:lnTo>
                  <a:lnTo>
                    <a:pt x="2206072" y="1693002"/>
                  </a:lnTo>
                  <a:lnTo>
                    <a:pt x="2201081" y="1693002"/>
                  </a:lnTo>
                  <a:lnTo>
                    <a:pt x="2201081" y="1695556"/>
                  </a:lnTo>
                  <a:lnTo>
                    <a:pt x="2196090" y="1695556"/>
                  </a:lnTo>
                  <a:lnTo>
                    <a:pt x="2196090" y="1698110"/>
                  </a:lnTo>
                  <a:lnTo>
                    <a:pt x="2191099" y="1698110"/>
                  </a:lnTo>
                  <a:lnTo>
                    <a:pt x="2191099" y="1703215"/>
                  </a:lnTo>
                  <a:lnTo>
                    <a:pt x="2186108" y="1703215"/>
                  </a:lnTo>
                  <a:lnTo>
                    <a:pt x="2186108" y="1713415"/>
                  </a:lnTo>
                  <a:lnTo>
                    <a:pt x="2181117" y="1713415"/>
                  </a:lnTo>
                  <a:lnTo>
                    <a:pt x="2181117" y="1718514"/>
                  </a:lnTo>
                  <a:lnTo>
                    <a:pt x="2176126" y="1718514"/>
                  </a:lnTo>
                  <a:lnTo>
                    <a:pt x="2171135" y="1718514"/>
                  </a:lnTo>
                  <a:lnTo>
                    <a:pt x="2166143" y="1718514"/>
                  </a:lnTo>
                  <a:lnTo>
                    <a:pt x="2161152" y="1718514"/>
                  </a:lnTo>
                  <a:lnTo>
                    <a:pt x="2156161" y="1718514"/>
                  </a:lnTo>
                  <a:lnTo>
                    <a:pt x="2151170" y="1718514"/>
                  </a:lnTo>
                  <a:lnTo>
                    <a:pt x="2151170" y="1726148"/>
                  </a:lnTo>
                  <a:lnTo>
                    <a:pt x="2146179" y="1726148"/>
                  </a:lnTo>
                  <a:lnTo>
                    <a:pt x="2146179" y="1731236"/>
                  </a:lnTo>
                  <a:lnTo>
                    <a:pt x="2141188" y="1731236"/>
                  </a:lnTo>
                  <a:lnTo>
                    <a:pt x="2141188" y="1733780"/>
                  </a:lnTo>
                  <a:lnTo>
                    <a:pt x="2136197" y="1733780"/>
                  </a:lnTo>
                  <a:lnTo>
                    <a:pt x="2136197" y="1738866"/>
                  </a:lnTo>
                  <a:lnTo>
                    <a:pt x="2131206" y="1738866"/>
                  </a:lnTo>
                  <a:lnTo>
                    <a:pt x="2126215" y="1738866"/>
                  </a:lnTo>
                  <a:lnTo>
                    <a:pt x="2126215" y="1741409"/>
                  </a:lnTo>
                  <a:lnTo>
                    <a:pt x="2121223" y="1741409"/>
                  </a:lnTo>
                  <a:lnTo>
                    <a:pt x="2116232" y="1741409"/>
                  </a:lnTo>
                  <a:lnTo>
                    <a:pt x="2116232" y="1759192"/>
                  </a:lnTo>
                  <a:lnTo>
                    <a:pt x="2111241" y="1759192"/>
                  </a:lnTo>
                  <a:lnTo>
                    <a:pt x="2106250" y="1759192"/>
                  </a:lnTo>
                  <a:lnTo>
                    <a:pt x="2101259" y="1759192"/>
                  </a:lnTo>
                  <a:lnTo>
                    <a:pt x="2096268" y="1759192"/>
                  </a:lnTo>
                  <a:lnTo>
                    <a:pt x="2091277" y="1759192"/>
                  </a:lnTo>
                  <a:lnTo>
                    <a:pt x="2091277" y="1761730"/>
                  </a:lnTo>
                  <a:lnTo>
                    <a:pt x="2086286" y="1761730"/>
                  </a:lnTo>
                  <a:lnTo>
                    <a:pt x="2086286" y="1766803"/>
                  </a:lnTo>
                  <a:lnTo>
                    <a:pt x="2081295" y="1766803"/>
                  </a:lnTo>
                  <a:lnTo>
                    <a:pt x="2081295" y="1771873"/>
                  </a:lnTo>
                  <a:lnTo>
                    <a:pt x="2076303" y="1771873"/>
                  </a:lnTo>
                  <a:lnTo>
                    <a:pt x="2076303" y="1774406"/>
                  </a:lnTo>
                  <a:lnTo>
                    <a:pt x="2071312" y="1774406"/>
                  </a:lnTo>
                  <a:lnTo>
                    <a:pt x="2066321" y="1774406"/>
                  </a:lnTo>
                  <a:lnTo>
                    <a:pt x="2061330" y="1774406"/>
                  </a:lnTo>
                  <a:lnTo>
                    <a:pt x="2056339" y="1774406"/>
                  </a:lnTo>
                  <a:lnTo>
                    <a:pt x="2056339" y="1779468"/>
                  </a:lnTo>
                  <a:lnTo>
                    <a:pt x="2051348" y="1779468"/>
                  </a:lnTo>
                  <a:lnTo>
                    <a:pt x="2051348" y="1781998"/>
                  </a:lnTo>
                  <a:lnTo>
                    <a:pt x="2046357" y="1781998"/>
                  </a:lnTo>
                  <a:lnTo>
                    <a:pt x="2046357" y="1789580"/>
                  </a:lnTo>
                  <a:lnTo>
                    <a:pt x="2041366" y="1789580"/>
                  </a:lnTo>
                  <a:lnTo>
                    <a:pt x="2041366" y="1792107"/>
                  </a:lnTo>
                  <a:lnTo>
                    <a:pt x="2036374" y="1792107"/>
                  </a:lnTo>
                  <a:lnTo>
                    <a:pt x="2036374" y="1797158"/>
                  </a:lnTo>
                  <a:lnTo>
                    <a:pt x="2031383" y="1797158"/>
                  </a:lnTo>
                  <a:lnTo>
                    <a:pt x="2026392" y="1797158"/>
                  </a:lnTo>
                  <a:lnTo>
                    <a:pt x="2026392" y="1799682"/>
                  </a:lnTo>
                  <a:lnTo>
                    <a:pt x="2021401" y="1799682"/>
                  </a:lnTo>
                  <a:lnTo>
                    <a:pt x="2016410" y="1799682"/>
                  </a:lnTo>
                  <a:lnTo>
                    <a:pt x="2011419" y="1799682"/>
                  </a:lnTo>
                  <a:lnTo>
                    <a:pt x="2006428" y="1799682"/>
                  </a:lnTo>
                  <a:lnTo>
                    <a:pt x="2001437" y="1799682"/>
                  </a:lnTo>
                  <a:lnTo>
                    <a:pt x="1996446" y="1799682"/>
                  </a:lnTo>
                  <a:lnTo>
                    <a:pt x="1996446" y="1802201"/>
                  </a:lnTo>
                  <a:lnTo>
                    <a:pt x="1991454" y="1802201"/>
                  </a:lnTo>
                  <a:lnTo>
                    <a:pt x="1991454" y="1807238"/>
                  </a:lnTo>
                  <a:lnTo>
                    <a:pt x="1986463" y="1807238"/>
                  </a:lnTo>
                  <a:lnTo>
                    <a:pt x="1986463" y="1809756"/>
                  </a:lnTo>
                  <a:lnTo>
                    <a:pt x="1981472" y="1809756"/>
                  </a:lnTo>
                  <a:lnTo>
                    <a:pt x="1981472" y="1812273"/>
                  </a:lnTo>
                  <a:lnTo>
                    <a:pt x="1976481" y="1812273"/>
                  </a:lnTo>
                  <a:lnTo>
                    <a:pt x="1976481" y="1817303"/>
                  </a:lnTo>
                  <a:lnTo>
                    <a:pt x="1971490" y="1817303"/>
                  </a:lnTo>
                  <a:lnTo>
                    <a:pt x="1966499" y="1817303"/>
                  </a:lnTo>
                  <a:lnTo>
                    <a:pt x="1961508" y="1817303"/>
                  </a:lnTo>
                  <a:lnTo>
                    <a:pt x="1961508" y="1819817"/>
                  </a:lnTo>
                  <a:lnTo>
                    <a:pt x="1956517" y="1819817"/>
                  </a:lnTo>
                  <a:lnTo>
                    <a:pt x="1951526" y="1819817"/>
                  </a:lnTo>
                  <a:lnTo>
                    <a:pt x="1946534" y="1819817"/>
                  </a:lnTo>
                  <a:lnTo>
                    <a:pt x="1941543" y="1819817"/>
                  </a:lnTo>
                  <a:lnTo>
                    <a:pt x="1941543" y="1827350"/>
                  </a:lnTo>
                  <a:lnTo>
                    <a:pt x="1936552" y="1827350"/>
                  </a:lnTo>
                  <a:lnTo>
                    <a:pt x="1936552" y="1832369"/>
                  </a:lnTo>
                  <a:lnTo>
                    <a:pt x="1931561" y="1832369"/>
                  </a:lnTo>
                  <a:lnTo>
                    <a:pt x="1931561" y="1837387"/>
                  </a:lnTo>
                  <a:lnTo>
                    <a:pt x="1926570" y="1837387"/>
                  </a:lnTo>
                  <a:lnTo>
                    <a:pt x="1926570" y="1839896"/>
                  </a:lnTo>
                  <a:lnTo>
                    <a:pt x="1921579" y="1839896"/>
                  </a:lnTo>
                  <a:lnTo>
                    <a:pt x="1916588" y="1839896"/>
                  </a:lnTo>
                  <a:lnTo>
                    <a:pt x="1916588" y="1844911"/>
                  </a:lnTo>
                  <a:lnTo>
                    <a:pt x="1911597" y="1844911"/>
                  </a:lnTo>
                  <a:lnTo>
                    <a:pt x="1906605" y="1844911"/>
                  </a:lnTo>
                  <a:lnTo>
                    <a:pt x="1906605" y="1849925"/>
                  </a:lnTo>
                  <a:lnTo>
                    <a:pt x="1901614" y="1849925"/>
                  </a:lnTo>
                  <a:lnTo>
                    <a:pt x="1896623" y="1849925"/>
                  </a:lnTo>
                  <a:lnTo>
                    <a:pt x="1891632" y="1849925"/>
                  </a:lnTo>
                  <a:lnTo>
                    <a:pt x="1886641" y="1849925"/>
                  </a:lnTo>
                  <a:lnTo>
                    <a:pt x="1881650" y="1849925"/>
                  </a:lnTo>
                  <a:lnTo>
                    <a:pt x="1876659" y="1849925"/>
                  </a:lnTo>
                  <a:lnTo>
                    <a:pt x="1871668" y="1849925"/>
                  </a:lnTo>
                  <a:lnTo>
                    <a:pt x="1871668" y="1854927"/>
                  </a:lnTo>
                  <a:lnTo>
                    <a:pt x="1866677" y="1854927"/>
                  </a:lnTo>
                  <a:lnTo>
                    <a:pt x="1866677" y="1857428"/>
                  </a:lnTo>
                  <a:lnTo>
                    <a:pt x="1861685" y="1857428"/>
                  </a:lnTo>
                  <a:lnTo>
                    <a:pt x="1861685" y="1859927"/>
                  </a:lnTo>
                  <a:lnTo>
                    <a:pt x="1856694" y="1859927"/>
                  </a:lnTo>
                  <a:lnTo>
                    <a:pt x="1851703" y="1859927"/>
                  </a:lnTo>
                  <a:lnTo>
                    <a:pt x="1851703" y="1862426"/>
                  </a:lnTo>
                  <a:lnTo>
                    <a:pt x="1846712" y="1862426"/>
                  </a:lnTo>
                  <a:lnTo>
                    <a:pt x="1846712" y="1864922"/>
                  </a:lnTo>
                  <a:lnTo>
                    <a:pt x="1841721" y="1864922"/>
                  </a:lnTo>
                  <a:lnTo>
                    <a:pt x="1836730" y="1864922"/>
                  </a:lnTo>
                  <a:lnTo>
                    <a:pt x="1836730" y="1867417"/>
                  </a:lnTo>
                  <a:lnTo>
                    <a:pt x="1831739" y="1867417"/>
                  </a:lnTo>
                  <a:lnTo>
                    <a:pt x="1826748" y="1867417"/>
                  </a:lnTo>
                  <a:lnTo>
                    <a:pt x="1821757" y="1867417"/>
                  </a:lnTo>
                  <a:lnTo>
                    <a:pt x="1816765" y="1867417"/>
                  </a:lnTo>
                  <a:lnTo>
                    <a:pt x="1811774" y="1867417"/>
                  </a:lnTo>
                  <a:lnTo>
                    <a:pt x="1811774" y="1869908"/>
                  </a:lnTo>
                  <a:lnTo>
                    <a:pt x="1806783" y="1869908"/>
                  </a:lnTo>
                  <a:lnTo>
                    <a:pt x="1801792" y="1869908"/>
                  </a:lnTo>
                  <a:lnTo>
                    <a:pt x="1801792" y="1877374"/>
                  </a:lnTo>
                  <a:lnTo>
                    <a:pt x="1796801" y="1877374"/>
                  </a:lnTo>
                  <a:lnTo>
                    <a:pt x="1796801" y="1882349"/>
                  </a:lnTo>
                  <a:lnTo>
                    <a:pt x="1791810" y="1882349"/>
                  </a:lnTo>
                  <a:lnTo>
                    <a:pt x="1786819" y="1882349"/>
                  </a:lnTo>
                  <a:lnTo>
                    <a:pt x="1786819" y="1884836"/>
                  </a:lnTo>
                  <a:lnTo>
                    <a:pt x="1781828" y="1884836"/>
                  </a:lnTo>
                  <a:lnTo>
                    <a:pt x="1776836" y="1884836"/>
                  </a:lnTo>
                  <a:lnTo>
                    <a:pt x="1776836" y="1887322"/>
                  </a:lnTo>
                  <a:lnTo>
                    <a:pt x="1771845" y="1887322"/>
                  </a:lnTo>
                  <a:lnTo>
                    <a:pt x="1766854" y="1887322"/>
                  </a:lnTo>
                  <a:lnTo>
                    <a:pt x="1766854" y="1897253"/>
                  </a:lnTo>
                  <a:lnTo>
                    <a:pt x="1761863" y="1897253"/>
                  </a:lnTo>
                  <a:lnTo>
                    <a:pt x="1761863" y="1899735"/>
                  </a:lnTo>
                  <a:lnTo>
                    <a:pt x="1756872" y="1899735"/>
                  </a:lnTo>
                  <a:lnTo>
                    <a:pt x="1756872" y="1902215"/>
                  </a:lnTo>
                  <a:lnTo>
                    <a:pt x="1751881" y="1902215"/>
                  </a:lnTo>
                  <a:lnTo>
                    <a:pt x="1751881" y="1904696"/>
                  </a:lnTo>
                  <a:lnTo>
                    <a:pt x="1746890" y="1904696"/>
                  </a:lnTo>
                  <a:lnTo>
                    <a:pt x="1741899" y="1904696"/>
                  </a:lnTo>
                  <a:lnTo>
                    <a:pt x="1741899" y="1909653"/>
                  </a:lnTo>
                  <a:lnTo>
                    <a:pt x="1736908" y="1909653"/>
                  </a:lnTo>
                  <a:lnTo>
                    <a:pt x="1731916" y="1909653"/>
                  </a:lnTo>
                  <a:lnTo>
                    <a:pt x="1731916" y="1919552"/>
                  </a:lnTo>
                  <a:lnTo>
                    <a:pt x="1726925" y="1919552"/>
                  </a:lnTo>
                  <a:lnTo>
                    <a:pt x="1726925" y="1922026"/>
                  </a:lnTo>
                  <a:lnTo>
                    <a:pt x="1721934" y="1922026"/>
                  </a:lnTo>
                  <a:lnTo>
                    <a:pt x="1721934" y="1926973"/>
                  </a:lnTo>
                  <a:lnTo>
                    <a:pt x="1716943" y="1926973"/>
                  </a:lnTo>
                  <a:lnTo>
                    <a:pt x="1716943" y="1929445"/>
                  </a:lnTo>
                  <a:lnTo>
                    <a:pt x="1711952" y="1929445"/>
                  </a:lnTo>
                  <a:lnTo>
                    <a:pt x="1711952" y="1931917"/>
                  </a:lnTo>
                  <a:lnTo>
                    <a:pt x="1706961" y="1931917"/>
                  </a:lnTo>
                  <a:lnTo>
                    <a:pt x="1701970" y="1931917"/>
                  </a:lnTo>
                  <a:lnTo>
                    <a:pt x="1696979" y="1931917"/>
                  </a:lnTo>
                  <a:lnTo>
                    <a:pt x="1696979" y="1936855"/>
                  </a:lnTo>
                  <a:lnTo>
                    <a:pt x="1691988" y="1936855"/>
                  </a:lnTo>
                  <a:lnTo>
                    <a:pt x="1691988" y="1939323"/>
                  </a:lnTo>
                  <a:lnTo>
                    <a:pt x="1686996" y="1939323"/>
                  </a:lnTo>
                  <a:lnTo>
                    <a:pt x="1686996" y="1941791"/>
                  </a:lnTo>
                  <a:lnTo>
                    <a:pt x="1682005" y="1941791"/>
                  </a:lnTo>
                  <a:lnTo>
                    <a:pt x="1677014" y="1941791"/>
                  </a:lnTo>
                  <a:lnTo>
                    <a:pt x="1672023" y="1941791"/>
                  </a:lnTo>
                  <a:lnTo>
                    <a:pt x="1667032" y="1941791"/>
                  </a:lnTo>
                  <a:lnTo>
                    <a:pt x="1667032" y="1944257"/>
                  </a:lnTo>
                  <a:lnTo>
                    <a:pt x="1662041" y="1944257"/>
                  </a:lnTo>
                  <a:lnTo>
                    <a:pt x="1662041" y="1946721"/>
                  </a:lnTo>
                  <a:lnTo>
                    <a:pt x="1657050" y="1946721"/>
                  </a:lnTo>
                  <a:lnTo>
                    <a:pt x="1657050" y="1949184"/>
                  </a:lnTo>
                  <a:lnTo>
                    <a:pt x="1652059" y="1949184"/>
                  </a:lnTo>
                  <a:lnTo>
                    <a:pt x="1652059" y="1951646"/>
                  </a:lnTo>
                  <a:lnTo>
                    <a:pt x="1647067" y="1951646"/>
                  </a:lnTo>
                  <a:lnTo>
                    <a:pt x="1647067" y="1954106"/>
                  </a:lnTo>
                  <a:lnTo>
                    <a:pt x="1642076" y="1954106"/>
                  </a:lnTo>
                  <a:lnTo>
                    <a:pt x="1637085" y="1954106"/>
                  </a:lnTo>
                  <a:lnTo>
                    <a:pt x="1637085" y="1956566"/>
                  </a:lnTo>
                  <a:lnTo>
                    <a:pt x="1632094" y="1956566"/>
                  </a:lnTo>
                  <a:lnTo>
                    <a:pt x="1632094" y="1959025"/>
                  </a:lnTo>
                  <a:lnTo>
                    <a:pt x="1627103" y="1959025"/>
                  </a:lnTo>
                  <a:lnTo>
                    <a:pt x="1627103" y="1961483"/>
                  </a:lnTo>
                  <a:lnTo>
                    <a:pt x="1622112" y="1961483"/>
                  </a:lnTo>
                  <a:lnTo>
                    <a:pt x="1617121" y="1961483"/>
                  </a:lnTo>
                  <a:lnTo>
                    <a:pt x="1617121" y="1963938"/>
                  </a:lnTo>
                  <a:lnTo>
                    <a:pt x="1612130" y="1963938"/>
                  </a:lnTo>
                  <a:lnTo>
                    <a:pt x="1607139" y="1963938"/>
                  </a:lnTo>
                  <a:lnTo>
                    <a:pt x="1607139" y="1968849"/>
                  </a:lnTo>
                  <a:lnTo>
                    <a:pt x="1602147" y="1968849"/>
                  </a:lnTo>
                  <a:lnTo>
                    <a:pt x="1597156" y="1968849"/>
                  </a:lnTo>
                  <a:lnTo>
                    <a:pt x="1592165" y="1968849"/>
                  </a:lnTo>
                  <a:lnTo>
                    <a:pt x="1592165" y="1971303"/>
                  </a:lnTo>
                  <a:lnTo>
                    <a:pt x="1587174" y="1971303"/>
                  </a:lnTo>
                  <a:lnTo>
                    <a:pt x="1582183" y="1971303"/>
                  </a:lnTo>
                  <a:lnTo>
                    <a:pt x="1577192" y="1971303"/>
                  </a:lnTo>
                  <a:lnTo>
                    <a:pt x="1577192" y="1973755"/>
                  </a:lnTo>
                  <a:lnTo>
                    <a:pt x="1572201" y="1973755"/>
                  </a:lnTo>
                  <a:lnTo>
                    <a:pt x="1572201" y="1976207"/>
                  </a:lnTo>
                  <a:lnTo>
                    <a:pt x="1567210" y="1976207"/>
                  </a:lnTo>
                  <a:lnTo>
                    <a:pt x="1562219" y="1976207"/>
                  </a:lnTo>
                  <a:lnTo>
                    <a:pt x="1557227" y="1976207"/>
                  </a:lnTo>
                  <a:lnTo>
                    <a:pt x="1557227" y="1981105"/>
                  </a:lnTo>
                  <a:lnTo>
                    <a:pt x="1552236" y="1981105"/>
                  </a:lnTo>
                  <a:lnTo>
                    <a:pt x="1552236" y="1985999"/>
                  </a:lnTo>
                  <a:lnTo>
                    <a:pt x="1547245" y="1985999"/>
                  </a:lnTo>
                  <a:lnTo>
                    <a:pt x="1542254" y="1985999"/>
                  </a:lnTo>
                  <a:lnTo>
                    <a:pt x="1537263" y="1985999"/>
                  </a:lnTo>
                  <a:lnTo>
                    <a:pt x="1532272" y="1985999"/>
                  </a:lnTo>
                  <a:lnTo>
                    <a:pt x="1527281" y="1985999"/>
                  </a:lnTo>
                  <a:lnTo>
                    <a:pt x="1527281" y="1990890"/>
                  </a:lnTo>
                  <a:lnTo>
                    <a:pt x="1522290" y="1990890"/>
                  </a:lnTo>
                  <a:lnTo>
                    <a:pt x="1522290" y="1995778"/>
                  </a:lnTo>
                  <a:lnTo>
                    <a:pt x="1517299" y="1995778"/>
                  </a:lnTo>
                  <a:lnTo>
                    <a:pt x="1512307" y="1995778"/>
                  </a:lnTo>
                  <a:lnTo>
                    <a:pt x="1507316" y="1995778"/>
                  </a:lnTo>
                  <a:lnTo>
                    <a:pt x="1507316" y="1998221"/>
                  </a:lnTo>
                  <a:lnTo>
                    <a:pt x="1502325" y="1998221"/>
                  </a:lnTo>
                  <a:lnTo>
                    <a:pt x="1502325" y="2000663"/>
                  </a:lnTo>
                  <a:lnTo>
                    <a:pt x="1497334" y="2000663"/>
                  </a:lnTo>
                  <a:lnTo>
                    <a:pt x="1492343" y="2000663"/>
                  </a:lnTo>
                  <a:lnTo>
                    <a:pt x="1492343" y="2005545"/>
                  </a:lnTo>
                  <a:lnTo>
                    <a:pt x="1487352" y="2005545"/>
                  </a:lnTo>
                  <a:lnTo>
                    <a:pt x="1487352" y="2012862"/>
                  </a:lnTo>
                  <a:lnTo>
                    <a:pt x="1482361" y="2012862"/>
                  </a:lnTo>
                  <a:lnTo>
                    <a:pt x="1482361" y="2015301"/>
                  </a:lnTo>
                  <a:lnTo>
                    <a:pt x="1477370" y="2015301"/>
                  </a:lnTo>
                  <a:lnTo>
                    <a:pt x="1477370" y="2017738"/>
                  </a:lnTo>
                  <a:lnTo>
                    <a:pt x="1472378" y="2017738"/>
                  </a:lnTo>
                  <a:lnTo>
                    <a:pt x="1472378" y="2020174"/>
                  </a:lnTo>
                  <a:lnTo>
                    <a:pt x="1467387" y="2020174"/>
                  </a:lnTo>
                  <a:lnTo>
                    <a:pt x="1467387" y="2022610"/>
                  </a:lnTo>
                  <a:lnTo>
                    <a:pt x="1462396" y="2022610"/>
                  </a:lnTo>
                  <a:lnTo>
                    <a:pt x="1457405" y="2022610"/>
                  </a:lnTo>
                  <a:lnTo>
                    <a:pt x="1452414" y="2022610"/>
                  </a:lnTo>
                  <a:lnTo>
                    <a:pt x="1452414" y="2025042"/>
                  </a:lnTo>
                  <a:lnTo>
                    <a:pt x="1447423" y="2025042"/>
                  </a:lnTo>
                  <a:lnTo>
                    <a:pt x="1442432" y="2025042"/>
                  </a:lnTo>
                  <a:lnTo>
                    <a:pt x="1442432" y="2027474"/>
                  </a:lnTo>
                  <a:lnTo>
                    <a:pt x="1437441" y="2027474"/>
                  </a:lnTo>
                  <a:lnTo>
                    <a:pt x="1437441" y="2029904"/>
                  </a:lnTo>
                  <a:lnTo>
                    <a:pt x="1432450" y="2029904"/>
                  </a:lnTo>
                  <a:lnTo>
                    <a:pt x="1427458" y="2029904"/>
                  </a:lnTo>
                  <a:lnTo>
                    <a:pt x="1427458" y="2032334"/>
                  </a:lnTo>
                  <a:lnTo>
                    <a:pt x="1422467" y="2032334"/>
                  </a:lnTo>
                  <a:lnTo>
                    <a:pt x="1417476" y="2032334"/>
                  </a:lnTo>
                  <a:lnTo>
                    <a:pt x="1417476" y="2042049"/>
                  </a:lnTo>
                  <a:lnTo>
                    <a:pt x="1412485" y="2042049"/>
                  </a:lnTo>
                  <a:lnTo>
                    <a:pt x="1412485" y="2044477"/>
                  </a:lnTo>
                  <a:lnTo>
                    <a:pt x="1407494" y="2044477"/>
                  </a:lnTo>
                  <a:lnTo>
                    <a:pt x="1402503" y="2044477"/>
                  </a:lnTo>
                  <a:lnTo>
                    <a:pt x="1402503" y="2046904"/>
                  </a:lnTo>
                  <a:lnTo>
                    <a:pt x="1397512" y="2046904"/>
                  </a:lnTo>
                  <a:lnTo>
                    <a:pt x="1392521" y="2046904"/>
                  </a:lnTo>
                  <a:lnTo>
                    <a:pt x="1387530" y="2046904"/>
                  </a:lnTo>
                  <a:lnTo>
                    <a:pt x="1382538" y="2046904"/>
                  </a:lnTo>
                  <a:lnTo>
                    <a:pt x="1382538" y="2049329"/>
                  </a:lnTo>
                  <a:lnTo>
                    <a:pt x="1377547" y="2049329"/>
                  </a:lnTo>
                  <a:lnTo>
                    <a:pt x="1372556" y="2049329"/>
                  </a:lnTo>
                  <a:lnTo>
                    <a:pt x="1367565" y="2049329"/>
                  </a:lnTo>
                  <a:lnTo>
                    <a:pt x="1362574" y="2049329"/>
                  </a:lnTo>
                  <a:lnTo>
                    <a:pt x="1362574" y="2054175"/>
                  </a:lnTo>
                  <a:lnTo>
                    <a:pt x="1357583" y="2054175"/>
                  </a:lnTo>
                  <a:lnTo>
                    <a:pt x="1357583" y="2056597"/>
                  </a:lnTo>
                  <a:lnTo>
                    <a:pt x="1352592" y="2056597"/>
                  </a:lnTo>
                  <a:lnTo>
                    <a:pt x="1347601" y="2056597"/>
                  </a:lnTo>
                  <a:lnTo>
                    <a:pt x="1347601" y="2061438"/>
                  </a:lnTo>
                  <a:lnTo>
                    <a:pt x="1342609" y="2061438"/>
                  </a:lnTo>
                  <a:lnTo>
                    <a:pt x="1337618" y="2061438"/>
                  </a:lnTo>
                  <a:lnTo>
                    <a:pt x="1337618" y="2063856"/>
                  </a:lnTo>
                  <a:lnTo>
                    <a:pt x="1332627" y="2063856"/>
                  </a:lnTo>
                  <a:lnTo>
                    <a:pt x="1332627" y="2066274"/>
                  </a:lnTo>
                  <a:lnTo>
                    <a:pt x="1327636" y="2066274"/>
                  </a:lnTo>
                  <a:lnTo>
                    <a:pt x="1322645" y="2066274"/>
                  </a:lnTo>
                  <a:lnTo>
                    <a:pt x="1317654" y="2066274"/>
                  </a:lnTo>
                  <a:lnTo>
                    <a:pt x="1317654" y="2068691"/>
                  </a:lnTo>
                  <a:lnTo>
                    <a:pt x="1312663" y="2068691"/>
                  </a:lnTo>
                  <a:lnTo>
                    <a:pt x="1312663" y="2080766"/>
                  </a:lnTo>
                  <a:lnTo>
                    <a:pt x="1307672" y="2080766"/>
                  </a:lnTo>
                  <a:lnTo>
                    <a:pt x="1302681" y="2080766"/>
                  </a:lnTo>
                  <a:lnTo>
                    <a:pt x="1302681" y="2083179"/>
                  </a:lnTo>
                  <a:lnTo>
                    <a:pt x="1297689" y="2083179"/>
                  </a:lnTo>
                  <a:lnTo>
                    <a:pt x="1297689" y="2085591"/>
                  </a:lnTo>
                  <a:lnTo>
                    <a:pt x="1292698" y="2085591"/>
                  </a:lnTo>
                  <a:lnTo>
                    <a:pt x="1287707" y="2085591"/>
                  </a:lnTo>
                  <a:lnTo>
                    <a:pt x="1287707" y="2088003"/>
                  </a:lnTo>
                  <a:lnTo>
                    <a:pt x="1282716" y="2088003"/>
                  </a:lnTo>
                  <a:lnTo>
                    <a:pt x="1282716" y="2090414"/>
                  </a:lnTo>
                  <a:lnTo>
                    <a:pt x="1277725" y="2090414"/>
                  </a:lnTo>
                  <a:lnTo>
                    <a:pt x="1277725" y="2100053"/>
                  </a:lnTo>
                  <a:lnTo>
                    <a:pt x="1272734" y="2100053"/>
                  </a:lnTo>
                  <a:lnTo>
                    <a:pt x="1267743" y="2100053"/>
                  </a:lnTo>
                  <a:lnTo>
                    <a:pt x="1262752" y="2100053"/>
                  </a:lnTo>
                  <a:lnTo>
                    <a:pt x="1257761" y="2100053"/>
                  </a:lnTo>
                  <a:lnTo>
                    <a:pt x="1257761" y="2107273"/>
                  </a:lnTo>
                  <a:lnTo>
                    <a:pt x="1252769" y="2107273"/>
                  </a:lnTo>
                  <a:lnTo>
                    <a:pt x="1252769" y="2109679"/>
                  </a:lnTo>
                  <a:lnTo>
                    <a:pt x="1247778" y="2109679"/>
                  </a:lnTo>
                  <a:lnTo>
                    <a:pt x="1247778" y="2114488"/>
                  </a:lnTo>
                  <a:lnTo>
                    <a:pt x="1242787" y="2114488"/>
                  </a:lnTo>
                  <a:lnTo>
                    <a:pt x="1242787" y="2119293"/>
                  </a:lnTo>
                  <a:lnTo>
                    <a:pt x="1237796" y="2119293"/>
                  </a:lnTo>
                  <a:lnTo>
                    <a:pt x="1237796" y="2121695"/>
                  </a:lnTo>
                  <a:lnTo>
                    <a:pt x="1232805" y="2121695"/>
                  </a:lnTo>
                  <a:lnTo>
                    <a:pt x="1232805" y="2124097"/>
                  </a:lnTo>
                  <a:lnTo>
                    <a:pt x="1227814" y="2124097"/>
                  </a:lnTo>
                  <a:lnTo>
                    <a:pt x="1222823" y="2124097"/>
                  </a:lnTo>
                  <a:lnTo>
                    <a:pt x="1222823" y="2126497"/>
                  </a:lnTo>
                  <a:lnTo>
                    <a:pt x="1217832" y="2126497"/>
                  </a:lnTo>
                  <a:lnTo>
                    <a:pt x="1212840" y="2126497"/>
                  </a:lnTo>
                  <a:lnTo>
                    <a:pt x="1207849" y="2126497"/>
                  </a:lnTo>
                  <a:lnTo>
                    <a:pt x="1202858" y="2126497"/>
                  </a:lnTo>
                  <a:lnTo>
                    <a:pt x="1197867" y="2126497"/>
                  </a:lnTo>
                  <a:lnTo>
                    <a:pt x="1192876" y="2126497"/>
                  </a:lnTo>
                  <a:lnTo>
                    <a:pt x="1187885" y="2126497"/>
                  </a:lnTo>
                  <a:lnTo>
                    <a:pt x="1187885" y="2128893"/>
                  </a:lnTo>
                  <a:lnTo>
                    <a:pt x="1182894" y="2128893"/>
                  </a:lnTo>
                  <a:lnTo>
                    <a:pt x="1182894" y="2131289"/>
                  </a:lnTo>
                  <a:lnTo>
                    <a:pt x="1177903" y="2131289"/>
                  </a:lnTo>
                  <a:lnTo>
                    <a:pt x="1177903" y="2133684"/>
                  </a:lnTo>
                  <a:lnTo>
                    <a:pt x="1172912" y="2133684"/>
                  </a:lnTo>
                  <a:lnTo>
                    <a:pt x="1172912" y="2138469"/>
                  </a:lnTo>
                  <a:lnTo>
                    <a:pt x="1167920" y="2138469"/>
                  </a:lnTo>
                  <a:lnTo>
                    <a:pt x="1167920" y="2145642"/>
                  </a:lnTo>
                  <a:lnTo>
                    <a:pt x="1162929" y="2145642"/>
                  </a:lnTo>
                  <a:lnTo>
                    <a:pt x="1162929" y="2148032"/>
                  </a:lnTo>
                  <a:lnTo>
                    <a:pt x="1157938" y="2148032"/>
                  </a:lnTo>
                  <a:lnTo>
                    <a:pt x="1152947" y="2148032"/>
                  </a:lnTo>
                  <a:lnTo>
                    <a:pt x="1152947" y="2150421"/>
                  </a:lnTo>
                  <a:lnTo>
                    <a:pt x="1147956" y="2150421"/>
                  </a:lnTo>
                  <a:lnTo>
                    <a:pt x="1142965" y="2150421"/>
                  </a:lnTo>
                  <a:lnTo>
                    <a:pt x="1137974" y="2150421"/>
                  </a:lnTo>
                  <a:lnTo>
                    <a:pt x="1137974" y="2152807"/>
                  </a:lnTo>
                  <a:lnTo>
                    <a:pt x="1132983" y="2152807"/>
                  </a:lnTo>
                  <a:lnTo>
                    <a:pt x="1132983" y="2162345"/>
                  </a:lnTo>
                  <a:lnTo>
                    <a:pt x="1127992" y="2162345"/>
                  </a:lnTo>
                  <a:lnTo>
                    <a:pt x="1123000" y="2162345"/>
                  </a:lnTo>
                  <a:lnTo>
                    <a:pt x="1123000" y="2164728"/>
                  </a:lnTo>
                  <a:lnTo>
                    <a:pt x="1118009" y="2164728"/>
                  </a:lnTo>
                  <a:lnTo>
                    <a:pt x="1113018" y="2164728"/>
                  </a:lnTo>
                  <a:lnTo>
                    <a:pt x="1113018" y="2169491"/>
                  </a:lnTo>
                  <a:lnTo>
                    <a:pt x="1108027" y="2169491"/>
                  </a:lnTo>
                  <a:lnTo>
                    <a:pt x="1108027" y="2171871"/>
                  </a:lnTo>
                  <a:lnTo>
                    <a:pt x="1103036" y="2171871"/>
                  </a:lnTo>
                  <a:lnTo>
                    <a:pt x="1103036" y="2183760"/>
                  </a:lnTo>
                  <a:lnTo>
                    <a:pt x="1098045" y="2183760"/>
                  </a:lnTo>
                  <a:lnTo>
                    <a:pt x="1093054" y="2183760"/>
                  </a:lnTo>
                  <a:lnTo>
                    <a:pt x="1088063" y="2183760"/>
                  </a:lnTo>
                  <a:lnTo>
                    <a:pt x="1083071" y="2183760"/>
                  </a:lnTo>
                  <a:lnTo>
                    <a:pt x="1083071" y="2186135"/>
                  </a:lnTo>
                  <a:lnTo>
                    <a:pt x="1078080" y="2186135"/>
                  </a:lnTo>
                  <a:lnTo>
                    <a:pt x="1078080" y="2190884"/>
                  </a:lnTo>
                  <a:lnTo>
                    <a:pt x="1073089" y="2190884"/>
                  </a:lnTo>
                  <a:lnTo>
                    <a:pt x="1068098" y="2190884"/>
                  </a:lnTo>
                  <a:lnTo>
                    <a:pt x="1068098" y="2193256"/>
                  </a:lnTo>
                  <a:lnTo>
                    <a:pt x="1063107" y="2193256"/>
                  </a:lnTo>
                  <a:lnTo>
                    <a:pt x="1058116" y="2193256"/>
                  </a:lnTo>
                  <a:lnTo>
                    <a:pt x="1058116" y="2200368"/>
                  </a:lnTo>
                  <a:lnTo>
                    <a:pt x="1053125" y="2200368"/>
                  </a:lnTo>
                  <a:lnTo>
                    <a:pt x="1053125" y="2202737"/>
                  </a:lnTo>
                  <a:lnTo>
                    <a:pt x="1048134" y="2202737"/>
                  </a:lnTo>
                  <a:lnTo>
                    <a:pt x="1048134" y="2205107"/>
                  </a:lnTo>
                  <a:lnTo>
                    <a:pt x="1043143" y="2205107"/>
                  </a:lnTo>
                  <a:lnTo>
                    <a:pt x="1038151" y="2205107"/>
                  </a:lnTo>
                  <a:lnTo>
                    <a:pt x="1038151" y="2209842"/>
                  </a:lnTo>
                  <a:lnTo>
                    <a:pt x="1033160" y="2209842"/>
                  </a:lnTo>
                  <a:lnTo>
                    <a:pt x="1033160" y="2219300"/>
                  </a:lnTo>
                  <a:lnTo>
                    <a:pt x="1028169" y="2219300"/>
                  </a:lnTo>
                  <a:lnTo>
                    <a:pt x="1028169" y="2221664"/>
                  </a:lnTo>
                  <a:lnTo>
                    <a:pt x="1023178" y="2221664"/>
                  </a:lnTo>
                  <a:lnTo>
                    <a:pt x="1023178" y="2224026"/>
                  </a:lnTo>
                  <a:lnTo>
                    <a:pt x="1018187" y="2224026"/>
                  </a:lnTo>
                  <a:lnTo>
                    <a:pt x="1018187" y="2226387"/>
                  </a:lnTo>
                  <a:lnTo>
                    <a:pt x="1013196" y="2226387"/>
                  </a:lnTo>
                  <a:lnTo>
                    <a:pt x="1013196" y="2228747"/>
                  </a:lnTo>
                  <a:lnTo>
                    <a:pt x="1008205" y="2228747"/>
                  </a:lnTo>
                  <a:lnTo>
                    <a:pt x="1003214" y="2228747"/>
                  </a:lnTo>
                  <a:lnTo>
                    <a:pt x="998223" y="2228747"/>
                  </a:lnTo>
                  <a:lnTo>
                    <a:pt x="993231" y="2228747"/>
                  </a:lnTo>
                  <a:lnTo>
                    <a:pt x="988240" y="2228747"/>
                  </a:lnTo>
                  <a:lnTo>
                    <a:pt x="983249" y="2228747"/>
                  </a:lnTo>
                  <a:lnTo>
                    <a:pt x="983249" y="2231106"/>
                  </a:lnTo>
                  <a:lnTo>
                    <a:pt x="978258" y="2231106"/>
                  </a:lnTo>
                  <a:lnTo>
                    <a:pt x="973267" y="2231106"/>
                  </a:lnTo>
                  <a:lnTo>
                    <a:pt x="973267" y="2233464"/>
                  </a:lnTo>
                  <a:lnTo>
                    <a:pt x="968276" y="2233464"/>
                  </a:lnTo>
                  <a:lnTo>
                    <a:pt x="963285" y="2233464"/>
                  </a:lnTo>
                  <a:lnTo>
                    <a:pt x="963285" y="2240530"/>
                  </a:lnTo>
                  <a:lnTo>
                    <a:pt x="958294" y="2240530"/>
                  </a:lnTo>
                  <a:lnTo>
                    <a:pt x="953302" y="2240530"/>
                  </a:lnTo>
                  <a:lnTo>
                    <a:pt x="953302" y="2242883"/>
                  </a:lnTo>
                  <a:lnTo>
                    <a:pt x="948311" y="2242883"/>
                  </a:lnTo>
                  <a:lnTo>
                    <a:pt x="948311" y="2252293"/>
                  </a:lnTo>
                  <a:lnTo>
                    <a:pt x="943320" y="2252293"/>
                  </a:lnTo>
                  <a:lnTo>
                    <a:pt x="938329" y="2252293"/>
                  </a:lnTo>
                  <a:lnTo>
                    <a:pt x="938329" y="2256994"/>
                  </a:lnTo>
                  <a:lnTo>
                    <a:pt x="933338" y="2256994"/>
                  </a:lnTo>
                  <a:lnTo>
                    <a:pt x="933338" y="2261694"/>
                  </a:lnTo>
                  <a:lnTo>
                    <a:pt x="928347" y="2261694"/>
                  </a:lnTo>
                  <a:lnTo>
                    <a:pt x="928347" y="2280462"/>
                  </a:lnTo>
                  <a:lnTo>
                    <a:pt x="923356" y="2280462"/>
                  </a:lnTo>
                  <a:lnTo>
                    <a:pt x="918365" y="2280462"/>
                  </a:lnTo>
                  <a:lnTo>
                    <a:pt x="913374" y="2280462"/>
                  </a:lnTo>
                  <a:lnTo>
                    <a:pt x="913374" y="2282804"/>
                  </a:lnTo>
                  <a:lnTo>
                    <a:pt x="908382" y="2282804"/>
                  </a:lnTo>
                  <a:lnTo>
                    <a:pt x="903391" y="2282804"/>
                  </a:lnTo>
                  <a:lnTo>
                    <a:pt x="903391" y="2285145"/>
                  </a:lnTo>
                  <a:lnTo>
                    <a:pt x="898400" y="2285145"/>
                  </a:lnTo>
                  <a:lnTo>
                    <a:pt x="898400" y="2287485"/>
                  </a:lnTo>
                  <a:lnTo>
                    <a:pt x="893409" y="2287485"/>
                  </a:lnTo>
                  <a:lnTo>
                    <a:pt x="893409" y="2294498"/>
                  </a:lnTo>
                  <a:lnTo>
                    <a:pt x="888418" y="2294498"/>
                  </a:lnTo>
                  <a:lnTo>
                    <a:pt x="888418" y="2296834"/>
                  </a:lnTo>
                  <a:lnTo>
                    <a:pt x="883427" y="2296834"/>
                  </a:lnTo>
                  <a:lnTo>
                    <a:pt x="883427" y="2299170"/>
                  </a:lnTo>
                  <a:lnTo>
                    <a:pt x="878436" y="2299170"/>
                  </a:lnTo>
                  <a:lnTo>
                    <a:pt x="873445" y="2299170"/>
                  </a:lnTo>
                  <a:lnTo>
                    <a:pt x="868454" y="2299170"/>
                  </a:lnTo>
                  <a:lnTo>
                    <a:pt x="863462" y="2299170"/>
                  </a:lnTo>
                  <a:lnTo>
                    <a:pt x="863462" y="2301504"/>
                  </a:lnTo>
                  <a:lnTo>
                    <a:pt x="858471" y="2301504"/>
                  </a:lnTo>
                  <a:lnTo>
                    <a:pt x="858471" y="2308497"/>
                  </a:lnTo>
                  <a:lnTo>
                    <a:pt x="853480" y="2308497"/>
                  </a:lnTo>
                  <a:lnTo>
                    <a:pt x="853480" y="2310826"/>
                  </a:lnTo>
                  <a:lnTo>
                    <a:pt x="848489" y="2310826"/>
                  </a:lnTo>
                  <a:lnTo>
                    <a:pt x="848489" y="2315482"/>
                  </a:lnTo>
                  <a:lnTo>
                    <a:pt x="843498" y="2315482"/>
                  </a:lnTo>
                  <a:lnTo>
                    <a:pt x="838507" y="2315482"/>
                  </a:lnTo>
                  <a:lnTo>
                    <a:pt x="833516" y="2315482"/>
                  </a:lnTo>
                  <a:lnTo>
                    <a:pt x="828525" y="2315482"/>
                  </a:lnTo>
                  <a:lnTo>
                    <a:pt x="828525" y="2317807"/>
                  </a:lnTo>
                  <a:lnTo>
                    <a:pt x="823533" y="2317807"/>
                  </a:lnTo>
                  <a:lnTo>
                    <a:pt x="823533" y="2329415"/>
                  </a:lnTo>
                  <a:lnTo>
                    <a:pt x="818542" y="2329415"/>
                  </a:lnTo>
                  <a:lnTo>
                    <a:pt x="813551" y="2329415"/>
                  </a:lnTo>
                  <a:lnTo>
                    <a:pt x="813551" y="2334053"/>
                  </a:lnTo>
                  <a:lnTo>
                    <a:pt x="808560" y="2334053"/>
                  </a:lnTo>
                  <a:lnTo>
                    <a:pt x="803569" y="2334053"/>
                  </a:lnTo>
                  <a:lnTo>
                    <a:pt x="803569" y="2336370"/>
                  </a:lnTo>
                  <a:lnTo>
                    <a:pt x="798578" y="2336370"/>
                  </a:lnTo>
                  <a:lnTo>
                    <a:pt x="793587" y="2336370"/>
                  </a:lnTo>
                  <a:lnTo>
                    <a:pt x="793587" y="2338685"/>
                  </a:lnTo>
                  <a:lnTo>
                    <a:pt x="788596" y="2338685"/>
                  </a:lnTo>
                  <a:lnTo>
                    <a:pt x="788596" y="2343314"/>
                  </a:lnTo>
                  <a:lnTo>
                    <a:pt x="783605" y="2343314"/>
                  </a:lnTo>
                  <a:lnTo>
                    <a:pt x="783605" y="2345627"/>
                  </a:lnTo>
                  <a:lnTo>
                    <a:pt x="778613" y="2345627"/>
                  </a:lnTo>
                  <a:lnTo>
                    <a:pt x="778613" y="2347939"/>
                  </a:lnTo>
                  <a:lnTo>
                    <a:pt x="773622" y="2347939"/>
                  </a:lnTo>
                  <a:lnTo>
                    <a:pt x="768631" y="2347939"/>
                  </a:lnTo>
                  <a:lnTo>
                    <a:pt x="768631" y="2352560"/>
                  </a:lnTo>
                  <a:lnTo>
                    <a:pt x="763640" y="2352560"/>
                  </a:lnTo>
                  <a:lnTo>
                    <a:pt x="758649" y="2352560"/>
                  </a:lnTo>
                  <a:lnTo>
                    <a:pt x="758649" y="2357176"/>
                  </a:lnTo>
                  <a:lnTo>
                    <a:pt x="753658" y="2357176"/>
                  </a:lnTo>
                  <a:lnTo>
                    <a:pt x="753658" y="2364090"/>
                  </a:lnTo>
                  <a:lnTo>
                    <a:pt x="748667" y="2364090"/>
                  </a:lnTo>
                  <a:lnTo>
                    <a:pt x="748667" y="2368694"/>
                  </a:lnTo>
                  <a:lnTo>
                    <a:pt x="743676" y="2368694"/>
                  </a:lnTo>
                  <a:lnTo>
                    <a:pt x="743676" y="2370995"/>
                  </a:lnTo>
                  <a:lnTo>
                    <a:pt x="738685" y="2370995"/>
                  </a:lnTo>
                  <a:lnTo>
                    <a:pt x="738685" y="2373295"/>
                  </a:lnTo>
                  <a:lnTo>
                    <a:pt x="733693" y="2373295"/>
                  </a:lnTo>
                  <a:lnTo>
                    <a:pt x="728702" y="2373295"/>
                  </a:lnTo>
                  <a:lnTo>
                    <a:pt x="728702" y="2377891"/>
                  </a:lnTo>
                  <a:lnTo>
                    <a:pt x="723711" y="2377891"/>
                  </a:lnTo>
                  <a:lnTo>
                    <a:pt x="723711" y="2380188"/>
                  </a:lnTo>
                  <a:lnTo>
                    <a:pt x="718720" y="2380188"/>
                  </a:lnTo>
                  <a:lnTo>
                    <a:pt x="718720" y="2389364"/>
                  </a:lnTo>
                  <a:lnTo>
                    <a:pt x="713729" y="2389364"/>
                  </a:lnTo>
                  <a:lnTo>
                    <a:pt x="713729" y="2391656"/>
                  </a:lnTo>
                  <a:lnTo>
                    <a:pt x="708738" y="2391656"/>
                  </a:lnTo>
                  <a:lnTo>
                    <a:pt x="708738" y="2393946"/>
                  </a:lnTo>
                  <a:lnTo>
                    <a:pt x="703747" y="2393946"/>
                  </a:lnTo>
                  <a:lnTo>
                    <a:pt x="703747" y="2396236"/>
                  </a:lnTo>
                  <a:lnTo>
                    <a:pt x="698756" y="2396236"/>
                  </a:lnTo>
                  <a:lnTo>
                    <a:pt x="698756" y="2403101"/>
                  </a:lnTo>
                  <a:lnTo>
                    <a:pt x="693765" y="2403101"/>
                  </a:lnTo>
                  <a:lnTo>
                    <a:pt x="693765" y="2405387"/>
                  </a:lnTo>
                  <a:lnTo>
                    <a:pt x="688773" y="2405387"/>
                  </a:lnTo>
                  <a:lnTo>
                    <a:pt x="688773" y="2407672"/>
                  </a:lnTo>
                  <a:lnTo>
                    <a:pt x="683782" y="2407672"/>
                  </a:lnTo>
                  <a:lnTo>
                    <a:pt x="678791" y="2407672"/>
                  </a:lnTo>
                  <a:lnTo>
                    <a:pt x="678791" y="2414516"/>
                  </a:lnTo>
                  <a:lnTo>
                    <a:pt x="673800" y="2414516"/>
                  </a:lnTo>
                  <a:lnTo>
                    <a:pt x="673800" y="2416796"/>
                  </a:lnTo>
                  <a:lnTo>
                    <a:pt x="668809" y="2416796"/>
                  </a:lnTo>
                  <a:lnTo>
                    <a:pt x="668809" y="2421352"/>
                  </a:lnTo>
                  <a:lnTo>
                    <a:pt x="663818" y="2421352"/>
                  </a:lnTo>
                  <a:lnTo>
                    <a:pt x="663818" y="2423629"/>
                  </a:lnTo>
                  <a:lnTo>
                    <a:pt x="658827" y="2423629"/>
                  </a:lnTo>
                  <a:lnTo>
                    <a:pt x="653836" y="2423629"/>
                  </a:lnTo>
                  <a:lnTo>
                    <a:pt x="653836" y="2432725"/>
                  </a:lnTo>
                  <a:lnTo>
                    <a:pt x="648844" y="2432725"/>
                  </a:lnTo>
                  <a:lnTo>
                    <a:pt x="648844" y="2439533"/>
                  </a:lnTo>
                  <a:lnTo>
                    <a:pt x="643853" y="2439533"/>
                  </a:lnTo>
                  <a:lnTo>
                    <a:pt x="643853" y="2444066"/>
                  </a:lnTo>
                  <a:lnTo>
                    <a:pt x="638862" y="2444066"/>
                  </a:lnTo>
                  <a:lnTo>
                    <a:pt x="638862" y="2446330"/>
                  </a:lnTo>
                  <a:lnTo>
                    <a:pt x="633871" y="2446330"/>
                  </a:lnTo>
                  <a:lnTo>
                    <a:pt x="628880" y="2446330"/>
                  </a:lnTo>
                  <a:lnTo>
                    <a:pt x="628880" y="2448593"/>
                  </a:lnTo>
                  <a:lnTo>
                    <a:pt x="623889" y="2448593"/>
                  </a:lnTo>
                  <a:lnTo>
                    <a:pt x="623889" y="2450854"/>
                  </a:lnTo>
                  <a:lnTo>
                    <a:pt x="618898" y="2450854"/>
                  </a:lnTo>
                  <a:lnTo>
                    <a:pt x="618898" y="2459889"/>
                  </a:lnTo>
                  <a:lnTo>
                    <a:pt x="613907" y="2459889"/>
                  </a:lnTo>
                  <a:lnTo>
                    <a:pt x="613907" y="2466649"/>
                  </a:lnTo>
                  <a:lnTo>
                    <a:pt x="608916" y="2466649"/>
                  </a:lnTo>
                  <a:lnTo>
                    <a:pt x="608916" y="2468899"/>
                  </a:lnTo>
                  <a:lnTo>
                    <a:pt x="603924" y="2468899"/>
                  </a:lnTo>
                  <a:lnTo>
                    <a:pt x="603924" y="2471147"/>
                  </a:lnTo>
                  <a:lnTo>
                    <a:pt x="598933" y="2471147"/>
                  </a:lnTo>
                  <a:lnTo>
                    <a:pt x="593942" y="2471147"/>
                  </a:lnTo>
                  <a:lnTo>
                    <a:pt x="588951" y="2471147"/>
                  </a:lnTo>
                  <a:lnTo>
                    <a:pt x="588951" y="2473393"/>
                  </a:lnTo>
                  <a:lnTo>
                    <a:pt x="583960" y="2473393"/>
                  </a:lnTo>
                  <a:lnTo>
                    <a:pt x="578969" y="2473393"/>
                  </a:lnTo>
                  <a:lnTo>
                    <a:pt x="578969" y="2477878"/>
                  </a:lnTo>
                  <a:lnTo>
                    <a:pt x="573978" y="2477878"/>
                  </a:lnTo>
                  <a:lnTo>
                    <a:pt x="568987" y="2477878"/>
                  </a:lnTo>
                  <a:lnTo>
                    <a:pt x="563996" y="2477878"/>
                  </a:lnTo>
                  <a:lnTo>
                    <a:pt x="563996" y="2480118"/>
                  </a:lnTo>
                  <a:lnTo>
                    <a:pt x="559004" y="2480118"/>
                  </a:lnTo>
                  <a:lnTo>
                    <a:pt x="554013" y="2480118"/>
                  </a:lnTo>
                  <a:lnTo>
                    <a:pt x="554013" y="2484591"/>
                  </a:lnTo>
                  <a:lnTo>
                    <a:pt x="549022" y="2484591"/>
                  </a:lnTo>
                  <a:lnTo>
                    <a:pt x="544031" y="2484591"/>
                  </a:lnTo>
                  <a:lnTo>
                    <a:pt x="544031" y="2491286"/>
                  </a:lnTo>
                  <a:lnTo>
                    <a:pt x="539040" y="2491286"/>
                  </a:lnTo>
                  <a:lnTo>
                    <a:pt x="539040" y="2493514"/>
                  </a:lnTo>
                  <a:lnTo>
                    <a:pt x="534049" y="2493514"/>
                  </a:lnTo>
                  <a:lnTo>
                    <a:pt x="534049" y="2495741"/>
                  </a:lnTo>
                  <a:lnTo>
                    <a:pt x="529058" y="2495741"/>
                  </a:lnTo>
                  <a:lnTo>
                    <a:pt x="524067" y="2495741"/>
                  </a:lnTo>
                  <a:lnTo>
                    <a:pt x="524067" y="2500189"/>
                  </a:lnTo>
                  <a:lnTo>
                    <a:pt x="519075" y="2500189"/>
                  </a:lnTo>
                  <a:lnTo>
                    <a:pt x="519075" y="2502411"/>
                  </a:lnTo>
                  <a:lnTo>
                    <a:pt x="514084" y="2502411"/>
                  </a:lnTo>
                  <a:lnTo>
                    <a:pt x="514084" y="2506849"/>
                  </a:lnTo>
                  <a:lnTo>
                    <a:pt x="509093" y="2506849"/>
                  </a:lnTo>
                  <a:lnTo>
                    <a:pt x="509093" y="2520117"/>
                  </a:lnTo>
                  <a:lnTo>
                    <a:pt x="504102" y="2520117"/>
                  </a:lnTo>
                  <a:lnTo>
                    <a:pt x="504102" y="2524526"/>
                  </a:lnTo>
                  <a:lnTo>
                    <a:pt x="499111" y="2524526"/>
                  </a:lnTo>
                  <a:lnTo>
                    <a:pt x="499111" y="2526727"/>
                  </a:lnTo>
                  <a:lnTo>
                    <a:pt x="494120" y="2526727"/>
                  </a:lnTo>
                  <a:lnTo>
                    <a:pt x="489129" y="2526727"/>
                  </a:lnTo>
                  <a:lnTo>
                    <a:pt x="484138" y="2526727"/>
                  </a:lnTo>
                  <a:lnTo>
                    <a:pt x="479147" y="2526727"/>
                  </a:lnTo>
                  <a:lnTo>
                    <a:pt x="474155" y="2526727"/>
                  </a:lnTo>
                  <a:lnTo>
                    <a:pt x="474155" y="2528924"/>
                  </a:lnTo>
                  <a:lnTo>
                    <a:pt x="469164" y="2528924"/>
                  </a:lnTo>
                  <a:lnTo>
                    <a:pt x="464173" y="2528924"/>
                  </a:lnTo>
                  <a:lnTo>
                    <a:pt x="459182" y="2528924"/>
                  </a:lnTo>
                  <a:lnTo>
                    <a:pt x="454191" y="2528924"/>
                  </a:lnTo>
                  <a:lnTo>
                    <a:pt x="454191" y="2531118"/>
                  </a:lnTo>
                  <a:lnTo>
                    <a:pt x="449200" y="2531118"/>
                  </a:lnTo>
                  <a:lnTo>
                    <a:pt x="449200" y="2533310"/>
                  </a:lnTo>
                  <a:lnTo>
                    <a:pt x="444209" y="2533310"/>
                  </a:lnTo>
                  <a:lnTo>
                    <a:pt x="439218" y="2533310"/>
                  </a:lnTo>
                  <a:lnTo>
                    <a:pt x="439218" y="2539871"/>
                  </a:lnTo>
                  <a:lnTo>
                    <a:pt x="434227" y="2539871"/>
                  </a:lnTo>
                  <a:lnTo>
                    <a:pt x="434227" y="2542054"/>
                  </a:lnTo>
                  <a:lnTo>
                    <a:pt x="429235" y="2542054"/>
                  </a:lnTo>
                  <a:lnTo>
                    <a:pt x="424244" y="2542054"/>
                  </a:lnTo>
                  <a:lnTo>
                    <a:pt x="424244" y="2544234"/>
                  </a:lnTo>
                  <a:lnTo>
                    <a:pt x="419253" y="2544234"/>
                  </a:lnTo>
                  <a:lnTo>
                    <a:pt x="414262" y="2544234"/>
                  </a:lnTo>
                  <a:lnTo>
                    <a:pt x="414262" y="2546413"/>
                  </a:lnTo>
                  <a:lnTo>
                    <a:pt x="409271" y="2546413"/>
                  </a:lnTo>
                  <a:lnTo>
                    <a:pt x="409271" y="2548588"/>
                  </a:lnTo>
                  <a:lnTo>
                    <a:pt x="404280" y="2548588"/>
                  </a:lnTo>
                  <a:lnTo>
                    <a:pt x="404280" y="2561585"/>
                  </a:lnTo>
                  <a:lnTo>
                    <a:pt x="399289" y="2561585"/>
                  </a:lnTo>
                  <a:lnTo>
                    <a:pt x="399289" y="2563743"/>
                  </a:lnTo>
                  <a:lnTo>
                    <a:pt x="394298" y="2563743"/>
                  </a:lnTo>
                  <a:lnTo>
                    <a:pt x="394298" y="2565898"/>
                  </a:lnTo>
                  <a:lnTo>
                    <a:pt x="389306" y="2565898"/>
                  </a:lnTo>
                  <a:lnTo>
                    <a:pt x="389306" y="2568050"/>
                  </a:lnTo>
                  <a:lnTo>
                    <a:pt x="384315" y="2568050"/>
                  </a:lnTo>
                  <a:lnTo>
                    <a:pt x="379324" y="2568050"/>
                  </a:lnTo>
                  <a:lnTo>
                    <a:pt x="374333" y="2568050"/>
                  </a:lnTo>
                  <a:lnTo>
                    <a:pt x="374333" y="2572344"/>
                  </a:lnTo>
                  <a:lnTo>
                    <a:pt x="369342" y="2572344"/>
                  </a:lnTo>
                  <a:lnTo>
                    <a:pt x="364351" y="2572344"/>
                  </a:lnTo>
                  <a:lnTo>
                    <a:pt x="364351" y="2583034"/>
                  </a:lnTo>
                  <a:lnTo>
                    <a:pt x="359360" y="2583034"/>
                  </a:lnTo>
                  <a:lnTo>
                    <a:pt x="359360" y="2587290"/>
                  </a:lnTo>
                  <a:lnTo>
                    <a:pt x="354369" y="2587290"/>
                  </a:lnTo>
                  <a:lnTo>
                    <a:pt x="349378" y="2587290"/>
                  </a:lnTo>
                  <a:lnTo>
                    <a:pt x="344386" y="2587290"/>
                  </a:lnTo>
                  <a:lnTo>
                    <a:pt x="344386" y="2589413"/>
                  </a:lnTo>
                  <a:lnTo>
                    <a:pt x="339395" y="2589413"/>
                  </a:lnTo>
                  <a:lnTo>
                    <a:pt x="339395" y="2591533"/>
                  </a:lnTo>
                  <a:lnTo>
                    <a:pt x="334404" y="2591533"/>
                  </a:lnTo>
                  <a:lnTo>
                    <a:pt x="334404" y="2595762"/>
                  </a:lnTo>
                  <a:lnTo>
                    <a:pt x="329413" y="2595762"/>
                  </a:lnTo>
                  <a:lnTo>
                    <a:pt x="329413" y="2599976"/>
                  </a:lnTo>
                  <a:lnTo>
                    <a:pt x="324422" y="2599976"/>
                  </a:lnTo>
                  <a:lnTo>
                    <a:pt x="319431" y="2599976"/>
                  </a:lnTo>
                  <a:lnTo>
                    <a:pt x="314440" y="2599976"/>
                  </a:lnTo>
                  <a:lnTo>
                    <a:pt x="314440" y="2604174"/>
                  </a:lnTo>
                  <a:lnTo>
                    <a:pt x="309449" y="2604174"/>
                  </a:lnTo>
                  <a:lnTo>
                    <a:pt x="309449" y="2606268"/>
                  </a:lnTo>
                  <a:lnTo>
                    <a:pt x="304458" y="2606268"/>
                  </a:lnTo>
                  <a:lnTo>
                    <a:pt x="299466" y="2606268"/>
                  </a:lnTo>
                  <a:lnTo>
                    <a:pt x="299466" y="2616664"/>
                  </a:lnTo>
                  <a:lnTo>
                    <a:pt x="294475" y="2616664"/>
                  </a:lnTo>
                  <a:lnTo>
                    <a:pt x="294475" y="2620794"/>
                  </a:lnTo>
                  <a:lnTo>
                    <a:pt x="289484" y="2620794"/>
                  </a:lnTo>
                  <a:lnTo>
                    <a:pt x="284493" y="2620794"/>
                  </a:lnTo>
                  <a:lnTo>
                    <a:pt x="279502" y="2620794"/>
                  </a:lnTo>
                  <a:lnTo>
                    <a:pt x="274511" y="2620794"/>
                  </a:lnTo>
                  <a:lnTo>
                    <a:pt x="269520" y="2620794"/>
                  </a:lnTo>
                  <a:lnTo>
                    <a:pt x="264529" y="2620794"/>
                  </a:lnTo>
                  <a:lnTo>
                    <a:pt x="264529" y="2628981"/>
                  </a:lnTo>
                  <a:lnTo>
                    <a:pt x="259537" y="2628981"/>
                  </a:lnTo>
                  <a:lnTo>
                    <a:pt x="259537" y="2635069"/>
                  </a:lnTo>
                  <a:lnTo>
                    <a:pt x="254546" y="2635069"/>
                  </a:lnTo>
                  <a:lnTo>
                    <a:pt x="249555" y="2635069"/>
                  </a:lnTo>
                  <a:lnTo>
                    <a:pt x="244564" y="2635069"/>
                  </a:lnTo>
                  <a:lnTo>
                    <a:pt x="239573" y="2635069"/>
                  </a:lnTo>
                  <a:lnTo>
                    <a:pt x="234582" y="2635069"/>
                  </a:lnTo>
                  <a:lnTo>
                    <a:pt x="229591" y="2635069"/>
                  </a:lnTo>
                  <a:lnTo>
                    <a:pt x="224600" y="2635069"/>
                  </a:lnTo>
                  <a:lnTo>
                    <a:pt x="224600" y="2637084"/>
                  </a:lnTo>
                  <a:lnTo>
                    <a:pt x="219609" y="2637084"/>
                  </a:lnTo>
                  <a:lnTo>
                    <a:pt x="219609" y="2639092"/>
                  </a:lnTo>
                  <a:lnTo>
                    <a:pt x="214617" y="2639092"/>
                  </a:lnTo>
                  <a:lnTo>
                    <a:pt x="209626" y="2639092"/>
                  </a:lnTo>
                  <a:lnTo>
                    <a:pt x="209626" y="2641093"/>
                  </a:lnTo>
                  <a:lnTo>
                    <a:pt x="204635" y="2641093"/>
                  </a:lnTo>
                  <a:lnTo>
                    <a:pt x="199644" y="2641093"/>
                  </a:lnTo>
                  <a:lnTo>
                    <a:pt x="194653" y="2641093"/>
                  </a:lnTo>
                  <a:lnTo>
                    <a:pt x="194653" y="2656799"/>
                  </a:lnTo>
                  <a:lnTo>
                    <a:pt x="189662" y="2656799"/>
                  </a:lnTo>
                  <a:lnTo>
                    <a:pt x="189662" y="2660636"/>
                  </a:lnTo>
                  <a:lnTo>
                    <a:pt x="184671" y="2660636"/>
                  </a:lnTo>
                  <a:lnTo>
                    <a:pt x="179680" y="2660636"/>
                  </a:lnTo>
                  <a:lnTo>
                    <a:pt x="179680" y="2662536"/>
                  </a:lnTo>
                  <a:lnTo>
                    <a:pt x="174689" y="2662536"/>
                  </a:lnTo>
                  <a:lnTo>
                    <a:pt x="169697" y="2662536"/>
                  </a:lnTo>
                  <a:lnTo>
                    <a:pt x="164706" y="2662536"/>
                  </a:lnTo>
                  <a:lnTo>
                    <a:pt x="159715" y="2662536"/>
                  </a:lnTo>
                  <a:lnTo>
                    <a:pt x="159715" y="2664423"/>
                  </a:lnTo>
                  <a:lnTo>
                    <a:pt x="154724" y="2664423"/>
                  </a:lnTo>
                  <a:lnTo>
                    <a:pt x="149733" y="2664423"/>
                  </a:lnTo>
                  <a:lnTo>
                    <a:pt x="144742" y="2664423"/>
                  </a:lnTo>
                  <a:lnTo>
                    <a:pt x="139751" y="2664423"/>
                  </a:lnTo>
                  <a:lnTo>
                    <a:pt x="134760" y="2664423"/>
                  </a:lnTo>
                  <a:lnTo>
                    <a:pt x="129768" y="2664423"/>
                  </a:lnTo>
                  <a:lnTo>
                    <a:pt x="124777" y="2664423"/>
                  </a:lnTo>
                  <a:lnTo>
                    <a:pt x="124777" y="2666292"/>
                  </a:lnTo>
                  <a:lnTo>
                    <a:pt x="119786" y="2666292"/>
                  </a:lnTo>
                  <a:lnTo>
                    <a:pt x="114795" y="2666292"/>
                  </a:lnTo>
                  <a:lnTo>
                    <a:pt x="109804" y="2666292"/>
                  </a:lnTo>
                  <a:lnTo>
                    <a:pt x="109804" y="2668147"/>
                  </a:lnTo>
                  <a:lnTo>
                    <a:pt x="104813" y="2668147"/>
                  </a:lnTo>
                  <a:lnTo>
                    <a:pt x="99822" y="2668147"/>
                  </a:lnTo>
                  <a:lnTo>
                    <a:pt x="94831" y="2668147"/>
                  </a:lnTo>
                  <a:lnTo>
                    <a:pt x="89840" y="2668147"/>
                  </a:lnTo>
                  <a:lnTo>
                    <a:pt x="89840" y="2675391"/>
                  </a:lnTo>
                  <a:lnTo>
                    <a:pt x="84848" y="2675391"/>
                  </a:lnTo>
                  <a:lnTo>
                    <a:pt x="79857" y="2675391"/>
                  </a:lnTo>
                  <a:lnTo>
                    <a:pt x="74866" y="2675391"/>
                  </a:lnTo>
                  <a:lnTo>
                    <a:pt x="69875" y="2675391"/>
                  </a:lnTo>
                  <a:lnTo>
                    <a:pt x="64884" y="2675391"/>
                  </a:lnTo>
                  <a:lnTo>
                    <a:pt x="64884" y="2678889"/>
                  </a:lnTo>
                  <a:lnTo>
                    <a:pt x="59893" y="2678889"/>
                  </a:lnTo>
                  <a:lnTo>
                    <a:pt x="59893" y="2682282"/>
                  </a:lnTo>
                  <a:lnTo>
                    <a:pt x="54902" y="2682282"/>
                  </a:lnTo>
                  <a:lnTo>
                    <a:pt x="54902" y="2685535"/>
                  </a:lnTo>
                  <a:lnTo>
                    <a:pt x="49911" y="2685535"/>
                  </a:lnTo>
                  <a:lnTo>
                    <a:pt x="49911" y="2687096"/>
                  </a:lnTo>
                  <a:lnTo>
                    <a:pt x="44920" y="2687096"/>
                  </a:lnTo>
                  <a:lnTo>
                    <a:pt x="44920" y="2691389"/>
                  </a:lnTo>
                  <a:lnTo>
                    <a:pt x="39928" y="2691389"/>
                  </a:lnTo>
                  <a:lnTo>
                    <a:pt x="34937" y="2691389"/>
                  </a:lnTo>
                  <a:lnTo>
                    <a:pt x="34937" y="2692623"/>
                  </a:lnTo>
                  <a:lnTo>
                    <a:pt x="29946" y="2692623"/>
                  </a:lnTo>
                  <a:lnTo>
                    <a:pt x="29946" y="2693689"/>
                  </a:lnTo>
                  <a:lnTo>
                    <a:pt x="24955" y="2693689"/>
                  </a:lnTo>
                  <a:lnTo>
                    <a:pt x="19964" y="2693689"/>
                  </a:lnTo>
                  <a:lnTo>
                    <a:pt x="19964" y="2694480"/>
                  </a:lnTo>
                  <a:lnTo>
                    <a:pt x="14973" y="2694480"/>
                  </a:lnTo>
                  <a:lnTo>
                    <a:pt x="9982" y="2694480"/>
                  </a:lnTo>
                  <a:lnTo>
                    <a:pt x="4991" y="2694480"/>
                  </a:lnTo>
                  <a:lnTo>
                    <a:pt x="0" y="2694480"/>
                  </a:lnTo>
                  <a:close/>
                </a:path>
              </a:pathLst>
            </a:custGeom>
            <a:solidFill>
              <a:srgbClr val="F8766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423" y="2806366"/>
              <a:ext cx="9093811" cy="2680753"/>
            </a:xfrm>
            <a:custGeom>
              <a:avLst/>
              <a:pathLst>
                <a:path w="9093811" h="2680753">
                  <a:moveTo>
                    <a:pt x="0" y="2680753"/>
                  </a:moveTo>
                  <a:lnTo>
                    <a:pt x="4991" y="2680753"/>
                  </a:lnTo>
                  <a:lnTo>
                    <a:pt x="4991" y="2680753"/>
                  </a:lnTo>
                  <a:lnTo>
                    <a:pt x="9982" y="2680753"/>
                  </a:lnTo>
                  <a:lnTo>
                    <a:pt x="9982" y="2680753"/>
                  </a:lnTo>
                  <a:lnTo>
                    <a:pt x="14973" y="2680753"/>
                  </a:lnTo>
                  <a:lnTo>
                    <a:pt x="14973" y="2680753"/>
                  </a:lnTo>
                  <a:lnTo>
                    <a:pt x="19964" y="2680753"/>
                  </a:lnTo>
                  <a:lnTo>
                    <a:pt x="19964" y="2677587"/>
                  </a:lnTo>
                  <a:lnTo>
                    <a:pt x="24955" y="2677587"/>
                  </a:lnTo>
                  <a:lnTo>
                    <a:pt x="24955" y="2677587"/>
                  </a:lnTo>
                  <a:lnTo>
                    <a:pt x="29946" y="2677587"/>
                  </a:lnTo>
                  <a:lnTo>
                    <a:pt x="29946" y="2674165"/>
                  </a:lnTo>
                  <a:lnTo>
                    <a:pt x="34937" y="2674165"/>
                  </a:lnTo>
                  <a:lnTo>
                    <a:pt x="34937" y="2670783"/>
                  </a:lnTo>
                  <a:lnTo>
                    <a:pt x="39928" y="2670783"/>
                  </a:lnTo>
                  <a:lnTo>
                    <a:pt x="39928" y="2670783"/>
                  </a:lnTo>
                  <a:lnTo>
                    <a:pt x="44920" y="2670783"/>
                  </a:lnTo>
                  <a:lnTo>
                    <a:pt x="44920" y="2661002"/>
                  </a:lnTo>
                  <a:lnTo>
                    <a:pt x="49911" y="2661002"/>
                  </a:lnTo>
                  <a:lnTo>
                    <a:pt x="49911" y="2657843"/>
                  </a:lnTo>
                  <a:lnTo>
                    <a:pt x="54902" y="2657843"/>
                  </a:lnTo>
                  <a:lnTo>
                    <a:pt x="54902" y="2651633"/>
                  </a:lnTo>
                  <a:lnTo>
                    <a:pt x="59893" y="2651633"/>
                  </a:lnTo>
                  <a:lnTo>
                    <a:pt x="59893" y="2645534"/>
                  </a:lnTo>
                  <a:lnTo>
                    <a:pt x="64884" y="2645534"/>
                  </a:lnTo>
                  <a:lnTo>
                    <a:pt x="64884" y="2639529"/>
                  </a:lnTo>
                  <a:lnTo>
                    <a:pt x="69875" y="2639529"/>
                  </a:lnTo>
                  <a:lnTo>
                    <a:pt x="69875" y="2639529"/>
                  </a:lnTo>
                  <a:lnTo>
                    <a:pt x="74866" y="2639529"/>
                  </a:lnTo>
                  <a:lnTo>
                    <a:pt x="74866" y="2639529"/>
                  </a:lnTo>
                  <a:lnTo>
                    <a:pt x="79857" y="2639529"/>
                  </a:lnTo>
                  <a:lnTo>
                    <a:pt x="79857" y="2639529"/>
                  </a:lnTo>
                  <a:lnTo>
                    <a:pt x="84848" y="2639529"/>
                  </a:lnTo>
                  <a:lnTo>
                    <a:pt x="84848" y="2639529"/>
                  </a:lnTo>
                  <a:lnTo>
                    <a:pt x="89840" y="2639529"/>
                  </a:lnTo>
                  <a:lnTo>
                    <a:pt x="89840" y="2627718"/>
                  </a:lnTo>
                  <a:lnTo>
                    <a:pt x="94831" y="2627718"/>
                  </a:lnTo>
                  <a:lnTo>
                    <a:pt x="94831" y="2627718"/>
                  </a:lnTo>
                  <a:lnTo>
                    <a:pt x="99822" y="2627718"/>
                  </a:lnTo>
                  <a:lnTo>
                    <a:pt x="99822" y="2627718"/>
                  </a:lnTo>
                  <a:lnTo>
                    <a:pt x="104813" y="2627718"/>
                  </a:lnTo>
                  <a:lnTo>
                    <a:pt x="104813" y="2627718"/>
                  </a:lnTo>
                  <a:lnTo>
                    <a:pt x="109804" y="2627718"/>
                  </a:lnTo>
                  <a:lnTo>
                    <a:pt x="109804" y="2624794"/>
                  </a:lnTo>
                  <a:lnTo>
                    <a:pt x="114795" y="2624794"/>
                  </a:lnTo>
                  <a:lnTo>
                    <a:pt x="114795" y="2624794"/>
                  </a:lnTo>
                  <a:lnTo>
                    <a:pt x="119786" y="2624794"/>
                  </a:lnTo>
                  <a:lnTo>
                    <a:pt x="119786" y="2624794"/>
                  </a:lnTo>
                  <a:lnTo>
                    <a:pt x="124777" y="2624794"/>
                  </a:lnTo>
                  <a:lnTo>
                    <a:pt x="124777" y="2621880"/>
                  </a:lnTo>
                  <a:lnTo>
                    <a:pt x="129768" y="2621880"/>
                  </a:lnTo>
                  <a:lnTo>
                    <a:pt x="129768" y="2621880"/>
                  </a:lnTo>
                  <a:lnTo>
                    <a:pt x="134760" y="2621880"/>
                  </a:lnTo>
                  <a:lnTo>
                    <a:pt x="134760" y="2621880"/>
                  </a:lnTo>
                  <a:lnTo>
                    <a:pt x="139751" y="2621880"/>
                  </a:lnTo>
                  <a:lnTo>
                    <a:pt x="139751" y="2621880"/>
                  </a:lnTo>
                  <a:lnTo>
                    <a:pt x="144742" y="2621880"/>
                  </a:lnTo>
                  <a:lnTo>
                    <a:pt x="144742" y="2621880"/>
                  </a:lnTo>
                  <a:lnTo>
                    <a:pt x="149733" y="2621880"/>
                  </a:lnTo>
                  <a:lnTo>
                    <a:pt x="149733" y="2621880"/>
                  </a:lnTo>
                  <a:lnTo>
                    <a:pt x="154724" y="2621880"/>
                  </a:lnTo>
                  <a:lnTo>
                    <a:pt x="154724" y="2621880"/>
                  </a:lnTo>
                  <a:lnTo>
                    <a:pt x="159715" y="2621880"/>
                  </a:lnTo>
                  <a:lnTo>
                    <a:pt x="159715" y="2618969"/>
                  </a:lnTo>
                  <a:lnTo>
                    <a:pt x="164706" y="2618969"/>
                  </a:lnTo>
                  <a:lnTo>
                    <a:pt x="164706" y="2618969"/>
                  </a:lnTo>
                  <a:lnTo>
                    <a:pt x="169697" y="2618969"/>
                  </a:lnTo>
                  <a:lnTo>
                    <a:pt x="169697" y="2618969"/>
                  </a:lnTo>
                  <a:lnTo>
                    <a:pt x="174689" y="2618969"/>
                  </a:lnTo>
                  <a:lnTo>
                    <a:pt x="174689" y="2618969"/>
                  </a:lnTo>
                  <a:lnTo>
                    <a:pt x="179680" y="2618969"/>
                  </a:lnTo>
                  <a:lnTo>
                    <a:pt x="179680" y="2616065"/>
                  </a:lnTo>
                  <a:lnTo>
                    <a:pt x="184671" y="2616065"/>
                  </a:lnTo>
                  <a:lnTo>
                    <a:pt x="184671" y="2616065"/>
                  </a:lnTo>
                  <a:lnTo>
                    <a:pt x="189662" y="2616065"/>
                  </a:lnTo>
                  <a:lnTo>
                    <a:pt x="189662" y="2610284"/>
                  </a:lnTo>
                  <a:lnTo>
                    <a:pt x="194653" y="2610284"/>
                  </a:lnTo>
                  <a:lnTo>
                    <a:pt x="194653" y="2587494"/>
                  </a:lnTo>
                  <a:lnTo>
                    <a:pt x="199644" y="2587494"/>
                  </a:lnTo>
                  <a:lnTo>
                    <a:pt x="199644" y="2587494"/>
                  </a:lnTo>
                  <a:lnTo>
                    <a:pt x="204635" y="2587494"/>
                  </a:lnTo>
                  <a:lnTo>
                    <a:pt x="204635" y="2587494"/>
                  </a:lnTo>
                  <a:lnTo>
                    <a:pt x="209626" y="2587494"/>
                  </a:lnTo>
                  <a:lnTo>
                    <a:pt x="209626" y="2584668"/>
                  </a:lnTo>
                  <a:lnTo>
                    <a:pt x="214617" y="2584668"/>
                  </a:lnTo>
                  <a:lnTo>
                    <a:pt x="214617" y="2584668"/>
                  </a:lnTo>
                  <a:lnTo>
                    <a:pt x="219609" y="2584668"/>
                  </a:lnTo>
                  <a:lnTo>
                    <a:pt x="219609" y="2581845"/>
                  </a:lnTo>
                  <a:lnTo>
                    <a:pt x="224600" y="2581845"/>
                  </a:lnTo>
                  <a:lnTo>
                    <a:pt x="224600" y="2579028"/>
                  </a:lnTo>
                  <a:lnTo>
                    <a:pt x="229591" y="2579028"/>
                  </a:lnTo>
                  <a:lnTo>
                    <a:pt x="229591" y="2579028"/>
                  </a:lnTo>
                  <a:lnTo>
                    <a:pt x="234582" y="2579028"/>
                  </a:lnTo>
                  <a:lnTo>
                    <a:pt x="234582" y="2579028"/>
                  </a:lnTo>
                  <a:lnTo>
                    <a:pt x="239573" y="2579028"/>
                  </a:lnTo>
                  <a:lnTo>
                    <a:pt x="239573" y="2579028"/>
                  </a:lnTo>
                  <a:lnTo>
                    <a:pt x="244564" y="2579028"/>
                  </a:lnTo>
                  <a:lnTo>
                    <a:pt x="244564" y="2579028"/>
                  </a:lnTo>
                  <a:lnTo>
                    <a:pt x="249555" y="2579028"/>
                  </a:lnTo>
                  <a:lnTo>
                    <a:pt x="249555" y="2579028"/>
                  </a:lnTo>
                  <a:lnTo>
                    <a:pt x="254546" y="2579028"/>
                  </a:lnTo>
                  <a:lnTo>
                    <a:pt x="254546" y="2579028"/>
                  </a:lnTo>
                  <a:lnTo>
                    <a:pt x="259537" y="2579028"/>
                  </a:lnTo>
                  <a:lnTo>
                    <a:pt x="259537" y="2570591"/>
                  </a:lnTo>
                  <a:lnTo>
                    <a:pt x="264529" y="2570591"/>
                  </a:lnTo>
                  <a:lnTo>
                    <a:pt x="264529" y="2559411"/>
                  </a:lnTo>
                  <a:lnTo>
                    <a:pt x="269520" y="2559411"/>
                  </a:lnTo>
                  <a:lnTo>
                    <a:pt x="269520" y="2559411"/>
                  </a:lnTo>
                  <a:lnTo>
                    <a:pt x="274511" y="2559411"/>
                  </a:lnTo>
                  <a:lnTo>
                    <a:pt x="274511" y="2559411"/>
                  </a:lnTo>
                  <a:lnTo>
                    <a:pt x="279502" y="2559411"/>
                  </a:lnTo>
                  <a:lnTo>
                    <a:pt x="279502" y="2559411"/>
                  </a:lnTo>
                  <a:lnTo>
                    <a:pt x="284493" y="2559411"/>
                  </a:lnTo>
                  <a:lnTo>
                    <a:pt x="284493" y="2559411"/>
                  </a:lnTo>
                  <a:lnTo>
                    <a:pt x="289484" y="2559411"/>
                  </a:lnTo>
                  <a:lnTo>
                    <a:pt x="289484" y="2559411"/>
                  </a:lnTo>
                  <a:lnTo>
                    <a:pt x="294475" y="2559411"/>
                  </a:lnTo>
                  <a:lnTo>
                    <a:pt x="294475" y="2553833"/>
                  </a:lnTo>
                  <a:lnTo>
                    <a:pt x="299466" y="2553833"/>
                  </a:lnTo>
                  <a:lnTo>
                    <a:pt x="299466" y="2539951"/>
                  </a:lnTo>
                  <a:lnTo>
                    <a:pt x="304458" y="2539951"/>
                  </a:lnTo>
                  <a:lnTo>
                    <a:pt x="304458" y="2539951"/>
                  </a:lnTo>
                  <a:lnTo>
                    <a:pt x="309449" y="2539951"/>
                  </a:lnTo>
                  <a:lnTo>
                    <a:pt x="309449" y="2537180"/>
                  </a:lnTo>
                  <a:lnTo>
                    <a:pt x="314440" y="2537180"/>
                  </a:lnTo>
                  <a:lnTo>
                    <a:pt x="314440" y="2531647"/>
                  </a:lnTo>
                  <a:lnTo>
                    <a:pt x="319431" y="2531647"/>
                  </a:lnTo>
                  <a:lnTo>
                    <a:pt x="319431" y="2531647"/>
                  </a:lnTo>
                  <a:lnTo>
                    <a:pt x="324422" y="2531647"/>
                  </a:lnTo>
                  <a:lnTo>
                    <a:pt x="324422" y="2531647"/>
                  </a:lnTo>
                  <a:lnTo>
                    <a:pt x="329413" y="2531647"/>
                  </a:lnTo>
                  <a:lnTo>
                    <a:pt x="329413" y="2526120"/>
                  </a:lnTo>
                  <a:lnTo>
                    <a:pt x="334404" y="2526120"/>
                  </a:lnTo>
                  <a:lnTo>
                    <a:pt x="334404" y="2520603"/>
                  </a:lnTo>
                  <a:lnTo>
                    <a:pt x="339395" y="2520603"/>
                  </a:lnTo>
                  <a:lnTo>
                    <a:pt x="339395" y="2517847"/>
                  </a:lnTo>
                  <a:lnTo>
                    <a:pt x="344386" y="2517847"/>
                  </a:lnTo>
                  <a:lnTo>
                    <a:pt x="344386" y="2515094"/>
                  </a:lnTo>
                  <a:lnTo>
                    <a:pt x="349378" y="2515094"/>
                  </a:lnTo>
                  <a:lnTo>
                    <a:pt x="349378" y="2515094"/>
                  </a:lnTo>
                  <a:lnTo>
                    <a:pt x="354369" y="2515094"/>
                  </a:lnTo>
                  <a:lnTo>
                    <a:pt x="354369" y="2515094"/>
                  </a:lnTo>
                  <a:lnTo>
                    <a:pt x="359360" y="2515094"/>
                  </a:lnTo>
                  <a:lnTo>
                    <a:pt x="359360" y="2509591"/>
                  </a:lnTo>
                  <a:lnTo>
                    <a:pt x="364351" y="2509591"/>
                  </a:lnTo>
                  <a:lnTo>
                    <a:pt x="364351" y="2495873"/>
                  </a:lnTo>
                  <a:lnTo>
                    <a:pt x="369342" y="2495873"/>
                  </a:lnTo>
                  <a:lnTo>
                    <a:pt x="369342" y="2495873"/>
                  </a:lnTo>
                  <a:lnTo>
                    <a:pt x="374333" y="2495873"/>
                  </a:lnTo>
                  <a:lnTo>
                    <a:pt x="374333" y="2490401"/>
                  </a:lnTo>
                  <a:lnTo>
                    <a:pt x="379324" y="2490401"/>
                  </a:lnTo>
                  <a:lnTo>
                    <a:pt x="379324" y="2490401"/>
                  </a:lnTo>
                  <a:lnTo>
                    <a:pt x="384315" y="2490401"/>
                  </a:lnTo>
                  <a:lnTo>
                    <a:pt x="384315" y="2490401"/>
                  </a:lnTo>
                  <a:lnTo>
                    <a:pt x="389306" y="2490401"/>
                  </a:lnTo>
                  <a:lnTo>
                    <a:pt x="389306" y="2487665"/>
                  </a:lnTo>
                  <a:lnTo>
                    <a:pt x="394298" y="2487665"/>
                  </a:lnTo>
                  <a:lnTo>
                    <a:pt x="394298" y="2484931"/>
                  </a:lnTo>
                  <a:lnTo>
                    <a:pt x="399289" y="2484931"/>
                  </a:lnTo>
                  <a:lnTo>
                    <a:pt x="399289" y="2482198"/>
                  </a:lnTo>
                  <a:lnTo>
                    <a:pt x="404280" y="2482198"/>
                  </a:lnTo>
                  <a:lnTo>
                    <a:pt x="404280" y="2465828"/>
                  </a:lnTo>
                  <a:lnTo>
                    <a:pt x="409271" y="2465828"/>
                  </a:lnTo>
                  <a:lnTo>
                    <a:pt x="409271" y="2463103"/>
                  </a:lnTo>
                  <a:lnTo>
                    <a:pt x="414262" y="2463103"/>
                  </a:lnTo>
                  <a:lnTo>
                    <a:pt x="414262" y="2460378"/>
                  </a:lnTo>
                  <a:lnTo>
                    <a:pt x="419253" y="2460378"/>
                  </a:lnTo>
                  <a:lnTo>
                    <a:pt x="419253" y="2460378"/>
                  </a:lnTo>
                  <a:lnTo>
                    <a:pt x="424244" y="2460378"/>
                  </a:lnTo>
                  <a:lnTo>
                    <a:pt x="424244" y="2457654"/>
                  </a:lnTo>
                  <a:lnTo>
                    <a:pt x="429235" y="2457654"/>
                  </a:lnTo>
                  <a:lnTo>
                    <a:pt x="429235" y="2457654"/>
                  </a:lnTo>
                  <a:lnTo>
                    <a:pt x="434227" y="2457654"/>
                  </a:lnTo>
                  <a:lnTo>
                    <a:pt x="434227" y="2454931"/>
                  </a:lnTo>
                  <a:lnTo>
                    <a:pt x="439218" y="2454931"/>
                  </a:lnTo>
                  <a:lnTo>
                    <a:pt x="439218" y="2446768"/>
                  </a:lnTo>
                  <a:lnTo>
                    <a:pt x="444209" y="2446768"/>
                  </a:lnTo>
                  <a:lnTo>
                    <a:pt x="444209" y="2446768"/>
                  </a:lnTo>
                  <a:lnTo>
                    <a:pt x="449200" y="2446768"/>
                  </a:lnTo>
                  <a:lnTo>
                    <a:pt x="449200" y="2444048"/>
                  </a:lnTo>
                  <a:lnTo>
                    <a:pt x="454191" y="2444048"/>
                  </a:lnTo>
                  <a:lnTo>
                    <a:pt x="454191" y="2441330"/>
                  </a:lnTo>
                  <a:lnTo>
                    <a:pt x="459182" y="2441330"/>
                  </a:lnTo>
                  <a:lnTo>
                    <a:pt x="459182" y="2441330"/>
                  </a:lnTo>
                  <a:lnTo>
                    <a:pt x="464173" y="2441330"/>
                  </a:lnTo>
                  <a:lnTo>
                    <a:pt x="464173" y="2441330"/>
                  </a:lnTo>
                  <a:lnTo>
                    <a:pt x="469164" y="2441330"/>
                  </a:lnTo>
                  <a:lnTo>
                    <a:pt x="469164" y="2441330"/>
                  </a:lnTo>
                  <a:lnTo>
                    <a:pt x="474155" y="2441330"/>
                  </a:lnTo>
                  <a:lnTo>
                    <a:pt x="474155" y="2438611"/>
                  </a:lnTo>
                  <a:lnTo>
                    <a:pt x="479147" y="2438611"/>
                  </a:lnTo>
                  <a:lnTo>
                    <a:pt x="479147" y="2438611"/>
                  </a:lnTo>
                  <a:lnTo>
                    <a:pt x="484138" y="2438611"/>
                  </a:lnTo>
                  <a:lnTo>
                    <a:pt x="484138" y="2438611"/>
                  </a:lnTo>
                  <a:lnTo>
                    <a:pt x="489129" y="2438611"/>
                  </a:lnTo>
                  <a:lnTo>
                    <a:pt x="489129" y="2438611"/>
                  </a:lnTo>
                  <a:lnTo>
                    <a:pt x="494120" y="2438611"/>
                  </a:lnTo>
                  <a:lnTo>
                    <a:pt x="494120" y="2438611"/>
                  </a:lnTo>
                  <a:lnTo>
                    <a:pt x="499111" y="2438611"/>
                  </a:lnTo>
                  <a:lnTo>
                    <a:pt x="499111" y="2435889"/>
                  </a:lnTo>
                  <a:lnTo>
                    <a:pt x="504102" y="2435889"/>
                  </a:lnTo>
                  <a:lnTo>
                    <a:pt x="504102" y="2430446"/>
                  </a:lnTo>
                  <a:lnTo>
                    <a:pt x="509093" y="2430446"/>
                  </a:lnTo>
                  <a:lnTo>
                    <a:pt x="509093" y="2414148"/>
                  </a:lnTo>
                  <a:lnTo>
                    <a:pt x="514084" y="2414148"/>
                  </a:lnTo>
                  <a:lnTo>
                    <a:pt x="514084" y="2408719"/>
                  </a:lnTo>
                  <a:lnTo>
                    <a:pt x="519075" y="2408719"/>
                  </a:lnTo>
                  <a:lnTo>
                    <a:pt x="519075" y="2406006"/>
                  </a:lnTo>
                  <a:lnTo>
                    <a:pt x="524067" y="2406006"/>
                  </a:lnTo>
                  <a:lnTo>
                    <a:pt x="524067" y="2400582"/>
                  </a:lnTo>
                  <a:lnTo>
                    <a:pt x="529058" y="2400582"/>
                  </a:lnTo>
                  <a:lnTo>
                    <a:pt x="529058" y="2400582"/>
                  </a:lnTo>
                  <a:lnTo>
                    <a:pt x="534049" y="2400582"/>
                  </a:lnTo>
                  <a:lnTo>
                    <a:pt x="534049" y="2397871"/>
                  </a:lnTo>
                  <a:lnTo>
                    <a:pt x="539040" y="2397871"/>
                  </a:lnTo>
                  <a:lnTo>
                    <a:pt x="539040" y="2395161"/>
                  </a:lnTo>
                  <a:lnTo>
                    <a:pt x="544031" y="2395161"/>
                  </a:lnTo>
                  <a:lnTo>
                    <a:pt x="544031" y="2387034"/>
                  </a:lnTo>
                  <a:lnTo>
                    <a:pt x="549022" y="2387034"/>
                  </a:lnTo>
                  <a:lnTo>
                    <a:pt x="549022" y="2387034"/>
                  </a:lnTo>
                  <a:lnTo>
                    <a:pt x="554013" y="2387034"/>
                  </a:lnTo>
                  <a:lnTo>
                    <a:pt x="554013" y="2381615"/>
                  </a:lnTo>
                  <a:lnTo>
                    <a:pt x="559004" y="2381615"/>
                  </a:lnTo>
                  <a:lnTo>
                    <a:pt x="559004" y="2381615"/>
                  </a:lnTo>
                  <a:lnTo>
                    <a:pt x="563996" y="2381615"/>
                  </a:lnTo>
                  <a:lnTo>
                    <a:pt x="563996" y="2378906"/>
                  </a:lnTo>
                  <a:lnTo>
                    <a:pt x="568987" y="2378906"/>
                  </a:lnTo>
                  <a:lnTo>
                    <a:pt x="568987" y="2378906"/>
                  </a:lnTo>
                  <a:lnTo>
                    <a:pt x="573978" y="2378906"/>
                  </a:lnTo>
                  <a:lnTo>
                    <a:pt x="573978" y="2378906"/>
                  </a:lnTo>
                  <a:lnTo>
                    <a:pt x="578969" y="2378906"/>
                  </a:lnTo>
                  <a:lnTo>
                    <a:pt x="578969" y="2373487"/>
                  </a:lnTo>
                  <a:lnTo>
                    <a:pt x="583960" y="2373487"/>
                  </a:lnTo>
                  <a:lnTo>
                    <a:pt x="583960" y="2373487"/>
                  </a:lnTo>
                  <a:lnTo>
                    <a:pt x="588951" y="2373487"/>
                  </a:lnTo>
                  <a:lnTo>
                    <a:pt x="588951" y="2370777"/>
                  </a:lnTo>
                  <a:lnTo>
                    <a:pt x="593942" y="2370777"/>
                  </a:lnTo>
                  <a:lnTo>
                    <a:pt x="593942" y="2370777"/>
                  </a:lnTo>
                  <a:lnTo>
                    <a:pt x="598933" y="2370777"/>
                  </a:lnTo>
                  <a:lnTo>
                    <a:pt x="598933" y="2370777"/>
                  </a:lnTo>
                  <a:lnTo>
                    <a:pt x="603924" y="2370777"/>
                  </a:lnTo>
                  <a:lnTo>
                    <a:pt x="603924" y="2368066"/>
                  </a:lnTo>
                  <a:lnTo>
                    <a:pt x="608916" y="2368066"/>
                  </a:lnTo>
                  <a:lnTo>
                    <a:pt x="608916" y="2365356"/>
                  </a:lnTo>
                  <a:lnTo>
                    <a:pt x="613907" y="2365356"/>
                  </a:lnTo>
                  <a:lnTo>
                    <a:pt x="613907" y="2357225"/>
                  </a:lnTo>
                  <a:lnTo>
                    <a:pt x="618898" y="2357225"/>
                  </a:lnTo>
                  <a:lnTo>
                    <a:pt x="618898" y="2346389"/>
                  </a:lnTo>
                  <a:lnTo>
                    <a:pt x="623889" y="2346389"/>
                  </a:lnTo>
                  <a:lnTo>
                    <a:pt x="623889" y="2343682"/>
                  </a:lnTo>
                  <a:lnTo>
                    <a:pt x="628880" y="2343682"/>
                  </a:lnTo>
                  <a:lnTo>
                    <a:pt x="628880" y="2340975"/>
                  </a:lnTo>
                  <a:lnTo>
                    <a:pt x="633871" y="2340975"/>
                  </a:lnTo>
                  <a:lnTo>
                    <a:pt x="633871" y="2340975"/>
                  </a:lnTo>
                  <a:lnTo>
                    <a:pt x="638862" y="2340975"/>
                  </a:lnTo>
                  <a:lnTo>
                    <a:pt x="638862" y="2338268"/>
                  </a:lnTo>
                  <a:lnTo>
                    <a:pt x="643853" y="2338268"/>
                  </a:lnTo>
                  <a:lnTo>
                    <a:pt x="643853" y="2332856"/>
                  </a:lnTo>
                  <a:lnTo>
                    <a:pt x="648844" y="2332856"/>
                  </a:lnTo>
                  <a:lnTo>
                    <a:pt x="648844" y="2324743"/>
                  </a:lnTo>
                  <a:lnTo>
                    <a:pt x="653836" y="2324743"/>
                  </a:lnTo>
                  <a:lnTo>
                    <a:pt x="653836" y="2313928"/>
                  </a:lnTo>
                  <a:lnTo>
                    <a:pt x="658827" y="2313928"/>
                  </a:lnTo>
                  <a:lnTo>
                    <a:pt x="658827" y="2313928"/>
                  </a:lnTo>
                  <a:lnTo>
                    <a:pt x="663818" y="2313928"/>
                  </a:lnTo>
                  <a:lnTo>
                    <a:pt x="663818" y="2311226"/>
                  </a:lnTo>
                  <a:lnTo>
                    <a:pt x="668809" y="2311226"/>
                  </a:lnTo>
                  <a:lnTo>
                    <a:pt x="668809" y="2305823"/>
                  </a:lnTo>
                  <a:lnTo>
                    <a:pt x="673800" y="2305823"/>
                  </a:lnTo>
                  <a:lnTo>
                    <a:pt x="673800" y="2303123"/>
                  </a:lnTo>
                  <a:lnTo>
                    <a:pt x="678791" y="2303123"/>
                  </a:lnTo>
                  <a:lnTo>
                    <a:pt x="678791" y="2295026"/>
                  </a:lnTo>
                  <a:lnTo>
                    <a:pt x="683782" y="2295026"/>
                  </a:lnTo>
                  <a:lnTo>
                    <a:pt x="683782" y="2295026"/>
                  </a:lnTo>
                  <a:lnTo>
                    <a:pt x="688773" y="2295026"/>
                  </a:lnTo>
                  <a:lnTo>
                    <a:pt x="688773" y="2292326"/>
                  </a:lnTo>
                  <a:lnTo>
                    <a:pt x="693765" y="2292326"/>
                  </a:lnTo>
                  <a:lnTo>
                    <a:pt x="693765" y="2289627"/>
                  </a:lnTo>
                  <a:lnTo>
                    <a:pt x="698756" y="2289627"/>
                  </a:lnTo>
                  <a:lnTo>
                    <a:pt x="698756" y="2281530"/>
                  </a:lnTo>
                  <a:lnTo>
                    <a:pt x="703747" y="2281530"/>
                  </a:lnTo>
                  <a:lnTo>
                    <a:pt x="703747" y="2278832"/>
                  </a:lnTo>
                  <a:lnTo>
                    <a:pt x="708738" y="2278832"/>
                  </a:lnTo>
                  <a:lnTo>
                    <a:pt x="708738" y="2276135"/>
                  </a:lnTo>
                  <a:lnTo>
                    <a:pt x="713729" y="2276135"/>
                  </a:lnTo>
                  <a:lnTo>
                    <a:pt x="713729" y="2273439"/>
                  </a:lnTo>
                  <a:lnTo>
                    <a:pt x="718720" y="2273439"/>
                  </a:lnTo>
                  <a:lnTo>
                    <a:pt x="718720" y="2262657"/>
                  </a:lnTo>
                  <a:lnTo>
                    <a:pt x="723711" y="2262657"/>
                  </a:lnTo>
                  <a:lnTo>
                    <a:pt x="723711" y="2259962"/>
                  </a:lnTo>
                  <a:lnTo>
                    <a:pt x="728702" y="2259962"/>
                  </a:lnTo>
                  <a:lnTo>
                    <a:pt x="728702" y="2254573"/>
                  </a:lnTo>
                  <a:lnTo>
                    <a:pt x="733693" y="2254573"/>
                  </a:lnTo>
                  <a:lnTo>
                    <a:pt x="733693" y="2254573"/>
                  </a:lnTo>
                  <a:lnTo>
                    <a:pt x="738685" y="2254573"/>
                  </a:lnTo>
                  <a:lnTo>
                    <a:pt x="738685" y="2251879"/>
                  </a:lnTo>
                  <a:lnTo>
                    <a:pt x="743676" y="2251879"/>
                  </a:lnTo>
                  <a:lnTo>
                    <a:pt x="743676" y="2249185"/>
                  </a:lnTo>
                  <a:lnTo>
                    <a:pt x="748667" y="2249185"/>
                  </a:lnTo>
                  <a:lnTo>
                    <a:pt x="748667" y="2243798"/>
                  </a:lnTo>
                  <a:lnTo>
                    <a:pt x="753658" y="2243798"/>
                  </a:lnTo>
                  <a:lnTo>
                    <a:pt x="753658" y="2235720"/>
                  </a:lnTo>
                  <a:lnTo>
                    <a:pt x="758649" y="2235720"/>
                  </a:lnTo>
                  <a:lnTo>
                    <a:pt x="758649" y="2230332"/>
                  </a:lnTo>
                  <a:lnTo>
                    <a:pt x="763640" y="2230332"/>
                  </a:lnTo>
                  <a:lnTo>
                    <a:pt x="763640" y="2230332"/>
                  </a:lnTo>
                  <a:lnTo>
                    <a:pt x="768631" y="2230332"/>
                  </a:lnTo>
                  <a:lnTo>
                    <a:pt x="768631" y="2224943"/>
                  </a:lnTo>
                  <a:lnTo>
                    <a:pt x="773622" y="2224943"/>
                  </a:lnTo>
                  <a:lnTo>
                    <a:pt x="773622" y="2224943"/>
                  </a:lnTo>
                  <a:lnTo>
                    <a:pt x="778613" y="2224943"/>
                  </a:lnTo>
                  <a:lnTo>
                    <a:pt x="778613" y="2222249"/>
                  </a:lnTo>
                  <a:lnTo>
                    <a:pt x="783605" y="2222249"/>
                  </a:lnTo>
                  <a:lnTo>
                    <a:pt x="783605" y="2219555"/>
                  </a:lnTo>
                  <a:lnTo>
                    <a:pt x="788596" y="2219555"/>
                  </a:lnTo>
                  <a:lnTo>
                    <a:pt x="788596" y="2214168"/>
                  </a:lnTo>
                  <a:lnTo>
                    <a:pt x="793587" y="2214168"/>
                  </a:lnTo>
                  <a:lnTo>
                    <a:pt x="793587" y="2211475"/>
                  </a:lnTo>
                  <a:lnTo>
                    <a:pt x="798578" y="2211475"/>
                  </a:lnTo>
                  <a:lnTo>
                    <a:pt x="798578" y="2211475"/>
                  </a:lnTo>
                  <a:lnTo>
                    <a:pt x="803569" y="2211475"/>
                  </a:lnTo>
                  <a:lnTo>
                    <a:pt x="803569" y="2208781"/>
                  </a:lnTo>
                  <a:lnTo>
                    <a:pt x="808560" y="2208781"/>
                  </a:lnTo>
                  <a:lnTo>
                    <a:pt x="808560" y="2208781"/>
                  </a:lnTo>
                  <a:lnTo>
                    <a:pt x="813551" y="2208781"/>
                  </a:lnTo>
                  <a:lnTo>
                    <a:pt x="813551" y="2203393"/>
                  </a:lnTo>
                  <a:lnTo>
                    <a:pt x="818542" y="2203393"/>
                  </a:lnTo>
                  <a:lnTo>
                    <a:pt x="818542" y="2203393"/>
                  </a:lnTo>
                  <a:lnTo>
                    <a:pt x="823533" y="2203393"/>
                  </a:lnTo>
                  <a:lnTo>
                    <a:pt x="823533" y="2189927"/>
                  </a:lnTo>
                  <a:lnTo>
                    <a:pt x="828525" y="2189927"/>
                  </a:lnTo>
                  <a:lnTo>
                    <a:pt x="828525" y="2187233"/>
                  </a:lnTo>
                  <a:lnTo>
                    <a:pt x="833516" y="2187233"/>
                  </a:lnTo>
                  <a:lnTo>
                    <a:pt x="833516" y="2187233"/>
                  </a:lnTo>
                  <a:lnTo>
                    <a:pt x="838507" y="2187233"/>
                  </a:lnTo>
                  <a:lnTo>
                    <a:pt x="838507" y="2187233"/>
                  </a:lnTo>
                  <a:lnTo>
                    <a:pt x="843498" y="2187233"/>
                  </a:lnTo>
                  <a:lnTo>
                    <a:pt x="843498" y="2187233"/>
                  </a:lnTo>
                  <a:lnTo>
                    <a:pt x="848489" y="2187233"/>
                  </a:lnTo>
                  <a:lnTo>
                    <a:pt x="848489" y="2181842"/>
                  </a:lnTo>
                  <a:lnTo>
                    <a:pt x="853480" y="2181842"/>
                  </a:lnTo>
                  <a:lnTo>
                    <a:pt x="853480" y="2179147"/>
                  </a:lnTo>
                  <a:lnTo>
                    <a:pt x="858471" y="2179147"/>
                  </a:lnTo>
                  <a:lnTo>
                    <a:pt x="858471" y="2171060"/>
                  </a:lnTo>
                  <a:lnTo>
                    <a:pt x="863462" y="2171060"/>
                  </a:lnTo>
                  <a:lnTo>
                    <a:pt x="863462" y="2168364"/>
                  </a:lnTo>
                  <a:lnTo>
                    <a:pt x="868454" y="2168364"/>
                  </a:lnTo>
                  <a:lnTo>
                    <a:pt x="868454" y="2168364"/>
                  </a:lnTo>
                  <a:lnTo>
                    <a:pt x="873445" y="2168364"/>
                  </a:lnTo>
                  <a:lnTo>
                    <a:pt x="873445" y="2168364"/>
                  </a:lnTo>
                  <a:lnTo>
                    <a:pt x="878436" y="2168364"/>
                  </a:lnTo>
                  <a:lnTo>
                    <a:pt x="878436" y="2168364"/>
                  </a:lnTo>
                  <a:lnTo>
                    <a:pt x="883427" y="2168364"/>
                  </a:lnTo>
                  <a:lnTo>
                    <a:pt x="883427" y="2165666"/>
                  </a:lnTo>
                  <a:lnTo>
                    <a:pt x="888418" y="2165666"/>
                  </a:lnTo>
                  <a:lnTo>
                    <a:pt x="888418" y="2162969"/>
                  </a:lnTo>
                  <a:lnTo>
                    <a:pt x="893409" y="2162969"/>
                  </a:lnTo>
                  <a:lnTo>
                    <a:pt x="893409" y="2154878"/>
                  </a:lnTo>
                  <a:lnTo>
                    <a:pt x="898400" y="2154878"/>
                  </a:lnTo>
                  <a:lnTo>
                    <a:pt x="898400" y="2152180"/>
                  </a:lnTo>
                  <a:lnTo>
                    <a:pt x="903391" y="2152180"/>
                  </a:lnTo>
                  <a:lnTo>
                    <a:pt x="903391" y="2149483"/>
                  </a:lnTo>
                  <a:lnTo>
                    <a:pt x="908382" y="2149483"/>
                  </a:lnTo>
                  <a:lnTo>
                    <a:pt x="908382" y="2149483"/>
                  </a:lnTo>
                  <a:lnTo>
                    <a:pt x="913374" y="2149483"/>
                  </a:lnTo>
                  <a:lnTo>
                    <a:pt x="913374" y="2146785"/>
                  </a:lnTo>
                  <a:lnTo>
                    <a:pt x="918365" y="2146785"/>
                  </a:lnTo>
                  <a:lnTo>
                    <a:pt x="918365" y="2146785"/>
                  </a:lnTo>
                  <a:lnTo>
                    <a:pt x="923356" y="2146785"/>
                  </a:lnTo>
                  <a:lnTo>
                    <a:pt x="923356" y="2146785"/>
                  </a:lnTo>
                  <a:lnTo>
                    <a:pt x="928347" y="2146785"/>
                  </a:lnTo>
                  <a:lnTo>
                    <a:pt x="928347" y="2125200"/>
                  </a:lnTo>
                  <a:lnTo>
                    <a:pt x="933338" y="2125200"/>
                  </a:lnTo>
                  <a:lnTo>
                    <a:pt x="933338" y="2119805"/>
                  </a:lnTo>
                  <a:lnTo>
                    <a:pt x="938329" y="2119805"/>
                  </a:lnTo>
                  <a:lnTo>
                    <a:pt x="938329" y="2114412"/>
                  </a:lnTo>
                  <a:lnTo>
                    <a:pt x="943320" y="2114412"/>
                  </a:lnTo>
                  <a:lnTo>
                    <a:pt x="943320" y="2114412"/>
                  </a:lnTo>
                  <a:lnTo>
                    <a:pt x="948311" y="2114412"/>
                  </a:lnTo>
                  <a:lnTo>
                    <a:pt x="948311" y="2103629"/>
                  </a:lnTo>
                  <a:lnTo>
                    <a:pt x="953302" y="2103629"/>
                  </a:lnTo>
                  <a:lnTo>
                    <a:pt x="953302" y="2100934"/>
                  </a:lnTo>
                  <a:lnTo>
                    <a:pt x="958294" y="2100934"/>
                  </a:lnTo>
                  <a:lnTo>
                    <a:pt x="958294" y="2100934"/>
                  </a:lnTo>
                  <a:lnTo>
                    <a:pt x="963285" y="2100934"/>
                  </a:lnTo>
                  <a:lnTo>
                    <a:pt x="963285" y="2092850"/>
                  </a:lnTo>
                  <a:lnTo>
                    <a:pt x="968276" y="2092850"/>
                  </a:lnTo>
                  <a:lnTo>
                    <a:pt x="968276" y="2092850"/>
                  </a:lnTo>
                  <a:lnTo>
                    <a:pt x="973267" y="2092850"/>
                  </a:lnTo>
                  <a:lnTo>
                    <a:pt x="973267" y="2090153"/>
                  </a:lnTo>
                  <a:lnTo>
                    <a:pt x="978258" y="2090153"/>
                  </a:lnTo>
                  <a:lnTo>
                    <a:pt x="978258" y="2090153"/>
                  </a:lnTo>
                  <a:lnTo>
                    <a:pt x="983249" y="2090153"/>
                  </a:lnTo>
                  <a:lnTo>
                    <a:pt x="983249" y="2087457"/>
                  </a:lnTo>
                  <a:lnTo>
                    <a:pt x="988240" y="2087457"/>
                  </a:lnTo>
                  <a:lnTo>
                    <a:pt x="988240" y="2087457"/>
                  </a:lnTo>
                  <a:lnTo>
                    <a:pt x="993231" y="2087457"/>
                  </a:lnTo>
                  <a:lnTo>
                    <a:pt x="993231" y="2087457"/>
                  </a:lnTo>
                  <a:lnTo>
                    <a:pt x="998223" y="2087457"/>
                  </a:lnTo>
                  <a:lnTo>
                    <a:pt x="998223" y="2087457"/>
                  </a:lnTo>
                  <a:lnTo>
                    <a:pt x="1003214" y="2087457"/>
                  </a:lnTo>
                  <a:lnTo>
                    <a:pt x="1003214" y="2087457"/>
                  </a:lnTo>
                  <a:lnTo>
                    <a:pt x="1008205" y="2087457"/>
                  </a:lnTo>
                  <a:lnTo>
                    <a:pt x="1008205" y="2087457"/>
                  </a:lnTo>
                  <a:lnTo>
                    <a:pt x="1013196" y="2087457"/>
                  </a:lnTo>
                  <a:lnTo>
                    <a:pt x="1013196" y="2084759"/>
                  </a:lnTo>
                  <a:lnTo>
                    <a:pt x="1018187" y="2084759"/>
                  </a:lnTo>
                  <a:lnTo>
                    <a:pt x="1018187" y="2082062"/>
                  </a:lnTo>
                  <a:lnTo>
                    <a:pt x="1023178" y="2082062"/>
                  </a:lnTo>
                  <a:lnTo>
                    <a:pt x="1023178" y="2079364"/>
                  </a:lnTo>
                  <a:lnTo>
                    <a:pt x="1028169" y="2079364"/>
                  </a:lnTo>
                  <a:lnTo>
                    <a:pt x="1028169" y="2076665"/>
                  </a:lnTo>
                  <a:lnTo>
                    <a:pt x="1033160" y="2076665"/>
                  </a:lnTo>
                  <a:lnTo>
                    <a:pt x="1033160" y="2065874"/>
                  </a:lnTo>
                  <a:lnTo>
                    <a:pt x="1038151" y="2065874"/>
                  </a:lnTo>
                  <a:lnTo>
                    <a:pt x="1038151" y="2060476"/>
                  </a:lnTo>
                  <a:lnTo>
                    <a:pt x="1043143" y="2060476"/>
                  </a:lnTo>
                  <a:lnTo>
                    <a:pt x="1043143" y="2060476"/>
                  </a:lnTo>
                  <a:lnTo>
                    <a:pt x="1048134" y="2060476"/>
                  </a:lnTo>
                  <a:lnTo>
                    <a:pt x="1048134" y="2057777"/>
                  </a:lnTo>
                  <a:lnTo>
                    <a:pt x="1053125" y="2057777"/>
                  </a:lnTo>
                  <a:lnTo>
                    <a:pt x="1053125" y="2055077"/>
                  </a:lnTo>
                  <a:lnTo>
                    <a:pt x="1058116" y="2055077"/>
                  </a:lnTo>
                  <a:lnTo>
                    <a:pt x="1058116" y="2046982"/>
                  </a:lnTo>
                  <a:lnTo>
                    <a:pt x="1063107" y="2046982"/>
                  </a:lnTo>
                  <a:lnTo>
                    <a:pt x="1063107" y="2046982"/>
                  </a:lnTo>
                  <a:lnTo>
                    <a:pt x="1068098" y="2046982"/>
                  </a:lnTo>
                  <a:lnTo>
                    <a:pt x="1068098" y="2044283"/>
                  </a:lnTo>
                  <a:lnTo>
                    <a:pt x="1073089" y="2044283"/>
                  </a:lnTo>
                  <a:lnTo>
                    <a:pt x="1073089" y="2044283"/>
                  </a:lnTo>
                  <a:lnTo>
                    <a:pt x="1078080" y="2044283"/>
                  </a:lnTo>
                  <a:lnTo>
                    <a:pt x="1078080" y="2038882"/>
                  </a:lnTo>
                  <a:lnTo>
                    <a:pt x="1083071" y="2038882"/>
                  </a:lnTo>
                  <a:lnTo>
                    <a:pt x="1083071" y="2036182"/>
                  </a:lnTo>
                  <a:lnTo>
                    <a:pt x="1088063" y="2036182"/>
                  </a:lnTo>
                  <a:lnTo>
                    <a:pt x="1088063" y="2036182"/>
                  </a:lnTo>
                  <a:lnTo>
                    <a:pt x="1093054" y="2036182"/>
                  </a:lnTo>
                  <a:lnTo>
                    <a:pt x="1093054" y="2036182"/>
                  </a:lnTo>
                  <a:lnTo>
                    <a:pt x="1098045" y="2036182"/>
                  </a:lnTo>
                  <a:lnTo>
                    <a:pt x="1098045" y="2036182"/>
                  </a:lnTo>
                  <a:lnTo>
                    <a:pt x="1103036" y="2036182"/>
                  </a:lnTo>
                  <a:lnTo>
                    <a:pt x="1103036" y="2022678"/>
                  </a:lnTo>
                  <a:lnTo>
                    <a:pt x="1108027" y="2022678"/>
                  </a:lnTo>
                  <a:lnTo>
                    <a:pt x="1108027" y="2019976"/>
                  </a:lnTo>
                  <a:lnTo>
                    <a:pt x="1113018" y="2019976"/>
                  </a:lnTo>
                  <a:lnTo>
                    <a:pt x="1113018" y="2014572"/>
                  </a:lnTo>
                  <a:lnTo>
                    <a:pt x="1118009" y="2014572"/>
                  </a:lnTo>
                  <a:lnTo>
                    <a:pt x="1118009" y="2014572"/>
                  </a:lnTo>
                  <a:lnTo>
                    <a:pt x="1123000" y="2014572"/>
                  </a:lnTo>
                  <a:lnTo>
                    <a:pt x="1123000" y="2011870"/>
                  </a:lnTo>
                  <a:lnTo>
                    <a:pt x="1127992" y="2011870"/>
                  </a:lnTo>
                  <a:lnTo>
                    <a:pt x="1127992" y="2011870"/>
                  </a:lnTo>
                  <a:lnTo>
                    <a:pt x="1132983" y="2011870"/>
                  </a:lnTo>
                  <a:lnTo>
                    <a:pt x="1132983" y="2001060"/>
                  </a:lnTo>
                  <a:lnTo>
                    <a:pt x="1137974" y="2001060"/>
                  </a:lnTo>
                  <a:lnTo>
                    <a:pt x="1137974" y="1998358"/>
                  </a:lnTo>
                  <a:lnTo>
                    <a:pt x="1142965" y="1998358"/>
                  </a:lnTo>
                  <a:lnTo>
                    <a:pt x="1142965" y="1998358"/>
                  </a:lnTo>
                  <a:lnTo>
                    <a:pt x="1147956" y="1998358"/>
                  </a:lnTo>
                  <a:lnTo>
                    <a:pt x="1147956" y="1998358"/>
                  </a:lnTo>
                  <a:lnTo>
                    <a:pt x="1152947" y="1998358"/>
                  </a:lnTo>
                  <a:lnTo>
                    <a:pt x="1152947" y="1995652"/>
                  </a:lnTo>
                  <a:lnTo>
                    <a:pt x="1157938" y="1995652"/>
                  </a:lnTo>
                  <a:lnTo>
                    <a:pt x="1157938" y="1995652"/>
                  </a:lnTo>
                  <a:lnTo>
                    <a:pt x="1162929" y="1995652"/>
                  </a:lnTo>
                  <a:lnTo>
                    <a:pt x="1162929" y="1992946"/>
                  </a:lnTo>
                  <a:lnTo>
                    <a:pt x="1167920" y="1992946"/>
                  </a:lnTo>
                  <a:lnTo>
                    <a:pt x="1167920" y="1984829"/>
                  </a:lnTo>
                  <a:lnTo>
                    <a:pt x="1172912" y="1984829"/>
                  </a:lnTo>
                  <a:lnTo>
                    <a:pt x="1172912" y="1979418"/>
                  </a:lnTo>
                  <a:lnTo>
                    <a:pt x="1177903" y="1979418"/>
                  </a:lnTo>
                  <a:lnTo>
                    <a:pt x="1177903" y="1976711"/>
                  </a:lnTo>
                  <a:lnTo>
                    <a:pt x="1182894" y="1976711"/>
                  </a:lnTo>
                  <a:lnTo>
                    <a:pt x="1182894" y="1974003"/>
                  </a:lnTo>
                  <a:lnTo>
                    <a:pt x="1187885" y="1974003"/>
                  </a:lnTo>
                  <a:lnTo>
                    <a:pt x="1187885" y="1971295"/>
                  </a:lnTo>
                  <a:lnTo>
                    <a:pt x="1192876" y="1971295"/>
                  </a:lnTo>
                  <a:lnTo>
                    <a:pt x="1192876" y="1971295"/>
                  </a:lnTo>
                  <a:lnTo>
                    <a:pt x="1197867" y="1971295"/>
                  </a:lnTo>
                  <a:lnTo>
                    <a:pt x="1197867" y="1971295"/>
                  </a:lnTo>
                  <a:lnTo>
                    <a:pt x="1202858" y="1971295"/>
                  </a:lnTo>
                  <a:lnTo>
                    <a:pt x="1202858" y="1971295"/>
                  </a:lnTo>
                  <a:lnTo>
                    <a:pt x="1207849" y="1971295"/>
                  </a:lnTo>
                  <a:lnTo>
                    <a:pt x="1207849" y="1971295"/>
                  </a:lnTo>
                  <a:lnTo>
                    <a:pt x="1212840" y="1971295"/>
                  </a:lnTo>
                  <a:lnTo>
                    <a:pt x="1212840" y="1971295"/>
                  </a:lnTo>
                  <a:lnTo>
                    <a:pt x="1217832" y="1971295"/>
                  </a:lnTo>
                  <a:lnTo>
                    <a:pt x="1217832" y="1971295"/>
                  </a:lnTo>
                  <a:lnTo>
                    <a:pt x="1222823" y="1971295"/>
                  </a:lnTo>
                  <a:lnTo>
                    <a:pt x="1222823" y="1968583"/>
                  </a:lnTo>
                  <a:lnTo>
                    <a:pt x="1227814" y="1968583"/>
                  </a:lnTo>
                  <a:lnTo>
                    <a:pt x="1227814" y="1968583"/>
                  </a:lnTo>
                  <a:lnTo>
                    <a:pt x="1232805" y="1968583"/>
                  </a:lnTo>
                  <a:lnTo>
                    <a:pt x="1232805" y="1965871"/>
                  </a:lnTo>
                  <a:lnTo>
                    <a:pt x="1237796" y="1965871"/>
                  </a:lnTo>
                  <a:lnTo>
                    <a:pt x="1237796" y="1963158"/>
                  </a:lnTo>
                  <a:lnTo>
                    <a:pt x="1242787" y="1963158"/>
                  </a:lnTo>
                  <a:lnTo>
                    <a:pt x="1242787" y="1957733"/>
                  </a:lnTo>
                  <a:lnTo>
                    <a:pt x="1247778" y="1957733"/>
                  </a:lnTo>
                  <a:lnTo>
                    <a:pt x="1247778" y="1952306"/>
                  </a:lnTo>
                  <a:lnTo>
                    <a:pt x="1252769" y="1952306"/>
                  </a:lnTo>
                  <a:lnTo>
                    <a:pt x="1252769" y="1949593"/>
                  </a:lnTo>
                  <a:lnTo>
                    <a:pt x="1257761" y="1949593"/>
                  </a:lnTo>
                  <a:lnTo>
                    <a:pt x="1257761" y="1941452"/>
                  </a:lnTo>
                  <a:lnTo>
                    <a:pt x="1262752" y="1941452"/>
                  </a:lnTo>
                  <a:lnTo>
                    <a:pt x="1262752" y="1941452"/>
                  </a:lnTo>
                  <a:lnTo>
                    <a:pt x="1267743" y="1941452"/>
                  </a:lnTo>
                  <a:lnTo>
                    <a:pt x="1267743" y="1941452"/>
                  </a:lnTo>
                  <a:lnTo>
                    <a:pt x="1272734" y="1941452"/>
                  </a:lnTo>
                  <a:lnTo>
                    <a:pt x="1272734" y="1941452"/>
                  </a:lnTo>
                  <a:lnTo>
                    <a:pt x="1277725" y="1941452"/>
                  </a:lnTo>
                  <a:lnTo>
                    <a:pt x="1277725" y="1930593"/>
                  </a:lnTo>
                  <a:lnTo>
                    <a:pt x="1282716" y="1930593"/>
                  </a:lnTo>
                  <a:lnTo>
                    <a:pt x="1282716" y="1927878"/>
                  </a:lnTo>
                  <a:lnTo>
                    <a:pt x="1287707" y="1927878"/>
                  </a:lnTo>
                  <a:lnTo>
                    <a:pt x="1287707" y="1925163"/>
                  </a:lnTo>
                  <a:lnTo>
                    <a:pt x="1292698" y="1925163"/>
                  </a:lnTo>
                  <a:lnTo>
                    <a:pt x="1292698" y="1925163"/>
                  </a:lnTo>
                  <a:lnTo>
                    <a:pt x="1297689" y="1925163"/>
                  </a:lnTo>
                  <a:lnTo>
                    <a:pt x="1297689" y="1922448"/>
                  </a:lnTo>
                  <a:lnTo>
                    <a:pt x="1302681" y="1922448"/>
                  </a:lnTo>
                  <a:lnTo>
                    <a:pt x="1302681" y="1919733"/>
                  </a:lnTo>
                  <a:lnTo>
                    <a:pt x="1307672" y="1919733"/>
                  </a:lnTo>
                  <a:lnTo>
                    <a:pt x="1307672" y="1919733"/>
                  </a:lnTo>
                  <a:lnTo>
                    <a:pt x="1312663" y="1919733"/>
                  </a:lnTo>
                  <a:lnTo>
                    <a:pt x="1312663" y="1906155"/>
                  </a:lnTo>
                  <a:lnTo>
                    <a:pt x="1317654" y="1906155"/>
                  </a:lnTo>
                  <a:lnTo>
                    <a:pt x="1317654" y="1903439"/>
                  </a:lnTo>
                  <a:lnTo>
                    <a:pt x="1322645" y="1903439"/>
                  </a:lnTo>
                  <a:lnTo>
                    <a:pt x="1322645" y="1903439"/>
                  </a:lnTo>
                  <a:lnTo>
                    <a:pt x="1327636" y="1903439"/>
                  </a:lnTo>
                  <a:lnTo>
                    <a:pt x="1327636" y="1903439"/>
                  </a:lnTo>
                  <a:lnTo>
                    <a:pt x="1332627" y="1903439"/>
                  </a:lnTo>
                  <a:lnTo>
                    <a:pt x="1332627" y="1900722"/>
                  </a:lnTo>
                  <a:lnTo>
                    <a:pt x="1337618" y="1900722"/>
                  </a:lnTo>
                  <a:lnTo>
                    <a:pt x="1337618" y="1898005"/>
                  </a:lnTo>
                  <a:lnTo>
                    <a:pt x="1342609" y="1898005"/>
                  </a:lnTo>
                  <a:lnTo>
                    <a:pt x="1342609" y="1898005"/>
                  </a:lnTo>
                  <a:lnTo>
                    <a:pt x="1347601" y="1898005"/>
                  </a:lnTo>
                  <a:lnTo>
                    <a:pt x="1347601" y="1892570"/>
                  </a:lnTo>
                  <a:lnTo>
                    <a:pt x="1352592" y="1892570"/>
                  </a:lnTo>
                  <a:lnTo>
                    <a:pt x="1352592" y="1892570"/>
                  </a:lnTo>
                  <a:lnTo>
                    <a:pt x="1357583" y="1892570"/>
                  </a:lnTo>
                  <a:lnTo>
                    <a:pt x="1357583" y="1889851"/>
                  </a:lnTo>
                  <a:lnTo>
                    <a:pt x="1362574" y="1889851"/>
                  </a:lnTo>
                  <a:lnTo>
                    <a:pt x="1362574" y="1884412"/>
                  </a:lnTo>
                  <a:lnTo>
                    <a:pt x="1367565" y="1884412"/>
                  </a:lnTo>
                  <a:lnTo>
                    <a:pt x="1367565" y="1884412"/>
                  </a:lnTo>
                  <a:lnTo>
                    <a:pt x="1372556" y="1884412"/>
                  </a:lnTo>
                  <a:lnTo>
                    <a:pt x="1372556" y="1884412"/>
                  </a:lnTo>
                  <a:lnTo>
                    <a:pt x="1377547" y="1884412"/>
                  </a:lnTo>
                  <a:lnTo>
                    <a:pt x="1377547" y="1884412"/>
                  </a:lnTo>
                  <a:lnTo>
                    <a:pt x="1382538" y="1884412"/>
                  </a:lnTo>
                  <a:lnTo>
                    <a:pt x="1382538" y="1881691"/>
                  </a:lnTo>
                  <a:lnTo>
                    <a:pt x="1387530" y="1881691"/>
                  </a:lnTo>
                  <a:lnTo>
                    <a:pt x="1387530" y="1881691"/>
                  </a:lnTo>
                  <a:lnTo>
                    <a:pt x="1392521" y="1881691"/>
                  </a:lnTo>
                  <a:lnTo>
                    <a:pt x="1392521" y="1881691"/>
                  </a:lnTo>
                  <a:lnTo>
                    <a:pt x="1397512" y="1881691"/>
                  </a:lnTo>
                  <a:lnTo>
                    <a:pt x="1397512" y="1881691"/>
                  </a:lnTo>
                  <a:lnTo>
                    <a:pt x="1402503" y="1881691"/>
                  </a:lnTo>
                  <a:lnTo>
                    <a:pt x="1402503" y="1878968"/>
                  </a:lnTo>
                  <a:lnTo>
                    <a:pt x="1407494" y="1878968"/>
                  </a:lnTo>
                  <a:lnTo>
                    <a:pt x="1407494" y="1878968"/>
                  </a:lnTo>
                  <a:lnTo>
                    <a:pt x="1412485" y="1878968"/>
                  </a:lnTo>
                  <a:lnTo>
                    <a:pt x="1412485" y="1876245"/>
                  </a:lnTo>
                  <a:lnTo>
                    <a:pt x="1417476" y="1876245"/>
                  </a:lnTo>
                  <a:lnTo>
                    <a:pt x="1417476" y="1865353"/>
                  </a:lnTo>
                  <a:lnTo>
                    <a:pt x="1422467" y="1865353"/>
                  </a:lnTo>
                  <a:lnTo>
                    <a:pt x="1422467" y="1865353"/>
                  </a:lnTo>
                  <a:lnTo>
                    <a:pt x="1427458" y="1865353"/>
                  </a:lnTo>
                  <a:lnTo>
                    <a:pt x="1427458" y="1862630"/>
                  </a:lnTo>
                  <a:lnTo>
                    <a:pt x="1432450" y="1862630"/>
                  </a:lnTo>
                  <a:lnTo>
                    <a:pt x="1432450" y="1862630"/>
                  </a:lnTo>
                  <a:lnTo>
                    <a:pt x="1437441" y="1862630"/>
                  </a:lnTo>
                  <a:lnTo>
                    <a:pt x="1437441" y="1859908"/>
                  </a:lnTo>
                  <a:lnTo>
                    <a:pt x="1442432" y="1859908"/>
                  </a:lnTo>
                  <a:lnTo>
                    <a:pt x="1442432" y="1857185"/>
                  </a:lnTo>
                  <a:lnTo>
                    <a:pt x="1447423" y="1857185"/>
                  </a:lnTo>
                  <a:lnTo>
                    <a:pt x="1447423" y="1857185"/>
                  </a:lnTo>
                  <a:lnTo>
                    <a:pt x="1452414" y="1857185"/>
                  </a:lnTo>
                  <a:lnTo>
                    <a:pt x="1452414" y="1854460"/>
                  </a:lnTo>
                  <a:lnTo>
                    <a:pt x="1457405" y="1854460"/>
                  </a:lnTo>
                  <a:lnTo>
                    <a:pt x="1457405" y="1854460"/>
                  </a:lnTo>
                  <a:lnTo>
                    <a:pt x="1462396" y="1854460"/>
                  </a:lnTo>
                  <a:lnTo>
                    <a:pt x="1462396" y="1854460"/>
                  </a:lnTo>
                  <a:lnTo>
                    <a:pt x="1467387" y="1854460"/>
                  </a:lnTo>
                  <a:lnTo>
                    <a:pt x="1467387" y="1851733"/>
                  </a:lnTo>
                  <a:lnTo>
                    <a:pt x="1472378" y="1851733"/>
                  </a:lnTo>
                  <a:lnTo>
                    <a:pt x="1472378" y="1849006"/>
                  </a:lnTo>
                  <a:lnTo>
                    <a:pt x="1477370" y="1849006"/>
                  </a:lnTo>
                  <a:lnTo>
                    <a:pt x="1477370" y="1846278"/>
                  </a:lnTo>
                  <a:lnTo>
                    <a:pt x="1482361" y="1846278"/>
                  </a:lnTo>
                  <a:lnTo>
                    <a:pt x="1482361" y="1843549"/>
                  </a:lnTo>
                  <a:lnTo>
                    <a:pt x="1487352" y="1843549"/>
                  </a:lnTo>
                  <a:lnTo>
                    <a:pt x="1487352" y="1835363"/>
                  </a:lnTo>
                  <a:lnTo>
                    <a:pt x="1492343" y="1835363"/>
                  </a:lnTo>
                  <a:lnTo>
                    <a:pt x="1492343" y="1829903"/>
                  </a:lnTo>
                  <a:lnTo>
                    <a:pt x="1497334" y="1829903"/>
                  </a:lnTo>
                  <a:lnTo>
                    <a:pt x="1497334" y="1829903"/>
                  </a:lnTo>
                  <a:lnTo>
                    <a:pt x="1502325" y="1829903"/>
                  </a:lnTo>
                  <a:lnTo>
                    <a:pt x="1502325" y="1827173"/>
                  </a:lnTo>
                  <a:lnTo>
                    <a:pt x="1507316" y="1827173"/>
                  </a:lnTo>
                  <a:lnTo>
                    <a:pt x="1507316" y="1824444"/>
                  </a:lnTo>
                  <a:lnTo>
                    <a:pt x="1512307" y="1824444"/>
                  </a:lnTo>
                  <a:lnTo>
                    <a:pt x="1512307" y="1824444"/>
                  </a:lnTo>
                  <a:lnTo>
                    <a:pt x="1517299" y="1824444"/>
                  </a:lnTo>
                  <a:lnTo>
                    <a:pt x="1517299" y="1824444"/>
                  </a:lnTo>
                  <a:lnTo>
                    <a:pt x="1522290" y="1824444"/>
                  </a:lnTo>
                  <a:lnTo>
                    <a:pt x="1522290" y="1818981"/>
                  </a:lnTo>
                  <a:lnTo>
                    <a:pt x="1527281" y="1818981"/>
                  </a:lnTo>
                  <a:lnTo>
                    <a:pt x="1527281" y="1813518"/>
                  </a:lnTo>
                  <a:lnTo>
                    <a:pt x="1532272" y="1813518"/>
                  </a:lnTo>
                  <a:lnTo>
                    <a:pt x="1532272" y="1813518"/>
                  </a:lnTo>
                  <a:lnTo>
                    <a:pt x="1537263" y="1813518"/>
                  </a:lnTo>
                  <a:lnTo>
                    <a:pt x="1537263" y="1813518"/>
                  </a:lnTo>
                  <a:lnTo>
                    <a:pt x="1542254" y="1813518"/>
                  </a:lnTo>
                  <a:lnTo>
                    <a:pt x="1542254" y="1813518"/>
                  </a:lnTo>
                  <a:lnTo>
                    <a:pt x="1547245" y="1813518"/>
                  </a:lnTo>
                  <a:lnTo>
                    <a:pt x="1547245" y="1813518"/>
                  </a:lnTo>
                  <a:lnTo>
                    <a:pt x="1552236" y="1813518"/>
                  </a:lnTo>
                  <a:lnTo>
                    <a:pt x="1552236" y="1808053"/>
                  </a:lnTo>
                  <a:lnTo>
                    <a:pt x="1557227" y="1808053"/>
                  </a:lnTo>
                  <a:lnTo>
                    <a:pt x="1557227" y="1802586"/>
                  </a:lnTo>
                  <a:lnTo>
                    <a:pt x="1562219" y="1802586"/>
                  </a:lnTo>
                  <a:lnTo>
                    <a:pt x="1562219" y="1802586"/>
                  </a:lnTo>
                  <a:lnTo>
                    <a:pt x="1567210" y="1802586"/>
                  </a:lnTo>
                  <a:lnTo>
                    <a:pt x="1567210" y="1802586"/>
                  </a:lnTo>
                  <a:lnTo>
                    <a:pt x="1572201" y="1802586"/>
                  </a:lnTo>
                  <a:lnTo>
                    <a:pt x="1572201" y="1799850"/>
                  </a:lnTo>
                  <a:lnTo>
                    <a:pt x="1577192" y="1799850"/>
                  </a:lnTo>
                  <a:lnTo>
                    <a:pt x="1577192" y="1797113"/>
                  </a:lnTo>
                  <a:lnTo>
                    <a:pt x="1582183" y="1797113"/>
                  </a:lnTo>
                  <a:lnTo>
                    <a:pt x="1582183" y="1797113"/>
                  </a:lnTo>
                  <a:lnTo>
                    <a:pt x="1587174" y="1797113"/>
                  </a:lnTo>
                  <a:lnTo>
                    <a:pt x="1587174" y="1797113"/>
                  </a:lnTo>
                  <a:lnTo>
                    <a:pt x="1592165" y="1797113"/>
                  </a:lnTo>
                  <a:lnTo>
                    <a:pt x="1592165" y="1794376"/>
                  </a:lnTo>
                  <a:lnTo>
                    <a:pt x="1597156" y="1794376"/>
                  </a:lnTo>
                  <a:lnTo>
                    <a:pt x="1597156" y="1794376"/>
                  </a:lnTo>
                  <a:lnTo>
                    <a:pt x="1602147" y="1794376"/>
                  </a:lnTo>
                  <a:lnTo>
                    <a:pt x="1602147" y="1794376"/>
                  </a:lnTo>
                  <a:lnTo>
                    <a:pt x="1607139" y="1794376"/>
                  </a:lnTo>
                  <a:lnTo>
                    <a:pt x="1607139" y="1788898"/>
                  </a:lnTo>
                  <a:lnTo>
                    <a:pt x="1612130" y="1788898"/>
                  </a:lnTo>
                  <a:lnTo>
                    <a:pt x="1612130" y="1788898"/>
                  </a:lnTo>
                  <a:lnTo>
                    <a:pt x="1617121" y="1788898"/>
                  </a:lnTo>
                  <a:lnTo>
                    <a:pt x="1617121" y="1786160"/>
                  </a:lnTo>
                  <a:lnTo>
                    <a:pt x="1622112" y="1786160"/>
                  </a:lnTo>
                  <a:lnTo>
                    <a:pt x="1622112" y="1786160"/>
                  </a:lnTo>
                  <a:lnTo>
                    <a:pt x="1627103" y="1786160"/>
                  </a:lnTo>
                  <a:lnTo>
                    <a:pt x="1627103" y="1783420"/>
                  </a:lnTo>
                  <a:lnTo>
                    <a:pt x="1632094" y="1783420"/>
                  </a:lnTo>
                  <a:lnTo>
                    <a:pt x="1632094" y="1780678"/>
                  </a:lnTo>
                  <a:lnTo>
                    <a:pt x="1637085" y="1780678"/>
                  </a:lnTo>
                  <a:lnTo>
                    <a:pt x="1637085" y="1777936"/>
                  </a:lnTo>
                  <a:lnTo>
                    <a:pt x="1642076" y="1777936"/>
                  </a:lnTo>
                  <a:lnTo>
                    <a:pt x="1642076" y="1777936"/>
                  </a:lnTo>
                  <a:lnTo>
                    <a:pt x="1647067" y="1777936"/>
                  </a:lnTo>
                  <a:lnTo>
                    <a:pt x="1647067" y="1775194"/>
                  </a:lnTo>
                  <a:lnTo>
                    <a:pt x="1652059" y="1775194"/>
                  </a:lnTo>
                  <a:lnTo>
                    <a:pt x="1652059" y="1772451"/>
                  </a:lnTo>
                  <a:lnTo>
                    <a:pt x="1657050" y="1772451"/>
                  </a:lnTo>
                  <a:lnTo>
                    <a:pt x="1657050" y="1769707"/>
                  </a:lnTo>
                  <a:lnTo>
                    <a:pt x="1662041" y="1769707"/>
                  </a:lnTo>
                  <a:lnTo>
                    <a:pt x="1662041" y="1766962"/>
                  </a:lnTo>
                  <a:lnTo>
                    <a:pt x="1667032" y="1766962"/>
                  </a:lnTo>
                  <a:lnTo>
                    <a:pt x="1667032" y="1764215"/>
                  </a:lnTo>
                  <a:lnTo>
                    <a:pt x="1672023" y="1764215"/>
                  </a:lnTo>
                  <a:lnTo>
                    <a:pt x="1672023" y="1764215"/>
                  </a:lnTo>
                  <a:lnTo>
                    <a:pt x="1677014" y="1764215"/>
                  </a:lnTo>
                  <a:lnTo>
                    <a:pt x="1677014" y="1764215"/>
                  </a:lnTo>
                  <a:lnTo>
                    <a:pt x="1682005" y="1764215"/>
                  </a:lnTo>
                  <a:lnTo>
                    <a:pt x="1682005" y="1764215"/>
                  </a:lnTo>
                  <a:lnTo>
                    <a:pt x="1686996" y="1764215"/>
                  </a:lnTo>
                  <a:lnTo>
                    <a:pt x="1686996" y="1761467"/>
                  </a:lnTo>
                  <a:lnTo>
                    <a:pt x="1691988" y="1761467"/>
                  </a:lnTo>
                  <a:lnTo>
                    <a:pt x="1691988" y="1758718"/>
                  </a:lnTo>
                  <a:lnTo>
                    <a:pt x="1696979" y="1758718"/>
                  </a:lnTo>
                  <a:lnTo>
                    <a:pt x="1696979" y="1753222"/>
                  </a:lnTo>
                  <a:lnTo>
                    <a:pt x="1701970" y="1753222"/>
                  </a:lnTo>
                  <a:lnTo>
                    <a:pt x="1701970" y="1753222"/>
                  </a:lnTo>
                  <a:lnTo>
                    <a:pt x="1706961" y="1753222"/>
                  </a:lnTo>
                  <a:lnTo>
                    <a:pt x="1706961" y="1753222"/>
                  </a:lnTo>
                  <a:lnTo>
                    <a:pt x="1711952" y="1753222"/>
                  </a:lnTo>
                  <a:lnTo>
                    <a:pt x="1711952" y="1750470"/>
                  </a:lnTo>
                  <a:lnTo>
                    <a:pt x="1716943" y="1750470"/>
                  </a:lnTo>
                  <a:lnTo>
                    <a:pt x="1716943" y="1747718"/>
                  </a:lnTo>
                  <a:lnTo>
                    <a:pt x="1721934" y="1747718"/>
                  </a:lnTo>
                  <a:lnTo>
                    <a:pt x="1721934" y="1742215"/>
                  </a:lnTo>
                  <a:lnTo>
                    <a:pt x="1726925" y="1742215"/>
                  </a:lnTo>
                  <a:lnTo>
                    <a:pt x="1726925" y="1739463"/>
                  </a:lnTo>
                  <a:lnTo>
                    <a:pt x="1731916" y="1739463"/>
                  </a:lnTo>
                  <a:lnTo>
                    <a:pt x="1731916" y="1728457"/>
                  </a:lnTo>
                  <a:lnTo>
                    <a:pt x="1736908" y="1728457"/>
                  </a:lnTo>
                  <a:lnTo>
                    <a:pt x="1736908" y="1728457"/>
                  </a:lnTo>
                  <a:lnTo>
                    <a:pt x="1741899" y="1728457"/>
                  </a:lnTo>
                  <a:lnTo>
                    <a:pt x="1741899" y="1722947"/>
                  </a:lnTo>
                  <a:lnTo>
                    <a:pt x="1746890" y="1722947"/>
                  </a:lnTo>
                  <a:lnTo>
                    <a:pt x="1746890" y="1722947"/>
                  </a:lnTo>
                  <a:lnTo>
                    <a:pt x="1751881" y="1722947"/>
                  </a:lnTo>
                  <a:lnTo>
                    <a:pt x="1751881" y="1720191"/>
                  </a:lnTo>
                  <a:lnTo>
                    <a:pt x="1756872" y="1720191"/>
                  </a:lnTo>
                  <a:lnTo>
                    <a:pt x="1756872" y="1717435"/>
                  </a:lnTo>
                  <a:lnTo>
                    <a:pt x="1761863" y="1717435"/>
                  </a:lnTo>
                  <a:lnTo>
                    <a:pt x="1761863" y="1714678"/>
                  </a:lnTo>
                  <a:lnTo>
                    <a:pt x="1766854" y="1714678"/>
                  </a:lnTo>
                  <a:lnTo>
                    <a:pt x="1766854" y="1703651"/>
                  </a:lnTo>
                  <a:lnTo>
                    <a:pt x="1771845" y="1703651"/>
                  </a:lnTo>
                  <a:lnTo>
                    <a:pt x="1771845" y="1703651"/>
                  </a:lnTo>
                  <a:lnTo>
                    <a:pt x="1776836" y="1703651"/>
                  </a:lnTo>
                  <a:lnTo>
                    <a:pt x="1776836" y="1700891"/>
                  </a:lnTo>
                  <a:lnTo>
                    <a:pt x="1781828" y="1700891"/>
                  </a:lnTo>
                  <a:lnTo>
                    <a:pt x="1781828" y="1700891"/>
                  </a:lnTo>
                  <a:lnTo>
                    <a:pt x="1786819" y="1700891"/>
                  </a:lnTo>
                  <a:lnTo>
                    <a:pt x="1786819" y="1698132"/>
                  </a:lnTo>
                  <a:lnTo>
                    <a:pt x="1791810" y="1698132"/>
                  </a:lnTo>
                  <a:lnTo>
                    <a:pt x="1791810" y="1698132"/>
                  </a:lnTo>
                  <a:lnTo>
                    <a:pt x="1796801" y="1698132"/>
                  </a:lnTo>
                  <a:lnTo>
                    <a:pt x="1796801" y="1692611"/>
                  </a:lnTo>
                  <a:lnTo>
                    <a:pt x="1801792" y="1692611"/>
                  </a:lnTo>
                  <a:lnTo>
                    <a:pt x="1801792" y="1684330"/>
                  </a:lnTo>
                  <a:lnTo>
                    <a:pt x="1806783" y="1684330"/>
                  </a:lnTo>
                  <a:lnTo>
                    <a:pt x="1806783" y="1684330"/>
                  </a:lnTo>
                  <a:lnTo>
                    <a:pt x="1811774" y="1684330"/>
                  </a:lnTo>
                  <a:lnTo>
                    <a:pt x="1811774" y="1681567"/>
                  </a:lnTo>
                  <a:lnTo>
                    <a:pt x="1816765" y="1681567"/>
                  </a:lnTo>
                  <a:lnTo>
                    <a:pt x="1816765" y="1681567"/>
                  </a:lnTo>
                  <a:lnTo>
                    <a:pt x="1821757" y="1681567"/>
                  </a:lnTo>
                  <a:lnTo>
                    <a:pt x="1821757" y="1681567"/>
                  </a:lnTo>
                  <a:lnTo>
                    <a:pt x="1826748" y="1681567"/>
                  </a:lnTo>
                  <a:lnTo>
                    <a:pt x="1826748" y="1681567"/>
                  </a:lnTo>
                  <a:lnTo>
                    <a:pt x="1831739" y="1681567"/>
                  </a:lnTo>
                  <a:lnTo>
                    <a:pt x="1831739" y="1681567"/>
                  </a:lnTo>
                  <a:lnTo>
                    <a:pt x="1836730" y="1681567"/>
                  </a:lnTo>
                  <a:lnTo>
                    <a:pt x="1836730" y="1678801"/>
                  </a:lnTo>
                  <a:lnTo>
                    <a:pt x="1841721" y="1678801"/>
                  </a:lnTo>
                  <a:lnTo>
                    <a:pt x="1841721" y="1678801"/>
                  </a:lnTo>
                  <a:lnTo>
                    <a:pt x="1846712" y="1678801"/>
                  </a:lnTo>
                  <a:lnTo>
                    <a:pt x="1846712" y="1676033"/>
                  </a:lnTo>
                  <a:lnTo>
                    <a:pt x="1851703" y="1676033"/>
                  </a:lnTo>
                  <a:lnTo>
                    <a:pt x="1851703" y="1673263"/>
                  </a:lnTo>
                  <a:lnTo>
                    <a:pt x="1856694" y="1673263"/>
                  </a:lnTo>
                  <a:lnTo>
                    <a:pt x="1856694" y="1673263"/>
                  </a:lnTo>
                  <a:lnTo>
                    <a:pt x="1861685" y="1673263"/>
                  </a:lnTo>
                  <a:lnTo>
                    <a:pt x="1861685" y="1670492"/>
                  </a:lnTo>
                  <a:lnTo>
                    <a:pt x="1866677" y="1670492"/>
                  </a:lnTo>
                  <a:lnTo>
                    <a:pt x="1866677" y="1667720"/>
                  </a:lnTo>
                  <a:lnTo>
                    <a:pt x="1871668" y="1667720"/>
                  </a:lnTo>
                  <a:lnTo>
                    <a:pt x="1871668" y="1662177"/>
                  </a:lnTo>
                  <a:lnTo>
                    <a:pt x="1876659" y="1662177"/>
                  </a:lnTo>
                  <a:lnTo>
                    <a:pt x="1876659" y="1662177"/>
                  </a:lnTo>
                  <a:lnTo>
                    <a:pt x="1881650" y="1662177"/>
                  </a:lnTo>
                  <a:lnTo>
                    <a:pt x="1881650" y="1662177"/>
                  </a:lnTo>
                  <a:lnTo>
                    <a:pt x="1886641" y="1662177"/>
                  </a:lnTo>
                  <a:lnTo>
                    <a:pt x="1886641" y="1662177"/>
                  </a:lnTo>
                  <a:lnTo>
                    <a:pt x="1891632" y="1662177"/>
                  </a:lnTo>
                  <a:lnTo>
                    <a:pt x="1891632" y="1662177"/>
                  </a:lnTo>
                  <a:lnTo>
                    <a:pt x="1896623" y="1662177"/>
                  </a:lnTo>
                  <a:lnTo>
                    <a:pt x="1896623" y="1662177"/>
                  </a:lnTo>
                  <a:lnTo>
                    <a:pt x="1901614" y="1662177"/>
                  </a:lnTo>
                  <a:lnTo>
                    <a:pt x="1901614" y="1662177"/>
                  </a:lnTo>
                  <a:lnTo>
                    <a:pt x="1906605" y="1662177"/>
                  </a:lnTo>
                  <a:lnTo>
                    <a:pt x="1906605" y="1656622"/>
                  </a:lnTo>
                  <a:lnTo>
                    <a:pt x="1911597" y="1656622"/>
                  </a:lnTo>
                  <a:lnTo>
                    <a:pt x="1911597" y="1656622"/>
                  </a:lnTo>
                  <a:lnTo>
                    <a:pt x="1916588" y="1656622"/>
                  </a:lnTo>
                  <a:lnTo>
                    <a:pt x="1916588" y="1651066"/>
                  </a:lnTo>
                  <a:lnTo>
                    <a:pt x="1921579" y="1651066"/>
                  </a:lnTo>
                  <a:lnTo>
                    <a:pt x="1921579" y="1651066"/>
                  </a:lnTo>
                  <a:lnTo>
                    <a:pt x="1926570" y="1651066"/>
                  </a:lnTo>
                  <a:lnTo>
                    <a:pt x="1926570" y="1648288"/>
                  </a:lnTo>
                  <a:lnTo>
                    <a:pt x="1931561" y="1648288"/>
                  </a:lnTo>
                  <a:lnTo>
                    <a:pt x="1931561" y="1642732"/>
                  </a:lnTo>
                  <a:lnTo>
                    <a:pt x="1936552" y="1642732"/>
                  </a:lnTo>
                  <a:lnTo>
                    <a:pt x="1936552" y="1637177"/>
                  </a:lnTo>
                  <a:lnTo>
                    <a:pt x="1941543" y="1637177"/>
                  </a:lnTo>
                  <a:lnTo>
                    <a:pt x="1941543" y="1628842"/>
                  </a:lnTo>
                  <a:lnTo>
                    <a:pt x="1946534" y="1628842"/>
                  </a:lnTo>
                  <a:lnTo>
                    <a:pt x="1946534" y="1628842"/>
                  </a:lnTo>
                  <a:lnTo>
                    <a:pt x="1951526" y="1628842"/>
                  </a:lnTo>
                  <a:lnTo>
                    <a:pt x="1951526" y="1628842"/>
                  </a:lnTo>
                  <a:lnTo>
                    <a:pt x="1956517" y="1628842"/>
                  </a:lnTo>
                  <a:lnTo>
                    <a:pt x="1956517" y="1628842"/>
                  </a:lnTo>
                  <a:lnTo>
                    <a:pt x="1961508" y="1628842"/>
                  </a:lnTo>
                  <a:lnTo>
                    <a:pt x="1961508" y="1626061"/>
                  </a:lnTo>
                  <a:lnTo>
                    <a:pt x="1966499" y="1626061"/>
                  </a:lnTo>
                  <a:lnTo>
                    <a:pt x="1966499" y="1626061"/>
                  </a:lnTo>
                  <a:lnTo>
                    <a:pt x="1971490" y="1626061"/>
                  </a:lnTo>
                  <a:lnTo>
                    <a:pt x="1971490" y="1626061"/>
                  </a:lnTo>
                  <a:lnTo>
                    <a:pt x="1976481" y="1626061"/>
                  </a:lnTo>
                  <a:lnTo>
                    <a:pt x="1976481" y="1620497"/>
                  </a:lnTo>
                  <a:lnTo>
                    <a:pt x="1981472" y="1620497"/>
                  </a:lnTo>
                  <a:lnTo>
                    <a:pt x="1981472" y="1617714"/>
                  </a:lnTo>
                  <a:lnTo>
                    <a:pt x="1986463" y="1617714"/>
                  </a:lnTo>
                  <a:lnTo>
                    <a:pt x="1986463" y="1614930"/>
                  </a:lnTo>
                  <a:lnTo>
                    <a:pt x="1991454" y="1614930"/>
                  </a:lnTo>
                  <a:lnTo>
                    <a:pt x="1991454" y="1609362"/>
                  </a:lnTo>
                  <a:lnTo>
                    <a:pt x="1996446" y="1609362"/>
                  </a:lnTo>
                  <a:lnTo>
                    <a:pt x="1996446" y="1606578"/>
                  </a:lnTo>
                  <a:lnTo>
                    <a:pt x="2001437" y="1606578"/>
                  </a:lnTo>
                  <a:lnTo>
                    <a:pt x="2001437" y="1606578"/>
                  </a:lnTo>
                  <a:lnTo>
                    <a:pt x="2006428" y="1606578"/>
                  </a:lnTo>
                  <a:lnTo>
                    <a:pt x="2006428" y="1606578"/>
                  </a:lnTo>
                  <a:lnTo>
                    <a:pt x="2011419" y="1606578"/>
                  </a:lnTo>
                  <a:lnTo>
                    <a:pt x="2011419" y="1606578"/>
                  </a:lnTo>
                  <a:lnTo>
                    <a:pt x="2016410" y="1606578"/>
                  </a:lnTo>
                  <a:lnTo>
                    <a:pt x="2016410" y="1606578"/>
                  </a:lnTo>
                  <a:lnTo>
                    <a:pt x="2021401" y="1606578"/>
                  </a:lnTo>
                  <a:lnTo>
                    <a:pt x="2021401" y="1606578"/>
                  </a:lnTo>
                  <a:lnTo>
                    <a:pt x="2026392" y="1606578"/>
                  </a:lnTo>
                  <a:lnTo>
                    <a:pt x="2026392" y="1603789"/>
                  </a:lnTo>
                  <a:lnTo>
                    <a:pt x="2031383" y="1603789"/>
                  </a:lnTo>
                  <a:lnTo>
                    <a:pt x="2031383" y="1603789"/>
                  </a:lnTo>
                  <a:lnTo>
                    <a:pt x="2036374" y="1603789"/>
                  </a:lnTo>
                  <a:lnTo>
                    <a:pt x="2036374" y="1598207"/>
                  </a:lnTo>
                  <a:lnTo>
                    <a:pt x="2041366" y="1598207"/>
                  </a:lnTo>
                  <a:lnTo>
                    <a:pt x="2041366" y="1595415"/>
                  </a:lnTo>
                  <a:lnTo>
                    <a:pt x="2046357" y="1595415"/>
                  </a:lnTo>
                  <a:lnTo>
                    <a:pt x="2046357" y="1587040"/>
                  </a:lnTo>
                  <a:lnTo>
                    <a:pt x="2051348" y="1587040"/>
                  </a:lnTo>
                  <a:lnTo>
                    <a:pt x="2051348" y="1584246"/>
                  </a:lnTo>
                  <a:lnTo>
                    <a:pt x="2056339" y="1584246"/>
                  </a:lnTo>
                  <a:lnTo>
                    <a:pt x="2056339" y="1578658"/>
                  </a:lnTo>
                  <a:lnTo>
                    <a:pt x="2061330" y="1578658"/>
                  </a:lnTo>
                  <a:lnTo>
                    <a:pt x="2061330" y="1578658"/>
                  </a:lnTo>
                  <a:lnTo>
                    <a:pt x="2066321" y="1578658"/>
                  </a:lnTo>
                  <a:lnTo>
                    <a:pt x="2066321" y="1578658"/>
                  </a:lnTo>
                  <a:lnTo>
                    <a:pt x="2071312" y="1578658"/>
                  </a:lnTo>
                  <a:lnTo>
                    <a:pt x="2071312" y="1578658"/>
                  </a:lnTo>
                  <a:lnTo>
                    <a:pt x="2076303" y="1578658"/>
                  </a:lnTo>
                  <a:lnTo>
                    <a:pt x="2076303" y="1575861"/>
                  </a:lnTo>
                  <a:lnTo>
                    <a:pt x="2081295" y="1575861"/>
                  </a:lnTo>
                  <a:lnTo>
                    <a:pt x="2081295" y="1570265"/>
                  </a:lnTo>
                  <a:lnTo>
                    <a:pt x="2086286" y="1570265"/>
                  </a:lnTo>
                  <a:lnTo>
                    <a:pt x="2086286" y="1564667"/>
                  </a:lnTo>
                  <a:lnTo>
                    <a:pt x="2091277" y="1564667"/>
                  </a:lnTo>
                  <a:lnTo>
                    <a:pt x="2091277" y="1561866"/>
                  </a:lnTo>
                  <a:lnTo>
                    <a:pt x="2096268" y="1561866"/>
                  </a:lnTo>
                  <a:lnTo>
                    <a:pt x="2096268" y="1561866"/>
                  </a:lnTo>
                  <a:lnTo>
                    <a:pt x="2101259" y="1561866"/>
                  </a:lnTo>
                  <a:lnTo>
                    <a:pt x="2101259" y="1561866"/>
                  </a:lnTo>
                  <a:lnTo>
                    <a:pt x="2106250" y="1561866"/>
                  </a:lnTo>
                  <a:lnTo>
                    <a:pt x="2106250" y="1561866"/>
                  </a:lnTo>
                  <a:lnTo>
                    <a:pt x="2111241" y="1561866"/>
                  </a:lnTo>
                  <a:lnTo>
                    <a:pt x="2111241" y="1561866"/>
                  </a:lnTo>
                  <a:lnTo>
                    <a:pt x="2116232" y="1561866"/>
                  </a:lnTo>
                  <a:lnTo>
                    <a:pt x="2116232" y="1542257"/>
                  </a:lnTo>
                  <a:lnTo>
                    <a:pt x="2121223" y="1542257"/>
                  </a:lnTo>
                  <a:lnTo>
                    <a:pt x="2121223" y="1542257"/>
                  </a:lnTo>
                  <a:lnTo>
                    <a:pt x="2126215" y="1542257"/>
                  </a:lnTo>
                  <a:lnTo>
                    <a:pt x="2126215" y="1539454"/>
                  </a:lnTo>
                  <a:lnTo>
                    <a:pt x="2131206" y="1539454"/>
                  </a:lnTo>
                  <a:lnTo>
                    <a:pt x="2131206" y="1539454"/>
                  </a:lnTo>
                  <a:lnTo>
                    <a:pt x="2136197" y="1539454"/>
                  </a:lnTo>
                  <a:lnTo>
                    <a:pt x="2136197" y="1533849"/>
                  </a:lnTo>
                  <a:lnTo>
                    <a:pt x="2141188" y="1533849"/>
                  </a:lnTo>
                  <a:lnTo>
                    <a:pt x="2141188" y="1531047"/>
                  </a:lnTo>
                  <a:lnTo>
                    <a:pt x="2146179" y="1531047"/>
                  </a:lnTo>
                  <a:lnTo>
                    <a:pt x="2146179" y="1525442"/>
                  </a:lnTo>
                  <a:lnTo>
                    <a:pt x="2151170" y="1525442"/>
                  </a:lnTo>
                  <a:lnTo>
                    <a:pt x="2151170" y="1517036"/>
                  </a:lnTo>
                  <a:lnTo>
                    <a:pt x="2156161" y="1517036"/>
                  </a:lnTo>
                  <a:lnTo>
                    <a:pt x="2156161" y="1517036"/>
                  </a:lnTo>
                  <a:lnTo>
                    <a:pt x="2161152" y="1517036"/>
                  </a:lnTo>
                  <a:lnTo>
                    <a:pt x="2161152" y="1517036"/>
                  </a:lnTo>
                  <a:lnTo>
                    <a:pt x="2166143" y="1517036"/>
                  </a:lnTo>
                  <a:lnTo>
                    <a:pt x="2166143" y="1517036"/>
                  </a:lnTo>
                  <a:lnTo>
                    <a:pt x="2171135" y="1517036"/>
                  </a:lnTo>
                  <a:lnTo>
                    <a:pt x="2171135" y="1517036"/>
                  </a:lnTo>
                  <a:lnTo>
                    <a:pt x="2176126" y="1517036"/>
                  </a:lnTo>
                  <a:lnTo>
                    <a:pt x="2176126" y="1517036"/>
                  </a:lnTo>
                  <a:lnTo>
                    <a:pt x="2181117" y="1517036"/>
                  </a:lnTo>
                  <a:lnTo>
                    <a:pt x="2181117" y="1511423"/>
                  </a:lnTo>
                  <a:lnTo>
                    <a:pt x="2186108" y="1511423"/>
                  </a:lnTo>
                  <a:lnTo>
                    <a:pt x="2186108" y="1500198"/>
                  </a:lnTo>
                  <a:lnTo>
                    <a:pt x="2191099" y="1500198"/>
                  </a:lnTo>
                  <a:lnTo>
                    <a:pt x="2191099" y="1494582"/>
                  </a:lnTo>
                  <a:lnTo>
                    <a:pt x="2196090" y="1494582"/>
                  </a:lnTo>
                  <a:lnTo>
                    <a:pt x="2196090" y="1491773"/>
                  </a:lnTo>
                  <a:lnTo>
                    <a:pt x="2201081" y="1491773"/>
                  </a:lnTo>
                  <a:lnTo>
                    <a:pt x="2201081" y="1488963"/>
                  </a:lnTo>
                  <a:lnTo>
                    <a:pt x="2206072" y="1488963"/>
                  </a:lnTo>
                  <a:lnTo>
                    <a:pt x="2206072" y="1488963"/>
                  </a:lnTo>
                  <a:lnTo>
                    <a:pt x="2211064" y="1488963"/>
                  </a:lnTo>
                  <a:lnTo>
                    <a:pt x="2211064" y="1488963"/>
                  </a:lnTo>
                  <a:lnTo>
                    <a:pt x="2216055" y="1488963"/>
                  </a:lnTo>
                  <a:lnTo>
                    <a:pt x="2216055" y="1488963"/>
                  </a:lnTo>
                  <a:lnTo>
                    <a:pt x="2221046" y="1488963"/>
                  </a:lnTo>
                  <a:lnTo>
                    <a:pt x="2221046" y="1480528"/>
                  </a:lnTo>
                  <a:lnTo>
                    <a:pt x="2226037" y="1480528"/>
                  </a:lnTo>
                  <a:lnTo>
                    <a:pt x="2226037" y="1474904"/>
                  </a:lnTo>
                  <a:lnTo>
                    <a:pt x="2231028" y="1474904"/>
                  </a:lnTo>
                  <a:lnTo>
                    <a:pt x="2231028" y="1474904"/>
                  </a:lnTo>
                  <a:lnTo>
                    <a:pt x="2236019" y="1474904"/>
                  </a:lnTo>
                  <a:lnTo>
                    <a:pt x="2236019" y="1474904"/>
                  </a:lnTo>
                  <a:lnTo>
                    <a:pt x="2241010" y="1474904"/>
                  </a:lnTo>
                  <a:lnTo>
                    <a:pt x="2241010" y="1472090"/>
                  </a:lnTo>
                  <a:lnTo>
                    <a:pt x="2246001" y="1472090"/>
                  </a:lnTo>
                  <a:lnTo>
                    <a:pt x="2246001" y="1472090"/>
                  </a:lnTo>
                  <a:lnTo>
                    <a:pt x="2250992" y="1472090"/>
                  </a:lnTo>
                  <a:lnTo>
                    <a:pt x="2250992" y="1472090"/>
                  </a:lnTo>
                  <a:lnTo>
                    <a:pt x="2255984" y="1472090"/>
                  </a:lnTo>
                  <a:lnTo>
                    <a:pt x="2255984" y="1463643"/>
                  </a:lnTo>
                  <a:lnTo>
                    <a:pt x="2260975" y="1463643"/>
                  </a:lnTo>
                  <a:lnTo>
                    <a:pt x="2260975" y="1460827"/>
                  </a:lnTo>
                  <a:lnTo>
                    <a:pt x="2265966" y="1460827"/>
                  </a:lnTo>
                  <a:lnTo>
                    <a:pt x="2265966" y="1458009"/>
                  </a:lnTo>
                  <a:lnTo>
                    <a:pt x="2270957" y="1458009"/>
                  </a:lnTo>
                  <a:lnTo>
                    <a:pt x="2270957" y="1458009"/>
                  </a:lnTo>
                  <a:lnTo>
                    <a:pt x="2275948" y="1458009"/>
                  </a:lnTo>
                  <a:lnTo>
                    <a:pt x="2275948" y="1458009"/>
                  </a:lnTo>
                  <a:lnTo>
                    <a:pt x="2280939" y="1458009"/>
                  </a:lnTo>
                  <a:lnTo>
                    <a:pt x="2280939" y="1458009"/>
                  </a:lnTo>
                  <a:lnTo>
                    <a:pt x="2285930" y="1458009"/>
                  </a:lnTo>
                  <a:lnTo>
                    <a:pt x="2285930" y="1455191"/>
                  </a:lnTo>
                  <a:lnTo>
                    <a:pt x="2290921" y="1455191"/>
                  </a:lnTo>
                  <a:lnTo>
                    <a:pt x="2290921" y="1452372"/>
                  </a:lnTo>
                  <a:lnTo>
                    <a:pt x="2295912" y="1452372"/>
                  </a:lnTo>
                  <a:lnTo>
                    <a:pt x="2295912" y="1446733"/>
                  </a:lnTo>
                  <a:lnTo>
                    <a:pt x="2300904" y="1446733"/>
                  </a:lnTo>
                  <a:lnTo>
                    <a:pt x="2300904" y="1446733"/>
                  </a:lnTo>
                  <a:lnTo>
                    <a:pt x="2305895" y="1446733"/>
                  </a:lnTo>
                  <a:lnTo>
                    <a:pt x="2305895" y="1441091"/>
                  </a:lnTo>
                  <a:lnTo>
                    <a:pt x="2310886" y="1441091"/>
                  </a:lnTo>
                  <a:lnTo>
                    <a:pt x="2310886" y="1441091"/>
                  </a:lnTo>
                  <a:lnTo>
                    <a:pt x="2315877" y="1441091"/>
                  </a:lnTo>
                  <a:lnTo>
                    <a:pt x="2315877" y="1441091"/>
                  </a:lnTo>
                  <a:lnTo>
                    <a:pt x="2320868" y="1441091"/>
                  </a:lnTo>
                  <a:lnTo>
                    <a:pt x="2320868" y="1435446"/>
                  </a:lnTo>
                  <a:lnTo>
                    <a:pt x="2325859" y="1435446"/>
                  </a:lnTo>
                  <a:lnTo>
                    <a:pt x="2325859" y="1426976"/>
                  </a:lnTo>
                  <a:lnTo>
                    <a:pt x="2330850" y="1426976"/>
                  </a:lnTo>
                  <a:lnTo>
                    <a:pt x="2330850" y="1426976"/>
                  </a:lnTo>
                  <a:lnTo>
                    <a:pt x="2335841" y="1426976"/>
                  </a:lnTo>
                  <a:lnTo>
                    <a:pt x="2335841" y="1426976"/>
                  </a:lnTo>
                  <a:lnTo>
                    <a:pt x="2340833" y="1426976"/>
                  </a:lnTo>
                  <a:lnTo>
                    <a:pt x="2340833" y="1424148"/>
                  </a:lnTo>
                  <a:lnTo>
                    <a:pt x="2345824" y="1424148"/>
                  </a:lnTo>
                  <a:lnTo>
                    <a:pt x="2345824" y="1424148"/>
                  </a:lnTo>
                  <a:lnTo>
                    <a:pt x="2350815" y="1424148"/>
                  </a:lnTo>
                  <a:lnTo>
                    <a:pt x="2350815" y="1418493"/>
                  </a:lnTo>
                  <a:lnTo>
                    <a:pt x="2355806" y="1418493"/>
                  </a:lnTo>
                  <a:lnTo>
                    <a:pt x="2355806" y="1418493"/>
                  </a:lnTo>
                  <a:lnTo>
                    <a:pt x="2360797" y="1418493"/>
                  </a:lnTo>
                  <a:lnTo>
                    <a:pt x="2360797" y="1412838"/>
                  </a:lnTo>
                  <a:lnTo>
                    <a:pt x="2365788" y="1412838"/>
                  </a:lnTo>
                  <a:lnTo>
                    <a:pt x="2365788" y="1410008"/>
                  </a:lnTo>
                  <a:lnTo>
                    <a:pt x="2370779" y="1410008"/>
                  </a:lnTo>
                  <a:lnTo>
                    <a:pt x="2370779" y="1410008"/>
                  </a:lnTo>
                  <a:lnTo>
                    <a:pt x="2375770" y="1410008"/>
                  </a:lnTo>
                  <a:lnTo>
                    <a:pt x="2375770" y="1410008"/>
                  </a:lnTo>
                  <a:lnTo>
                    <a:pt x="2380761" y="1410008"/>
                  </a:lnTo>
                  <a:lnTo>
                    <a:pt x="2380761" y="1410008"/>
                  </a:lnTo>
                  <a:lnTo>
                    <a:pt x="2385753" y="1410008"/>
                  </a:lnTo>
                  <a:lnTo>
                    <a:pt x="2385753" y="1410008"/>
                  </a:lnTo>
                  <a:lnTo>
                    <a:pt x="2390744" y="1410008"/>
                  </a:lnTo>
                  <a:lnTo>
                    <a:pt x="2390744" y="1407178"/>
                  </a:lnTo>
                  <a:lnTo>
                    <a:pt x="2395735" y="1407178"/>
                  </a:lnTo>
                  <a:lnTo>
                    <a:pt x="2395735" y="1404346"/>
                  </a:lnTo>
                  <a:lnTo>
                    <a:pt x="2400726" y="1404346"/>
                  </a:lnTo>
                  <a:lnTo>
                    <a:pt x="2400726" y="1401512"/>
                  </a:lnTo>
                  <a:lnTo>
                    <a:pt x="2405717" y="1401512"/>
                  </a:lnTo>
                  <a:lnTo>
                    <a:pt x="2405717" y="1401512"/>
                  </a:lnTo>
                  <a:lnTo>
                    <a:pt x="2410708" y="1401512"/>
                  </a:lnTo>
                  <a:lnTo>
                    <a:pt x="2410708" y="1401512"/>
                  </a:lnTo>
                  <a:lnTo>
                    <a:pt x="2415699" y="1401512"/>
                  </a:lnTo>
                  <a:lnTo>
                    <a:pt x="2415699" y="1398676"/>
                  </a:lnTo>
                  <a:lnTo>
                    <a:pt x="2420690" y="1398676"/>
                  </a:lnTo>
                  <a:lnTo>
                    <a:pt x="2420690" y="1398676"/>
                  </a:lnTo>
                  <a:lnTo>
                    <a:pt x="2425681" y="1398676"/>
                  </a:lnTo>
                  <a:lnTo>
                    <a:pt x="2425681" y="1390163"/>
                  </a:lnTo>
                  <a:lnTo>
                    <a:pt x="2430673" y="1390163"/>
                  </a:lnTo>
                  <a:lnTo>
                    <a:pt x="2430673" y="1387325"/>
                  </a:lnTo>
                  <a:lnTo>
                    <a:pt x="2435664" y="1387325"/>
                  </a:lnTo>
                  <a:lnTo>
                    <a:pt x="2435664" y="1387325"/>
                  </a:lnTo>
                  <a:lnTo>
                    <a:pt x="2440655" y="1387325"/>
                  </a:lnTo>
                  <a:lnTo>
                    <a:pt x="2440655" y="1384486"/>
                  </a:lnTo>
                  <a:lnTo>
                    <a:pt x="2445646" y="1384486"/>
                  </a:lnTo>
                  <a:lnTo>
                    <a:pt x="2445646" y="1381645"/>
                  </a:lnTo>
                  <a:lnTo>
                    <a:pt x="2450637" y="1381645"/>
                  </a:lnTo>
                  <a:lnTo>
                    <a:pt x="2450637" y="1381645"/>
                  </a:lnTo>
                  <a:lnTo>
                    <a:pt x="2455628" y="1381645"/>
                  </a:lnTo>
                  <a:lnTo>
                    <a:pt x="2455628" y="1381645"/>
                  </a:lnTo>
                  <a:lnTo>
                    <a:pt x="2460619" y="1381645"/>
                  </a:lnTo>
                  <a:lnTo>
                    <a:pt x="2460619" y="1381645"/>
                  </a:lnTo>
                  <a:lnTo>
                    <a:pt x="2465610" y="1381645"/>
                  </a:lnTo>
                  <a:lnTo>
                    <a:pt x="2465610" y="1381645"/>
                  </a:lnTo>
                  <a:lnTo>
                    <a:pt x="2470601" y="1381645"/>
                  </a:lnTo>
                  <a:lnTo>
                    <a:pt x="2470601" y="1381645"/>
                  </a:lnTo>
                  <a:lnTo>
                    <a:pt x="2475593" y="1381645"/>
                  </a:lnTo>
                  <a:lnTo>
                    <a:pt x="2475593" y="1378799"/>
                  </a:lnTo>
                  <a:lnTo>
                    <a:pt x="2480584" y="1378799"/>
                  </a:lnTo>
                  <a:lnTo>
                    <a:pt x="2480584" y="1373107"/>
                  </a:lnTo>
                  <a:lnTo>
                    <a:pt x="2485575" y="1373107"/>
                  </a:lnTo>
                  <a:lnTo>
                    <a:pt x="2485575" y="1370262"/>
                  </a:lnTo>
                  <a:lnTo>
                    <a:pt x="2490566" y="1370262"/>
                  </a:lnTo>
                  <a:lnTo>
                    <a:pt x="2490566" y="1367416"/>
                  </a:lnTo>
                  <a:lnTo>
                    <a:pt x="2495557" y="1367416"/>
                  </a:lnTo>
                  <a:lnTo>
                    <a:pt x="2495557" y="1367416"/>
                  </a:lnTo>
                  <a:lnTo>
                    <a:pt x="2500548" y="1367416"/>
                  </a:lnTo>
                  <a:lnTo>
                    <a:pt x="2500548" y="1361723"/>
                  </a:lnTo>
                  <a:lnTo>
                    <a:pt x="2505539" y="1361723"/>
                  </a:lnTo>
                  <a:lnTo>
                    <a:pt x="2505539" y="1361723"/>
                  </a:lnTo>
                  <a:lnTo>
                    <a:pt x="2510530" y="1361723"/>
                  </a:lnTo>
                  <a:lnTo>
                    <a:pt x="2510530" y="1361723"/>
                  </a:lnTo>
                  <a:lnTo>
                    <a:pt x="2515522" y="1361723"/>
                  </a:lnTo>
                  <a:lnTo>
                    <a:pt x="2515522" y="1358875"/>
                  </a:lnTo>
                  <a:lnTo>
                    <a:pt x="2520513" y="1358875"/>
                  </a:lnTo>
                  <a:lnTo>
                    <a:pt x="2520513" y="1358875"/>
                  </a:lnTo>
                  <a:lnTo>
                    <a:pt x="2525504" y="1358875"/>
                  </a:lnTo>
                  <a:lnTo>
                    <a:pt x="2525504" y="1356027"/>
                  </a:lnTo>
                  <a:lnTo>
                    <a:pt x="2530495" y="1356027"/>
                  </a:lnTo>
                  <a:lnTo>
                    <a:pt x="2530495" y="1356027"/>
                  </a:lnTo>
                  <a:lnTo>
                    <a:pt x="2535486" y="1356027"/>
                  </a:lnTo>
                  <a:lnTo>
                    <a:pt x="2535486" y="1356027"/>
                  </a:lnTo>
                  <a:lnTo>
                    <a:pt x="2540477" y="1356027"/>
                  </a:lnTo>
                  <a:lnTo>
                    <a:pt x="2540477" y="1350323"/>
                  </a:lnTo>
                  <a:lnTo>
                    <a:pt x="2545468" y="1350323"/>
                  </a:lnTo>
                  <a:lnTo>
                    <a:pt x="2545468" y="1350323"/>
                  </a:lnTo>
                  <a:lnTo>
                    <a:pt x="2550459" y="1350323"/>
                  </a:lnTo>
                  <a:lnTo>
                    <a:pt x="2550459" y="1350323"/>
                  </a:lnTo>
                  <a:lnTo>
                    <a:pt x="2555450" y="1350323"/>
                  </a:lnTo>
                  <a:lnTo>
                    <a:pt x="2555450" y="1344618"/>
                  </a:lnTo>
                  <a:lnTo>
                    <a:pt x="2560442" y="1344618"/>
                  </a:lnTo>
                  <a:lnTo>
                    <a:pt x="2560442" y="1338914"/>
                  </a:lnTo>
                  <a:lnTo>
                    <a:pt x="2565433" y="1338914"/>
                  </a:lnTo>
                  <a:lnTo>
                    <a:pt x="2565433" y="1338914"/>
                  </a:lnTo>
                  <a:lnTo>
                    <a:pt x="2570424" y="1338914"/>
                  </a:lnTo>
                  <a:lnTo>
                    <a:pt x="2570424" y="1333209"/>
                  </a:lnTo>
                  <a:lnTo>
                    <a:pt x="2575415" y="1333209"/>
                  </a:lnTo>
                  <a:lnTo>
                    <a:pt x="2575415" y="1330354"/>
                  </a:lnTo>
                  <a:lnTo>
                    <a:pt x="2580406" y="1330354"/>
                  </a:lnTo>
                  <a:lnTo>
                    <a:pt x="2580406" y="1327497"/>
                  </a:lnTo>
                  <a:lnTo>
                    <a:pt x="2585397" y="1327497"/>
                  </a:lnTo>
                  <a:lnTo>
                    <a:pt x="2585397" y="1327497"/>
                  </a:lnTo>
                  <a:lnTo>
                    <a:pt x="2590388" y="1327497"/>
                  </a:lnTo>
                  <a:lnTo>
                    <a:pt x="2590388" y="1327497"/>
                  </a:lnTo>
                  <a:lnTo>
                    <a:pt x="2595379" y="1327497"/>
                  </a:lnTo>
                  <a:lnTo>
                    <a:pt x="2595379" y="1321780"/>
                  </a:lnTo>
                  <a:lnTo>
                    <a:pt x="2600370" y="1321780"/>
                  </a:lnTo>
                  <a:lnTo>
                    <a:pt x="2600370" y="1316063"/>
                  </a:lnTo>
                  <a:lnTo>
                    <a:pt x="2605362" y="1316063"/>
                  </a:lnTo>
                  <a:lnTo>
                    <a:pt x="2605362" y="1316063"/>
                  </a:lnTo>
                  <a:lnTo>
                    <a:pt x="2610353" y="1316063"/>
                  </a:lnTo>
                  <a:lnTo>
                    <a:pt x="2610353" y="1313203"/>
                  </a:lnTo>
                  <a:lnTo>
                    <a:pt x="2615344" y="1313203"/>
                  </a:lnTo>
                  <a:lnTo>
                    <a:pt x="2615344" y="1313203"/>
                  </a:lnTo>
                  <a:lnTo>
                    <a:pt x="2620335" y="1313203"/>
                  </a:lnTo>
                  <a:lnTo>
                    <a:pt x="2620335" y="1313203"/>
                  </a:lnTo>
                  <a:lnTo>
                    <a:pt x="2625326" y="1313203"/>
                  </a:lnTo>
                  <a:lnTo>
                    <a:pt x="2625326" y="1313203"/>
                  </a:lnTo>
                  <a:lnTo>
                    <a:pt x="2630317" y="1313203"/>
                  </a:lnTo>
                  <a:lnTo>
                    <a:pt x="2630317" y="1310338"/>
                  </a:lnTo>
                  <a:lnTo>
                    <a:pt x="2635308" y="1310338"/>
                  </a:lnTo>
                  <a:lnTo>
                    <a:pt x="2635308" y="1310338"/>
                  </a:lnTo>
                  <a:lnTo>
                    <a:pt x="2640299" y="1310338"/>
                  </a:lnTo>
                  <a:lnTo>
                    <a:pt x="2640299" y="1304602"/>
                  </a:lnTo>
                  <a:lnTo>
                    <a:pt x="2645291" y="1304602"/>
                  </a:lnTo>
                  <a:lnTo>
                    <a:pt x="2645291" y="1298858"/>
                  </a:lnTo>
                  <a:lnTo>
                    <a:pt x="2650282" y="1298858"/>
                  </a:lnTo>
                  <a:lnTo>
                    <a:pt x="2650282" y="1298858"/>
                  </a:lnTo>
                  <a:lnTo>
                    <a:pt x="2655273" y="1298858"/>
                  </a:lnTo>
                  <a:lnTo>
                    <a:pt x="2655273" y="1295985"/>
                  </a:lnTo>
                  <a:lnTo>
                    <a:pt x="2660264" y="1295985"/>
                  </a:lnTo>
                  <a:lnTo>
                    <a:pt x="2660264" y="1290239"/>
                  </a:lnTo>
                  <a:lnTo>
                    <a:pt x="2665255" y="1290239"/>
                  </a:lnTo>
                  <a:lnTo>
                    <a:pt x="2665255" y="1290239"/>
                  </a:lnTo>
                  <a:lnTo>
                    <a:pt x="2670246" y="1290239"/>
                  </a:lnTo>
                  <a:lnTo>
                    <a:pt x="2670246" y="1287365"/>
                  </a:lnTo>
                  <a:lnTo>
                    <a:pt x="2675237" y="1287365"/>
                  </a:lnTo>
                  <a:lnTo>
                    <a:pt x="2675237" y="1284491"/>
                  </a:lnTo>
                  <a:lnTo>
                    <a:pt x="2680228" y="1284491"/>
                  </a:lnTo>
                  <a:lnTo>
                    <a:pt x="2680228" y="1284491"/>
                  </a:lnTo>
                  <a:lnTo>
                    <a:pt x="2685219" y="1284491"/>
                  </a:lnTo>
                  <a:lnTo>
                    <a:pt x="2685219" y="1284491"/>
                  </a:lnTo>
                  <a:lnTo>
                    <a:pt x="2690211" y="1284491"/>
                  </a:lnTo>
                  <a:lnTo>
                    <a:pt x="2690211" y="1284491"/>
                  </a:lnTo>
                  <a:lnTo>
                    <a:pt x="2695202" y="1284491"/>
                  </a:lnTo>
                  <a:lnTo>
                    <a:pt x="2695202" y="1281611"/>
                  </a:lnTo>
                  <a:lnTo>
                    <a:pt x="2700193" y="1281611"/>
                  </a:lnTo>
                  <a:lnTo>
                    <a:pt x="2700193" y="1275849"/>
                  </a:lnTo>
                  <a:lnTo>
                    <a:pt x="2705184" y="1275849"/>
                  </a:lnTo>
                  <a:lnTo>
                    <a:pt x="2705184" y="1275849"/>
                  </a:lnTo>
                  <a:lnTo>
                    <a:pt x="2710175" y="1275849"/>
                  </a:lnTo>
                  <a:lnTo>
                    <a:pt x="2710175" y="1272964"/>
                  </a:lnTo>
                  <a:lnTo>
                    <a:pt x="2715166" y="1272964"/>
                  </a:lnTo>
                  <a:lnTo>
                    <a:pt x="2715166" y="1272964"/>
                  </a:lnTo>
                  <a:lnTo>
                    <a:pt x="2720157" y="1272964"/>
                  </a:lnTo>
                  <a:lnTo>
                    <a:pt x="2720157" y="1270075"/>
                  </a:lnTo>
                  <a:lnTo>
                    <a:pt x="2725148" y="1270075"/>
                  </a:lnTo>
                  <a:lnTo>
                    <a:pt x="2725148" y="1270075"/>
                  </a:lnTo>
                  <a:lnTo>
                    <a:pt x="2730139" y="1270075"/>
                  </a:lnTo>
                  <a:lnTo>
                    <a:pt x="2730139" y="1267185"/>
                  </a:lnTo>
                  <a:lnTo>
                    <a:pt x="2735131" y="1267185"/>
                  </a:lnTo>
                  <a:lnTo>
                    <a:pt x="2735131" y="1261404"/>
                  </a:lnTo>
                  <a:lnTo>
                    <a:pt x="2740122" y="1261404"/>
                  </a:lnTo>
                  <a:lnTo>
                    <a:pt x="2740122" y="1261404"/>
                  </a:lnTo>
                  <a:lnTo>
                    <a:pt x="2745113" y="1261404"/>
                  </a:lnTo>
                  <a:lnTo>
                    <a:pt x="2745113" y="1258511"/>
                  </a:lnTo>
                  <a:lnTo>
                    <a:pt x="2750104" y="1258511"/>
                  </a:lnTo>
                  <a:lnTo>
                    <a:pt x="2750104" y="1258511"/>
                  </a:lnTo>
                  <a:lnTo>
                    <a:pt x="2755095" y="1258511"/>
                  </a:lnTo>
                  <a:lnTo>
                    <a:pt x="2755095" y="1255615"/>
                  </a:lnTo>
                  <a:lnTo>
                    <a:pt x="2760086" y="1255615"/>
                  </a:lnTo>
                  <a:lnTo>
                    <a:pt x="2760086" y="1249821"/>
                  </a:lnTo>
                  <a:lnTo>
                    <a:pt x="2765077" y="1249821"/>
                  </a:lnTo>
                  <a:lnTo>
                    <a:pt x="2765077" y="1246924"/>
                  </a:lnTo>
                  <a:lnTo>
                    <a:pt x="2770068" y="1246924"/>
                  </a:lnTo>
                  <a:lnTo>
                    <a:pt x="2770068" y="1246924"/>
                  </a:lnTo>
                  <a:lnTo>
                    <a:pt x="2775060" y="1246924"/>
                  </a:lnTo>
                  <a:lnTo>
                    <a:pt x="2775060" y="1246924"/>
                  </a:lnTo>
                  <a:lnTo>
                    <a:pt x="2780051" y="1246924"/>
                  </a:lnTo>
                  <a:lnTo>
                    <a:pt x="2780051" y="1246924"/>
                  </a:lnTo>
                  <a:lnTo>
                    <a:pt x="2785042" y="1246924"/>
                  </a:lnTo>
                  <a:lnTo>
                    <a:pt x="2785042" y="1246924"/>
                  </a:lnTo>
                  <a:lnTo>
                    <a:pt x="2790033" y="1246924"/>
                  </a:lnTo>
                  <a:lnTo>
                    <a:pt x="2790033" y="1246924"/>
                  </a:lnTo>
                  <a:lnTo>
                    <a:pt x="2795024" y="1246924"/>
                  </a:lnTo>
                  <a:lnTo>
                    <a:pt x="2795024" y="1246924"/>
                  </a:lnTo>
                  <a:lnTo>
                    <a:pt x="2800015" y="1246924"/>
                  </a:lnTo>
                  <a:lnTo>
                    <a:pt x="2800015" y="1246924"/>
                  </a:lnTo>
                  <a:lnTo>
                    <a:pt x="2805006" y="1246924"/>
                  </a:lnTo>
                  <a:lnTo>
                    <a:pt x="2805006" y="1246924"/>
                  </a:lnTo>
                  <a:lnTo>
                    <a:pt x="2809997" y="1246924"/>
                  </a:lnTo>
                  <a:lnTo>
                    <a:pt x="2809997" y="1246924"/>
                  </a:lnTo>
                  <a:lnTo>
                    <a:pt x="2814988" y="1246924"/>
                  </a:lnTo>
                  <a:lnTo>
                    <a:pt x="2814988" y="1244017"/>
                  </a:lnTo>
                  <a:lnTo>
                    <a:pt x="2819980" y="1244017"/>
                  </a:lnTo>
                  <a:lnTo>
                    <a:pt x="2819980" y="1241107"/>
                  </a:lnTo>
                  <a:lnTo>
                    <a:pt x="2824971" y="1241107"/>
                  </a:lnTo>
                  <a:lnTo>
                    <a:pt x="2824971" y="1241107"/>
                  </a:lnTo>
                  <a:lnTo>
                    <a:pt x="2829962" y="1241107"/>
                  </a:lnTo>
                  <a:lnTo>
                    <a:pt x="2829962" y="1241107"/>
                  </a:lnTo>
                  <a:lnTo>
                    <a:pt x="2834953" y="1241107"/>
                  </a:lnTo>
                  <a:lnTo>
                    <a:pt x="2834953" y="1241107"/>
                  </a:lnTo>
                  <a:lnTo>
                    <a:pt x="2839944" y="1241107"/>
                  </a:lnTo>
                  <a:lnTo>
                    <a:pt x="2839944" y="1241107"/>
                  </a:lnTo>
                  <a:lnTo>
                    <a:pt x="2844935" y="1241107"/>
                  </a:lnTo>
                  <a:lnTo>
                    <a:pt x="2844935" y="1241107"/>
                  </a:lnTo>
                  <a:lnTo>
                    <a:pt x="2849926" y="1241107"/>
                  </a:lnTo>
                  <a:lnTo>
                    <a:pt x="2849926" y="1241107"/>
                  </a:lnTo>
                  <a:lnTo>
                    <a:pt x="2854917" y="1241107"/>
                  </a:lnTo>
                  <a:lnTo>
                    <a:pt x="2854917" y="1241107"/>
                  </a:lnTo>
                  <a:lnTo>
                    <a:pt x="2859908" y="1241107"/>
                  </a:lnTo>
                  <a:lnTo>
                    <a:pt x="2859908" y="1235267"/>
                  </a:lnTo>
                  <a:lnTo>
                    <a:pt x="2864900" y="1235267"/>
                  </a:lnTo>
                  <a:lnTo>
                    <a:pt x="2864900" y="1235267"/>
                  </a:lnTo>
                  <a:lnTo>
                    <a:pt x="2869891" y="1235267"/>
                  </a:lnTo>
                  <a:lnTo>
                    <a:pt x="2869891" y="1235267"/>
                  </a:lnTo>
                  <a:lnTo>
                    <a:pt x="2874882" y="1235267"/>
                  </a:lnTo>
                  <a:lnTo>
                    <a:pt x="2874882" y="1235267"/>
                  </a:lnTo>
                  <a:lnTo>
                    <a:pt x="2879873" y="1235267"/>
                  </a:lnTo>
                  <a:lnTo>
                    <a:pt x="2879873" y="1232345"/>
                  </a:lnTo>
                  <a:lnTo>
                    <a:pt x="2884864" y="1232345"/>
                  </a:lnTo>
                  <a:lnTo>
                    <a:pt x="2884864" y="1232345"/>
                  </a:lnTo>
                  <a:lnTo>
                    <a:pt x="2889855" y="1232345"/>
                  </a:lnTo>
                  <a:lnTo>
                    <a:pt x="2889855" y="1229420"/>
                  </a:lnTo>
                  <a:lnTo>
                    <a:pt x="2894846" y="1229420"/>
                  </a:lnTo>
                  <a:lnTo>
                    <a:pt x="2894846" y="1226493"/>
                  </a:lnTo>
                  <a:lnTo>
                    <a:pt x="2899837" y="1226493"/>
                  </a:lnTo>
                  <a:lnTo>
                    <a:pt x="2899837" y="1226493"/>
                  </a:lnTo>
                  <a:lnTo>
                    <a:pt x="2904829" y="1226493"/>
                  </a:lnTo>
                  <a:lnTo>
                    <a:pt x="2904829" y="1226493"/>
                  </a:lnTo>
                  <a:lnTo>
                    <a:pt x="2909820" y="1226493"/>
                  </a:lnTo>
                  <a:lnTo>
                    <a:pt x="2909820" y="1226493"/>
                  </a:lnTo>
                  <a:lnTo>
                    <a:pt x="2914811" y="1226493"/>
                  </a:lnTo>
                  <a:lnTo>
                    <a:pt x="2914811" y="1226493"/>
                  </a:lnTo>
                  <a:lnTo>
                    <a:pt x="2919802" y="1226493"/>
                  </a:lnTo>
                  <a:lnTo>
                    <a:pt x="2919802" y="1220631"/>
                  </a:lnTo>
                  <a:lnTo>
                    <a:pt x="2924793" y="1220631"/>
                  </a:lnTo>
                  <a:lnTo>
                    <a:pt x="2924793" y="1220631"/>
                  </a:lnTo>
                  <a:lnTo>
                    <a:pt x="2929784" y="1220631"/>
                  </a:lnTo>
                  <a:lnTo>
                    <a:pt x="2929784" y="1220631"/>
                  </a:lnTo>
                  <a:lnTo>
                    <a:pt x="2934775" y="1220631"/>
                  </a:lnTo>
                  <a:lnTo>
                    <a:pt x="2934775" y="1220631"/>
                  </a:lnTo>
                  <a:lnTo>
                    <a:pt x="2939766" y="1220631"/>
                  </a:lnTo>
                  <a:lnTo>
                    <a:pt x="2939766" y="1220631"/>
                  </a:lnTo>
                  <a:lnTo>
                    <a:pt x="2944757" y="1220631"/>
                  </a:lnTo>
                  <a:lnTo>
                    <a:pt x="2944757" y="1220631"/>
                  </a:lnTo>
                  <a:lnTo>
                    <a:pt x="2949749" y="1220631"/>
                  </a:lnTo>
                  <a:lnTo>
                    <a:pt x="2949749" y="1214743"/>
                  </a:lnTo>
                  <a:lnTo>
                    <a:pt x="2954740" y="1214743"/>
                  </a:lnTo>
                  <a:lnTo>
                    <a:pt x="2954740" y="1211797"/>
                  </a:lnTo>
                  <a:lnTo>
                    <a:pt x="2959731" y="1211797"/>
                  </a:lnTo>
                  <a:lnTo>
                    <a:pt x="2959731" y="1211797"/>
                  </a:lnTo>
                  <a:lnTo>
                    <a:pt x="2964722" y="1211797"/>
                  </a:lnTo>
                  <a:lnTo>
                    <a:pt x="2964722" y="1211797"/>
                  </a:lnTo>
                  <a:lnTo>
                    <a:pt x="2969713" y="1211797"/>
                  </a:lnTo>
                  <a:lnTo>
                    <a:pt x="2969713" y="1208840"/>
                  </a:lnTo>
                  <a:lnTo>
                    <a:pt x="2974704" y="1208840"/>
                  </a:lnTo>
                  <a:lnTo>
                    <a:pt x="2974704" y="1208840"/>
                  </a:lnTo>
                  <a:lnTo>
                    <a:pt x="2979695" y="1208840"/>
                  </a:lnTo>
                  <a:lnTo>
                    <a:pt x="2979695" y="1205880"/>
                  </a:lnTo>
                  <a:lnTo>
                    <a:pt x="2984686" y="1205880"/>
                  </a:lnTo>
                  <a:lnTo>
                    <a:pt x="2984686" y="1205880"/>
                  </a:lnTo>
                  <a:lnTo>
                    <a:pt x="2989677" y="1205880"/>
                  </a:lnTo>
                  <a:lnTo>
                    <a:pt x="2989677" y="1202918"/>
                  </a:lnTo>
                  <a:lnTo>
                    <a:pt x="2994669" y="1202918"/>
                  </a:lnTo>
                  <a:lnTo>
                    <a:pt x="2994669" y="1202918"/>
                  </a:lnTo>
                  <a:lnTo>
                    <a:pt x="2999660" y="1202918"/>
                  </a:lnTo>
                  <a:lnTo>
                    <a:pt x="2999660" y="1199950"/>
                  </a:lnTo>
                  <a:lnTo>
                    <a:pt x="3004651" y="1199950"/>
                  </a:lnTo>
                  <a:lnTo>
                    <a:pt x="3004651" y="1196979"/>
                  </a:lnTo>
                  <a:lnTo>
                    <a:pt x="3009642" y="1196979"/>
                  </a:lnTo>
                  <a:lnTo>
                    <a:pt x="3009642" y="1194006"/>
                  </a:lnTo>
                  <a:lnTo>
                    <a:pt x="3014633" y="1194006"/>
                  </a:lnTo>
                  <a:lnTo>
                    <a:pt x="3014633" y="1191031"/>
                  </a:lnTo>
                  <a:lnTo>
                    <a:pt x="3019624" y="1191031"/>
                  </a:lnTo>
                  <a:lnTo>
                    <a:pt x="3019624" y="1191031"/>
                  </a:lnTo>
                  <a:lnTo>
                    <a:pt x="3024615" y="1191031"/>
                  </a:lnTo>
                  <a:lnTo>
                    <a:pt x="3024615" y="1182097"/>
                  </a:lnTo>
                  <a:lnTo>
                    <a:pt x="3029606" y="1182097"/>
                  </a:lnTo>
                  <a:lnTo>
                    <a:pt x="3029606" y="1182097"/>
                  </a:lnTo>
                  <a:lnTo>
                    <a:pt x="3034598" y="1182097"/>
                  </a:lnTo>
                  <a:lnTo>
                    <a:pt x="3034598" y="1179111"/>
                  </a:lnTo>
                  <a:lnTo>
                    <a:pt x="3039589" y="1179111"/>
                  </a:lnTo>
                  <a:lnTo>
                    <a:pt x="3039589" y="1179111"/>
                  </a:lnTo>
                  <a:lnTo>
                    <a:pt x="3044580" y="1179111"/>
                  </a:lnTo>
                  <a:lnTo>
                    <a:pt x="3044580" y="1176124"/>
                  </a:lnTo>
                  <a:lnTo>
                    <a:pt x="3049571" y="1176124"/>
                  </a:lnTo>
                  <a:lnTo>
                    <a:pt x="3049571" y="1176124"/>
                  </a:lnTo>
                  <a:lnTo>
                    <a:pt x="3054562" y="1176124"/>
                  </a:lnTo>
                  <a:lnTo>
                    <a:pt x="3054562" y="1176124"/>
                  </a:lnTo>
                  <a:lnTo>
                    <a:pt x="3059553" y="1176124"/>
                  </a:lnTo>
                  <a:lnTo>
                    <a:pt x="3059553" y="1170145"/>
                  </a:lnTo>
                  <a:lnTo>
                    <a:pt x="3064544" y="1170145"/>
                  </a:lnTo>
                  <a:lnTo>
                    <a:pt x="3064544" y="1170145"/>
                  </a:lnTo>
                  <a:lnTo>
                    <a:pt x="3069535" y="1170145"/>
                  </a:lnTo>
                  <a:lnTo>
                    <a:pt x="3069535" y="1167150"/>
                  </a:lnTo>
                  <a:lnTo>
                    <a:pt x="3074526" y="1167150"/>
                  </a:lnTo>
                  <a:lnTo>
                    <a:pt x="3074526" y="1167150"/>
                  </a:lnTo>
                  <a:lnTo>
                    <a:pt x="3079518" y="1167150"/>
                  </a:lnTo>
                  <a:lnTo>
                    <a:pt x="3079518" y="1167150"/>
                  </a:lnTo>
                  <a:lnTo>
                    <a:pt x="3084509" y="1167150"/>
                  </a:lnTo>
                  <a:lnTo>
                    <a:pt x="3084509" y="1164150"/>
                  </a:lnTo>
                  <a:lnTo>
                    <a:pt x="3089500" y="1164150"/>
                  </a:lnTo>
                  <a:lnTo>
                    <a:pt x="3089500" y="1164150"/>
                  </a:lnTo>
                  <a:lnTo>
                    <a:pt x="3094491" y="1164150"/>
                  </a:lnTo>
                  <a:lnTo>
                    <a:pt x="3094491" y="1155136"/>
                  </a:lnTo>
                  <a:lnTo>
                    <a:pt x="3099482" y="1155136"/>
                  </a:lnTo>
                  <a:lnTo>
                    <a:pt x="3099482" y="1155136"/>
                  </a:lnTo>
                  <a:lnTo>
                    <a:pt x="3104473" y="1155136"/>
                  </a:lnTo>
                  <a:lnTo>
                    <a:pt x="3104473" y="1155136"/>
                  </a:lnTo>
                  <a:lnTo>
                    <a:pt x="3109464" y="1155136"/>
                  </a:lnTo>
                  <a:lnTo>
                    <a:pt x="3109464" y="1155136"/>
                  </a:lnTo>
                  <a:lnTo>
                    <a:pt x="3114455" y="1155136"/>
                  </a:lnTo>
                  <a:lnTo>
                    <a:pt x="3114455" y="1155136"/>
                  </a:lnTo>
                  <a:lnTo>
                    <a:pt x="3119446" y="1155136"/>
                  </a:lnTo>
                  <a:lnTo>
                    <a:pt x="3119446" y="1155136"/>
                  </a:lnTo>
                  <a:lnTo>
                    <a:pt x="3124438" y="1155136"/>
                  </a:lnTo>
                  <a:lnTo>
                    <a:pt x="3124438" y="1152119"/>
                  </a:lnTo>
                  <a:lnTo>
                    <a:pt x="3129429" y="1152119"/>
                  </a:lnTo>
                  <a:lnTo>
                    <a:pt x="3129429" y="1152119"/>
                  </a:lnTo>
                  <a:lnTo>
                    <a:pt x="3134420" y="1152119"/>
                  </a:lnTo>
                  <a:lnTo>
                    <a:pt x="3134420" y="1152119"/>
                  </a:lnTo>
                  <a:lnTo>
                    <a:pt x="3139411" y="1152119"/>
                  </a:lnTo>
                  <a:lnTo>
                    <a:pt x="3139411" y="1152119"/>
                  </a:lnTo>
                  <a:lnTo>
                    <a:pt x="3144402" y="1152119"/>
                  </a:lnTo>
                  <a:lnTo>
                    <a:pt x="3144402" y="1152119"/>
                  </a:lnTo>
                  <a:lnTo>
                    <a:pt x="3149393" y="1152119"/>
                  </a:lnTo>
                  <a:lnTo>
                    <a:pt x="3149393" y="1152119"/>
                  </a:lnTo>
                  <a:lnTo>
                    <a:pt x="3154384" y="1152119"/>
                  </a:lnTo>
                  <a:lnTo>
                    <a:pt x="3154384" y="1152119"/>
                  </a:lnTo>
                  <a:lnTo>
                    <a:pt x="3159375" y="1152119"/>
                  </a:lnTo>
                  <a:lnTo>
                    <a:pt x="3159375" y="1143025"/>
                  </a:lnTo>
                  <a:lnTo>
                    <a:pt x="3164367" y="1143025"/>
                  </a:lnTo>
                  <a:lnTo>
                    <a:pt x="3164367" y="1133929"/>
                  </a:lnTo>
                  <a:lnTo>
                    <a:pt x="3169358" y="1133929"/>
                  </a:lnTo>
                  <a:lnTo>
                    <a:pt x="3169358" y="1124823"/>
                  </a:lnTo>
                  <a:lnTo>
                    <a:pt x="3174349" y="1124823"/>
                  </a:lnTo>
                  <a:lnTo>
                    <a:pt x="3174349" y="1124823"/>
                  </a:lnTo>
                  <a:lnTo>
                    <a:pt x="3179340" y="1124823"/>
                  </a:lnTo>
                  <a:lnTo>
                    <a:pt x="3179340" y="1124823"/>
                  </a:lnTo>
                  <a:lnTo>
                    <a:pt x="3184331" y="1124823"/>
                  </a:lnTo>
                  <a:lnTo>
                    <a:pt x="3184331" y="1118747"/>
                  </a:lnTo>
                  <a:lnTo>
                    <a:pt x="3189322" y="1118747"/>
                  </a:lnTo>
                  <a:lnTo>
                    <a:pt x="3189322" y="1115708"/>
                  </a:lnTo>
                  <a:lnTo>
                    <a:pt x="3194313" y="1115708"/>
                  </a:lnTo>
                  <a:lnTo>
                    <a:pt x="3194313" y="1112667"/>
                  </a:lnTo>
                  <a:lnTo>
                    <a:pt x="3199304" y="1112667"/>
                  </a:lnTo>
                  <a:lnTo>
                    <a:pt x="3199304" y="1109624"/>
                  </a:lnTo>
                  <a:lnTo>
                    <a:pt x="3204295" y="1109624"/>
                  </a:lnTo>
                  <a:lnTo>
                    <a:pt x="3204295" y="1106576"/>
                  </a:lnTo>
                  <a:lnTo>
                    <a:pt x="3209287" y="1106576"/>
                  </a:lnTo>
                  <a:lnTo>
                    <a:pt x="3209287" y="1103525"/>
                  </a:lnTo>
                  <a:lnTo>
                    <a:pt x="3214278" y="1103525"/>
                  </a:lnTo>
                  <a:lnTo>
                    <a:pt x="3214278" y="1103525"/>
                  </a:lnTo>
                  <a:lnTo>
                    <a:pt x="3219269" y="1103525"/>
                  </a:lnTo>
                  <a:lnTo>
                    <a:pt x="3219269" y="1103525"/>
                  </a:lnTo>
                  <a:lnTo>
                    <a:pt x="3224260" y="1103525"/>
                  </a:lnTo>
                  <a:lnTo>
                    <a:pt x="3224260" y="1103525"/>
                  </a:lnTo>
                  <a:lnTo>
                    <a:pt x="3229251" y="1103525"/>
                  </a:lnTo>
                  <a:lnTo>
                    <a:pt x="3229251" y="1100466"/>
                  </a:lnTo>
                  <a:lnTo>
                    <a:pt x="3234242" y="1100466"/>
                  </a:lnTo>
                  <a:lnTo>
                    <a:pt x="3234242" y="1091279"/>
                  </a:lnTo>
                  <a:lnTo>
                    <a:pt x="3239233" y="1091279"/>
                  </a:lnTo>
                  <a:lnTo>
                    <a:pt x="3239233" y="1091279"/>
                  </a:lnTo>
                  <a:lnTo>
                    <a:pt x="3244224" y="1091279"/>
                  </a:lnTo>
                  <a:lnTo>
                    <a:pt x="3244224" y="1088212"/>
                  </a:lnTo>
                  <a:lnTo>
                    <a:pt x="3249215" y="1088212"/>
                  </a:lnTo>
                  <a:lnTo>
                    <a:pt x="3249215" y="1088212"/>
                  </a:lnTo>
                  <a:lnTo>
                    <a:pt x="3254207" y="1088212"/>
                  </a:lnTo>
                  <a:lnTo>
                    <a:pt x="3254207" y="1088212"/>
                  </a:lnTo>
                  <a:lnTo>
                    <a:pt x="3259198" y="1088212"/>
                  </a:lnTo>
                  <a:lnTo>
                    <a:pt x="3259198" y="1085139"/>
                  </a:lnTo>
                  <a:lnTo>
                    <a:pt x="3264189" y="1085139"/>
                  </a:lnTo>
                  <a:lnTo>
                    <a:pt x="3264189" y="1085139"/>
                  </a:lnTo>
                  <a:lnTo>
                    <a:pt x="3269180" y="1085139"/>
                  </a:lnTo>
                  <a:lnTo>
                    <a:pt x="3269180" y="1078983"/>
                  </a:lnTo>
                  <a:lnTo>
                    <a:pt x="3274171" y="1078983"/>
                  </a:lnTo>
                  <a:lnTo>
                    <a:pt x="3274171" y="1078983"/>
                  </a:lnTo>
                  <a:lnTo>
                    <a:pt x="3279162" y="1078983"/>
                  </a:lnTo>
                  <a:lnTo>
                    <a:pt x="3279162" y="1078983"/>
                  </a:lnTo>
                  <a:lnTo>
                    <a:pt x="3284153" y="1078983"/>
                  </a:lnTo>
                  <a:lnTo>
                    <a:pt x="3284153" y="1075896"/>
                  </a:lnTo>
                  <a:lnTo>
                    <a:pt x="3289144" y="1075896"/>
                  </a:lnTo>
                  <a:lnTo>
                    <a:pt x="3289144" y="1075896"/>
                  </a:lnTo>
                  <a:lnTo>
                    <a:pt x="3294135" y="1075896"/>
                  </a:lnTo>
                  <a:lnTo>
                    <a:pt x="3294135" y="1072806"/>
                  </a:lnTo>
                  <a:lnTo>
                    <a:pt x="3299127" y="1072806"/>
                  </a:lnTo>
                  <a:lnTo>
                    <a:pt x="3299127" y="1072806"/>
                  </a:lnTo>
                  <a:lnTo>
                    <a:pt x="3304118" y="1072806"/>
                  </a:lnTo>
                  <a:lnTo>
                    <a:pt x="3304118" y="1069708"/>
                  </a:lnTo>
                  <a:lnTo>
                    <a:pt x="3309109" y="1069708"/>
                  </a:lnTo>
                  <a:lnTo>
                    <a:pt x="3309109" y="1069708"/>
                  </a:lnTo>
                  <a:lnTo>
                    <a:pt x="3314100" y="1069708"/>
                  </a:lnTo>
                  <a:lnTo>
                    <a:pt x="3314100" y="1066603"/>
                  </a:lnTo>
                  <a:lnTo>
                    <a:pt x="3319091" y="1066603"/>
                  </a:lnTo>
                  <a:lnTo>
                    <a:pt x="3319091" y="1057289"/>
                  </a:lnTo>
                  <a:lnTo>
                    <a:pt x="3324082" y="1057289"/>
                  </a:lnTo>
                  <a:lnTo>
                    <a:pt x="3324082" y="1057289"/>
                  </a:lnTo>
                  <a:lnTo>
                    <a:pt x="3329073" y="1057289"/>
                  </a:lnTo>
                  <a:lnTo>
                    <a:pt x="3329073" y="1057289"/>
                  </a:lnTo>
                  <a:lnTo>
                    <a:pt x="3334064" y="1057289"/>
                  </a:lnTo>
                  <a:lnTo>
                    <a:pt x="3334064" y="1057289"/>
                  </a:lnTo>
                  <a:lnTo>
                    <a:pt x="3339056" y="1057289"/>
                  </a:lnTo>
                  <a:lnTo>
                    <a:pt x="3339056" y="1057289"/>
                  </a:lnTo>
                  <a:lnTo>
                    <a:pt x="3344047" y="1057289"/>
                  </a:lnTo>
                  <a:lnTo>
                    <a:pt x="3344047" y="1057289"/>
                  </a:lnTo>
                  <a:lnTo>
                    <a:pt x="3349038" y="1057289"/>
                  </a:lnTo>
                  <a:lnTo>
                    <a:pt x="3349038" y="1057289"/>
                  </a:lnTo>
                  <a:lnTo>
                    <a:pt x="3354029" y="1057289"/>
                  </a:lnTo>
                  <a:lnTo>
                    <a:pt x="3354029" y="1054169"/>
                  </a:lnTo>
                  <a:lnTo>
                    <a:pt x="3359020" y="1054169"/>
                  </a:lnTo>
                  <a:lnTo>
                    <a:pt x="3359020" y="1054169"/>
                  </a:lnTo>
                  <a:lnTo>
                    <a:pt x="3364011" y="1054169"/>
                  </a:lnTo>
                  <a:lnTo>
                    <a:pt x="3364011" y="1051048"/>
                  </a:lnTo>
                  <a:lnTo>
                    <a:pt x="3369002" y="1051048"/>
                  </a:lnTo>
                  <a:lnTo>
                    <a:pt x="3369002" y="1047926"/>
                  </a:lnTo>
                  <a:lnTo>
                    <a:pt x="3373993" y="1047926"/>
                  </a:lnTo>
                  <a:lnTo>
                    <a:pt x="3373993" y="1041680"/>
                  </a:lnTo>
                  <a:lnTo>
                    <a:pt x="3378984" y="1041680"/>
                  </a:lnTo>
                  <a:lnTo>
                    <a:pt x="3378984" y="1041680"/>
                  </a:lnTo>
                  <a:lnTo>
                    <a:pt x="3383976" y="1041680"/>
                  </a:lnTo>
                  <a:lnTo>
                    <a:pt x="3383976" y="1038547"/>
                  </a:lnTo>
                  <a:lnTo>
                    <a:pt x="3388967" y="1038547"/>
                  </a:lnTo>
                  <a:lnTo>
                    <a:pt x="3388967" y="1038547"/>
                  </a:lnTo>
                  <a:lnTo>
                    <a:pt x="3393958" y="1038547"/>
                  </a:lnTo>
                  <a:lnTo>
                    <a:pt x="3393958" y="1038547"/>
                  </a:lnTo>
                  <a:lnTo>
                    <a:pt x="3398949" y="1038547"/>
                  </a:lnTo>
                  <a:lnTo>
                    <a:pt x="3398949" y="1032272"/>
                  </a:lnTo>
                  <a:lnTo>
                    <a:pt x="3403940" y="1032272"/>
                  </a:lnTo>
                  <a:lnTo>
                    <a:pt x="3403940" y="1032272"/>
                  </a:lnTo>
                  <a:lnTo>
                    <a:pt x="3408931" y="1032272"/>
                  </a:lnTo>
                  <a:lnTo>
                    <a:pt x="3408931" y="1029131"/>
                  </a:lnTo>
                  <a:lnTo>
                    <a:pt x="3413922" y="1029131"/>
                  </a:lnTo>
                  <a:lnTo>
                    <a:pt x="3413922" y="1029131"/>
                  </a:lnTo>
                  <a:lnTo>
                    <a:pt x="3418913" y="1029131"/>
                  </a:lnTo>
                  <a:lnTo>
                    <a:pt x="3418913" y="1025985"/>
                  </a:lnTo>
                  <a:lnTo>
                    <a:pt x="3423904" y="1025985"/>
                  </a:lnTo>
                  <a:lnTo>
                    <a:pt x="3423904" y="1025985"/>
                  </a:lnTo>
                  <a:lnTo>
                    <a:pt x="3428896" y="1025985"/>
                  </a:lnTo>
                  <a:lnTo>
                    <a:pt x="3428896" y="1022835"/>
                  </a:lnTo>
                  <a:lnTo>
                    <a:pt x="3433887" y="1022835"/>
                  </a:lnTo>
                  <a:lnTo>
                    <a:pt x="3433887" y="1022835"/>
                  </a:lnTo>
                  <a:lnTo>
                    <a:pt x="3438878" y="1022835"/>
                  </a:lnTo>
                  <a:lnTo>
                    <a:pt x="3438878" y="1022835"/>
                  </a:lnTo>
                  <a:lnTo>
                    <a:pt x="3443869" y="1022835"/>
                  </a:lnTo>
                  <a:lnTo>
                    <a:pt x="3443869" y="1019678"/>
                  </a:lnTo>
                  <a:lnTo>
                    <a:pt x="3448860" y="1019678"/>
                  </a:lnTo>
                  <a:lnTo>
                    <a:pt x="3448860" y="1019678"/>
                  </a:lnTo>
                  <a:lnTo>
                    <a:pt x="3453851" y="1019678"/>
                  </a:lnTo>
                  <a:lnTo>
                    <a:pt x="3453851" y="1019678"/>
                  </a:lnTo>
                  <a:lnTo>
                    <a:pt x="3458842" y="1019678"/>
                  </a:lnTo>
                  <a:lnTo>
                    <a:pt x="3458842" y="1019678"/>
                  </a:lnTo>
                  <a:lnTo>
                    <a:pt x="3463833" y="1019678"/>
                  </a:lnTo>
                  <a:lnTo>
                    <a:pt x="3463833" y="1016510"/>
                  </a:lnTo>
                  <a:lnTo>
                    <a:pt x="3468825" y="1016510"/>
                  </a:lnTo>
                  <a:lnTo>
                    <a:pt x="3468825" y="1013341"/>
                  </a:lnTo>
                  <a:lnTo>
                    <a:pt x="3473816" y="1013341"/>
                  </a:lnTo>
                  <a:lnTo>
                    <a:pt x="3473816" y="1006994"/>
                  </a:lnTo>
                  <a:lnTo>
                    <a:pt x="3478807" y="1006994"/>
                  </a:lnTo>
                  <a:lnTo>
                    <a:pt x="3478807" y="1006994"/>
                  </a:lnTo>
                  <a:lnTo>
                    <a:pt x="3483798" y="1006994"/>
                  </a:lnTo>
                  <a:lnTo>
                    <a:pt x="3483798" y="1006994"/>
                  </a:lnTo>
                  <a:lnTo>
                    <a:pt x="3488789" y="1006994"/>
                  </a:lnTo>
                  <a:lnTo>
                    <a:pt x="3488789" y="1006994"/>
                  </a:lnTo>
                  <a:lnTo>
                    <a:pt x="3493780" y="1006994"/>
                  </a:lnTo>
                  <a:lnTo>
                    <a:pt x="3493780" y="1006994"/>
                  </a:lnTo>
                  <a:lnTo>
                    <a:pt x="3498771" y="1006994"/>
                  </a:lnTo>
                  <a:lnTo>
                    <a:pt x="3498771" y="1006994"/>
                  </a:lnTo>
                  <a:lnTo>
                    <a:pt x="3503762" y="1006994"/>
                  </a:lnTo>
                  <a:lnTo>
                    <a:pt x="3503762" y="1006994"/>
                  </a:lnTo>
                  <a:lnTo>
                    <a:pt x="3508753" y="1006994"/>
                  </a:lnTo>
                  <a:lnTo>
                    <a:pt x="3508753" y="1006994"/>
                  </a:lnTo>
                  <a:lnTo>
                    <a:pt x="3513745" y="1006994"/>
                  </a:lnTo>
                  <a:lnTo>
                    <a:pt x="3513745" y="1003801"/>
                  </a:lnTo>
                  <a:lnTo>
                    <a:pt x="3518736" y="1003801"/>
                  </a:lnTo>
                  <a:lnTo>
                    <a:pt x="3518736" y="1003801"/>
                  </a:lnTo>
                  <a:lnTo>
                    <a:pt x="3523727" y="1003801"/>
                  </a:lnTo>
                  <a:lnTo>
                    <a:pt x="3523727" y="1000600"/>
                  </a:lnTo>
                  <a:lnTo>
                    <a:pt x="3528718" y="1000600"/>
                  </a:lnTo>
                  <a:lnTo>
                    <a:pt x="3528718" y="1000600"/>
                  </a:lnTo>
                  <a:lnTo>
                    <a:pt x="3533709" y="1000600"/>
                  </a:lnTo>
                  <a:lnTo>
                    <a:pt x="3533709" y="997393"/>
                  </a:lnTo>
                  <a:lnTo>
                    <a:pt x="3538700" y="997393"/>
                  </a:lnTo>
                  <a:lnTo>
                    <a:pt x="3538700" y="997393"/>
                  </a:lnTo>
                  <a:lnTo>
                    <a:pt x="3543691" y="997393"/>
                  </a:lnTo>
                  <a:lnTo>
                    <a:pt x="3543691" y="997393"/>
                  </a:lnTo>
                  <a:lnTo>
                    <a:pt x="3548682" y="997393"/>
                  </a:lnTo>
                  <a:lnTo>
                    <a:pt x="3548682" y="997393"/>
                  </a:lnTo>
                  <a:lnTo>
                    <a:pt x="3553673" y="997393"/>
                  </a:lnTo>
                  <a:lnTo>
                    <a:pt x="3553673" y="997393"/>
                  </a:lnTo>
                  <a:lnTo>
                    <a:pt x="3558665" y="997393"/>
                  </a:lnTo>
                  <a:lnTo>
                    <a:pt x="3558665" y="997393"/>
                  </a:lnTo>
                  <a:lnTo>
                    <a:pt x="3563656" y="997393"/>
                  </a:lnTo>
                  <a:lnTo>
                    <a:pt x="3563656" y="997393"/>
                  </a:lnTo>
                  <a:lnTo>
                    <a:pt x="3568647" y="997393"/>
                  </a:lnTo>
                  <a:lnTo>
                    <a:pt x="3568647" y="997393"/>
                  </a:lnTo>
                  <a:lnTo>
                    <a:pt x="3573638" y="997393"/>
                  </a:lnTo>
                  <a:lnTo>
                    <a:pt x="3573638" y="997393"/>
                  </a:lnTo>
                  <a:lnTo>
                    <a:pt x="3578629" y="997393"/>
                  </a:lnTo>
                  <a:lnTo>
                    <a:pt x="3578629" y="997393"/>
                  </a:lnTo>
                  <a:lnTo>
                    <a:pt x="3583620" y="997393"/>
                  </a:lnTo>
                  <a:lnTo>
                    <a:pt x="3583620" y="997393"/>
                  </a:lnTo>
                  <a:lnTo>
                    <a:pt x="3588611" y="997393"/>
                  </a:lnTo>
                  <a:lnTo>
                    <a:pt x="3588611" y="997393"/>
                  </a:lnTo>
                  <a:lnTo>
                    <a:pt x="3593602" y="997393"/>
                  </a:lnTo>
                  <a:lnTo>
                    <a:pt x="3593602" y="994151"/>
                  </a:lnTo>
                  <a:lnTo>
                    <a:pt x="3598594" y="994151"/>
                  </a:lnTo>
                  <a:lnTo>
                    <a:pt x="3598594" y="990908"/>
                  </a:lnTo>
                  <a:lnTo>
                    <a:pt x="3603585" y="990908"/>
                  </a:lnTo>
                  <a:lnTo>
                    <a:pt x="3603585" y="990908"/>
                  </a:lnTo>
                  <a:lnTo>
                    <a:pt x="3608576" y="990908"/>
                  </a:lnTo>
                  <a:lnTo>
                    <a:pt x="3608576" y="987664"/>
                  </a:lnTo>
                  <a:lnTo>
                    <a:pt x="3613567" y="987664"/>
                  </a:lnTo>
                  <a:lnTo>
                    <a:pt x="3613567" y="981178"/>
                  </a:lnTo>
                  <a:lnTo>
                    <a:pt x="3618558" y="981178"/>
                  </a:lnTo>
                  <a:lnTo>
                    <a:pt x="3618558" y="977933"/>
                  </a:lnTo>
                  <a:lnTo>
                    <a:pt x="3623549" y="977933"/>
                  </a:lnTo>
                  <a:lnTo>
                    <a:pt x="3623549" y="977933"/>
                  </a:lnTo>
                  <a:lnTo>
                    <a:pt x="3628540" y="977933"/>
                  </a:lnTo>
                  <a:lnTo>
                    <a:pt x="3628540" y="977933"/>
                  </a:lnTo>
                  <a:lnTo>
                    <a:pt x="3633531" y="977933"/>
                  </a:lnTo>
                  <a:lnTo>
                    <a:pt x="3633531" y="977933"/>
                  </a:lnTo>
                  <a:lnTo>
                    <a:pt x="3638522" y="977933"/>
                  </a:lnTo>
                  <a:lnTo>
                    <a:pt x="3638522" y="971418"/>
                  </a:lnTo>
                  <a:lnTo>
                    <a:pt x="3643514" y="971418"/>
                  </a:lnTo>
                  <a:lnTo>
                    <a:pt x="3643514" y="971418"/>
                  </a:lnTo>
                  <a:lnTo>
                    <a:pt x="3648505" y="971418"/>
                  </a:lnTo>
                  <a:lnTo>
                    <a:pt x="3648505" y="971418"/>
                  </a:lnTo>
                  <a:lnTo>
                    <a:pt x="3653496" y="971418"/>
                  </a:lnTo>
                  <a:lnTo>
                    <a:pt x="3653496" y="961629"/>
                  </a:lnTo>
                  <a:lnTo>
                    <a:pt x="3658487" y="961629"/>
                  </a:lnTo>
                  <a:lnTo>
                    <a:pt x="3658487" y="961629"/>
                  </a:lnTo>
                  <a:lnTo>
                    <a:pt x="3663478" y="961629"/>
                  </a:lnTo>
                  <a:lnTo>
                    <a:pt x="3663478" y="958358"/>
                  </a:lnTo>
                  <a:lnTo>
                    <a:pt x="3668469" y="958358"/>
                  </a:lnTo>
                  <a:lnTo>
                    <a:pt x="3668469" y="958358"/>
                  </a:lnTo>
                  <a:lnTo>
                    <a:pt x="3673460" y="958358"/>
                  </a:lnTo>
                  <a:lnTo>
                    <a:pt x="3673460" y="958358"/>
                  </a:lnTo>
                  <a:lnTo>
                    <a:pt x="3678451" y="958358"/>
                  </a:lnTo>
                  <a:lnTo>
                    <a:pt x="3678451" y="955078"/>
                  </a:lnTo>
                  <a:lnTo>
                    <a:pt x="3683442" y="955078"/>
                  </a:lnTo>
                  <a:lnTo>
                    <a:pt x="3683442" y="955078"/>
                  </a:lnTo>
                  <a:lnTo>
                    <a:pt x="3688434" y="955078"/>
                  </a:lnTo>
                  <a:lnTo>
                    <a:pt x="3688434" y="951794"/>
                  </a:lnTo>
                  <a:lnTo>
                    <a:pt x="3693425" y="951794"/>
                  </a:lnTo>
                  <a:lnTo>
                    <a:pt x="3693425" y="951794"/>
                  </a:lnTo>
                  <a:lnTo>
                    <a:pt x="3698416" y="951794"/>
                  </a:lnTo>
                  <a:lnTo>
                    <a:pt x="3698416" y="951794"/>
                  </a:lnTo>
                  <a:lnTo>
                    <a:pt x="3703407" y="951794"/>
                  </a:lnTo>
                  <a:lnTo>
                    <a:pt x="3703407" y="951794"/>
                  </a:lnTo>
                  <a:lnTo>
                    <a:pt x="3708398" y="951794"/>
                  </a:lnTo>
                  <a:lnTo>
                    <a:pt x="3708398" y="951794"/>
                  </a:lnTo>
                  <a:lnTo>
                    <a:pt x="3713389" y="951794"/>
                  </a:lnTo>
                  <a:lnTo>
                    <a:pt x="3713389" y="951794"/>
                  </a:lnTo>
                  <a:lnTo>
                    <a:pt x="3718380" y="951794"/>
                  </a:lnTo>
                  <a:lnTo>
                    <a:pt x="3718380" y="951794"/>
                  </a:lnTo>
                  <a:lnTo>
                    <a:pt x="3723371" y="951794"/>
                  </a:lnTo>
                  <a:lnTo>
                    <a:pt x="3723371" y="948491"/>
                  </a:lnTo>
                  <a:lnTo>
                    <a:pt x="3728363" y="948491"/>
                  </a:lnTo>
                  <a:lnTo>
                    <a:pt x="3728363" y="948491"/>
                  </a:lnTo>
                  <a:lnTo>
                    <a:pt x="3733354" y="948491"/>
                  </a:lnTo>
                  <a:lnTo>
                    <a:pt x="3733354" y="948491"/>
                  </a:lnTo>
                  <a:lnTo>
                    <a:pt x="3738345" y="948491"/>
                  </a:lnTo>
                  <a:lnTo>
                    <a:pt x="3738345" y="948491"/>
                  </a:lnTo>
                  <a:lnTo>
                    <a:pt x="3743336" y="948491"/>
                  </a:lnTo>
                  <a:lnTo>
                    <a:pt x="3743336" y="948491"/>
                  </a:lnTo>
                  <a:lnTo>
                    <a:pt x="3748327" y="948491"/>
                  </a:lnTo>
                  <a:lnTo>
                    <a:pt x="3748327" y="945180"/>
                  </a:lnTo>
                  <a:lnTo>
                    <a:pt x="3753318" y="945180"/>
                  </a:lnTo>
                  <a:lnTo>
                    <a:pt x="3753318" y="945180"/>
                  </a:lnTo>
                  <a:lnTo>
                    <a:pt x="3758309" y="945180"/>
                  </a:lnTo>
                  <a:lnTo>
                    <a:pt x="3758309" y="945180"/>
                  </a:lnTo>
                  <a:lnTo>
                    <a:pt x="3763300" y="945180"/>
                  </a:lnTo>
                  <a:lnTo>
                    <a:pt x="3763300" y="945180"/>
                  </a:lnTo>
                  <a:lnTo>
                    <a:pt x="3768291" y="945180"/>
                  </a:lnTo>
                  <a:lnTo>
                    <a:pt x="3768291" y="941852"/>
                  </a:lnTo>
                  <a:lnTo>
                    <a:pt x="3773283" y="941852"/>
                  </a:lnTo>
                  <a:lnTo>
                    <a:pt x="3773283" y="941852"/>
                  </a:lnTo>
                  <a:lnTo>
                    <a:pt x="3778274" y="941852"/>
                  </a:lnTo>
                  <a:lnTo>
                    <a:pt x="3778274" y="941852"/>
                  </a:lnTo>
                  <a:lnTo>
                    <a:pt x="3783265" y="941852"/>
                  </a:lnTo>
                  <a:lnTo>
                    <a:pt x="3783265" y="941852"/>
                  </a:lnTo>
                  <a:lnTo>
                    <a:pt x="3788256" y="941852"/>
                  </a:lnTo>
                  <a:lnTo>
                    <a:pt x="3788256" y="938521"/>
                  </a:lnTo>
                  <a:lnTo>
                    <a:pt x="3793247" y="938521"/>
                  </a:lnTo>
                  <a:lnTo>
                    <a:pt x="3793247" y="935189"/>
                  </a:lnTo>
                  <a:lnTo>
                    <a:pt x="3798238" y="935189"/>
                  </a:lnTo>
                  <a:lnTo>
                    <a:pt x="3798238" y="935189"/>
                  </a:lnTo>
                  <a:lnTo>
                    <a:pt x="3803229" y="935189"/>
                  </a:lnTo>
                  <a:lnTo>
                    <a:pt x="3803229" y="935189"/>
                  </a:lnTo>
                  <a:lnTo>
                    <a:pt x="3808220" y="935189"/>
                  </a:lnTo>
                  <a:lnTo>
                    <a:pt x="3808220" y="931849"/>
                  </a:lnTo>
                  <a:lnTo>
                    <a:pt x="3813211" y="931849"/>
                  </a:lnTo>
                  <a:lnTo>
                    <a:pt x="3813211" y="931849"/>
                  </a:lnTo>
                  <a:lnTo>
                    <a:pt x="3818203" y="931849"/>
                  </a:lnTo>
                  <a:lnTo>
                    <a:pt x="3818203" y="931849"/>
                  </a:lnTo>
                  <a:lnTo>
                    <a:pt x="3823194" y="931849"/>
                  </a:lnTo>
                  <a:lnTo>
                    <a:pt x="3823194" y="928503"/>
                  </a:lnTo>
                  <a:lnTo>
                    <a:pt x="3828185" y="928503"/>
                  </a:lnTo>
                  <a:lnTo>
                    <a:pt x="3828185" y="928503"/>
                  </a:lnTo>
                  <a:lnTo>
                    <a:pt x="3833176" y="928503"/>
                  </a:lnTo>
                  <a:lnTo>
                    <a:pt x="3833176" y="928503"/>
                  </a:lnTo>
                  <a:lnTo>
                    <a:pt x="3838167" y="928503"/>
                  </a:lnTo>
                  <a:lnTo>
                    <a:pt x="3838167" y="928503"/>
                  </a:lnTo>
                  <a:lnTo>
                    <a:pt x="3843158" y="928503"/>
                  </a:lnTo>
                  <a:lnTo>
                    <a:pt x="3843158" y="928503"/>
                  </a:lnTo>
                  <a:lnTo>
                    <a:pt x="3848149" y="928503"/>
                  </a:lnTo>
                  <a:lnTo>
                    <a:pt x="3848149" y="921783"/>
                  </a:lnTo>
                  <a:lnTo>
                    <a:pt x="3853140" y="921783"/>
                  </a:lnTo>
                  <a:lnTo>
                    <a:pt x="3853140" y="921783"/>
                  </a:lnTo>
                  <a:lnTo>
                    <a:pt x="3858132" y="921783"/>
                  </a:lnTo>
                  <a:lnTo>
                    <a:pt x="3858132" y="918418"/>
                  </a:lnTo>
                  <a:lnTo>
                    <a:pt x="3863123" y="918418"/>
                  </a:lnTo>
                  <a:lnTo>
                    <a:pt x="3863123" y="911682"/>
                  </a:lnTo>
                  <a:lnTo>
                    <a:pt x="3868114" y="911682"/>
                  </a:lnTo>
                  <a:lnTo>
                    <a:pt x="3868114" y="911682"/>
                  </a:lnTo>
                  <a:lnTo>
                    <a:pt x="3873105" y="911682"/>
                  </a:lnTo>
                  <a:lnTo>
                    <a:pt x="3873105" y="908307"/>
                  </a:lnTo>
                  <a:lnTo>
                    <a:pt x="3878096" y="908307"/>
                  </a:lnTo>
                  <a:lnTo>
                    <a:pt x="3878096" y="901553"/>
                  </a:lnTo>
                  <a:lnTo>
                    <a:pt x="3883087" y="901553"/>
                  </a:lnTo>
                  <a:lnTo>
                    <a:pt x="3883087" y="901553"/>
                  </a:lnTo>
                  <a:lnTo>
                    <a:pt x="3888078" y="901553"/>
                  </a:lnTo>
                  <a:lnTo>
                    <a:pt x="3888078" y="898171"/>
                  </a:lnTo>
                  <a:lnTo>
                    <a:pt x="3893069" y="898171"/>
                  </a:lnTo>
                  <a:lnTo>
                    <a:pt x="3893069" y="898171"/>
                  </a:lnTo>
                  <a:lnTo>
                    <a:pt x="3898060" y="898171"/>
                  </a:lnTo>
                  <a:lnTo>
                    <a:pt x="3898060" y="898171"/>
                  </a:lnTo>
                  <a:lnTo>
                    <a:pt x="3903052" y="898171"/>
                  </a:lnTo>
                  <a:lnTo>
                    <a:pt x="3903052" y="894780"/>
                  </a:lnTo>
                  <a:lnTo>
                    <a:pt x="3908043" y="894780"/>
                  </a:lnTo>
                  <a:lnTo>
                    <a:pt x="3908043" y="894780"/>
                  </a:lnTo>
                  <a:lnTo>
                    <a:pt x="3913034" y="894780"/>
                  </a:lnTo>
                  <a:lnTo>
                    <a:pt x="3913034" y="894780"/>
                  </a:lnTo>
                  <a:lnTo>
                    <a:pt x="3918025" y="894780"/>
                  </a:lnTo>
                  <a:lnTo>
                    <a:pt x="3918025" y="894780"/>
                  </a:lnTo>
                  <a:lnTo>
                    <a:pt x="3923016" y="894780"/>
                  </a:lnTo>
                  <a:lnTo>
                    <a:pt x="3923016" y="894780"/>
                  </a:lnTo>
                  <a:lnTo>
                    <a:pt x="3928007" y="894780"/>
                  </a:lnTo>
                  <a:lnTo>
                    <a:pt x="3928007" y="887980"/>
                  </a:lnTo>
                  <a:lnTo>
                    <a:pt x="3932998" y="887980"/>
                  </a:lnTo>
                  <a:lnTo>
                    <a:pt x="3932998" y="881179"/>
                  </a:lnTo>
                  <a:lnTo>
                    <a:pt x="3937989" y="881179"/>
                  </a:lnTo>
                  <a:lnTo>
                    <a:pt x="3937989" y="881179"/>
                  </a:lnTo>
                  <a:lnTo>
                    <a:pt x="3942980" y="881179"/>
                  </a:lnTo>
                  <a:lnTo>
                    <a:pt x="3942980" y="877770"/>
                  </a:lnTo>
                  <a:lnTo>
                    <a:pt x="3947972" y="877770"/>
                  </a:lnTo>
                  <a:lnTo>
                    <a:pt x="3947972" y="877770"/>
                  </a:lnTo>
                  <a:lnTo>
                    <a:pt x="3952963" y="877770"/>
                  </a:lnTo>
                  <a:lnTo>
                    <a:pt x="3952963" y="877770"/>
                  </a:lnTo>
                  <a:lnTo>
                    <a:pt x="3957954" y="877770"/>
                  </a:lnTo>
                  <a:lnTo>
                    <a:pt x="3957954" y="877770"/>
                  </a:lnTo>
                  <a:lnTo>
                    <a:pt x="3962945" y="877770"/>
                  </a:lnTo>
                  <a:lnTo>
                    <a:pt x="3962945" y="877770"/>
                  </a:lnTo>
                  <a:lnTo>
                    <a:pt x="3967936" y="877770"/>
                  </a:lnTo>
                  <a:lnTo>
                    <a:pt x="3967936" y="877770"/>
                  </a:lnTo>
                  <a:lnTo>
                    <a:pt x="3972927" y="877770"/>
                  </a:lnTo>
                  <a:lnTo>
                    <a:pt x="3972927" y="877770"/>
                  </a:lnTo>
                  <a:lnTo>
                    <a:pt x="3977918" y="877770"/>
                  </a:lnTo>
                  <a:lnTo>
                    <a:pt x="3977918" y="877770"/>
                  </a:lnTo>
                  <a:lnTo>
                    <a:pt x="3982909" y="877770"/>
                  </a:lnTo>
                  <a:lnTo>
                    <a:pt x="3982909" y="877770"/>
                  </a:lnTo>
                  <a:lnTo>
                    <a:pt x="3987900" y="877770"/>
                  </a:lnTo>
                  <a:lnTo>
                    <a:pt x="3987900" y="877770"/>
                  </a:lnTo>
                  <a:lnTo>
                    <a:pt x="3992892" y="877770"/>
                  </a:lnTo>
                  <a:lnTo>
                    <a:pt x="3992892" y="874331"/>
                  </a:lnTo>
                  <a:lnTo>
                    <a:pt x="3997883" y="874331"/>
                  </a:lnTo>
                  <a:lnTo>
                    <a:pt x="3997883" y="874331"/>
                  </a:lnTo>
                  <a:lnTo>
                    <a:pt x="4002874" y="874331"/>
                  </a:lnTo>
                  <a:lnTo>
                    <a:pt x="4002874" y="870881"/>
                  </a:lnTo>
                  <a:lnTo>
                    <a:pt x="4007865" y="870881"/>
                  </a:lnTo>
                  <a:lnTo>
                    <a:pt x="4007865" y="863972"/>
                  </a:lnTo>
                  <a:lnTo>
                    <a:pt x="4012856" y="863972"/>
                  </a:lnTo>
                  <a:lnTo>
                    <a:pt x="4012856" y="863972"/>
                  </a:lnTo>
                  <a:lnTo>
                    <a:pt x="4017847" y="863972"/>
                  </a:lnTo>
                  <a:lnTo>
                    <a:pt x="4017847" y="863972"/>
                  </a:lnTo>
                  <a:lnTo>
                    <a:pt x="4022838" y="863972"/>
                  </a:lnTo>
                  <a:lnTo>
                    <a:pt x="4022838" y="863972"/>
                  </a:lnTo>
                  <a:lnTo>
                    <a:pt x="4027829" y="863972"/>
                  </a:lnTo>
                  <a:lnTo>
                    <a:pt x="4027829" y="863972"/>
                  </a:lnTo>
                  <a:lnTo>
                    <a:pt x="4032821" y="863972"/>
                  </a:lnTo>
                  <a:lnTo>
                    <a:pt x="4032821" y="863972"/>
                  </a:lnTo>
                  <a:lnTo>
                    <a:pt x="4037812" y="863972"/>
                  </a:lnTo>
                  <a:lnTo>
                    <a:pt x="4037812" y="857033"/>
                  </a:lnTo>
                  <a:lnTo>
                    <a:pt x="4042803" y="857033"/>
                  </a:lnTo>
                  <a:lnTo>
                    <a:pt x="4042803" y="857033"/>
                  </a:lnTo>
                  <a:lnTo>
                    <a:pt x="4047794" y="857033"/>
                  </a:lnTo>
                  <a:lnTo>
                    <a:pt x="4047794" y="857033"/>
                  </a:lnTo>
                  <a:lnTo>
                    <a:pt x="4052785" y="857033"/>
                  </a:lnTo>
                  <a:lnTo>
                    <a:pt x="4052785" y="857033"/>
                  </a:lnTo>
                  <a:lnTo>
                    <a:pt x="4057776" y="857033"/>
                  </a:lnTo>
                  <a:lnTo>
                    <a:pt x="4057776" y="857033"/>
                  </a:lnTo>
                  <a:lnTo>
                    <a:pt x="4062767" y="857033"/>
                  </a:lnTo>
                  <a:lnTo>
                    <a:pt x="4062767" y="857033"/>
                  </a:lnTo>
                  <a:lnTo>
                    <a:pt x="4067758" y="857033"/>
                  </a:lnTo>
                  <a:lnTo>
                    <a:pt x="4067758" y="853554"/>
                  </a:lnTo>
                  <a:lnTo>
                    <a:pt x="4072749" y="853554"/>
                  </a:lnTo>
                  <a:lnTo>
                    <a:pt x="4072749" y="846587"/>
                  </a:lnTo>
                  <a:lnTo>
                    <a:pt x="4077741" y="846587"/>
                  </a:lnTo>
                  <a:lnTo>
                    <a:pt x="4077741" y="846587"/>
                  </a:lnTo>
                  <a:lnTo>
                    <a:pt x="4082732" y="846587"/>
                  </a:lnTo>
                  <a:lnTo>
                    <a:pt x="4082732" y="846587"/>
                  </a:lnTo>
                  <a:lnTo>
                    <a:pt x="4087723" y="846587"/>
                  </a:lnTo>
                  <a:lnTo>
                    <a:pt x="4087723" y="846587"/>
                  </a:lnTo>
                  <a:lnTo>
                    <a:pt x="4092714" y="846587"/>
                  </a:lnTo>
                  <a:lnTo>
                    <a:pt x="4092714" y="846587"/>
                  </a:lnTo>
                  <a:lnTo>
                    <a:pt x="4097705" y="846587"/>
                  </a:lnTo>
                  <a:lnTo>
                    <a:pt x="4097705" y="846587"/>
                  </a:lnTo>
                  <a:lnTo>
                    <a:pt x="4102696" y="846587"/>
                  </a:lnTo>
                  <a:lnTo>
                    <a:pt x="4102696" y="846587"/>
                  </a:lnTo>
                  <a:lnTo>
                    <a:pt x="4107687" y="846587"/>
                  </a:lnTo>
                  <a:lnTo>
                    <a:pt x="4107687" y="843091"/>
                  </a:lnTo>
                  <a:lnTo>
                    <a:pt x="4112678" y="843091"/>
                  </a:lnTo>
                  <a:lnTo>
                    <a:pt x="4112678" y="843091"/>
                  </a:lnTo>
                  <a:lnTo>
                    <a:pt x="4117669" y="843091"/>
                  </a:lnTo>
                  <a:lnTo>
                    <a:pt x="4117669" y="843091"/>
                  </a:lnTo>
                  <a:lnTo>
                    <a:pt x="4122661" y="843091"/>
                  </a:lnTo>
                  <a:lnTo>
                    <a:pt x="4122661" y="836080"/>
                  </a:lnTo>
                  <a:lnTo>
                    <a:pt x="4127652" y="836080"/>
                  </a:lnTo>
                  <a:lnTo>
                    <a:pt x="4127652" y="832573"/>
                  </a:lnTo>
                  <a:lnTo>
                    <a:pt x="4132643" y="832573"/>
                  </a:lnTo>
                  <a:lnTo>
                    <a:pt x="4132643" y="829064"/>
                  </a:lnTo>
                  <a:lnTo>
                    <a:pt x="4137634" y="829064"/>
                  </a:lnTo>
                  <a:lnTo>
                    <a:pt x="4137634" y="825552"/>
                  </a:lnTo>
                  <a:lnTo>
                    <a:pt x="4142625" y="825552"/>
                  </a:lnTo>
                  <a:lnTo>
                    <a:pt x="4142625" y="825552"/>
                  </a:lnTo>
                  <a:lnTo>
                    <a:pt x="4147616" y="825552"/>
                  </a:lnTo>
                  <a:lnTo>
                    <a:pt x="4147616" y="825552"/>
                  </a:lnTo>
                  <a:lnTo>
                    <a:pt x="4152607" y="825552"/>
                  </a:lnTo>
                  <a:lnTo>
                    <a:pt x="4152607" y="822037"/>
                  </a:lnTo>
                  <a:lnTo>
                    <a:pt x="4157598" y="822037"/>
                  </a:lnTo>
                  <a:lnTo>
                    <a:pt x="4157598" y="822037"/>
                  </a:lnTo>
                  <a:lnTo>
                    <a:pt x="4162590" y="822037"/>
                  </a:lnTo>
                  <a:lnTo>
                    <a:pt x="4162590" y="822037"/>
                  </a:lnTo>
                  <a:lnTo>
                    <a:pt x="4167581" y="822037"/>
                  </a:lnTo>
                  <a:lnTo>
                    <a:pt x="4167581" y="822037"/>
                  </a:lnTo>
                  <a:lnTo>
                    <a:pt x="4172572" y="822037"/>
                  </a:lnTo>
                  <a:lnTo>
                    <a:pt x="4172572" y="822037"/>
                  </a:lnTo>
                  <a:lnTo>
                    <a:pt x="4177563" y="822037"/>
                  </a:lnTo>
                  <a:lnTo>
                    <a:pt x="4177563" y="818515"/>
                  </a:lnTo>
                  <a:lnTo>
                    <a:pt x="4182554" y="818515"/>
                  </a:lnTo>
                  <a:lnTo>
                    <a:pt x="4182554" y="811460"/>
                  </a:lnTo>
                  <a:lnTo>
                    <a:pt x="4187545" y="811460"/>
                  </a:lnTo>
                  <a:lnTo>
                    <a:pt x="4187545" y="811460"/>
                  </a:lnTo>
                  <a:lnTo>
                    <a:pt x="4192536" y="811460"/>
                  </a:lnTo>
                  <a:lnTo>
                    <a:pt x="4192536" y="807931"/>
                  </a:lnTo>
                  <a:lnTo>
                    <a:pt x="4197527" y="807931"/>
                  </a:lnTo>
                  <a:lnTo>
                    <a:pt x="4197527" y="807931"/>
                  </a:lnTo>
                  <a:lnTo>
                    <a:pt x="4202518" y="807931"/>
                  </a:lnTo>
                  <a:lnTo>
                    <a:pt x="4202518" y="807931"/>
                  </a:lnTo>
                  <a:lnTo>
                    <a:pt x="4207510" y="807931"/>
                  </a:lnTo>
                  <a:lnTo>
                    <a:pt x="4207510" y="807931"/>
                  </a:lnTo>
                  <a:lnTo>
                    <a:pt x="4212501" y="807931"/>
                  </a:lnTo>
                  <a:lnTo>
                    <a:pt x="4212501" y="807931"/>
                  </a:lnTo>
                  <a:lnTo>
                    <a:pt x="4217492" y="807931"/>
                  </a:lnTo>
                  <a:lnTo>
                    <a:pt x="4217492" y="807931"/>
                  </a:lnTo>
                  <a:lnTo>
                    <a:pt x="4222483" y="807931"/>
                  </a:lnTo>
                  <a:lnTo>
                    <a:pt x="4222483" y="800843"/>
                  </a:lnTo>
                  <a:lnTo>
                    <a:pt x="4227474" y="800843"/>
                  </a:lnTo>
                  <a:lnTo>
                    <a:pt x="4227474" y="800843"/>
                  </a:lnTo>
                  <a:lnTo>
                    <a:pt x="4232465" y="800843"/>
                  </a:lnTo>
                  <a:lnTo>
                    <a:pt x="4232465" y="797294"/>
                  </a:lnTo>
                  <a:lnTo>
                    <a:pt x="4237456" y="797294"/>
                  </a:lnTo>
                  <a:lnTo>
                    <a:pt x="4237456" y="790186"/>
                  </a:lnTo>
                  <a:lnTo>
                    <a:pt x="4242447" y="790186"/>
                  </a:lnTo>
                  <a:lnTo>
                    <a:pt x="4242447" y="790186"/>
                  </a:lnTo>
                  <a:lnTo>
                    <a:pt x="4247438" y="790186"/>
                  </a:lnTo>
                  <a:lnTo>
                    <a:pt x="4247438" y="790186"/>
                  </a:lnTo>
                  <a:lnTo>
                    <a:pt x="4252430" y="790186"/>
                  </a:lnTo>
                  <a:lnTo>
                    <a:pt x="4252430" y="790186"/>
                  </a:lnTo>
                  <a:lnTo>
                    <a:pt x="4257421" y="790186"/>
                  </a:lnTo>
                  <a:lnTo>
                    <a:pt x="4257421" y="790186"/>
                  </a:lnTo>
                  <a:lnTo>
                    <a:pt x="4262412" y="790186"/>
                  </a:lnTo>
                  <a:lnTo>
                    <a:pt x="4262412" y="790186"/>
                  </a:lnTo>
                  <a:lnTo>
                    <a:pt x="4267403" y="790186"/>
                  </a:lnTo>
                  <a:lnTo>
                    <a:pt x="4267403" y="790186"/>
                  </a:lnTo>
                  <a:lnTo>
                    <a:pt x="4272394" y="790186"/>
                  </a:lnTo>
                  <a:lnTo>
                    <a:pt x="4272394" y="790186"/>
                  </a:lnTo>
                  <a:lnTo>
                    <a:pt x="4277385" y="790186"/>
                  </a:lnTo>
                  <a:lnTo>
                    <a:pt x="4277385" y="790186"/>
                  </a:lnTo>
                  <a:lnTo>
                    <a:pt x="4282376" y="790186"/>
                  </a:lnTo>
                  <a:lnTo>
                    <a:pt x="4282376" y="790186"/>
                  </a:lnTo>
                  <a:lnTo>
                    <a:pt x="4287367" y="790186"/>
                  </a:lnTo>
                  <a:lnTo>
                    <a:pt x="4287367" y="790186"/>
                  </a:lnTo>
                  <a:lnTo>
                    <a:pt x="4292359" y="790186"/>
                  </a:lnTo>
                  <a:lnTo>
                    <a:pt x="4292359" y="790186"/>
                  </a:lnTo>
                  <a:lnTo>
                    <a:pt x="4297350" y="790186"/>
                  </a:lnTo>
                  <a:lnTo>
                    <a:pt x="4297350" y="790186"/>
                  </a:lnTo>
                  <a:lnTo>
                    <a:pt x="4302341" y="790186"/>
                  </a:lnTo>
                  <a:lnTo>
                    <a:pt x="4302341" y="786610"/>
                  </a:lnTo>
                  <a:lnTo>
                    <a:pt x="4307332" y="786610"/>
                  </a:lnTo>
                  <a:lnTo>
                    <a:pt x="4307332" y="786610"/>
                  </a:lnTo>
                  <a:lnTo>
                    <a:pt x="4312323" y="786610"/>
                  </a:lnTo>
                  <a:lnTo>
                    <a:pt x="4312323" y="779453"/>
                  </a:lnTo>
                  <a:lnTo>
                    <a:pt x="4317314" y="779453"/>
                  </a:lnTo>
                  <a:lnTo>
                    <a:pt x="4317314" y="779453"/>
                  </a:lnTo>
                  <a:lnTo>
                    <a:pt x="4322305" y="779453"/>
                  </a:lnTo>
                  <a:lnTo>
                    <a:pt x="4322305" y="779453"/>
                  </a:lnTo>
                  <a:lnTo>
                    <a:pt x="4327296" y="779453"/>
                  </a:lnTo>
                  <a:lnTo>
                    <a:pt x="4327296" y="775865"/>
                  </a:lnTo>
                  <a:lnTo>
                    <a:pt x="4332287" y="775865"/>
                  </a:lnTo>
                  <a:lnTo>
                    <a:pt x="4332287" y="775865"/>
                  </a:lnTo>
                  <a:lnTo>
                    <a:pt x="4337279" y="775865"/>
                  </a:lnTo>
                  <a:lnTo>
                    <a:pt x="4337279" y="775865"/>
                  </a:lnTo>
                  <a:lnTo>
                    <a:pt x="4342270" y="775865"/>
                  </a:lnTo>
                  <a:lnTo>
                    <a:pt x="4342270" y="775865"/>
                  </a:lnTo>
                  <a:lnTo>
                    <a:pt x="4347261" y="775865"/>
                  </a:lnTo>
                  <a:lnTo>
                    <a:pt x="4347261" y="775865"/>
                  </a:lnTo>
                  <a:lnTo>
                    <a:pt x="4352252" y="775865"/>
                  </a:lnTo>
                  <a:lnTo>
                    <a:pt x="4352252" y="765062"/>
                  </a:lnTo>
                  <a:lnTo>
                    <a:pt x="4357243" y="765062"/>
                  </a:lnTo>
                  <a:lnTo>
                    <a:pt x="4357243" y="765062"/>
                  </a:lnTo>
                  <a:lnTo>
                    <a:pt x="4362234" y="765062"/>
                  </a:lnTo>
                  <a:lnTo>
                    <a:pt x="4362234" y="765062"/>
                  </a:lnTo>
                  <a:lnTo>
                    <a:pt x="4367225" y="765062"/>
                  </a:lnTo>
                  <a:lnTo>
                    <a:pt x="4367225" y="765062"/>
                  </a:lnTo>
                  <a:lnTo>
                    <a:pt x="4372216" y="765062"/>
                  </a:lnTo>
                  <a:lnTo>
                    <a:pt x="4372216" y="761451"/>
                  </a:lnTo>
                  <a:lnTo>
                    <a:pt x="4377207" y="761451"/>
                  </a:lnTo>
                  <a:lnTo>
                    <a:pt x="4377207" y="761451"/>
                  </a:lnTo>
                  <a:lnTo>
                    <a:pt x="4382199" y="761451"/>
                  </a:lnTo>
                  <a:lnTo>
                    <a:pt x="4382199" y="761451"/>
                  </a:lnTo>
                  <a:lnTo>
                    <a:pt x="4387190" y="761451"/>
                  </a:lnTo>
                  <a:lnTo>
                    <a:pt x="4387190" y="757833"/>
                  </a:lnTo>
                  <a:lnTo>
                    <a:pt x="4392181" y="757833"/>
                  </a:lnTo>
                  <a:lnTo>
                    <a:pt x="4392181" y="757833"/>
                  </a:lnTo>
                  <a:lnTo>
                    <a:pt x="4397172" y="757833"/>
                  </a:lnTo>
                  <a:lnTo>
                    <a:pt x="4397172" y="757833"/>
                  </a:lnTo>
                  <a:lnTo>
                    <a:pt x="4402163" y="757833"/>
                  </a:lnTo>
                  <a:lnTo>
                    <a:pt x="4402163" y="757833"/>
                  </a:lnTo>
                  <a:lnTo>
                    <a:pt x="4407154" y="757833"/>
                  </a:lnTo>
                  <a:lnTo>
                    <a:pt x="4407154" y="757833"/>
                  </a:lnTo>
                  <a:lnTo>
                    <a:pt x="4412145" y="757833"/>
                  </a:lnTo>
                  <a:lnTo>
                    <a:pt x="4412145" y="754207"/>
                  </a:lnTo>
                  <a:lnTo>
                    <a:pt x="4417136" y="754207"/>
                  </a:lnTo>
                  <a:lnTo>
                    <a:pt x="4417136" y="754207"/>
                  </a:lnTo>
                  <a:lnTo>
                    <a:pt x="4422128" y="754207"/>
                  </a:lnTo>
                  <a:lnTo>
                    <a:pt x="4422128" y="750574"/>
                  </a:lnTo>
                  <a:lnTo>
                    <a:pt x="4427119" y="750574"/>
                  </a:lnTo>
                  <a:lnTo>
                    <a:pt x="4427119" y="746934"/>
                  </a:lnTo>
                  <a:lnTo>
                    <a:pt x="4432110" y="746934"/>
                  </a:lnTo>
                  <a:lnTo>
                    <a:pt x="4432110" y="746934"/>
                  </a:lnTo>
                  <a:lnTo>
                    <a:pt x="4437101" y="746934"/>
                  </a:lnTo>
                  <a:lnTo>
                    <a:pt x="4437101" y="746934"/>
                  </a:lnTo>
                  <a:lnTo>
                    <a:pt x="4442092" y="746934"/>
                  </a:lnTo>
                  <a:lnTo>
                    <a:pt x="4442092" y="746934"/>
                  </a:lnTo>
                  <a:lnTo>
                    <a:pt x="4447083" y="746934"/>
                  </a:lnTo>
                  <a:lnTo>
                    <a:pt x="4447083" y="746934"/>
                  </a:lnTo>
                  <a:lnTo>
                    <a:pt x="4452074" y="746934"/>
                  </a:lnTo>
                  <a:lnTo>
                    <a:pt x="4452074" y="743281"/>
                  </a:lnTo>
                  <a:lnTo>
                    <a:pt x="4457065" y="743281"/>
                  </a:lnTo>
                  <a:lnTo>
                    <a:pt x="4457065" y="739627"/>
                  </a:lnTo>
                  <a:lnTo>
                    <a:pt x="4462056" y="739627"/>
                  </a:lnTo>
                  <a:lnTo>
                    <a:pt x="4462056" y="739627"/>
                  </a:lnTo>
                  <a:lnTo>
                    <a:pt x="4467048" y="739627"/>
                  </a:lnTo>
                  <a:lnTo>
                    <a:pt x="4467048" y="739627"/>
                  </a:lnTo>
                  <a:lnTo>
                    <a:pt x="4472039" y="739627"/>
                  </a:lnTo>
                  <a:lnTo>
                    <a:pt x="4472039" y="739627"/>
                  </a:lnTo>
                  <a:lnTo>
                    <a:pt x="4477030" y="739627"/>
                  </a:lnTo>
                  <a:lnTo>
                    <a:pt x="4477030" y="735955"/>
                  </a:lnTo>
                  <a:lnTo>
                    <a:pt x="4482021" y="735955"/>
                  </a:lnTo>
                  <a:lnTo>
                    <a:pt x="4482021" y="732283"/>
                  </a:lnTo>
                  <a:lnTo>
                    <a:pt x="4487012" y="732283"/>
                  </a:lnTo>
                  <a:lnTo>
                    <a:pt x="4487012" y="732283"/>
                  </a:lnTo>
                  <a:lnTo>
                    <a:pt x="4492003" y="732283"/>
                  </a:lnTo>
                  <a:lnTo>
                    <a:pt x="4492003" y="732283"/>
                  </a:lnTo>
                  <a:lnTo>
                    <a:pt x="4496994" y="732283"/>
                  </a:lnTo>
                  <a:lnTo>
                    <a:pt x="4496994" y="732283"/>
                  </a:lnTo>
                  <a:lnTo>
                    <a:pt x="4501985" y="732283"/>
                  </a:lnTo>
                  <a:lnTo>
                    <a:pt x="4501985" y="728586"/>
                  </a:lnTo>
                  <a:lnTo>
                    <a:pt x="4506976" y="728586"/>
                  </a:lnTo>
                  <a:lnTo>
                    <a:pt x="4506976" y="728586"/>
                  </a:lnTo>
                  <a:lnTo>
                    <a:pt x="4511968" y="728586"/>
                  </a:lnTo>
                  <a:lnTo>
                    <a:pt x="4511968" y="728586"/>
                  </a:lnTo>
                  <a:lnTo>
                    <a:pt x="4516959" y="728586"/>
                  </a:lnTo>
                  <a:lnTo>
                    <a:pt x="4516959" y="724885"/>
                  </a:lnTo>
                  <a:lnTo>
                    <a:pt x="4521950" y="724885"/>
                  </a:lnTo>
                  <a:lnTo>
                    <a:pt x="4521950" y="721176"/>
                  </a:lnTo>
                  <a:lnTo>
                    <a:pt x="4526941" y="721176"/>
                  </a:lnTo>
                  <a:lnTo>
                    <a:pt x="4526941" y="717466"/>
                  </a:lnTo>
                  <a:lnTo>
                    <a:pt x="4531932" y="717466"/>
                  </a:lnTo>
                  <a:lnTo>
                    <a:pt x="4531932" y="717466"/>
                  </a:lnTo>
                  <a:lnTo>
                    <a:pt x="4536923" y="717466"/>
                  </a:lnTo>
                  <a:lnTo>
                    <a:pt x="4536923" y="717466"/>
                  </a:lnTo>
                  <a:lnTo>
                    <a:pt x="4541914" y="717466"/>
                  </a:lnTo>
                  <a:lnTo>
                    <a:pt x="4541914" y="717466"/>
                  </a:lnTo>
                  <a:lnTo>
                    <a:pt x="4546905" y="717466"/>
                  </a:lnTo>
                  <a:lnTo>
                    <a:pt x="4546905" y="717466"/>
                  </a:lnTo>
                  <a:lnTo>
                    <a:pt x="4551897" y="717466"/>
                  </a:lnTo>
                  <a:lnTo>
                    <a:pt x="4551897" y="713742"/>
                  </a:lnTo>
                  <a:lnTo>
                    <a:pt x="4556888" y="713742"/>
                  </a:lnTo>
                  <a:lnTo>
                    <a:pt x="4556888" y="713742"/>
                  </a:lnTo>
                  <a:lnTo>
                    <a:pt x="4561879" y="713742"/>
                  </a:lnTo>
                  <a:lnTo>
                    <a:pt x="4561879" y="706282"/>
                  </a:lnTo>
                  <a:lnTo>
                    <a:pt x="4566870" y="706282"/>
                  </a:lnTo>
                  <a:lnTo>
                    <a:pt x="4566870" y="706282"/>
                  </a:lnTo>
                  <a:lnTo>
                    <a:pt x="4571861" y="706282"/>
                  </a:lnTo>
                  <a:lnTo>
                    <a:pt x="4571861" y="706282"/>
                  </a:lnTo>
                  <a:lnTo>
                    <a:pt x="4576852" y="706282"/>
                  </a:lnTo>
                  <a:lnTo>
                    <a:pt x="4576852" y="706282"/>
                  </a:lnTo>
                  <a:lnTo>
                    <a:pt x="4581843" y="706282"/>
                  </a:lnTo>
                  <a:lnTo>
                    <a:pt x="4581843" y="706282"/>
                  </a:lnTo>
                  <a:lnTo>
                    <a:pt x="4586834" y="706282"/>
                  </a:lnTo>
                  <a:lnTo>
                    <a:pt x="4586834" y="706282"/>
                  </a:lnTo>
                  <a:lnTo>
                    <a:pt x="4591825" y="706282"/>
                  </a:lnTo>
                  <a:lnTo>
                    <a:pt x="4591825" y="706282"/>
                  </a:lnTo>
                  <a:lnTo>
                    <a:pt x="4596817" y="706282"/>
                  </a:lnTo>
                  <a:lnTo>
                    <a:pt x="4596817" y="706282"/>
                  </a:lnTo>
                  <a:lnTo>
                    <a:pt x="4601808" y="706282"/>
                  </a:lnTo>
                  <a:lnTo>
                    <a:pt x="4601808" y="706282"/>
                  </a:lnTo>
                  <a:lnTo>
                    <a:pt x="4606799" y="706282"/>
                  </a:lnTo>
                  <a:lnTo>
                    <a:pt x="4606799" y="706282"/>
                  </a:lnTo>
                  <a:lnTo>
                    <a:pt x="4611790" y="706282"/>
                  </a:lnTo>
                  <a:lnTo>
                    <a:pt x="4611790" y="702526"/>
                  </a:lnTo>
                  <a:lnTo>
                    <a:pt x="4616781" y="702526"/>
                  </a:lnTo>
                  <a:lnTo>
                    <a:pt x="4616781" y="702526"/>
                  </a:lnTo>
                  <a:lnTo>
                    <a:pt x="4621772" y="702526"/>
                  </a:lnTo>
                  <a:lnTo>
                    <a:pt x="4621772" y="702526"/>
                  </a:lnTo>
                  <a:lnTo>
                    <a:pt x="4626763" y="702526"/>
                  </a:lnTo>
                  <a:lnTo>
                    <a:pt x="4626763" y="698762"/>
                  </a:lnTo>
                  <a:lnTo>
                    <a:pt x="4631754" y="698762"/>
                  </a:lnTo>
                  <a:lnTo>
                    <a:pt x="4631754" y="698762"/>
                  </a:lnTo>
                  <a:lnTo>
                    <a:pt x="4636745" y="698762"/>
                  </a:lnTo>
                  <a:lnTo>
                    <a:pt x="4636745" y="698762"/>
                  </a:lnTo>
                  <a:lnTo>
                    <a:pt x="4641737" y="698762"/>
                  </a:lnTo>
                  <a:lnTo>
                    <a:pt x="4641737" y="698762"/>
                  </a:lnTo>
                  <a:lnTo>
                    <a:pt x="4646728" y="698762"/>
                  </a:lnTo>
                  <a:lnTo>
                    <a:pt x="4646728" y="698762"/>
                  </a:lnTo>
                  <a:lnTo>
                    <a:pt x="4651719" y="698762"/>
                  </a:lnTo>
                  <a:lnTo>
                    <a:pt x="4651719" y="698762"/>
                  </a:lnTo>
                  <a:lnTo>
                    <a:pt x="4656710" y="698762"/>
                  </a:lnTo>
                  <a:lnTo>
                    <a:pt x="4656710" y="698762"/>
                  </a:lnTo>
                  <a:lnTo>
                    <a:pt x="4661701" y="698762"/>
                  </a:lnTo>
                  <a:lnTo>
                    <a:pt x="4661701" y="694981"/>
                  </a:lnTo>
                  <a:lnTo>
                    <a:pt x="4666692" y="694981"/>
                  </a:lnTo>
                  <a:lnTo>
                    <a:pt x="4666692" y="694981"/>
                  </a:lnTo>
                  <a:lnTo>
                    <a:pt x="4671683" y="694981"/>
                  </a:lnTo>
                  <a:lnTo>
                    <a:pt x="4671683" y="694981"/>
                  </a:lnTo>
                  <a:lnTo>
                    <a:pt x="4676674" y="694981"/>
                  </a:lnTo>
                  <a:lnTo>
                    <a:pt x="4676674" y="694981"/>
                  </a:lnTo>
                  <a:lnTo>
                    <a:pt x="4681666" y="694981"/>
                  </a:lnTo>
                  <a:lnTo>
                    <a:pt x="4681666" y="691188"/>
                  </a:lnTo>
                  <a:lnTo>
                    <a:pt x="4686657" y="691188"/>
                  </a:lnTo>
                  <a:lnTo>
                    <a:pt x="4686657" y="691188"/>
                  </a:lnTo>
                  <a:lnTo>
                    <a:pt x="4691648" y="691188"/>
                  </a:lnTo>
                  <a:lnTo>
                    <a:pt x="4691648" y="691188"/>
                  </a:lnTo>
                  <a:lnTo>
                    <a:pt x="4696639" y="691188"/>
                  </a:lnTo>
                  <a:lnTo>
                    <a:pt x="4696639" y="687391"/>
                  </a:lnTo>
                  <a:lnTo>
                    <a:pt x="4701630" y="687391"/>
                  </a:lnTo>
                  <a:lnTo>
                    <a:pt x="4701630" y="687391"/>
                  </a:lnTo>
                  <a:lnTo>
                    <a:pt x="4706621" y="687391"/>
                  </a:lnTo>
                  <a:lnTo>
                    <a:pt x="4706621" y="683587"/>
                  </a:lnTo>
                  <a:lnTo>
                    <a:pt x="4711612" y="683587"/>
                  </a:lnTo>
                  <a:lnTo>
                    <a:pt x="4711612" y="683587"/>
                  </a:lnTo>
                  <a:lnTo>
                    <a:pt x="4716603" y="683587"/>
                  </a:lnTo>
                  <a:lnTo>
                    <a:pt x="4716603" y="683587"/>
                  </a:lnTo>
                  <a:lnTo>
                    <a:pt x="4721594" y="683587"/>
                  </a:lnTo>
                  <a:lnTo>
                    <a:pt x="4721594" y="683587"/>
                  </a:lnTo>
                  <a:lnTo>
                    <a:pt x="4726586" y="683587"/>
                  </a:lnTo>
                  <a:lnTo>
                    <a:pt x="4726586" y="679780"/>
                  </a:lnTo>
                  <a:lnTo>
                    <a:pt x="4731577" y="679780"/>
                  </a:lnTo>
                  <a:lnTo>
                    <a:pt x="4731577" y="679780"/>
                  </a:lnTo>
                  <a:lnTo>
                    <a:pt x="4736568" y="679780"/>
                  </a:lnTo>
                  <a:lnTo>
                    <a:pt x="4736568" y="675968"/>
                  </a:lnTo>
                  <a:lnTo>
                    <a:pt x="4741559" y="675968"/>
                  </a:lnTo>
                  <a:lnTo>
                    <a:pt x="4741559" y="675968"/>
                  </a:lnTo>
                  <a:lnTo>
                    <a:pt x="4746550" y="675968"/>
                  </a:lnTo>
                  <a:lnTo>
                    <a:pt x="4746550" y="672150"/>
                  </a:lnTo>
                  <a:lnTo>
                    <a:pt x="4751541" y="672150"/>
                  </a:lnTo>
                  <a:lnTo>
                    <a:pt x="4751541" y="672150"/>
                  </a:lnTo>
                  <a:lnTo>
                    <a:pt x="4756532" y="672150"/>
                  </a:lnTo>
                  <a:lnTo>
                    <a:pt x="4756532" y="672150"/>
                  </a:lnTo>
                  <a:lnTo>
                    <a:pt x="4761523" y="672150"/>
                  </a:lnTo>
                  <a:lnTo>
                    <a:pt x="4761523" y="672150"/>
                  </a:lnTo>
                  <a:lnTo>
                    <a:pt x="4766514" y="672150"/>
                  </a:lnTo>
                  <a:lnTo>
                    <a:pt x="4766514" y="672150"/>
                  </a:lnTo>
                  <a:lnTo>
                    <a:pt x="4771506" y="672150"/>
                  </a:lnTo>
                  <a:lnTo>
                    <a:pt x="4771506" y="672150"/>
                  </a:lnTo>
                  <a:lnTo>
                    <a:pt x="4776497" y="672150"/>
                  </a:lnTo>
                  <a:lnTo>
                    <a:pt x="4776497" y="672150"/>
                  </a:lnTo>
                  <a:lnTo>
                    <a:pt x="4781488" y="672150"/>
                  </a:lnTo>
                  <a:lnTo>
                    <a:pt x="4781488" y="672150"/>
                  </a:lnTo>
                  <a:lnTo>
                    <a:pt x="4786479" y="672150"/>
                  </a:lnTo>
                  <a:lnTo>
                    <a:pt x="4786479" y="672150"/>
                  </a:lnTo>
                  <a:lnTo>
                    <a:pt x="4791470" y="672150"/>
                  </a:lnTo>
                  <a:lnTo>
                    <a:pt x="4791470" y="672150"/>
                  </a:lnTo>
                  <a:lnTo>
                    <a:pt x="4796461" y="672150"/>
                  </a:lnTo>
                  <a:lnTo>
                    <a:pt x="4796461" y="672150"/>
                  </a:lnTo>
                  <a:lnTo>
                    <a:pt x="4801452" y="672150"/>
                  </a:lnTo>
                  <a:lnTo>
                    <a:pt x="4801452" y="672150"/>
                  </a:lnTo>
                  <a:lnTo>
                    <a:pt x="4806443" y="672150"/>
                  </a:lnTo>
                  <a:lnTo>
                    <a:pt x="4806443" y="668292"/>
                  </a:lnTo>
                  <a:lnTo>
                    <a:pt x="4811434" y="668292"/>
                  </a:lnTo>
                  <a:lnTo>
                    <a:pt x="4811434" y="668292"/>
                  </a:lnTo>
                  <a:lnTo>
                    <a:pt x="4816426" y="668292"/>
                  </a:lnTo>
                  <a:lnTo>
                    <a:pt x="4816426" y="668292"/>
                  </a:lnTo>
                  <a:lnTo>
                    <a:pt x="4821417" y="668292"/>
                  </a:lnTo>
                  <a:lnTo>
                    <a:pt x="4821417" y="668292"/>
                  </a:lnTo>
                  <a:lnTo>
                    <a:pt x="4826408" y="668292"/>
                  </a:lnTo>
                  <a:lnTo>
                    <a:pt x="4826408" y="668292"/>
                  </a:lnTo>
                  <a:lnTo>
                    <a:pt x="4831399" y="668292"/>
                  </a:lnTo>
                  <a:lnTo>
                    <a:pt x="4831399" y="664427"/>
                  </a:lnTo>
                  <a:lnTo>
                    <a:pt x="4836390" y="664427"/>
                  </a:lnTo>
                  <a:lnTo>
                    <a:pt x="4836390" y="664427"/>
                  </a:lnTo>
                  <a:lnTo>
                    <a:pt x="4841381" y="664427"/>
                  </a:lnTo>
                  <a:lnTo>
                    <a:pt x="4841381" y="660555"/>
                  </a:lnTo>
                  <a:lnTo>
                    <a:pt x="4846372" y="660555"/>
                  </a:lnTo>
                  <a:lnTo>
                    <a:pt x="4846372" y="660555"/>
                  </a:lnTo>
                  <a:lnTo>
                    <a:pt x="4851363" y="660555"/>
                  </a:lnTo>
                  <a:lnTo>
                    <a:pt x="4851363" y="652801"/>
                  </a:lnTo>
                  <a:lnTo>
                    <a:pt x="4856355" y="652801"/>
                  </a:lnTo>
                  <a:lnTo>
                    <a:pt x="4856355" y="648924"/>
                  </a:lnTo>
                  <a:lnTo>
                    <a:pt x="4861346" y="648924"/>
                  </a:lnTo>
                  <a:lnTo>
                    <a:pt x="4861346" y="645046"/>
                  </a:lnTo>
                  <a:lnTo>
                    <a:pt x="4866337" y="645046"/>
                  </a:lnTo>
                  <a:lnTo>
                    <a:pt x="4866337" y="641164"/>
                  </a:lnTo>
                  <a:lnTo>
                    <a:pt x="4871328" y="641164"/>
                  </a:lnTo>
                  <a:lnTo>
                    <a:pt x="4871328" y="641164"/>
                  </a:lnTo>
                  <a:lnTo>
                    <a:pt x="4876319" y="641164"/>
                  </a:lnTo>
                  <a:lnTo>
                    <a:pt x="4876319" y="641164"/>
                  </a:lnTo>
                  <a:lnTo>
                    <a:pt x="4881310" y="641164"/>
                  </a:lnTo>
                  <a:lnTo>
                    <a:pt x="4881310" y="641164"/>
                  </a:lnTo>
                  <a:lnTo>
                    <a:pt x="4886301" y="641164"/>
                  </a:lnTo>
                  <a:lnTo>
                    <a:pt x="4886301" y="637272"/>
                  </a:lnTo>
                  <a:lnTo>
                    <a:pt x="4891292" y="637272"/>
                  </a:lnTo>
                  <a:lnTo>
                    <a:pt x="4891292" y="637272"/>
                  </a:lnTo>
                  <a:lnTo>
                    <a:pt x="4896283" y="637272"/>
                  </a:lnTo>
                  <a:lnTo>
                    <a:pt x="4896283" y="637272"/>
                  </a:lnTo>
                  <a:lnTo>
                    <a:pt x="4901275" y="637272"/>
                  </a:lnTo>
                  <a:lnTo>
                    <a:pt x="4901275" y="633376"/>
                  </a:lnTo>
                  <a:lnTo>
                    <a:pt x="4906266" y="633376"/>
                  </a:lnTo>
                  <a:lnTo>
                    <a:pt x="4906266" y="633376"/>
                  </a:lnTo>
                  <a:lnTo>
                    <a:pt x="4911257" y="633376"/>
                  </a:lnTo>
                  <a:lnTo>
                    <a:pt x="4911257" y="629469"/>
                  </a:lnTo>
                  <a:lnTo>
                    <a:pt x="4916248" y="629469"/>
                  </a:lnTo>
                  <a:lnTo>
                    <a:pt x="4916248" y="629469"/>
                  </a:lnTo>
                  <a:lnTo>
                    <a:pt x="4921239" y="629469"/>
                  </a:lnTo>
                  <a:lnTo>
                    <a:pt x="4921239" y="625552"/>
                  </a:lnTo>
                  <a:lnTo>
                    <a:pt x="4926230" y="625552"/>
                  </a:lnTo>
                  <a:lnTo>
                    <a:pt x="4926230" y="625552"/>
                  </a:lnTo>
                  <a:lnTo>
                    <a:pt x="4931221" y="625552"/>
                  </a:lnTo>
                  <a:lnTo>
                    <a:pt x="4931221" y="625552"/>
                  </a:lnTo>
                  <a:lnTo>
                    <a:pt x="4936212" y="625552"/>
                  </a:lnTo>
                  <a:lnTo>
                    <a:pt x="4936212" y="625552"/>
                  </a:lnTo>
                  <a:lnTo>
                    <a:pt x="4941203" y="625552"/>
                  </a:lnTo>
                  <a:lnTo>
                    <a:pt x="4941203" y="625552"/>
                  </a:lnTo>
                  <a:lnTo>
                    <a:pt x="4946195" y="625552"/>
                  </a:lnTo>
                  <a:lnTo>
                    <a:pt x="4946195" y="625552"/>
                  </a:lnTo>
                  <a:lnTo>
                    <a:pt x="4951186" y="625552"/>
                  </a:lnTo>
                  <a:lnTo>
                    <a:pt x="4951186" y="621622"/>
                  </a:lnTo>
                  <a:lnTo>
                    <a:pt x="4956177" y="621622"/>
                  </a:lnTo>
                  <a:lnTo>
                    <a:pt x="4956177" y="621622"/>
                  </a:lnTo>
                  <a:lnTo>
                    <a:pt x="4961168" y="621622"/>
                  </a:lnTo>
                  <a:lnTo>
                    <a:pt x="4961168" y="621622"/>
                  </a:lnTo>
                  <a:lnTo>
                    <a:pt x="4966159" y="621622"/>
                  </a:lnTo>
                  <a:lnTo>
                    <a:pt x="4966159" y="621622"/>
                  </a:lnTo>
                  <a:lnTo>
                    <a:pt x="4971150" y="621622"/>
                  </a:lnTo>
                  <a:lnTo>
                    <a:pt x="4971150" y="621622"/>
                  </a:lnTo>
                  <a:lnTo>
                    <a:pt x="4976141" y="621622"/>
                  </a:lnTo>
                  <a:lnTo>
                    <a:pt x="4976141" y="621622"/>
                  </a:lnTo>
                  <a:lnTo>
                    <a:pt x="4981132" y="621622"/>
                  </a:lnTo>
                  <a:lnTo>
                    <a:pt x="4981132" y="613733"/>
                  </a:lnTo>
                  <a:lnTo>
                    <a:pt x="4986124" y="613733"/>
                  </a:lnTo>
                  <a:lnTo>
                    <a:pt x="4986124" y="613733"/>
                  </a:lnTo>
                  <a:lnTo>
                    <a:pt x="4991115" y="613733"/>
                  </a:lnTo>
                  <a:lnTo>
                    <a:pt x="4991115" y="609781"/>
                  </a:lnTo>
                  <a:lnTo>
                    <a:pt x="4996106" y="609781"/>
                  </a:lnTo>
                  <a:lnTo>
                    <a:pt x="4996106" y="605828"/>
                  </a:lnTo>
                  <a:lnTo>
                    <a:pt x="5001097" y="605828"/>
                  </a:lnTo>
                  <a:lnTo>
                    <a:pt x="5001097" y="605828"/>
                  </a:lnTo>
                  <a:lnTo>
                    <a:pt x="5006088" y="605828"/>
                  </a:lnTo>
                  <a:lnTo>
                    <a:pt x="5006088" y="605828"/>
                  </a:lnTo>
                  <a:lnTo>
                    <a:pt x="5011079" y="605828"/>
                  </a:lnTo>
                  <a:lnTo>
                    <a:pt x="5011079" y="605828"/>
                  </a:lnTo>
                  <a:lnTo>
                    <a:pt x="5016070" y="605828"/>
                  </a:lnTo>
                  <a:lnTo>
                    <a:pt x="5016070" y="605828"/>
                  </a:lnTo>
                  <a:lnTo>
                    <a:pt x="5021061" y="605828"/>
                  </a:lnTo>
                  <a:lnTo>
                    <a:pt x="5021061" y="605828"/>
                  </a:lnTo>
                  <a:lnTo>
                    <a:pt x="5026052" y="605828"/>
                  </a:lnTo>
                  <a:lnTo>
                    <a:pt x="5026052" y="605828"/>
                  </a:lnTo>
                  <a:lnTo>
                    <a:pt x="5031044" y="605828"/>
                  </a:lnTo>
                  <a:lnTo>
                    <a:pt x="5031044" y="605828"/>
                  </a:lnTo>
                  <a:lnTo>
                    <a:pt x="5036035" y="605828"/>
                  </a:lnTo>
                  <a:lnTo>
                    <a:pt x="5036035" y="605828"/>
                  </a:lnTo>
                  <a:lnTo>
                    <a:pt x="5041026" y="605828"/>
                  </a:lnTo>
                  <a:lnTo>
                    <a:pt x="5041026" y="605828"/>
                  </a:lnTo>
                  <a:lnTo>
                    <a:pt x="5046017" y="605828"/>
                  </a:lnTo>
                  <a:lnTo>
                    <a:pt x="5046017" y="605828"/>
                  </a:lnTo>
                  <a:lnTo>
                    <a:pt x="5051008" y="605828"/>
                  </a:lnTo>
                  <a:lnTo>
                    <a:pt x="5051008" y="605828"/>
                  </a:lnTo>
                  <a:lnTo>
                    <a:pt x="5055999" y="605828"/>
                  </a:lnTo>
                  <a:lnTo>
                    <a:pt x="5055999" y="605828"/>
                  </a:lnTo>
                  <a:lnTo>
                    <a:pt x="5060990" y="605828"/>
                  </a:lnTo>
                  <a:lnTo>
                    <a:pt x="5060990" y="605828"/>
                  </a:lnTo>
                  <a:lnTo>
                    <a:pt x="5065981" y="605828"/>
                  </a:lnTo>
                  <a:lnTo>
                    <a:pt x="5065981" y="605828"/>
                  </a:lnTo>
                  <a:lnTo>
                    <a:pt x="5070972" y="605828"/>
                  </a:lnTo>
                  <a:lnTo>
                    <a:pt x="5070972" y="605828"/>
                  </a:lnTo>
                  <a:lnTo>
                    <a:pt x="5075964" y="605828"/>
                  </a:lnTo>
                  <a:lnTo>
                    <a:pt x="5075964" y="605828"/>
                  </a:lnTo>
                  <a:lnTo>
                    <a:pt x="5080955" y="605828"/>
                  </a:lnTo>
                  <a:lnTo>
                    <a:pt x="5080955" y="605828"/>
                  </a:lnTo>
                  <a:lnTo>
                    <a:pt x="5085946" y="605828"/>
                  </a:lnTo>
                  <a:lnTo>
                    <a:pt x="5085946" y="597819"/>
                  </a:lnTo>
                  <a:lnTo>
                    <a:pt x="5090937" y="597819"/>
                  </a:lnTo>
                  <a:lnTo>
                    <a:pt x="5090937" y="597819"/>
                  </a:lnTo>
                  <a:lnTo>
                    <a:pt x="5095928" y="597819"/>
                  </a:lnTo>
                  <a:lnTo>
                    <a:pt x="5095928" y="597819"/>
                  </a:lnTo>
                  <a:lnTo>
                    <a:pt x="5100919" y="597819"/>
                  </a:lnTo>
                  <a:lnTo>
                    <a:pt x="5100919" y="597819"/>
                  </a:lnTo>
                  <a:lnTo>
                    <a:pt x="5105910" y="597819"/>
                  </a:lnTo>
                  <a:lnTo>
                    <a:pt x="5105910" y="597819"/>
                  </a:lnTo>
                  <a:lnTo>
                    <a:pt x="5110901" y="597819"/>
                  </a:lnTo>
                  <a:lnTo>
                    <a:pt x="5110901" y="597819"/>
                  </a:lnTo>
                  <a:lnTo>
                    <a:pt x="5115893" y="597819"/>
                  </a:lnTo>
                  <a:lnTo>
                    <a:pt x="5115893" y="593799"/>
                  </a:lnTo>
                  <a:lnTo>
                    <a:pt x="5120884" y="593799"/>
                  </a:lnTo>
                  <a:lnTo>
                    <a:pt x="5120884" y="593799"/>
                  </a:lnTo>
                  <a:lnTo>
                    <a:pt x="5125875" y="593799"/>
                  </a:lnTo>
                  <a:lnTo>
                    <a:pt x="5125875" y="589763"/>
                  </a:lnTo>
                  <a:lnTo>
                    <a:pt x="5130866" y="589763"/>
                  </a:lnTo>
                  <a:lnTo>
                    <a:pt x="5130866" y="585726"/>
                  </a:lnTo>
                  <a:lnTo>
                    <a:pt x="5135857" y="585726"/>
                  </a:lnTo>
                  <a:lnTo>
                    <a:pt x="5135857" y="581685"/>
                  </a:lnTo>
                  <a:lnTo>
                    <a:pt x="5140848" y="581685"/>
                  </a:lnTo>
                  <a:lnTo>
                    <a:pt x="5140848" y="581685"/>
                  </a:lnTo>
                  <a:lnTo>
                    <a:pt x="5145839" y="581685"/>
                  </a:lnTo>
                  <a:lnTo>
                    <a:pt x="5145839" y="581685"/>
                  </a:lnTo>
                  <a:lnTo>
                    <a:pt x="5150830" y="581685"/>
                  </a:lnTo>
                  <a:lnTo>
                    <a:pt x="5150830" y="577641"/>
                  </a:lnTo>
                  <a:lnTo>
                    <a:pt x="5155821" y="577641"/>
                  </a:lnTo>
                  <a:lnTo>
                    <a:pt x="5155821" y="565499"/>
                  </a:lnTo>
                  <a:lnTo>
                    <a:pt x="5160813" y="565499"/>
                  </a:lnTo>
                  <a:lnTo>
                    <a:pt x="5160813" y="565499"/>
                  </a:lnTo>
                  <a:lnTo>
                    <a:pt x="5165804" y="565499"/>
                  </a:lnTo>
                  <a:lnTo>
                    <a:pt x="5165804" y="565499"/>
                  </a:lnTo>
                  <a:lnTo>
                    <a:pt x="5170795" y="565499"/>
                  </a:lnTo>
                  <a:lnTo>
                    <a:pt x="5170795" y="565499"/>
                  </a:lnTo>
                  <a:lnTo>
                    <a:pt x="5175786" y="565499"/>
                  </a:lnTo>
                  <a:lnTo>
                    <a:pt x="5175786" y="565499"/>
                  </a:lnTo>
                  <a:lnTo>
                    <a:pt x="5180777" y="565499"/>
                  </a:lnTo>
                  <a:lnTo>
                    <a:pt x="5180777" y="565499"/>
                  </a:lnTo>
                  <a:lnTo>
                    <a:pt x="5185768" y="565499"/>
                  </a:lnTo>
                  <a:lnTo>
                    <a:pt x="5185768" y="561434"/>
                  </a:lnTo>
                  <a:lnTo>
                    <a:pt x="5190759" y="561434"/>
                  </a:lnTo>
                  <a:lnTo>
                    <a:pt x="5190759" y="561434"/>
                  </a:lnTo>
                  <a:lnTo>
                    <a:pt x="5195750" y="561434"/>
                  </a:lnTo>
                  <a:lnTo>
                    <a:pt x="5195750" y="561434"/>
                  </a:lnTo>
                  <a:lnTo>
                    <a:pt x="5200741" y="561434"/>
                  </a:lnTo>
                  <a:lnTo>
                    <a:pt x="5200741" y="561434"/>
                  </a:lnTo>
                  <a:lnTo>
                    <a:pt x="5205733" y="561434"/>
                  </a:lnTo>
                  <a:lnTo>
                    <a:pt x="5205733" y="561434"/>
                  </a:lnTo>
                  <a:lnTo>
                    <a:pt x="5210724" y="561434"/>
                  </a:lnTo>
                  <a:lnTo>
                    <a:pt x="5210724" y="561434"/>
                  </a:lnTo>
                  <a:lnTo>
                    <a:pt x="5215715" y="561434"/>
                  </a:lnTo>
                  <a:lnTo>
                    <a:pt x="5215715" y="557349"/>
                  </a:lnTo>
                  <a:lnTo>
                    <a:pt x="5220706" y="557349"/>
                  </a:lnTo>
                  <a:lnTo>
                    <a:pt x="5220706" y="557349"/>
                  </a:lnTo>
                  <a:lnTo>
                    <a:pt x="5225697" y="557349"/>
                  </a:lnTo>
                  <a:lnTo>
                    <a:pt x="5225697" y="557349"/>
                  </a:lnTo>
                  <a:lnTo>
                    <a:pt x="5230688" y="557349"/>
                  </a:lnTo>
                  <a:lnTo>
                    <a:pt x="5230688" y="557349"/>
                  </a:lnTo>
                  <a:lnTo>
                    <a:pt x="5235679" y="557349"/>
                  </a:lnTo>
                  <a:lnTo>
                    <a:pt x="5235679" y="557349"/>
                  </a:lnTo>
                  <a:lnTo>
                    <a:pt x="5240670" y="557349"/>
                  </a:lnTo>
                  <a:lnTo>
                    <a:pt x="5240670" y="557349"/>
                  </a:lnTo>
                  <a:lnTo>
                    <a:pt x="5245662" y="557349"/>
                  </a:lnTo>
                  <a:lnTo>
                    <a:pt x="5245662" y="557349"/>
                  </a:lnTo>
                  <a:lnTo>
                    <a:pt x="5250653" y="557349"/>
                  </a:lnTo>
                  <a:lnTo>
                    <a:pt x="5250653" y="553242"/>
                  </a:lnTo>
                  <a:lnTo>
                    <a:pt x="5255644" y="553242"/>
                  </a:lnTo>
                  <a:lnTo>
                    <a:pt x="5255644" y="553242"/>
                  </a:lnTo>
                  <a:lnTo>
                    <a:pt x="5260635" y="553242"/>
                  </a:lnTo>
                  <a:lnTo>
                    <a:pt x="5260635" y="549125"/>
                  </a:lnTo>
                  <a:lnTo>
                    <a:pt x="5265626" y="549125"/>
                  </a:lnTo>
                  <a:lnTo>
                    <a:pt x="5265626" y="549125"/>
                  </a:lnTo>
                  <a:lnTo>
                    <a:pt x="5270617" y="549125"/>
                  </a:lnTo>
                  <a:lnTo>
                    <a:pt x="5270617" y="549125"/>
                  </a:lnTo>
                  <a:lnTo>
                    <a:pt x="5275608" y="549125"/>
                  </a:lnTo>
                  <a:lnTo>
                    <a:pt x="5275608" y="549125"/>
                  </a:lnTo>
                  <a:lnTo>
                    <a:pt x="5280599" y="549125"/>
                  </a:lnTo>
                  <a:lnTo>
                    <a:pt x="5280599" y="544995"/>
                  </a:lnTo>
                  <a:lnTo>
                    <a:pt x="5285590" y="544995"/>
                  </a:lnTo>
                  <a:lnTo>
                    <a:pt x="5285590" y="544995"/>
                  </a:lnTo>
                  <a:lnTo>
                    <a:pt x="5290582" y="544995"/>
                  </a:lnTo>
                  <a:lnTo>
                    <a:pt x="5290582" y="544995"/>
                  </a:lnTo>
                  <a:lnTo>
                    <a:pt x="5295573" y="544995"/>
                  </a:lnTo>
                  <a:lnTo>
                    <a:pt x="5295573" y="544995"/>
                  </a:lnTo>
                  <a:lnTo>
                    <a:pt x="5300564" y="544995"/>
                  </a:lnTo>
                  <a:lnTo>
                    <a:pt x="5300564" y="544995"/>
                  </a:lnTo>
                  <a:lnTo>
                    <a:pt x="5305555" y="544995"/>
                  </a:lnTo>
                  <a:lnTo>
                    <a:pt x="5305555" y="540847"/>
                  </a:lnTo>
                  <a:lnTo>
                    <a:pt x="5310546" y="540847"/>
                  </a:lnTo>
                  <a:lnTo>
                    <a:pt x="5310546" y="540847"/>
                  </a:lnTo>
                  <a:lnTo>
                    <a:pt x="5315537" y="540847"/>
                  </a:lnTo>
                  <a:lnTo>
                    <a:pt x="5315537" y="540847"/>
                  </a:lnTo>
                  <a:lnTo>
                    <a:pt x="5320528" y="540847"/>
                  </a:lnTo>
                  <a:lnTo>
                    <a:pt x="5320528" y="540847"/>
                  </a:lnTo>
                  <a:lnTo>
                    <a:pt x="5325519" y="540847"/>
                  </a:lnTo>
                  <a:lnTo>
                    <a:pt x="5325519" y="540847"/>
                  </a:lnTo>
                  <a:lnTo>
                    <a:pt x="5330510" y="540847"/>
                  </a:lnTo>
                  <a:lnTo>
                    <a:pt x="5330510" y="540847"/>
                  </a:lnTo>
                  <a:lnTo>
                    <a:pt x="5335502" y="540847"/>
                  </a:lnTo>
                  <a:lnTo>
                    <a:pt x="5335502" y="540847"/>
                  </a:lnTo>
                  <a:lnTo>
                    <a:pt x="5340493" y="540847"/>
                  </a:lnTo>
                  <a:lnTo>
                    <a:pt x="5340493" y="536677"/>
                  </a:lnTo>
                  <a:lnTo>
                    <a:pt x="5345484" y="536677"/>
                  </a:lnTo>
                  <a:lnTo>
                    <a:pt x="5345484" y="536677"/>
                  </a:lnTo>
                  <a:lnTo>
                    <a:pt x="5350475" y="536677"/>
                  </a:lnTo>
                  <a:lnTo>
                    <a:pt x="5350475" y="536677"/>
                  </a:lnTo>
                  <a:lnTo>
                    <a:pt x="5355466" y="536677"/>
                  </a:lnTo>
                  <a:lnTo>
                    <a:pt x="5355466" y="536677"/>
                  </a:lnTo>
                  <a:lnTo>
                    <a:pt x="5360457" y="536677"/>
                  </a:lnTo>
                  <a:lnTo>
                    <a:pt x="5360457" y="536677"/>
                  </a:lnTo>
                  <a:lnTo>
                    <a:pt x="5365448" y="536677"/>
                  </a:lnTo>
                  <a:lnTo>
                    <a:pt x="5365448" y="536677"/>
                  </a:lnTo>
                  <a:lnTo>
                    <a:pt x="5370439" y="536677"/>
                  </a:lnTo>
                  <a:lnTo>
                    <a:pt x="5370439" y="536677"/>
                  </a:lnTo>
                  <a:lnTo>
                    <a:pt x="5375431" y="536677"/>
                  </a:lnTo>
                  <a:lnTo>
                    <a:pt x="5375431" y="536677"/>
                  </a:lnTo>
                  <a:lnTo>
                    <a:pt x="5380422" y="536677"/>
                  </a:lnTo>
                  <a:lnTo>
                    <a:pt x="5380422" y="536677"/>
                  </a:lnTo>
                  <a:lnTo>
                    <a:pt x="5385413" y="536677"/>
                  </a:lnTo>
                  <a:lnTo>
                    <a:pt x="5385413" y="536677"/>
                  </a:lnTo>
                  <a:lnTo>
                    <a:pt x="5390404" y="536677"/>
                  </a:lnTo>
                  <a:lnTo>
                    <a:pt x="5390404" y="532478"/>
                  </a:lnTo>
                  <a:lnTo>
                    <a:pt x="5395395" y="532478"/>
                  </a:lnTo>
                  <a:lnTo>
                    <a:pt x="5395395" y="532478"/>
                  </a:lnTo>
                  <a:lnTo>
                    <a:pt x="5400386" y="532478"/>
                  </a:lnTo>
                  <a:lnTo>
                    <a:pt x="5400386" y="532478"/>
                  </a:lnTo>
                  <a:lnTo>
                    <a:pt x="5405377" y="532478"/>
                  </a:lnTo>
                  <a:lnTo>
                    <a:pt x="5405377" y="532478"/>
                  </a:lnTo>
                  <a:lnTo>
                    <a:pt x="5410368" y="532478"/>
                  </a:lnTo>
                  <a:lnTo>
                    <a:pt x="5410368" y="532478"/>
                  </a:lnTo>
                  <a:lnTo>
                    <a:pt x="5415359" y="532478"/>
                  </a:lnTo>
                  <a:lnTo>
                    <a:pt x="5415359" y="532478"/>
                  </a:lnTo>
                  <a:lnTo>
                    <a:pt x="5420351" y="532478"/>
                  </a:lnTo>
                  <a:lnTo>
                    <a:pt x="5420351" y="532478"/>
                  </a:lnTo>
                  <a:lnTo>
                    <a:pt x="5425342" y="532478"/>
                  </a:lnTo>
                  <a:lnTo>
                    <a:pt x="5425342" y="532478"/>
                  </a:lnTo>
                  <a:lnTo>
                    <a:pt x="5430333" y="532478"/>
                  </a:lnTo>
                  <a:lnTo>
                    <a:pt x="5430333" y="532478"/>
                  </a:lnTo>
                  <a:lnTo>
                    <a:pt x="5435324" y="532478"/>
                  </a:lnTo>
                  <a:lnTo>
                    <a:pt x="5435324" y="532478"/>
                  </a:lnTo>
                  <a:lnTo>
                    <a:pt x="5440315" y="532478"/>
                  </a:lnTo>
                  <a:lnTo>
                    <a:pt x="5440315" y="532478"/>
                  </a:lnTo>
                  <a:lnTo>
                    <a:pt x="5445306" y="532478"/>
                  </a:lnTo>
                  <a:lnTo>
                    <a:pt x="5445306" y="532478"/>
                  </a:lnTo>
                  <a:lnTo>
                    <a:pt x="5450297" y="532478"/>
                  </a:lnTo>
                  <a:lnTo>
                    <a:pt x="5450297" y="532478"/>
                  </a:lnTo>
                  <a:lnTo>
                    <a:pt x="5455288" y="532478"/>
                  </a:lnTo>
                  <a:lnTo>
                    <a:pt x="5455288" y="532478"/>
                  </a:lnTo>
                  <a:lnTo>
                    <a:pt x="5460279" y="532478"/>
                  </a:lnTo>
                  <a:lnTo>
                    <a:pt x="5460279" y="532478"/>
                  </a:lnTo>
                  <a:lnTo>
                    <a:pt x="5465271" y="532478"/>
                  </a:lnTo>
                  <a:lnTo>
                    <a:pt x="5465271" y="532478"/>
                  </a:lnTo>
                  <a:lnTo>
                    <a:pt x="5470262" y="532478"/>
                  </a:lnTo>
                  <a:lnTo>
                    <a:pt x="5470262" y="528224"/>
                  </a:lnTo>
                  <a:lnTo>
                    <a:pt x="5475253" y="528224"/>
                  </a:lnTo>
                  <a:lnTo>
                    <a:pt x="5475253" y="528224"/>
                  </a:lnTo>
                  <a:lnTo>
                    <a:pt x="5480244" y="528224"/>
                  </a:lnTo>
                  <a:lnTo>
                    <a:pt x="5480244" y="528224"/>
                  </a:lnTo>
                  <a:lnTo>
                    <a:pt x="5485235" y="528224"/>
                  </a:lnTo>
                  <a:lnTo>
                    <a:pt x="5485235" y="528224"/>
                  </a:lnTo>
                  <a:lnTo>
                    <a:pt x="5490226" y="528224"/>
                  </a:lnTo>
                  <a:lnTo>
                    <a:pt x="5490226" y="528224"/>
                  </a:lnTo>
                  <a:lnTo>
                    <a:pt x="5495217" y="528224"/>
                  </a:lnTo>
                  <a:lnTo>
                    <a:pt x="5495217" y="523953"/>
                  </a:lnTo>
                  <a:lnTo>
                    <a:pt x="5500208" y="523953"/>
                  </a:lnTo>
                  <a:lnTo>
                    <a:pt x="5500208" y="523953"/>
                  </a:lnTo>
                  <a:lnTo>
                    <a:pt x="5505200" y="523953"/>
                  </a:lnTo>
                  <a:lnTo>
                    <a:pt x="5505200" y="523953"/>
                  </a:lnTo>
                  <a:lnTo>
                    <a:pt x="5510191" y="523953"/>
                  </a:lnTo>
                  <a:lnTo>
                    <a:pt x="5510191" y="523953"/>
                  </a:lnTo>
                  <a:lnTo>
                    <a:pt x="5515182" y="523953"/>
                  </a:lnTo>
                  <a:lnTo>
                    <a:pt x="5515182" y="523953"/>
                  </a:lnTo>
                  <a:lnTo>
                    <a:pt x="5520173" y="523953"/>
                  </a:lnTo>
                  <a:lnTo>
                    <a:pt x="5520173" y="523953"/>
                  </a:lnTo>
                  <a:lnTo>
                    <a:pt x="5525164" y="523953"/>
                  </a:lnTo>
                  <a:lnTo>
                    <a:pt x="5525164" y="519663"/>
                  </a:lnTo>
                  <a:lnTo>
                    <a:pt x="5530155" y="519663"/>
                  </a:lnTo>
                  <a:lnTo>
                    <a:pt x="5530155" y="519663"/>
                  </a:lnTo>
                  <a:lnTo>
                    <a:pt x="5535146" y="519663"/>
                  </a:lnTo>
                  <a:lnTo>
                    <a:pt x="5535146" y="515372"/>
                  </a:lnTo>
                  <a:lnTo>
                    <a:pt x="5540137" y="515372"/>
                  </a:lnTo>
                  <a:lnTo>
                    <a:pt x="5540137" y="515372"/>
                  </a:lnTo>
                  <a:lnTo>
                    <a:pt x="5545128" y="515372"/>
                  </a:lnTo>
                  <a:lnTo>
                    <a:pt x="5545128" y="511070"/>
                  </a:lnTo>
                  <a:lnTo>
                    <a:pt x="5550120" y="511070"/>
                  </a:lnTo>
                  <a:lnTo>
                    <a:pt x="5550120" y="506767"/>
                  </a:lnTo>
                  <a:lnTo>
                    <a:pt x="5555111" y="506767"/>
                  </a:lnTo>
                  <a:lnTo>
                    <a:pt x="5555111" y="502464"/>
                  </a:lnTo>
                  <a:lnTo>
                    <a:pt x="5560102" y="502464"/>
                  </a:lnTo>
                  <a:lnTo>
                    <a:pt x="5560102" y="502464"/>
                  </a:lnTo>
                  <a:lnTo>
                    <a:pt x="5565093" y="502464"/>
                  </a:lnTo>
                  <a:lnTo>
                    <a:pt x="5565093" y="498159"/>
                  </a:lnTo>
                  <a:lnTo>
                    <a:pt x="5570084" y="498159"/>
                  </a:lnTo>
                  <a:lnTo>
                    <a:pt x="5570084" y="498159"/>
                  </a:lnTo>
                  <a:lnTo>
                    <a:pt x="5575075" y="498159"/>
                  </a:lnTo>
                  <a:lnTo>
                    <a:pt x="5575075" y="493846"/>
                  </a:lnTo>
                  <a:lnTo>
                    <a:pt x="5580066" y="493846"/>
                  </a:lnTo>
                  <a:lnTo>
                    <a:pt x="5580066" y="493846"/>
                  </a:lnTo>
                  <a:lnTo>
                    <a:pt x="5585057" y="493846"/>
                  </a:lnTo>
                  <a:lnTo>
                    <a:pt x="5585057" y="493846"/>
                  </a:lnTo>
                  <a:lnTo>
                    <a:pt x="5590048" y="493846"/>
                  </a:lnTo>
                  <a:lnTo>
                    <a:pt x="5590048" y="493846"/>
                  </a:lnTo>
                  <a:lnTo>
                    <a:pt x="5595040" y="493846"/>
                  </a:lnTo>
                  <a:lnTo>
                    <a:pt x="5595040" y="493846"/>
                  </a:lnTo>
                  <a:lnTo>
                    <a:pt x="5600031" y="493846"/>
                  </a:lnTo>
                  <a:lnTo>
                    <a:pt x="5600031" y="485179"/>
                  </a:lnTo>
                  <a:lnTo>
                    <a:pt x="5605022" y="485179"/>
                  </a:lnTo>
                  <a:lnTo>
                    <a:pt x="5605022" y="485179"/>
                  </a:lnTo>
                  <a:lnTo>
                    <a:pt x="5610013" y="485179"/>
                  </a:lnTo>
                  <a:lnTo>
                    <a:pt x="5610013" y="485179"/>
                  </a:lnTo>
                  <a:lnTo>
                    <a:pt x="5615004" y="485179"/>
                  </a:lnTo>
                  <a:lnTo>
                    <a:pt x="5615004" y="485179"/>
                  </a:lnTo>
                  <a:lnTo>
                    <a:pt x="5619995" y="485179"/>
                  </a:lnTo>
                  <a:lnTo>
                    <a:pt x="5619995" y="485179"/>
                  </a:lnTo>
                  <a:lnTo>
                    <a:pt x="5624986" y="485179"/>
                  </a:lnTo>
                  <a:lnTo>
                    <a:pt x="5624986" y="485179"/>
                  </a:lnTo>
                  <a:lnTo>
                    <a:pt x="5629977" y="485179"/>
                  </a:lnTo>
                  <a:lnTo>
                    <a:pt x="5629977" y="485179"/>
                  </a:lnTo>
                  <a:lnTo>
                    <a:pt x="5634968" y="485179"/>
                  </a:lnTo>
                  <a:lnTo>
                    <a:pt x="5634968" y="485179"/>
                  </a:lnTo>
                  <a:lnTo>
                    <a:pt x="5639960" y="485179"/>
                  </a:lnTo>
                  <a:lnTo>
                    <a:pt x="5639960" y="480811"/>
                  </a:lnTo>
                  <a:lnTo>
                    <a:pt x="5644951" y="480811"/>
                  </a:lnTo>
                  <a:lnTo>
                    <a:pt x="5644951" y="480811"/>
                  </a:lnTo>
                  <a:lnTo>
                    <a:pt x="5649942" y="480811"/>
                  </a:lnTo>
                  <a:lnTo>
                    <a:pt x="5649942" y="480811"/>
                  </a:lnTo>
                  <a:lnTo>
                    <a:pt x="5654933" y="480811"/>
                  </a:lnTo>
                  <a:lnTo>
                    <a:pt x="5654933" y="480811"/>
                  </a:lnTo>
                  <a:lnTo>
                    <a:pt x="5659924" y="480811"/>
                  </a:lnTo>
                  <a:lnTo>
                    <a:pt x="5659924" y="476425"/>
                  </a:lnTo>
                  <a:lnTo>
                    <a:pt x="5664915" y="476425"/>
                  </a:lnTo>
                  <a:lnTo>
                    <a:pt x="5664915" y="476425"/>
                  </a:lnTo>
                  <a:lnTo>
                    <a:pt x="5669906" y="476425"/>
                  </a:lnTo>
                  <a:lnTo>
                    <a:pt x="5669906" y="476425"/>
                  </a:lnTo>
                  <a:lnTo>
                    <a:pt x="5674897" y="476425"/>
                  </a:lnTo>
                  <a:lnTo>
                    <a:pt x="5674897" y="476425"/>
                  </a:lnTo>
                  <a:lnTo>
                    <a:pt x="5679889" y="476425"/>
                  </a:lnTo>
                  <a:lnTo>
                    <a:pt x="5679889" y="463252"/>
                  </a:lnTo>
                  <a:lnTo>
                    <a:pt x="5684880" y="463252"/>
                  </a:lnTo>
                  <a:lnTo>
                    <a:pt x="5684880" y="463252"/>
                  </a:lnTo>
                  <a:lnTo>
                    <a:pt x="5689871" y="463252"/>
                  </a:lnTo>
                  <a:lnTo>
                    <a:pt x="5689871" y="463252"/>
                  </a:lnTo>
                  <a:lnTo>
                    <a:pt x="5694862" y="463252"/>
                  </a:lnTo>
                  <a:lnTo>
                    <a:pt x="5694862" y="463252"/>
                  </a:lnTo>
                  <a:lnTo>
                    <a:pt x="5699853" y="463252"/>
                  </a:lnTo>
                  <a:lnTo>
                    <a:pt x="5699853" y="463252"/>
                  </a:lnTo>
                  <a:lnTo>
                    <a:pt x="5704844" y="463252"/>
                  </a:lnTo>
                  <a:lnTo>
                    <a:pt x="5704844" y="463252"/>
                  </a:lnTo>
                  <a:lnTo>
                    <a:pt x="5709835" y="463252"/>
                  </a:lnTo>
                  <a:lnTo>
                    <a:pt x="5709835" y="458844"/>
                  </a:lnTo>
                  <a:lnTo>
                    <a:pt x="5714826" y="458844"/>
                  </a:lnTo>
                  <a:lnTo>
                    <a:pt x="5714826" y="458844"/>
                  </a:lnTo>
                  <a:lnTo>
                    <a:pt x="5719817" y="458844"/>
                  </a:lnTo>
                  <a:lnTo>
                    <a:pt x="5719817" y="458844"/>
                  </a:lnTo>
                  <a:lnTo>
                    <a:pt x="5729800" y="458844"/>
                  </a:lnTo>
                  <a:lnTo>
                    <a:pt x="5729800" y="458844"/>
                  </a:lnTo>
                  <a:lnTo>
                    <a:pt x="5734791" y="458844"/>
                  </a:lnTo>
                  <a:lnTo>
                    <a:pt x="5734791" y="458844"/>
                  </a:lnTo>
                  <a:lnTo>
                    <a:pt x="5739782" y="458844"/>
                  </a:lnTo>
                  <a:lnTo>
                    <a:pt x="5739782" y="458844"/>
                  </a:lnTo>
                  <a:lnTo>
                    <a:pt x="5744773" y="458844"/>
                  </a:lnTo>
                  <a:lnTo>
                    <a:pt x="5744773" y="458844"/>
                  </a:lnTo>
                  <a:lnTo>
                    <a:pt x="5749764" y="458844"/>
                  </a:lnTo>
                  <a:lnTo>
                    <a:pt x="5749764" y="458844"/>
                  </a:lnTo>
                  <a:lnTo>
                    <a:pt x="5754755" y="458844"/>
                  </a:lnTo>
                  <a:lnTo>
                    <a:pt x="5754755" y="458844"/>
                  </a:lnTo>
                  <a:lnTo>
                    <a:pt x="5759746" y="458844"/>
                  </a:lnTo>
                  <a:lnTo>
                    <a:pt x="5759746" y="458844"/>
                  </a:lnTo>
                  <a:lnTo>
                    <a:pt x="5764737" y="458844"/>
                  </a:lnTo>
                  <a:lnTo>
                    <a:pt x="5764737" y="458844"/>
                  </a:lnTo>
                  <a:lnTo>
                    <a:pt x="5769729" y="458844"/>
                  </a:lnTo>
                  <a:lnTo>
                    <a:pt x="5769729" y="458844"/>
                  </a:lnTo>
                  <a:lnTo>
                    <a:pt x="5774720" y="458844"/>
                  </a:lnTo>
                  <a:lnTo>
                    <a:pt x="5774720" y="458844"/>
                  </a:lnTo>
                  <a:lnTo>
                    <a:pt x="5779711" y="458844"/>
                  </a:lnTo>
                  <a:lnTo>
                    <a:pt x="5779711" y="454389"/>
                  </a:lnTo>
                  <a:lnTo>
                    <a:pt x="5784702" y="454389"/>
                  </a:lnTo>
                  <a:lnTo>
                    <a:pt x="5784702" y="449932"/>
                  </a:lnTo>
                  <a:lnTo>
                    <a:pt x="5789693" y="449932"/>
                  </a:lnTo>
                  <a:lnTo>
                    <a:pt x="5789693" y="449932"/>
                  </a:lnTo>
                  <a:lnTo>
                    <a:pt x="5794684" y="449932"/>
                  </a:lnTo>
                  <a:lnTo>
                    <a:pt x="5794684" y="445472"/>
                  </a:lnTo>
                  <a:lnTo>
                    <a:pt x="5799675" y="445472"/>
                  </a:lnTo>
                  <a:lnTo>
                    <a:pt x="5799675" y="445472"/>
                  </a:lnTo>
                  <a:lnTo>
                    <a:pt x="5804666" y="445472"/>
                  </a:lnTo>
                  <a:lnTo>
                    <a:pt x="5804666" y="445472"/>
                  </a:lnTo>
                  <a:lnTo>
                    <a:pt x="5814649" y="445472"/>
                  </a:lnTo>
                  <a:lnTo>
                    <a:pt x="5814649" y="441008"/>
                  </a:lnTo>
                  <a:lnTo>
                    <a:pt x="5819640" y="441008"/>
                  </a:lnTo>
                  <a:lnTo>
                    <a:pt x="5819640" y="441008"/>
                  </a:lnTo>
                  <a:lnTo>
                    <a:pt x="5824631" y="441008"/>
                  </a:lnTo>
                  <a:lnTo>
                    <a:pt x="5824631" y="441008"/>
                  </a:lnTo>
                  <a:lnTo>
                    <a:pt x="5829622" y="441008"/>
                  </a:lnTo>
                  <a:lnTo>
                    <a:pt x="5829622" y="441008"/>
                  </a:lnTo>
                  <a:lnTo>
                    <a:pt x="5834613" y="441008"/>
                  </a:lnTo>
                  <a:lnTo>
                    <a:pt x="5834613" y="441008"/>
                  </a:lnTo>
                  <a:lnTo>
                    <a:pt x="5839604" y="441008"/>
                  </a:lnTo>
                  <a:lnTo>
                    <a:pt x="5839604" y="441008"/>
                  </a:lnTo>
                  <a:lnTo>
                    <a:pt x="5844595" y="441008"/>
                  </a:lnTo>
                  <a:lnTo>
                    <a:pt x="5844595" y="436525"/>
                  </a:lnTo>
                  <a:lnTo>
                    <a:pt x="5849586" y="436525"/>
                  </a:lnTo>
                  <a:lnTo>
                    <a:pt x="5849586" y="436525"/>
                  </a:lnTo>
                  <a:lnTo>
                    <a:pt x="5854578" y="436525"/>
                  </a:lnTo>
                  <a:lnTo>
                    <a:pt x="5854578" y="436525"/>
                  </a:lnTo>
                  <a:lnTo>
                    <a:pt x="5859569" y="436525"/>
                  </a:lnTo>
                  <a:lnTo>
                    <a:pt x="5859569" y="436525"/>
                  </a:lnTo>
                  <a:lnTo>
                    <a:pt x="5864560" y="436525"/>
                  </a:lnTo>
                  <a:lnTo>
                    <a:pt x="5864560" y="436525"/>
                  </a:lnTo>
                  <a:lnTo>
                    <a:pt x="5869551" y="436525"/>
                  </a:lnTo>
                  <a:lnTo>
                    <a:pt x="5869551" y="436525"/>
                  </a:lnTo>
                  <a:lnTo>
                    <a:pt x="5874542" y="436525"/>
                  </a:lnTo>
                  <a:lnTo>
                    <a:pt x="5874542" y="432030"/>
                  </a:lnTo>
                  <a:lnTo>
                    <a:pt x="5879533" y="432030"/>
                  </a:lnTo>
                  <a:lnTo>
                    <a:pt x="5879533" y="432030"/>
                  </a:lnTo>
                  <a:lnTo>
                    <a:pt x="5884524" y="432030"/>
                  </a:lnTo>
                  <a:lnTo>
                    <a:pt x="5884524" y="427530"/>
                  </a:lnTo>
                  <a:lnTo>
                    <a:pt x="5889515" y="427530"/>
                  </a:lnTo>
                  <a:lnTo>
                    <a:pt x="5889515" y="427530"/>
                  </a:lnTo>
                  <a:lnTo>
                    <a:pt x="5894506" y="427530"/>
                  </a:lnTo>
                  <a:lnTo>
                    <a:pt x="5894506" y="427530"/>
                  </a:lnTo>
                  <a:lnTo>
                    <a:pt x="5899498" y="427530"/>
                  </a:lnTo>
                  <a:lnTo>
                    <a:pt x="5899498" y="427530"/>
                  </a:lnTo>
                  <a:lnTo>
                    <a:pt x="5904489" y="427530"/>
                  </a:lnTo>
                  <a:lnTo>
                    <a:pt x="5904489" y="423022"/>
                  </a:lnTo>
                  <a:lnTo>
                    <a:pt x="5909480" y="423022"/>
                  </a:lnTo>
                  <a:lnTo>
                    <a:pt x="5909480" y="423022"/>
                  </a:lnTo>
                  <a:lnTo>
                    <a:pt x="5914471" y="423022"/>
                  </a:lnTo>
                  <a:lnTo>
                    <a:pt x="5914471" y="423022"/>
                  </a:lnTo>
                  <a:lnTo>
                    <a:pt x="5919462" y="423022"/>
                  </a:lnTo>
                  <a:lnTo>
                    <a:pt x="5919462" y="423022"/>
                  </a:lnTo>
                  <a:lnTo>
                    <a:pt x="5924453" y="423022"/>
                  </a:lnTo>
                  <a:lnTo>
                    <a:pt x="5924453" y="423022"/>
                  </a:lnTo>
                  <a:lnTo>
                    <a:pt x="5929444" y="423022"/>
                  </a:lnTo>
                  <a:lnTo>
                    <a:pt x="5929444" y="418491"/>
                  </a:lnTo>
                  <a:lnTo>
                    <a:pt x="5934435" y="418491"/>
                  </a:lnTo>
                  <a:lnTo>
                    <a:pt x="5934435" y="418491"/>
                  </a:lnTo>
                  <a:lnTo>
                    <a:pt x="5939427" y="418491"/>
                  </a:lnTo>
                  <a:lnTo>
                    <a:pt x="5939427" y="418491"/>
                  </a:lnTo>
                  <a:lnTo>
                    <a:pt x="5944418" y="418491"/>
                  </a:lnTo>
                  <a:lnTo>
                    <a:pt x="5944418" y="418491"/>
                  </a:lnTo>
                  <a:lnTo>
                    <a:pt x="5949409" y="418491"/>
                  </a:lnTo>
                  <a:lnTo>
                    <a:pt x="5949409" y="418491"/>
                  </a:lnTo>
                  <a:lnTo>
                    <a:pt x="5954400" y="418491"/>
                  </a:lnTo>
                  <a:lnTo>
                    <a:pt x="5954400" y="418491"/>
                  </a:lnTo>
                  <a:lnTo>
                    <a:pt x="5959391" y="418491"/>
                  </a:lnTo>
                  <a:lnTo>
                    <a:pt x="5959391" y="418491"/>
                  </a:lnTo>
                  <a:lnTo>
                    <a:pt x="5964382" y="418491"/>
                  </a:lnTo>
                  <a:lnTo>
                    <a:pt x="5964382" y="418491"/>
                  </a:lnTo>
                  <a:lnTo>
                    <a:pt x="5969373" y="418491"/>
                  </a:lnTo>
                  <a:lnTo>
                    <a:pt x="5969373" y="418491"/>
                  </a:lnTo>
                  <a:lnTo>
                    <a:pt x="5974364" y="418491"/>
                  </a:lnTo>
                  <a:lnTo>
                    <a:pt x="5974364" y="418491"/>
                  </a:lnTo>
                  <a:lnTo>
                    <a:pt x="5984347" y="418491"/>
                  </a:lnTo>
                  <a:lnTo>
                    <a:pt x="5984347" y="418491"/>
                  </a:lnTo>
                  <a:lnTo>
                    <a:pt x="5994329" y="418491"/>
                  </a:lnTo>
                  <a:lnTo>
                    <a:pt x="5994329" y="418491"/>
                  </a:lnTo>
                  <a:lnTo>
                    <a:pt x="5999320" y="418491"/>
                  </a:lnTo>
                  <a:lnTo>
                    <a:pt x="5999320" y="418491"/>
                  </a:lnTo>
                  <a:lnTo>
                    <a:pt x="6004311" y="418491"/>
                  </a:lnTo>
                  <a:lnTo>
                    <a:pt x="6004311" y="418491"/>
                  </a:lnTo>
                  <a:lnTo>
                    <a:pt x="6009302" y="418491"/>
                  </a:lnTo>
                  <a:lnTo>
                    <a:pt x="6009302" y="418491"/>
                  </a:lnTo>
                  <a:lnTo>
                    <a:pt x="6014293" y="418491"/>
                  </a:lnTo>
                  <a:lnTo>
                    <a:pt x="6014293" y="418491"/>
                  </a:lnTo>
                  <a:lnTo>
                    <a:pt x="6019284" y="418491"/>
                  </a:lnTo>
                  <a:lnTo>
                    <a:pt x="6019284" y="418491"/>
                  </a:lnTo>
                  <a:lnTo>
                    <a:pt x="6024275" y="418491"/>
                  </a:lnTo>
                  <a:lnTo>
                    <a:pt x="6024275" y="418491"/>
                  </a:lnTo>
                  <a:lnTo>
                    <a:pt x="6029267" y="418491"/>
                  </a:lnTo>
                  <a:lnTo>
                    <a:pt x="6029267" y="418491"/>
                  </a:lnTo>
                  <a:lnTo>
                    <a:pt x="6034258" y="418491"/>
                  </a:lnTo>
                  <a:lnTo>
                    <a:pt x="6034258" y="418491"/>
                  </a:lnTo>
                  <a:lnTo>
                    <a:pt x="6039249" y="418491"/>
                  </a:lnTo>
                  <a:lnTo>
                    <a:pt x="6039249" y="418491"/>
                  </a:lnTo>
                  <a:lnTo>
                    <a:pt x="6044240" y="418491"/>
                  </a:lnTo>
                  <a:lnTo>
                    <a:pt x="6044240" y="418491"/>
                  </a:lnTo>
                  <a:lnTo>
                    <a:pt x="6049231" y="418491"/>
                  </a:lnTo>
                  <a:lnTo>
                    <a:pt x="6049231" y="418491"/>
                  </a:lnTo>
                  <a:lnTo>
                    <a:pt x="6054222" y="418491"/>
                  </a:lnTo>
                  <a:lnTo>
                    <a:pt x="6054222" y="418491"/>
                  </a:lnTo>
                  <a:lnTo>
                    <a:pt x="6059213" y="418491"/>
                  </a:lnTo>
                  <a:lnTo>
                    <a:pt x="6059213" y="413889"/>
                  </a:lnTo>
                  <a:lnTo>
                    <a:pt x="6064204" y="413889"/>
                  </a:lnTo>
                  <a:lnTo>
                    <a:pt x="6064204" y="413889"/>
                  </a:lnTo>
                  <a:lnTo>
                    <a:pt x="6069196" y="413889"/>
                  </a:lnTo>
                  <a:lnTo>
                    <a:pt x="6069196" y="413889"/>
                  </a:lnTo>
                  <a:lnTo>
                    <a:pt x="6074187" y="413889"/>
                  </a:lnTo>
                  <a:lnTo>
                    <a:pt x="6074187" y="413889"/>
                  </a:lnTo>
                  <a:lnTo>
                    <a:pt x="6079178" y="413889"/>
                  </a:lnTo>
                  <a:lnTo>
                    <a:pt x="6079178" y="409270"/>
                  </a:lnTo>
                  <a:lnTo>
                    <a:pt x="6084169" y="409270"/>
                  </a:lnTo>
                  <a:lnTo>
                    <a:pt x="6084169" y="409270"/>
                  </a:lnTo>
                  <a:lnTo>
                    <a:pt x="6089160" y="409270"/>
                  </a:lnTo>
                  <a:lnTo>
                    <a:pt x="6089160" y="409270"/>
                  </a:lnTo>
                  <a:lnTo>
                    <a:pt x="6094151" y="409270"/>
                  </a:lnTo>
                  <a:lnTo>
                    <a:pt x="6094151" y="409270"/>
                  </a:lnTo>
                  <a:lnTo>
                    <a:pt x="6099142" y="409270"/>
                  </a:lnTo>
                  <a:lnTo>
                    <a:pt x="6099142" y="409270"/>
                  </a:lnTo>
                  <a:lnTo>
                    <a:pt x="6104133" y="409270"/>
                  </a:lnTo>
                  <a:lnTo>
                    <a:pt x="6104133" y="409270"/>
                  </a:lnTo>
                  <a:lnTo>
                    <a:pt x="6109124" y="409270"/>
                  </a:lnTo>
                  <a:lnTo>
                    <a:pt x="6109124" y="409270"/>
                  </a:lnTo>
                  <a:lnTo>
                    <a:pt x="6114116" y="409270"/>
                  </a:lnTo>
                  <a:lnTo>
                    <a:pt x="6114116" y="409270"/>
                  </a:lnTo>
                  <a:lnTo>
                    <a:pt x="6119107" y="409270"/>
                  </a:lnTo>
                  <a:lnTo>
                    <a:pt x="6119107" y="409270"/>
                  </a:lnTo>
                  <a:lnTo>
                    <a:pt x="6124098" y="409270"/>
                  </a:lnTo>
                  <a:lnTo>
                    <a:pt x="6124098" y="409270"/>
                  </a:lnTo>
                  <a:lnTo>
                    <a:pt x="6129089" y="409270"/>
                  </a:lnTo>
                  <a:lnTo>
                    <a:pt x="6129089" y="409270"/>
                  </a:lnTo>
                  <a:lnTo>
                    <a:pt x="6134080" y="409270"/>
                  </a:lnTo>
                  <a:lnTo>
                    <a:pt x="6134080" y="404610"/>
                  </a:lnTo>
                  <a:lnTo>
                    <a:pt x="6139071" y="404610"/>
                  </a:lnTo>
                  <a:lnTo>
                    <a:pt x="6139071" y="404610"/>
                  </a:lnTo>
                  <a:lnTo>
                    <a:pt x="6144062" y="404610"/>
                  </a:lnTo>
                  <a:lnTo>
                    <a:pt x="6144062" y="399935"/>
                  </a:lnTo>
                  <a:lnTo>
                    <a:pt x="6149053" y="399935"/>
                  </a:lnTo>
                  <a:lnTo>
                    <a:pt x="6149053" y="399935"/>
                  </a:lnTo>
                  <a:lnTo>
                    <a:pt x="6154044" y="399935"/>
                  </a:lnTo>
                  <a:lnTo>
                    <a:pt x="6154044" y="399935"/>
                  </a:lnTo>
                  <a:lnTo>
                    <a:pt x="6159036" y="399935"/>
                  </a:lnTo>
                  <a:lnTo>
                    <a:pt x="6159036" y="399935"/>
                  </a:lnTo>
                  <a:lnTo>
                    <a:pt x="6164027" y="399935"/>
                  </a:lnTo>
                  <a:lnTo>
                    <a:pt x="6164027" y="399935"/>
                  </a:lnTo>
                  <a:lnTo>
                    <a:pt x="6169018" y="399935"/>
                  </a:lnTo>
                  <a:lnTo>
                    <a:pt x="6169018" y="399935"/>
                  </a:lnTo>
                  <a:lnTo>
                    <a:pt x="6174009" y="399935"/>
                  </a:lnTo>
                  <a:lnTo>
                    <a:pt x="6174009" y="399935"/>
                  </a:lnTo>
                  <a:lnTo>
                    <a:pt x="6179000" y="399935"/>
                  </a:lnTo>
                  <a:lnTo>
                    <a:pt x="6179000" y="399935"/>
                  </a:lnTo>
                  <a:lnTo>
                    <a:pt x="6183991" y="399935"/>
                  </a:lnTo>
                  <a:lnTo>
                    <a:pt x="6183991" y="399935"/>
                  </a:lnTo>
                  <a:lnTo>
                    <a:pt x="6188982" y="399935"/>
                  </a:lnTo>
                  <a:lnTo>
                    <a:pt x="6188982" y="395215"/>
                  </a:lnTo>
                  <a:lnTo>
                    <a:pt x="6193973" y="395215"/>
                  </a:lnTo>
                  <a:lnTo>
                    <a:pt x="6193973" y="395215"/>
                  </a:lnTo>
                  <a:lnTo>
                    <a:pt x="6198965" y="395215"/>
                  </a:lnTo>
                  <a:lnTo>
                    <a:pt x="6198965" y="395215"/>
                  </a:lnTo>
                  <a:lnTo>
                    <a:pt x="6203956" y="395215"/>
                  </a:lnTo>
                  <a:lnTo>
                    <a:pt x="6203956" y="395215"/>
                  </a:lnTo>
                  <a:lnTo>
                    <a:pt x="6208947" y="395215"/>
                  </a:lnTo>
                  <a:lnTo>
                    <a:pt x="6208947" y="395215"/>
                  </a:lnTo>
                  <a:lnTo>
                    <a:pt x="6213938" y="395215"/>
                  </a:lnTo>
                  <a:lnTo>
                    <a:pt x="6213938" y="395215"/>
                  </a:lnTo>
                  <a:lnTo>
                    <a:pt x="6218929" y="395215"/>
                  </a:lnTo>
                  <a:lnTo>
                    <a:pt x="6218929" y="395215"/>
                  </a:lnTo>
                  <a:lnTo>
                    <a:pt x="6228911" y="395215"/>
                  </a:lnTo>
                  <a:lnTo>
                    <a:pt x="6228911" y="395215"/>
                  </a:lnTo>
                  <a:lnTo>
                    <a:pt x="6233902" y="395215"/>
                  </a:lnTo>
                  <a:lnTo>
                    <a:pt x="6233902" y="395215"/>
                  </a:lnTo>
                  <a:lnTo>
                    <a:pt x="6238893" y="395215"/>
                  </a:lnTo>
                  <a:lnTo>
                    <a:pt x="6238893" y="395215"/>
                  </a:lnTo>
                  <a:lnTo>
                    <a:pt x="6243885" y="395215"/>
                  </a:lnTo>
                  <a:lnTo>
                    <a:pt x="6243885" y="395215"/>
                  </a:lnTo>
                  <a:lnTo>
                    <a:pt x="6248876" y="395215"/>
                  </a:lnTo>
                  <a:lnTo>
                    <a:pt x="6248876" y="395215"/>
                  </a:lnTo>
                  <a:lnTo>
                    <a:pt x="6253867" y="395215"/>
                  </a:lnTo>
                  <a:lnTo>
                    <a:pt x="6253867" y="395215"/>
                  </a:lnTo>
                  <a:lnTo>
                    <a:pt x="6258858" y="395215"/>
                  </a:lnTo>
                  <a:lnTo>
                    <a:pt x="6258858" y="395215"/>
                  </a:lnTo>
                  <a:lnTo>
                    <a:pt x="6263849" y="395215"/>
                  </a:lnTo>
                  <a:lnTo>
                    <a:pt x="6263849" y="390455"/>
                  </a:lnTo>
                  <a:lnTo>
                    <a:pt x="6268840" y="390455"/>
                  </a:lnTo>
                  <a:lnTo>
                    <a:pt x="6268840" y="390455"/>
                  </a:lnTo>
                  <a:lnTo>
                    <a:pt x="6273831" y="390455"/>
                  </a:lnTo>
                  <a:lnTo>
                    <a:pt x="6273831" y="385685"/>
                  </a:lnTo>
                  <a:lnTo>
                    <a:pt x="6278822" y="385685"/>
                  </a:lnTo>
                  <a:lnTo>
                    <a:pt x="6278822" y="385685"/>
                  </a:lnTo>
                  <a:lnTo>
                    <a:pt x="6283813" y="385685"/>
                  </a:lnTo>
                  <a:lnTo>
                    <a:pt x="6283813" y="380906"/>
                  </a:lnTo>
                  <a:lnTo>
                    <a:pt x="6288805" y="380906"/>
                  </a:lnTo>
                  <a:lnTo>
                    <a:pt x="6288805" y="380906"/>
                  </a:lnTo>
                  <a:lnTo>
                    <a:pt x="6293796" y="380906"/>
                  </a:lnTo>
                  <a:lnTo>
                    <a:pt x="6293796" y="380906"/>
                  </a:lnTo>
                  <a:lnTo>
                    <a:pt x="6298787" y="380906"/>
                  </a:lnTo>
                  <a:lnTo>
                    <a:pt x="6298787" y="380906"/>
                  </a:lnTo>
                  <a:lnTo>
                    <a:pt x="6303778" y="380906"/>
                  </a:lnTo>
                  <a:lnTo>
                    <a:pt x="6303778" y="380906"/>
                  </a:lnTo>
                  <a:lnTo>
                    <a:pt x="6308769" y="380906"/>
                  </a:lnTo>
                  <a:lnTo>
                    <a:pt x="6308769" y="380906"/>
                  </a:lnTo>
                  <a:lnTo>
                    <a:pt x="6313760" y="380906"/>
                  </a:lnTo>
                  <a:lnTo>
                    <a:pt x="6313760" y="380906"/>
                  </a:lnTo>
                  <a:lnTo>
                    <a:pt x="6318751" y="380906"/>
                  </a:lnTo>
                  <a:lnTo>
                    <a:pt x="6318751" y="376100"/>
                  </a:lnTo>
                  <a:lnTo>
                    <a:pt x="6323742" y="376100"/>
                  </a:lnTo>
                  <a:lnTo>
                    <a:pt x="6323742" y="376100"/>
                  </a:lnTo>
                  <a:lnTo>
                    <a:pt x="6328734" y="376100"/>
                  </a:lnTo>
                  <a:lnTo>
                    <a:pt x="6328734" y="376100"/>
                  </a:lnTo>
                  <a:lnTo>
                    <a:pt x="6333725" y="376100"/>
                  </a:lnTo>
                  <a:lnTo>
                    <a:pt x="6333725" y="376100"/>
                  </a:lnTo>
                  <a:lnTo>
                    <a:pt x="6338716" y="376100"/>
                  </a:lnTo>
                  <a:lnTo>
                    <a:pt x="6338716" y="371285"/>
                  </a:lnTo>
                  <a:lnTo>
                    <a:pt x="6343707" y="371285"/>
                  </a:lnTo>
                  <a:lnTo>
                    <a:pt x="6343707" y="371285"/>
                  </a:lnTo>
                  <a:lnTo>
                    <a:pt x="6348698" y="371285"/>
                  </a:lnTo>
                  <a:lnTo>
                    <a:pt x="6348698" y="371285"/>
                  </a:lnTo>
                  <a:lnTo>
                    <a:pt x="6353689" y="371285"/>
                  </a:lnTo>
                  <a:lnTo>
                    <a:pt x="6353689" y="371285"/>
                  </a:lnTo>
                  <a:lnTo>
                    <a:pt x="6358680" y="371285"/>
                  </a:lnTo>
                  <a:lnTo>
                    <a:pt x="6358680" y="371285"/>
                  </a:lnTo>
                  <a:lnTo>
                    <a:pt x="6363671" y="371285"/>
                  </a:lnTo>
                  <a:lnTo>
                    <a:pt x="6363671" y="371285"/>
                  </a:lnTo>
                  <a:lnTo>
                    <a:pt x="6368662" y="371285"/>
                  </a:lnTo>
                  <a:lnTo>
                    <a:pt x="6368662" y="371285"/>
                  </a:lnTo>
                  <a:lnTo>
                    <a:pt x="6373654" y="371285"/>
                  </a:lnTo>
                  <a:lnTo>
                    <a:pt x="6373654" y="371285"/>
                  </a:lnTo>
                  <a:lnTo>
                    <a:pt x="6378645" y="371285"/>
                  </a:lnTo>
                  <a:lnTo>
                    <a:pt x="6378645" y="366447"/>
                  </a:lnTo>
                  <a:lnTo>
                    <a:pt x="6383636" y="366447"/>
                  </a:lnTo>
                  <a:lnTo>
                    <a:pt x="6383636" y="361601"/>
                  </a:lnTo>
                  <a:lnTo>
                    <a:pt x="6388627" y="361601"/>
                  </a:lnTo>
                  <a:lnTo>
                    <a:pt x="6388627" y="361601"/>
                  </a:lnTo>
                  <a:lnTo>
                    <a:pt x="6393618" y="361601"/>
                  </a:lnTo>
                  <a:lnTo>
                    <a:pt x="6393618" y="361601"/>
                  </a:lnTo>
                  <a:lnTo>
                    <a:pt x="6398609" y="361601"/>
                  </a:lnTo>
                  <a:lnTo>
                    <a:pt x="6398609" y="361601"/>
                  </a:lnTo>
                  <a:lnTo>
                    <a:pt x="6403600" y="361601"/>
                  </a:lnTo>
                  <a:lnTo>
                    <a:pt x="6403600" y="361601"/>
                  </a:lnTo>
                  <a:lnTo>
                    <a:pt x="6408591" y="361601"/>
                  </a:lnTo>
                  <a:lnTo>
                    <a:pt x="6408591" y="361601"/>
                  </a:lnTo>
                  <a:lnTo>
                    <a:pt x="6413582" y="361601"/>
                  </a:lnTo>
                  <a:lnTo>
                    <a:pt x="6413582" y="361601"/>
                  </a:lnTo>
                  <a:lnTo>
                    <a:pt x="6418574" y="361601"/>
                  </a:lnTo>
                  <a:lnTo>
                    <a:pt x="6418574" y="361601"/>
                  </a:lnTo>
                  <a:lnTo>
                    <a:pt x="6423565" y="361601"/>
                  </a:lnTo>
                  <a:lnTo>
                    <a:pt x="6423565" y="361601"/>
                  </a:lnTo>
                  <a:lnTo>
                    <a:pt x="6428556" y="361601"/>
                  </a:lnTo>
                  <a:lnTo>
                    <a:pt x="6428556" y="361601"/>
                  </a:lnTo>
                  <a:lnTo>
                    <a:pt x="6433547" y="361601"/>
                  </a:lnTo>
                  <a:lnTo>
                    <a:pt x="6433547" y="361601"/>
                  </a:lnTo>
                  <a:lnTo>
                    <a:pt x="6438538" y="361601"/>
                  </a:lnTo>
                  <a:lnTo>
                    <a:pt x="6438538" y="361601"/>
                  </a:lnTo>
                  <a:lnTo>
                    <a:pt x="6443529" y="361601"/>
                  </a:lnTo>
                  <a:lnTo>
                    <a:pt x="6443529" y="361601"/>
                  </a:lnTo>
                  <a:lnTo>
                    <a:pt x="6448520" y="361601"/>
                  </a:lnTo>
                  <a:lnTo>
                    <a:pt x="6448520" y="361601"/>
                  </a:lnTo>
                  <a:lnTo>
                    <a:pt x="6453511" y="361601"/>
                  </a:lnTo>
                  <a:lnTo>
                    <a:pt x="6453511" y="356707"/>
                  </a:lnTo>
                  <a:lnTo>
                    <a:pt x="6458502" y="356707"/>
                  </a:lnTo>
                  <a:lnTo>
                    <a:pt x="6458502" y="356707"/>
                  </a:lnTo>
                  <a:lnTo>
                    <a:pt x="6463494" y="356707"/>
                  </a:lnTo>
                  <a:lnTo>
                    <a:pt x="6463494" y="356707"/>
                  </a:lnTo>
                  <a:lnTo>
                    <a:pt x="6468485" y="356707"/>
                  </a:lnTo>
                  <a:lnTo>
                    <a:pt x="6468485" y="356707"/>
                  </a:lnTo>
                  <a:lnTo>
                    <a:pt x="6478467" y="356707"/>
                  </a:lnTo>
                  <a:lnTo>
                    <a:pt x="6478467" y="356707"/>
                  </a:lnTo>
                  <a:lnTo>
                    <a:pt x="6483458" y="356707"/>
                  </a:lnTo>
                  <a:lnTo>
                    <a:pt x="6483458" y="356707"/>
                  </a:lnTo>
                  <a:lnTo>
                    <a:pt x="6488449" y="356707"/>
                  </a:lnTo>
                  <a:lnTo>
                    <a:pt x="6488449" y="356707"/>
                  </a:lnTo>
                  <a:lnTo>
                    <a:pt x="6493440" y="356707"/>
                  </a:lnTo>
                  <a:lnTo>
                    <a:pt x="6493440" y="351791"/>
                  </a:lnTo>
                  <a:lnTo>
                    <a:pt x="6498431" y="351791"/>
                  </a:lnTo>
                  <a:lnTo>
                    <a:pt x="6498431" y="351791"/>
                  </a:lnTo>
                  <a:lnTo>
                    <a:pt x="6503423" y="351791"/>
                  </a:lnTo>
                  <a:lnTo>
                    <a:pt x="6503423" y="351791"/>
                  </a:lnTo>
                  <a:lnTo>
                    <a:pt x="6508414" y="351791"/>
                  </a:lnTo>
                  <a:lnTo>
                    <a:pt x="6508414" y="351791"/>
                  </a:lnTo>
                  <a:lnTo>
                    <a:pt x="6513405" y="351791"/>
                  </a:lnTo>
                  <a:lnTo>
                    <a:pt x="6513405" y="351791"/>
                  </a:lnTo>
                  <a:lnTo>
                    <a:pt x="6518396" y="351791"/>
                  </a:lnTo>
                  <a:lnTo>
                    <a:pt x="6518396" y="351791"/>
                  </a:lnTo>
                  <a:lnTo>
                    <a:pt x="6523387" y="351791"/>
                  </a:lnTo>
                  <a:lnTo>
                    <a:pt x="6523387" y="351791"/>
                  </a:lnTo>
                  <a:lnTo>
                    <a:pt x="6528378" y="351791"/>
                  </a:lnTo>
                  <a:lnTo>
                    <a:pt x="6528378" y="351791"/>
                  </a:lnTo>
                  <a:lnTo>
                    <a:pt x="6533369" y="351791"/>
                  </a:lnTo>
                  <a:lnTo>
                    <a:pt x="6533369" y="351791"/>
                  </a:lnTo>
                  <a:lnTo>
                    <a:pt x="6538360" y="351791"/>
                  </a:lnTo>
                  <a:lnTo>
                    <a:pt x="6538360" y="351791"/>
                  </a:lnTo>
                  <a:lnTo>
                    <a:pt x="6543351" y="351791"/>
                  </a:lnTo>
                  <a:lnTo>
                    <a:pt x="6543351" y="351791"/>
                  </a:lnTo>
                  <a:lnTo>
                    <a:pt x="6548343" y="351791"/>
                  </a:lnTo>
                  <a:lnTo>
                    <a:pt x="6548343" y="351791"/>
                  </a:lnTo>
                  <a:lnTo>
                    <a:pt x="6553334" y="351791"/>
                  </a:lnTo>
                  <a:lnTo>
                    <a:pt x="6553334" y="351791"/>
                  </a:lnTo>
                  <a:lnTo>
                    <a:pt x="6558325" y="351791"/>
                  </a:lnTo>
                  <a:lnTo>
                    <a:pt x="6558325" y="351791"/>
                  </a:lnTo>
                  <a:lnTo>
                    <a:pt x="6563316" y="351791"/>
                  </a:lnTo>
                  <a:lnTo>
                    <a:pt x="6563316" y="351791"/>
                  </a:lnTo>
                  <a:lnTo>
                    <a:pt x="6568307" y="351791"/>
                  </a:lnTo>
                  <a:lnTo>
                    <a:pt x="6568307" y="351791"/>
                  </a:lnTo>
                  <a:lnTo>
                    <a:pt x="6573298" y="351791"/>
                  </a:lnTo>
                  <a:lnTo>
                    <a:pt x="6573298" y="351791"/>
                  </a:lnTo>
                  <a:lnTo>
                    <a:pt x="6578289" y="351791"/>
                  </a:lnTo>
                  <a:lnTo>
                    <a:pt x="6578289" y="351791"/>
                  </a:lnTo>
                  <a:lnTo>
                    <a:pt x="6583280" y="351791"/>
                  </a:lnTo>
                  <a:lnTo>
                    <a:pt x="6583280" y="346810"/>
                  </a:lnTo>
                  <a:lnTo>
                    <a:pt x="6588271" y="346810"/>
                  </a:lnTo>
                  <a:lnTo>
                    <a:pt x="6588271" y="341822"/>
                  </a:lnTo>
                  <a:lnTo>
                    <a:pt x="6593263" y="341822"/>
                  </a:lnTo>
                  <a:lnTo>
                    <a:pt x="6593263" y="341822"/>
                  </a:lnTo>
                  <a:lnTo>
                    <a:pt x="6598254" y="341822"/>
                  </a:lnTo>
                  <a:lnTo>
                    <a:pt x="6598254" y="341822"/>
                  </a:lnTo>
                  <a:lnTo>
                    <a:pt x="6603245" y="341822"/>
                  </a:lnTo>
                  <a:lnTo>
                    <a:pt x="6603245" y="341822"/>
                  </a:lnTo>
                  <a:lnTo>
                    <a:pt x="6608236" y="341822"/>
                  </a:lnTo>
                  <a:lnTo>
                    <a:pt x="6608236" y="341822"/>
                  </a:lnTo>
                  <a:lnTo>
                    <a:pt x="6613227" y="341822"/>
                  </a:lnTo>
                  <a:lnTo>
                    <a:pt x="6613227" y="336816"/>
                  </a:lnTo>
                  <a:lnTo>
                    <a:pt x="6623209" y="336816"/>
                  </a:lnTo>
                  <a:lnTo>
                    <a:pt x="6623209" y="336816"/>
                  </a:lnTo>
                  <a:lnTo>
                    <a:pt x="6628200" y="336816"/>
                  </a:lnTo>
                  <a:lnTo>
                    <a:pt x="6628200" y="336816"/>
                  </a:lnTo>
                  <a:lnTo>
                    <a:pt x="6633192" y="336816"/>
                  </a:lnTo>
                  <a:lnTo>
                    <a:pt x="6633192" y="336816"/>
                  </a:lnTo>
                  <a:lnTo>
                    <a:pt x="6638183" y="336816"/>
                  </a:lnTo>
                  <a:lnTo>
                    <a:pt x="6638183" y="336816"/>
                  </a:lnTo>
                  <a:lnTo>
                    <a:pt x="6643174" y="336816"/>
                  </a:lnTo>
                  <a:lnTo>
                    <a:pt x="6643174" y="336816"/>
                  </a:lnTo>
                  <a:lnTo>
                    <a:pt x="6648165" y="336816"/>
                  </a:lnTo>
                  <a:lnTo>
                    <a:pt x="6648165" y="336816"/>
                  </a:lnTo>
                  <a:lnTo>
                    <a:pt x="6653156" y="336816"/>
                  </a:lnTo>
                  <a:lnTo>
                    <a:pt x="6653156" y="336816"/>
                  </a:lnTo>
                  <a:lnTo>
                    <a:pt x="6658147" y="336816"/>
                  </a:lnTo>
                  <a:lnTo>
                    <a:pt x="6658147" y="336816"/>
                  </a:lnTo>
                  <a:lnTo>
                    <a:pt x="6663138" y="336816"/>
                  </a:lnTo>
                  <a:lnTo>
                    <a:pt x="6663138" y="336816"/>
                  </a:lnTo>
                  <a:lnTo>
                    <a:pt x="6668129" y="336816"/>
                  </a:lnTo>
                  <a:lnTo>
                    <a:pt x="6668129" y="336816"/>
                  </a:lnTo>
                  <a:lnTo>
                    <a:pt x="6673120" y="336816"/>
                  </a:lnTo>
                  <a:lnTo>
                    <a:pt x="6673120" y="336816"/>
                  </a:lnTo>
                  <a:lnTo>
                    <a:pt x="6678112" y="336816"/>
                  </a:lnTo>
                  <a:lnTo>
                    <a:pt x="6678112" y="336816"/>
                  </a:lnTo>
                  <a:lnTo>
                    <a:pt x="6683103" y="336816"/>
                  </a:lnTo>
                  <a:lnTo>
                    <a:pt x="6683103" y="331741"/>
                  </a:lnTo>
                  <a:lnTo>
                    <a:pt x="6688094" y="331741"/>
                  </a:lnTo>
                  <a:lnTo>
                    <a:pt x="6688094" y="331741"/>
                  </a:lnTo>
                  <a:lnTo>
                    <a:pt x="6693085" y="331741"/>
                  </a:lnTo>
                  <a:lnTo>
                    <a:pt x="6693085" y="331741"/>
                  </a:lnTo>
                  <a:lnTo>
                    <a:pt x="6698076" y="331741"/>
                  </a:lnTo>
                  <a:lnTo>
                    <a:pt x="6698076" y="331741"/>
                  </a:lnTo>
                  <a:lnTo>
                    <a:pt x="6703067" y="331741"/>
                  </a:lnTo>
                  <a:lnTo>
                    <a:pt x="6703067" y="331741"/>
                  </a:lnTo>
                  <a:lnTo>
                    <a:pt x="6708058" y="331741"/>
                  </a:lnTo>
                  <a:lnTo>
                    <a:pt x="6708058" y="331741"/>
                  </a:lnTo>
                  <a:lnTo>
                    <a:pt x="6713049" y="331741"/>
                  </a:lnTo>
                  <a:lnTo>
                    <a:pt x="6713049" y="331741"/>
                  </a:lnTo>
                  <a:lnTo>
                    <a:pt x="6718040" y="331741"/>
                  </a:lnTo>
                  <a:lnTo>
                    <a:pt x="6718040" y="326628"/>
                  </a:lnTo>
                  <a:lnTo>
                    <a:pt x="6723032" y="326628"/>
                  </a:lnTo>
                  <a:lnTo>
                    <a:pt x="6723032" y="326628"/>
                  </a:lnTo>
                  <a:lnTo>
                    <a:pt x="6728023" y="326628"/>
                  </a:lnTo>
                  <a:lnTo>
                    <a:pt x="6728023" y="326628"/>
                  </a:lnTo>
                  <a:lnTo>
                    <a:pt x="6733014" y="326628"/>
                  </a:lnTo>
                  <a:lnTo>
                    <a:pt x="6733014" y="326628"/>
                  </a:lnTo>
                  <a:lnTo>
                    <a:pt x="6738005" y="326628"/>
                  </a:lnTo>
                  <a:lnTo>
                    <a:pt x="6738005" y="321506"/>
                  </a:lnTo>
                  <a:lnTo>
                    <a:pt x="6742996" y="321506"/>
                  </a:lnTo>
                  <a:lnTo>
                    <a:pt x="6742996" y="321506"/>
                  </a:lnTo>
                  <a:lnTo>
                    <a:pt x="6747987" y="321506"/>
                  </a:lnTo>
                  <a:lnTo>
                    <a:pt x="6747987" y="321506"/>
                  </a:lnTo>
                  <a:lnTo>
                    <a:pt x="6752978" y="321506"/>
                  </a:lnTo>
                  <a:lnTo>
                    <a:pt x="6752978" y="316373"/>
                  </a:lnTo>
                  <a:lnTo>
                    <a:pt x="6757969" y="316373"/>
                  </a:lnTo>
                  <a:lnTo>
                    <a:pt x="6757969" y="311238"/>
                  </a:lnTo>
                  <a:lnTo>
                    <a:pt x="6762961" y="311238"/>
                  </a:lnTo>
                  <a:lnTo>
                    <a:pt x="6762961" y="306104"/>
                  </a:lnTo>
                  <a:lnTo>
                    <a:pt x="6767952" y="306104"/>
                  </a:lnTo>
                  <a:lnTo>
                    <a:pt x="6767952" y="306104"/>
                  </a:lnTo>
                  <a:lnTo>
                    <a:pt x="6772943" y="306104"/>
                  </a:lnTo>
                  <a:lnTo>
                    <a:pt x="6772943" y="306104"/>
                  </a:lnTo>
                  <a:lnTo>
                    <a:pt x="6777934" y="306104"/>
                  </a:lnTo>
                  <a:lnTo>
                    <a:pt x="6777934" y="306104"/>
                  </a:lnTo>
                  <a:lnTo>
                    <a:pt x="6782925" y="306104"/>
                  </a:lnTo>
                  <a:lnTo>
                    <a:pt x="6782925" y="306104"/>
                  </a:lnTo>
                  <a:lnTo>
                    <a:pt x="6787916" y="306104"/>
                  </a:lnTo>
                  <a:lnTo>
                    <a:pt x="6787916" y="306104"/>
                  </a:lnTo>
                  <a:lnTo>
                    <a:pt x="6792907" y="306104"/>
                  </a:lnTo>
                  <a:lnTo>
                    <a:pt x="6792907" y="306104"/>
                  </a:lnTo>
                  <a:lnTo>
                    <a:pt x="6797898" y="306104"/>
                  </a:lnTo>
                  <a:lnTo>
                    <a:pt x="6797898" y="306104"/>
                  </a:lnTo>
                  <a:lnTo>
                    <a:pt x="6802889" y="306104"/>
                  </a:lnTo>
                  <a:lnTo>
                    <a:pt x="6802889" y="306104"/>
                  </a:lnTo>
                  <a:lnTo>
                    <a:pt x="6807881" y="306104"/>
                  </a:lnTo>
                  <a:lnTo>
                    <a:pt x="6807881" y="306104"/>
                  </a:lnTo>
                  <a:lnTo>
                    <a:pt x="6812872" y="306104"/>
                  </a:lnTo>
                  <a:lnTo>
                    <a:pt x="6812872" y="306104"/>
                  </a:lnTo>
                  <a:lnTo>
                    <a:pt x="6817863" y="306104"/>
                  </a:lnTo>
                  <a:lnTo>
                    <a:pt x="6817863" y="306104"/>
                  </a:lnTo>
                  <a:lnTo>
                    <a:pt x="6822854" y="306104"/>
                  </a:lnTo>
                  <a:lnTo>
                    <a:pt x="6822854" y="306104"/>
                  </a:lnTo>
                  <a:lnTo>
                    <a:pt x="6827845" y="306104"/>
                  </a:lnTo>
                  <a:lnTo>
                    <a:pt x="6827845" y="306104"/>
                  </a:lnTo>
                  <a:lnTo>
                    <a:pt x="6832836" y="306104"/>
                  </a:lnTo>
                  <a:lnTo>
                    <a:pt x="6832836" y="306104"/>
                  </a:lnTo>
                  <a:lnTo>
                    <a:pt x="6837827" y="306104"/>
                  </a:lnTo>
                  <a:lnTo>
                    <a:pt x="6837827" y="306104"/>
                  </a:lnTo>
                  <a:lnTo>
                    <a:pt x="6842818" y="306104"/>
                  </a:lnTo>
                  <a:lnTo>
                    <a:pt x="6842818" y="306104"/>
                  </a:lnTo>
                  <a:lnTo>
                    <a:pt x="6847809" y="306104"/>
                  </a:lnTo>
                  <a:lnTo>
                    <a:pt x="6847809" y="306104"/>
                  </a:lnTo>
                  <a:lnTo>
                    <a:pt x="6852801" y="306104"/>
                  </a:lnTo>
                  <a:lnTo>
                    <a:pt x="6852801" y="306104"/>
                  </a:lnTo>
                  <a:lnTo>
                    <a:pt x="6862783" y="306104"/>
                  </a:lnTo>
                  <a:lnTo>
                    <a:pt x="6862783" y="306104"/>
                  </a:lnTo>
                  <a:lnTo>
                    <a:pt x="6867774" y="306104"/>
                  </a:lnTo>
                  <a:lnTo>
                    <a:pt x="6867774" y="306104"/>
                  </a:lnTo>
                  <a:lnTo>
                    <a:pt x="6872765" y="306104"/>
                  </a:lnTo>
                  <a:lnTo>
                    <a:pt x="6872765" y="306104"/>
                  </a:lnTo>
                  <a:lnTo>
                    <a:pt x="6877756" y="306104"/>
                  </a:lnTo>
                  <a:lnTo>
                    <a:pt x="6877756" y="306104"/>
                  </a:lnTo>
                  <a:lnTo>
                    <a:pt x="6882747" y="306104"/>
                  </a:lnTo>
                  <a:lnTo>
                    <a:pt x="6882747" y="306104"/>
                  </a:lnTo>
                  <a:lnTo>
                    <a:pt x="6887738" y="306104"/>
                  </a:lnTo>
                  <a:lnTo>
                    <a:pt x="6887738" y="306104"/>
                  </a:lnTo>
                  <a:lnTo>
                    <a:pt x="6892730" y="306104"/>
                  </a:lnTo>
                  <a:lnTo>
                    <a:pt x="6892730" y="300862"/>
                  </a:lnTo>
                  <a:lnTo>
                    <a:pt x="6897721" y="300862"/>
                  </a:lnTo>
                  <a:lnTo>
                    <a:pt x="6897721" y="300862"/>
                  </a:lnTo>
                  <a:lnTo>
                    <a:pt x="6902712" y="300862"/>
                  </a:lnTo>
                  <a:lnTo>
                    <a:pt x="6902712" y="300862"/>
                  </a:lnTo>
                  <a:lnTo>
                    <a:pt x="6912694" y="300862"/>
                  </a:lnTo>
                  <a:lnTo>
                    <a:pt x="6912694" y="300862"/>
                  </a:lnTo>
                  <a:lnTo>
                    <a:pt x="6917685" y="300862"/>
                  </a:lnTo>
                  <a:lnTo>
                    <a:pt x="6917685" y="300862"/>
                  </a:lnTo>
                  <a:lnTo>
                    <a:pt x="6922676" y="300862"/>
                  </a:lnTo>
                  <a:lnTo>
                    <a:pt x="6922676" y="300862"/>
                  </a:lnTo>
                  <a:lnTo>
                    <a:pt x="6932658" y="300862"/>
                  </a:lnTo>
                  <a:lnTo>
                    <a:pt x="6932658" y="295585"/>
                  </a:lnTo>
                  <a:lnTo>
                    <a:pt x="6937650" y="295585"/>
                  </a:lnTo>
                  <a:lnTo>
                    <a:pt x="6937650" y="295585"/>
                  </a:lnTo>
                  <a:lnTo>
                    <a:pt x="6942641" y="295585"/>
                  </a:lnTo>
                  <a:lnTo>
                    <a:pt x="6942641" y="295585"/>
                  </a:lnTo>
                  <a:lnTo>
                    <a:pt x="6952623" y="295585"/>
                  </a:lnTo>
                  <a:lnTo>
                    <a:pt x="6952623" y="295585"/>
                  </a:lnTo>
                  <a:lnTo>
                    <a:pt x="6957614" y="295585"/>
                  </a:lnTo>
                  <a:lnTo>
                    <a:pt x="6957614" y="295585"/>
                  </a:lnTo>
                  <a:lnTo>
                    <a:pt x="6962605" y="295585"/>
                  </a:lnTo>
                  <a:lnTo>
                    <a:pt x="6962605" y="295585"/>
                  </a:lnTo>
                  <a:lnTo>
                    <a:pt x="6967596" y="295585"/>
                  </a:lnTo>
                  <a:lnTo>
                    <a:pt x="6967596" y="295585"/>
                  </a:lnTo>
                  <a:lnTo>
                    <a:pt x="6972587" y="295585"/>
                  </a:lnTo>
                  <a:lnTo>
                    <a:pt x="6972587" y="295585"/>
                  </a:lnTo>
                  <a:lnTo>
                    <a:pt x="6977578" y="295585"/>
                  </a:lnTo>
                  <a:lnTo>
                    <a:pt x="6977578" y="295585"/>
                  </a:lnTo>
                  <a:lnTo>
                    <a:pt x="6982570" y="295585"/>
                  </a:lnTo>
                  <a:lnTo>
                    <a:pt x="6982570" y="295585"/>
                  </a:lnTo>
                  <a:lnTo>
                    <a:pt x="6987561" y="295585"/>
                  </a:lnTo>
                  <a:lnTo>
                    <a:pt x="6987561" y="295585"/>
                  </a:lnTo>
                  <a:lnTo>
                    <a:pt x="6992552" y="295585"/>
                  </a:lnTo>
                  <a:lnTo>
                    <a:pt x="6992552" y="295585"/>
                  </a:lnTo>
                  <a:lnTo>
                    <a:pt x="6997543" y="295585"/>
                  </a:lnTo>
                  <a:lnTo>
                    <a:pt x="6997543" y="295585"/>
                  </a:lnTo>
                  <a:lnTo>
                    <a:pt x="7002534" y="295585"/>
                  </a:lnTo>
                  <a:lnTo>
                    <a:pt x="7002534" y="295585"/>
                  </a:lnTo>
                  <a:lnTo>
                    <a:pt x="7007525" y="295585"/>
                  </a:lnTo>
                  <a:lnTo>
                    <a:pt x="7007525" y="295585"/>
                  </a:lnTo>
                  <a:lnTo>
                    <a:pt x="7012516" y="295585"/>
                  </a:lnTo>
                  <a:lnTo>
                    <a:pt x="7012516" y="295585"/>
                  </a:lnTo>
                  <a:lnTo>
                    <a:pt x="7017507" y="295585"/>
                  </a:lnTo>
                  <a:lnTo>
                    <a:pt x="7017507" y="295585"/>
                  </a:lnTo>
                  <a:lnTo>
                    <a:pt x="7022499" y="295585"/>
                  </a:lnTo>
                  <a:lnTo>
                    <a:pt x="7022499" y="295585"/>
                  </a:lnTo>
                  <a:lnTo>
                    <a:pt x="7027490" y="295585"/>
                  </a:lnTo>
                  <a:lnTo>
                    <a:pt x="7027490" y="295585"/>
                  </a:lnTo>
                  <a:lnTo>
                    <a:pt x="7032481" y="295585"/>
                  </a:lnTo>
                  <a:lnTo>
                    <a:pt x="7032481" y="295585"/>
                  </a:lnTo>
                  <a:lnTo>
                    <a:pt x="7037472" y="295585"/>
                  </a:lnTo>
                  <a:lnTo>
                    <a:pt x="7037472" y="295585"/>
                  </a:lnTo>
                  <a:lnTo>
                    <a:pt x="7042463" y="295585"/>
                  </a:lnTo>
                  <a:lnTo>
                    <a:pt x="7042463" y="290212"/>
                  </a:lnTo>
                  <a:lnTo>
                    <a:pt x="7047454" y="290212"/>
                  </a:lnTo>
                  <a:lnTo>
                    <a:pt x="7047454" y="290212"/>
                  </a:lnTo>
                  <a:lnTo>
                    <a:pt x="7052445" y="290212"/>
                  </a:lnTo>
                  <a:lnTo>
                    <a:pt x="7052445" y="290212"/>
                  </a:lnTo>
                  <a:lnTo>
                    <a:pt x="7057436" y="290212"/>
                  </a:lnTo>
                  <a:lnTo>
                    <a:pt x="7057436" y="284809"/>
                  </a:lnTo>
                  <a:lnTo>
                    <a:pt x="7062427" y="284809"/>
                  </a:lnTo>
                  <a:lnTo>
                    <a:pt x="7062427" y="279405"/>
                  </a:lnTo>
                  <a:lnTo>
                    <a:pt x="7067419" y="279405"/>
                  </a:lnTo>
                  <a:lnTo>
                    <a:pt x="7067419" y="279405"/>
                  </a:lnTo>
                  <a:lnTo>
                    <a:pt x="7072410" y="279405"/>
                  </a:lnTo>
                  <a:lnTo>
                    <a:pt x="7072410" y="279405"/>
                  </a:lnTo>
                  <a:lnTo>
                    <a:pt x="7077401" y="279405"/>
                  </a:lnTo>
                  <a:lnTo>
                    <a:pt x="7077401" y="279405"/>
                  </a:lnTo>
                  <a:lnTo>
                    <a:pt x="7082392" y="279405"/>
                  </a:lnTo>
                  <a:lnTo>
                    <a:pt x="7082392" y="279405"/>
                  </a:lnTo>
                  <a:lnTo>
                    <a:pt x="7087383" y="279405"/>
                  </a:lnTo>
                  <a:lnTo>
                    <a:pt x="7087383" y="279405"/>
                  </a:lnTo>
                  <a:lnTo>
                    <a:pt x="7092374" y="279405"/>
                  </a:lnTo>
                  <a:lnTo>
                    <a:pt x="7092374" y="279405"/>
                  </a:lnTo>
                  <a:lnTo>
                    <a:pt x="7097365" y="279405"/>
                  </a:lnTo>
                  <a:lnTo>
                    <a:pt x="7097365" y="279405"/>
                  </a:lnTo>
                  <a:lnTo>
                    <a:pt x="7102356" y="279405"/>
                  </a:lnTo>
                  <a:lnTo>
                    <a:pt x="7102356" y="279405"/>
                  </a:lnTo>
                  <a:lnTo>
                    <a:pt x="7107347" y="279405"/>
                  </a:lnTo>
                  <a:lnTo>
                    <a:pt x="7107347" y="279405"/>
                  </a:lnTo>
                  <a:lnTo>
                    <a:pt x="7122321" y="279405"/>
                  </a:lnTo>
                  <a:lnTo>
                    <a:pt x="7122321" y="273965"/>
                  </a:lnTo>
                  <a:lnTo>
                    <a:pt x="7127312" y="273965"/>
                  </a:lnTo>
                  <a:lnTo>
                    <a:pt x="7127312" y="273965"/>
                  </a:lnTo>
                  <a:lnTo>
                    <a:pt x="7132303" y="273965"/>
                  </a:lnTo>
                  <a:lnTo>
                    <a:pt x="7132303" y="273965"/>
                  </a:lnTo>
                  <a:lnTo>
                    <a:pt x="7137294" y="273965"/>
                  </a:lnTo>
                  <a:lnTo>
                    <a:pt x="7137294" y="273965"/>
                  </a:lnTo>
                  <a:lnTo>
                    <a:pt x="7142285" y="273965"/>
                  </a:lnTo>
                  <a:lnTo>
                    <a:pt x="7142285" y="273965"/>
                  </a:lnTo>
                  <a:lnTo>
                    <a:pt x="7147276" y="273965"/>
                  </a:lnTo>
                  <a:lnTo>
                    <a:pt x="7147276" y="268508"/>
                  </a:lnTo>
                  <a:lnTo>
                    <a:pt x="7152267" y="268508"/>
                  </a:lnTo>
                  <a:lnTo>
                    <a:pt x="7152267" y="257592"/>
                  </a:lnTo>
                  <a:lnTo>
                    <a:pt x="7157259" y="257592"/>
                  </a:lnTo>
                  <a:lnTo>
                    <a:pt x="7157259" y="252127"/>
                  </a:lnTo>
                  <a:lnTo>
                    <a:pt x="7162250" y="252127"/>
                  </a:lnTo>
                  <a:lnTo>
                    <a:pt x="7162250" y="252127"/>
                  </a:lnTo>
                  <a:lnTo>
                    <a:pt x="7172232" y="252127"/>
                  </a:lnTo>
                  <a:lnTo>
                    <a:pt x="7172232" y="252127"/>
                  </a:lnTo>
                  <a:lnTo>
                    <a:pt x="7177223" y="252127"/>
                  </a:lnTo>
                  <a:lnTo>
                    <a:pt x="7177223" y="252127"/>
                  </a:lnTo>
                  <a:lnTo>
                    <a:pt x="7182214" y="252127"/>
                  </a:lnTo>
                  <a:lnTo>
                    <a:pt x="7182214" y="246639"/>
                  </a:lnTo>
                  <a:lnTo>
                    <a:pt x="7187205" y="246639"/>
                  </a:lnTo>
                  <a:lnTo>
                    <a:pt x="7187205" y="246639"/>
                  </a:lnTo>
                  <a:lnTo>
                    <a:pt x="7192196" y="246639"/>
                  </a:lnTo>
                  <a:lnTo>
                    <a:pt x="7192196" y="246639"/>
                  </a:lnTo>
                  <a:lnTo>
                    <a:pt x="7197188" y="246639"/>
                  </a:lnTo>
                  <a:lnTo>
                    <a:pt x="7197188" y="246639"/>
                  </a:lnTo>
                  <a:lnTo>
                    <a:pt x="7202179" y="246639"/>
                  </a:lnTo>
                  <a:lnTo>
                    <a:pt x="7202179" y="246639"/>
                  </a:lnTo>
                  <a:lnTo>
                    <a:pt x="7207170" y="246639"/>
                  </a:lnTo>
                  <a:lnTo>
                    <a:pt x="7207170" y="246639"/>
                  </a:lnTo>
                  <a:lnTo>
                    <a:pt x="7212161" y="246639"/>
                  </a:lnTo>
                  <a:lnTo>
                    <a:pt x="7212161" y="246639"/>
                  </a:lnTo>
                  <a:lnTo>
                    <a:pt x="7217152" y="246639"/>
                  </a:lnTo>
                  <a:lnTo>
                    <a:pt x="7217152" y="246639"/>
                  </a:lnTo>
                  <a:lnTo>
                    <a:pt x="7222143" y="246639"/>
                  </a:lnTo>
                  <a:lnTo>
                    <a:pt x="7222143" y="246639"/>
                  </a:lnTo>
                  <a:lnTo>
                    <a:pt x="7227134" y="246639"/>
                  </a:lnTo>
                  <a:lnTo>
                    <a:pt x="7227134" y="246639"/>
                  </a:lnTo>
                  <a:lnTo>
                    <a:pt x="7232125" y="246639"/>
                  </a:lnTo>
                  <a:lnTo>
                    <a:pt x="7232125" y="246639"/>
                  </a:lnTo>
                  <a:lnTo>
                    <a:pt x="7237116" y="246639"/>
                  </a:lnTo>
                  <a:lnTo>
                    <a:pt x="7237116" y="246639"/>
                  </a:lnTo>
                  <a:lnTo>
                    <a:pt x="7242108" y="246639"/>
                  </a:lnTo>
                  <a:lnTo>
                    <a:pt x="7242108" y="246639"/>
                  </a:lnTo>
                  <a:lnTo>
                    <a:pt x="7247099" y="246639"/>
                  </a:lnTo>
                  <a:lnTo>
                    <a:pt x="7247099" y="235572"/>
                  </a:lnTo>
                  <a:lnTo>
                    <a:pt x="7252090" y="235572"/>
                  </a:lnTo>
                  <a:lnTo>
                    <a:pt x="7252090" y="235572"/>
                  </a:lnTo>
                  <a:lnTo>
                    <a:pt x="7257081" y="235572"/>
                  </a:lnTo>
                  <a:lnTo>
                    <a:pt x="7257081" y="235572"/>
                  </a:lnTo>
                  <a:lnTo>
                    <a:pt x="7262072" y="235572"/>
                  </a:lnTo>
                  <a:lnTo>
                    <a:pt x="7262072" y="235572"/>
                  </a:lnTo>
                  <a:lnTo>
                    <a:pt x="7267063" y="235572"/>
                  </a:lnTo>
                  <a:lnTo>
                    <a:pt x="7267063" y="235572"/>
                  </a:lnTo>
                  <a:lnTo>
                    <a:pt x="7272054" y="235572"/>
                  </a:lnTo>
                  <a:lnTo>
                    <a:pt x="7272054" y="235572"/>
                  </a:lnTo>
                  <a:lnTo>
                    <a:pt x="7277045" y="235572"/>
                  </a:lnTo>
                  <a:lnTo>
                    <a:pt x="7277045" y="230015"/>
                  </a:lnTo>
                  <a:lnTo>
                    <a:pt x="7287028" y="230015"/>
                  </a:lnTo>
                  <a:lnTo>
                    <a:pt x="7287028" y="230015"/>
                  </a:lnTo>
                  <a:lnTo>
                    <a:pt x="7292019" y="230015"/>
                  </a:lnTo>
                  <a:lnTo>
                    <a:pt x="7292019" y="230015"/>
                  </a:lnTo>
                  <a:lnTo>
                    <a:pt x="7297010" y="230015"/>
                  </a:lnTo>
                  <a:lnTo>
                    <a:pt x="7297010" y="230015"/>
                  </a:lnTo>
                  <a:lnTo>
                    <a:pt x="7302001" y="230015"/>
                  </a:lnTo>
                  <a:lnTo>
                    <a:pt x="7302001" y="230015"/>
                  </a:lnTo>
                  <a:lnTo>
                    <a:pt x="7311983" y="230015"/>
                  </a:lnTo>
                  <a:lnTo>
                    <a:pt x="7311983" y="230015"/>
                  </a:lnTo>
                  <a:lnTo>
                    <a:pt x="7316974" y="230015"/>
                  </a:lnTo>
                  <a:lnTo>
                    <a:pt x="7316974" y="230015"/>
                  </a:lnTo>
                  <a:lnTo>
                    <a:pt x="7321965" y="230015"/>
                  </a:lnTo>
                  <a:lnTo>
                    <a:pt x="7321965" y="230015"/>
                  </a:lnTo>
                  <a:lnTo>
                    <a:pt x="7326957" y="230015"/>
                  </a:lnTo>
                  <a:lnTo>
                    <a:pt x="7326957" y="230015"/>
                  </a:lnTo>
                  <a:lnTo>
                    <a:pt x="7331948" y="230015"/>
                  </a:lnTo>
                  <a:lnTo>
                    <a:pt x="7331948" y="230015"/>
                  </a:lnTo>
                  <a:lnTo>
                    <a:pt x="7336939" y="230015"/>
                  </a:lnTo>
                  <a:lnTo>
                    <a:pt x="7336939" y="230015"/>
                  </a:lnTo>
                  <a:lnTo>
                    <a:pt x="7346921" y="230015"/>
                  </a:lnTo>
                  <a:lnTo>
                    <a:pt x="7346921" y="224393"/>
                  </a:lnTo>
                  <a:lnTo>
                    <a:pt x="7351912" y="224393"/>
                  </a:lnTo>
                  <a:lnTo>
                    <a:pt x="7351912" y="218768"/>
                  </a:lnTo>
                  <a:lnTo>
                    <a:pt x="7356903" y="218768"/>
                  </a:lnTo>
                  <a:lnTo>
                    <a:pt x="7356903" y="207521"/>
                  </a:lnTo>
                  <a:lnTo>
                    <a:pt x="7361894" y="207521"/>
                  </a:lnTo>
                  <a:lnTo>
                    <a:pt x="7361894" y="207521"/>
                  </a:lnTo>
                  <a:lnTo>
                    <a:pt x="7366885" y="207521"/>
                  </a:lnTo>
                  <a:lnTo>
                    <a:pt x="7366885" y="207521"/>
                  </a:lnTo>
                  <a:lnTo>
                    <a:pt x="7371877" y="207521"/>
                  </a:lnTo>
                  <a:lnTo>
                    <a:pt x="7371877" y="207521"/>
                  </a:lnTo>
                  <a:lnTo>
                    <a:pt x="7376868" y="207521"/>
                  </a:lnTo>
                  <a:lnTo>
                    <a:pt x="7376868" y="207521"/>
                  </a:lnTo>
                  <a:lnTo>
                    <a:pt x="7381859" y="207521"/>
                  </a:lnTo>
                  <a:lnTo>
                    <a:pt x="7381859" y="207521"/>
                  </a:lnTo>
                  <a:lnTo>
                    <a:pt x="7386850" y="207521"/>
                  </a:lnTo>
                  <a:lnTo>
                    <a:pt x="7386850" y="207521"/>
                  </a:lnTo>
                  <a:lnTo>
                    <a:pt x="7391841" y="207521"/>
                  </a:lnTo>
                  <a:lnTo>
                    <a:pt x="7391841" y="207521"/>
                  </a:lnTo>
                  <a:lnTo>
                    <a:pt x="7396832" y="207521"/>
                  </a:lnTo>
                  <a:lnTo>
                    <a:pt x="7396832" y="207521"/>
                  </a:lnTo>
                  <a:lnTo>
                    <a:pt x="7401823" y="207521"/>
                  </a:lnTo>
                  <a:lnTo>
                    <a:pt x="7401823" y="207521"/>
                  </a:lnTo>
                  <a:lnTo>
                    <a:pt x="7406814" y="207521"/>
                  </a:lnTo>
                  <a:lnTo>
                    <a:pt x="7406814" y="207521"/>
                  </a:lnTo>
                  <a:lnTo>
                    <a:pt x="7421788" y="207521"/>
                  </a:lnTo>
                  <a:lnTo>
                    <a:pt x="7421788" y="207521"/>
                  </a:lnTo>
                  <a:lnTo>
                    <a:pt x="7426779" y="207521"/>
                  </a:lnTo>
                  <a:lnTo>
                    <a:pt x="7426779" y="201829"/>
                  </a:lnTo>
                  <a:lnTo>
                    <a:pt x="7436761" y="201829"/>
                  </a:lnTo>
                  <a:lnTo>
                    <a:pt x="7436761" y="201829"/>
                  </a:lnTo>
                  <a:lnTo>
                    <a:pt x="7441752" y="201829"/>
                  </a:lnTo>
                  <a:lnTo>
                    <a:pt x="7441752" y="201829"/>
                  </a:lnTo>
                  <a:lnTo>
                    <a:pt x="7446743" y="201829"/>
                  </a:lnTo>
                  <a:lnTo>
                    <a:pt x="7446743" y="201829"/>
                  </a:lnTo>
                  <a:lnTo>
                    <a:pt x="7451734" y="201829"/>
                  </a:lnTo>
                  <a:lnTo>
                    <a:pt x="7451734" y="201829"/>
                  </a:lnTo>
                  <a:lnTo>
                    <a:pt x="7456726" y="201829"/>
                  </a:lnTo>
                  <a:lnTo>
                    <a:pt x="7456726" y="201829"/>
                  </a:lnTo>
                  <a:lnTo>
                    <a:pt x="7461717" y="201829"/>
                  </a:lnTo>
                  <a:lnTo>
                    <a:pt x="7461717" y="201829"/>
                  </a:lnTo>
                  <a:lnTo>
                    <a:pt x="7466708" y="201829"/>
                  </a:lnTo>
                  <a:lnTo>
                    <a:pt x="7466708" y="201829"/>
                  </a:lnTo>
                  <a:lnTo>
                    <a:pt x="7471699" y="201829"/>
                  </a:lnTo>
                  <a:lnTo>
                    <a:pt x="7471699" y="201829"/>
                  </a:lnTo>
                  <a:lnTo>
                    <a:pt x="7476690" y="201829"/>
                  </a:lnTo>
                  <a:lnTo>
                    <a:pt x="7476690" y="201829"/>
                  </a:lnTo>
                  <a:lnTo>
                    <a:pt x="7481681" y="201829"/>
                  </a:lnTo>
                  <a:lnTo>
                    <a:pt x="7481681" y="201829"/>
                  </a:lnTo>
                  <a:lnTo>
                    <a:pt x="7486672" y="201829"/>
                  </a:lnTo>
                  <a:lnTo>
                    <a:pt x="7486672" y="196094"/>
                  </a:lnTo>
                  <a:lnTo>
                    <a:pt x="7491663" y="196094"/>
                  </a:lnTo>
                  <a:lnTo>
                    <a:pt x="7491663" y="196094"/>
                  </a:lnTo>
                  <a:lnTo>
                    <a:pt x="7496654" y="196094"/>
                  </a:lnTo>
                  <a:lnTo>
                    <a:pt x="7496654" y="184593"/>
                  </a:lnTo>
                  <a:lnTo>
                    <a:pt x="7501646" y="184593"/>
                  </a:lnTo>
                  <a:lnTo>
                    <a:pt x="7501646" y="184593"/>
                  </a:lnTo>
                  <a:lnTo>
                    <a:pt x="7506637" y="184593"/>
                  </a:lnTo>
                  <a:lnTo>
                    <a:pt x="7506637" y="184593"/>
                  </a:lnTo>
                  <a:lnTo>
                    <a:pt x="7511628" y="184593"/>
                  </a:lnTo>
                  <a:lnTo>
                    <a:pt x="7511628" y="184593"/>
                  </a:lnTo>
                  <a:lnTo>
                    <a:pt x="7516619" y="184593"/>
                  </a:lnTo>
                  <a:lnTo>
                    <a:pt x="7516619" y="184593"/>
                  </a:lnTo>
                  <a:lnTo>
                    <a:pt x="7521610" y="184593"/>
                  </a:lnTo>
                  <a:lnTo>
                    <a:pt x="7521610" y="178801"/>
                  </a:lnTo>
                  <a:lnTo>
                    <a:pt x="7526601" y="178801"/>
                  </a:lnTo>
                  <a:lnTo>
                    <a:pt x="7526601" y="178801"/>
                  </a:lnTo>
                  <a:lnTo>
                    <a:pt x="7531592" y="178801"/>
                  </a:lnTo>
                  <a:lnTo>
                    <a:pt x="7531592" y="178801"/>
                  </a:lnTo>
                  <a:lnTo>
                    <a:pt x="7536583" y="178801"/>
                  </a:lnTo>
                  <a:lnTo>
                    <a:pt x="7536583" y="178801"/>
                  </a:lnTo>
                  <a:lnTo>
                    <a:pt x="7541574" y="178801"/>
                  </a:lnTo>
                  <a:lnTo>
                    <a:pt x="7541574" y="178801"/>
                  </a:lnTo>
                  <a:lnTo>
                    <a:pt x="7546566" y="178801"/>
                  </a:lnTo>
                  <a:lnTo>
                    <a:pt x="7546566" y="178801"/>
                  </a:lnTo>
                  <a:lnTo>
                    <a:pt x="7551557" y="178801"/>
                  </a:lnTo>
                  <a:lnTo>
                    <a:pt x="7551557" y="172983"/>
                  </a:lnTo>
                  <a:lnTo>
                    <a:pt x="7561539" y="172983"/>
                  </a:lnTo>
                  <a:lnTo>
                    <a:pt x="7561539" y="172983"/>
                  </a:lnTo>
                  <a:lnTo>
                    <a:pt x="7566530" y="172983"/>
                  </a:lnTo>
                  <a:lnTo>
                    <a:pt x="7566530" y="172983"/>
                  </a:lnTo>
                  <a:lnTo>
                    <a:pt x="7571521" y="172983"/>
                  </a:lnTo>
                  <a:lnTo>
                    <a:pt x="7571521" y="172983"/>
                  </a:lnTo>
                  <a:lnTo>
                    <a:pt x="7576512" y="172983"/>
                  </a:lnTo>
                  <a:lnTo>
                    <a:pt x="7576512" y="172983"/>
                  </a:lnTo>
                  <a:lnTo>
                    <a:pt x="7581503" y="172983"/>
                  </a:lnTo>
                  <a:lnTo>
                    <a:pt x="7581503" y="172983"/>
                  </a:lnTo>
                  <a:lnTo>
                    <a:pt x="7586495" y="172983"/>
                  </a:lnTo>
                  <a:lnTo>
                    <a:pt x="7586495" y="172983"/>
                  </a:lnTo>
                  <a:lnTo>
                    <a:pt x="7591486" y="172983"/>
                  </a:lnTo>
                  <a:lnTo>
                    <a:pt x="7591486" y="172983"/>
                  </a:lnTo>
                  <a:lnTo>
                    <a:pt x="7596477" y="172983"/>
                  </a:lnTo>
                  <a:lnTo>
                    <a:pt x="7596477" y="172983"/>
                  </a:lnTo>
                  <a:lnTo>
                    <a:pt x="7601468" y="172983"/>
                  </a:lnTo>
                  <a:lnTo>
                    <a:pt x="7601468" y="167126"/>
                  </a:lnTo>
                  <a:lnTo>
                    <a:pt x="7606459" y="167126"/>
                  </a:lnTo>
                  <a:lnTo>
                    <a:pt x="7606459" y="167126"/>
                  </a:lnTo>
                  <a:lnTo>
                    <a:pt x="7611450" y="167126"/>
                  </a:lnTo>
                  <a:lnTo>
                    <a:pt x="7611450" y="167126"/>
                  </a:lnTo>
                  <a:lnTo>
                    <a:pt x="7616441" y="167126"/>
                  </a:lnTo>
                  <a:lnTo>
                    <a:pt x="7616441" y="167126"/>
                  </a:lnTo>
                  <a:lnTo>
                    <a:pt x="7621432" y="167126"/>
                  </a:lnTo>
                  <a:lnTo>
                    <a:pt x="7621432" y="167126"/>
                  </a:lnTo>
                  <a:lnTo>
                    <a:pt x="7626423" y="167126"/>
                  </a:lnTo>
                  <a:lnTo>
                    <a:pt x="7626423" y="167126"/>
                  </a:lnTo>
                  <a:lnTo>
                    <a:pt x="7631415" y="167126"/>
                  </a:lnTo>
                  <a:lnTo>
                    <a:pt x="7631415" y="167126"/>
                  </a:lnTo>
                  <a:lnTo>
                    <a:pt x="7636406" y="167126"/>
                  </a:lnTo>
                  <a:lnTo>
                    <a:pt x="7636406" y="167126"/>
                  </a:lnTo>
                  <a:lnTo>
                    <a:pt x="7646388" y="167126"/>
                  </a:lnTo>
                  <a:lnTo>
                    <a:pt x="7646388" y="167126"/>
                  </a:lnTo>
                  <a:lnTo>
                    <a:pt x="7651379" y="167126"/>
                  </a:lnTo>
                  <a:lnTo>
                    <a:pt x="7651379" y="167126"/>
                  </a:lnTo>
                  <a:lnTo>
                    <a:pt x="7656370" y="167126"/>
                  </a:lnTo>
                  <a:lnTo>
                    <a:pt x="7656370" y="167126"/>
                  </a:lnTo>
                  <a:lnTo>
                    <a:pt x="7661361" y="167126"/>
                  </a:lnTo>
                  <a:lnTo>
                    <a:pt x="7661361" y="167126"/>
                  </a:lnTo>
                  <a:lnTo>
                    <a:pt x="7666352" y="167126"/>
                  </a:lnTo>
                  <a:lnTo>
                    <a:pt x="7666352" y="167126"/>
                  </a:lnTo>
                  <a:lnTo>
                    <a:pt x="7671343" y="167126"/>
                  </a:lnTo>
                  <a:lnTo>
                    <a:pt x="7671343" y="161197"/>
                  </a:lnTo>
                  <a:lnTo>
                    <a:pt x="7676335" y="161197"/>
                  </a:lnTo>
                  <a:lnTo>
                    <a:pt x="7676335" y="161197"/>
                  </a:lnTo>
                  <a:lnTo>
                    <a:pt x="7681326" y="161197"/>
                  </a:lnTo>
                  <a:lnTo>
                    <a:pt x="7681326" y="161197"/>
                  </a:lnTo>
                  <a:lnTo>
                    <a:pt x="7686317" y="161197"/>
                  </a:lnTo>
                  <a:lnTo>
                    <a:pt x="7686317" y="161197"/>
                  </a:lnTo>
                  <a:lnTo>
                    <a:pt x="7691308" y="161197"/>
                  </a:lnTo>
                  <a:lnTo>
                    <a:pt x="7691308" y="161197"/>
                  </a:lnTo>
                  <a:lnTo>
                    <a:pt x="7696299" y="161197"/>
                  </a:lnTo>
                  <a:lnTo>
                    <a:pt x="7696299" y="161197"/>
                  </a:lnTo>
                  <a:lnTo>
                    <a:pt x="7701290" y="161197"/>
                  </a:lnTo>
                  <a:lnTo>
                    <a:pt x="7701290" y="161197"/>
                  </a:lnTo>
                  <a:lnTo>
                    <a:pt x="7706281" y="161197"/>
                  </a:lnTo>
                  <a:lnTo>
                    <a:pt x="7706281" y="161197"/>
                  </a:lnTo>
                  <a:lnTo>
                    <a:pt x="7711272" y="161197"/>
                  </a:lnTo>
                  <a:lnTo>
                    <a:pt x="7711272" y="161197"/>
                  </a:lnTo>
                  <a:lnTo>
                    <a:pt x="7721255" y="161197"/>
                  </a:lnTo>
                  <a:lnTo>
                    <a:pt x="7721255" y="161197"/>
                  </a:lnTo>
                  <a:lnTo>
                    <a:pt x="7726246" y="161197"/>
                  </a:lnTo>
                  <a:lnTo>
                    <a:pt x="7726246" y="155204"/>
                  </a:lnTo>
                  <a:lnTo>
                    <a:pt x="7731237" y="155204"/>
                  </a:lnTo>
                  <a:lnTo>
                    <a:pt x="7731237" y="155204"/>
                  </a:lnTo>
                  <a:lnTo>
                    <a:pt x="7736228" y="155204"/>
                  </a:lnTo>
                  <a:lnTo>
                    <a:pt x="7736228" y="155204"/>
                  </a:lnTo>
                  <a:lnTo>
                    <a:pt x="7741219" y="155204"/>
                  </a:lnTo>
                  <a:lnTo>
                    <a:pt x="7741219" y="155204"/>
                  </a:lnTo>
                  <a:lnTo>
                    <a:pt x="7746210" y="155204"/>
                  </a:lnTo>
                  <a:lnTo>
                    <a:pt x="7746210" y="155204"/>
                  </a:lnTo>
                  <a:lnTo>
                    <a:pt x="7751201" y="155204"/>
                  </a:lnTo>
                  <a:lnTo>
                    <a:pt x="7751201" y="155204"/>
                  </a:lnTo>
                  <a:lnTo>
                    <a:pt x="7761184" y="155204"/>
                  </a:lnTo>
                  <a:lnTo>
                    <a:pt x="7761184" y="155204"/>
                  </a:lnTo>
                  <a:lnTo>
                    <a:pt x="7766175" y="155204"/>
                  </a:lnTo>
                  <a:lnTo>
                    <a:pt x="7766175" y="155204"/>
                  </a:lnTo>
                  <a:lnTo>
                    <a:pt x="7771166" y="155204"/>
                  </a:lnTo>
                  <a:lnTo>
                    <a:pt x="7771166" y="155204"/>
                  </a:lnTo>
                  <a:lnTo>
                    <a:pt x="7776157" y="155204"/>
                  </a:lnTo>
                  <a:lnTo>
                    <a:pt x="7776157" y="155204"/>
                  </a:lnTo>
                  <a:lnTo>
                    <a:pt x="7781148" y="155204"/>
                  </a:lnTo>
                  <a:lnTo>
                    <a:pt x="7781148" y="155204"/>
                  </a:lnTo>
                  <a:lnTo>
                    <a:pt x="7786139" y="155204"/>
                  </a:lnTo>
                  <a:lnTo>
                    <a:pt x="7786139" y="155204"/>
                  </a:lnTo>
                  <a:lnTo>
                    <a:pt x="7791130" y="155204"/>
                  </a:lnTo>
                  <a:lnTo>
                    <a:pt x="7791130" y="155204"/>
                  </a:lnTo>
                  <a:lnTo>
                    <a:pt x="7796121" y="155204"/>
                  </a:lnTo>
                  <a:lnTo>
                    <a:pt x="7796121" y="149121"/>
                  </a:lnTo>
                  <a:lnTo>
                    <a:pt x="7801112" y="149121"/>
                  </a:lnTo>
                  <a:lnTo>
                    <a:pt x="7801112" y="149121"/>
                  </a:lnTo>
                  <a:lnTo>
                    <a:pt x="7806104" y="149121"/>
                  </a:lnTo>
                  <a:lnTo>
                    <a:pt x="7806104" y="149121"/>
                  </a:lnTo>
                  <a:lnTo>
                    <a:pt x="7811095" y="149121"/>
                  </a:lnTo>
                  <a:lnTo>
                    <a:pt x="7811095" y="143021"/>
                  </a:lnTo>
                  <a:lnTo>
                    <a:pt x="7816086" y="143021"/>
                  </a:lnTo>
                  <a:lnTo>
                    <a:pt x="7816086" y="143021"/>
                  </a:lnTo>
                  <a:lnTo>
                    <a:pt x="7821077" y="143021"/>
                  </a:lnTo>
                  <a:lnTo>
                    <a:pt x="7821077" y="143021"/>
                  </a:lnTo>
                  <a:lnTo>
                    <a:pt x="7826068" y="143021"/>
                  </a:lnTo>
                  <a:lnTo>
                    <a:pt x="7826068" y="143021"/>
                  </a:lnTo>
                  <a:lnTo>
                    <a:pt x="7831059" y="143021"/>
                  </a:lnTo>
                  <a:lnTo>
                    <a:pt x="7831059" y="136899"/>
                  </a:lnTo>
                  <a:lnTo>
                    <a:pt x="7841041" y="136899"/>
                  </a:lnTo>
                  <a:lnTo>
                    <a:pt x="7841041" y="136899"/>
                  </a:lnTo>
                  <a:lnTo>
                    <a:pt x="7846033" y="136899"/>
                  </a:lnTo>
                  <a:lnTo>
                    <a:pt x="7846033" y="130766"/>
                  </a:lnTo>
                  <a:lnTo>
                    <a:pt x="7851024" y="130766"/>
                  </a:lnTo>
                  <a:lnTo>
                    <a:pt x="7851024" y="130766"/>
                  </a:lnTo>
                  <a:lnTo>
                    <a:pt x="7856015" y="130766"/>
                  </a:lnTo>
                  <a:lnTo>
                    <a:pt x="7856015" y="130766"/>
                  </a:lnTo>
                  <a:lnTo>
                    <a:pt x="7865997" y="130766"/>
                  </a:lnTo>
                  <a:lnTo>
                    <a:pt x="7865997" y="130766"/>
                  </a:lnTo>
                  <a:lnTo>
                    <a:pt x="7870988" y="130766"/>
                  </a:lnTo>
                  <a:lnTo>
                    <a:pt x="7870988" y="118466"/>
                  </a:lnTo>
                  <a:lnTo>
                    <a:pt x="7875979" y="118466"/>
                  </a:lnTo>
                  <a:lnTo>
                    <a:pt x="7875979" y="112314"/>
                  </a:lnTo>
                  <a:lnTo>
                    <a:pt x="7880970" y="112314"/>
                  </a:lnTo>
                  <a:lnTo>
                    <a:pt x="7880970" y="106159"/>
                  </a:lnTo>
                  <a:lnTo>
                    <a:pt x="7890953" y="106159"/>
                  </a:lnTo>
                  <a:lnTo>
                    <a:pt x="7890953" y="106159"/>
                  </a:lnTo>
                  <a:lnTo>
                    <a:pt x="7895944" y="106159"/>
                  </a:lnTo>
                  <a:lnTo>
                    <a:pt x="7895944" y="106159"/>
                  </a:lnTo>
                  <a:lnTo>
                    <a:pt x="7900935" y="106159"/>
                  </a:lnTo>
                  <a:lnTo>
                    <a:pt x="7900935" y="106159"/>
                  </a:lnTo>
                  <a:lnTo>
                    <a:pt x="7905926" y="106159"/>
                  </a:lnTo>
                  <a:lnTo>
                    <a:pt x="7905926" y="106159"/>
                  </a:lnTo>
                  <a:lnTo>
                    <a:pt x="7910917" y="106159"/>
                  </a:lnTo>
                  <a:lnTo>
                    <a:pt x="7910917" y="106159"/>
                  </a:lnTo>
                  <a:lnTo>
                    <a:pt x="7915908" y="106159"/>
                  </a:lnTo>
                  <a:lnTo>
                    <a:pt x="7915908" y="106159"/>
                  </a:lnTo>
                  <a:lnTo>
                    <a:pt x="7925890" y="106159"/>
                  </a:lnTo>
                  <a:lnTo>
                    <a:pt x="7925890" y="106159"/>
                  </a:lnTo>
                  <a:lnTo>
                    <a:pt x="7930881" y="106159"/>
                  </a:lnTo>
                  <a:lnTo>
                    <a:pt x="7930881" y="106159"/>
                  </a:lnTo>
                  <a:lnTo>
                    <a:pt x="7940864" y="106159"/>
                  </a:lnTo>
                  <a:lnTo>
                    <a:pt x="7940864" y="106159"/>
                  </a:lnTo>
                  <a:lnTo>
                    <a:pt x="7945855" y="106159"/>
                  </a:lnTo>
                  <a:lnTo>
                    <a:pt x="7945855" y="99942"/>
                  </a:lnTo>
                  <a:lnTo>
                    <a:pt x="7950846" y="99942"/>
                  </a:lnTo>
                  <a:lnTo>
                    <a:pt x="7950846" y="99942"/>
                  </a:lnTo>
                  <a:lnTo>
                    <a:pt x="7955837" y="99942"/>
                  </a:lnTo>
                  <a:lnTo>
                    <a:pt x="7955837" y="99942"/>
                  </a:lnTo>
                  <a:lnTo>
                    <a:pt x="7960828" y="99942"/>
                  </a:lnTo>
                  <a:lnTo>
                    <a:pt x="7960828" y="99942"/>
                  </a:lnTo>
                  <a:lnTo>
                    <a:pt x="7965819" y="99942"/>
                  </a:lnTo>
                  <a:lnTo>
                    <a:pt x="7965819" y="99942"/>
                  </a:lnTo>
                  <a:lnTo>
                    <a:pt x="7970810" y="99942"/>
                  </a:lnTo>
                  <a:lnTo>
                    <a:pt x="7970810" y="99942"/>
                  </a:lnTo>
                  <a:lnTo>
                    <a:pt x="7980793" y="99942"/>
                  </a:lnTo>
                  <a:lnTo>
                    <a:pt x="7980793" y="99942"/>
                  </a:lnTo>
                  <a:lnTo>
                    <a:pt x="7985784" y="99942"/>
                  </a:lnTo>
                  <a:lnTo>
                    <a:pt x="7985784" y="99942"/>
                  </a:lnTo>
                  <a:lnTo>
                    <a:pt x="7990775" y="99942"/>
                  </a:lnTo>
                  <a:lnTo>
                    <a:pt x="7990775" y="93679"/>
                  </a:lnTo>
                  <a:lnTo>
                    <a:pt x="7995766" y="93679"/>
                  </a:lnTo>
                  <a:lnTo>
                    <a:pt x="7995766" y="93679"/>
                  </a:lnTo>
                  <a:lnTo>
                    <a:pt x="8000757" y="93679"/>
                  </a:lnTo>
                  <a:lnTo>
                    <a:pt x="8000757" y="93679"/>
                  </a:lnTo>
                  <a:lnTo>
                    <a:pt x="8005748" y="93679"/>
                  </a:lnTo>
                  <a:lnTo>
                    <a:pt x="8005748" y="93679"/>
                  </a:lnTo>
                  <a:lnTo>
                    <a:pt x="8010739" y="93679"/>
                  </a:lnTo>
                  <a:lnTo>
                    <a:pt x="8010739" y="93679"/>
                  </a:lnTo>
                  <a:lnTo>
                    <a:pt x="8015730" y="93679"/>
                  </a:lnTo>
                  <a:lnTo>
                    <a:pt x="8015730" y="93679"/>
                  </a:lnTo>
                  <a:lnTo>
                    <a:pt x="8020722" y="93679"/>
                  </a:lnTo>
                  <a:lnTo>
                    <a:pt x="8020722" y="93679"/>
                  </a:lnTo>
                  <a:lnTo>
                    <a:pt x="8025713" y="93679"/>
                  </a:lnTo>
                  <a:lnTo>
                    <a:pt x="8025713" y="93679"/>
                  </a:lnTo>
                  <a:lnTo>
                    <a:pt x="8030704" y="93679"/>
                  </a:lnTo>
                  <a:lnTo>
                    <a:pt x="8030704" y="93679"/>
                  </a:lnTo>
                  <a:lnTo>
                    <a:pt x="8035695" y="93679"/>
                  </a:lnTo>
                  <a:lnTo>
                    <a:pt x="8035695" y="93679"/>
                  </a:lnTo>
                  <a:lnTo>
                    <a:pt x="8040686" y="93679"/>
                  </a:lnTo>
                  <a:lnTo>
                    <a:pt x="8040686" y="93679"/>
                  </a:lnTo>
                  <a:lnTo>
                    <a:pt x="8045677" y="93679"/>
                  </a:lnTo>
                  <a:lnTo>
                    <a:pt x="8045677" y="93679"/>
                  </a:lnTo>
                  <a:lnTo>
                    <a:pt x="8055659" y="93679"/>
                  </a:lnTo>
                  <a:lnTo>
                    <a:pt x="8055659" y="93679"/>
                  </a:lnTo>
                  <a:lnTo>
                    <a:pt x="8060650" y="93679"/>
                  </a:lnTo>
                  <a:lnTo>
                    <a:pt x="8060650" y="93679"/>
                  </a:lnTo>
                  <a:lnTo>
                    <a:pt x="8070633" y="93679"/>
                  </a:lnTo>
                  <a:lnTo>
                    <a:pt x="8070633" y="93679"/>
                  </a:lnTo>
                  <a:lnTo>
                    <a:pt x="8075624" y="93679"/>
                  </a:lnTo>
                  <a:lnTo>
                    <a:pt x="8075624" y="93679"/>
                  </a:lnTo>
                  <a:lnTo>
                    <a:pt x="8080615" y="93679"/>
                  </a:lnTo>
                  <a:lnTo>
                    <a:pt x="8080615" y="93679"/>
                  </a:lnTo>
                  <a:lnTo>
                    <a:pt x="8085606" y="93679"/>
                  </a:lnTo>
                  <a:lnTo>
                    <a:pt x="8085606" y="93679"/>
                  </a:lnTo>
                  <a:lnTo>
                    <a:pt x="8090597" y="93679"/>
                  </a:lnTo>
                  <a:lnTo>
                    <a:pt x="8090597" y="93679"/>
                  </a:lnTo>
                  <a:lnTo>
                    <a:pt x="8095588" y="93679"/>
                  </a:lnTo>
                  <a:lnTo>
                    <a:pt x="8095588" y="87318"/>
                  </a:lnTo>
                  <a:lnTo>
                    <a:pt x="8105570" y="87318"/>
                  </a:lnTo>
                  <a:lnTo>
                    <a:pt x="8105570" y="87318"/>
                  </a:lnTo>
                  <a:lnTo>
                    <a:pt x="8110562" y="87318"/>
                  </a:lnTo>
                  <a:lnTo>
                    <a:pt x="8110562" y="87318"/>
                  </a:lnTo>
                  <a:lnTo>
                    <a:pt x="8115553" y="87318"/>
                  </a:lnTo>
                  <a:lnTo>
                    <a:pt x="8115553" y="87318"/>
                  </a:lnTo>
                  <a:lnTo>
                    <a:pt x="8125535" y="87318"/>
                  </a:lnTo>
                  <a:lnTo>
                    <a:pt x="8125535" y="87318"/>
                  </a:lnTo>
                  <a:lnTo>
                    <a:pt x="8130526" y="87318"/>
                  </a:lnTo>
                  <a:lnTo>
                    <a:pt x="8130526" y="80908"/>
                  </a:lnTo>
                  <a:lnTo>
                    <a:pt x="8135517" y="80908"/>
                  </a:lnTo>
                  <a:lnTo>
                    <a:pt x="8135517" y="80908"/>
                  </a:lnTo>
                  <a:lnTo>
                    <a:pt x="8140508" y="80908"/>
                  </a:lnTo>
                  <a:lnTo>
                    <a:pt x="8140508" y="80908"/>
                  </a:lnTo>
                  <a:lnTo>
                    <a:pt x="8145499" y="80908"/>
                  </a:lnTo>
                  <a:lnTo>
                    <a:pt x="8145499" y="80908"/>
                  </a:lnTo>
                  <a:lnTo>
                    <a:pt x="8155482" y="80908"/>
                  </a:lnTo>
                  <a:lnTo>
                    <a:pt x="8155482" y="80908"/>
                  </a:lnTo>
                  <a:lnTo>
                    <a:pt x="8160473" y="80908"/>
                  </a:lnTo>
                  <a:lnTo>
                    <a:pt x="8160473" y="74478"/>
                  </a:lnTo>
                  <a:lnTo>
                    <a:pt x="8165464" y="74478"/>
                  </a:lnTo>
                  <a:lnTo>
                    <a:pt x="8165464" y="74478"/>
                  </a:lnTo>
                  <a:lnTo>
                    <a:pt x="8175446" y="74478"/>
                  </a:lnTo>
                  <a:lnTo>
                    <a:pt x="8175446" y="74478"/>
                  </a:lnTo>
                  <a:lnTo>
                    <a:pt x="8180437" y="74478"/>
                  </a:lnTo>
                  <a:lnTo>
                    <a:pt x="8180437" y="74478"/>
                  </a:lnTo>
                  <a:lnTo>
                    <a:pt x="8190419" y="74478"/>
                  </a:lnTo>
                  <a:lnTo>
                    <a:pt x="8190419" y="74478"/>
                  </a:lnTo>
                  <a:lnTo>
                    <a:pt x="8195411" y="74478"/>
                  </a:lnTo>
                  <a:lnTo>
                    <a:pt x="8195411" y="68031"/>
                  </a:lnTo>
                  <a:lnTo>
                    <a:pt x="8200402" y="68031"/>
                  </a:lnTo>
                  <a:lnTo>
                    <a:pt x="8200402" y="68031"/>
                  </a:lnTo>
                  <a:lnTo>
                    <a:pt x="8205393" y="68031"/>
                  </a:lnTo>
                  <a:lnTo>
                    <a:pt x="8205393" y="68031"/>
                  </a:lnTo>
                  <a:lnTo>
                    <a:pt x="8215375" y="68031"/>
                  </a:lnTo>
                  <a:lnTo>
                    <a:pt x="8215375" y="68031"/>
                  </a:lnTo>
                  <a:lnTo>
                    <a:pt x="8220366" y="68031"/>
                  </a:lnTo>
                  <a:lnTo>
                    <a:pt x="8220366" y="68031"/>
                  </a:lnTo>
                  <a:lnTo>
                    <a:pt x="8225357" y="68031"/>
                  </a:lnTo>
                  <a:lnTo>
                    <a:pt x="8225357" y="61573"/>
                  </a:lnTo>
                  <a:lnTo>
                    <a:pt x="8230348" y="61573"/>
                  </a:lnTo>
                  <a:lnTo>
                    <a:pt x="8230348" y="61573"/>
                  </a:lnTo>
                  <a:lnTo>
                    <a:pt x="8235339" y="61573"/>
                  </a:lnTo>
                  <a:lnTo>
                    <a:pt x="8235339" y="61573"/>
                  </a:lnTo>
                  <a:lnTo>
                    <a:pt x="8240331" y="61573"/>
                  </a:lnTo>
                  <a:lnTo>
                    <a:pt x="8240331" y="61573"/>
                  </a:lnTo>
                  <a:lnTo>
                    <a:pt x="8245322" y="61573"/>
                  </a:lnTo>
                  <a:lnTo>
                    <a:pt x="8245322" y="61573"/>
                  </a:lnTo>
                  <a:lnTo>
                    <a:pt x="8250313" y="61573"/>
                  </a:lnTo>
                  <a:lnTo>
                    <a:pt x="8250313" y="61573"/>
                  </a:lnTo>
                  <a:lnTo>
                    <a:pt x="8260295" y="61573"/>
                  </a:lnTo>
                  <a:lnTo>
                    <a:pt x="8260295" y="61573"/>
                  </a:lnTo>
                  <a:lnTo>
                    <a:pt x="8265286" y="61573"/>
                  </a:lnTo>
                  <a:lnTo>
                    <a:pt x="8265286" y="61573"/>
                  </a:lnTo>
                  <a:lnTo>
                    <a:pt x="8270277" y="61573"/>
                  </a:lnTo>
                  <a:lnTo>
                    <a:pt x="8270277" y="61573"/>
                  </a:lnTo>
                  <a:lnTo>
                    <a:pt x="8275268" y="61573"/>
                  </a:lnTo>
                  <a:lnTo>
                    <a:pt x="8275268" y="61573"/>
                  </a:lnTo>
                  <a:lnTo>
                    <a:pt x="8280260" y="61573"/>
                  </a:lnTo>
                  <a:lnTo>
                    <a:pt x="8280260" y="61573"/>
                  </a:lnTo>
                  <a:lnTo>
                    <a:pt x="8285251" y="61573"/>
                  </a:lnTo>
                  <a:lnTo>
                    <a:pt x="8285251" y="61573"/>
                  </a:lnTo>
                  <a:lnTo>
                    <a:pt x="8290242" y="61573"/>
                  </a:lnTo>
                  <a:lnTo>
                    <a:pt x="8290242" y="61573"/>
                  </a:lnTo>
                  <a:lnTo>
                    <a:pt x="8300224" y="61573"/>
                  </a:lnTo>
                  <a:lnTo>
                    <a:pt x="8300224" y="61573"/>
                  </a:lnTo>
                  <a:lnTo>
                    <a:pt x="8305215" y="61573"/>
                  </a:lnTo>
                  <a:lnTo>
                    <a:pt x="8305215" y="61573"/>
                  </a:lnTo>
                  <a:lnTo>
                    <a:pt x="8310206" y="61573"/>
                  </a:lnTo>
                  <a:lnTo>
                    <a:pt x="8310206" y="61573"/>
                  </a:lnTo>
                  <a:lnTo>
                    <a:pt x="8315197" y="61573"/>
                  </a:lnTo>
                  <a:lnTo>
                    <a:pt x="8315197" y="61573"/>
                  </a:lnTo>
                  <a:lnTo>
                    <a:pt x="8320188" y="61573"/>
                  </a:lnTo>
                  <a:lnTo>
                    <a:pt x="8320188" y="61573"/>
                  </a:lnTo>
                  <a:lnTo>
                    <a:pt x="8325180" y="61573"/>
                  </a:lnTo>
                  <a:lnTo>
                    <a:pt x="8325180" y="61573"/>
                  </a:lnTo>
                  <a:lnTo>
                    <a:pt x="8335162" y="61573"/>
                  </a:lnTo>
                  <a:lnTo>
                    <a:pt x="8335162" y="55050"/>
                  </a:lnTo>
                  <a:lnTo>
                    <a:pt x="8340153" y="55050"/>
                  </a:lnTo>
                  <a:lnTo>
                    <a:pt x="8340153" y="55050"/>
                  </a:lnTo>
                  <a:lnTo>
                    <a:pt x="8345144" y="55050"/>
                  </a:lnTo>
                  <a:lnTo>
                    <a:pt x="8345144" y="55050"/>
                  </a:lnTo>
                  <a:lnTo>
                    <a:pt x="8350135" y="55050"/>
                  </a:lnTo>
                  <a:lnTo>
                    <a:pt x="8350135" y="55050"/>
                  </a:lnTo>
                  <a:lnTo>
                    <a:pt x="8355126" y="55050"/>
                  </a:lnTo>
                  <a:lnTo>
                    <a:pt x="8355126" y="55050"/>
                  </a:lnTo>
                  <a:lnTo>
                    <a:pt x="8360117" y="55050"/>
                  </a:lnTo>
                  <a:lnTo>
                    <a:pt x="8360117" y="55050"/>
                  </a:lnTo>
                  <a:lnTo>
                    <a:pt x="8365108" y="55050"/>
                  </a:lnTo>
                  <a:lnTo>
                    <a:pt x="8365108" y="55050"/>
                  </a:lnTo>
                  <a:lnTo>
                    <a:pt x="8370100" y="55050"/>
                  </a:lnTo>
                  <a:lnTo>
                    <a:pt x="8370100" y="55050"/>
                  </a:lnTo>
                  <a:lnTo>
                    <a:pt x="8375091" y="55050"/>
                  </a:lnTo>
                  <a:lnTo>
                    <a:pt x="8375091" y="55050"/>
                  </a:lnTo>
                  <a:lnTo>
                    <a:pt x="8380082" y="55050"/>
                  </a:lnTo>
                  <a:lnTo>
                    <a:pt x="8380082" y="55050"/>
                  </a:lnTo>
                  <a:lnTo>
                    <a:pt x="8390064" y="55050"/>
                  </a:lnTo>
                  <a:lnTo>
                    <a:pt x="8390064" y="55050"/>
                  </a:lnTo>
                  <a:lnTo>
                    <a:pt x="8395055" y="55050"/>
                  </a:lnTo>
                  <a:lnTo>
                    <a:pt x="8395055" y="55050"/>
                  </a:lnTo>
                  <a:lnTo>
                    <a:pt x="8405037" y="55050"/>
                  </a:lnTo>
                  <a:lnTo>
                    <a:pt x="8405037" y="55050"/>
                  </a:lnTo>
                  <a:lnTo>
                    <a:pt x="8410029" y="55050"/>
                  </a:lnTo>
                  <a:lnTo>
                    <a:pt x="8410029" y="55050"/>
                  </a:lnTo>
                  <a:lnTo>
                    <a:pt x="8415020" y="55050"/>
                  </a:lnTo>
                  <a:lnTo>
                    <a:pt x="8415020" y="48427"/>
                  </a:lnTo>
                  <a:lnTo>
                    <a:pt x="8420011" y="48427"/>
                  </a:lnTo>
                  <a:lnTo>
                    <a:pt x="8420011" y="48427"/>
                  </a:lnTo>
                  <a:lnTo>
                    <a:pt x="8425002" y="48427"/>
                  </a:lnTo>
                  <a:lnTo>
                    <a:pt x="8425002" y="48427"/>
                  </a:lnTo>
                  <a:lnTo>
                    <a:pt x="8429993" y="48427"/>
                  </a:lnTo>
                  <a:lnTo>
                    <a:pt x="8429993" y="48427"/>
                  </a:lnTo>
                  <a:lnTo>
                    <a:pt x="8434984" y="48427"/>
                  </a:lnTo>
                  <a:lnTo>
                    <a:pt x="8434984" y="48427"/>
                  </a:lnTo>
                  <a:lnTo>
                    <a:pt x="8439975" y="48427"/>
                  </a:lnTo>
                  <a:lnTo>
                    <a:pt x="8439975" y="48427"/>
                  </a:lnTo>
                  <a:lnTo>
                    <a:pt x="8444966" y="48427"/>
                  </a:lnTo>
                  <a:lnTo>
                    <a:pt x="8444966" y="48427"/>
                  </a:lnTo>
                  <a:lnTo>
                    <a:pt x="8454949" y="48427"/>
                  </a:lnTo>
                  <a:lnTo>
                    <a:pt x="8454949" y="41768"/>
                  </a:lnTo>
                  <a:lnTo>
                    <a:pt x="8459940" y="41768"/>
                  </a:lnTo>
                  <a:lnTo>
                    <a:pt x="8459940" y="41768"/>
                  </a:lnTo>
                  <a:lnTo>
                    <a:pt x="8464931" y="41768"/>
                  </a:lnTo>
                  <a:lnTo>
                    <a:pt x="8464931" y="41768"/>
                  </a:lnTo>
                  <a:lnTo>
                    <a:pt x="8469922" y="41768"/>
                  </a:lnTo>
                  <a:lnTo>
                    <a:pt x="8469922" y="41768"/>
                  </a:lnTo>
                  <a:lnTo>
                    <a:pt x="8474913" y="41768"/>
                  </a:lnTo>
                  <a:lnTo>
                    <a:pt x="8474913" y="41768"/>
                  </a:lnTo>
                  <a:lnTo>
                    <a:pt x="8479904" y="41768"/>
                  </a:lnTo>
                  <a:lnTo>
                    <a:pt x="8479904" y="41768"/>
                  </a:lnTo>
                  <a:lnTo>
                    <a:pt x="8484895" y="41768"/>
                  </a:lnTo>
                  <a:lnTo>
                    <a:pt x="8484895" y="41768"/>
                  </a:lnTo>
                  <a:lnTo>
                    <a:pt x="8489886" y="41768"/>
                  </a:lnTo>
                  <a:lnTo>
                    <a:pt x="8489886" y="41768"/>
                  </a:lnTo>
                  <a:lnTo>
                    <a:pt x="8499869" y="41768"/>
                  </a:lnTo>
                  <a:lnTo>
                    <a:pt x="8499869" y="41768"/>
                  </a:lnTo>
                  <a:lnTo>
                    <a:pt x="8504860" y="41768"/>
                  </a:lnTo>
                  <a:lnTo>
                    <a:pt x="8504860" y="41768"/>
                  </a:lnTo>
                  <a:lnTo>
                    <a:pt x="8509851" y="41768"/>
                  </a:lnTo>
                  <a:lnTo>
                    <a:pt x="8509851" y="41768"/>
                  </a:lnTo>
                  <a:lnTo>
                    <a:pt x="8514842" y="41768"/>
                  </a:lnTo>
                  <a:lnTo>
                    <a:pt x="8514842" y="41768"/>
                  </a:lnTo>
                  <a:lnTo>
                    <a:pt x="8524824" y="41768"/>
                  </a:lnTo>
                  <a:lnTo>
                    <a:pt x="8524824" y="41768"/>
                  </a:lnTo>
                  <a:lnTo>
                    <a:pt x="8534806" y="41768"/>
                  </a:lnTo>
                  <a:lnTo>
                    <a:pt x="8534806" y="41768"/>
                  </a:lnTo>
                  <a:lnTo>
                    <a:pt x="8539798" y="41768"/>
                  </a:lnTo>
                  <a:lnTo>
                    <a:pt x="8539798" y="41768"/>
                  </a:lnTo>
                  <a:lnTo>
                    <a:pt x="8544789" y="41768"/>
                  </a:lnTo>
                  <a:lnTo>
                    <a:pt x="8544789" y="35029"/>
                  </a:lnTo>
                  <a:lnTo>
                    <a:pt x="8549780" y="35029"/>
                  </a:lnTo>
                  <a:lnTo>
                    <a:pt x="8549780" y="35029"/>
                  </a:lnTo>
                  <a:lnTo>
                    <a:pt x="8554771" y="35029"/>
                  </a:lnTo>
                  <a:lnTo>
                    <a:pt x="8554771" y="35029"/>
                  </a:lnTo>
                  <a:lnTo>
                    <a:pt x="8559762" y="35029"/>
                  </a:lnTo>
                  <a:lnTo>
                    <a:pt x="8559762" y="35029"/>
                  </a:lnTo>
                  <a:lnTo>
                    <a:pt x="8564753" y="35029"/>
                  </a:lnTo>
                  <a:lnTo>
                    <a:pt x="8564753" y="35029"/>
                  </a:lnTo>
                  <a:lnTo>
                    <a:pt x="8574735" y="35029"/>
                  </a:lnTo>
                  <a:lnTo>
                    <a:pt x="8574735" y="35029"/>
                  </a:lnTo>
                  <a:lnTo>
                    <a:pt x="8579726" y="35029"/>
                  </a:lnTo>
                  <a:lnTo>
                    <a:pt x="8579726" y="35029"/>
                  </a:lnTo>
                  <a:lnTo>
                    <a:pt x="8584718" y="35029"/>
                  </a:lnTo>
                  <a:lnTo>
                    <a:pt x="8584718" y="35029"/>
                  </a:lnTo>
                  <a:lnTo>
                    <a:pt x="8589709" y="35029"/>
                  </a:lnTo>
                  <a:lnTo>
                    <a:pt x="8589709" y="35029"/>
                  </a:lnTo>
                  <a:lnTo>
                    <a:pt x="8594700" y="35029"/>
                  </a:lnTo>
                  <a:lnTo>
                    <a:pt x="8594700" y="35029"/>
                  </a:lnTo>
                  <a:lnTo>
                    <a:pt x="8614664" y="35029"/>
                  </a:lnTo>
                  <a:lnTo>
                    <a:pt x="8614664" y="35029"/>
                  </a:lnTo>
                  <a:lnTo>
                    <a:pt x="8619655" y="35029"/>
                  </a:lnTo>
                  <a:lnTo>
                    <a:pt x="8619655" y="35029"/>
                  </a:lnTo>
                  <a:lnTo>
                    <a:pt x="8629638" y="35029"/>
                  </a:lnTo>
                  <a:lnTo>
                    <a:pt x="8629638" y="35029"/>
                  </a:lnTo>
                  <a:lnTo>
                    <a:pt x="8634629" y="35029"/>
                  </a:lnTo>
                  <a:lnTo>
                    <a:pt x="8634629" y="35029"/>
                  </a:lnTo>
                  <a:lnTo>
                    <a:pt x="8639620" y="35029"/>
                  </a:lnTo>
                  <a:lnTo>
                    <a:pt x="8639620" y="35029"/>
                  </a:lnTo>
                  <a:lnTo>
                    <a:pt x="8644611" y="35029"/>
                  </a:lnTo>
                  <a:lnTo>
                    <a:pt x="8644611" y="35029"/>
                  </a:lnTo>
                  <a:lnTo>
                    <a:pt x="8649602" y="35029"/>
                  </a:lnTo>
                  <a:lnTo>
                    <a:pt x="8649602" y="35029"/>
                  </a:lnTo>
                  <a:lnTo>
                    <a:pt x="8654593" y="35029"/>
                  </a:lnTo>
                  <a:lnTo>
                    <a:pt x="8654593" y="35029"/>
                  </a:lnTo>
                  <a:lnTo>
                    <a:pt x="8659584" y="35029"/>
                  </a:lnTo>
                  <a:lnTo>
                    <a:pt x="8659584" y="28163"/>
                  </a:lnTo>
                  <a:lnTo>
                    <a:pt x="8664575" y="28163"/>
                  </a:lnTo>
                  <a:lnTo>
                    <a:pt x="8664575" y="28163"/>
                  </a:lnTo>
                  <a:lnTo>
                    <a:pt x="8669567" y="28163"/>
                  </a:lnTo>
                  <a:lnTo>
                    <a:pt x="8669567" y="28163"/>
                  </a:lnTo>
                  <a:lnTo>
                    <a:pt x="8674558" y="28163"/>
                  </a:lnTo>
                  <a:lnTo>
                    <a:pt x="8674558" y="28163"/>
                  </a:lnTo>
                  <a:lnTo>
                    <a:pt x="8679549" y="28163"/>
                  </a:lnTo>
                  <a:lnTo>
                    <a:pt x="8679549" y="28163"/>
                  </a:lnTo>
                  <a:lnTo>
                    <a:pt x="8684540" y="28163"/>
                  </a:lnTo>
                  <a:lnTo>
                    <a:pt x="8684540" y="28163"/>
                  </a:lnTo>
                  <a:lnTo>
                    <a:pt x="8689531" y="28163"/>
                  </a:lnTo>
                  <a:lnTo>
                    <a:pt x="8689531" y="28163"/>
                  </a:lnTo>
                  <a:lnTo>
                    <a:pt x="8694522" y="28163"/>
                  </a:lnTo>
                  <a:lnTo>
                    <a:pt x="8694522" y="28163"/>
                  </a:lnTo>
                  <a:lnTo>
                    <a:pt x="8699513" y="28163"/>
                  </a:lnTo>
                  <a:lnTo>
                    <a:pt x="8699513" y="28163"/>
                  </a:lnTo>
                  <a:lnTo>
                    <a:pt x="8704504" y="28163"/>
                  </a:lnTo>
                  <a:lnTo>
                    <a:pt x="8704504" y="28163"/>
                  </a:lnTo>
                  <a:lnTo>
                    <a:pt x="8709495" y="28163"/>
                  </a:lnTo>
                  <a:lnTo>
                    <a:pt x="8709495" y="28163"/>
                  </a:lnTo>
                  <a:lnTo>
                    <a:pt x="8714487" y="28163"/>
                  </a:lnTo>
                  <a:lnTo>
                    <a:pt x="8714487" y="21236"/>
                  </a:lnTo>
                  <a:lnTo>
                    <a:pt x="8719478" y="21236"/>
                  </a:lnTo>
                  <a:lnTo>
                    <a:pt x="8719478" y="14300"/>
                  </a:lnTo>
                  <a:lnTo>
                    <a:pt x="8724469" y="14300"/>
                  </a:lnTo>
                  <a:lnTo>
                    <a:pt x="8724469" y="14300"/>
                  </a:lnTo>
                  <a:lnTo>
                    <a:pt x="8734451" y="14300"/>
                  </a:lnTo>
                  <a:lnTo>
                    <a:pt x="8734451" y="14300"/>
                  </a:lnTo>
                  <a:lnTo>
                    <a:pt x="8749424" y="14300"/>
                  </a:lnTo>
                  <a:lnTo>
                    <a:pt x="8749424" y="14300"/>
                  </a:lnTo>
                  <a:lnTo>
                    <a:pt x="8754415" y="14300"/>
                  </a:lnTo>
                  <a:lnTo>
                    <a:pt x="8754415" y="14300"/>
                  </a:lnTo>
                  <a:lnTo>
                    <a:pt x="8759407" y="14300"/>
                  </a:lnTo>
                  <a:lnTo>
                    <a:pt x="8759407" y="14300"/>
                  </a:lnTo>
                  <a:lnTo>
                    <a:pt x="8764398" y="14300"/>
                  </a:lnTo>
                  <a:lnTo>
                    <a:pt x="8764398" y="14300"/>
                  </a:lnTo>
                  <a:lnTo>
                    <a:pt x="8769389" y="14300"/>
                  </a:lnTo>
                  <a:lnTo>
                    <a:pt x="8769389" y="14300"/>
                  </a:lnTo>
                  <a:lnTo>
                    <a:pt x="8774380" y="14300"/>
                  </a:lnTo>
                  <a:lnTo>
                    <a:pt x="8774380" y="14300"/>
                  </a:lnTo>
                  <a:lnTo>
                    <a:pt x="8779371" y="14300"/>
                  </a:lnTo>
                  <a:lnTo>
                    <a:pt x="8779371" y="14300"/>
                  </a:lnTo>
                  <a:lnTo>
                    <a:pt x="8784362" y="14300"/>
                  </a:lnTo>
                  <a:lnTo>
                    <a:pt x="8784362" y="14300"/>
                  </a:lnTo>
                  <a:lnTo>
                    <a:pt x="8789353" y="14300"/>
                  </a:lnTo>
                  <a:lnTo>
                    <a:pt x="8789353" y="14300"/>
                  </a:lnTo>
                  <a:lnTo>
                    <a:pt x="8799335" y="14300"/>
                  </a:lnTo>
                  <a:lnTo>
                    <a:pt x="8799335" y="14300"/>
                  </a:lnTo>
                  <a:lnTo>
                    <a:pt x="8814309" y="14300"/>
                  </a:lnTo>
                  <a:lnTo>
                    <a:pt x="8814309" y="14300"/>
                  </a:lnTo>
                  <a:lnTo>
                    <a:pt x="8819300" y="14300"/>
                  </a:lnTo>
                  <a:lnTo>
                    <a:pt x="8819300" y="14300"/>
                  </a:lnTo>
                  <a:lnTo>
                    <a:pt x="8824291" y="14300"/>
                  </a:lnTo>
                  <a:lnTo>
                    <a:pt x="8824291" y="14300"/>
                  </a:lnTo>
                  <a:lnTo>
                    <a:pt x="8839264" y="14300"/>
                  </a:lnTo>
                  <a:lnTo>
                    <a:pt x="8839264" y="14300"/>
                  </a:lnTo>
                  <a:lnTo>
                    <a:pt x="8844256" y="14300"/>
                  </a:lnTo>
                  <a:lnTo>
                    <a:pt x="8844256" y="14300"/>
                  </a:lnTo>
                  <a:lnTo>
                    <a:pt x="8849247" y="14300"/>
                  </a:lnTo>
                  <a:lnTo>
                    <a:pt x="8849247" y="14300"/>
                  </a:lnTo>
                  <a:lnTo>
                    <a:pt x="8854238" y="14300"/>
                  </a:lnTo>
                  <a:lnTo>
                    <a:pt x="8854238" y="14300"/>
                  </a:lnTo>
                  <a:lnTo>
                    <a:pt x="8859229" y="14300"/>
                  </a:lnTo>
                  <a:lnTo>
                    <a:pt x="8859229" y="7194"/>
                  </a:lnTo>
                  <a:lnTo>
                    <a:pt x="8869211" y="7194"/>
                  </a:lnTo>
                  <a:lnTo>
                    <a:pt x="8869211" y="7194"/>
                  </a:lnTo>
                  <a:lnTo>
                    <a:pt x="8874202" y="7194"/>
                  </a:lnTo>
                  <a:lnTo>
                    <a:pt x="8874202" y="7194"/>
                  </a:lnTo>
                  <a:lnTo>
                    <a:pt x="8879193" y="7194"/>
                  </a:lnTo>
                  <a:lnTo>
                    <a:pt x="8879193" y="7194"/>
                  </a:lnTo>
                  <a:lnTo>
                    <a:pt x="8884184" y="7194"/>
                  </a:lnTo>
                  <a:lnTo>
                    <a:pt x="8884184" y="7194"/>
                  </a:lnTo>
                  <a:lnTo>
                    <a:pt x="8889176" y="7194"/>
                  </a:lnTo>
                  <a:lnTo>
                    <a:pt x="8889176" y="7194"/>
                  </a:lnTo>
                  <a:lnTo>
                    <a:pt x="8894167" y="7194"/>
                  </a:lnTo>
                  <a:lnTo>
                    <a:pt x="8894167" y="7194"/>
                  </a:lnTo>
                  <a:lnTo>
                    <a:pt x="8899158" y="7194"/>
                  </a:lnTo>
                  <a:lnTo>
                    <a:pt x="8899158" y="7194"/>
                  </a:lnTo>
                  <a:lnTo>
                    <a:pt x="8914131" y="7194"/>
                  </a:lnTo>
                  <a:lnTo>
                    <a:pt x="8914131" y="7194"/>
                  </a:lnTo>
                  <a:lnTo>
                    <a:pt x="8919122" y="7194"/>
                  </a:lnTo>
                  <a:lnTo>
                    <a:pt x="8919122" y="7194"/>
                  </a:lnTo>
                  <a:lnTo>
                    <a:pt x="8924113" y="7194"/>
                  </a:lnTo>
                  <a:lnTo>
                    <a:pt x="8924113" y="7194"/>
                  </a:lnTo>
                  <a:lnTo>
                    <a:pt x="8929104" y="7194"/>
                  </a:lnTo>
                  <a:lnTo>
                    <a:pt x="8929104" y="7194"/>
                  </a:lnTo>
                  <a:lnTo>
                    <a:pt x="8934096" y="7194"/>
                  </a:lnTo>
                  <a:lnTo>
                    <a:pt x="8934096" y="7194"/>
                  </a:lnTo>
                  <a:lnTo>
                    <a:pt x="8939087" y="7194"/>
                  </a:lnTo>
                  <a:lnTo>
                    <a:pt x="8939087" y="0"/>
                  </a:lnTo>
                  <a:lnTo>
                    <a:pt x="8949069" y="0"/>
                  </a:lnTo>
                  <a:lnTo>
                    <a:pt x="8949069" y="0"/>
                  </a:lnTo>
                  <a:lnTo>
                    <a:pt x="8954060" y="0"/>
                  </a:lnTo>
                  <a:lnTo>
                    <a:pt x="8954060" y="0"/>
                  </a:lnTo>
                  <a:lnTo>
                    <a:pt x="8959051" y="0"/>
                  </a:lnTo>
                  <a:lnTo>
                    <a:pt x="8959051" y="0"/>
                  </a:lnTo>
                  <a:lnTo>
                    <a:pt x="8964042" y="0"/>
                  </a:lnTo>
                  <a:lnTo>
                    <a:pt x="8964042" y="0"/>
                  </a:lnTo>
                  <a:lnTo>
                    <a:pt x="8969033" y="0"/>
                  </a:lnTo>
                  <a:lnTo>
                    <a:pt x="8969033" y="0"/>
                  </a:lnTo>
                  <a:lnTo>
                    <a:pt x="8974025" y="0"/>
                  </a:lnTo>
                  <a:lnTo>
                    <a:pt x="8974025" y="0"/>
                  </a:lnTo>
                  <a:lnTo>
                    <a:pt x="8979016" y="0"/>
                  </a:lnTo>
                  <a:lnTo>
                    <a:pt x="8979016" y="0"/>
                  </a:lnTo>
                  <a:lnTo>
                    <a:pt x="8984007" y="0"/>
                  </a:lnTo>
                  <a:lnTo>
                    <a:pt x="8984007" y="0"/>
                  </a:lnTo>
                  <a:lnTo>
                    <a:pt x="8988998" y="0"/>
                  </a:lnTo>
                  <a:lnTo>
                    <a:pt x="8988998" y="0"/>
                  </a:lnTo>
                  <a:lnTo>
                    <a:pt x="8998980" y="0"/>
                  </a:lnTo>
                  <a:lnTo>
                    <a:pt x="8998980" y="0"/>
                  </a:lnTo>
                  <a:lnTo>
                    <a:pt x="9003971" y="0"/>
                  </a:lnTo>
                  <a:lnTo>
                    <a:pt x="9003971" y="0"/>
                  </a:lnTo>
                  <a:lnTo>
                    <a:pt x="9018945" y="0"/>
                  </a:lnTo>
                  <a:lnTo>
                    <a:pt x="9018945" y="0"/>
                  </a:lnTo>
                  <a:lnTo>
                    <a:pt x="9023936" y="0"/>
                  </a:lnTo>
                  <a:lnTo>
                    <a:pt x="9023936" y="0"/>
                  </a:lnTo>
                  <a:lnTo>
                    <a:pt x="9028927" y="0"/>
                  </a:lnTo>
                  <a:lnTo>
                    <a:pt x="9028927" y="0"/>
                  </a:lnTo>
                  <a:lnTo>
                    <a:pt x="9038909" y="0"/>
                  </a:lnTo>
                  <a:lnTo>
                    <a:pt x="9038909" y="0"/>
                  </a:lnTo>
                  <a:lnTo>
                    <a:pt x="9043900" y="0"/>
                  </a:lnTo>
                  <a:lnTo>
                    <a:pt x="9043900" y="0"/>
                  </a:lnTo>
                  <a:lnTo>
                    <a:pt x="9048891" y="0"/>
                  </a:lnTo>
                  <a:lnTo>
                    <a:pt x="9048891" y="0"/>
                  </a:lnTo>
                  <a:lnTo>
                    <a:pt x="9058873" y="0"/>
                  </a:lnTo>
                  <a:lnTo>
                    <a:pt x="9058873" y="0"/>
                  </a:lnTo>
                  <a:lnTo>
                    <a:pt x="9063865" y="0"/>
                  </a:lnTo>
                  <a:lnTo>
                    <a:pt x="9063865" y="0"/>
                  </a:lnTo>
                  <a:lnTo>
                    <a:pt x="9068856" y="0"/>
                  </a:lnTo>
                  <a:lnTo>
                    <a:pt x="9068856" y="0"/>
                  </a:lnTo>
                  <a:lnTo>
                    <a:pt x="9073847" y="0"/>
                  </a:lnTo>
                  <a:lnTo>
                    <a:pt x="9073847" y="0"/>
                  </a:lnTo>
                  <a:lnTo>
                    <a:pt x="9083829" y="0"/>
                  </a:lnTo>
                  <a:lnTo>
                    <a:pt x="9083829" y="0"/>
                  </a:lnTo>
                  <a:lnTo>
                    <a:pt x="9093811" y="0"/>
                  </a:lnTo>
                  <a:lnTo>
                    <a:pt x="909381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423" y="3150680"/>
              <a:ext cx="9093811" cy="2350166"/>
            </a:xfrm>
            <a:custGeom>
              <a:avLst/>
              <a:pathLst>
                <a:path w="9093811" h="2350166">
                  <a:moveTo>
                    <a:pt x="9093811" y="0"/>
                  </a:moveTo>
                  <a:lnTo>
                    <a:pt x="9093811" y="0"/>
                  </a:lnTo>
                  <a:lnTo>
                    <a:pt x="9083829" y="0"/>
                  </a:lnTo>
                  <a:lnTo>
                    <a:pt x="9083829" y="0"/>
                  </a:lnTo>
                  <a:lnTo>
                    <a:pt x="9073847" y="0"/>
                  </a:lnTo>
                  <a:lnTo>
                    <a:pt x="9073847" y="0"/>
                  </a:lnTo>
                  <a:lnTo>
                    <a:pt x="9068856" y="0"/>
                  </a:lnTo>
                  <a:lnTo>
                    <a:pt x="9068856" y="0"/>
                  </a:lnTo>
                  <a:lnTo>
                    <a:pt x="9063865" y="0"/>
                  </a:lnTo>
                  <a:lnTo>
                    <a:pt x="9063865" y="0"/>
                  </a:lnTo>
                  <a:lnTo>
                    <a:pt x="9058873" y="0"/>
                  </a:lnTo>
                  <a:lnTo>
                    <a:pt x="9058873" y="0"/>
                  </a:lnTo>
                  <a:lnTo>
                    <a:pt x="9048891" y="0"/>
                  </a:lnTo>
                  <a:lnTo>
                    <a:pt x="9048891" y="0"/>
                  </a:lnTo>
                  <a:lnTo>
                    <a:pt x="9043900" y="0"/>
                  </a:lnTo>
                  <a:lnTo>
                    <a:pt x="9043900" y="0"/>
                  </a:lnTo>
                  <a:lnTo>
                    <a:pt x="9038909" y="0"/>
                  </a:lnTo>
                  <a:lnTo>
                    <a:pt x="9038909" y="0"/>
                  </a:lnTo>
                  <a:lnTo>
                    <a:pt x="9028927" y="0"/>
                  </a:lnTo>
                  <a:lnTo>
                    <a:pt x="9028927" y="0"/>
                  </a:lnTo>
                  <a:lnTo>
                    <a:pt x="9023936" y="0"/>
                  </a:lnTo>
                  <a:lnTo>
                    <a:pt x="9023936" y="0"/>
                  </a:lnTo>
                  <a:lnTo>
                    <a:pt x="9018945" y="0"/>
                  </a:lnTo>
                  <a:lnTo>
                    <a:pt x="9018945" y="0"/>
                  </a:lnTo>
                  <a:lnTo>
                    <a:pt x="9003971" y="0"/>
                  </a:lnTo>
                  <a:lnTo>
                    <a:pt x="9003971" y="0"/>
                  </a:lnTo>
                  <a:lnTo>
                    <a:pt x="8998980" y="0"/>
                  </a:lnTo>
                  <a:lnTo>
                    <a:pt x="8998980" y="0"/>
                  </a:lnTo>
                  <a:lnTo>
                    <a:pt x="8988998" y="0"/>
                  </a:lnTo>
                  <a:lnTo>
                    <a:pt x="8988998" y="0"/>
                  </a:lnTo>
                  <a:lnTo>
                    <a:pt x="8984007" y="0"/>
                  </a:lnTo>
                  <a:lnTo>
                    <a:pt x="8984007" y="0"/>
                  </a:lnTo>
                  <a:lnTo>
                    <a:pt x="8979016" y="0"/>
                  </a:lnTo>
                  <a:lnTo>
                    <a:pt x="8979016" y="0"/>
                  </a:lnTo>
                  <a:lnTo>
                    <a:pt x="8974025" y="0"/>
                  </a:lnTo>
                  <a:lnTo>
                    <a:pt x="8974025" y="0"/>
                  </a:lnTo>
                  <a:lnTo>
                    <a:pt x="8969033" y="0"/>
                  </a:lnTo>
                  <a:lnTo>
                    <a:pt x="8969033" y="0"/>
                  </a:lnTo>
                  <a:lnTo>
                    <a:pt x="8964042" y="0"/>
                  </a:lnTo>
                  <a:lnTo>
                    <a:pt x="8964042" y="0"/>
                  </a:lnTo>
                  <a:lnTo>
                    <a:pt x="8959051" y="0"/>
                  </a:lnTo>
                  <a:lnTo>
                    <a:pt x="8959051" y="0"/>
                  </a:lnTo>
                  <a:lnTo>
                    <a:pt x="8954060" y="0"/>
                  </a:lnTo>
                  <a:lnTo>
                    <a:pt x="8954060" y="0"/>
                  </a:lnTo>
                  <a:lnTo>
                    <a:pt x="8949069" y="0"/>
                  </a:lnTo>
                  <a:lnTo>
                    <a:pt x="8949069" y="0"/>
                  </a:lnTo>
                  <a:lnTo>
                    <a:pt x="8939087" y="0"/>
                  </a:lnTo>
                  <a:lnTo>
                    <a:pt x="8939087" y="6277"/>
                  </a:lnTo>
                  <a:lnTo>
                    <a:pt x="8934096" y="6277"/>
                  </a:lnTo>
                  <a:lnTo>
                    <a:pt x="8934096" y="6277"/>
                  </a:lnTo>
                  <a:lnTo>
                    <a:pt x="8929104" y="6277"/>
                  </a:lnTo>
                  <a:lnTo>
                    <a:pt x="8929104" y="6277"/>
                  </a:lnTo>
                  <a:lnTo>
                    <a:pt x="8924113" y="6277"/>
                  </a:lnTo>
                  <a:lnTo>
                    <a:pt x="8924113" y="6277"/>
                  </a:lnTo>
                  <a:lnTo>
                    <a:pt x="8919122" y="6277"/>
                  </a:lnTo>
                  <a:lnTo>
                    <a:pt x="8919122" y="6277"/>
                  </a:lnTo>
                  <a:lnTo>
                    <a:pt x="8914131" y="6277"/>
                  </a:lnTo>
                  <a:lnTo>
                    <a:pt x="8914131" y="6277"/>
                  </a:lnTo>
                  <a:lnTo>
                    <a:pt x="8899158" y="6277"/>
                  </a:lnTo>
                  <a:lnTo>
                    <a:pt x="8899158" y="6277"/>
                  </a:lnTo>
                  <a:lnTo>
                    <a:pt x="8894167" y="6277"/>
                  </a:lnTo>
                  <a:lnTo>
                    <a:pt x="8894167" y="6277"/>
                  </a:lnTo>
                  <a:lnTo>
                    <a:pt x="8889176" y="6277"/>
                  </a:lnTo>
                  <a:lnTo>
                    <a:pt x="8889176" y="6277"/>
                  </a:lnTo>
                  <a:lnTo>
                    <a:pt x="8884184" y="6277"/>
                  </a:lnTo>
                  <a:lnTo>
                    <a:pt x="8884184" y="6277"/>
                  </a:lnTo>
                  <a:lnTo>
                    <a:pt x="8879193" y="6277"/>
                  </a:lnTo>
                  <a:lnTo>
                    <a:pt x="8879193" y="6277"/>
                  </a:lnTo>
                  <a:lnTo>
                    <a:pt x="8874202" y="6277"/>
                  </a:lnTo>
                  <a:lnTo>
                    <a:pt x="8874202" y="6277"/>
                  </a:lnTo>
                  <a:lnTo>
                    <a:pt x="8869211" y="6277"/>
                  </a:lnTo>
                  <a:lnTo>
                    <a:pt x="8869211" y="6277"/>
                  </a:lnTo>
                  <a:lnTo>
                    <a:pt x="8859229" y="6277"/>
                  </a:lnTo>
                  <a:lnTo>
                    <a:pt x="8859229" y="12485"/>
                  </a:lnTo>
                  <a:lnTo>
                    <a:pt x="8854238" y="12485"/>
                  </a:lnTo>
                  <a:lnTo>
                    <a:pt x="8854238" y="12485"/>
                  </a:lnTo>
                  <a:lnTo>
                    <a:pt x="8849247" y="12485"/>
                  </a:lnTo>
                  <a:lnTo>
                    <a:pt x="8849247" y="12485"/>
                  </a:lnTo>
                  <a:lnTo>
                    <a:pt x="8844256" y="12485"/>
                  </a:lnTo>
                  <a:lnTo>
                    <a:pt x="8844256" y="12485"/>
                  </a:lnTo>
                  <a:lnTo>
                    <a:pt x="8839264" y="12485"/>
                  </a:lnTo>
                  <a:lnTo>
                    <a:pt x="8839264" y="12485"/>
                  </a:lnTo>
                  <a:lnTo>
                    <a:pt x="8824291" y="12485"/>
                  </a:lnTo>
                  <a:lnTo>
                    <a:pt x="8824291" y="12485"/>
                  </a:lnTo>
                  <a:lnTo>
                    <a:pt x="8819300" y="12485"/>
                  </a:lnTo>
                  <a:lnTo>
                    <a:pt x="8819300" y="12485"/>
                  </a:lnTo>
                  <a:lnTo>
                    <a:pt x="8814309" y="12485"/>
                  </a:lnTo>
                  <a:lnTo>
                    <a:pt x="8814309" y="12485"/>
                  </a:lnTo>
                  <a:lnTo>
                    <a:pt x="8799335" y="12485"/>
                  </a:lnTo>
                  <a:lnTo>
                    <a:pt x="8799335" y="12485"/>
                  </a:lnTo>
                  <a:lnTo>
                    <a:pt x="8789353" y="12485"/>
                  </a:lnTo>
                  <a:lnTo>
                    <a:pt x="8789353" y="12485"/>
                  </a:lnTo>
                  <a:lnTo>
                    <a:pt x="8784362" y="12485"/>
                  </a:lnTo>
                  <a:lnTo>
                    <a:pt x="8784362" y="12485"/>
                  </a:lnTo>
                  <a:lnTo>
                    <a:pt x="8779371" y="12485"/>
                  </a:lnTo>
                  <a:lnTo>
                    <a:pt x="8779371" y="12485"/>
                  </a:lnTo>
                  <a:lnTo>
                    <a:pt x="8774380" y="12485"/>
                  </a:lnTo>
                  <a:lnTo>
                    <a:pt x="8774380" y="12485"/>
                  </a:lnTo>
                  <a:lnTo>
                    <a:pt x="8769389" y="12485"/>
                  </a:lnTo>
                  <a:lnTo>
                    <a:pt x="8769389" y="12485"/>
                  </a:lnTo>
                  <a:lnTo>
                    <a:pt x="8764398" y="12485"/>
                  </a:lnTo>
                  <a:lnTo>
                    <a:pt x="8764398" y="12485"/>
                  </a:lnTo>
                  <a:lnTo>
                    <a:pt x="8759407" y="12485"/>
                  </a:lnTo>
                  <a:lnTo>
                    <a:pt x="8759407" y="12485"/>
                  </a:lnTo>
                  <a:lnTo>
                    <a:pt x="8754415" y="12485"/>
                  </a:lnTo>
                  <a:lnTo>
                    <a:pt x="8754415" y="12485"/>
                  </a:lnTo>
                  <a:lnTo>
                    <a:pt x="8749424" y="12485"/>
                  </a:lnTo>
                  <a:lnTo>
                    <a:pt x="8749424" y="12485"/>
                  </a:lnTo>
                  <a:lnTo>
                    <a:pt x="8734451" y="12485"/>
                  </a:lnTo>
                  <a:lnTo>
                    <a:pt x="8734451" y="12485"/>
                  </a:lnTo>
                  <a:lnTo>
                    <a:pt x="8724469" y="12485"/>
                  </a:lnTo>
                  <a:lnTo>
                    <a:pt x="8724469" y="12485"/>
                  </a:lnTo>
                  <a:lnTo>
                    <a:pt x="8719478" y="12485"/>
                  </a:lnTo>
                  <a:lnTo>
                    <a:pt x="8719478" y="18562"/>
                  </a:lnTo>
                  <a:lnTo>
                    <a:pt x="8714487" y="18562"/>
                  </a:lnTo>
                  <a:lnTo>
                    <a:pt x="8714487" y="24629"/>
                  </a:lnTo>
                  <a:lnTo>
                    <a:pt x="8709495" y="24629"/>
                  </a:lnTo>
                  <a:lnTo>
                    <a:pt x="8709495" y="24629"/>
                  </a:lnTo>
                  <a:lnTo>
                    <a:pt x="8704504" y="24629"/>
                  </a:lnTo>
                  <a:lnTo>
                    <a:pt x="8704504" y="24629"/>
                  </a:lnTo>
                  <a:lnTo>
                    <a:pt x="8699513" y="24629"/>
                  </a:lnTo>
                  <a:lnTo>
                    <a:pt x="8699513" y="24629"/>
                  </a:lnTo>
                  <a:lnTo>
                    <a:pt x="8694522" y="24629"/>
                  </a:lnTo>
                  <a:lnTo>
                    <a:pt x="8694522" y="24629"/>
                  </a:lnTo>
                  <a:lnTo>
                    <a:pt x="8689531" y="24629"/>
                  </a:lnTo>
                  <a:lnTo>
                    <a:pt x="8689531" y="24629"/>
                  </a:lnTo>
                  <a:lnTo>
                    <a:pt x="8684540" y="24629"/>
                  </a:lnTo>
                  <a:lnTo>
                    <a:pt x="8684540" y="24629"/>
                  </a:lnTo>
                  <a:lnTo>
                    <a:pt x="8679549" y="24629"/>
                  </a:lnTo>
                  <a:lnTo>
                    <a:pt x="8679549" y="24629"/>
                  </a:lnTo>
                  <a:lnTo>
                    <a:pt x="8674558" y="24629"/>
                  </a:lnTo>
                  <a:lnTo>
                    <a:pt x="8674558" y="24629"/>
                  </a:lnTo>
                  <a:lnTo>
                    <a:pt x="8669567" y="24629"/>
                  </a:lnTo>
                  <a:lnTo>
                    <a:pt x="8669567" y="24629"/>
                  </a:lnTo>
                  <a:lnTo>
                    <a:pt x="8664575" y="24629"/>
                  </a:lnTo>
                  <a:lnTo>
                    <a:pt x="8664575" y="24629"/>
                  </a:lnTo>
                  <a:lnTo>
                    <a:pt x="8659584" y="24629"/>
                  </a:lnTo>
                  <a:lnTo>
                    <a:pt x="8659584" y="30649"/>
                  </a:lnTo>
                  <a:lnTo>
                    <a:pt x="8654593" y="30649"/>
                  </a:lnTo>
                  <a:lnTo>
                    <a:pt x="8654593" y="30649"/>
                  </a:lnTo>
                  <a:lnTo>
                    <a:pt x="8649602" y="30649"/>
                  </a:lnTo>
                  <a:lnTo>
                    <a:pt x="8649602" y="30649"/>
                  </a:lnTo>
                  <a:lnTo>
                    <a:pt x="8644611" y="30649"/>
                  </a:lnTo>
                  <a:lnTo>
                    <a:pt x="8644611" y="30649"/>
                  </a:lnTo>
                  <a:lnTo>
                    <a:pt x="8639620" y="30649"/>
                  </a:lnTo>
                  <a:lnTo>
                    <a:pt x="8639620" y="30649"/>
                  </a:lnTo>
                  <a:lnTo>
                    <a:pt x="8634629" y="30649"/>
                  </a:lnTo>
                  <a:lnTo>
                    <a:pt x="8634629" y="30649"/>
                  </a:lnTo>
                  <a:lnTo>
                    <a:pt x="8629638" y="30649"/>
                  </a:lnTo>
                  <a:lnTo>
                    <a:pt x="8629638" y="30649"/>
                  </a:lnTo>
                  <a:lnTo>
                    <a:pt x="8619655" y="30649"/>
                  </a:lnTo>
                  <a:lnTo>
                    <a:pt x="8619655" y="30649"/>
                  </a:lnTo>
                  <a:lnTo>
                    <a:pt x="8614664" y="30649"/>
                  </a:lnTo>
                  <a:lnTo>
                    <a:pt x="8614664" y="30649"/>
                  </a:lnTo>
                  <a:lnTo>
                    <a:pt x="8594700" y="30649"/>
                  </a:lnTo>
                  <a:lnTo>
                    <a:pt x="8594700" y="30649"/>
                  </a:lnTo>
                  <a:lnTo>
                    <a:pt x="8589709" y="30649"/>
                  </a:lnTo>
                  <a:lnTo>
                    <a:pt x="8589709" y="30649"/>
                  </a:lnTo>
                  <a:lnTo>
                    <a:pt x="8584718" y="30649"/>
                  </a:lnTo>
                  <a:lnTo>
                    <a:pt x="8584718" y="30649"/>
                  </a:lnTo>
                  <a:lnTo>
                    <a:pt x="8579726" y="30649"/>
                  </a:lnTo>
                  <a:lnTo>
                    <a:pt x="8579726" y="30649"/>
                  </a:lnTo>
                  <a:lnTo>
                    <a:pt x="8574735" y="30649"/>
                  </a:lnTo>
                  <a:lnTo>
                    <a:pt x="8574735" y="30649"/>
                  </a:lnTo>
                  <a:lnTo>
                    <a:pt x="8564753" y="30649"/>
                  </a:lnTo>
                  <a:lnTo>
                    <a:pt x="8564753" y="30649"/>
                  </a:lnTo>
                  <a:lnTo>
                    <a:pt x="8559762" y="30649"/>
                  </a:lnTo>
                  <a:lnTo>
                    <a:pt x="8559762" y="30649"/>
                  </a:lnTo>
                  <a:lnTo>
                    <a:pt x="8554771" y="30649"/>
                  </a:lnTo>
                  <a:lnTo>
                    <a:pt x="8554771" y="30649"/>
                  </a:lnTo>
                  <a:lnTo>
                    <a:pt x="8549780" y="30649"/>
                  </a:lnTo>
                  <a:lnTo>
                    <a:pt x="8549780" y="30649"/>
                  </a:lnTo>
                  <a:lnTo>
                    <a:pt x="8544789" y="30649"/>
                  </a:lnTo>
                  <a:lnTo>
                    <a:pt x="8544789" y="36569"/>
                  </a:lnTo>
                  <a:lnTo>
                    <a:pt x="8539798" y="36569"/>
                  </a:lnTo>
                  <a:lnTo>
                    <a:pt x="8539798" y="36569"/>
                  </a:lnTo>
                  <a:lnTo>
                    <a:pt x="8534806" y="36569"/>
                  </a:lnTo>
                  <a:lnTo>
                    <a:pt x="8534806" y="36569"/>
                  </a:lnTo>
                  <a:lnTo>
                    <a:pt x="8524824" y="36569"/>
                  </a:lnTo>
                  <a:lnTo>
                    <a:pt x="8524824" y="36569"/>
                  </a:lnTo>
                  <a:lnTo>
                    <a:pt x="8514842" y="36569"/>
                  </a:lnTo>
                  <a:lnTo>
                    <a:pt x="8514842" y="36569"/>
                  </a:lnTo>
                  <a:lnTo>
                    <a:pt x="8509851" y="36569"/>
                  </a:lnTo>
                  <a:lnTo>
                    <a:pt x="8509851" y="36569"/>
                  </a:lnTo>
                  <a:lnTo>
                    <a:pt x="8504860" y="36569"/>
                  </a:lnTo>
                  <a:lnTo>
                    <a:pt x="8504860" y="36569"/>
                  </a:lnTo>
                  <a:lnTo>
                    <a:pt x="8499869" y="36569"/>
                  </a:lnTo>
                  <a:lnTo>
                    <a:pt x="8499869" y="36569"/>
                  </a:lnTo>
                  <a:lnTo>
                    <a:pt x="8489886" y="36569"/>
                  </a:lnTo>
                  <a:lnTo>
                    <a:pt x="8489886" y="36569"/>
                  </a:lnTo>
                  <a:lnTo>
                    <a:pt x="8484895" y="36569"/>
                  </a:lnTo>
                  <a:lnTo>
                    <a:pt x="8484895" y="36569"/>
                  </a:lnTo>
                  <a:lnTo>
                    <a:pt x="8479904" y="36569"/>
                  </a:lnTo>
                  <a:lnTo>
                    <a:pt x="8479904" y="36569"/>
                  </a:lnTo>
                  <a:lnTo>
                    <a:pt x="8474913" y="36569"/>
                  </a:lnTo>
                  <a:lnTo>
                    <a:pt x="8474913" y="36569"/>
                  </a:lnTo>
                  <a:lnTo>
                    <a:pt x="8469922" y="36569"/>
                  </a:lnTo>
                  <a:lnTo>
                    <a:pt x="8469922" y="36569"/>
                  </a:lnTo>
                  <a:lnTo>
                    <a:pt x="8464931" y="36569"/>
                  </a:lnTo>
                  <a:lnTo>
                    <a:pt x="8464931" y="36569"/>
                  </a:lnTo>
                  <a:lnTo>
                    <a:pt x="8459940" y="36569"/>
                  </a:lnTo>
                  <a:lnTo>
                    <a:pt x="8459940" y="36569"/>
                  </a:lnTo>
                  <a:lnTo>
                    <a:pt x="8454949" y="36569"/>
                  </a:lnTo>
                  <a:lnTo>
                    <a:pt x="8454949" y="42426"/>
                  </a:lnTo>
                  <a:lnTo>
                    <a:pt x="8444966" y="42426"/>
                  </a:lnTo>
                  <a:lnTo>
                    <a:pt x="8444966" y="42426"/>
                  </a:lnTo>
                  <a:lnTo>
                    <a:pt x="8439975" y="42426"/>
                  </a:lnTo>
                  <a:lnTo>
                    <a:pt x="8439975" y="42426"/>
                  </a:lnTo>
                  <a:lnTo>
                    <a:pt x="8434984" y="42426"/>
                  </a:lnTo>
                  <a:lnTo>
                    <a:pt x="8434984" y="42426"/>
                  </a:lnTo>
                  <a:lnTo>
                    <a:pt x="8429993" y="42426"/>
                  </a:lnTo>
                  <a:lnTo>
                    <a:pt x="8429993" y="42426"/>
                  </a:lnTo>
                  <a:lnTo>
                    <a:pt x="8425002" y="42426"/>
                  </a:lnTo>
                  <a:lnTo>
                    <a:pt x="8425002" y="42426"/>
                  </a:lnTo>
                  <a:lnTo>
                    <a:pt x="8420011" y="42426"/>
                  </a:lnTo>
                  <a:lnTo>
                    <a:pt x="8420011" y="42426"/>
                  </a:lnTo>
                  <a:lnTo>
                    <a:pt x="8415020" y="42426"/>
                  </a:lnTo>
                  <a:lnTo>
                    <a:pt x="8415020" y="48253"/>
                  </a:lnTo>
                  <a:lnTo>
                    <a:pt x="8410029" y="48253"/>
                  </a:lnTo>
                  <a:lnTo>
                    <a:pt x="8410029" y="48253"/>
                  </a:lnTo>
                  <a:lnTo>
                    <a:pt x="8405037" y="48253"/>
                  </a:lnTo>
                  <a:lnTo>
                    <a:pt x="8405037" y="48253"/>
                  </a:lnTo>
                  <a:lnTo>
                    <a:pt x="8395055" y="48253"/>
                  </a:lnTo>
                  <a:lnTo>
                    <a:pt x="8395055" y="48253"/>
                  </a:lnTo>
                  <a:lnTo>
                    <a:pt x="8390064" y="48253"/>
                  </a:lnTo>
                  <a:lnTo>
                    <a:pt x="8390064" y="48253"/>
                  </a:lnTo>
                  <a:lnTo>
                    <a:pt x="8380082" y="48253"/>
                  </a:lnTo>
                  <a:lnTo>
                    <a:pt x="8380082" y="48253"/>
                  </a:lnTo>
                  <a:lnTo>
                    <a:pt x="8375091" y="48253"/>
                  </a:lnTo>
                  <a:lnTo>
                    <a:pt x="8375091" y="48253"/>
                  </a:lnTo>
                  <a:lnTo>
                    <a:pt x="8370100" y="48253"/>
                  </a:lnTo>
                  <a:lnTo>
                    <a:pt x="8370100" y="48253"/>
                  </a:lnTo>
                  <a:lnTo>
                    <a:pt x="8365108" y="48253"/>
                  </a:lnTo>
                  <a:lnTo>
                    <a:pt x="8365108" y="48253"/>
                  </a:lnTo>
                  <a:lnTo>
                    <a:pt x="8360117" y="48253"/>
                  </a:lnTo>
                  <a:lnTo>
                    <a:pt x="8360117" y="48253"/>
                  </a:lnTo>
                  <a:lnTo>
                    <a:pt x="8355126" y="48253"/>
                  </a:lnTo>
                  <a:lnTo>
                    <a:pt x="8355126" y="48253"/>
                  </a:lnTo>
                  <a:lnTo>
                    <a:pt x="8350135" y="48253"/>
                  </a:lnTo>
                  <a:lnTo>
                    <a:pt x="8350135" y="48253"/>
                  </a:lnTo>
                  <a:lnTo>
                    <a:pt x="8345144" y="48253"/>
                  </a:lnTo>
                  <a:lnTo>
                    <a:pt x="8345144" y="48253"/>
                  </a:lnTo>
                  <a:lnTo>
                    <a:pt x="8340153" y="48253"/>
                  </a:lnTo>
                  <a:lnTo>
                    <a:pt x="8340153" y="48253"/>
                  </a:lnTo>
                  <a:lnTo>
                    <a:pt x="8335162" y="48253"/>
                  </a:lnTo>
                  <a:lnTo>
                    <a:pt x="8335162" y="54002"/>
                  </a:lnTo>
                  <a:lnTo>
                    <a:pt x="8325180" y="54002"/>
                  </a:lnTo>
                  <a:lnTo>
                    <a:pt x="8325180" y="54002"/>
                  </a:lnTo>
                  <a:lnTo>
                    <a:pt x="8320188" y="54002"/>
                  </a:lnTo>
                  <a:lnTo>
                    <a:pt x="8320188" y="54002"/>
                  </a:lnTo>
                  <a:lnTo>
                    <a:pt x="8315197" y="54002"/>
                  </a:lnTo>
                  <a:lnTo>
                    <a:pt x="8315197" y="54002"/>
                  </a:lnTo>
                  <a:lnTo>
                    <a:pt x="8310206" y="54002"/>
                  </a:lnTo>
                  <a:lnTo>
                    <a:pt x="8310206" y="54002"/>
                  </a:lnTo>
                  <a:lnTo>
                    <a:pt x="8305215" y="54002"/>
                  </a:lnTo>
                  <a:lnTo>
                    <a:pt x="8305215" y="54002"/>
                  </a:lnTo>
                  <a:lnTo>
                    <a:pt x="8300224" y="54002"/>
                  </a:lnTo>
                  <a:lnTo>
                    <a:pt x="8300224" y="54002"/>
                  </a:lnTo>
                  <a:lnTo>
                    <a:pt x="8290242" y="54002"/>
                  </a:lnTo>
                  <a:lnTo>
                    <a:pt x="8290242" y="54002"/>
                  </a:lnTo>
                  <a:lnTo>
                    <a:pt x="8285251" y="54002"/>
                  </a:lnTo>
                  <a:lnTo>
                    <a:pt x="8285251" y="54002"/>
                  </a:lnTo>
                  <a:lnTo>
                    <a:pt x="8280260" y="54002"/>
                  </a:lnTo>
                  <a:lnTo>
                    <a:pt x="8280260" y="54002"/>
                  </a:lnTo>
                  <a:lnTo>
                    <a:pt x="8275268" y="54002"/>
                  </a:lnTo>
                  <a:lnTo>
                    <a:pt x="8275268" y="54002"/>
                  </a:lnTo>
                  <a:lnTo>
                    <a:pt x="8270277" y="54002"/>
                  </a:lnTo>
                  <a:lnTo>
                    <a:pt x="8270277" y="54002"/>
                  </a:lnTo>
                  <a:lnTo>
                    <a:pt x="8265286" y="54002"/>
                  </a:lnTo>
                  <a:lnTo>
                    <a:pt x="8265286" y="54002"/>
                  </a:lnTo>
                  <a:lnTo>
                    <a:pt x="8260295" y="54002"/>
                  </a:lnTo>
                  <a:lnTo>
                    <a:pt x="8260295" y="54002"/>
                  </a:lnTo>
                  <a:lnTo>
                    <a:pt x="8250313" y="54002"/>
                  </a:lnTo>
                  <a:lnTo>
                    <a:pt x="8250313" y="54002"/>
                  </a:lnTo>
                  <a:lnTo>
                    <a:pt x="8245322" y="54002"/>
                  </a:lnTo>
                  <a:lnTo>
                    <a:pt x="8245322" y="54002"/>
                  </a:lnTo>
                  <a:lnTo>
                    <a:pt x="8240331" y="54002"/>
                  </a:lnTo>
                  <a:lnTo>
                    <a:pt x="8240331" y="54002"/>
                  </a:lnTo>
                  <a:lnTo>
                    <a:pt x="8235339" y="54002"/>
                  </a:lnTo>
                  <a:lnTo>
                    <a:pt x="8235339" y="54002"/>
                  </a:lnTo>
                  <a:lnTo>
                    <a:pt x="8230348" y="54002"/>
                  </a:lnTo>
                  <a:lnTo>
                    <a:pt x="8230348" y="54002"/>
                  </a:lnTo>
                  <a:lnTo>
                    <a:pt x="8225357" y="54002"/>
                  </a:lnTo>
                  <a:lnTo>
                    <a:pt x="8225357" y="59699"/>
                  </a:lnTo>
                  <a:lnTo>
                    <a:pt x="8220366" y="59699"/>
                  </a:lnTo>
                  <a:lnTo>
                    <a:pt x="8220366" y="59699"/>
                  </a:lnTo>
                  <a:lnTo>
                    <a:pt x="8215375" y="59699"/>
                  </a:lnTo>
                  <a:lnTo>
                    <a:pt x="8215375" y="59699"/>
                  </a:lnTo>
                  <a:lnTo>
                    <a:pt x="8205393" y="59699"/>
                  </a:lnTo>
                  <a:lnTo>
                    <a:pt x="8205393" y="59699"/>
                  </a:lnTo>
                  <a:lnTo>
                    <a:pt x="8200402" y="59699"/>
                  </a:lnTo>
                  <a:lnTo>
                    <a:pt x="8200402" y="59699"/>
                  </a:lnTo>
                  <a:lnTo>
                    <a:pt x="8195411" y="59699"/>
                  </a:lnTo>
                  <a:lnTo>
                    <a:pt x="8195411" y="65384"/>
                  </a:lnTo>
                  <a:lnTo>
                    <a:pt x="8190419" y="65384"/>
                  </a:lnTo>
                  <a:lnTo>
                    <a:pt x="8190419" y="65384"/>
                  </a:lnTo>
                  <a:lnTo>
                    <a:pt x="8180437" y="65384"/>
                  </a:lnTo>
                  <a:lnTo>
                    <a:pt x="8180437" y="65384"/>
                  </a:lnTo>
                  <a:lnTo>
                    <a:pt x="8175446" y="65384"/>
                  </a:lnTo>
                  <a:lnTo>
                    <a:pt x="8175446" y="65384"/>
                  </a:lnTo>
                  <a:lnTo>
                    <a:pt x="8165464" y="65384"/>
                  </a:lnTo>
                  <a:lnTo>
                    <a:pt x="8165464" y="65384"/>
                  </a:lnTo>
                  <a:lnTo>
                    <a:pt x="8160473" y="65384"/>
                  </a:lnTo>
                  <a:lnTo>
                    <a:pt x="8160473" y="71056"/>
                  </a:lnTo>
                  <a:lnTo>
                    <a:pt x="8155482" y="71056"/>
                  </a:lnTo>
                  <a:lnTo>
                    <a:pt x="8155482" y="71056"/>
                  </a:lnTo>
                  <a:lnTo>
                    <a:pt x="8145499" y="71056"/>
                  </a:lnTo>
                  <a:lnTo>
                    <a:pt x="8145499" y="71056"/>
                  </a:lnTo>
                  <a:lnTo>
                    <a:pt x="8140508" y="71056"/>
                  </a:lnTo>
                  <a:lnTo>
                    <a:pt x="8140508" y="71056"/>
                  </a:lnTo>
                  <a:lnTo>
                    <a:pt x="8135517" y="71056"/>
                  </a:lnTo>
                  <a:lnTo>
                    <a:pt x="8135517" y="71056"/>
                  </a:lnTo>
                  <a:lnTo>
                    <a:pt x="8130526" y="71056"/>
                  </a:lnTo>
                  <a:lnTo>
                    <a:pt x="8130526" y="76710"/>
                  </a:lnTo>
                  <a:lnTo>
                    <a:pt x="8125535" y="76710"/>
                  </a:lnTo>
                  <a:lnTo>
                    <a:pt x="8125535" y="76710"/>
                  </a:lnTo>
                  <a:lnTo>
                    <a:pt x="8115553" y="76710"/>
                  </a:lnTo>
                  <a:lnTo>
                    <a:pt x="8115553" y="76710"/>
                  </a:lnTo>
                  <a:lnTo>
                    <a:pt x="8110562" y="76710"/>
                  </a:lnTo>
                  <a:lnTo>
                    <a:pt x="8110562" y="76710"/>
                  </a:lnTo>
                  <a:lnTo>
                    <a:pt x="8105570" y="76710"/>
                  </a:lnTo>
                  <a:lnTo>
                    <a:pt x="8105570" y="76710"/>
                  </a:lnTo>
                  <a:lnTo>
                    <a:pt x="8095588" y="76710"/>
                  </a:lnTo>
                  <a:lnTo>
                    <a:pt x="8095588" y="82323"/>
                  </a:lnTo>
                  <a:lnTo>
                    <a:pt x="8090597" y="82323"/>
                  </a:lnTo>
                  <a:lnTo>
                    <a:pt x="8090597" y="82323"/>
                  </a:lnTo>
                  <a:lnTo>
                    <a:pt x="8085606" y="82323"/>
                  </a:lnTo>
                  <a:lnTo>
                    <a:pt x="8085606" y="82323"/>
                  </a:lnTo>
                  <a:lnTo>
                    <a:pt x="8080615" y="82323"/>
                  </a:lnTo>
                  <a:lnTo>
                    <a:pt x="8080615" y="82323"/>
                  </a:lnTo>
                  <a:lnTo>
                    <a:pt x="8075624" y="82323"/>
                  </a:lnTo>
                  <a:lnTo>
                    <a:pt x="8075624" y="82323"/>
                  </a:lnTo>
                  <a:lnTo>
                    <a:pt x="8070633" y="82323"/>
                  </a:lnTo>
                  <a:lnTo>
                    <a:pt x="8070633" y="82323"/>
                  </a:lnTo>
                  <a:lnTo>
                    <a:pt x="8060650" y="82323"/>
                  </a:lnTo>
                  <a:lnTo>
                    <a:pt x="8060650" y="82323"/>
                  </a:lnTo>
                  <a:lnTo>
                    <a:pt x="8055659" y="82323"/>
                  </a:lnTo>
                  <a:lnTo>
                    <a:pt x="8055659" y="82323"/>
                  </a:lnTo>
                  <a:lnTo>
                    <a:pt x="8045677" y="82323"/>
                  </a:lnTo>
                  <a:lnTo>
                    <a:pt x="8045677" y="82323"/>
                  </a:lnTo>
                  <a:lnTo>
                    <a:pt x="8040686" y="82323"/>
                  </a:lnTo>
                  <a:lnTo>
                    <a:pt x="8040686" y="82323"/>
                  </a:lnTo>
                  <a:lnTo>
                    <a:pt x="8035695" y="82323"/>
                  </a:lnTo>
                  <a:lnTo>
                    <a:pt x="8035695" y="82323"/>
                  </a:lnTo>
                  <a:lnTo>
                    <a:pt x="8030704" y="82323"/>
                  </a:lnTo>
                  <a:lnTo>
                    <a:pt x="8030704" y="82323"/>
                  </a:lnTo>
                  <a:lnTo>
                    <a:pt x="8025713" y="82323"/>
                  </a:lnTo>
                  <a:lnTo>
                    <a:pt x="8025713" y="82323"/>
                  </a:lnTo>
                  <a:lnTo>
                    <a:pt x="8020722" y="82323"/>
                  </a:lnTo>
                  <a:lnTo>
                    <a:pt x="8020722" y="82323"/>
                  </a:lnTo>
                  <a:lnTo>
                    <a:pt x="8015730" y="82323"/>
                  </a:lnTo>
                  <a:lnTo>
                    <a:pt x="8015730" y="82323"/>
                  </a:lnTo>
                  <a:lnTo>
                    <a:pt x="8010739" y="82323"/>
                  </a:lnTo>
                  <a:lnTo>
                    <a:pt x="8010739" y="82323"/>
                  </a:lnTo>
                  <a:lnTo>
                    <a:pt x="8005748" y="82323"/>
                  </a:lnTo>
                  <a:lnTo>
                    <a:pt x="8005748" y="82323"/>
                  </a:lnTo>
                  <a:lnTo>
                    <a:pt x="8000757" y="82323"/>
                  </a:lnTo>
                  <a:lnTo>
                    <a:pt x="8000757" y="82323"/>
                  </a:lnTo>
                  <a:lnTo>
                    <a:pt x="7995766" y="82323"/>
                  </a:lnTo>
                  <a:lnTo>
                    <a:pt x="7995766" y="82323"/>
                  </a:lnTo>
                  <a:lnTo>
                    <a:pt x="7990775" y="82323"/>
                  </a:lnTo>
                  <a:lnTo>
                    <a:pt x="7990775" y="87860"/>
                  </a:lnTo>
                  <a:lnTo>
                    <a:pt x="7985784" y="87860"/>
                  </a:lnTo>
                  <a:lnTo>
                    <a:pt x="7985784" y="87860"/>
                  </a:lnTo>
                  <a:lnTo>
                    <a:pt x="7980793" y="87860"/>
                  </a:lnTo>
                  <a:lnTo>
                    <a:pt x="7980793" y="87860"/>
                  </a:lnTo>
                  <a:lnTo>
                    <a:pt x="7970810" y="87860"/>
                  </a:lnTo>
                  <a:lnTo>
                    <a:pt x="7970810" y="87860"/>
                  </a:lnTo>
                  <a:lnTo>
                    <a:pt x="7965819" y="87860"/>
                  </a:lnTo>
                  <a:lnTo>
                    <a:pt x="7965819" y="87860"/>
                  </a:lnTo>
                  <a:lnTo>
                    <a:pt x="7960828" y="87860"/>
                  </a:lnTo>
                  <a:lnTo>
                    <a:pt x="7960828" y="87860"/>
                  </a:lnTo>
                  <a:lnTo>
                    <a:pt x="7955837" y="87860"/>
                  </a:lnTo>
                  <a:lnTo>
                    <a:pt x="7955837" y="87860"/>
                  </a:lnTo>
                  <a:lnTo>
                    <a:pt x="7950846" y="87860"/>
                  </a:lnTo>
                  <a:lnTo>
                    <a:pt x="7950846" y="87860"/>
                  </a:lnTo>
                  <a:lnTo>
                    <a:pt x="7945855" y="87860"/>
                  </a:lnTo>
                  <a:lnTo>
                    <a:pt x="7945855" y="93359"/>
                  </a:lnTo>
                  <a:lnTo>
                    <a:pt x="7940864" y="93359"/>
                  </a:lnTo>
                  <a:lnTo>
                    <a:pt x="7940864" y="93359"/>
                  </a:lnTo>
                  <a:lnTo>
                    <a:pt x="7930881" y="93359"/>
                  </a:lnTo>
                  <a:lnTo>
                    <a:pt x="7930881" y="93359"/>
                  </a:lnTo>
                  <a:lnTo>
                    <a:pt x="7925890" y="93359"/>
                  </a:lnTo>
                  <a:lnTo>
                    <a:pt x="7925890" y="93359"/>
                  </a:lnTo>
                  <a:lnTo>
                    <a:pt x="7915908" y="93359"/>
                  </a:lnTo>
                  <a:lnTo>
                    <a:pt x="7915908" y="93359"/>
                  </a:lnTo>
                  <a:lnTo>
                    <a:pt x="7910917" y="93359"/>
                  </a:lnTo>
                  <a:lnTo>
                    <a:pt x="7910917" y="93359"/>
                  </a:lnTo>
                  <a:lnTo>
                    <a:pt x="7905926" y="93359"/>
                  </a:lnTo>
                  <a:lnTo>
                    <a:pt x="7905926" y="93359"/>
                  </a:lnTo>
                  <a:lnTo>
                    <a:pt x="7900935" y="93359"/>
                  </a:lnTo>
                  <a:lnTo>
                    <a:pt x="7900935" y="93359"/>
                  </a:lnTo>
                  <a:lnTo>
                    <a:pt x="7895944" y="93359"/>
                  </a:lnTo>
                  <a:lnTo>
                    <a:pt x="7895944" y="93359"/>
                  </a:lnTo>
                  <a:lnTo>
                    <a:pt x="7890953" y="93359"/>
                  </a:lnTo>
                  <a:lnTo>
                    <a:pt x="7890953" y="93359"/>
                  </a:lnTo>
                  <a:lnTo>
                    <a:pt x="7880970" y="93359"/>
                  </a:lnTo>
                  <a:lnTo>
                    <a:pt x="7880970" y="98809"/>
                  </a:lnTo>
                  <a:lnTo>
                    <a:pt x="7875979" y="98809"/>
                  </a:lnTo>
                  <a:lnTo>
                    <a:pt x="7875979" y="104255"/>
                  </a:lnTo>
                  <a:lnTo>
                    <a:pt x="7870988" y="104255"/>
                  </a:lnTo>
                  <a:lnTo>
                    <a:pt x="7870988" y="115138"/>
                  </a:lnTo>
                  <a:lnTo>
                    <a:pt x="7865997" y="115138"/>
                  </a:lnTo>
                  <a:lnTo>
                    <a:pt x="7865997" y="115138"/>
                  </a:lnTo>
                  <a:lnTo>
                    <a:pt x="7856015" y="115138"/>
                  </a:lnTo>
                  <a:lnTo>
                    <a:pt x="7856015" y="115138"/>
                  </a:lnTo>
                  <a:lnTo>
                    <a:pt x="7851024" y="115138"/>
                  </a:lnTo>
                  <a:lnTo>
                    <a:pt x="7851024" y="115138"/>
                  </a:lnTo>
                  <a:lnTo>
                    <a:pt x="7846033" y="115138"/>
                  </a:lnTo>
                  <a:lnTo>
                    <a:pt x="7846033" y="120563"/>
                  </a:lnTo>
                  <a:lnTo>
                    <a:pt x="7841041" y="120563"/>
                  </a:lnTo>
                  <a:lnTo>
                    <a:pt x="7841041" y="120563"/>
                  </a:lnTo>
                  <a:lnTo>
                    <a:pt x="7831059" y="120563"/>
                  </a:lnTo>
                  <a:lnTo>
                    <a:pt x="7831059" y="125978"/>
                  </a:lnTo>
                  <a:lnTo>
                    <a:pt x="7826068" y="125978"/>
                  </a:lnTo>
                  <a:lnTo>
                    <a:pt x="7826068" y="125978"/>
                  </a:lnTo>
                  <a:lnTo>
                    <a:pt x="7821077" y="125978"/>
                  </a:lnTo>
                  <a:lnTo>
                    <a:pt x="7821077" y="125978"/>
                  </a:lnTo>
                  <a:lnTo>
                    <a:pt x="7816086" y="125978"/>
                  </a:lnTo>
                  <a:lnTo>
                    <a:pt x="7816086" y="125978"/>
                  </a:lnTo>
                  <a:lnTo>
                    <a:pt x="7811095" y="125978"/>
                  </a:lnTo>
                  <a:lnTo>
                    <a:pt x="7811095" y="131375"/>
                  </a:lnTo>
                  <a:lnTo>
                    <a:pt x="7806104" y="131375"/>
                  </a:lnTo>
                  <a:lnTo>
                    <a:pt x="7806104" y="131375"/>
                  </a:lnTo>
                  <a:lnTo>
                    <a:pt x="7801112" y="131375"/>
                  </a:lnTo>
                  <a:lnTo>
                    <a:pt x="7801112" y="131375"/>
                  </a:lnTo>
                  <a:lnTo>
                    <a:pt x="7796121" y="131375"/>
                  </a:lnTo>
                  <a:lnTo>
                    <a:pt x="7796121" y="136756"/>
                  </a:lnTo>
                  <a:lnTo>
                    <a:pt x="7791130" y="136756"/>
                  </a:lnTo>
                  <a:lnTo>
                    <a:pt x="7791130" y="136756"/>
                  </a:lnTo>
                  <a:lnTo>
                    <a:pt x="7786139" y="136756"/>
                  </a:lnTo>
                  <a:lnTo>
                    <a:pt x="7786139" y="136756"/>
                  </a:lnTo>
                  <a:lnTo>
                    <a:pt x="7781148" y="136756"/>
                  </a:lnTo>
                  <a:lnTo>
                    <a:pt x="7781148" y="136756"/>
                  </a:lnTo>
                  <a:lnTo>
                    <a:pt x="7776157" y="136756"/>
                  </a:lnTo>
                  <a:lnTo>
                    <a:pt x="7776157" y="136756"/>
                  </a:lnTo>
                  <a:lnTo>
                    <a:pt x="7771166" y="136756"/>
                  </a:lnTo>
                  <a:lnTo>
                    <a:pt x="7771166" y="136756"/>
                  </a:lnTo>
                  <a:lnTo>
                    <a:pt x="7766175" y="136756"/>
                  </a:lnTo>
                  <a:lnTo>
                    <a:pt x="7766175" y="136756"/>
                  </a:lnTo>
                  <a:lnTo>
                    <a:pt x="7761184" y="136756"/>
                  </a:lnTo>
                  <a:lnTo>
                    <a:pt x="7761184" y="136756"/>
                  </a:lnTo>
                  <a:lnTo>
                    <a:pt x="7751201" y="136756"/>
                  </a:lnTo>
                  <a:lnTo>
                    <a:pt x="7751201" y="136756"/>
                  </a:lnTo>
                  <a:lnTo>
                    <a:pt x="7746210" y="136756"/>
                  </a:lnTo>
                  <a:lnTo>
                    <a:pt x="7746210" y="136756"/>
                  </a:lnTo>
                  <a:lnTo>
                    <a:pt x="7741219" y="136756"/>
                  </a:lnTo>
                  <a:lnTo>
                    <a:pt x="7741219" y="136756"/>
                  </a:lnTo>
                  <a:lnTo>
                    <a:pt x="7736228" y="136756"/>
                  </a:lnTo>
                  <a:lnTo>
                    <a:pt x="7736228" y="136756"/>
                  </a:lnTo>
                  <a:lnTo>
                    <a:pt x="7731237" y="136756"/>
                  </a:lnTo>
                  <a:lnTo>
                    <a:pt x="7731237" y="136756"/>
                  </a:lnTo>
                  <a:lnTo>
                    <a:pt x="7726246" y="136756"/>
                  </a:lnTo>
                  <a:lnTo>
                    <a:pt x="7726246" y="142066"/>
                  </a:lnTo>
                  <a:lnTo>
                    <a:pt x="7721255" y="142066"/>
                  </a:lnTo>
                  <a:lnTo>
                    <a:pt x="7721255" y="142066"/>
                  </a:lnTo>
                  <a:lnTo>
                    <a:pt x="7711272" y="142066"/>
                  </a:lnTo>
                  <a:lnTo>
                    <a:pt x="7711272" y="142066"/>
                  </a:lnTo>
                  <a:lnTo>
                    <a:pt x="7706281" y="142066"/>
                  </a:lnTo>
                  <a:lnTo>
                    <a:pt x="7706281" y="142066"/>
                  </a:lnTo>
                  <a:lnTo>
                    <a:pt x="7701290" y="142066"/>
                  </a:lnTo>
                  <a:lnTo>
                    <a:pt x="7701290" y="142066"/>
                  </a:lnTo>
                  <a:lnTo>
                    <a:pt x="7696299" y="142066"/>
                  </a:lnTo>
                  <a:lnTo>
                    <a:pt x="7696299" y="142066"/>
                  </a:lnTo>
                  <a:lnTo>
                    <a:pt x="7691308" y="142066"/>
                  </a:lnTo>
                  <a:lnTo>
                    <a:pt x="7691308" y="142066"/>
                  </a:lnTo>
                  <a:lnTo>
                    <a:pt x="7686317" y="142066"/>
                  </a:lnTo>
                  <a:lnTo>
                    <a:pt x="7686317" y="142066"/>
                  </a:lnTo>
                  <a:lnTo>
                    <a:pt x="7681326" y="142066"/>
                  </a:lnTo>
                  <a:lnTo>
                    <a:pt x="7681326" y="142066"/>
                  </a:lnTo>
                  <a:lnTo>
                    <a:pt x="7676335" y="142066"/>
                  </a:lnTo>
                  <a:lnTo>
                    <a:pt x="7676335" y="142066"/>
                  </a:lnTo>
                  <a:lnTo>
                    <a:pt x="7671343" y="142066"/>
                  </a:lnTo>
                  <a:lnTo>
                    <a:pt x="7671343" y="147325"/>
                  </a:lnTo>
                  <a:lnTo>
                    <a:pt x="7666352" y="147325"/>
                  </a:lnTo>
                  <a:lnTo>
                    <a:pt x="7666352" y="147325"/>
                  </a:lnTo>
                  <a:lnTo>
                    <a:pt x="7661361" y="147325"/>
                  </a:lnTo>
                  <a:lnTo>
                    <a:pt x="7661361" y="147325"/>
                  </a:lnTo>
                  <a:lnTo>
                    <a:pt x="7656370" y="147325"/>
                  </a:lnTo>
                  <a:lnTo>
                    <a:pt x="7656370" y="147325"/>
                  </a:lnTo>
                  <a:lnTo>
                    <a:pt x="7651379" y="147325"/>
                  </a:lnTo>
                  <a:lnTo>
                    <a:pt x="7651379" y="147325"/>
                  </a:lnTo>
                  <a:lnTo>
                    <a:pt x="7646388" y="147325"/>
                  </a:lnTo>
                  <a:lnTo>
                    <a:pt x="7646388" y="147325"/>
                  </a:lnTo>
                  <a:lnTo>
                    <a:pt x="7636406" y="147325"/>
                  </a:lnTo>
                  <a:lnTo>
                    <a:pt x="7636406" y="147325"/>
                  </a:lnTo>
                  <a:lnTo>
                    <a:pt x="7631415" y="147325"/>
                  </a:lnTo>
                  <a:lnTo>
                    <a:pt x="7631415" y="147325"/>
                  </a:lnTo>
                  <a:lnTo>
                    <a:pt x="7626423" y="147325"/>
                  </a:lnTo>
                  <a:lnTo>
                    <a:pt x="7626423" y="147325"/>
                  </a:lnTo>
                  <a:lnTo>
                    <a:pt x="7621432" y="147325"/>
                  </a:lnTo>
                  <a:lnTo>
                    <a:pt x="7621432" y="147325"/>
                  </a:lnTo>
                  <a:lnTo>
                    <a:pt x="7616441" y="147325"/>
                  </a:lnTo>
                  <a:lnTo>
                    <a:pt x="7616441" y="147325"/>
                  </a:lnTo>
                  <a:lnTo>
                    <a:pt x="7611450" y="147325"/>
                  </a:lnTo>
                  <a:lnTo>
                    <a:pt x="7611450" y="147325"/>
                  </a:lnTo>
                  <a:lnTo>
                    <a:pt x="7606459" y="147325"/>
                  </a:lnTo>
                  <a:lnTo>
                    <a:pt x="7606459" y="147325"/>
                  </a:lnTo>
                  <a:lnTo>
                    <a:pt x="7601468" y="147325"/>
                  </a:lnTo>
                  <a:lnTo>
                    <a:pt x="7601468" y="152526"/>
                  </a:lnTo>
                  <a:lnTo>
                    <a:pt x="7596477" y="152526"/>
                  </a:lnTo>
                  <a:lnTo>
                    <a:pt x="7596477" y="152526"/>
                  </a:lnTo>
                  <a:lnTo>
                    <a:pt x="7591486" y="152526"/>
                  </a:lnTo>
                  <a:lnTo>
                    <a:pt x="7591486" y="152526"/>
                  </a:lnTo>
                  <a:lnTo>
                    <a:pt x="7586495" y="152526"/>
                  </a:lnTo>
                  <a:lnTo>
                    <a:pt x="7586495" y="152526"/>
                  </a:lnTo>
                  <a:lnTo>
                    <a:pt x="7581503" y="152526"/>
                  </a:lnTo>
                  <a:lnTo>
                    <a:pt x="7581503" y="152526"/>
                  </a:lnTo>
                  <a:lnTo>
                    <a:pt x="7576512" y="152526"/>
                  </a:lnTo>
                  <a:lnTo>
                    <a:pt x="7576512" y="152526"/>
                  </a:lnTo>
                  <a:lnTo>
                    <a:pt x="7571521" y="152526"/>
                  </a:lnTo>
                  <a:lnTo>
                    <a:pt x="7571521" y="152526"/>
                  </a:lnTo>
                  <a:lnTo>
                    <a:pt x="7566530" y="152526"/>
                  </a:lnTo>
                  <a:lnTo>
                    <a:pt x="7566530" y="152526"/>
                  </a:lnTo>
                  <a:lnTo>
                    <a:pt x="7561539" y="152526"/>
                  </a:lnTo>
                  <a:lnTo>
                    <a:pt x="7561539" y="152526"/>
                  </a:lnTo>
                  <a:lnTo>
                    <a:pt x="7551557" y="152526"/>
                  </a:lnTo>
                  <a:lnTo>
                    <a:pt x="7551557" y="157695"/>
                  </a:lnTo>
                  <a:lnTo>
                    <a:pt x="7546566" y="157695"/>
                  </a:lnTo>
                  <a:lnTo>
                    <a:pt x="7546566" y="157695"/>
                  </a:lnTo>
                  <a:lnTo>
                    <a:pt x="7541574" y="157695"/>
                  </a:lnTo>
                  <a:lnTo>
                    <a:pt x="7541574" y="157695"/>
                  </a:lnTo>
                  <a:lnTo>
                    <a:pt x="7536583" y="157695"/>
                  </a:lnTo>
                  <a:lnTo>
                    <a:pt x="7536583" y="157695"/>
                  </a:lnTo>
                  <a:lnTo>
                    <a:pt x="7531592" y="157695"/>
                  </a:lnTo>
                  <a:lnTo>
                    <a:pt x="7531592" y="157695"/>
                  </a:lnTo>
                  <a:lnTo>
                    <a:pt x="7526601" y="157695"/>
                  </a:lnTo>
                  <a:lnTo>
                    <a:pt x="7526601" y="157695"/>
                  </a:lnTo>
                  <a:lnTo>
                    <a:pt x="7521610" y="157695"/>
                  </a:lnTo>
                  <a:lnTo>
                    <a:pt x="7521610" y="162843"/>
                  </a:lnTo>
                  <a:lnTo>
                    <a:pt x="7516619" y="162843"/>
                  </a:lnTo>
                  <a:lnTo>
                    <a:pt x="7516619" y="162843"/>
                  </a:lnTo>
                  <a:lnTo>
                    <a:pt x="7511628" y="162843"/>
                  </a:lnTo>
                  <a:lnTo>
                    <a:pt x="7511628" y="162843"/>
                  </a:lnTo>
                  <a:lnTo>
                    <a:pt x="7506637" y="162843"/>
                  </a:lnTo>
                  <a:lnTo>
                    <a:pt x="7506637" y="162843"/>
                  </a:lnTo>
                  <a:lnTo>
                    <a:pt x="7501646" y="162843"/>
                  </a:lnTo>
                  <a:lnTo>
                    <a:pt x="7501646" y="162843"/>
                  </a:lnTo>
                  <a:lnTo>
                    <a:pt x="7496654" y="162843"/>
                  </a:lnTo>
                  <a:lnTo>
                    <a:pt x="7496654" y="173068"/>
                  </a:lnTo>
                  <a:lnTo>
                    <a:pt x="7491663" y="173068"/>
                  </a:lnTo>
                  <a:lnTo>
                    <a:pt x="7491663" y="173068"/>
                  </a:lnTo>
                  <a:lnTo>
                    <a:pt x="7486672" y="173068"/>
                  </a:lnTo>
                  <a:lnTo>
                    <a:pt x="7486672" y="178167"/>
                  </a:lnTo>
                  <a:lnTo>
                    <a:pt x="7481681" y="178167"/>
                  </a:lnTo>
                  <a:lnTo>
                    <a:pt x="7481681" y="178167"/>
                  </a:lnTo>
                  <a:lnTo>
                    <a:pt x="7476690" y="178167"/>
                  </a:lnTo>
                  <a:lnTo>
                    <a:pt x="7476690" y="178167"/>
                  </a:lnTo>
                  <a:lnTo>
                    <a:pt x="7471699" y="178167"/>
                  </a:lnTo>
                  <a:lnTo>
                    <a:pt x="7471699" y="178167"/>
                  </a:lnTo>
                  <a:lnTo>
                    <a:pt x="7466708" y="178167"/>
                  </a:lnTo>
                  <a:lnTo>
                    <a:pt x="7466708" y="178167"/>
                  </a:lnTo>
                  <a:lnTo>
                    <a:pt x="7461717" y="178167"/>
                  </a:lnTo>
                  <a:lnTo>
                    <a:pt x="7461717" y="178167"/>
                  </a:lnTo>
                  <a:lnTo>
                    <a:pt x="7456726" y="178167"/>
                  </a:lnTo>
                  <a:lnTo>
                    <a:pt x="7456726" y="178167"/>
                  </a:lnTo>
                  <a:lnTo>
                    <a:pt x="7451734" y="178167"/>
                  </a:lnTo>
                  <a:lnTo>
                    <a:pt x="7451734" y="178167"/>
                  </a:lnTo>
                  <a:lnTo>
                    <a:pt x="7446743" y="178167"/>
                  </a:lnTo>
                  <a:lnTo>
                    <a:pt x="7446743" y="178167"/>
                  </a:lnTo>
                  <a:lnTo>
                    <a:pt x="7441752" y="178167"/>
                  </a:lnTo>
                  <a:lnTo>
                    <a:pt x="7441752" y="178167"/>
                  </a:lnTo>
                  <a:lnTo>
                    <a:pt x="7436761" y="178167"/>
                  </a:lnTo>
                  <a:lnTo>
                    <a:pt x="7436761" y="178167"/>
                  </a:lnTo>
                  <a:lnTo>
                    <a:pt x="7426779" y="178167"/>
                  </a:lnTo>
                  <a:lnTo>
                    <a:pt x="7426779" y="183230"/>
                  </a:lnTo>
                  <a:lnTo>
                    <a:pt x="7421788" y="183230"/>
                  </a:lnTo>
                  <a:lnTo>
                    <a:pt x="7421788" y="183230"/>
                  </a:lnTo>
                  <a:lnTo>
                    <a:pt x="7406814" y="183230"/>
                  </a:lnTo>
                  <a:lnTo>
                    <a:pt x="7406814" y="183230"/>
                  </a:lnTo>
                  <a:lnTo>
                    <a:pt x="7401823" y="183230"/>
                  </a:lnTo>
                  <a:lnTo>
                    <a:pt x="7401823" y="183230"/>
                  </a:lnTo>
                  <a:lnTo>
                    <a:pt x="7396832" y="183230"/>
                  </a:lnTo>
                  <a:lnTo>
                    <a:pt x="7396832" y="183230"/>
                  </a:lnTo>
                  <a:lnTo>
                    <a:pt x="7391841" y="183230"/>
                  </a:lnTo>
                  <a:lnTo>
                    <a:pt x="7391841" y="183230"/>
                  </a:lnTo>
                  <a:lnTo>
                    <a:pt x="7386850" y="183230"/>
                  </a:lnTo>
                  <a:lnTo>
                    <a:pt x="7386850" y="183230"/>
                  </a:lnTo>
                  <a:lnTo>
                    <a:pt x="7381859" y="183230"/>
                  </a:lnTo>
                  <a:lnTo>
                    <a:pt x="7381859" y="183230"/>
                  </a:lnTo>
                  <a:lnTo>
                    <a:pt x="7376868" y="183230"/>
                  </a:lnTo>
                  <a:lnTo>
                    <a:pt x="7376868" y="183230"/>
                  </a:lnTo>
                  <a:lnTo>
                    <a:pt x="7371877" y="183230"/>
                  </a:lnTo>
                  <a:lnTo>
                    <a:pt x="7371877" y="183230"/>
                  </a:lnTo>
                  <a:lnTo>
                    <a:pt x="7366885" y="183230"/>
                  </a:lnTo>
                  <a:lnTo>
                    <a:pt x="7366885" y="183230"/>
                  </a:lnTo>
                  <a:lnTo>
                    <a:pt x="7361894" y="183230"/>
                  </a:lnTo>
                  <a:lnTo>
                    <a:pt x="7361894" y="183230"/>
                  </a:lnTo>
                  <a:lnTo>
                    <a:pt x="7356903" y="183230"/>
                  </a:lnTo>
                  <a:lnTo>
                    <a:pt x="7356903" y="193245"/>
                  </a:lnTo>
                  <a:lnTo>
                    <a:pt x="7351912" y="193245"/>
                  </a:lnTo>
                  <a:lnTo>
                    <a:pt x="7351912" y="198252"/>
                  </a:lnTo>
                  <a:lnTo>
                    <a:pt x="7346921" y="198252"/>
                  </a:lnTo>
                  <a:lnTo>
                    <a:pt x="7346921" y="203255"/>
                  </a:lnTo>
                  <a:lnTo>
                    <a:pt x="7336939" y="203255"/>
                  </a:lnTo>
                  <a:lnTo>
                    <a:pt x="7336939" y="203255"/>
                  </a:lnTo>
                  <a:lnTo>
                    <a:pt x="7331948" y="203255"/>
                  </a:lnTo>
                  <a:lnTo>
                    <a:pt x="7331948" y="203255"/>
                  </a:lnTo>
                  <a:lnTo>
                    <a:pt x="7326957" y="203255"/>
                  </a:lnTo>
                  <a:lnTo>
                    <a:pt x="7326957" y="203255"/>
                  </a:lnTo>
                  <a:lnTo>
                    <a:pt x="7321965" y="203255"/>
                  </a:lnTo>
                  <a:lnTo>
                    <a:pt x="7321965" y="203255"/>
                  </a:lnTo>
                  <a:lnTo>
                    <a:pt x="7316974" y="203255"/>
                  </a:lnTo>
                  <a:lnTo>
                    <a:pt x="7316974" y="203255"/>
                  </a:lnTo>
                  <a:lnTo>
                    <a:pt x="7311983" y="203255"/>
                  </a:lnTo>
                  <a:lnTo>
                    <a:pt x="7311983" y="203255"/>
                  </a:lnTo>
                  <a:lnTo>
                    <a:pt x="7302001" y="203255"/>
                  </a:lnTo>
                  <a:lnTo>
                    <a:pt x="7302001" y="203255"/>
                  </a:lnTo>
                  <a:lnTo>
                    <a:pt x="7297010" y="203255"/>
                  </a:lnTo>
                  <a:lnTo>
                    <a:pt x="7297010" y="203255"/>
                  </a:lnTo>
                  <a:lnTo>
                    <a:pt x="7292019" y="203255"/>
                  </a:lnTo>
                  <a:lnTo>
                    <a:pt x="7292019" y="203255"/>
                  </a:lnTo>
                  <a:lnTo>
                    <a:pt x="7287028" y="203255"/>
                  </a:lnTo>
                  <a:lnTo>
                    <a:pt x="7287028" y="203255"/>
                  </a:lnTo>
                  <a:lnTo>
                    <a:pt x="7277045" y="203255"/>
                  </a:lnTo>
                  <a:lnTo>
                    <a:pt x="7277045" y="208205"/>
                  </a:lnTo>
                  <a:lnTo>
                    <a:pt x="7272054" y="208205"/>
                  </a:lnTo>
                  <a:lnTo>
                    <a:pt x="7272054" y="208205"/>
                  </a:lnTo>
                  <a:lnTo>
                    <a:pt x="7267063" y="208205"/>
                  </a:lnTo>
                  <a:lnTo>
                    <a:pt x="7267063" y="208205"/>
                  </a:lnTo>
                  <a:lnTo>
                    <a:pt x="7262072" y="208205"/>
                  </a:lnTo>
                  <a:lnTo>
                    <a:pt x="7262072" y="208205"/>
                  </a:lnTo>
                  <a:lnTo>
                    <a:pt x="7257081" y="208205"/>
                  </a:lnTo>
                  <a:lnTo>
                    <a:pt x="7257081" y="208205"/>
                  </a:lnTo>
                  <a:lnTo>
                    <a:pt x="7252090" y="208205"/>
                  </a:lnTo>
                  <a:lnTo>
                    <a:pt x="7252090" y="208205"/>
                  </a:lnTo>
                  <a:lnTo>
                    <a:pt x="7247099" y="208205"/>
                  </a:lnTo>
                  <a:lnTo>
                    <a:pt x="7247099" y="218066"/>
                  </a:lnTo>
                  <a:lnTo>
                    <a:pt x="7242108" y="218066"/>
                  </a:lnTo>
                  <a:lnTo>
                    <a:pt x="7242108" y="218066"/>
                  </a:lnTo>
                  <a:lnTo>
                    <a:pt x="7237116" y="218066"/>
                  </a:lnTo>
                  <a:lnTo>
                    <a:pt x="7237116" y="218066"/>
                  </a:lnTo>
                  <a:lnTo>
                    <a:pt x="7232125" y="218066"/>
                  </a:lnTo>
                  <a:lnTo>
                    <a:pt x="7232125" y="218066"/>
                  </a:lnTo>
                  <a:lnTo>
                    <a:pt x="7227134" y="218066"/>
                  </a:lnTo>
                  <a:lnTo>
                    <a:pt x="7227134" y="218066"/>
                  </a:lnTo>
                  <a:lnTo>
                    <a:pt x="7222143" y="218066"/>
                  </a:lnTo>
                  <a:lnTo>
                    <a:pt x="7222143" y="218066"/>
                  </a:lnTo>
                  <a:lnTo>
                    <a:pt x="7217152" y="218066"/>
                  </a:lnTo>
                  <a:lnTo>
                    <a:pt x="7217152" y="218066"/>
                  </a:lnTo>
                  <a:lnTo>
                    <a:pt x="7212161" y="218066"/>
                  </a:lnTo>
                  <a:lnTo>
                    <a:pt x="7212161" y="218066"/>
                  </a:lnTo>
                  <a:lnTo>
                    <a:pt x="7207170" y="218066"/>
                  </a:lnTo>
                  <a:lnTo>
                    <a:pt x="7207170" y="218066"/>
                  </a:lnTo>
                  <a:lnTo>
                    <a:pt x="7202179" y="218066"/>
                  </a:lnTo>
                  <a:lnTo>
                    <a:pt x="7202179" y="218066"/>
                  </a:lnTo>
                  <a:lnTo>
                    <a:pt x="7197188" y="218066"/>
                  </a:lnTo>
                  <a:lnTo>
                    <a:pt x="7197188" y="218066"/>
                  </a:lnTo>
                  <a:lnTo>
                    <a:pt x="7192196" y="218066"/>
                  </a:lnTo>
                  <a:lnTo>
                    <a:pt x="7192196" y="218066"/>
                  </a:lnTo>
                  <a:lnTo>
                    <a:pt x="7187205" y="218066"/>
                  </a:lnTo>
                  <a:lnTo>
                    <a:pt x="7187205" y="218066"/>
                  </a:lnTo>
                  <a:lnTo>
                    <a:pt x="7182214" y="218066"/>
                  </a:lnTo>
                  <a:lnTo>
                    <a:pt x="7182214" y="222959"/>
                  </a:lnTo>
                  <a:lnTo>
                    <a:pt x="7177223" y="222959"/>
                  </a:lnTo>
                  <a:lnTo>
                    <a:pt x="7177223" y="222959"/>
                  </a:lnTo>
                  <a:lnTo>
                    <a:pt x="7172232" y="222959"/>
                  </a:lnTo>
                  <a:lnTo>
                    <a:pt x="7172232" y="222959"/>
                  </a:lnTo>
                  <a:lnTo>
                    <a:pt x="7162250" y="222959"/>
                  </a:lnTo>
                  <a:lnTo>
                    <a:pt x="7162250" y="222959"/>
                  </a:lnTo>
                  <a:lnTo>
                    <a:pt x="7157259" y="222959"/>
                  </a:lnTo>
                  <a:lnTo>
                    <a:pt x="7157259" y="227832"/>
                  </a:lnTo>
                  <a:lnTo>
                    <a:pt x="7152267" y="227832"/>
                  </a:lnTo>
                  <a:lnTo>
                    <a:pt x="7152267" y="237564"/>
                  </a:lnTo>
                  <a:lnTo>
                    <a:pt x="7147276" y="237564"/>
                  </a:lnTo>
                  <a:lnTo>
                    <a:pt x="7147276" y="242426"/>
                  </a:lnTo>
                  <a:lnTo>
                    <a:pt x="7142285" y="242426"/>
                  </a:lnTo>
                  <a:lnTo>
                    <a:pt x="7142285" y="242426"/>
                  </a:lnTo>
                  <a:lnTo>
                    <a:pt x="7137294" y="242426"/>
                  </a:lnTo>
                  <a:lnTo>
                    <a:pt x="7137294" y="242426"/>
                  </a:lnTo>
                  <a:lnTo>
                    <a:pt x="7132303" y="242426"/>
                  </a:lnTo>
                  <a:lnTo>
                    <a:pt x="7132303" y="242426"/>
                  </a:lnTo>
                  <a:lnTo>
                    <a:pt x="7127312" y="242426"/>
                  </a:lnTo>
                  <a:lnTo>
                    <a:pt x="7127312" y="242426"/>
                  </a:lnTo>
                  <a:lnTo>
                    <a:pt x="7122321" y="242426"/>
                  </a:lnTo>
                  <a:lnTo>
                    <a:pt x="7122321" y="247274"/>
                  </a:lnTo>
                  <a:lnTo>
                    <a:pt x="7107347" y="247274"/>
                  </a:lnTo>
                  <a:lnTo>
                    <a:pt x="7107347" y="247274"/>
                  </a:lnTo>
                  <a:lnTo>
                    <a:pt x="7102356" y="247274"/>
                  </a:lnTo>
                  <a:lnTo>
                    <a:pt x="7102356" y="247274"/>
                  </a:lnTo>
                  <a:lnTo>
                    <a:pt x="7097365" y="247274"/>
                  </a:lnTo>
                  <a:lnTo>
                    <a:pt x="7097365" y="247274"/>
                  </a:lnTo>
                  <a:lnTo>
                    <a:pt x="7092374" y="247274"/>
                  </a:lnTo>
                  <a:lnTo>
                    <a:pt x="7092374" y="247274"/>
                  </a:lnTo>
                  <a:lnTo>
                    <a:pt x="7087383" y="247274"/>
                  </a:lnTo>
                  <a:lnTo>
                    <a:pt x="7087383" y="247274"/>
                  </a:lnTo>
                  <a:lnTo>
                    <a:pt x="7082392" y="247274"/>
                  </a:lnTo>
                  <a:lnTo>
                    <a:pt x="7082392" y="247274"/>
                  </a:lnTo>
                  <a:lnTo>
                    <a:pt x="7077401" y="247274"/>
                  </a:lnTo>
                  <a:lnTo>
                    <a:pt x="7077401" y="247274"/>
                  </a:lnTo>
                  <a:lnTo>
                    <a:pt x="7072410" y="247274"/>
                  </a:lnTo>
                  <a:lnTo>
                    <a:pt x="7072410" y="247274"/>
                  </a:lnTo>
                  <a:lnTo>
                    <a:pt x="7067419" y="247274"/>
                  </a:lnTo>
                  <a:lnTo>
                    <a:pt x="7067419" y="247274"/>
                  </a:lnTo>
                  <a:lnTo>
                    <a:pt x="7062427" y="247274"/>
                  </a:lnTo>
                  <a:lnTo>
                    <a:pt x="7062427" y="252094"/>
                  </a:lnTo>
                  <a:lnTo>
                    <a:pt x="7057436" y="252094"/>
                  </a:lnTo>
                  <a:lnTo>
                    <a:pt x="7057436" y="256910"/>
                  </a:lnTo>
                  <a:lnTo>
                    <a:pt x="7052445" y="256910"/>
                  </a:lnTo>
                  <a:lnTo>
                    <a:pt x="7052445" y="256910"/>
                  </a:lnTo>
                  <a:lnTo>
                    <a:pt x="7047454" y="256910"/>
                  </a:lnTo>
                  <a:lnTo>
                    <a:pt x="7047454" y="256910"/>
                  </a:lnTo>
                  <a:lnTo>
                    <a:pt x="7042463" y="256910"/>
                  </a:lnTo>
                  <a:lnTo>
                    <a:pt x="7042463" y="261701"/>
                  </a:lnTo>
                  <a:lnTo>
                    <a:pt x="7037472" y="261701"/>
                  </a:lnTo>
                  <a:lnTo>
                    <a:pt x="7037472" y="261701"/>
                  </a:lnTo>
                  <a:lnTo>
                    <a:pt x="7032481" y="261701"/>
                  </a:lnTo>
                  <a:lnTo>
                    <a:pt x="7032481" y="261701"/>
                  </a:lnTo>
                  <a:lnTo>
                    <a:pt x="7027490" y="261701"/>
                  </a:lnTo>
                  <a:lnTo>
                    <a:pt x="7027490" y="261701"/>
                  </a:lnTo>
                  <a:lnTo>
                    <a:pt x="7022499" y="261701"/>
                  </a:lnTo>
                  <a:lnTo>
                    <a:pt x="7022499" y="261701"/>
                  </a:lnTo>
                  <a:lnTo>
                    <a:pt x="7017507" y="261701"/>
                  </a:lnTo>
                  <a:lnTo>
                    <a:pt x="7017507" y="261701"/>
                  </a:lnTo>
                  <a:lnTo>
                    <a:pt x="7012516" y="261701"/>
                  </a:lnTo>
                  <a:lnTo>
                    <a:pt x="7012516" y="261701"/>
                  </a:lnTo>
                  <a:lnTo>
                    <a:pt x="7007525" y="261701"/>
                  </a:lnTo>
                  <a:lnTo>
                    <a:pt x="7007525" y="261701"/>
                  </a:lnTo>
                  <a:lnTo>
                    <a:pt x="7002534" y="261701"/>
                  </a:lnTo>
                  <a:lnTo>
                    <a:pt x="7002534" y="261701"/>
                  </a:lnTo>
                  <a:lnTo>
                    <a:pt x="6997543" y="261701"/>
                  </a:lnTo>
                  <a:lnTo>
                    <a:pt x="6997543" y="261701"/>
                  </a:lnTo>
                  <a:lnTo>
                    <a:pt x="6992552" y="261701"/>
                  </a:lnTo>
                  <a:lnTo>
                    <a:pt x="6992552" y="261701"/>
                  </a:lnTo>
                  <a:lnTo>
                    <a:pt x="6987561" y="261701"/>
                  </a:lnTo>
                  <a:lnTo>
                    <a:pt x="6987561" y="261701"/>
                  </a:lnTo>
                  <a:lnTo>
                    <a:pt x="6982570" y="261701"/>
                  </a:lnTo>
                  <a:lnTo>
                    <a:pt x="6982570" y="261701"/>
                  </a:lnTo>
                  <a:lnTo>
                    <a:pt x="6977578" y="261701"/>
                  </a:lnTo>
                  <a:lnTo>
                    <a:pt x="6977578" y="261701"/>
                  </a:lnTo>
                  <a:lnTo>
                    <a:pt x="6972587" y="261701"/>
                  </a:lnTo>
                  <a:lnTo>
                    <a:pt x="6972587" y="261701"/>
                  </a:lnTo>
                  <a:lnTo>
                    <a:pt x="6967596" y="261701"/>
                  </a:lnTo>
                  <a:lnTo>
                    <a:pt x="6967596" y="261701"/>
                  </a:lnTo>
                  <a:lnTo>
                    <a:pt x="6962605" y="261701"/>
                  </a:lnTo>
                  <a:lnTo>
                    <a:pt x="6962605" y="261701"/>
                  </a:lnTo>
                  <a:lnTo>
                    <a:pt x="6957614" y="261701"/>
                  </a:lnTo>
                  <a:lnTo>
                    <a:pt x="6957614" y="261701"/>
                  </a:lnTo>
                  <a:lnTo>
                    <a:pt x="6952623" y="261701"/>
                  </a:lnTo>
                  <a:lnTo>
                    <a:pt x="6952623" y="261701"/>
                  </a:lnTo>
                  <a:lnTo>
                    <a:pt x="6942641" y="261701"/>
                  </a:lnTo>
                  <a:lnTo>
                    <a:pt x="6942641" y="261701"/>
                  </a:lnTo>
                  <a:lnTo>
                    <a:pt x="6937650" y="261701"/>
                  </a:lnTo>
                  <a:lnTo>
                    <a:pt x="6937650" y="261701"/>
                  </a:lnTo>
                  <a:lnTo>
                    <a:pt x="6932658" y="261701"/>
                  </a:lnTo>
                  <a:lnTo>
                    <a:pt x="6932658" y="266417"/>
                  </a:lnTo>
                  <a:lnTo>
                    <a:pt x="6922676" y="266417"/>
                  </a:lnTo>
                  <a:lnTo>
                    <a:pt x="6922676" y="266417"/>
                  </a:lnTo>
                  <a:lnTo>
                    <a:pt x="6917685" y="266417"/>
                  </a:lnTo>
                  <a:lnTo>
                    <a:pt x="6917685" y="266417"/>
                  </a:lnTo>
                  <a:lnTo>
                    <a:pt x="6912694" y="266417"/>
                  </a:lnTo>
                  <a:lnTo>
                    <a:pt x="6912694" y="266417"/>
                  </a:lnTo>
                  <a:lnTo>
                    <a:pt x="6902712" y="266417"/>
                  </a:lnTo>
                  <a:lnTo>
                    <a:pt x="6902712" y="266417"/>
                  </a:lnTo>
                  <a:lnTo>
                    <a:pt x="6897721" y="266417"/>
                  </a:lnTo>
                  <a:lnTo>
                    <a:pt x="6897721" y="266417"/>
                  </a:lnTo>
                  <a:lnTo>
                    <a:pt x="6892730" y="266417"/>
                  </a:lnTo>
                  <a:lnTo>
                    <a:pt x="6892730" y="271102"/>
                  </a:lnTo>
                  <a:lnTo>
                    <a:pt x="6887738" y="271102"/>
                  </a:lnTo>
                  <a:lnTo>
                    <a:pt x="6887738" y="271102"/>
                  </a:lnTo>
                  <a:lnTo>
                    <a:pt x="6882747" y="271102"/>
                  </a:lnTo>
                  <a:lnTo>
                    <a:pt x="6882747" y="271102"/>
                  </a:lnTo>
                  <a:lnTo>
                    <a:pt x="6877756" y="271102"/>
                  </a:lnTo>
                  <a:lnTo>
                    <a:pt x="6877756" y="271102"/>
                  </a:lnTo>
                  <a:lnTo>
                    <a:pt x="6872765" y="271102"/>
                  </a:lnTo>
                  <a:lnTo>
                    <a:pt x="6872765" y="271102"/>
                  </a:lnTo>
                  <a:lnTo>
                    <a:pt x="6867774" y="271102"/>
                  </a:lnTo>
                  <a:lnTo>
                    <a:pt x="6867774" y="271102"/>
                  </a:lnTo>
                  <a:lnTo>
                    <a:pt x="6862783" y="271102"/>
                  </a:lnTo>
                  <a:lnTo>
                    <a:pt x="6862783" y="271102"/>
                  </a:lnTo>
                  <a:lnTo>
                    <a:pt x="6852801" y="271102"/>
                  </a:lnTo>
                  <a:lnTo>
                    <a:pt x="6852801" y="271102"/>
                  </a:lnTo>
                  <a:lnTo>
                    <a:pt x="6847809" y="271102"/>
                  </a:lnTo>
                  <a:lnTo>
                    <a:pt x="6847809" y="271102"/>
                  </a:lnTo>
                  <a:lnTo>
                    <a:pt x="6842818" y="271102"/>
                  </a:lnTo>
                  <a:lnTo>
                    <a:pt x="6842818" y="271102"/>
                  </a:lnTo>
                  <a:lnTo>
                    <a:pt x="6837827" y="271102"/>
                  </a:lnTo>
                  <a:lnTo>
                    <a:pt x="6837827" y="271102"/>
                  </a:lnTo>
                  <a:lnTo>
                    <a:pt x="6832836" y="271102"/>
                  </a:lnTo>
                  <a:lnTo>
                    <a:pt x="6832836" y="271102"/>
                  </a:lnTo>
                  <a:lnTo>
                    <a:pt x="6827845" y="271102"/>
                  </a:lnTo>
                  <a:lnTo>
                    <a:pt x="6827845" y="271102"/>
                  </a:lnTo>
                  <a:lnTo>
                    <a:pt x="6822854" y="271102"/>
                  </a:lnTo>
                  <a:lnTo>
                    <a:pt x="6822854" y="271102"/>
                  </a:lnTo>
                  <a:lnTo>
                    <a:pt x="6817863" y="271102"/>
                  </a:lnTo>
                  <a:lnTo>
                    <a:pt x="6817863" y="271102"/>
                  </a:lnTo>
                  <a:lnTo>
                    <a:pt x="6812872" y="271102"/>
                  </a:lnTo>
                  <a:lnTo>
                    <a:pt x="6812872" y="271102"/>
                  </a:lnTo>
                  <a:lnTo>
                    <a:pt x="6807881" y="271102"/>
                  </a:lnTo>
                  <a:lnTo>
                    <a:pt x="6807881" y="271102"/>
                  </a:lnTo>
                  <a:lnTo>
                    <a:pt x="6802889" y="271102"/>
                  </a:lnTo>
                  <a:lnTo>
                    <a:pt x="6802889" y="271102"/>
                  </a:lnTo>
                  <a:lnTo>
                    <a:pt x="6797898" y="271102"/>
                  </a:lnTo>
                  <a:lnTo>
                    <a:pt x="6797898" y="271102"/>
                  </a:lnTo>
                  <a:lnTo>
                    <a:pt x="6792907" y="271102"/>
                  </a:lnTo>
                  <a:lnTo>
                    <a:pt x="6792907" y="271102"/>
                  </a:lnTo>
                  <a:lnTo>
                    <a:pt x="6787916" y="271102"/>
                  </a:lnTo>
                  <a:lnTo>
                    <a:pt x="6787916" y="271102"/>
                  </a:lnTo>
                  <a:lnTo>
                    <a:pt x="6782925" y="271102"/>
                  </a:lnTo>
                  <a:lnTo>
                    <a:pt x="6782925" y="271102"/>
                  </a:lnTo>
                  <a:lnTo>
                    <a:pt x="6777934" y="271102"/>
                  </a:lnTo>
                  <a:lnTo>
                    <a:pt x="6777934" y="271102"/>
                  </a:lnTo>
                  <a:lnTo>
                    <a:pt x="6772943" y="271102"/>
                  </a:lnTo>
                  <a:lnTo>
                    <a:pt x="6772943" y="271102"/>
                  </a:lnTo>
                  <a:lnTo>
                    <a:pt x="6767952" y="271102"/>
                  </a:lnTo>
                  <a:lnTo>
                    <a:pt x="6767952" y="271102"/>
                  </a:lnTo>
                  <a:lnTo>
                    <a:pt x="6762961" y="271102"/>
                  </a:lnTo>
                  <a:lnTo>
                    <a:pt x="6762961" y="275702"/>
                  </a:lnTo>
                  <a:lnTo>
                    <a:pt x="6757969" y="275702"/>
                  </a:lnTo>
                  <a:lnTo>
                    <a:pt x="6757969" y="280301"/>
                  </a:lnTo>
                  <a:lnTo>
                    <a:pt x="6752978" y="280301"/>
                  </a:lnTo>
                  <a:lnTo>
                    <a:pt x="6752978" y="284898"/>
                  </a:lnTo>
                  <a:lnTo>
                    <a:pt x="6747987" y="284898"/>
                  </a:lnTo>
                  <a:lnTo>
                    <a:pt x="6747987" y="284898"/>
                  </a:lnTo>
                  <a:lnTo>
                    <a:pt x="6742996" y="284898"/>
                  </a:lnTo>
                  <a:lnTo>
                    <a:pt x="6742996" y="284898"/>
                  </a:lnTo>
                  <a:lnTo>
                    <a:pt x="6738005" y="284898"/>
                  </a:lnTo>
                  <a:lnTo>
                    <a:pt x="6738005" y="289484"/>
                  </a:lnTo>
                  <a:lnTo>
                    <a:pt x="6733014" y="289484"/>
                  </a:lnTo>
                  <a:lnTo>
                    <a:pt x="6733014" y="289484"/>
                  </a:lnTo>
                  <a:lnTo>
                    <a:pt x="6728023" y="289484"/>
                  </a:lnTo>
                  <a:lnTo>
                    <a:pt x="6728023" y="289484"/>
                  </a:lnTo>
                  <a:lnTo>
                    <a:pt x="6723032" y="289484"/>
                  </a:lnTo>
                  <a:lnTo>
                    <a:pt x="6723032" y="289484"/>
                  </a:lnTo>
                  <a:lnTo>
                    <a:pt x="6718040" y="289484"/>
                  </a:lnTo>
                  <a:lnTo>
                    <a:pt x="6718040" y="294063"/>
                  </a:lnTo>
                  <a:lnTo>
                    <a:pt x="6713049" y="294063"/>
                  </a:lnTo>
                  <a:lnTo>
                    <a:pt x="6713049" y="294063"/>
                  </a:lnTo>
                  <a:lnTo>
                    <a:pt x="6708058" y="294063"/>
                  </a:lnTo>
                  <a:lnTo>
                    <a:pt x="6708058" y="294063"/>
                  </a:lnTo>
                  <a:lnTo>
                    <a:pt x="6703067" y="294063"/>
                  </a:lnTo>
                  <a:lnTo>
                    <a:pt x="6703067" y="294063"/>
                  </a:lnTo>
                  <a:lnTo>
                    <a:pt x="6698076" y="294063"/>
                  </a:lnTo>
                  <a:lnTo>
                    <a:pt x="6698076" y="294063"/>
                  </a:lnTo>
                  <a:lnTo>
                    <a:pt x="6693085" y="294063"/>
                  </a:lnTo>
                  <a:lnTo>
                    <a:pt x="6693085" y="294063"/>
                  </a:lnTo>
                  <a:lnTo>
                    <a:pt x="6688094" y="294063"/>
                  </a:lnTo>
                  <a:lnTo>
                    <a:pt x="6688094" y="294063"/>
                  </a:lnTo>
                  <a:lnTo>
                    <a:pt x="6683103" y="294063"/>
                  </a:lnTo>
                  <a:lnTo>
                    <a:pt x="6683103" y="298610"/>
                  </a:lnTo>
                  <a:lnTo>
                    <a:pt x="6678112" y="298610"/>
                  </a:lnTo>
                  <a:lnTo>
                    <a:pt x="6678112" y="298610"/>
                  </a:lnTo>
                  <a:lnTo>
                    <a:pt x="6673120" y="298610"/>
                  </a:lnTo>
                  <a:lnTo>
                    <a:pt x="6673120" y="298610"/>
                  </a:lnTo>
                  <a:lnTo>
                    <a:pt x="6668129" y="298610"/>
                  </a:lnTo>
                  <a:lnTo>
                    <a:pt x="6668129" y="298610"/>
                  </a:lnTo>
                  <a:lnTo>
                    <a:pt x="6663138" y="298610"/>
                  </a:lnTo>
                  <a:lnTo>
                    <a:pt x="6663138" y="298610"/>
                  </a:lnTo>
                  <a:lnTo>
                    <a:pt x="6658147" y="298610"/>
                  </a:lnTo>
                  <a:lnTo>
                    <a:pt x="6658147" y="298610"/>
                  </a:lnTo>
                  <a:lnTo>
                    <a:pt x="6653156" y="298610"/>
                  </a:lnTo>
                  <a:lnTo>
                    <a:pt x="6653156" y="298610"/>
                  </a:lnTo>
                  <a:lnTo>
                    <a:pt x="6648165" y="298610"/>
                  </a:lnTo>
                  <a:lnTo>
                    <a:pt x="6648165" y="298610"/>
                  </a:lnTo>
                  <a:lnTo>
                    <a:pt x="6643174" y="298610"/>
                  </a:lnTo>
                  <a:lnTo>
                    <a:pt x="6643174" y="298610"/>
                  </a:lnTo>
                  <a:lnTo>
                    <a:pt x="6638183" y="298610"/>
                  </a:lnTo>
                  <a:lnTo>
                    <a:pt x="6638183" y="298610"/>
                  </a:lnTo>
                  <a:lnTo>
                    <a:pt x="6633192" y="298610"/>
                  </a:lnTo>
                  <a:lnTo>
                    <a:pt x="6633192" y="298610"/>
                  </a:lnTo>
                  <a:lnTo>
                    <a:pt x="6628200" y="298610"/>
                  </a:lnTo>
                  <a:lnTo>
                    <a:pt x="6628200" y="298610"/>
                  </a:lnTo>
                  <a:lnTo>
                    <a:pt x="6623209" y="298610"/>
                  </a:lnTo>
                  <a:lnTo>
                    <a:pt x="6623209" y="298610"/>
                  </a:lnTo>
                  <a:lnTo>
                    <a:pt x="6613227" y="298610"/>
                  </a:lnTo>
                  <a:lnTo>
                    <a:pt x="6613227" y="303101"/>
                  </a:lnTo>
                  <a:lnTo>
                    <a:pt x="6608236" y="303101"/>
                  </a:lnTo>
                  <a:lnTo>
                    <a:pt x="6608236" y="303101"/>
                  </a:lnTo>
                  <a:lnTo>
                    <a:pt x="6603245" y="303101"/>
                  </a:lnTo>
                  <a:lnTo>
                    <a:pt x="6603245" y="303101"/>
                  </a:lnTo>
                  <a:lnTo>
                    <a:pt x="6598254" y="303101"/>
                  </a:lnTo>
                  <a:lnTo>
                    <a:pt x="6598254" y="303101"/>
                  </a:lnTo>
                  <a:lnTo>
                    <a:pt x="6593263" y="303101"/>
                  </a:lnTo>
                  <a:lnTo>
                    <a:pt x="6593263" y="303101"/>
                  </a:lnTo>
                  <a:lnTo>
                    <a:pt x="6588271" y="303101"/>
                  </a:lnTo>
                  <a:lnTo>
                    <a:pt x="6588271" y="307577"/>
                  </a:lnTo>
                  <a:lnTo>
                    <a:pt x="6583280" y="307577"/>
                  </a:lnTo>
                  <a:lnTo>
                    <a:pt x="6583280" y="312047"/>
                  </a:lnTo>
                  <a:lnTo>
                    <a:pt x="6578289" y="312047"/>
                  </a:lnTo>
                  <a:lnTo>
                    <a:pt x="6578289" y="312047"/>
                  </a:lnTo>
                  <a:lnTo>
                    <a:pt x="6573298" y="312047"/>
                  </a:lnTo>
                  <a:lnTo>
                    <a:pt x="6573298" y="312047"/>
                  </a:lnTo>
                  <a:lnTo>
                    <a:pt x="6568307" y="312047"/>
                  </a:lnTo>
                  <a:lnTo>
                    <a:pt x="6568307" y="312047"/>
                  </a:lnTo>
                  <a:lnTo>
                    <a:pt x="6563316" y="312047"/>
                  </a:lnTo>
                  <a:lnTo>
                    <a:pt x="6563316" y="312047"/>
                  </a:lnTo>
                  <a:lnTo>
                    <a:pt x="6558325" y="312047"/>
                  </a:lnTo>
                  <a:lnTo>
                    <a:pt x="6558325" y="312047"/>
                  </a:lnTo>
                  <a:lnTo>
                    <a:pt x="6553334" y="312047"/>
                  </a:lnTo>
                  <a:lnTo>
                    <a:pt x="6553334" y="312047"/>
                  </a:lnTo>
                  <a:lnTo>
                    <a:pt x="6548343" y="312047"/>
                  </a:lnTo>
                  <a:lnTo>
                    <a:pt x="6548343" y="312047"/>
                  </a:lnTo>
                  <a:lnTo>
                    <a:pt x="6543351" y="312047"/>
                  </a:lnTo>
                  <a:lnTo>
                    <a:pt x="6543351" y="312047"/>
                  </a:lnTo>
                  <a:lnTo>
                    <a:pt x="6538360" y="312047"/>
                  </a:lnTo>
                  <a:lnTo>
                    <a:pt x="6538360" y="312047"/>
                  </a:lnTo>
                  <a:lnTo>
                    <a:pt x="6533369" y="312047"/>
                  </a:lnTo>
                  <a:lnTo>
                    <a:pt x="6533369" y="312047"/>
                  </a:lnTo>
                  <a:lnTo>
                    <a:pt x="6528378" y="312047"/>
                  </a:lnTo>
                  <a:lnTo>
                    <a:pt x="6528378" y="312047"/>
                  </a:lnTo>
                  <a:lnTo>
                    <a:pt x="6523387" y="312047"/>
                  </a:lnTo>
                  <a:lnTo>
                    <a:pt x="6523387" y="312047"/>
                  </a:lnTo>
                  <a:lnTo>
                    <a:pt x="6518396" y="312047"/>
                  </a:lnTo>
                  <a:lnTo>
                    <a:pt x="6518396" y="312047"/>
                  </a:lnTo>
                  <a:lnTo>
                    <a:pt x="6513405" y="312047"/>
                  </a:lnTo>
                  <a:lnTo>
                    <a:pt x="6513405" y="312047"/>
                  </a:lnTo>
                  <a:lnTo>
                    <a:pt x="6508414" y="312047"/>
                  </a:lnTo>
                  <a:lnTo>
                    <a:pt x="6508414" y="312047"/>
                  </a:lnTo>
                  <a:lnTo>
                    <a:pt x="6503423" y="312047"/>
                  </a:lnTo>
                  <a:lnTo>
                    <a:pt x="6503423" y="312047"/>
                  </a:lnTo>
                  <a:lnTo>
                    <a:pt x="6498431" y="312047"/>
                  </a:lnTo>
                  <a:lnTo>
                    <a:pt x="6498431" y="312047"/>
                  </a:lnTo>
                  <a:lnTo>
                    <a:pt x="6493440" y="312047"/>
                  </a:lnTo>
                  <a:lnTo>
                    <a:pt x="6493440" y="316463"/>
                  </a:lnTo>
                  <a:lnTo>
                    <a:pt x="6488449" y="316463"/>
                  </a:lnTo>
                  <a:lnTo>
                    <a:pt x="6488449" y="316463"/>
                  </a:lnTo>
                  <a:lnTo>
                    <a:pt x="6483458" y="316463"/>
                  </a:lnTo>
                  <a:lnTo>
                    <a:pt x="6483458" y="316463"/>
                  </a:lnTo>
                  <a:lnTo>
                    <a:pt x="6478467" y="316463"/>
                  </a:lnTo>
                  <a:lnTo>
                    <a:pt x="6478467" y="316463"/>
                  </a:lnTo>
                  <a:lnTo>
                    <a:pt x="6468485" y="316463"/>
                  </a:lnTo>
                  <a:lnTo>
                    <a:pt x="6468485" y="316463"/>
                  </a:lnTo>
                  <a:lnTo>
                    <a:pt x="6463494" y="316463"/>
                  </a:lnTo>
                  <a:lnTo>
                    <a:pt x="6463494" y="316463"/>
                  </a:lnTo>
                  <a:lnTo>
                    <a:pt x="6458502" y="316463"/>
                  </a:lnTo>
                  <a:lnTo>
                    <a:pt x="6458502" y="316463"/>
                  </a:lnTo>
                  <a:lnTo>
                    <a:pt x="6453511" y="316463"/>
                  </a:lnTo>
                  <a:lnTo>
                    <a:pt x="6453511" y="320862"/>
                  </a:lnTo>
                  <a:lnTo>
                    <a:pt x="6448520" y="320862"/>
                  </a:lnTo>
                  <a:lnTo>
                    <a:pt x="6448520" y="320862"/>
                  </a:lnTo>
                  <a:lnTo>
                    <a:pt x="6443529" y="320862"/>
                  </a:lnTo>
                  <a:lnTo>
                    <a:pt x="6443529" y="320862"/>
                  </a:lnTo>
                  <a:lnTo>
                    <a:pt x="6438538" y="320862"/>
                  </a:lnTo>
                  <a:lnTo>
                    <a:pt x="6438538" y="320862"/>
                  </a:lnTo>
                  <a:lnTo>
                    <a:pt x="6433547" y="320862"/>
                  </a:lnTo>
                  <a:lnTo>
                    <a:pt x="6433547" y="320862"/>
                  </a:lnTo>
                  <a:lnTo>
                    <a:pt x="6428556" y="320862"/>
                  </a:lnTo>
                  <a:lnTo>
                    <a:pt x="6428556" y="320862"/>
                  </a:lnTo>
                  <a:lnTo>
                    <a:pt x="6423565" y="320862"/>
                  </a:lnTo>
                  <a:lnTo>
                    <a:pt x="6423565" y="320862"/>
                  </a:lnTo>
                  <a:lnTo>
                    <a:pt x="6418574" y="320862"/>
                  </a:lnTo>
                  <a:lnTo>
                    <a:pt x="6418574" y="320862"/>
                  </a:lnTo>
                  <a:lnTo>
                    <a:pt x="6413582" y="320862"/>
                  </a:lnTo>
                  <a:lnTo>
                    <a:pt x="6413582" y="320862"/>
                  </a:lnTo>
                  <a:lnTo>
                    <a:pt x="6408591" y="320862"/>
                  </a:lnTo>
                  <a:lnTo>
                    <a:pt x="6408591" y="320862"/>
                  </a:lnTo>
                  <a:lnTo>
                    <a:pt x="6403600" y="320862"/>
                  </a:lnTo>
                  <a:lnTo>
                    <a:pt x="6403600" y="320862"/>
                  </a:lnTo>
                  <a:lnTo>
                    <a:pt x="6398609" y="320862"/>
                  </a:lnTo>
                  <a:lnTo>
                    <a:pt x="6398609" y="320862"/>
                  </a:lnTo>
                  <a:lnTo>
                    <a:pt x="6393618" y="320862"/>
                  </a:lnTo>
                  <a:lnTo>
                    <a:pt x="6393618" y="320862"/>
                  </a:lnTo>
                  <a:lnTo>
                    <a:pt x="6388627" y="320862"/>
                  </a:lnTo>
                  <a:lnTo>
                    <a:pt x="6388627" y="320862"/>
                  </a:lnTo>
                  <a:lnTo>
                    <a:pt x="6383636" y="320862"/>
                  </a:lnTo>
                  <a:lnTo>
                    <a:pt x="6383636" y="325220"/>
                  </a:lnTo>
                  <a:lnTo>
                    <a:pt x="6378645" y="325220"/>
                  </a:lnTo>
                  <a:lnTo>
                    <a:pt x="6378645" y="329572"/>
                  </a:lnTo>
                  <a:lnTo>
                    <a:pt x="6373654" y="329572"/>
                  </a:lnTo>
                  <a:lnTo>
                    <a:pt x="6373654" y="329572"/>
                  </a:lnTo>
                  <a:lnTo>
                    <a:pt x="6368662" y="329572"/>
                  </a:lnTo>
                  <a:lnTo>
                    <a:pt x="6368662" y="329572"/>
                  </a:lnTo>
                  <a:lnTo>
                    <a:pt x="6363671" y="329572"/>
                  </a:lnTo>
                  <a:lnTo>
                    <a:pt x="6363671" y="329572"/>
                  </a:lnTo>
                  <a:lnTo>
                    <a:pt x="6358680" y="329572"/>
                  </a:lnTo>
                  <a:lnTo>
                    <a:pt x="6358680" y="329572"/>
                  </a:lnTo>
                  <a:lnTo>
                    <a:pt x="6353689" y="329572"/>
                  </a:lnTo>
                  <a:lnTo>
                    <a:pt x="6353689" y="329572"/>
                  </a:lnTo>
                  <a:lnTo>
                    <a:pt x="6348698" y="329572"/>
                  </a:lnTo>
                  <a:lnTo>
                    <a:pt x="6348698" y="329572"/>
                  </a:lnTo>
                  <a:lnTo>
                    <a:pt x="6343707" y="329572"/>
                  </a:lnTo>
                  <a:lnTo>
                    <a:pt x="6343707" y="329572"/>
                  </a:lnTo>
                  <a:lnTo>
                    <a:pt x="6338716" y="329572"/>
                  </a:lnTo>
                  <a:lnTo>
                    <a:pt x="6338716" y="333904"/>
                  </a:lnTo>
                  <a:lnTo>
                    <a:pt x="6333725" y="333904"/>
                  </a:lnTo>
                  <a:lnTo>
                    <a:pt x="6333725" y="333904"/>
                  </a:lnTo>
                  <a:lnTo>
                    <a:pt x="6328734" y="333904"/>
                  </a:lnTo>
                  <a:lnTo>
                    <a:pt x="6328734" y="333904"/>
                  </a:lnTo>
                  <a:lnTo>
                    <a:pt x="6323742" y="333904"/>
                  </a:lnTo>
                  <a:lnTo>
                    <a:pt x="6323742" y="333904"/>
                  </a:lnTo>
                  <a:lnTo>
                    <a:pt x="6318751" y="333904"/>
                  </a:lnTo>
                  <a:lnTo>
                    <a:pt x="6318751" y="338228"/>
                  </a:lnTo>
                  <a:lnTo>
                    <a:pt x="6313760" y="338228"/>
                  </a:lnTo>
                  <a:lnTo>
                    <a:pt x="6313760" y="338228"/>
                  </a:lnTo>
                  <a:lnTo>
                    <a:pt x="6308769" y="338228"/>
                  </a:lnTo>
                  <a:lnTo>
                    <a:pt x="6308769" y="338228"/>
                  </a:lnTo>
                  <a:lnTo>
                    <a:pt x="6303778" y="338228"/>
                  </a:lnTo>
                  <a:lnTo>
                    <a:pt x="6303778" y="338228"/>
                  </a:lnTo>
                  <a:lnTo>
                    <a:pt x="6298787" y="338228"/>
                  </a:lnTo>
                  <a:lnTo>
                    <a:pt x="6298787" y="338228"/>
                  </a:lnTo>
                  <a:lnTo>
                    <a:pt x="6293796" y="338228"/>
                  </a:lnTo>
                  <a:lnTo>
                    <a:pt x="6293796" y="338228"/>
                  </a:lnTo>
                  <a:lnTo>
                    <a:pt x="6288805" y="338228"/>
                  </a:lnTo>
                  <a:lnTo>
                    <a:pt x="6288805" y="338228"/>
                  </a:lnTo>
                  <a:lnTo>
                    <a:pt x="6283813" y="338228"/>
                  </a:lnTo>
                  <a:lnTo>
                    <a:pt x="6283813" y="342530"/>
                  </a:lnTo>
                  <a:lnTo>
                    <a:pt x="6278822" y="342530"/>
                  </a:lnTo>
                  <a:lnTo>
                    <a:pt x="6278822" y="342530"/>
                  </a:lnTo>
                  <a:lnTo>
                    <a:pt x="6273831" y="342530"/>
                  </a:lnTo>
                  <a:lnTo>
                    <a:pt x="6273831" y="346823"/>
                  </a:lnTo>
                  <a:lnTo>
                    <a:pt x="6268840" y="346823"/>
                  </a:lnTo>
                  <a:lnTo>
                    <a:pt x="6268840" y="346823"/>
                  </a:lnTo>
                  <a:lnTo>
                    <a:pt x="6263849" y="346823"/>
                  </a:lnTo>
                  <a:lnTo>
                    <a:pt x="6263849" y="351108"/>
                  </a:lnTo>
                  <a:lnTo>
                    <a:pt x="6258858" y="351108"/>
                  </a:lnTo>
                  <a:lnTo>
                    <a:pt x="6258858" y="351108"/>
                  </a:lnTo>
                  <a:lnTo>
                    <a:pt x="6253867" y="351108"/>
                  </a:lnTo>
                  <a:lnTo>
                    <a:pt x="6253867" y="351108"/>
                  </a:lnTo>
                  <a:lnTo>
                    <a:pt x="6248876" y="351108"/>
                  </a:lnTo>
                  <a:lnTo>
                    <a:pt x="6248876" y="351108"/>
                  </a:lnTo>
                  <a:lnTo>
                    <a:pt x="6243885" y="351108"/>
                  </a:lnTo>
                  <a:lnTo>
                    <a:pt x="6243885" y="351108"/>
                  </a:lnTo>
                  <a:lnTo>
                    <a:pt x="6238893" y="351108"/>
                  </a:lnTo>
                  <a:lnTo>
                    <a:pt x="6238893" y="351108"/>
                  </a:lnTo>
                  <a:lnTo>
                    <a:pt x="6233902" y="351108"/>
                  </a:lnTo>
                  <a:lnTo>
                    <a:pt x="6233902" y="351108"/>
                  </a:lnTo>
                  <a:lnTo>
                    <a:pt x="6228911" y="351108"/>
                  </a:lnTo>
                  <a:lnTo>
                    <a:pt x="6228911" y="351108"/>
                  </a:lnTo>
                  <a:lnTo>
                    <a:pt x="6218929" y="351108"/>
                  </a:lnTo>
                  <a:lnTo>
                    <a:pt x="6218929" y="351108"/>
                  </a:lnTo>
                  <a:lnTo>
                    <a:pt x="6213938" y="351108"/>
                  </a:lnTo>
                  <a:lnTo>
                    <a:pt x="6213938" y="351108"/>
                  </a:lnTo>
                  <a:lnTo>
                    <a:pt x="6208947" y="351108"/>
                  </a:lnTo>
                  <a:lnTo>
                    <a:pt x="6208947" y="351108"/>
                  </a:lnTo>
                  <a:lnTo>
                    <a:pt x="6203956" y="351108"/>
                  </a:lnTo>
                  <a:lnTo>
                    <a:pt x="6203956" y="351108"/>
                  </a:lnTo>
                  <a:lnTo>
                    <a:pt x="6198965" y="351108"/>
                  </a:lnTo>
                  <a:lnTo>
                    <a:pt x="6198965" y="351108"/>
                  </a:lnTo>
                  <a:lnTo>
                    <a:pt x="6193973" y="351108"/>
                  </a:lnTo>
                  <a:lnTo>
                    <a:pt x="6193973" y="351108"/>
                  </a:lnTo>
                  <a:lnTo>
                    <a:pt x="6188982" y="351108"/>
                  </a:lnTo>
                  <a:lnTo>
                    <a:pt x="6188982" y="355359"/>
                  </a:lnTo>
                  <a:lnTo>
                    <a:pt x="6183991" y="355359"/>
                  </a:lnTo>
                  <a:lnTo>
                    <a:pt x="6183991" y="355359"/>
                  </a:lnTo>
                  <a:lnTo>
                    <a:pt x="6179000" y="355359"/>
                  </a:lnTo>
                  <a:lnTo>
                    <a:pt x="6179000" y="355359"/>
                  </a:lnTo>
                  <a:lnTo>
                    <a:pt x="6174009" y="355359"/>
                  </a:lnTo>
                  <a:lnTo>
                    <a:pt x="6174009" y="355359"/>
                  </a:lnTo>
                  <a:lnTo>
                    <a:pt x="6169018" y="355359"/>
                  </a:lnTo>
                  <a:lnTo>
                    <a:pt x="6169018" y="355359"/>
                  </a:lnTo>
                  <a:lnTo>
                    <a:pt x="6164027" y="355359"/>
                  </a:lnTo>
                  <a:lnTo>
                    <a:pt x="6164027" y="355359"/>
                  </a:lnTo>
                  <a:lnTo>
                    <a:pt x="6159036" y="355359"/>
                  </a:lnTo>
                  <a:lnTo>
                    <a:pt x="6159036" y="355359"/>
                  </a:lnTo>
                  <a:lnTo>
                    <a:pt x="6154044" y="355359"/>
                  </a:lnTo>
                  <a:lnTo>
                    <a:pt x="6154044" y="355359"/>
                  </a:lnTo>
                  <a:lnTo>
                    <a:pt x="6149053" y="355359"/>
                  </a:lnTo>
                  <a:lnTo>
                    <a:pt x="6149053" y="355359"/>
                  </a:lnTo>
                  <a:lnTo>
                    <a:pt x="6144062" y="355359"/>
                  </a:lnTo>
                  <a:lnTo>
                    <a:pt x="6144062" y="359573"/>
                  </a:lnTo>
                  <a:lnTo>
                    <a:pt x="6139071" y="359573"/>
                  </a:lnTo>
                  <a:lnTo>
                    <a:pt x="6139071" y="359573"/>
                  </a:lnTo>
                  <a:lnTo>
                    <a:pt x="6134080" y="359573"/>
                  </a:lnTo>
                  <a:lnTo>
                    <a:pt x="6134080" y="363775"/>
                  </a:lnTo>
                  <a:lnTo>
                    <a:pt x="6129089" y="363775"/>
                  </a:lnTo>
                  <a:lnTo>
                    <a:pt x="6129089" y="363775"/>
                  </a:lnTo>
                  <a:lnTo>
                    <a:pt x="6124098" y="363775"/>
                  </a:lnTo>
                  <a:lnTo>
                    <a:pt x="6124098" y="363775"/>
                  </a:lnTo>
                  <a:lnTo>
                    <a:pt x="6119107" y="363775"/>
                  </a:lnTo>
                  <a:lnTo>
                    <a:pt x="6119107" y="363775"/>
                  </a:lnTo>
                  <a:lnTo>
                    <a:pt x="6114116" y="363775"/>
                  </a:lnTo>
                  <a:lnTo>
                    <a:pt x="6114116" y="363775"/>
                  </a:lnTo>
                  <a:lnTo>
                    <a:pt x="6109124" y="363775"/>
                  </a:lnTo>
                  <a:lnTo>
                    <a:pt x="6109124" y="363775"/>
                  </a:lnTo>
                  <a:lnTo>
                    <a:pt x="6104133" y="363775"/>
                  </a:lnTo>
                  <a:lnTo>
                    <a:pt x="6104133" y="363775"/>
                  </a:lnTo>
                  <a:lnTo>
                    <a:pt x="6099142" y="363775"/>
                  </a:lnTo>
                  <a:lnTo>
                    <a:pt x="6099142" y="363775"/>
                  </a:lnTo>
                  <a:lnTo>
                    <a:pt x="6094151" y="363775"/>
                  </a:lnTo>
                  <a:lnTo>
                    <a:pt x="6094151" y="363775"/>
                  </a:lnTo>
                  <a:lnTo>
                    <a:pt x="6089160" y="363775"/>
                  </a:lnTo>
                  <a:lnTo>
                    <a:pt x="6089160" y="363775"/>
                  </a:lnTo>
                  <a:lnTo>
                    <a:pt x="6084169" y="363775"/>
                  </a:lnTo>
                  <a:lnTo>
                    <a:pt x="6084169" y="363775"/>
                  </a:lnTo>
                  <a:lnTo>
                    <a:pt x="6079178" y="363775"/>
                  </a:lnTo>
                  <a:lnTo>
                    <a:pt x="6079178" y="367943"/>
                  </a:lnTo>
                  <a:lnTo>
                    <a:pt x="6074187" y="367943"/>
                  </a:lnTo>
                  <a:lnTo>
                    <a:pt x="6074187" y="367943"/>
                  </a:lnTo>
                  <a:lnTo>
                    <a:pt x="6069196" y="367943"/>
                  </a:lnTo>
                  <a:lnTo>
                    <a:pt x="6069196" y="367943"/>
                  </a:lnTo>
                  <a:lnTo>
                    <a:pt x="6064204" y="367943"/>
                  </a:lnTo>
                  <a:lnTo>
                    <a:pt x="6064204" y="367943"/>
                  </a:lnTo>
                  <a:lnTo>
                    <a:pt x="6059213" y="367943"/>
                  </a:lnTo>
                  <a:lnTo>
                    <a:pt x="6059213" y="372097"/>
                  </a:lnTo>
                  <a:lnTo>
                    <a:pt x="6054222" y="372097"/>
                  </a:lnTo>
                  <a:lnTo>
                    <a:pt x="6054222" y="372097"/>
                  </a:lnTo>
                  <a:lnTo>
                    <a:pt x="6049231" y="372097"/>
                  </a:lnTo>
                  <a:lnTo>
                    <a:pt x="6049231" y="372097"/>
                  </a:lnTo>
                  <a:lnTo>
                    <a:pt x="6044240" y="372097"/>
                  </a:lnTo>
                  <a:lnTo>
                    <a:pt x="6044240" y="372097"/>
                  </a:lnTo>
                  <a:lnTo>
                    <a:pt x="6039249" y="372097"/>
                  </a:lnTo>
                  <a:lnTo>
                    <a:pt x="6039249" y="372097"/>
                  </a:lnTo>
                  <a:lnTo>
                    <a:pt x="6034258" y="372097"/>
                  </a:lnTo>
                  <a:lnTo>
                    <a:pt x="6034258" y="372097"/>
                  </a:lnTo>
                  <a:lnTo>
                    <a:pt x="6029267" y="372097"/>
                  </a:lnTo>
                  <a:lnTo>
                    <a:pt x="6029267" y="372097"/>
                  </a:lnTo>
                  <a:lnTo>
                    <a:pt x="6024275" y="372097"/>
                  </a:lnTo>
                  <a:lnTo>
                    <a:pt x="6024275" y="372097"/>
                  </a:lnTo>
                  <a:lnTo>
                    <a:pt x="6019284" y="372097"/>
                  </a:lnTo>
                  <a:lnTo>
                    <a:pt x="6019284" y="372097"/>
                  </a:lnTo>
                  <a:lnTo>
                    <a:pt x="6014293" y="372097"/>
                  </a:lnTo>
                  <a:lnTo>
                    <a:pt x="6014293" y="372097"/>
                  </a:lnTo>
                  <a:lnTo>
                    <a:pt x="6009302" y="372097"/>
                  </a:lnTo>
                  <a:lnTo>
                    <a:pt x="6009302" y="372097"/>
                  </a:lnTo>
                  <a:lnTo>
                    <a:pt x="6004311" y="372097"/>
                  </a:lnTo>
                  <a:lnTo>
                    <a:pt x="6004311" y="372097"/>
                  </a:lnTo>
                  <a:lnTo>
                    <a:pt x="5999320" y="372097"/>
                  </a:lnTo>
                  <a:lnTo>
                    <a:pt x="5999320" y="372097"/>
                  </a:lnTo>
                  <a:lnTo>
                    <a:pt x="5994329" y="372097"/>
                  </a:lnTo>
                  <a:lnTo>
                    <a:pt x="5994329" y="372097"/>
                  </a:lnTo>
                  <a:lnTo>
                    <a:pt x="5984347" y="372097"/>
                  </a:lnTo>
                  <a:lnTo>
                    <a:pt x="5984347" y="372097"/>
                  </a:lnTo>
                  <a:lnTo>
                    <a:pt x="5974364" y="372097"/>
                  </a:lnTo>
                  <a:lnTo>
                    <a:pt x="5974364" y="372097"/>
                  </a:lnTo>
                  <a:lnTo>
                    <a:pt x="5969373" y="372097"/>
                  </a:lnTo>
                  <a:lnTo>
                    <a:pt x="5969373" y="372097"/>
                  </a:lnTo>
                  <a:lnTo>
                    <a:pt x="5964382" y="372097"/>
                  </a:lnTo>
                  <a:lnTo>
                    <a:pt x="5964382" y="372097"/>
                  </a:lnTo>
                  <a:lnTo>
                    <a:pt x="5959391" y="372097"/>
                  </a:lnTo>
                  <a:lnTo>
                    <a:pt x="5959391" y="372097"/>
                  </a:lnTo>
                  <a:lnTo>
                    <a:pt x="5954400" y="372097"/>
                  </a:lnTo>
                  <a:lnTo>
                    <a:pt x="5954400" y="372097"/>
                  </a:lnTo>
                  <a:lnTo>
                    <a:pt x="5949409" y="372097"/>
                  </a:lnTo>
                  <a:lnTo>
                    <a:pt x="5949409" y="372097"/>
                  </a:lnTo>
                  <a:lnTo>
                    <a:pt x="5944418" y="372097"/>
                  </a:lnTo>
                  <a:lnTo>
                    <a:pt x="5944418" y="372097"/>
                  </a:lnTo>
                  <a:lnTo>
                    <a:pt x="5939427" y="372097"/>
                  </a:lnTo>
                  <a:lnTo>
                    <a:pt x="5939427" y="372097"/>
                  </a:lnTo>
                  <a:lnTo>
                    <a:pt x="5934435" y="372097"/>
                  </a:lnTo>
                  <a:lnTo>
                    <a:pt x="5934435" y="372097"/>
                  </a:lnTo>
                  <a:lnTo>
                    <a:pt x="5929444" y="372097"/>
                  </a:lnTo>
                  <a:lnTo>
                    <a:pt x="5929444" y="376192"/>
                  </a:lnTo>
                  <a:lnTo>
                    <a:pt x="5924453" y="376192"/>
                  </a:lnTo>
                  <a:lnTo>
                    <a:pt x="5924453" y="376192"/>
                  </a:lnTo>
                  <a:lnTo>
                    <a:pt x="5919462" y="376192"/>
                  </a:lnTo>
                  <a:lnTo>
                    <a:pt x="5919462" y="376192"/>
                  </a:lnTo>
                  <a:lnTo>
                    <a:pt x="5914471" y="376192"/>
                  </a:lnTo>
                  <a:lnTo>
                    <a:pt x="5914471" y="376192"/>
                  </a:lnTo>
                  <a:lnTo>
                    <a:pt x="5909480" y="376192"/>
                  </a:lnTo>
                  <a:lnTo>
                    <a:pt x="5909480" y="376192"/>
                  </a:lnTo>
                  <a:lnTo>
                    <a:pt x="5904489" y="376192"/>
                  </a:lnTo>
                  <a:lnTo>
                    <a:pt x="5904489" y="380268"/>
                  </a:lnTo>
                  <a:lnTo>
                    <a:pt x="5899498" y="380268"/>
                  </a:lnTo>
                  <a:lnTo>
                    <a:pt x="5899498" y="380268"/>
                  </a:lnTo>
                  <a:lnTo>
                    <a:pt x="5894506" y="380268"/>
                  </a:lnTo>
                  <a:lnTo>
                    <a:pt x="5894506" y="380268"/>
                  </a:lnTo>
                  <a:lnTo>
                    <a:pt x="5889515" y="380268"/>
                  </a:lnTo>
                  <a:lnTo>
                    <a:pt x="5889515" y="380268"/>
                  </a:lnTo>
                  <a:lnTo>
                    <a:pt x="5884524" y="380268"/>
                  </a:lnTo>
                  <a:lnTo>
                    <a:pt x="5884524" y="384337"/>
                  </a:lnTo>
                  <a:lnTo>
                    <a:pt x="5879533" y="384337"/>
                  </a:lnTo>
                  <a:lnTo>
                    <a:pt x="5879533" y="384337"/>
                  </a:lnTo>
                  <a:lnTo>
                    <a:pt x="5874542" y="384337"/>
                  </a:lnTo>
                  <a:lnTo>
                    <a:pt x="5874542" y="388401"/>
                  </a:lnTo>
                  <a:lnTo>
                    <a:pt x="5869551" y="388401"/>
                  </a:lnTo>
                  <a:lnTo>
                    <a:pt x="5869551" y="388401"/>
                  </a:lnTo>
                  <a:lnTo>
                    <a:pt x="5864560" y="388401"/>
                  </a:lnTo>
                  <a:lnTo>
                    <a:pt x="5864560" y="388401"/>
                  </a:lnTo>
                  <a:lnTo>
                    <a:pt x="5859569" y="388401"/>
                  </a:lnTo>
                  <a:lnTo>
                    <a:pt x="5859569" y="388401"/>
                  </a:lnTo>
                  <a:lnTo>
                    <a:pt x="5854578" y="388401"/>
                  </a:lnTo>
                  <a:lnTo>
                    <a:pt x="5854578" y="388401"/>
                  </a:lnTo>
                  <a:lnTo>
                    <a:pt x="5849586" y="388401"/>
                  </a:lnTo>
                  <a:lnTo>
                    <a:pt x="5849586" y="388401"/>
                  </a:lnTo>
                  <a:lnTo>
                    <a:pt x="5844595" y="388401"/>
                  </a:lnTo>
                  <a:lnTo>
                    <a:pt x="5844595" y="392455"/>
                  </a:lnTo>
                  <a:lnTo>
                    <a:pt x="5839604" y="392455"/>
                  </a:lnTo>
                  <a:lnTo>
                    <a:pt x="5839604" y="392455"/>
                  </a:lnTo>
                  <a:lnTo>
                    <a:pt x="5834613" y="392455"/>
                  </a:lnTo>
                  <a:lnTo>
                    <a:pt x="5834613" y="392455"/>
                  </a:lnTo>
                  <a:lnTo>
                    <a:pt x="5829622" y="392455"/>
                  </a:lnTo>
                  <a:lnTo>
                    <a:pt x="5829622" y="392455"/>
                  </a:lnTo>
                  <a:lnTo>
                    <a:pt x="5824631" y="392455"/>
                  </a:lnTo>
                  <a:lnTo>
                    <a:pt x="5824631" y="392455"/>
                  </a:lnTo>
                  <a:lnTo>
                    <a:pt x="5819640" y="392455"/>
                  </a:lnTo>
                  <a:lnTo>
                    <a:pt x="5819640" y="392455"/>
                  </a:lnTo>
                  <a:lnTo>
                    <a:pt x="5814649" y="392455"/>
                  </a:lnTo>
                  <a:lnTo>
                    <a:pt x="5814649" y="396492"/>
                  </a:lnTo>
                  <a:lnTo>
                    <a:pt x="5804666" y="396492"/>
                  </a:lnTo>
                  <a:lnTo>
                    <a:pt x="5804666" y="396492"/>
                  </a:lnTo>
                  <a:lnTo>
                    <a:pt x="5799675" y="396492"/>
                  </a:lnTo>
                  <a:lnTo>
                    <a:pt x="5799675" y="396492"/>
                  </a:lnTo>
                  <a:lnTo>
                    <a:pt x="5794684" y="396492"/>
                  </a:lnTo>
                  <a:lnTo>
                    <a:pt x="5794684" y="400526"/>
                  </a:lnTo>
                  <a:lnTo>
                    <a:pt x="5789693" y="400526"/>
                  </a:lnTo>
                  <a:lnTo>
                    <a:pt x="5789693" y="400526"/>
                  </a:lnTo>
                  <a:lnTo>
                    <a:pt x="5784702" y="400526"/>
                  </a:lnTo>
                  <a:lnTo>
                    <a:pt x="5784702" y="404556"/>
                  </a:lnTo>
                  <a:lnTo>
                    <a:pt x="5779711" y="404556"/>
                  </a:lnTo>
                  <a:lnTo>
                    <a:pt x="5779711" y="408584"/>
                  </a:lnTo>
                  <a:lnTo>
                    <a:pt x="5774720" y="408584"/>
                  </a:lnTo>
                  <a:lnTo>
                    <a:pt x="5774720" y="408584"/>
                  </a:lnTo>
                  <a:lnTo>
                    <a:pt x="5769729" y="408584"/>
                  </a:lnTo>
                  <a:lnTo>
                    <a:pt x="5769729" y="408584"/>
                  </a:lnTo>
                  <a:lnTo>
                    <a:pt x="5764737" y="408584"/>
                  </a:lnTo>
                  <a:lnTo>
                    <a:pt x="5764737" y="408584"/>
                  </a:lnTo>
                  <a:lnTo>
                    <a:pt x="5759746" y="408584"/>
                  </a:lnTo>
                  <a:lnTo>
                    <a:pt x="5759746" y="408584"/>
                  </a:lnTo>
                  <a:lnTo>
                    <a:pt x="5754755" y="408584"/>
                  </a:lnTo>
                  <a:lnTo>
                    <a:pt x="5754755" y="408584"/>
                  </a:lnTo>
                  <a:lnTo>
                    <a:pt x="5749764" y="408584"/>
                  </a:lnTo>
                  <a:lnTo>
                    <a:pt x="5749764" y="408584"/>
                  </a:lnTo>
                  <a:lnTo>
                    <a:pt x="5744773" y="408584"/>
                  </a:lnTo>
                  <a:lnTo>
                    <a:pt x="5744773" y="408584"/>
                  </a:lnTo>
                  <a:lnTo>
                    <a:pt x="5739782" y="408584"/>
                  </a:lnTo>
                  <a:lnTo>
                    <a:pt x="5739782" y="408584"/>
                  </a:lnTo>
                  <a:lnTo>
                    <a:pt x="5734791" y="408584"/>
                  </a:lnTo>
                  <a:lnTo>
                    <a:pt x="5734791" y="408584"/>
                  </a:lnTo>
                  <a:lnTo>
                    <a:pt x="5729800" y="408584"/>
                  </a:lnTo>
                  <a:lnTo>
                    <a:pt x="5729800" y="408584"/>
                  </a:lnTo>
                  <a:lnTo>
                    <a:pt x="5719817" y="408584"/>
                  </a:lnTo>
                  <a:lnTo>
                    <a:pt x="5719817" y="408584"/>
                  </a:lnTo>
                  <a:lnTo>
                    <a:pt x="5714826" y="408584"/>
                  </a:lnTo>
                  <a:lnTo>
                    <a:pt x="5714826" y="408584"/>
                  </a:lnTo>
                  <a:lnTo>
                    <a:pt x="5709835" y="408584"/>
                  </a:lnTo>
                  <a:lnTo>
                    <a:pt x="5709835" y="412573"/>
                  </a:lnTo>
                  <a:lnTo>
                    <a:pt x="5704844" y="412573"/>
                  </a:lnTo>
                  <a:lnTo>
                    <a:pt x="5704844" y="412573"/>
                  </a:lnTo>
                  <a:lnTo>
                    <a:pt x="5699853" y="412573"/>
                  </a:lnTo>
                  <a:lnTo>
                    <a:pt x="5699853" y="412573"/>
                  </a:lnTo>
                  <a:lnTo>
                    <a:pt x="5694862" y="412573"/>
                  </a:lnTo>
                  <a:lnTo>
                    <a:pt x="5694862" y="412573"/>
                  </a:lnTo>
                  <a:lnTo>
                    <a:pt x="5689871" y="412573"/>
                  </a:lnTo>
                  <a:lnTo>
                    <a:pt x="5689871" y="412573"/>
                  </a:lnTo>
                  <a:lnTo>
                    <a:pt x="5684880" y="412573"/>
                  </a:lnTo>
                  <a:lnTo>
                    <a:pt x="5684880" y="412573"/>
                  </a:lnTo>
                  <a:lnTo>
                    <a:pt x="5679889" y="412573"/>
                  </a:lnTo>
                  <a:lnTo>
                    <a:pt x="5679889" y="424496"/>
                  </a:lnTo>
                  <a:lnTo>
                    <a:pt x="5674897" y="424496"/>
                  </a:lnTo>
                  <a:lnTo>
                    <a:pt x="5674897" y="424496"/>
                  </a:lnTo>
                  <a:lnTo>
                    <a:pt x="5669906" y="424496"/>
                  </a:lnTo>
                  <a:lnTo>
                    <a:pt x="5669906" y="424496"/>
                  </a:lnTo>
                  <a:lnTo>
                    <a:pt x="5664915" y="424496"/>
                  </a:lnTo>
                  <a:lnTo>
                    <a:pt x="5664915" y="424496"/>
                  </a:lnTo>
                  <a:lnTo>
                    <a:pt x="5659924" y="424496"/>
                  </a:lnTo>
                  <a:lnTo>
                    <a:pt x="5659924" y="428464"/>
                  </a:lnTo>
                  <a:lnTo>
                    <a:pt x="5654933" y="428464"/>
                  </a:lnTo>
                  <a:lnTo>
                    <a:pt x="5654933" y="428464"/>
                  </a:lnTo>
                  <a:lnTo>
                    <a:pt x="5649942" y="428464"/>
                  </a:lnTo>
                  <a:lnTo>
                    <a:pt x="5649942" y="428464"/>
                  </a:lnTo>
                  <a:lnTo>
                    <a:pt x="5644951" y="428464"/>
                  </a:lnTo>
                  <a:lnTo>
                    <a:pt x="5644951" y="428464"/>
                  </a:lnTo>
                  <a:lnTo>
                    <a:pt x="5639960" y="428464"/>
                  </a:lnTo>
                  <a:lnTo>
                    <a:pt x="5639960" y="432417"/>
                  </a:lnTo>
                  <a:lnTo>
                    <a:pt x="5634968" y="432417"/>
                  </a:lnTo>
                  <a:lnTo>
                    <a:pt x="5634968" y="432417"/>
                  </a:lnTo>
                  <a:lnTo>
                    <a:pt x="5629977" y="432417"/>
                  </a:lnTo>
                  <a:lnTo>
                    <a:pt x="5629977" y="432417"/>
                  </a:lnTo>
                  <a:lnTo>
                    <a:pt x="5624986" y="432417"/>
                  </a:lnTo>
                  <a:lnTo>
                    <a:pt x="5624986" y="432417"/>
                  </a:lnTo>
                  <a:lnTo>
                    <a:pt x="5619995" y="432417"/>
                  </a:lnTo>
                  <a:lnTo>
                    <a:pt x="5619995" y="432417"/>
                  </a:lnTo>
                  <a:lnTo>
                    <a:pt x="5615004" y="432417"/>
                  </a:lnTo>
                  <a:lnTo>
                    <a:pt x="5615004" y="432417"/>
                  </a:lnTo>
                  <a:lnTo>
                    <a:pt x="5610013" y="432417"/>
                  </a:lnTo>
                  <a:lnTo>
                    <a:pt x="5610013" y="432417"/>
                  </a:lnTo>
                  <a:lnTo>
                    <a:pt x="5605022" y="432417"/>
                  </a:lnTo>
                  <a:lnTo>
                    <a:pt x="5605022" y="432417"/>
                  </a:lnTo>
                  <a:lnTo>
                    <a:pt x="5600031" y="432417"/>
                  </a:lnTo>
                  <a:lnTo>
                    <a:pt x="5600031" y="440267"/>
                  </a:lnTo>
                  <a:lnTo>
                    <a:pt x="5595040" y="440267"/>
                  </a:lnTo>
                  <a:lnTo>
                    <a:pt x="5595040" y="440267"/>
                  </a:lnTo>
                  <a:lnTo>
                    <a:pt x="5590048" y="440267"/>
                  </a:lnTo>
                  <a:lnTo>
                    <a:pt x="5590048" y="440267"/>
                  </a:lnTo>
                  <a:lnTo>
                    <a:pt x="5585057" y="440267"/>
                  </a:lnTo>
                  <a:lnTo>
                    <a:pt x="5585057" y="440267"/>
                  </a:lnTo>
                  <a:lnTo>
                    <a:pt x="5580066" y="440267"/>
                  </a:lnTo>
                  <a:lnTo>
                    <a:pt x="5580066" y="440267"/>
                  </a:lnTo>
                  <a:lnTo>
                    <a:pt x="5575075" y="440267"/>
                  </a:lnTo>
                  <a:lnTo>
                    <a:pt x="5575075" y="444173"/>
                  </a:lnTo>
                  <a:lnTo>
                    <a:pt x="5570084" y="444173"/>
                  </a:lnTo>
                  <a:lnTo>
                    <a:pt x="5570084" y="444173"/>
                  </a:lnTo>
                  <a:lnTo>
                    <a:pt x="5565093" y="444173"/>
                  </a:lnTo>
                  <a:lnTo>
                    <a:pt x="5565093" y="448073"/>
                  </a:lnTo>
                  <a:lnTo>
                    <a:pt x="5560102" y="448073"/>
                  </a:lnTo>
                  <a:lnTo>
                    <a:pt x="5560102" y="448073"/>
                  </a:lnTo>
                  <a:lnTo>
                    <a:pt x="5555111" y="448073"/>
                  </a:lnTo>
                  <a:lnTo>
                    <a:pt x="5555111" y="451970"/>
                  </a:lnTo>
                  <a:lnTo>
                    <a:pt x="5550120" y="451970"/>
                  </a:lnTo>
                  <a:lnTo>
                    <a:pt x="5550120" y="455867"/>
                  </a:lnTo>
                  <a:lnTo>
                    <a:pt x="5545128" y="455867"/>
                  </a:lnTo>
                  <a:lnTo>
                    <a:pt x="5545128" y="459762"/>
                  </a:lnTo>
                  <a:lnTo>
                    <a:pt x="5540137" y="459762"/>
                  </a:lnTo>
                  <a:lnTo>
                    <a:pt x="5540137" y="459762"/>
                  </a:lnTo>
                  <a:lnTo>
                    <a:pt x="5535146" y="459762"/>
                  </a:lnTo>
                  <a:lnTo>
                    <a:pt x="5535146" y="463648"/>
                  </a:lnTo>
                  <a:lnTo>
                    <a:pt x="5530155" y="463648"/>
                  </a:lnTo>
                  <a:lnTo>
                    <a:pt x="5530155" y="463648"/>
                  </a:lnTo>
                  <a:lnTo>
                    <a:pt x="5525164" y="463648"/>
                  </a:lnTo>
                  <a:lnTo>
                    <a:pt x="5525164" y="467532"/>
                  </a:lnTo>
                  <a:lnTo>
                    <a:pt x="5520173" y="467532"/>
                  </a:lnTo>
                  <a:lnTo>
                    <a:pt x="5520173" y="467532"/>
                  </a:lnTo>
                  <a:lnTo>
                    <a:pt x="5515182" y="467532"/>
                  </a:lnTo>
                  <a:lnTo>
                    <a:pt x="5515182" y="467532"/>
                  </a:lnTo>
                  <a:lnTo>
                    <a:pt x="5510191" y="467532"/>
                  </a:lnTo>
                  <a:lnTo>
                    <a:pt x="5510191" y="467532"/>
                  </a:lnTo>
                  <a:lnTo>
                    <a:pt x="5505200" y="467532"/>
                  </a:lnTo>
                  <a:lnTo>
                    <a:pt x="5505200" y="467532"/>
                  </a:lnTo>
                  <a:lnTo>
                    <a:pt x="5500208" y="467532"/>
                  </a:lnTo>
                  <a:lnTo>
                    <a:pt x="5500208" y="467532"/>
                  </a:lnTo>
                  <a:lnTo>
                    <a:pt x="5495217" y="467532"/>
                  </a:lnTo>
                  <a:lnTo>
                    <a:pt x="5495217" y="471400"/>
                  </a:lnTo>
                  <a:lnTo>
                    <a:pt x="5490226" y="471400"/>
                  </a:lnTo>
                  <a:lnTo>
                    <a:pt x="5490226" y="471400"/>
                  </a:lnTo>
                  <a:lnTo>
                    <a:pt x="5485235" y="471400"/>
                  </a:lnTo>
                  <a:lnTo>
                    <a:pt x="5485235" y="471400"/>
                  </a:lnTo>
                  <a:lnTo>
                    <a:pt x="5480244" y="471400"/>
                  </a:lnTo>
                  <a:lnTo>
                    <a:pt x="5480244" y="471400"/>
                  </a:lnTo>
                  <a:lnTo>
                    <a:pt x="5475253" y="471400"/>
                  </a:lnTo>
                  <a:lnTo>
                    <a:pt x="5475253" y="471400"/>
                  </a:lnTo>
                  <a:lnTo>
                    <a:pt x="5470262" y="471400"/>
                  </a:lnTo>
                  <a:lnTo>
                    <a:pt x="5470262" y="475253"/>
                  </a:lnTo>
                  <a:lnTo>
                    <a:pt x="5465271" y="475253"/>
                  </a:lnTo>
                  <a:lnTo>
                    <a:pt x="5465271" y="475253"/>
                  </a:lnTo>
                  <a:lnTo>
                    <a:pt x="5460279" y="475253"/>
                  </a:lnTo>
                  <a:lnTo>
                    <a:pt x="5460279" y="475253"/>
                  </a:lnTo>
                  <a:lnTo>
                    <a:pt x="5455288" y="475253"/>
                  </a:lnTo>
                  <a:lnTo>
                    <a:pt x="5455288" y="475253"/>
                  </a:lnTo>
                  <a:lnTo>
                    <a:pt x="5450297" y="475253"/>
                  </a:lnTo>
                  <a:lnTo>
                    <a:pt x="5450297" y="475253"/>
                  </a:lnTo>
                  <a:lnTo>
                    <a:pt x="5445306" y="475253"/>
                  </a:lnTo>
                  <a:lnTo>
                    <a:pt x="5445306" y="475253"/>
                  </a:lnTo>
                  <a:lnTo>
                    <a:pt x="5440315" y="475253"/>
                  </a:lnTo>
                  <a:lnTo>
                    <a:pt x="5440315" y="475253"/>
                  </a:lnTo>
                  <a:lnTo>
                    <a:pt x="5435324" y="475253"/>
                  </a:lnTo>
                  <a:lnTo>
                    <a:pt x="5435324" y="475253"/>
                  </a:lnTo>
                  <a:lnTo>
                    <a:pt x="5430333" y="475253"/>
                  </a:lnTo>
                  <a:lnTo>
                    <a:pt x="5430333" y="475253"/>
                  </a:lnTo>
                  <a:lnTo>
                    <a:pt x="5425342" y="475253"/>
                  </a:lnTo>
                  <a:lnTo>
                    <a:pt x="5425342" y="475253"/>
                  </a:lnTo>
                  <a:lnTo>
                    <a:pt x="5420351" y="475253"/>
                  </a:lnTo>
                  <a:lnTo>
                    <a:pt x="5420351" y="475253"/>
                  </a:lnTo>
                  <a:lnTo>
                    <a:pt x="5415359" y="475253"/>
                  </a:lnTo>
                  <a:lnTo>
                    <a:pt x="5415359" y="475253"/>
                  </a:lnTo>
                  <a:lnTo>
                    <a:pt x="5410368" y="475253"/>
                  </a:lnTo>
                  <a:lnTo>
                    <a:pt x="5410368" y="475253"/>
                  </a:lnTo>
                  <a:lnTo>
                    <a:pt x="5405377" y="475253"/>
                  </a:lnTo>
                  <a:lnTo>
                    <a:pt x="5405377" y="475253"/>
                  </a:lnTo>
                  <a:lnTo>
                    <a:pt x="5400386" y="475253"/>
                  </a:lnTo>
                  <a:lnTo>
                    <a:pt x="5400386" y="475253"/>
                  </a:lnTo>
                  <a:lnTo>
                    <a:pt x="5395395" y="475253"/>
                  </a:lnTo>
                  <a:lnTo>
                    <a:pt x="5395395" y="475253"/>
                  </a:lnTo>
                  <a:lnTo>
                    <a:pt x="5390404" y="475253"/>
                  </a:lnTo>
                  <a:lnTo>
                    <a:pt x="5390404" y="479062"/>
                  </a:lnTo>
                  <a:lnTo>
                    <a:pt x="5385413" y="479062"/>
                  </a:lnTo>
                  <a:lnTo>
                    <a:pt x="5385413" y="479062"/>
                  </a:lnTo>
                  <a:lnTo>
                    <a:pt x="5380422" y="479062"/>
                  </a:lnTo>
                  <a:lnTo>
                    <a:pt x="5380422" y="479062"/>
                  </a:lnTo>
                  <a:lnTo>
                    <a:pt x="5375431" y="479062"/>
                  </a:lnTo>
                  <a:lnTo>
                    <a:pt x="5375431" y="479062"/>
                  </a:lnTo>
                  <a:lnTo>
                    <a:pt x="5370439" y="479062"/>
                  </a:lnTo>
                  <a:lnTo>
                    <a:pt x="5370439" y="479062"/>
                  </a:lnTo>
                  <a:lnTo>
                    <a:pt x="5365448" y="479062"/>
                  </a:lnTo>
                  <a:lnTo>
                    <a:pt x="5365448" y="479062"/>
                  </a:lnTo>
                  <a:lnTo>
                    <a:pt x="5360457" y="479062"/>
                  </a:lnTo>
                  <a:lnTo>
                    <a:pt x="5360457" y="479062"/>
                  </a:lnTo>
                  <a:lnTo>
                    <a:pt x="5355466" y="479062"/>
                  </a:lnTo>
                  <a:lnTo>
                    <a:pt x="5355466" y="479062"/>
                  </a:lnTo>
                  <a:lnTo>
                    <a:pt x="5350475" y="479062"/>
                  </a:lnTo>
                  <a:lnTo>
                    <a:pt x="5350475" y="479062"/>
                  </a:lnTo>
                  <a:lnTo>
                    <a:pt x="5345484" y="479062"/>
                  </a:lnTo>
                  <a:lnTo>
                    <a:pt x="5345484" y="479062"/>
                  </a:lnTo>
                  <a:lnTo>
                    <a:pt x="5340493" y="479062"/>
                  </a:lnTo>
                  <a:lnTo>
                    <a:pt x="5340493" y="482846"/>
                  </a:lnTo>
                  <a:lnTo>
                    <a:pt x="5335502" y="482846"/>
                  </a:lnTo>
                  <a:lnTo>
                    <a:pt x="5335502" y="482846"/>
                  </a:lnTo>
                  <a:lnTo>
                    <a:pt x="5330510" y="482846"/>
                  </a:lnTo>
                  <a:lnTo>
                    <a:pt x="5330510" y="482846"/>
                  </a:lnTo>
                  <a:lnTo>
                    <a:pt x="5325519" y="482846"/>
                  </a:lnTo>
                  <a:lnTo>
                    <a:pt x="5325519" y="482846"/>
                  </a:lnTo>
                  <a:lnTo>
                    <a:pt x="5320528" y="482846"/>
                  </a:lnTo>
                  <a:lnTo>
                    <a:pt x="5320528" y="482846"/>
                  </a:lnTo>
                  <a:lnTo>
                    <a:pt x="5315537" y="482846"/>
                  </a:lnTo>
                  <a:lnTo>
                    <a:pt x="5315537" y="482846"/>
                  </a:lnTo>
                  <a:lnTo>
                    <a:pt x="5310546" y="482846"/>
                  </a:lnTo>
                  <a:lnTo>
                    <a:pt x="5310546" y="482846"/>
                  </a:lnTo>
                  <a:lnTo>
                    <a:pt x="5305555" y="482846"/>
                  </a:lnTo>
                  <a:lnTo>
                    <a:pt x="5305555" y="486611"/>
                  </a:lnTo>
                  <a:lnTo>
                    <a:pt x="5300564" y="486611"/>
                  </a:lnTo>
                  <a:lnTo>
                    <a:pt x="5300564" y="486611"/>
                  </a:lnTo>
                  <a:lnTo>
                    <a:pt x="5295573" y="486611"/>
                  </a:lnTo>
                  <a:lnTo>
                    <a:pt x="5295573" y="486611"/>
                  </a:lnTo>
                  <a:lnTo>
                    <a:pt x="5290582" y="486611"/>
                  </a:lnTo>
                  <a:lnTo>
                    <a:pt x="5290582" y="486611"/>
                  </a:lnTo>
                  <a:lnTo>
                    <a:pt x="5285590" y="486611"/>
                  </a:lnTo>
                  <a:lnTo>
                    <a:pt x="5285590" y="486611"/>
                  </a:lnTo>
                  <a:lnTo>
                    <a:pt x="5280599" y="486611"/>
                  </a:lnTo>
                  <a:lnTo>
                    <a:pt x="5280599" y="490361"/>
                  </a:lnTo>
                  <a:lnTo>
                    <a:pt x="5275608" y="490361"/>
                  </a:lnTo>
                  <a:lnTo>
                    <a:pt x="5275608" y="490361"/>
                  </a:lnTo>
                  <a:lnTo>
                    <a:pt x="5270617" y="490361"/>
                  </a:lnTo>
                  <a:lnTo>
                    <a:pt x="5270617" y="490361"/>
                  </a:lnTo>
                  <a:lnTo>
                    <a:pt x="5265626" y="490361"/>
                  </a:lnTo>
                  <a:lnTo>
                    <a:pt x="5265626" y="490361"/>
                  </a:lnTo>
                  <a:lnTo>
                    <a:pt x="5260635" y="490361"/>
                  </a:lnTo>
                  <a:lnTo>
                    <a:pt x="5260635" y="494100"/>
                  </a:lnTo>
                  <a:lnTo>
                    <a:pt x="5255644" y="494100"/>
                  </a:lnTo>
                  <a:lnTo>
                    <a:pt x="5255644" y="494100"/>
                  </a:lnTo>
                  <a:lnTo>
                    <a:pt x="5250653" y="494100"/>
                  </a:lnTo>
                  <a:lnTo>
                    <a:pt x="5250653" y="497830"/>
                  </a:lnTo>
                  <a:lnTo>
                    <a:pt x="5245662" y="497830"/>
                  </a:lnTo>
                  <a:lnTo>
                    <a:pt x="5245662" y="497830"/>
                  </a:lnTo>
                  <a:lnTo>
                    <a:pt x="5240670" y="497830"/>
                  </a:lnTo>
                  <a:lnTo>
                    <a:pt x="5240670" y="497830"/>
                  </a:lnTo>
                  <a:lnTo>
                    <a:pt x="5235679" y="497830"/>
                  </a:lnTo>
                  <a:lnTo>
                    <a:pt x="5235679" y="497830"/>
                  </a:lnTo>
                  <a:lnTo>
                    <a:pt x="5230688" y="497830"/>
                  </a:lnTo>
                  <a:lnTo>
                    <a:pt x="5230688" y="497830"/>
                  </a:lnTo>
                  <a:lnTo>
                    <a:pt x="5225697" y="497830"/>
                  </a:lnTo>
                  <a:lnTo>
                    <a:pt x="5225697" y="497830"/>
                  </a:lnTo>
                  <a:lnTo>
                    <a:pt x="5220706" y="497830"/>
                  </a:lnTo>
                  <a:lnTo>
                    <a:pt x="5220706" y="497830"/>
                  </a:lnTo>
                  <a:lnTo>
                    <a:pt x="5215715" y="497830"/>
                  </a:lnTo>
                  <a:lnTo>
                    <a:pt x="5215715" y="501542"/>
                  </a:lnTo>
                  <a:lnTo>
                    <a:pt x="5210724" y="501542"/>
                  </a:lnTo>
                  <a:lnTo>
                    <a:pt x="5210724" y="501542"/>
                  </a:lnTo>
                  <a:lnTo>
                    <a:pt x="5205733" y="501542"/>
                  </a:lnTo>
                  <a:lnTo>
                    <a:pt x="5205733" y="501542"/>
                  </a:lnTo>
                  <a:lnTo>
                    <a:pt x="5200741" y="501542"/>
                  </a:lnTo>
                  <a:lnTo>
                    <a:pt x="5200741" y="501542"/>
                  </a:lnTo>
                  <a:lnTo>
                    <a:pt x="5195750" y="501542"/>
                  </a:lnTo>
                  <a:lnTo>
                    <a:pt x="5195750" y="501542"/>
                  </a:lnTo>
                  <a:lnTo>
                    <a:pt x="5190759" y="501542"/>
                  </a:lnTo>
                  <a:lnTo>
                    <a:pt x="5190759" y="501542"/>
                  </a:lnTo>
                  <a:lnTo>
                    <a:pt x="5185768" y="501542"/>
                  </a:lnTo>
                  <a:lnTo>
                    <a:pt x="5185768" y="505237"/>
                  </a:lnTo>
                  <a:lnTo>
                    <a:pt x="5180777" y="505237"/>
                  </a:lnTo>
                  <a:lnTo>
                    <a:pt x="5180777" y="505237"/>
                  </a:lnTo>
                  <a:lnTo>
                    <a:pt x="5175786" y="505237"/>
                  </a:lnTo>
                  <a:lnTo>
                    <a:pt x="5175786" y="505237"/>
                  </a:lnTo>
                  <a:lnTo>
                    <a:pt x="5170795" y="505237"/>
                  </a:lnTo>
                  <a:lnTo>
                    <a:pt x="5170795" y="505237"/>
                  </a:lnTo>
                  <a:lnTo>
                    <a:pt x="5165804" y="505237"/>
                  </a:lnTo>
                  <a:lnTo>
                    <a:pt x="5165804" y="505237"/>
                  </a:lnTo>
                  <a:lnTo>
                    <a:pt x="5160813" y="505237"/>
                  </a:lnTo>
                  <a:lnTo>
                    <a:pt x="5160813" y="505237"/>
                  </a:lnTo>
                  <a:lnTo>
                    <a:pt x="5155821" y="505237"/>
                  </a:lnTo>
                  <a:lnTo>
                    <a:pt x="5155821" y="516274"/>
                  </a:lnTo>
                  <a:lnTo>
                    <a:pt x="5150830" y="516274"/>
                  </a:lnTo>
                  <a:lnTo>
                    <a:pt x="5150830" y="519949"/>
                  </a:lnTo>
                  <a:lnTo>
                    <a:pt x="5145839" y="519949"/>
                  </a:lnTo>
                  <a:lnTo>
                    <a:pt x="5145839" y="519949"/>
                  </a:lnTo>
                  <a:lnTo>
                    <a:pt x="5140848" y="519949"/>
                  </a:lnTo>
                  <a:lnTo>
                    <a:pt x="5140848" y="519949"/>
                  </a:lnTo>
                  <a:lnTo>
                    <a:pt x="5135857" y="519949"/>
                  </a:lnTo>
                  <a:lnTo>
                    <a:pt x="5135857" y="523622"/>
                  </a:lnTo>
                  <a:lnTo>
                    <a:pt x="5130866" y="523622"/>
                  </a:lnTo>
                  <a:lnTo>
                    <a:pt x="5130866" y="527290"/>
                  </a:lnTo>
                  <a:lnTo>
                    <a:pt x="5125875" y="527290"/>
                  </a:lnTo>
                  <a:lnTo>
                    <a:pt x="5125875" y="530957"/>
                  </a:lnTo>
                  <a:lnTo>
                    <a:pt x="5120884" y="530957"/>
                  </a:lnTo>
                  <a:lnTo>
                    <a:pt x="5120884" y="530957"/>
                  </a:lnTo>
                  <a:lnTo>
                    <a:pt x="5115893" y="530957"/>
                  </a:lnTo>
                  <a:lnTo>
                    <a:pt x="5115893" y="534611"/>
                  </a:lnTo>
                  <a:lnTo>
                    <a:pt x="5110901" y="534611"/>
                  </a:lnTo>
                  <a:lnTo>
                    <a:pt x="5110901" y="534611"/>
                  </a:lnTo>
                  <a:lnTo>
                    <a:pt x="5105910" y="534611"/>
                  </a:lnTo>
                  <a:lnTo>
                    <a:pt x="5105910" y="534611"/>
                  </a:lnTo>
                  <a:lnTo>
                    <a:pt x="5100919" y="534611"/>
                  </a:lnTo>
                  <a:lnTo>
                    <a:pt x="5100919" y="534611"/>
                  </a:lnTo>
                  <a:lnTo>
                    <a:pt x="5095928" y="534611"/>
                  </a:lnTo>
                  <a:lnTo>
                    <a:pt x="5095928" y="534611"/>
                  </a:lnTo>
                  <a:lnTo>
                    <a:pt x="5090937" y="534611"/>
                  </a:lnTo>
                  <a:lnTo>
                    <a:pt x="5090937" y="534611"/>
                  </a:lnTo>
                  <a:lnTo>
                    <a:pt x="5085946" y="534611"/>
                  </a:lnTo>
                  <a:lnTo>
                    <a:pt x="5085946" y="541891"/>
                  </a:lnTo>
                  <a:lnTo>
                    <a:pt x="5080955" y="541891"/>
                  </a:lnTo>
                  <a:lnTo>
                    <a:pt x="5080955" y="541891"/>
                  </a:lnTo>
                  <a:lnTo>
                    <a:pt x="5075964" y="541891"/>
                  </a:lnTo>
                  <a:lnTo>
                    <a:pt x="5075964" y="541891"/>
                  </a:lnTo>
                  <a:lnTo>
                    <a:pt x="5070972" y="541891"/>
                  </a:lnTo>
                  <a:lnTo>
                    <a:pt x="5070972" y="541891"/>
                  </a:lnTo>
                  <a:lnTo>
                    <a:pt x="5065981" y="541891"/>
                  </a:lnTo>
                  <a:lnTo>
                    <a:pt x="5065981" y="541891"/>
                  </a:lnTo>
                  <a:lnTo>
                    <a:pt x="5060990" y="541891"/>
                  </a:lnTo>
                  <a:lnTo>
                    <a:pt x="5060990" y="541891"/>
                  </a:lnTo>
                  <a:lnTo>
                    <a:pt x="5055999" y="541891"/>
                  </a:lnTo>
                  <a:lnTo>
                    <a:pt x="5055999" y="541891"/>
                  </a:lnTo>
                  <a:lnTo>
                    <a:pt x="5051008" y="541891"/>
                  </a:lnTo>
                  <a:lnTo>
                    <a:pt x="5051008" y="541891"/>
                  </a:lnTo>
                  <a:lnTo>
                    <a:pt x="5046017" y="541891"/>
                  </a:lnTo>
                  <a:lnTo>
                    <a:pt x="5046017" y="541891"/>
                  </a:lnTo>
                  <a:lnTo>
                    <a:pt x="5041026" y="541891"/>
                  </a:lnTo>
                  <a:lnTo>
                    <a:pt x="5041026" y="541891"/>
                  </a:lnTo>
                  <a:lnTo>
                    <a:pt x="5036035" y="541891"/>
                  </a:lnTo>
                  <a:lnTo>
                    <a:pt x="5036035" y="541891"/>
                  </a:lnTo>
                  <a:lnTo>
                    <a:pt x="5031044" y="541891"/>
                  </a:lnTo>
                  <a:lnTo>
                    <a:pt x="5031044" y="541891"/>
                  </a:lnTo>
                  <a:lnTo>
                    <a:pt x="5026052" y="541891"/>
                  </a:lnTo>
                  <a:lnTo>
                    <a:pt x="5026052" y="541891"/>
                  </a:lnTo>
                  <a:lnTo>
                    <a:pt x="5021061" y="541891"/>
                  </a:lnTo>
                  <a:lnTo>
                    <a:pt x="5021061" y="541891"/>
                  </a:lnTo>
                  <a:lnTo>
                    <a:pt x="5016070" y="541891"/>
                  </a:lnTo>
                  <a:lnTo>
                    <a:pt x="5016070" y="541891"/>
                  </a:lnTo>
                  <a:lnTo>
                    <a:pt x="5011079" y="541891"/>
                  </a:lnTo>
                  <a:lnTo>
                    <a:pt x="5011079" y="541891"/>
                  </a:lnTo>
                  <a:lnTo>
                    <a:pt x="5006088" y="541891"/>
                  </a:lnTo>
                  <a:lnTo>
                    <a:pt x="5006088" y="541891"/>
                  </a:lnTo>
                  <a:lnTo>
                    <a:pt x="5001097" y="541891"/>
                  </a:lnTo>
                  <a:lnTo>
                    <a:pt x="5001097" y="541891"/>
                  </a:lnTo>
                  <a:lnTo>
                    <a:pt x="4996106" y="541891"/>
                  </a:lnTo>
                  <a:lnTo>
                    <a:pt x="4996106" y="545488"/>
                  </a:lnTo>
                  <a:lnTo>
                    <a:pt x="4991115" y="545488"/>
                  </a:lnTo>
                  <a:lnTo>
                    <a:pt x="4991115" y="549084"/>
                  </a:lnTo>
                  <a:lnTo>
                    <a:pt x="4986124" y="549084"/>
                  </a:lnTo>
                  <a:lnTo>
                    <a:pt x="4986124" y="549084"/>
                  </a:lnTo>
                  <a:lnTo>
                    <a:pt x="4981132" y="549084"/>
                  </a:lnTo>
                  <a:lnTo>
                    <a:pt x="4981132" y="556262"/>
                  </a:lnTo>
                  <a:lnTo>
                    <a:pt x="4976141" y="556262"/>
                  </a:lnTo>
                  <a:lnTo>
                    <a:pt x="4976141" y="556262"/>
                  </a:lnTo>
                  <a:lnTo>
                    <a:pt x="4971150" y="556262"/>
                  </a:lnTo>
                  <a:lnTo>
                    <a:pt x="4971150" y="556262"/>
                  </a:lnTo>
                  <a:lnTo>
                    <a:pt x="4966159" y="556262"/>
                  </a:lnTo>
                  <a:lnTo>
                    <a:pt x="4966159" y="556262"/>
                  </a:lnTo>
                  <a:lnTo>
                    <a:pt x="4961168" y="556262"/>
                  </a:lnTo>
                  <a:lnTo>
                    <a:pt x="4961168" y="556262"/>
                  </a:lnTo>
                  <a:lnTo>
                    <a:pt x="4956177" y="556262"/>
                  </a:lnTo>
                  <a:lnTo>
                    <a:pt x="4956177" y="556262"/>
                  </a:lnTo>
                  <a:lnTo>
                    <a:pt x="4951186" y="556262"/>
                  </a:lnTo>
                  <a:lnTo>
                    <a:pt x="4951186" y="559837"/>
                  </a:lnTo>
                  <a:lnTo>
                    <a:pt x="4946195" y="559837"/>
                  </a:lnTo>
                  <a:lnTo>
                    <a:pt x="4946195" y="559837"/>
                  </a:lnTo>
                  <a:lnTo>
                    <a:pt x="4941203" y="559837"/>
                  </a:lnTo>
                  <a:lnTo>
                    <a:pt x="4941203" y="559837"/>
                  </a:lnTo>
                  <a:lnTo>
                    <a:pt x="4936212" y="559837"/>
                  </a:lnTo>
                  <a:lnTo>
                    <a:pt x="4936212" y="559837"/>
                  </a:lnTo>
                  <a:lnTo>
                    <a:pt x="4931221" y="559837"/>
                  </a:lnTo>
                  <a:lnTo>
                    <a:pt x="4931221" y="559837"/>
                  </a:lnTo>
                  <a:lnTo>
                    <a:pt x="4926230" y="559837"/>
                  </a:lnTo>
                  <a:lnTo>
                    <a:pt x="4926230" y="559837"/>
                  </a:lnTo>
                  <a:lnTo>
                    <a:pt x="4921239" y="559837"/>
                  </a:lnTo>
                  <a:lnTo>
                    <a:pt x="4921239" y="563402"/>
                  </a:lnTo>
                  <a:lnTo>
                    <a:pt x="4916248" y="563402"/>
                  </a:lnTo>
                  <a:lnTo>
                    <a:pt x="4916248" y="563402"/>
                  </a:lnTo>
                  <a:lnTo>
                    <a:pt x="4911257" y="563402"/>
                  </a:lnTo>
                  <a:lnTo>
                    <a:pt x="4911257" y="566959"/>
                  </a:lnTo>
                  <a:lnTo>
                    <a:pt x="4906266" y="566959"/>
                  </a:lnTo>
                  <a:lnTo>
                    <a:pt x="4906266" y="566959"/>
                  </a:lnTo>
                  <a:lnTo>
                    <a:pt x="4901275" y="566959"/>
                  </a:lnTo>
                  <a:lnTo>
                    <a:pt x="4901275" y="570505"/>
                  </a:lnTo>
                  <a:lnTo>
                    <a:pt x="4896283" y="570505"/>
                  </a:lnTo>
                  <a:lnTo>
                    <a:pt x="4896283" y="570505"/>
                  </a:lnTo>
                  <a:lnTo>
                    <a:pt x="4891292" y="570505"/>
                  </a:lnTo>
                  <a:lnTo>
                    <a:pt x="4891292" y="570505"/>
                  </a:lnTo>
                  <a:lnTo>
                    <a:pt x="4886301" y="570505"/>
                  </a:lnTo>
                  <a:lnTo>
                    <a:pt x="4886301" y="574048"/>
                  </a:lnTo>
                  <a:lnTo>
                    <a:pt x="4881310" y="574048"/>
                  </a:lnTo>
                  <a:lnTo>
                    <a:pt x="4881310" y="574048"/>
                  </a:lnTo>
                  <a:lnTo>
                    <a:pt x="4876319" y="574048"/>
                  </a:lnTo>
                  <a:lnTo>
                    <a:pt x="4876319" y="574048"/>
                  </a:lnTo>
                  <a:lnTo>
                    <a:pt x="4871328" y="574048"/>
                  </a:lnTo>
                  <a:lnTo>
                    <a:pt x="4871328" y="574048"/>
                  </a:lnTo>
                  <a:lnTo>
                    <a:pt x="4866337" y="574048"/>
                  </a:lnTo>
                  <a:lnTo>
                    <a:pt x="4866337" y="577582"/>
                  </a:lnTo>
                  <a:lnTo>
                    <a:pt x="4861346" y="577582"/>
                  </a:lnTo>
                  <a:lnTo>
                    <a:pt x="4861346" y="581112"/>
                  </a:lnTo>
                  <a:lnTo>
                    <a:pt x="4856355" y="581112"/>
                  </a:lnTo>
                  <a:lnTo>
                    <a:pt x="4856355" y="584641"/>
                  </a:lnTo>
                  <a:lnTo>
                    <a:pt x="4851363" y="584641"/>
                  </a:lnTo>
                  <a:lnTo>
                    <a:pt x="4851363" y="591698"/>
                  </a:lnTo>
                  <a:lnTo>
                    <a:pt x="4846372" y="591698"/>
                  </a:lnTo>
                  <a:lnTo>
                    <a:pt x="4846372" y="591698"/>
                  </a:lnTo>
                  <a:lnTo>
                    <a:pt x="4841381" y="591698"/>
                  </a:lnTo>
                  <a:lnTo>
                    <a:pt x="4841381" y="595222"/>
                  </a:lnTo>
                  <a:lnTo>
                    <a:pt x="4836390" y="595222"/>
                  </a:lnTo>
                  <a:lnTo>
                    <a:pt x="4836390" y="595222"/>
                  </a:lnTo>
                  <a:lnTo>
                    <a:pt x="4831399" y="595222"/>
                  </a:lnTo>
                  <a:lnTo>
                    <a:pt x="4831399" y="598739"/>
                  </a:lnTo>
                  <a:lnTo>
                    <a:pt x="4826408" y="598739"/>
                  </a:lnTo>
                  <a:lnTo>
                    <a:pt x="4826408" y="598739"/>
                  </a:lnTo>
                  <a:lnTo>
                    <a:pt x="4821417" y="598739"/>
                  </a:lnTo>
                  <a:lnTo>
                    <a:pt x="4821417" y="598739"/>
                  </a:lnTo>
                  <a:lnTo>
                    <a:pt x="4816426" y="598739"/>
                  </a:lnTo>
                  <a:lnTo>
                    <a:pt x="4816426" y="598739"/>
                  </a:lnTo>
                  <a:lnTo>
                    <a:pt x="4811434" y="598739"/>
                  </a:lnTo>
                  <a:lnTo>
                    <a:pt x="4811434" y="598739"/>
                  </a:lnTo>
                  <a:lnTo>
                    <a:pt x="4806443" y="598739"/>
                  </a:lnTo>
                  <a:lnTo>
                    <a:pt x="4806443" y="602250"/>
                  </a:lnTo>
                  <a:lnTo>
                    <a:pt x="4801452" y="602250"/>
                  </a:lnTo>
                  <a:lnTo>
                    <a:pt x="4801452" y="602250"/>
                  </a:lnTo>
                  <a:lnTo>
                    <a:pt x="4796461" y="602250"/>
                  </a:lnTo>
                  <a:lnTo>
                    <a:pt x="4796461" y="602250"/>
                  </a:lnTo>
                  <a:lnTo>
                    <a:pt x="4791470" y="602250"/>
                  </a:lnTo>
                  <a:lnTo>
                    <a:pt x="4791470" y="602250"/>
                  </a:lnTo>
                  <a:lnTo>
                    <a:pt x="4786479" y="602250"/>
                  </a:lnTo>
                  <a:lnTo>
                    <a:pt x="4786479" y="602250"/>
                  </a:lnTo>
                  <a:lnTo>
                    <a:pt x="4781488" y="602250"/>
                  </a:lnTo>
                  <a:lnTo>
                    <a:pt x="4781488" y="602250"/>
                  </a:lnTo>
                  <a:lnTo>
                    <a:pt x="4776497" y="602250"/>
                  </a:lnTo>
                  <a:lnTo>
                    <a:pt x="4776497" y="602250"/>
                  </a:lnTo>
                  <a:lnTo>
                    <a:pt x="4771506" y="602250"/>
                  </a:lnTo>
                  <a:lnTo>
                    <a:pt x="4771506" y="602250"/>
                  </a:lnTo>
                  <a:lnTo>
                    <a:pt x="4766514" y="602250"/>
                  </a:lnTo>
                  <a:lnTo>
                    <a:pt x="4766514" y="602250"/>
                  </a:lnTo>
                  <a:lnTo>
                    <a:pt x="4761523" y="602250"/>
                  </a:lnTo>
                  <a:lnTo>
                    <a:pt x="4761523" y="602250"/>
                  </a:lnTo>
                  <a:lnTo>
                    <a:pt x="4756532" y="602250"/>
                  </a:lnTo>
                  <a:lnTo>
                    <a:pt x="4756532" y="602250"/>
                  </a:lnTo>
                  <a:lnTo>
                    <a:pt x="4751541" y="602250"/>
                  </a:lnTo>
                  <a:lnTo>
                    <a:pt x="4751541" y="602250"/>
                  </a:lnTo>
                  <a:lnTo>
                    <a:pt x="4746550" y="602250"/>
                  </a:lnTo>
                  <a:lnTo>
                    <a:pt x="4746550" y="605727"/>
                  </a:lnTo>
                  <a:lnTo>
                    <a:pt x="4741559" y="605727"/>
                  </a:lnTo>
                  <a:lnTo>
                    <a:pt x="4741559" y="605727"/>
                  </a:lnTo>
                  <a:lnTo>
                    <a:pt x="4736568" y="605727"/>
                  </a:lnTo>
                  <a:lnTo>
                    <a:pt x="4736568" y="609200"/>
                  </a:lnTo>
                  <a:lnTo>
                    <a:pt x="4731577" y="609200"/>
                  </a:lnTo>
                  <a:lnTo>
                    <a:pt x="4731577" y="609200"/>
                  </a:lnTo>
                  <a:lnTo>
                    <a:pt x="4726586" y="609200"/>
                  </a:lnTo>
                  <a:lnTo>
                    <a:pt x="4726586" y="612667"/>
                  </a:lnTo>
                  <a:lnTo>
                    <a:pt x="4721594" y="612667"/>
                  </a:lnTo>
                  <a:lnTo>
                    <a:pt x="4721594" y="612667"/>
                  </a:lnTo>
                  <a:lnTo>
                    <a:pt x="4716603" y="612667"/>
                  </a:lnTo>
                  <a:lnTo>
                    <a:pt x="4716603" y="612667"/>
                  </a:lnTo>
                  <a:lnTo>
                    <a:pt x="4711612" y="612667"/>
                  </a:lnTo>
                  <a:lnTo>
                    <a:pt x="4711612" y="612667"/>
                  </a:lnTo>
                  <a:lnTo>
                    <a:pt x="4706621" y="612667"/>
                  </a:lnTo>
                  <a:lnTo>
                    <a:pt x="4706621" y="616131"/>
                  </a:lnTo>
                  <a:lnTo>
                    <a:pt x="4701630" y="616131"/>
                  </a:lnTo>
                  <a:lnTo>
                    <a:pt x="4701630" y="616131"/>
                  </a:lnTo>
                  <a:lnTo>
                    <a:pt x="4696639" y="616131"/>
                  </a:lnTo>
                  <a:lnTo>
                    <a:pt x="4696639" y="619590"/>
                  </a:lnTo>
                  <a:lnTo>
                    <a:pt x="4691648" y="619590"/>
                  </a:lnTo>
                  <a:lnTo>
                    <a:pt x="4691648" y="619590"/>
                  </a:lnTo>
                  <a:lnTo>
                    <a:pt x="4686657" y="619590"/>
                  </a:lnTo>
                  <a:lnTo>
                    <a:pt x="4686657" y="619590"/>
                  </a:lnTo>
                  <a:lnTo>
                    <a:pt x="4681666" y="619590"/>
                  </a:lnTo>
                  <a:lnTo>
                    <a:pt x="4681666" y="623045"/>
                  </a:lnTo>
                  <a:lnTo>
                    <a:pt x="4676674" y="623045"/>
                  </a:lnTo>
                  <a:lnTo>
                    <a:pt x="4676674" y="623045"/>
                  </a:lnTo>
                  <a:lnTo>
                    <a:pt x="4671683" y="623045"/>
                  </a:lnTo>
                  <a:lnTo>
                    <a:pt x="4671683" y="623045"/>
                  </a:lnTo>
                  <a:lnTo>
                    <a:pt x="4666692" y="623045"/>
                  </a:lnTo>
                  <a:lnTo>
                    <a:pt x="4666692" y="623045"/>
                  </a:lnTo>
                  <a:lnTo>
                    <a:pt x="4661701" y="623045"/>
                  </a:lnTo>
                  <a:lnTo>
                    <a:pt x="4661701" y="626489"/>
                  </a:lnTo>
                  <a:lnTo>
                    <a:pt x="4656710" y="626489"/>
                  </a:lnTo>
                  <a:lnTo>
                    <a:pt x="4656710" y="626489"/>
                  </a:lnTo>
                  <a:lnTo>
                    <a:pt x="4651719" y="626489"/>
                  </a:lnTo>
                  <a:lnTo>
                    <a:pt x="4651719" y="626489"/>
                  </a:lnTo>
                  <a:lnTo>
                    <a:pt x="4646728" y="626489"/>
                  </a:lnTo>
                  <a:lnTo>
                    <a:pt x="4646728" y="626489"/>
                  </a:lnTo>
                  <a:lnTo>
                    <a:pt x="4641737" y="626489"/>
                  </a:lnTo>
                  <a:lnTo>
                    <a:pt x="4641737" y="626489"/>
                  </a:lnTo>
                  <a:lnTo>
                    <a:pt x="4636745" y="626489"/>
                  </a:lnTo>
                  <a:lnTo>
                    <a:pt x="4636745" y="626489"/>
                  </a:lnTo>
                  <a:lnTo>
                    <a:pt x="4631754" y="626489"/>
                  </a:lnTo>
                  <a:lnTo>
                    <a:pt x="4631754" y="626489"/>
                  </a:lnTo>
                  <a:lnTo>
                    <a:pt x="4626763" y="626489"/>
                  </a:lnTo>
                  <a:lnTo>
                    <a:pt x="4626763" y="629919"/>
                  </a:lnTo>
                  <a:lnTo>
                    <a:pt x="4621772" y="629919"/>
                  </a:lnTo>
                  <a:lnTo>
                    <a:pt x="4621772" y="629919"/>
                  </a:lnTo>
                  <a:lnTo>
                    <a:pt x="4616781" y="629919"/>
                  </a:lnTo>
                  <a:lnTo>
                    <a:pt x="4616781" y="629919"/>
                  </a:lnTo>
                  <a:lnTo>
                    <a:pt x="4611790" y="629919"/>
                  </a:lnTo>
                  <a:lnTo>
                    <a:pt x="4611790" y="633342"/>
                  </a:lnTo>
                  <a:lnTo>
                    <a:pt x="4606799" y="633342"/>
                  </a:lnTo>
                  <a:lnTo>
                    <a:pt x="4606799" y="633342"/>
                  </a:lnTo>
                  <a:lnTo>
                    <a:pt x="4601808" y="633342"/>
                  </a:lnTo>
                  <a:lnTo>
                    <a:pt x="4601808" y="633342"/>
                  </a:lnTo>
                  <a:lnTo>
                    <a:pt x="4596817" y="633342"/>
                  </a:lnTo>
                  <a:lnTo>
                    <a:pt x="4596817" y="633342"/>
                  </a:lnTo>
                  <a:lnTo>
                    <a:pt x="4591825" y="633342"/>
                  </a:lnTo>
                  <a:lnTo>
                    <a:pt x="4591825" y="633342"/>
                  </a:lnTo>
                  <a:lnTo>
                    <a:pt x="4586834" y="633342"/>
                  </a:lnTo>
                  <a:lnTo>
                    <a:pt x="4586834" y="633342"/>
                  </a:lnTo>
                  <a:lnTo>
                    <a:pt x="4581843" y="633342"/>
                  </a:lnTo>
                  <a:lnTo>
                    <a:pt x="4581843" y="633342"/>
                  </a:lnTo>
                  <a:lnTo>
                    <a:pt x="4576852" y="633342"/>
                  </a:lnTo>
                  <a:lnTo>
                    <a:pt x="4576852" y="633342"/>
                  </a:lnTo>
                  <a:lnTo>
                    <a:pt x="4571861" y="633342"/>
                  </a:lnTo>
                  <a:lnTo>
                    <a:pt x="4571861" y="633342"/>
                  </a:lnTo>
                  <a:lnTo>
                    <a:pt x="4566870" y="633342"/>
                  </a:lnTo>
                  <a:lnTo>
                    <a:pt x="4566870" y="633342"/>
                  </a:lnTo>
                  <a:lnTo>
                    <a:pt x="4561879" y="633342"/>
                  </a:lnTo>
                  <a:lnTo>
                    <a:pt x="4561879" y="640143"/>
                  </a:lnTo>
                  <a:lnTo>
                    <a:pt x="4556888" y="640143"/>
                  </a:lnTo>
                  <a:lnTo>
                    <a:pt x="4556888" y="640143"/>
                  </a:lnTo>
                  <a:lnTo>
                    <a:pt x="4551897" y="640143"/>
                  </a:lnTo>
                  <a:lnTo>
                    <a:pt x="4551897" y="643539"/>
                  </a:lnTo>
                  <a:lnTo>
                    <a:pt x="4546905" y="643539"/>
                  </a:lnTo>
                  <a:lnTo>
                    <a:pt x="4546905" y="643539"/>
                  </a:lnTo>
                  <a:lnTo>
                    <a:pt x="4541914" y="643539"/>
                  </a:lnTo>
                  <a:lnTo>
                    <a:pt x="4541914" y="643539"/>
                  </a:lnTo>
                  <a:lnTo>
                    <a:pt x="4536923" y="643539"/>
                  </a:lnTo>
                  <a:lnTo>
                    <a:pt x="4536923" y="643539"/>
                  </a:lnTo>
                  <a:lnTo>
                    <a:pt x="4531932" y="643539"/>
                  </a:lnTo>
                  <a:lnTo>
                    <a:pt x="4531932" y="643539"/>
                  </a:lnTo>
                  <a:lnTo>
                    <a:pt x="4526941" y="643539"/>
                  </a:lnTo>
                  <a:lnTo>
                    <a:pt x="4526941" y="646922"/>
                  </a:lnTo>
                  <a:lnTo>
                    <a:pt x="4521950" y="646922"/>
                  </a:lnTo>
                  <a:lnTo>
                    <a:pt x="4521950" y="650303"/>
                  </a:lnTo>
                  <a:lnTo>
                    <a:pt x="4516959" y="650303"/>
                  </a:lnTo>
                  <a:lnTo>
                    <a:pt x="4516959" y="653678"/>
                  </a:lnTo>
                  <a:lnTo>
                    <a:pt x="4511968" y="653678"/>
                  </a:lnTo>
                  <a:lnTo>
                    <a:pt x="4511968" y="653678"/>
                  </a:lnTo>
                  <a:lnTo>
                    <a:pt x="4506976" y="653678"/>
                  </a:lnTo>
                  <a:lnTo>
                    <a:pt x="4506976" y="653678"/>
                  </a:lnTo>
                  <a:lnTo>
                    <a:pt x="4501985" y="653678"/>
                  </a:lnTo>
                  <a:lnTo>
                    <a:pt x="4501985" y="657049"/>
                  </a:lnTo>
                  <a:lnTo>
                    <a:pt x="4496994" y="657049"/>
                  </a:lnTo>
                  <a:lnTo>
                    <a:pt x="4496994" y="657049"/>
                  </a:lnTo>
                  <a:lnTo>
                    <a:pt x="4492003" y="657049"/>
                  </a:lnTo>
                  <a:lnTo>
                    <a:pt x="4492003" y="657049"/>
                  </a:lnTo>
                  <a:lnTo>
                    <a:pt x="4487012" y="657049"/>
                  </a:lnTo>
                  <a:lnTo>
                    <a:pt x="4487012" y="657049"/>
                  </a:lnTo>
                  <a:lnTo>
                    <a:pt x="4482021" y="657049"/>
                  </a:lnTo>
                  <a:lnTo>
                    <a:pt x="4482021" y="660399"/>
                  </a:lnTo>
                  <a:lnTo>
                    <a:pt x="4477030" y="660399"/>
                  </a:lnTo>
                  <a:lnTo>
                    <a:pt x="4477030" y="663748"/>
                  </a:lnTo>
                  <a:lnTo>
                    <a:pt x="4472039" y="663748"/>
                  </a:lnTo>
                  <a:lnTo>
                    <a:pt x="4472039" y="663748"/>
                  </a:lnTo>
                  <a:lnTo>
                    <a:pt x="4467048" y="663748"/>
                  </a:lnTo>
                  <a:lnTo>
                    <a:pt x="4467048" y="663748"/>
                  </a:lnTo>
                  <a:lnTo>
                    <a:pt x="4462056" y="663748"/>
                  </a:lnTo>
                  <a:lnTo>
                    <a:pt x="4462056" y="663748"/>
                  </a:lnTo>
                  <a:lnTo>
                    <a:pt x="4457065" y="663748"/>
                  </a:lnTo>
                  <a:lnTo>
                    <a:pt x="4457065" y="667083"/>
                  </a:lnTo>
                  <a:lnTo>
                    <a:pt x="4452074" y="667083"/>
                  </a:lnTo>
                  <a:lnTo>
                    <a:pt x="4452074" y="670416"/>
                  </a:lnTo>
                  <a:lnTo>
                    <a:pt x="4447083" y="670416"/>
                  </a:lnTo>
                  <a:lnTo>
                    <a:pt x="4447083" y="670416"/>
                  </a:lnTo>
                  <a:lnTo>
                    <a:pt x="4442092" y="670416"/>
                  </a:lnTo>
                  <a:lnTo>
                    <a:pt x="4442092" y="670416"/>
                  </a:lnTo>
                  <a:lnTo>
                    <a:pt x="4437101" y="670416"/>
                  </a:lnTo>
                  <a:lnTo>
                    <a:pt x="4437101" y="670416"/>
                  </a:lnTo>
                  <a:lnTo>
                    <a:pt x="4432110" y="670416"/>
                  </a:lnTo>
                  <a:lnTo>
                    <a:pt x="4432110" y="670416"/>
                  </a:lnTo>
                  <a:lnTo>
                    <a:pt x="4427119" y="670416"/>
                  </a:lnTo>
                  <a:lnTo>
                    <a:pt x="4427119" y="673738"/>
                  </a:lnTo>
                  <a:lnTo>
                    <a:pt x="4422128" y="673738"/>
                  </a:lnTo>
                  <a:lnTo>
                    <a:pt x="4422128" y="677053"/>
                  </a:lnTo>
                  <a:lnTo>
                    <a:pt x="4417136" y="677053"/>
                  </a:lnTo>
                  <a:lnTo>
                    <a:pt x="4417136" y="677053"/>
                  </a:lnTo>
                  <a:lnTo>
                    <a:pt x="4412145" y="677053"/>
                  </a:lnTo>
                  <a:lnTo>
                    <a:pt x="4412145" y="680363"/>
                  </a:lnTo>
                  <a:lnTo>
                    <a:pt x="4407154" y="680363"/>
                  </a:lnTo>
                  <a:lnTo>
                    <a:pt x="4407154" y="680363"/>
                  </a:lnTo>
                  <a:lnTo>
                    <a:pt x="4402163" y="680363"/>
                  </a:lnTo>
                  <a:lnTo>
                    <a:pt x="4402163" y="680363"/>
                  </a:lnTo>
                  <a:lnTo>
                    <a:pt x="4397172" y="680363"/>
                  </a:lnTo>
                  <a:lnTo>
                    <a:pt x="4397172" y="680363"/>
                  </a:lnTo>
                  <a:lnTo>
                    <a:pt x="4392181" y="680363"/>
                  </a:lnTo>
                  <a:lnTo>
                    <a:pt x="4392181" y="680363"/>
                  </a:lnTo>
                  <a:lnTo>
                    <a:pt x="4387190" y="680363"/>
                  </a:lnTo>
                  <a:lnTo>
                    <a:pt x="4387190" y="683665"/>
                  </a:lnTo>
                  <a:lnTo>
                    <a:pt x="4382199" y="683665"/>
                  </a:lnTo>
                  <a:lnTo>
                    <a:pt x="4382199" y="683665"/>
                  </a:lnTo>
                  <a:lnTo>
                    <a:pt x="4377207" y="683665"/>
                  </a:lnTo>
                  <a:lnTo>
                    <a:pt x="4377207" y="683665"/>
                  </a:lnTo>
                  <a:lnTo>
                    <a:pt x="4372216" y="683665"/>
                  </a:lnTo>
                  <a:lnTo>
                    <a:pt x="4372216" y="686962"/>
                  </a:lnTo>
                  <a:lnTo>
                    <a:pt x="4367225" y="686962"/>
                  </a:lnTo>
                  <a:lnTo>
                    <a:pt x="4367225" y="686962"/>
                  </a:lnTo>
                  <a:lnTo>
                    <a:pt x="4362234" y="686962"/>
                  </a:lnTo>
                  <a:lnTo>
                    <a:pt x="4362234" y="686962"/>
                  </a:lnTo>
                  <a:lnTo>
                    <a:pt x="4357243" y="686962"/>
                  </a:lnTo>
                  <a:lnTo>
                    <a:pt x="4357243" y="686962"/>
                  </a:lnTo>
                  <a:lnTo>
                    <a:pt x="4352252" y="686962"/>
                  </a:lnTo>
                  <a:lnTo>
                    <a:pt x="4352252" y="696823"/>
                  </a:lnTo>
                  <a:lnTo>
                    <a:pt x="4347261" y="696823"/>
                  </a:lnTo>
                  <a:lnTo>
                    <a:pt x="4347261" y="696823"/>
                  </a:lnTo>
                  <a:lnTo>
                    <a:pt x="4342270" y="696823"/>
                  </a:lnTo>
                  <a:lnTo>
                    <a:pt x="4342270" y="696823"/>
                  </a:lnTo>
                  <a:lnTo>
                    <a:pt x="4337279" y="696823"/>
                  </a:lnTo>
                  <a:lnTo>
                    <a:pt x="4337279" y="696823"/>
                  </a:lnTo>
                  <a:lnTo>
                    <a:pt x="4332287" y="696823"/>
                  </a:lnTo>
                  <a:lnTo>
                    <a:pt x="4332287" y="696823"/>
                  </a:lnTo>
                  <a:lnTo>
                    <a:pt x="4327296" y="696823"/>
                  </a:lnTo>
                  <a:lnTo>
                    <a:pt x="4327296" y="700098"/>
                  </a:lnTo>
                  <a:lnTo>
                    <a:pt x="4322305" y="700098"/>
                  </a:lnTo>
                  <a:lnTo>
                    <a:pt x="4322305" y="700098"/>
                  </a:lnTo>
                  <a:lnTo>
                    <a:pt x="4317314" y="700098"/>
                  </a:lnTo>
                  <a:lnTo>
                    <a:pt x="4317314" y="700098"/>
                  </a:lnTo>
                  <a:lnTo>
                    <a:pt x="4312323" y="700098"/>
                  </a:lnTo>
                  <a:lnTo>
                    <a:pt x="4312323" y="706632"/>
                  </a:lnTo>
                  <a:lnTo>
                    <a:pt x="4307332" y="706632"/>
                  </a:lnTo>
                  <a:lnTo>
                    <a:pt x="4307332" y="706632"/>
                  </a:lnTo>
                  <a:lnTo>
                    <a:pt x="4302341" y="706632"/>
                  </a:lnTo>
                  <a:lnTo>
                    <a:pt x="4302341" y="709897"/>
                  </a:lnTo>
                  <a:lnTo>
                    <a:pt x="4297350" y="709897"/>
                  </a:lnTo>
                  <a:lnTo>
                    <a:pt x="4297350" y="709897"/>
                  </a:lnTo>
                  <a:lnTo>
                    <a:pt x="4292359" y="709897"/>
                  </a:lnTo>
                  <a:lnTo>
                    <a:pt x="4292359" y="709897"/>
                  </a:lnTo>
                  <a:lnTo>
                    <a:pt x="4287367" y="709897"/>
                  </a:lnTo>
                  <a:lnTo>
                    <a:pt x="4287367" y="709897"/>
                  </a:lnTo>
                  <a:lnTo>
                    <a:pt x="4282376" y="709897"/>
                  </a:lnTo>
                  <a:lnTo>
                    <a:pt x="4282376" y="709897"/>
                  </a:lnTo>
                  <a:lnTo>
                    <a:pt x="4277385" y="709897"/>
                  </a:lnTo>
                  <a:lnTo>
                    <a:pt x="4277385" y="709897"/>
                  </a:lnTo>
                  <a:lnTo>
                    <a:pt x="4272394" y="709897"/>
                  </a:lnTo>
                  <a:lnTo>
                    <a:pt x="4272394" y="709897"/>
                  </a:lnTo>
                  <a:lnTo>
                    <a:pt x="4267403" y="709897"/>
                  </a:lnTo>
                  <a:lnTo>
                    <a:pt x="4267403" y="709897"/>
                  </a:lnTo>
                  <a:lnTo>
                    <a:pt x="4262412" y="709897"/>
                  </a:lnTo>
                  <a:lnTo>
                    <a:pt x="4262412" y="709897"/>
                  </a:lnTo>
                  <a:lnTo>
                    <a:pt x="4257421" y="709897"/>
                  </a:lnTo>
                  <a:lnTo>
                    <a:pt x="4257421" y="709897"/>
                  </a:lnTo>
                  <a:lnTo>
                    <a:pt x="4252430" y="709897"/>
                  </a:lnTo>
                  <a:lnTo>
                    <a:pt x="4252430" y="709897"/>
                  </a:lnTo>
                  <a:lnTo>
                    <a:pt x="4247438" y="709897"/>
                  </a:lnTo>
                  <a:lnTo>
                    <a:pt x="4247438" y="709897"/>
                  </a:lnTo>
                  <a:lnTo>
                    <a:pt x="4242447" y="709897"/>
                  </a:lnTo>
                  <a:lnTo>
                    <a:pt x="4242447" y="709897"/>
                  </a:lnTo>
                  <a:lnTo>
                    <a:pt x="4237456" y="709897"/>
                  </a:lnTo>
                  <a:lnTo>
                    <a:pt x="4237456" y="716388"/>
                  </a:lnTo>
                  <a:lnTo>
                    <a:pt x="4232465" y="716388"/>
                  </a:lnTo>
                  <a:lnTo>
                    <a:pt x="4232465" y="719629"/>
                  </a:lnTo>
                  <a:lnTo>
                    <a:pt x="4227474" y="719629"/>
                  </a:lnTo>
                  <a:lnTo>
                    <a:pt x="4227474" y="719629"/>
                  </a:lnTo>
                  <a:lnTo>
                    <a:pt x="4222483" y="719629"/>
                  </a:lnTo>
                  <a:lnTo>
                    <a:pt x="4222483" y="726101"/>
                  </a:lnTo>
                  <a:lnTo>
                    <a:pt x="4217492" y="726101"/>
                  </a:lnTo>
                  <a:lnTo>
                    <a:pt x="4217492" y="726101"/>
                  </a:lnTo>
                  <a:lnTo>
                    <a:pt x="4212501" y="726101"/>
                  </a:lnTo>
                  <a:lnTo>
                    <a:pt x="4212501" y="726101"/>
                  </a:lnTo>
                  <a:lnTo>
                    <a:pt x="4207510" y="726101"/>
                  </a:lnTo>
                  <a:lnTo>
                    <a:pt x="4207510" y="726101"/>
                  </a:lnTo>
                  <a:lnTo>
                    <a:pt x="4202518" y="726101"/>
                  </a:lnTo>
                  <a:lnTo>
                    <a:pt x="4202518" y="726101"/>
                  </a:lnTo>
                  <a:lnTo>
                    <a:pt x="4197527" y="726101"/>
                  </a:lnTo>
                  <a:lnTo>
                    <a:pt x="4197527" y="726101"/>
                  </a:lnTo>
                  <a:lnTo>
                    <a:pt x="4192536" y="726101"/>
                  </a:lnTo>
                  <a:lnTo>
                    <a:pt x="4192536" y="729325"/>
                  </a:lnTo>
                  <a:lnTo>
                    <a:pt x="4187545" y="729325"/>
                  </a:lnTo>
                  <a:lnTo>
                    <a:pt x="4187545" y="729325"/>
                  </a:lnTo>
                  <a:lnTo>
                    <a:pt x="4182554" y="729325"/>
                  </a:lnTo>
                  <a:lnTo>
                    <a:pt x="4182554" y="735767"/>
                  </a:lnTo>
                  <a:lnTo>
                    <a:pt x="4177563" y="735767"/>
                  </a:lnTo>
                  <a:lnTo>
                    <a:pt x="4177563" y="738983"/>
                  </a:lnTo>
                  <a:lnTo>
                    <a:pt x="4172572" y="738983"/>
                  </a:lnTo>
                  <a:lnTo>
                    <a:pt x="4172572" y="738983"/>
                  </a:lnTo>
                  <a:lnTo>
                    <a:pt x="4167581" y="738983"/>
                  </a:lnTo>
                  <a:lnTo>
                    <a:pt x="4167581" y="738983"/>
                  </a:lnTo>
                  <a:lnTo>
                    <a:pt x="4162590" y="738983"/>
                  </a:lnTo>
                  <a:lnTo>
                    <a:pt x="4162590" y="738983"/>
                  </a:lnTo>
                  <a:lnTo>
                    <a:pt x="4157598" y="738983"/>
                  </a:lnTo>
                  <a:lnTo>
                    <a:pt x="4157598" y="738983"/>
                  </a:lnTo>
                  <a:lnTo>
                    <a:pt x="4152607" y="738983"/>
                  </a:lnTo>
                  <a:lnTo>
                    <a:pt x="4152607" y="742193"/>
                  </a:lnTo>
                  <a:lnTo>
                    <a:pt x="4147616" y="742193"/>
                  </a:lnTo>
                  <a:lnTo>
                    <a:pt x="4147616" y="742193"/>
                  </a:lnTo>
                  <a:lnTo>
                    <a:pt x="4142625" y="742193"/>
                  </a:lnTo>
                  <a:lnTo>
                    <a:pt x="4142625" y="742193"/>
                  </a:lnTo>
                  <a:lnTo>
                    <a:pt x="4137634" y="742193"/>
                  </a:lnTo>
                  <a:lnTo>
                    <a:pt x="4137634" y="745399"/>
                  </a:lnTo>
                  <a:lnTo>
                    <a:pt x="4132643" y="745399"/>
                  </a:lnTo>
                  <a:lnTo>
                    <a:pt x="4132643" y="748604"/>
                  </a:lnTo>
                  <a:lnTo>
                    <a:pt x="4127652" y="748604"/>
                  </a:lnTo>
                  <a:lnTo>
                    <a:pt x="4127652" y="751806"/>
                  </a:lnTo>
                  <a:lnTo>
                    <a:pt x="4122661" y="751806"/>
                  </a:lnTo>
                  <a:lnTo>
                    <a:pt x="4122661" y="758206"/>
                  </a:lnTo>
                  <a:lnTo>
                    <a:pt x="4117669" y="758206"/>
                  </a:lnTo>
                  <a:lnTo>
                    <a:pt x="4117669" y="758206"/>
                  </a:lnTo>
                  <a:lnTo>
                    <a:pt x="4112678" y="758206"/>
                  </a:lnTo>
                  <a:lnTo>
                    <a:pt x="4112678" y="758206"/>
                  </a:lnTo>
                  <a:lnTo>
                    <a:pt x="4107687" y="758206"/>
                  </a:lnTo>
                  <a:lnTo>
                    <a:pt x="4107687" y="761399"/>
                  </a:lnTo>
                  <a:lnTo>
                    <a:pt x="4102696" y="761399"/>
                  </a:lnTo>
                  <a:lnTo>
                    <a:pt x="4102696" y="761399"/>
                  </a:lnTo>
                  <a:lnTo>
                    <a:pt x="4097705" y="761399"/>
                  </a:lnTo>
                  <a:lnTo>
                    <a:pt x="4097705" y="761399"/>
                  </a:lnTo>
                  <a:lnTo>
                    <a:pt x="4092714" y="761399"/>
                  </a:lnTo>
                  <a:lnTo>
                    <a:pt x="4092714" y="761399"/>
                  </a:lnTo>
                  <a:lnTo>
                    <a:pt x="4087723" y="761399"/>
                  </a:lnTo>
                  <a:lnTo>
                    <a:pt x="4087723" y="761399"/>
                  </a:lnTo>
                  <a:lnTo>
                    <a:pt x="4082732" y="761399"/>
                  </a:lnTo>
                  <a:lnTo>
                    <a:pt x="4082732" y="761399"/>
                  </a:lnTo>
                  <a:lnTo>
                    <a:pt x="4077741" y="761399"/>
                  </a:lnTo>
                  <a:lnTo>
                    <a:pt x="4077741" y="761399"/>
                  </a:lnTo>
                  <a:lnTo>
                    <a:pt x="4072749" y="761399"/>
                  </a:lnTo>
                  <a:lnTo>
                    <a:pt x="4072749" y="767760"/>
                  </a:lnTo>
                  <a:lnTo>
                    <a:pt x="4067758" y="767760"/>
                  </a:lnTo>
                  <a:lnTo>
                    <a:pt x="4067758" y="770937"/>
                  </a:lnTo>
                  <a:lnTo>
                    <a:pt x="4062767" y="770937"/>
                  </a:lnTo>
                  <a:lnTo>
                    <a:pt x="4062767" y="770937"/>
                  </a:lnTo>
                  <a:lnTo>
                    <a:pt x="4057776" y="770937"/>
                  </a:lnTo>
                  <a:lnTo>
                    <a:pt x="4057776" y="770937"/>
                  </a:lnTo>
                  <a:lnTo>
                    <a:pt x="4052785" y="770937"/>
                  </a:lnTo>
                  <a:lnTo>
                    <a:pt x="4052785" y="770937"/>
                  </a:lnTo>
                  <a:lnTo>
                    <a:pt x="4047794" y="770937"/>
                  </a:lnTo>
                  <a:lnTo>
                    <a:pt x="4047794" y="770937"/>
                  </a:lnTo>
                  <a:lnTo>
                    <a:pt x="4042803" y="770937"/>
                  </a:lnTo>
                  <a:lnTo>
                    <a:pt x="4042803" y="770937"/>
                  </a:lnTo>
                  <a:lnTo>
                    <a:pt x="4037812" y="770937"/>
                  </a:lnTo>
                  <a:lnTo>
                    <a:pt x="4037812" y="777273"/>
                  </a:lnTo>
                  <a:lnTo>
                    <a:pt x="4032821" y="777273"/>
                  </a:lnTo>
                  <a:lnTo>
                    <a:pt x="4032821" y="777273"/>
                  </a:lnTo>
                  <a:lnTo>
                    <a:pt x="4027829" y="777273"/>
                  </a:lnTo>
                  <a:lnTo>
                    <a:pt x="4027829" y="777273"/>
                  </a:lnTo>
                  <a:lnTo>
                    <a:pt x="4022838" y="777273"/>
                  </a:lnTo>
                  <a:lnTo>
                    <a:pt x="4022838" y="777273"/>
                  </a:lnTo>
                  <a:lnTo>
                    <a:pt x="4017847" y="777273"/>
                  </a:lnTo>
                  <a:lnTo>
                    <a:pt x="4017847" y="777273"/>
                  </a:lnTo>
                  <a:lnTo>
                    <a:pt x="4012856" y="777273"/>
                  </a:lnTo>
                  <a:lnTo>
                    <a:pt x="4012856" y="777273"/>
                  </a:lnTo>
                  <a:lnTo>
                    <a:pt x="4007865" y="777273"/>
                  </a:lnTo>
                  <a:lnTo>
                    <a:pt x="4007865" y="783583"/>
                  </a:lnTo>
                  <a:lnTo>
                    <a:pt x="4002874" y="783583"/>
                  </a:lnTo>
                  <a:lnTo>
                    <a:pt x="4002874" y="786734"/>
                  </a:lnTo>
                  <a:lnTo>
                    <a:pt x="3997883" y="786734"/>
                  </a:lnTo>
                  <a:lnTo>
                    <a:pt x="3997883" y="786734"/>
                  </a:lnTo>
                  <a:lnTo>
                    <a:pt x="3992892" y="786734"/>
                  </a:lnTo>
                  <a:lnTo>
                    <a:pt x="3992892" y="789875"/>
                  </a:lnTo>
                  <a:lnTo>
                    <a:pt x="3987900" y="789875"/>
                  </a:lnTo>
                  <a:lnTo>
                    <a:pt x="3987900" y="789875"/>
                  </a:lnTo>
                  <a:lnTo>
                    <a:pt x="3982909" y="789875"/>
                  </a:lnTo>
                  <a:lnTo>
                    <a:pt x="3982909" y="789875"/>
                  </a:lnTo>
                  <a:lnTo>
                    <a:pt x="3977918" y="789875"/>
                  </a:lnTo>
                  <a:lnTo>
                    <a:pt x="3977918" y="789875"/>
                  </a:lnTo>
                  <a:lnTo>
                    <a:pt x="3972927" y="789875"/>
                  </a:lnTo>
                  <a:lnTo>
                    <a:pt x="3972927" y="789875"/>
                  </a:lnTo>
                  <a:lnTo>
                    <a:pt x="3967936" y="789875"/>
                  </a:lnTo>
                  <a:lnTo>
                    <a:pt x="3967936" y="789875"/>
                  </a:lnTo>
                  <a:lnTo>
                    <a:pt x="3962945" y="789875"/>
                  </a:lnTo>
                  <a:lnTo>
                    <a:pt x="3962945" y="789875"/>
                  </a:lnTo>
                  <a:lnTo>
                    <a:pt x="3957954" y="789875"/>
                  </a:lnTo>
                  <a:lnTo>
                    <a:pt x="3957954" y="789875"/>
                  </a:lnTo>
                  <a:lnTo>
                    <a:pt x="3952963" y="789875"/>
                  </a:lnTo>
                  <a:lnTo>
                    <a:pt x="3952963" y="789875"/>
                  </a:lnTo>
                  <a:lnTo>
                    <a:pt x="3947972" y="789875"/>
                  </a:lnTo>
                  <a:lnTo>
                    <a:pt x="3947972" y="789875"/>
                  </a:lnTo>
                  <a:lnTo>
                    <a:pt x="3942980" y="789875"/>
                  </a:lnTo>
                  <a:lnTo>
                    <a:pt x="3942980" y="792990"/>
                  </a:lnTo>
                  <a:lnTo>
                    <a:pt x="3937989" y="792990"/>
                  </a:lnTo>
                  <a:lnTo>
                    <a:pt x="3937989" y="792990"/>
                  </a:lnTo>
                  <a:lnTo>
                    <a:pt x="3932998" y="792990"/>
                  </a:lnTo>
                  <a:lnTo>
                    <a:pt x="3932998" y="799207"/>
                  </a:lnTo>
                  <a:lnTo>
                    <a:pt x="3928007" y="799207"/>
                  </a:lnTo>
                  <a:lnTo>
                    <a:pt x="3928007" y="805422"/>
                  </a:lnTo>
                  <a:lnTo>
                    <a:pt x="3923016" y="805422"/>
                  </a:lnTo>
                  <a:lnTo>
                    <a:pt x="3923016" y="805422"/>
                  </a:lnTo>
                  <a:lnTo>
                    <a:pt x="3918025" y="805422"/>
                  </a:lnTo>
                  <a:lnTo>
                    <a:pt x="3918025" y="805422"/>
                  </a:lnTo>
                  <a:lnTo>
                    <a:pt x="3913034" y="805422"/>
                  </a:lnTo>
                  <a:lnTo>
                    <a:pt x="3913034" y="805422"/>
                  </a:lnTo>
                  <a:lnTo>
                    <a:pt x="3908043" y="805422"/>
                  </a:lnTo>
                  <a:lnTo>
                    <a:pt x="3908043" y="805422"/>
                  </a:lnTo>
                  <a:lnTo>
                    <a:pt x="3903052" y="805422"/>
                  </a:lnTo>
                  <a:lnTo>
                    <a:pt x="3903052" y="808521"/>
                  </a:lnTo>
                  <a:lnTo>
                    <a:pt x="3898060" y="808521"/>
                  </a:lnTo>
                  <a:lnTo>
                    <a:pt x="3898060" y="808521"/>
                  </a:lnTo>
                  <a:lnTo>
                    <a:pt x="3893069" y="808521"/>
                  </a:lnTo>
                  <a:lnTo>
                    <a:pt x="3893069" y="808521"/>
                  </a:lnTo>
                  <a:lnTo>
                    <a:pt x="3888078" y="808521"/>
                  </a:lnTo>
                  <a:lnTo>
                    <a:pt x="3888078" y="811612"/>
                  </a:lnTo>
                  <a:lnTo>
                    <a:pt x="3883087" y="811612"/>
                  </a:lnTo>
                  <a:lnTo>
                    <a:pt x="3883087" y="811612"/>
                  </a:lnTo>
                  <a:lnTo>
                    <a:pt x="3878096" y="811612"/>
                  </a:lnTo>
                  <a:lnTo>
                    <a:pt x="3878096" y="817785"/>
                  </a:lnTo>
                  <a:lnTo>
                    <a:pt x="3873105" y="817785"/>
                  </a:lnTo>
                  <a:lnTo>
                    <a:pt x="3873105" y="820870"/>
                  </a:lnTo>
                  <a:lnTo>
                    <a:pt x="3868114" y="820870"/>
                  </a:lnTo>
                  <a:lnTo>
                    <a:pt x="3868114" y="820870"/>
                  </a:lnTo>
                  <a:lnTo>
                    <a:pt x="3863123" y="820870"/>
                  </a:lnTo>
                  <a:lnTo>
                    <a:pt x="3863123" y="827026"/>
                  </a:lnTo>
                  <a:lnTo>
                    <a:pt x="3858132" y="827026"/>
                  </a:lnTo>
                  <a:lnTo>
                    <a:pt x="3858132" y="830101"/>
                  </a:lnTo>
                  <a:lnTo>
                    <a:pt x="3853140" y="830101"/>
                  </a:lnTo>
                  <a:lnTo>
                    <a:pt x="3853140" y="830101"/>
                  </a:lnTo>
                  <a:lnTo>
                    <a:pt x="3848149" y="830101"/>
                  </a:lnTo>
                  <a:lnTo>
                    <a:pt x="3848149" y="836242"/>
                  </a:lnTo>
                  <a:lnTo>
                    <a:pt x="3843158" y="836242"/>
                  </a:lnTo>
                  <a:lnTo>
                    <a:pt x="3843158" y="836242"/>
                  </a:lnTo>
                  <a:lnTo>
                    <a:pt x="3838167" y="836242"/>
                  </a:lnTo>
                  <a:lnTo>
                    <a:pt x="3838167" y="836242"/>
                  </a:lnTo>
                  <a:lnTo>
                    <a:pt x="3833176" y="836242"/>
                  </a:lnTo>
                  <a:lnTo>
                    <a:pt x="3833176" y="836242"/>
                  </a:lnTo>
                  <a:lnTo>
                    <a:pt x="3828185" y="836242"/>
                  </a:lnTo>
                  <a:lnTo>
                    <a:pt x="3828185" y="836242"/>
                  </a:lnTo>
                  <a:lnTo>
                    <a:pt x="3823194" y="836242"/>
                  </a:lnTo>
                  <a:lnTo>
                    <a:pt x="3823194" y="839300"/>
                  </a:lnTo>
                  <a:lnTo>
                    <a:pt x="3818203" y="839300"/>
                  </a:lnTo>
                  <a:lnTo>
                    <a:pt x="3818203" y="839300"/>
                  </a:lnTo>
                  <a:lnTo>
                    <a:pt x="3813211" y="839300"/>
                  </a:lnTo>
                  <a:lnTo>
                    <a:pt x="3813211" y="839300"/>
                  </a:lnTo>
                  <a:lnTo>
                    <a:pt x="3808220" y="839300"/>
                  </a:lnTo>
                  <a:lnTo>
                    <a:pt x="3808220" y="842353"/>
                  </a:lnTo>
                  <a:lnTo>
                    <a:pt x="3803229" y="842353"/>
                  </a:lnTo>
                  <a:lnTo>
                    <a:pt x="3803229" y="842353"/>
                  </a:lnTo>
                  <a:lnTo>
                    <a:pt x="3798238" y="842353"/>
                  </a:lnTo>
                  <a:lnTo>
                    <a:pt x="3798238" y="842353"/>
                  </a:lnTo>
                  <a:lnTo>
                    <a:pt x="3793247" y="842353"/>
                  </a:lnTo>
                  <a:lnTo>
                    <a:pt x="3793247" y="845399"/>
                  </a:lnTo>
                  <a:lnTo>
                    <a:pt x="3788256" y="845399"/>
                  </a:lnTo>
                  <a:lnTo>
                    <a:pt x="3788256" y="848444"/>
                  </a:lnTo>
                  <a:lnTo>
                    <a:pt x="3783265" y="848444"/>
                  </a:lnTo>
                  <a:lnTo>
                    <a:pt x="3783265" y="848444"/>
                  </a:lnTo>
                  <a:lnTo>
                    <a:pt x="3778274" y="848444"/>
                  </a:lnTo>
                  <a:lnTo>
                    <a:pt x="3778274" y="848444"/>
                  </a:lnTo>
                  <a:lnTo>
                    <a:pt x="3773283" y="848444"/>
                  </a:lnTo>
                  <a:lnTo>
                    <a:pt x="3773283" y="848444"/>
                  </a:lnTo>
                  <a:lnTo>
                    <a:pt x="3768291" y="848444"/>
                  </a:lnTo>
                  <a:lnTo>
                    <a:pt x="3768291" y="851486"/>
                  </a:lnTo>
                  <a:lnTo>
                    <a:pt x="3763300" y="851486"/>
                  </a:lnTo>
                  <a:lnTo>
                    <a:pt x="3763300" y="851486"/>
                  </a:lnTo>
                  <a:lnTo>
                    <a:pt x="3758309" y="851486"/>
                  </a:lnTo>
                  <a:lnTo>
                    <a:pt x="3758309" y="851486"/>
                  </a:lnTo>
                  <a:lnTo>
                    <a:pt x="3753318" y="851486"/>
                  </a:lnTo>
                  <a:lnTo>
                    <a:pt x="3753318" y="851486"/>
                  </a:lnTo>
                  <a:lnTo>
                    <a:pt x="3748327" y="851486"/>
                  </a:lnTo>
                  <a:lnTo>
                    <a:pt x="3748327" y="854513"/>
                  </a:lnTo>
                  <a:lnTo>
                    <a:pt x="3743336" y="854513"/>
                  </a:lnTo>
                  <a:lnTo>
                    <a:pt x="3743336" y="854513"/>
                  </a:lnTo>
                  <a:lnTo>
                    <a:pt x="3738345" y="854513"/>
                  </a:lnTo>
                  <a:lnTo>
                    <a:pt x="3738345" y="854513"/>
                  </a:lnTo>
                  <a:lnTo>
                    <a:pt x="3733354" y="854513"/>
                  </a:lnTo>
                  <a:lnTo>
                    <a:pt x="3733354" y="854513"/>
                  </a:lnTo>
                  <a:lnTo>
                    <a:pt x="3728363" y="854513"/>
                  </a:lnTo>
                  <a:lnTo>
                    <a:pt x="3728363" y="854513"/>
                  </a:lnTo>
                  <a:lnTo>
                    <a:pt x="3723371" y="854513"/>
                  </a:lnTo>
                  <a:lnTo>
                    <a:pt x="3723371" y="857533"/>
                  </a:lnTo>
                  <a:lnTo>
                    <a:pt x="3718380" y="857533"/>
                  </a:lnTo>
                  <a:lnTo>
                    <a:pt x="3718380" y="857533"/>
                  </a:lnTo>
                  <a:lnTo>
                    <a:pt x="3713389" y="857533"/>
                  </a:lnTo>
                  <a:lnTo>
                    <a:pt x="3713389" y="857533"/>
                  </a:lnTo>
                  <a:lnTo>
                    <a:pt x="3708398" y="857533"/>
                  </a:lnTo>
                  <a:lnTo>
                    <a:pt x="3708398" y="857533"/>
                  </a:lnTo>
                  <a:lnTo>
                    <a:pt x="3703407" y="857533"/>
                  </a:lnTo>
                  <a:lnTo>
                    <a:pt x="3703407" y="857533"/>
                  </a:lnTo>
                  <a:lnTo>
                    <a:pt x="3698416" y="857533"/>
                  </a:lnTo>
                  <a:lnTo>
                    <a:pt x="3698416" y="857533"/>
                  </a:lnTo>
                  <a:lnTo>
                    <a:pt x="3693425" y="857533"/>
                  </a:lnTo>
                  <a:lnTo>
                    <a:pt x="3693425" y="857533"/>
                  </a:lnTo>
                  <a:lnTo>
                    <a:pt x="3688434" y="857533"/>
                  </a:lnTo>
                  <a:lnTo>
                    <a:pt x="3688434" y="860538"/>
                  </a:lnTo>
                  <a:lnTo>
                    <a:pt x="3683442" y="860538"/>
                  </a:lnTo>
                  <a:lnTo>
                    <a:pt x="3683442" y="860538"/>
                  </a:lnTo>
                  <a:lnTo>
                    <a:pt x="3678451" y="860538"/>
                  </a:lnTo>
                  <a:lnTo>
                    <a:pt x="3678451" y="863537"/>
                  </a:lnTo>
                  <a:lnTo>
                    <a:pt x="3673460" y="863537"/>
                  </a:lnTo>
                  <a:lnTo>
                    <a:pt x="3673460" y="863537"/>
                  </a:lnTo>
                  <a:lnTo>
                    <a:pt x="3668469" y="863537"/>
                  </a:lnTo>
                  <a:lnTo>
                    <a:pt x="3668469" y="863537"/>
                  </a:lnTo>
                  <a:lnTo>
                    <a:pt x="3663478" y="863537"/>
                  </a:lnTo>
                  <a:lnTo>
                    <a:pt x="3663478" y="866531"/>
                  </a:lnTo>
                  <a:lnTo>
                    <a:pt x="3658487" y="866531"/>
                  </a:lnTo>
                  <a:lnTo>
                    <a:pt x="3658487" y="866531"/>
                  </a:lnTo>
                  <a:lnTo>
                    <a:pt x="3653496" y="866531"/>
                  </a:lnTo>
                  <a:lnTo>
                    <a:pt x="3653496" y="875487"/>
                  </a:lnTo>
                  <a:lnTo>
                    <a:pt x="3648505" y="875487"/>
                  </a:lnTo>
                  <a:lnTo>
                    <a:pt x="3648505" y="875487"/>
                  </a:lnTo>
                  <a:lnTo>
                    <a:pt x="3643514" y="875487"/>
                  </a:lnTo>
                  <a:lnTo>
                    <a:pt x="3643514" y="875487"/>
                  </a:lnTo>
                  <a:lnTo>
                    <a:pt x="3638522" y="875487"/>
                  </a:lnTo>
                  <a:lnTo>
                    <a:pt x="3638522" y="881447"/>
                  </a:lnTo>
                  <a:lnTo>
                    <a:pt x="3633531" y="881447"/>
                  </a:lnTo>
                  <a:lnTo>
                    <a:pt x="3633531" y="881447"/>
                  </a:lnTo>
                  <a:lnTo>
                    <a:pt x="3628540" y="881447"/>
                  </a:lnTo>
                  <a:lnTo>
                    <a:pt x="3628540" y="881447"/>
                  </a:lnTo>
                  <a:lnTo>
                    <a:pt x="3623549" y="881447"/>
                  </a:lnTo>
                  <a:lnTo>
                    <a:pt x="3623549" y="881447"/>
                  </a:lnTo>
                  <a:lnTo>
                    <a:pt x="3618558" y="881447"/>
                  </a:lnTo>
                  <a:lnTo>
                    <a:pt x="3618558" y="884416"/>
                  </a:lnTo>
                  <a:lnTo>
                    <a:pt x="3613567" y="884416"/>
                  </a:lnTo>
                  <a:lnTo>
                    <a:pt x="3613567" y="890351"/>
                  </a:lnTo>
                  <a:lnTo>
                    <a:pt x="3608576" y="890351"/>
                  </a:lnTo>
                  <a:lnTo>
                    <a:pt x="3608576" y="893318"/>
                  </a:lnTo>
                  <a:lnTo>
                    <a:pt x="3603585" y="893318"/>
                  </a:lnTo>
                  <a:lnTo>
                    <a:pt x="3603585" y="893318"/>
                  </a:lnTo>
                  <a:lnTo>
                    <a:pt x="3598594" y="893318"/>
                  </a:lnTo>
                  <a:lnTo>
                    <a:pt x="3598594" y="896284"/>
                  </a:lnTo>
                  <a:lnTo>
                    <a:pt x="3593602" y="896284"/>
                  </a:lnTo>
                  <a:lnTo>
                    <a:pt x="3593602" y="899249"/>
                  </a:lnTo>
                  <a:lnTo>
                    <a:pt x="3588611" y="899249"/>
                  </a:lnTo>
                  <a:lnTo>
                    <a:pt x="3588611" y="899249"/>
                  </a:lnTo>
                  <a:lnTo>
                    <a:pt x="3583620" y="899249"/>
                  </a:lnTo>
                  <a:lnTo>
                    <a:pt x="3583620" y="899249"/>
                  </a:lnTo>
                  <a:lnTo>
                    <a:pt x="3578629" y="899249"/>
                  </a:lnTo>
                  <a:lnTo>
                    <a:pt x="3578629" y="899249"/>
                  </a:lnTo>
                  <a:lnTo>
                    <a:pt x="3573638" y="899249"/>
                  </a:lnTo>
                  <a:lnTo>
                    <a:pt x="3573638" y="899249"/>
                  </a:lnTo>
                  <a:lnTo>
                    <a:pt x="3568647" y="899249"/>
                  </a:lnTo>
                  <a:lnTo>
                    <a:pt x="3568647" y="899249"/>
                  </a:lnTo>
                  <a:lnTo>
                    <a:pt x="3563656" y="899249"/>
                  </a:lnTo>
                  <a:lnTo>
                    <a:pt x="3563656" y="899249"/>
                  </a:lnTo>
                  <a:lnTo>
                    <a:pt x="3558665" y="899249"/>
                  </a:lnTo>
                  <a:lnTo>
                    <a:pt x="3558665" y="899249"/>
                  </a:lnTo>
                  <a:lnTo>
                    <a:pt x="3553673" y="899249"/>
                  </a:lnTo>
                  <a:lnTo>
                    <a:pt x="3553673" y="899249"/>
                  </a:lnTo>
                  <a:lnTo>
                    <a:pt x="3548682" y="899249"/>
                  </a:lnTo>
                  <a:lnTo>
                    <a:pt x="3548682" y="899249"/>
                  </a:lnTo>
                  <a:lnTo>
                    <a:pt x="3543691" y="899249"/>
                  </a:lnTo>
                  <a:lnTo>
                    <a:pt x="3543691" y="899249"/>
                  </a:lnTo>
                  <a:lnTo>
                    <a:pt x="3538700" y="899249"/>
                  </a:lnTo>
                  <a:lnTo>
                    <a:pt x="3538700" y="899249"/>
                  </a:lnTo>
                  <a:lnTo>
                    <a:pt x="3533709" y="899249"/>
                  </a:lnTo>
                  <a:lnTo>
                    <a:pt x="3533709" y="902184"/>
                  </a:lnTo>
                  <a:lnTo>
                    <a:pt x="3528718" y="902184"/>
                  </a:lnTo>
                  <a:lnTo>
                    <a:pt x="3528718" y="902184"/>
                  </a:lnTo>
                  <a:lnTo>
                    <a:pt x="3523727" y="902184"/>
                  </a:lnTo>
                  <a:lnTo>
                    <a:pt x="3523727" y="905114"/>
                  </a:lnTo>
                  <a:lnTo>
                    <a:pt x="3518736" y="905114"/>
                  </a:lnTo>
                  <a:lnTo>
                    <a:pt x="3518736" y="905114"/>
                  </a:lnTo>
                  <a:lnTo>
                    <a:pt x="3513745" y="905114"/>
                  </a:lnTo>
                  <a:lnTo>
                    <a:pt x="3513745" y="908038"/>
                  </a:lnTo>
                  <a:lnTo>
                    <a:pt x="3508753" y="908038"/>
                  </a:lnTo>
                  <a:lnTo>
                    <a:pt x="3508753" y="908038"/>
                  </a:lnTo>
                  <a:lnTo>
                    <a:pt x="3503762" y="908038"/>
                  </a:lnTo>
                  <a:lnTo>
                    <a:pt x="3503762" y="908038"/>
                  </a:lnTo>
                  <a:lnTo>
                    <a:pt x="3498771" y="908038"/>
                  </a:lnTo>
                  <a:lnTo>
                    <a:pt x="3498771" y="908038"/>
                  </a:lnTo>
                  <a:lnTo>
                    <a:pt x="3493780" y="908038"/>
                  </a:lnTo>
                  <a:lnTo>
                    <a:pt x="3493780" y="908038"/>
                  </a:lnTo>
                  <a:lnTo>
                    <a:pt x="3488789" y="908038"/>
                  </a:lnTo>
                  <a:lnTo>
                    <a:pt x="3488789" y="908038"/>
                  </a:lnTo>
                  <a:lnTo>
                    <a:pt x="3483798" y="908038"/>
                  </a:lnTo>
                  <a:lnTo>
                    <a:pt x="3483798" y="908038"/>
                  </a:lnTo>
                  <a:lnTo>
                    <a:pt x="3478807" y="908038"/>
                  </a:lnTo>
                  <a:lnTo>
                    <a:pt x="3478807" y="908038"/>
                  </a:lnTo>
                  <a:lnTo>
                    <a:pt x="3473816" y="908038"/>
                  </a:lnTo>
                  <a:lnTo>
                    <a:pt x="3473816" y="913851"/>
                  </a:lnTo>
                  <a:lnTo>
                    <a:pt x="3468825" y="913851"/>
                  </a:lnTo>
                  <a:lnTo>
                    <a:pt x="3468825" y="916753"/>
                  </a:lnTo>
                  <a:lnTo>
                    <a:pt x="3463833" y="916753"/>
                  </a:lnTo>
                  <a:lnTo>
                    <a:pt x="3463833" y="919654"/>
                  </a:lnTo>
                  <a:lnTo>
                    <a:pt x="3458842" y="919654"/>
                  </a:lnTo>
                  <a:lnTo>
                    <a:pt x="3458842" y="919654"/>
                  </a:lnTo>
                  <a:lnTo>
                    <a:pt x="3453851" y="919654"/>
                  </a:lnTo>
                  <a:lnTo>
                    <a:pt x="3453851" y="919654"/>
                  </a:lnTo>
                  <a:lnTo>
                    <a:pt x="3448860" y="919654"/>
                  </a:lnTo>
                  <a:lnTo>
                    <a:pt x="3448860" y="919654"/>
                  </a:lnTo>
                  <a:lnTo>
                    <a:pt x="3443869" y="919654"/>
                  </a:lnTo>
                  <a:lnTo>
                    <a:pt x="3443869" y="922546"/>
                  </a:lnTo>
                  <a:lnTo>
                    <a:pt x="3438878" y="922546"/>
                  </a:lnTo>
                  <a:lnTo>
                    <a:pt x="3438878" y="922546"/>
                  </a:lnTo>
                  <a:lnTo>
                    <a:pt x="3433887" y="922546"/>
                  </a:lnTo>
                  <a:lnTo>
                    <a:pt x="3433887" y="922546"/>
                  </a:lnTo>
                  <a:lnTo>
                    <a:pt x="3428896" y="922546"/>
                  </a:lnTo>
                  <a:lnTo>
                    <a:pt x="3428896" y="925432"/>
                  </a:lnTo>
                  <a:lnTo>
                    <a:pt x="3423904" y="925432"/>
                  </a:lnTo>
                  <a:lnTo>
                    <a:pt x="3423904" y="925432"/>
                  </a:lnTo>
                  <a:lnTo>
                    <a:pt x="3418913" y="925432"/>
                  </a:lnTo>
                  <a:lnTo>
                    <a:pt x="3418913" y="928313"/>
                  </a:lnTo>
                  <a:lnTo>
                    <a:pt x="3413922" y="928313"/>
                  </a:lnTo>
                  <a:lnTo>
                    <a:pt x="3413922" y="928313"/>
                  </a:lnTo>
                  <a:lnTo>
                    <a:pt x="3408931" y="928313"/>
                  </a:lnTo>
                  <a:lnTo>
                    <a:pt x="3408931" y="931191"/>
                  </a:lnTo>
                  <a:lnTo>
                    <a:pt x="3403940" y="931191"/>
                  </a:lnTo>
                  <a:lnTo>
                    <a:pt x="3403940" y="931191"/>
                  </a:lnTo>
                  <a:lnTo>
                    <a:pt x="3398949" y="931191"/>
                  </a:lnTo>
                  <a:lnTo>
                    <a:pt x="3398949" y="936939"/>
                  </a:lnTo>
                  <a:lnTo>
                    <a:pt x="3393958" y="936939"/>
                  </a:lnTo>
                  <a:lnTo>
                    <a:pt x="3393958" y="936939"/>
                  </a:lnTo>
                  <a:lnTo>
                    <a:pt x="3388967" y="936939"/>
                  </a:lnTo>
                  <a:lnTo>
                    <a:pt x="3388967" y="936939"/>
                  </a:lnTo>
                  <a:lnTo>
                    <a:pt x="3383976" y="936939"/>
                  </a:lnTo>
                  <a:lnTo>
                    <a:pt x="3383976" y="939809"/>
                  </a:lnTo>
                  <a:lnTo>
                    <a:pt x="3378984" y="939809"/>
                  </a:lnTo>
                  <a:lnTo>
                    <a:pt x="3378984" y="939809"/>
                  </a:lnTo>
                  <a:lnTo>
                    <a:pt x="3373993" y="939809"/>
                  </a:lnTo>
                  <a:lnTo>
                    <a:pt x="3373993" y="945531"/>
                  </a:lnTo>
                  <a:lnTo>
                    <a:pt x="3369002" y="945531"/>
                  </a:lnTo>
                  <a:lnTo>
                    <a:pt x="3369002" y="948390"/>
                  </a:lnTo>
                  <a:lnTo>
                    <a:pt x="3364011" y="948390"/>
                  </a:lnTo>
                  <a:lnTo>
                    <a:pt x="3364011" y="951249"/>
                  </a:lnTo>
                  <a:lnTo>
                    <a:pt x="3359020" y="951249"/>
                  </a:lnTo>
                  <a:lnTo>
                    <a:pt x="3359020" y="951249"/>
                  </a:lnTo>
                  <a:lnTo>
                    <a:pt x="3354029" y="951249"/>
                  </a:lnTo>
                  <a:lnTo>
                    <a:pt x="3354029" y="954106"/>
                  </a:lnTo>
                  <a:lnTo>
                    <a:pt x="3349038" y="954106"/>
                  </a:lnTo>
                  <a:lnTo>
                    <a:pt x="3349038" y="954106"/>
                  </a:lnTo>
                  <a:lnTo>
                    <a:pt x="3344047" y="954106"/>
                  </a:lnTo>
                  <a:lnTo>
                    <a:pt x="3344047" y="954106"/>
                  </a:lnTo>
                  <a:lnTo>
                    <a:pt x="3339056" y="954106"/>
                  </a:lnTo>
                  <a:lnTo>
                    <a:pt x="3339056" y="954106"/>
                  </a:lnTo>
                  <a:lnTo>
                    <a:pt x="3334064" y="954106"/>
                  </a:lnTo>
                  <a:lnTo>
                    <a:pt x="3334064" y="954106"/>
                  </a:lnTo>
                  <a:lnTo>
                    <a:pt x="3329073" y="954106"/>
                  </a:lnTo>
                  <a:lnTo>
                    <a:pt x="3329073" y="954106"/>
                  </a:lnTo>
                  <a:lnTo>
                    <a:pt x="3324082" y="954106"/>
                  </a:lnTo>
                  <a:lnTo>
                    <a:pt x="3324082" y="954106"/>
                  </a:lnTo>
                  <a:lnTo>
                    <a:pt x="3319091" y="954106"/>
                  </a:lnTo>
                  <a:lnTo>
                    <a:pt x="3319091" y="962639"/>
                  </a:lnTo>
                  <a:lnTo>
                    <a:pt x="3314100" y="962639"/>
                  </a:lnTo>
                  <a:lnTo>
                    <a:pt x="3314100" y="965482"/>
                  </a:lnTo>
                  <a:lnTo>
                    <a:pt x="3309109" y="965482"/>
                  </a:lnTo>
                  <a:lnTo>
                    <a:pt x="3309109" y="965482"/>
                  </a:lnTo>
                  <a:lnTo>
                    <a:pt x="3304118" y="965482"/>
                  </a:lnTo>
                  <a:lnTo>
                    <a:pt x="3304118" y="968319"/>
                  </a:lnTo>
                  <a:lnTo>
                    <a:pt x="3299127" y="968319"/>
                  </a:lnTo>
                  <a:lnTo>
                    <a:pt x="3299127" y="968319"/>
                  </a:lnTo>
                  <a:lnTo>
                    <a:pt x="3294135" y="968319"/>
                  </a:lnTo>
                  <a:lnTo>
                    <a:pt x="3294135" y="971151"/>
                  </a:lnTo>
                  <a:lnTo>
                    <a:pt x="3289144" y="971151"/>
                  </a:lnTo>
                  <a:lnTo>
                    <a:pt x="3289144" y="971151"/>
                  </a:lnTo>
                  <a:lnTo>
                    <a:pt x="3284153" y="971151"/>
                  </a:lnTo>
                  <a:lnTo>
                    <a:pt x="3284153" y="973978"/>
                  </a:lnTo>
                  <a:lnTo>
                    <a:pt x="3279162" y="973978"/>
                  </a:lnTo>
                  <a:lnTo>
                    <a:pt x="3279162" y="973978"/>
                  </a:lnTo>
                  <a:lnTo>
                    <a:pt x="3274171" y="973978"/>
                  </a:lnTo>
                  <a:lnTo>
                    <a:pt x="3274171" y="973978"/>
                  </a:lnTo>
                  <a:lnTo>
                    <a:pt x="3269180" y="973978"/>
                  </a:lnTo>
                  <a:lnTo>
                    <a:pt x="3269180" y="979618"/>
                  </a:lnTo>
                  <a:lnTo>
                    <a:pt x="3264189" y="979618"/>
                  </a:lnTo>
                  <a:lnTo>
                    <a:pt x="3264189" y="979618"/>
                  </a:lnTo>
                  <a:lnTo>
                    <a:pt x="3259198" y="979618"/>
                  </a:lnTo>
                  <a:lnTo>
                    <a:pt x="3259198" y="982433"/>
                  </a:lnTo>
                  <a:lnTo>
                    <a:pt x="3254207" y="982433"/>
                  </a:lnTo>
                  <a:lnTo>
                    <a:pt x="3254207" y="982433"/>
                  </a:lnTo>
                  <a:lnTo>
                    <a:pt x="3249215" y="982433"/>
                  </a:lnTo>
                  <a:lnTo>
                    <a:pt x="3249215" y="982433"/>
                  </a:lnTo>
                  <a:lnTo>
                    <a:pt x="3244224" y="982433"/>
                  </a:lnTo>
                  <a:lnTo>
                    <a:pt x="3244224" y="985243"/>
                  </a:lnTo>
                  <a:lnTo>
                    <a:pt x="3239233" y="985243"/>
                  </a:lnTo>
                  <a:lnTo>
                    <a:pt x="3239233" y="985243"/>
                  </a:lnTo>
                  <a:lnTo>
                    <a:pt x="3234242" y="985243"/>
                  </a:lnTo>
                  <a:lnTo>
                    <a:pt x="3234242" y="993660"/>
                  </a:lnTo>
                  <a:lnTo>
                    <a:pt x="3229251" y="993660"/>
                  </a:lnTo>
                  <a:lnTo>
                    <a:pt x="3229251" y="996462"/>
                  </a:lnTo>
                  <a:lnTo>
                    <a:pt x="3224260" y="996462"/>
                  </a:lnTo>
                  <a:lnTo>
                    <a:pt x="3224260" y="996462"/>
                  </a:lnTo>
                  <a:lnTo>
                    <a:pt x="3219269" y="996462"/>
                  </a:lnTo>
                  <a:lnTo>
                    <a:pt x="3219269" y="996462"/>
                  </a:lnTo>
                  <a:lnTo>
                    <a:pt x="3214278" y="996462"/>
                  </a:lnTo>
                  <a:lnTo>
                    <a:pt x="3214278" y="996462"/>
                  </a:lnTo>
                  <a:lnTo>
                    <a:pt x="3209287" y="996462"/>
                  </a:lnTo>
                  <a:lnTo>
                    <a:pt x="3209287" y="999256"/>
                  </a:lnTo>
                  <a:lnTo>
                    <a:pt x="3204295" y="999256"/>
                  </a:lnTo>
                  <a:lnTo>
                    <a:pt x="3204295" y="1002049"/>
                  </a:lnTo>
                  <a:lnTo>
                    <a:pt x="3199304" y="1002049"/>
                  </a:lnTo>
                  <a:lnTo>
                    <a:pt x="3199304" y="1004836"/>
                  </a:lnTo>
                  <a:lnTo>
                    <a:pt x="3194313" y="1004836"/>
                  </a:lnTo>
                  <a:lnTo>
                    <a:pt x="3194313" y="1007622"/>
                  </a:lnTo>
                  <a:lnTo>
                    <a:pt x="3189322" y="1007622"/>
                  </a:lnTo>
                  <a:lnTo>
                    <a:pt x="3189322" y="1010407"/>
                  </a:lnTo>
                  <a:lnTo>
                    <a:pt x="3184331" y="1010407"/>
                  </a:lnTo>
                  <a:lnTo>
                    <a:pt x="3184331" y="1015971"/>
                  </a:lnTo>
                  <a:lnTo>
                    <a:pt x="3179340" y="1015971"/>
                  </a:lnTo>
                  <a:lnTo>
                    <a:pt x="3179340" y="1015971"/>
                  </a:lnTo>
                  <a:lnTo>
                    <a:pt x="3174349" y="1015971"/>
                  </a:lnTo>
                  <a:lnTo>
                    <a:pt x="3174349" y="1015971"/>
                  </a:lnTo>
                  <a:lnTo>
                    <a:pt x="3169358" y="1015971"/>
                  </a:lnTo>
                  <a:lnTo>
                    <a:pt x="3169358" y="1024310"/>
                  </a:lnTo>
                  <a:lnTo>
                    <a:pt x="3164367" y="1024310"/>
                  </a:lnTo>
                  <a:lnTo>
                    <a:pt x="3164367" y="1032638"/>
                  </a:lnTo>
                  <a:lnTo>
                    <a:pt x="3159375" y="1032638"/>
                  </a:lnTo>
                  <a:lnTo>
                    <a:pt x="3159375" y="1040962"/>
                  </a:lnTo>
                  <a:lnTo>
                    <a:pt x="3154384" y="1040962"/>
                  </a:lnTo>
                  <a:lnTo>
                    <a:pt x="3154384" y="1040962"/>
                  </a:lnTo>
                  <a:lnTo>
                    <a:pt x="3149393" y="1040962"/>
                  </a:lnTo>
                  <a:lnTo>
                    <a:pt x="3149393" y="1040962"/>
                  </a:lnTo>
                  <a:lnTo>
                    <a:pt x="3144402" y="1040962"/>
                  </a:lnTo>
                  <a:lnTo>
                    <a:pt x="3144402" y="1040962"/>
                  </a:lnTo>
                  <a:lnTo>
                    <a:pt x="3139411" y="1040962"/>
                  </a:lnTo>
                  <a:lnTo>
                    <a:pt x="3139411" y="1040962"/>
                  </a:lnTo>
                  <a:lnTo>
                    <a:pt x="3134420" y="1040962"/>
                  </a:lnTo>
                  <a:lnTo>
                    <a:pt x="3134420" y="1040962"/>
                  </a:lnTo>
                  <a:lnTo>
                    <a:pt x="3129429" y="1040962"/>
                  </a:lnTo>
                  <a:lnTo>
                    <a:pt x="3129429" y="1040962"/>
                  </a:lnTo>
                  <a:lnTo>
                    <a:pt x="3124438" y="1040962"/>
                  </a:lnTo>
                  <a:lnTo>
                    <a:pt x="3124438" y="1043724"/>
                  </a:lnTo>
                  <a:lnTo>
                    <a:pt x="3119446" y="1043724"/>
                  </a:lnTo>
                  <a:lnTo>
                    <a:pt x="3119446" y="1043724"/>
                  </a:lnTo>
                  <a:lnTo>
                    <a:pt x="3114455" y="1043724"/>
                  </a:lnTo>
                  <a:lnTo>
                    <a:pt x="3114455" y="1043724"/>
                  </a:lnTo>
                  <a:lnTo>
                    <a:pt x="3109464" y="1043724"/>
                  </a:lnTo>
                  <a:lnTo>
                    <a:pt x="3109464" y="1043724"/>
                  </a:lnTo>
                  <a:lnTo>
                    <a:pt x="3104473" y="1043724"/>
                  </a:lnTo>
                  <a:lnTo>
                    <a:pt x="3104473" y="1043724"/>
                  </a:lnTo>
                  <a:lnTo>
                    <a:pt x="3099482" y="1043724"/>
                  </a:lnTo>
                  <a:lnTo>
                    <a:pt x="3099482" y="1043724"/>
                  </a:lnTo>
                  <a:lnTo>
                    <a:pt x="3094491" y="1043724"/>
                  </a:lnTo>
                  <a:lnTo>
                    <a:pt x="3094491" y="1051977"/>
                  </a:lnTo>
                  <a:lnTo>
                    <a:pt x="3089500" y="1051977"/>
                  </a:lnTo>
                  <a:lnTo>
                    <a:pt x="3089500" y="1051977"/>
                  </a:lnTo>
                  <a:lnTo>
                    <a:pt x="3084509" y="1051977"/>
                  </a:lnTo>
                  <a:lnTo>
                    <a:pt x="3084509" y="1054723"/>
                  </a:lnTo>
                  <a:lnTo>
                    <a:pt x="3079518" y="1054723"/>
                  </a:lnTo>
                  <a:lnTo>
                    <a:pt x="3079518" y="1054723"/>
                  </a:lnTo>
                  <a:lnTo>
                    <a:pt x="3074526" y="1054723"/>
                  </a:lnTo>
                  <a:lnTo>
                    <a:pt x="3074526" y="1054723"/>
                  </a:lnTo>
                  <a:lnTo>
                    <a:pt x="3069535" y="1054723"/>
                  </a:lnTo>
                  <a:lnTo>
                    <a:pt x="3069535" y="1057466"/>
                  </a:lnTo>
                  <a:lnTo>
                    <a:pt x="3064544" y="1057466"/>
                  </a:lnTo>
                  <a:lnTo>
                    <a:pt x="3064544" y="1057466"/>
                  </a:lnTo>
                  <a:lnTo>
                    <a:pt x="3059553" y="1057466"/>
                  </a:lnTo>
                  <a:lnTo>
                    <a:pt x="3059553" y="1062940"/>
                  </a:lnTo>
                  <a:lnTo>
                    <a:pt x="3054562" y="1062940"/>
                  </a:lnTo>
                  <a:lnTo>
                    <a:pt x="3054562" y="1062940"/>
                  </a:lnTo>
                  <a:lnTo>
                    <a:pt x="3049571" y="1062940"/>
                  </a:lnTo>
                  <a:lnTo>
                    <a:pt x="3049571" y="1062940"/>
                  </a:lnTo>
                  <a:lnTo>
                    <a:pt x="3044580" y="1062940"/>
                  </a:lnTo>
                  <a:lnTo>
                    <a:pt x="3044580" y="1065675"/>
                  </a:lnTo>
                  <a:lnTo>
                    <a:pt x="3039589" y="1065675"/>
                  </a:lnTo>
                  <a:lnTo>
                    <a:pt x="3039589" y="1065675"/>
                  </a:lnTo>
                  <a:lnTo>
                    <a:pt x="3034598" y="1065675"/>
                  </a:lnTo>
                  <a:lnTo>
                    <a:pt x="3034598" y="1068408"/>
                  </a:lnTo>
                  <a:lnTo>
                    <a:pt x="3029606" y="1068408"/>
                  </a:lnTo>
                  <a:lnTo>
                    <a:pt x="3029606" y="1068408"/>
                  </a:lnTo>
                  <a:lnTo>
                    <a:pt x="3024615" y="1068408"/>
                  </a:lnTo>
                  <a:lnTo>
                    <a:pt x="3024615" y="1076587"/>
                  </a:lnTo>
                  <a:lnTo>
                    <a:pt x="3019624" y="1076587"/>
                  </a:lnTo>
                  <a:lnTo>
                    <a:pt x="3019624" y="1076587"/>
                  </a:lnTo>
                  <a:lnTo>
                    <a:pt x="3014633" y="1076587"/>
                  </a:lnTo>
                  <a:lnTo>
                    <a:pt x="3014633" y="1079310"/>
                  </a:lnTo>
                  <a:lnTo>
                    <a:pt x="3009642" y="1079310"/>
                  </a:lnTo>
                  <a:lnTo>
                    <a:pt x="3009642" y="1082031"/>
                  </a:lnTo>
                  <a:lnTo>
                    <a:pt x="3004651" y="1082031"/>
                  </a:lnTo>
                  <a:lnTo>
                    <a:pt x="3004651" y="1084750"/>
                  </a:lnTo>
                  <a:lnTo>
                    <a:pt x="2999660" y="1084750"/>
                  </a:lnTo>
                  <a:lnTo>
                    <a:pt x="2999660" y="1087466"/>
                  </a:lnTo>
                  <a:lnTo>
                    <a:pt x="2994669" y="1087466"/>
                  </a:lnTo>
                  <a:lnTo>
                    <a:pt x="2994669" y="1087466"/>
                  </a:lnTo>
                  <a:lnTo>
                    <a:pt x="2989677" y="1087466"/>
                  </a:lnTo>
                  <a:lnTo>
                    <a:pt x="2989677" y="1090178"/>
                  </a:lnTo>
                  <a:lnTo>
                    <a:pt x="2984686" y="1090178"/>
                  </a:lnTo>
                  <a:lnTo>
                    <a:pt x="2984686" y="1090178"/>
                  </a:lnTo>
                  <a:lnTo>
                    <a:pt x="2979695" y="1090178"/>
                  </a:lnTo>
                  <a:lnTo>
                    <a:pt x="2979695" y="1092887"/>
                  </a:lnTo>
                  <a:lnTo>
                    <a:pt x="2974704" y="1092887"/>
                  </a:lnTo>
                  <a:lnTo>
                    <a:pt x="2974704" y="1092887"/>
                  </a:lnTo>
                  <a:lnTo>
                    <a:pt x="2969713" y="1092887"/>
                  </a:lnTo>
                  <a:lnTo>
                    <a:pt x="2969713" y="1095593"/>
                  </a:lnTo>
                  <a:lnTo>
                    <a:pt x="2964722" y="1095593"/>
                  </a:lnTo>
                  <a:lnTo>
                    <a:pt x="2964722" y="1095593"/>
                  </a:lnTo>
                  <a:lnTo>
                    <a:pt x="2959731" y="1095593"/>
                  </a:lnTo>
                  <a:lnTo>
                    <a:pt x="2959731" y="1095593"/>
                  </a:lnTo>
                  <a:lnTo>
                    <a:pt x="2954740" y="1095593"/>
                  </a:lnTo>
                  <a:lnTo>
                    <a:pt x="2954740" y="1098291"/>
                  </a:lnTo>
                  <a:lnTo>
                    <a:pt x="2949749" y="1098291"/>
                  </a:lnTo>
                  <a:lnTo>
                    <a:pt x="2949749" y="1103680"/>
                  </a:lnTo>
                  <a:lnTo>
                    <a:pt x="2944757" y="1103680"/>
                  </a:lnTo>
                  <a:lnTo>
                    <a:pt x="2944757" y="1103680"/>
                  </a:lnTo>
                  <a:lnTo>
                    <a:pt x="2939766" y="1103680"/>
                  </a:lnTo>
                  <a:lnTo>
                    <a:pt x="2939766" y="1103680"/>
                  </a:lnTo>
                  <a:lnTo>
                    <a:pt x="2934775" y="1103680"/>
                  </a:lnTo>
                  <a:lnTo>
                    <a:pt x="2934775" y="1103680"/>
                  </a:lnTo>
                  <a:lnTo>
                    <a:pt x="2929784" y="1103680"/>
                  </a:lnTo>
                  <a:lnTo>
                    <a:pt x="2929784" y="1103680"/>
                  </a:lnTo>
                  <a:lnTo>
                    <a:pt x="2924793" y="1103680"/>
                  </a:lnTo>
                  <a:lnTo>
                    <a:pt x="2924793" y="1103680"/>
                  </a:lnTo>
                  <a:lnTo>
                    <a:pt x="2919802" y="1103680"/>
                  </a:lnTo>
                  <a:lnTo>
                    <a:pt x="2919802" y="1109047"/>
                  </a:lnTo>
                  <a:lnTo>
                    <a:pt x="2914811" y="1109047"/>
                  </a:lnTo>
                  <a:lnTo>
                    <a:pt x="2914811" y="1109047"/>
                  </a:lnTo>
                  <a:lnTo>
                    <a:pt x="2909820" y="1109047"/>
                  </a:lnTo>
                  <a:lnTo>
                    <a:pt x="2909820" y="1109047"/>
                  </a:lnTo>
                  <a:lnTo>
                    <a:pt x="2904829" y="1109047"/>
                  </a:lnTo>
                  <a:lnTo>
                    <a:pt x="2904829" y="1109047"/>
                  </a:lnTo>
                  <a:lnTo>
                    <a:pt x="2899837" y="1109047"/>
                  </a:lnTo>
                  <a:lnTo>
                    <a:pt x="2899837" y="1109047"/>
                  </a:lnTo>
                  <a:lnTo>
                    <a:pt x="2894846" y="1109047"/>
                  </a:lnTo>
                  <a:lnTo>
                    <a:pt x="2894846" y="1111727"/>
                  </a:lnTo>
                  <a:lnTo>
                    <a:pt x="2889855" y="1111727"/>
                  </a:lnTo>
                  <a:lnTo>
                    <a:pt x="2889855" y="1114405"/>
                  </a:lnTo>
                  <a:lnTo>
                    <a:pt x="2884864" y="1114405"/>
                  </a:lnTo>
                  <a:lnTo>
                    <a:pt x="2884864" y="1114405"/>
                  </a:lnTo>
                  <a:lnTo>
                    <a:pt x="2879873" y="1114405"/>
                  </a:lnTo>
                  <a:lnTo>
                    <a:pt x="2879873" y="1117080"/>
                  </a:lnTo>
                  <a:lnTo>
                    <a:pt x="2874882" y="1117080"/>
                  </a:lnTo>
                  <a:lnTo>
                    <a:pt x="2874882" y="1117080"/>
                  </a:lnTo>
                  <a:lnTo>
                    <a:pt x="2869891" y="1117080"/>
                  </a:lnTo>
                  <a:lnTo>
                    <a:pt x="2869891" y="1117080"/>
                  </a:lnTo>
                  <a:lnTo>
                    <a:pt x="2864900" y="1117080"/>
                  </a:lnTo>
                  <a:lnTo>
                    <a:pt x="2864900" y="1117080"/>
                  </a:lnTo>
                  <a:lnTo>
                    <a:pt x="2859908" y="1117080"/>
                  </a:lnTo>
                  <a:lnTo>
                    <a:pt x="2859908" y="1122425"/>
                  </a:lnTo>
                  <a:lnTo>
                    <a:pt x="2854917" y="1122425"/>
                  </a:lnTo>
                  <a:lnTo>
                    <a:pt x="2854917" y="1122425"/>
                  </a:lnTo>
                  <a:lnTo>
                    <a:pt x="2849926" y="1122425"/>
                  </a:lnTo>
                  <a:lnTo>
                    <a:pt x="2849926" y="1122425"/>
                  </a:lnTo>
                  <a:lnTo>
                    <a:pt x="2844935" y="1122425"/>
                  </a:lnTo>
                  <a:lnTo>
                    <a:pt x="2844935" y="1122425"/>
                  </a:lnTo>
                  <a:lnTo>
                    <a:pt x="2839944" y="1122425"/>
                  </a:lnTo>
                  <a:lnTo>
                    <a:pt x="2839944" y="1122425"/>
                  </a:lnTo>
                  <a:lnTo>
                    <a:pt x="2834953" y="1122425"/>
                  </a:lnTo>
                  <a:lnTo>
                    <a:pt x="2834953" y="1122425"/>
                  </a:lnTo>
                  <a:lnTo>
                    <a:pt x="2829962" y="1122425"/>
                  </a:lnTo>
                  <a:lnTo>
                    <a:pt x="2829962" y="1122425"/>
                  </a:lnTo>
                  <a:lnTo>
                    <a:pt x="2824971" y="1122425"/>
                  </a:lnTo>
                  <a:lnTo>
                    <a:pt x="2824971" y="1122425"/>
                  </a:lnTo>
                  <a:lnTo>
                    <a:pt x="2819980" y="1122425"/>
                  </a:lnTo>
                  <a:lnTo>
                    <a:pt x="2819980" y="1125089"/>
                  </a:lnTo>
                  <a:lnTo>
                    <a:pt x="2814988" y="1125089"/>
                  </a:lnTo>
                  <a:lnTo>
                    <a:pt x="2814988" y="1127750"/>
                  </a:lnTo>
                  <a:lnTo>
                    <a:pt x="2809997" y="1127750"/>
                  </a:lnTo>
                  <a:lnTo>
                    <a:pt x="2809997" y="1127750"/>
                  </a:lnTo>
                  <a:lnTo>
                    <a:pt x="2805006" y="1127750"/>
                  </a:lnTo>
                  <a:lnTo>
                    <a:pt x="2805006" y="1127750"/>
                  </a:lnTo>
                  <a:lnTo>
                    <a:pt x="2800015" y="1127750"/>
                  </a:lnTo>
                  <a:lnTo>
                    <a:pt x="2800015" y="1127750"/>
                  </a:lnTo>
                  <a:lnTo>
                    <a:pt x="2795024" y="1127750"/>
                  </a:lnTo>
                  <a:lnTo>
                    <a:pt x="2795024" y="1127750"/>
                  </a:lnTo>
                  <a:lnTo>
                    <a:pt x="2790033" y="1127750"/>
                  </a:lnTo>
                  <a:lnTo>
                    <a:pt x="2790033" y="1127750"/>
                  </a:lnTo>
                  <a:lnTo>
                    <a:pt x="2785042" y="1127750"/>
                  </a:lnTo>
                  <a:lnTo>
                    <a:pt x="2785042" y="1127750"/>
                  </a:lnTo>
                  <a:lnTo>
                    <a:pt x="2780051" y="1127750"/>
                  </a:lnTo>
                  <a:lnTo>
                    <a:pt x="2780051" y="1127750"/>
                  </a:lnTo>
                  <a:lnTo>
                    <a:pt x="2775060" y="1127750"/>
                  </a:lnTo>
                  <a:lnTo>
                    <a:pt x="2775060" y="1127750"/>
                  </a:lnTo>
                  <a:lnTo>
                    <a:pt x="2770068" y="1127750"/>
                  </a:lnTo>
                  <a:lnTo>
                    <a:pt x="2770068" y="1127750"/>
                  </a:lnTo>
                  <a:lnTo>
                    <a:pt x="2765077" y="1127750"/>
                  </a:lnTo>
                  <a:lnTo>
                    <a:pt x="2765077" y="1130403"/>
                  </a:lnTo>
                  <a:lnTo>
                    <a:pt x="2760086" y="1130403"/>
                  </a:lnTo>
                  <a:lnTo>
                    <a:pt x="2760086" y="1135707"/>
                  </a:lnTo>
                  <a:lnTo>
                    <a:pt x="2755095" y="1135707"/>
                  </a:lnTo>
                  <a:lnTo>
                    <a:pt x="2755095" y="1138359"/>
                  </a:lnTo>
                  <a:lnTo>
                    <a:pt x="2750104" y="1138359"/>
                  </a:lnTo>
                  <a:lnTo>
                    <a:pt x="2750104" y="1138359"/>
                  </a:lnTo>
                  <a:lnTo>
                    <a:pt x="2745113" y="1138359"/>
                  </a:lnTo>
                  <a:lnTo>
                    <a:pt x="2745113" y="1141007"/>
                  </a:lnTo>
                  <a:lnTo>
                    <a:pt x="2740122" y="1141007"/>
                  </a:lnTo>
                  <a:lnTo>
                    <a:pt x="2740122" y="1141007"/>
                  </a:lnTo>
                  <a:lnTo>
                    <a:pt x="2735131" y="1141007"/>
                  </a:lnTo>
                  <a:lnTo>
                    <a:pt x="2735131" y="1146298"/>
                  </a:lnTo>
                  <a:lnTo>
                    <a:pt x="2730139" y="1146298"/>
                  </a:lnTo>
                  <a:lnTo>
                    <a:pt x="2730139" y="1148944"/>
                  </a:lnTo>
                  <a:lnTo>
                    <a:pt x="2725148" y="1148944"/>
                  </a:lnTo>
                  <a:lnTo>
                    <a:pt x="2725148" y="1148944"/>
                  </a:lnTo>
                  <a:lnTo>
                    <a:pt x="2720157" y="1148944"/>
                  </a:lnTo>
                  <a:lnTo>
                    <a:pt x="2720157" y="1151587"/>
                  </a:lnTo>
                  <a:lnTo>
                    <a:pt x="2715166" y="1151587"/>
                  </a:lnTo>
                  <a:lnTo>
                    <a:pt x="2715166" y="1151587"/>
                  </a:lnTo>
                  <a:lnTo>
                    <a:pt x="2710175" y="1151587"/>
                  </a:lnTo>
                  <a:lnTo>
                    <a:pt x="2710175" y="1154227"/>
                  </a:lnTo>
                  <a:lnTo>
                    <a:pt x="2705184" y="1154227"/>
                  </a:lnTo>
                  <a:lnTo>
                    <a:pt x="2705184" y="1154227"/>
                  </a:lnTo>
                  <a:lnTo>
                    <a:pt x="2700193" y="1154227"/>
                  </a:lnTo>
                  <a:lnTo>
                    <a:pt x="2700193" y="1159500"/>
                  </a:lnTo>
                  <a:lnTo>
                    <a:pt x="2695202" y="1159500"/>
                  </a:lnTo>
                  <a:lnTo>
                    <a:pt x="2695202" y="1162135"/>
                  </a:lnTo>
                  <a:lnTo>
                    <a:pt x="2690211" y="1162135"/>
                  </a:lnTo>
                  <a:lnTo>
                    <a:pt x="2690211" y="1162135"/>
                  </a:lnTo>
                  <a:lnTo>
                    <a:pt x="2685219" y="1162135"/>
                  </a:lnTo>
                  <a:lnTo>
                    <a:pt x="2685219" y="1162135"/>
                  </a:lnTo>
                  <a:lnTo>
                    <a:pt x="2680228" y="1162135"/>
                  </a:lnTo>
                  <a:lnTo>
                    <a:pt x="2680228" y="1162135"/>
                  </a:lnTo>
                  <a:lnTo>
                    <a:pt x="2675237" y="1162135"/>
                  </a:lnTo>
                  <a:lnTo>
                    <a:pt x="2675237" y="1164765"/>
                  </a:lnTo>
                  <a:lnTo>
                    <a:pt x="2670246" y="1164765"/>
                  </a:lnTo>
                  <a:lnTo>
                    <a:pt x="2670246" y="1167394"/>
                  </a:lnTo>
                  <a:lnTo>
                    <a:pt x="2665255" y="1167394"/>
                  </a:lnTo>
                  <a:lnTo>
                    <a:pt x="2665255" y="1167394"/>
                  </a:lnTo>
                  <a:lnTo>
                    <a:pt x="2660264" y="1167394"/>
                  </a:lnTo>
                  <a:lnTo>
                    <a:pt x="2660264" y="1172651"/>
                  </a:lnTo>
                  <a:lnTo>
                    <a:pt x="2655273" y="1172651"/>
                  </a:lnTo>
                  <a:lnTo>
                    <a:pt x="2655273" y="1175279"/>
                  </a:lnTo>
                  <a:lnTo>
                    <a:pt x="2650282" y="1175279"/>
                  </a:lnTo>
                  <a:lnTo>
                    <a:pt x="2650282" y="1175279"/>
                  </a:lnTo>
                  <a:lnTo>
                    <a:pt x="2645291" y="1175279"/>
                  </a:lnTo>
                  <a:lnTo>
                    <a:pt x="2645291" y="1180532"/>
                  </a:lnTo>
                  <a:lnTo>
                    <a:pt x="2640299" y="1180532"/>
                  </a:lnTo>
                  <a:lnTo>
                    <a:pt x="2640299" y="1185777"/>
                  </a:lnTo>
                  <a:lnTo>
                    <a:pt x="2635308" y="1185777"/>
                  </a:lnTo>
                  <a:lnTo>
                    <a:pt x="2635308" y="1185777"/>
                  </a:lnTo>
                  <a:lnTo>
                    <a:pt x="2630317" y="1185777"/>
                  </a:lnTo>
                  <a:lnTo>
                    <a:pt x="2630317" y="1188397"/>
                  </a:lnTo>
                  <a:lnTo>
                    <a:pt x="2625326" y="1188397"/>
                  </a:lnTo>
                  <a:lnTo>
                    <a:pt x="2625326" y="1188397"/>
                  </a:lnTo>
                  <a:lnTo>
                    <a:pt x="2620335" y="1188397"/>
                  </a:lnTo>
                  <a:lnTo>
                    <a:pt x="2620335" y="1188397"/>
                  </a:lnTo>
                  <a:lnTo>
                    <a:pt x="2615344" y="1188397"/>
                  </a:lnTo>
                  <a:lnTo>
                    <a:pt x="2615344" y="1188397"/>
                  </a:lnTo>
                  <a:lnTo>
                    <a:pt x="2610353" y="1188397"/>
                  </a:lnTo>
                  <a:lnTo>
                    <a:pt x="2610353" y="1191013"/>
                  </a:lnTo>
                  <a:lnTo>
                    <a:pt x="2605362" y="1191013"/>
                  </a:lnTo>
                  <a:lnTo>
                    <a:pt x="2605362" y="1191013"/>
                  </a:lnTo>
                  <a:lnTo>
                    <a:pt x="2600370" y="1191013"/>
                  </a:lnTo>
                  <a:lnTo>
                    <a:pt x="2600370" y="1196240"/>
                  </a:lnTo>
                  <a:lnTo>
                    <a:pt x="2595379" y="1196240"/>
                  </a:lnTo>
                  <a:lnTo>
                    <a:pt x="2595379" y="1201466"/>
                  </a:lnTo>
                  <a:lnTo>
                    <a:pt x="2590388" y="1201466"/>
                  </a:lnTo>
                  <a:lnTo>
                    <a:pt x="2590388" y="1201466"/>
                  </a:lnTo>
                  <a:lnTo>
                    <a:pt x="2585397" y="1201466"/>
                  </a:lnTo>
                  <a:lnTo>
                    <a:pt x="2585397" y="1201466"/>
                  </a:lnTo>
                  <a:lnTo>
                    <a:pt x="2580406" y="1201466"/>
                  </a:lnTo>
                  <a:lnTo>
                    <a:pt x="2580406" y="1204077"/>
                  </a:lnTo>
                  <a:lnTo>
                    <a:pt x="2575415" y="1204077"/>
                  </a:lnTo>
                  <a:lnTo>
                    <a:pt x="2575415" y="1206687"/>
                  </a:lnTo>
                  <a:lnTo>
                    <a:pt x="2570424" y="1206687"/>
                  </a:lnTo>
                  <a:lnTo>
                    <a:pt x="2570424" y="1211901"/>
                  </a:lnTo>
                  <a:lnTo>
                    <a:pt x="2565433" y="1211901"/>
                  </a:lnTo>
                  <a:lnTo>
                    <a:pt x="2565433" y="1211901"/>
                  </a:lnTo>
                  <a:lnTo>
                    <a:pt x="2560442" y="1211901"/>
                  </a:lnTo>
                  <a:lnTo>
                    <a:pt x="2560442" y="1217113"/>
                  </a:lnTo>
                  <a:lnTo>
                    <a:pt x="2555450" y="1217113"/>
                  </a:lnTo>
                  <a:lnTo>
                    <a:pt x="2555450" y="1222324"/>
                  </a:lnTo>
                  <a:lnTo>
                    <a:pt x="2550459" y="1222324"/>
                  </a:lnTo>
                  <a:lnTo>
                    <a:pt x="2550459" y="1222324"/>
                  </a:lnTo>
                  <a:lnTo>
                    <a:pt x="2545468" y="1222324"/>
                  </a:lnTo>
                  <a:lnTo>
                    <a:pt x="2545468" y="1222324"/>
                  </a:lnTo>
                  <a:lnTo>
                    <a:pt x="2540477" y="1222324"/>
                  </a:lnTo>
                  <a:lnTo>
                    <a:pt x="2540477" y="1227533"/>
                  </a:lnTo>
                  <a:lnTo>
                    <a:pt x="2535486" y="1227533"/>
                  </a:lnTo>
                  <a:lnTo>
                    <a:pt x="2535486" y="1227533"/>
                  </a:lnTo>
                  <a:lnTo>
                    <a:pt x="2530495" y="1227533"/>
                  </a:lnTo>
                  <a:lnTo>
                    <a:pt x="2530495" y="1227533"/>
                  </a:lnTo>
                  <a:lnTo>
                    <a:pt x="2525504" y="1227533"/>
                  </a:lnTo>
                  <a:lnTo>
                    <a:pt x="2525504" y="1230135"/>
                  </a:lnTo>
                  <a:lnTo>
                    <a:pt x="2520513" y="1230135"/>
                  </a:lnTo>
                  <a:lnTo>
                    <a:pt x="2520513" y="1230135"/>
                  </a:lnTo>
                  <a:lnTo>
                    <a:pt x="2515522" y="1230135"/>
                  </a:lnTo>
                  <a:lnTo>
                    <a:pt x="2515522" y="1232736"/>
                  </a:lnTo>
                  <a:lnTo>
                    <a:pt x="2510530" y="1232736"/>
                  </a:lnTo>
                  <a:lnTo>
                    <a:pt x="2510530" y="1232736"/>
                  </a:lnTo>
                  <a:lnTo>
                    <a:pt x="2505539" y="1232736"/>
                  </a:lnTo>
                  <a:lnTo>
                    <a:pt x="2505539" y="1232736"/>
                  </a:lnTo>
                  <a:lnTo>
                    <a:pt x="2500548" y="1232736"/>
                  </a:lnTo>
                  <a:lnTo>
                    <a:pt x="2500548" y="1237933"/>
                  </a:lnTo>
                  <a:lnTo>
                    <a:pt x="2495557" y="1237933"/>
                  </a:lnTo>
                  <a:lnTo>
                    <a:pt x="2495557" y="1237933"/>
                  </a:lnTo>
                  <a:lnTo>
                    <a:pt x="2490566" y="1237933"/>
                  </a:lnTo>
                  <a:lnTo>
                    <a:pt x="2490566" y="1240531"/>
                  </a:lnTo>
                  <a:lnTo>
                    <a:pt x="2485575" y="1240531"/>
                  </a:lnTo>
                  <a:lnTo>
                    <a:pt x="2485575" y="1243129"/>
                  </a:lnTo>
                  <a:lnTo>
                    <a:pt x="2480584" y="1243129"/>
                  </a:lnTo>
                  <a:lnTo>
                    <a:pt x="2480584" y="1248323"/>
                  </a:lnTo>
                  <a:lnTo>
                    <a:pt x="2475593" y="1248323"/>
                  </a:lnTo>
                  <a:lnTo>
                    <a:pt x="2475593" y="1250920"/>
                  </a:lnTo>
                  <a:lnTo>
                    <a:pt x="2470601" y="1250920"/>
                  </a:lnTo>
                  <a:lnTo>
                    <a:pt x="2470601" y="1250920"/>
                  </a:lnTo>
                  <a:lnTo>
                    <a:pt x="2465610" y="1250920"/>
                  </a:lnTo>
                  <a:lnTo>
                    <a:pt x="2465610" y="1250920"/>
                  </a:lnTo>
                  <a:lnTo>
                    <a:pt x="2460619" y="1250920"/>
                  </a:lnTo>
                  <a:lnTo>
                    <a:pt x="2460619" y="1250920"/>
                  </a:lnTo>
                  <a:lnTo>
                    <a:pt x="2455628" y="1250920"/>
                  </a:lnTo>
                  <a:lnTo>
                    <a:pt x="2455628" y="1250920"/>
                  </a:lnTo>
                  <a:lnTo>
                    <a:pt x="2450637" y="1250920"/>
                  </a:lnTo>
                  <a:lnTo>
                    <a:pt x="2450637" y="1250920"/>
                  </a:lnTo>
                  <a:lnTo>
                    <a:pt x="2445646" y="1250920"/>
                  </a:lnTo>
                  <a:lnTo>
                    <a:pt x="2445646" y="1253512"/>
                  </a:lnTo>
                  <a:lnTo>
                    <a:pt x="2440655" y="1253512"/>
                  </a:lnTo>
                  <a:lnTo>
                    <a:pt x="2440655" y="1256103"/>
                  </a:lnTo>
                  <a:lnTo>
                    <a:pt x="2435664" y="1256103"/>
                  </a:lnTo>
                  <a:lnTo>
                    <a:pt x="2435664" y="1256103"/>
                  </a:lnTo>
                  <a:lnTo>
                    <a:pt x="2430673" y="1256103"/>
                  </a:lnTo>
                  <a:lnTo>
                    <a:pt x="2430673" y="1258692"/>
                  </a:lnTo>
                  <a:lnTo>
                    <a:pt x="2425681" y="1258692"/>
                  </a:lnTo>
                  <a:lnTo>
                    <a:pt x="2425681" y="1266458"/>
                  </a:lnTo>
                  <a:lnTo>
                    <a:pt x="2420690" y="1266458"/>
                  </a:lnTo>
                  <a:lnTo>
                    <a:pt x="2420690" y="1266458"/>
                  </a:lnTo>
                  <a:lnTo>
                    <a:pt x="2415699" y="1266458"/>
                  </a:lnTo>
                  <a:lnTo>
                    <a:pt x="2415699" y="1269044"/>
                  </a:lnTo>
                  <a:lnTo>
                    <a:pt x="2410708" y="1269044"/>
                  </a:lnTo>
                  <a:lnTo>
                    <a:pt x="2410708" y="1269044"/>
                  </a:lnTo>
                  <a:lnTo>
                    <a:pt x="2405717" y="1269044"/>
                  </a:lnTo>
                  <a:lnTo>
                    <a:pt x="2405717" y="1269044"/>
                  </a:lnTo>
                  <a:lnTo>
                    <a:pt x="2400726" y="1269044"/>
                  </a:lnTo>
                  <a:lnTo>
                    <a:pt x="2400726" y="1271629"/>
                  </a:lnTo>
                  <a:lnTo>
                    <a:pt x="2395735" y="1271629"/>
                  </a:lnTo>
                  <a:lnTo>
                    <a:pt x="2395735" y="1274211"/>
                  </a:lnTo>
                  <a:lnTo>
                    <a:pt x="2390744" y="1274211"/>
                  </a:lnTo>
                  <a:lnTo>
                    <a:pt x="2390744" y="1276793"/>
                  </a:lnTo>
                  <a:lnTo>
                    <a:pt x="2385753" y="1276793"/>
                  </a:lnTo>
                  <a:lnTo>
                    <a:pt x="2385753" y="1276793"/>
                  </a:lnTo>
                  <a:lnTo>
                    <a:pt x="2380761" y="1276793"/>
                  </a:lnTo>
                  <a:lnTo>
                    <a:pt x="2380761" y="1276793"/>
                  </a:lnTo>
                  <a:lnTo>
                    <a:pt x="2375770" y="1276793"/>
                  </a:lnTo>
                  <a:lnTo>
                    <a:pt x="2375770" y="1276793"/>
                  </a:lnTo>
                  <a:lnTo>
                    <a:pt x="2370779" y="1276793"/>
                  </a:lnTo>
                  <a:lnTo>
                    <a:pt x="2370779" y="1276793"/>
                  </a:lnTo>
                  <a:lnTo>
                    <a:pt x="2365788" y="1276793"/>
                  </a:lnTo>
                  <a:lnTo>
                    <a:pt x="2365788" y="1279372"/>
                  </a:lnTo>
                  <a:lnTo>
                    <a:pt x="2360797" y="1279372"/>
                  </a:lnTo>
                  <a:lnTo>
                    <a:pt x="2360797" y="1284529"/>
                  </a:lnTo>
                  <a:lnTo>
                    <a:pt x="2355806" y="1284529"/>
                  </a:lnTo>
                  <a:lnTo>
                    <a:pt x="2355806" y="1284529"/>
                  </a:lnTo>
                  <a:lnTo>
                    <a:pt x="2350815" y="1284529"/>
                  </a:lnTo>
                  <a:lnTo>
                    <a:pt x="2350815" y="1289683"/>
                  </a:lnTo>
                  <a:lnTo>
                    <a:pt x="2345824" y="1289683"/>
                  </a:lnTo>
                  <a:lnTo>
                    <a:pt x="2345824" y="1289683"/>
                  </a:lnTo>
                  <a:lnTo>
                    <a:pt x="2340833" y="1289683"/>
                  </a:lnTo>
                  <a:lnTo>
                    <a:pt x="2340833" y="1292260"/>
                  </a:lnTo>
                  <a:lnTo>
                    <a:pt x="2335841" y="1292260"/>
                  </a:lnTo>
                  <a:lnTo>
                    <a:pt x="2335841" y="1292260"/>
                  </a:lnTo>
                  <a:lnTo>
                    <a:pt x="2330850" y="1292260"/>
                  </a:lnTo>
                  <a:lnTo>
                    <a:pt x="2330850" y="1292260"/>
                  </a:lnTo>
                  <a:lnTo>
                    <a:pt x="2325859" y="1292260"/>
                  </a:lnTo>
                  <a:lnTo>
                    <a:pt x="2325859" y="1299978"/>
                  </a:lnTo>
                  <a:lnTo>
                    <a:pt x="2320868" y="1299978"/>
                  </a:lnTo>
                  <a:lnTo>
                    <a:pt x="2320868" y="1305120"/>
                  </a:lnTo>
                  <a:lnTo>
                    <a:pt x="2315877" y="1305120"/>
                  </a:lnTo>
                  <a:lnTo>
                    <a:pt x="2315877" y="1305120"/>
                  </a:lnTo>
                  <a:lnTo>
                    <a:pt x="2310886" y="1305120"/>
                  </a:lnTo>
                  <a:lnTo>
                    <a:pt x="2310886" y="1305120"/>
                  </a:lnTo>
                  <a:lnTo>
                    <a:pt x="2305895" y="1305120"/>
                  </a:lnTo>
                  <a:lnTo>
                    <a:pt x="2305895" y="1310258"/>
                  </a:lnTo>
                  <a:lnTo>
                    <a:pt x="2300904" y="1310258"/>
                  </a:lnTo>
                  <a:lnTo>
                    <a:pt x="2300904" y="1310258"/>
                  </a:lnTo>
                  <a:lnTo>
                    <a:pt x="2295912" y="1310258"/>
                  </a:lnTo>
                  <a:lnTo>
                    <a:pt x="2295912" y="1315393"/>
                  </a:lnTo>
                  <a:lnTo>
                    <a:pt x="2290921" y="1315393"/>
                  </a:lnTo>
                  <a:lnTo>
                    <a:pt x="2290921" y="1317960"/>
                  </a:lnTo>
                  <a:lnTo>
                    <a:pt x="2285930" y="1317960"/>
                  </a:lnTo>
                  <a:lnTo>
                    <a:pt x="2285930" y="1320526"/>
                  </a:lnTo>
                  <a:lnTo>
                    <a:pt x="2280939" y="1320526"/>
                  </a:lnTo>
                  <a:lnTo>
                    <a:pt x="2280939" y="1320526"/>
                  </a:lnTo>
                  <a:lnTo>
                    <a:pt x="2275948" y="1320526"/>
                  </a:lnTo>
                  <a:lnTo>
                    <a:pt x="2275948" y="1320526"/>
                  </a:lnTo>
                  <a:lnTo>
                    <a:pt x="2270957" y="1320526"/>
                  </a:lnTo>
                  <a:lnTo>
                    <a:pt x="2270957" y="1320526"/>
                  </a:lnTo>
                  <a:lnTo>
                    <a:pt x="2265966" y="1320526"/>
                  </a:lnTo>
                  <a:lnTo>
                    <a:pt x="2265966" y="1323090"/>
                  </a:lnTo>
                  <a:lnTo>
                    <a:pt x="2260975" y="1323090"/>
                  </a:lnTo>
                  <a:lnTo>
                    <a:pt x="2260975" y="1325654"/>
                  </a:lnTo>
                  <a:lnTo>
                    <a:pt x="2255984" y="1325654"/>
                  </a:lnTo>
                  <a:lnTo>
                    <a:pt x="2255984" y="1333340"/>
                  </a:lnTo>
                  <a:lnTo>
                    <a:pt x="2250992" y="1333340"/>
                  </a:lnTo>
                  <a:lnTo>
                    <a:pt x="2250992" y="1333340"/>
                  </a:lnTo>
                  <a:lnTo>
                    <a:pt x="2246001" y="1333340"/>
                  </a:lnTo>
                  <a:lnTo>
                    <a:pt x="2246001" y="1333340"/>
                  </a:lnTo>
                  <a:lnTo>
                    <a:pt x="2241010" y="1333340"/>
                  </a:lnTo>
                  <a:lnTo>
                    <a:pt x="2241010" y="1335900"/>
                  </a:lnTo>
                  <a:lnTo>
                    <a:pt x="2236019" y="1335900"/>
                  </a:lnTo>
                  <a:lnTo>
                    <a:pt x="2236019" y="1335900"/>
                  </a:lnTo>
                  <a:lnTo>
                    <a:pt x="2231028" y="1335900"/>
                  </a:lnTo>
                  <a:lnTo>
                    <a:pt x="2231028" y="1335900"/>
                  </a:lnTo>
                  <a:lnTo>
                    <a:pt x="2226037" y="1335900"/>
                  </a:lnTo>
                  <a:lnTo>
                    <a:pt x="2226037" y="1341017"/>
                  </a:lnTo>
                  <a:lnTo>
                    <a:pt x="2221046" y="1341017"/>
                  </a:lnTo>
                  <a:lnTo>
                    <a:pt x="2221046" y="1348687"/>
                  </a:lnTo>
                  <a:lnTo>
                    <a:pt x="2216055" y="1348687"/>
                  </a:lnTo>
                  <a:lnTo>
                    <a:pt x="2216055" y="1348687"/>
                  </a:lnTo>
                  <a:lnTo>
                    <a:pt x="2211064" y="1348687"/>
                  </a:lnTo>
                  <a:lnTo>
                    <a:pt x="2211064" y="1348687"/>
                  </a:lnTo>
                  <a:lnTo>
                    <a:pt x="2206072" y="1348687"/>
                  </a:lnTo>
                  <a:lnTo>
                    <a:pt x="2206072" y="1348687"/>
                  </a:lnTo>
                  <a:lnTo>
                    <a:pt x="2201081" y="1348687"/>
                  </a:lnTo>
                  <a:lnTo>
                    <a:pt x="2201081" y="1351242"/>
                  </a:lnTo>
                  <a:lnTo>
                    <a:pt x="2196090" y="1351242"/>
                  </a:lnTo>
                  <a:lnTo>
                    <a:pt x="2196090" y="1353796"/>
                  </a:lnTo>
                  <a:lnTo>
                    <a:pt x="2191099" y="1353796"/>
                  </a:lnTo>
                  <a:lnTo>
                    <a:pt x="2191099" y="1358901"/>
                  </a:lnTo>
                  <a:lnTo>
                    <a:pt x="2186108" y="1358901"/>
                  </a:lnTo>
                  <a:lnTo>
                    <a:pt x="2186108" y="1369101"/>
                  </a:lnTo>
                  <a:lnTo>
                    <a:pt x="2181117" y="1369101"/>
                  </a:lnTo>
                  <a:lnTo>
                    <a:pt x="2181117" y="1374199"/>
                  </a:lnTo>
                  <a:lnTo>
                    <a:pt x="2176126" y="1374199"/>
                  </a:lnTo>
                  <a:lnTo>
                    <a:pt x="2176126" y="1374199"/>
                  </a:lnTo>
                  <a:lnTo>
                    <a:pt x="2171135" y="1374199"/>
                  </a:lnTo>
                  <a:lnTo>
                    <a:pt x="2171135" y="1374199"/>
                  </a:lnTo>
                  <a:lnTo>
                    <a:pt x="2166143" y="1374199"/>
                  </a:lnTo>
                  <a:lnTo>
                    <a:pt x="2166143" y="1374199"/>
                  </a:lnTo>
                  <a:lnTo>
                    <a:pt x="2161152" y="1374199"/>
                  </a:lnTo>
                  <a:lnTo>
                    <a:pt x="2161152" y="1374199"/>
                  </a:lnTo>
                  <a:lnTo>
                    <a:pt x="2156161" y="1374199"/>
                  </a:lnTo>
                  <a:lnTo>
                    <a:pt x="2156161" y="1374199"/>
                  </a:lnTo>
                  <a:lnTo>
                    <a:pt x="2151170" y="1374199"/>
                  </a:lnTo>
                  <a:lnTo>
                    <a:pt x="2151170" y="1381834"/>
                  </a:lnTo>
                  <a:lnTo>
                    <a:pt x="2146179" y="1381834"/>
                  </a:lnTo>
                  <a:lnTo>
                    <a:pt x="2146179" y="1386922"/>
                  </a:lnTo>
                  <a:lnTo>
                    <a:pt x="2141188" y="1386922"/>
                  </a:lnTo>
                  <a:lnTo>
                    <a:pt x="2141188" y="1389466"/>
                  </a:lnTo>
                  <a:lnTo>
                    <a:pt x="2136197" y="1389466"/>
                  </a:lnTo>
                  <a:lnTo>
                    <a:pt x="2136197" y="1394552"/>
                  </a:lnTo>
                  <a:lnTo>
                    <a:pt x="2131206" y="1394552"/>
                  </a:lnTo>
                  <a:lnTo>
                    <a:pt x="2131206" y="1394552"/>
                  </a:lnTo>
                  <a:lnTo>
                    <a:pt x="2126215" y="1394552"/>
                  </a:lnTo>
                  <a:lnTo>
                    <a:pt x="2126215" y="1397095"/>
                  </a:lnTo>
                  <a:lnTo>
                    <a:pt x="2121223" y="1397095"/>
                  </a:lnTo>
                  <a:lnTo>
                    <a:pt x="2121223" y="1397095"/>
                  </a:lnTo>
                  <a:lnTo>
                    <a:pt x="2116232" y="1397095"/>
                  </a:lnTo>
                  <a:lnTo>
                    <a:pt x="2116232" y="1414878"/>
                  </a:lnTo>
                  <a:lnTo>
                    <a:pt x="2111241" y="1414878"/>
                  </a:lnTo>
                  <a:lnTo>
                    <a:pt x="2111241" y="1414878"/>
                  </a:lnTo>
                  <a:lnTo>
                    <a:pt x="2106250" y="1414878"/>
                  </a:lnTo>
                  <a:lnTo>
                    <a:pt x="2106250" y="1414878"/>
                  </a:lnTo>
                  <a:lnTo>
                    <a:pt x="2101259" y="1414878"/>
                  </a:lnTo>
                  <a:lnTo>
                    <a:pt x="2101259" y="1414878"/>
                  </a:lnTo>
                  <a:lnTo>
                    <a:pt x="2096268" y="1414878"/>
                  </a:lnTo>
                  <a:lnTo>
                    <a:pt x="2096268" y="1414878"/>
                  </a:lnTo>
                  <a:lnTo>
                    <a:pt x="2091277" y="1414878"/>
                  </a:lnTo>
                  <a:lnTo>
                    <a:pt x="2091277" y="1417416"/>
                  </a:lnTo>
                  <a:lnTo>
                    <a:pt x="2086286" y="1417416"/>
                  </a:lnTo>
                  <a:lnTo>
                    <a:pt x="2086286" y="1422489"/>
                  </a:lnTo>
                  <a:lnTo>
                    <a:pt x="2081295" y="1422489"/>
                  </a:lnTo>
                  <a:lnTo>
                    <a:pt x="2081295" y="1427559"/>
                  </a:lnTo>
                  <a:lnTo>
                    <a:pt x="2076303" y="1427559"/>
                  </a:lnTo>
                  <a:lnTo>
                    <a:pt x="2076303" y="1430092"/>
                  </a:lnTo>
                  <a:lnTo>
                    <a:pt x="2071312" y="1430092"/>
                  </a:lnTo>
                  <a:lnTo>
                    <a:pt x="2071312" y="1430092"/>
                  </a:lnTo>
                  <a:lnTo>
                    <a:pt x="2066321" y="1430092"/>
                  </a:lnTo>
                  <a:lnTo>
                    <a:pt x="2066321" y="1430092"/>
                  </a:lnTo>
                  <a:lnTo>
                    <a:pt x="2061330" y="1430092"/>
                  </a:lnTo>
                  <a:lnTo>
                    <a:pt x="2061330" y="1430092"/>
                  </a:lnTo>
                  <a:lnTo>
                    <a:pt x="2056339" y="1430092"/>
                  </a:lnTo>
                  <a:lnTo>
                    <a:pt x="2056339" y="1435154"/>
                  </a:lnTo>
                  <a:lnTo>
                    <a:pt x="2051348" y="1435154"/>
                  </a:lnTo>
                  <a:lnTo>
                    <a:pt x="2051348" y="1437684"/>
                  </a:lnTo>
                  <a:lnTo>
                    <a:pt x="2046357" y="1437684"/>
                  </a:lnTo>
                  <a:lnTo>
                    <a:pt x="2046357" y="1445266"/>
                  </a:lnTo>
                  <a:lnTo>
                    <a:pt x="2041366" y="1445266"/>
                  </a:lnTo>
                  <a:lnTo>
                    <a:pt x="2041366" y="1447793"/>
                  </a:lnTo>
                  <a:lnTo>
                    <a:pt x="2036374" y="1447793"/>
                  </a:lnTo>
                  <a:lnTo>
                    <a:pt x="2036374" y="1452844"/>
                  </a:lnTo>
                  <a:lnTo>
                    <a:pt x="2031383" y="1452844"/>
                  </a:lnTo>
                  <a:lnTo>
                    <a:pt x="2031383" y="1452844"/>
                  </a:lnTo>
                  <a:lnTo>
                    <a:pt x="2026392" y="1452844"/>
                  </a:lnTo>
                  <a:lnTo>
                    <a:pt x="2026392" y="1455368"/>
                  </a:lnTo>
                  <a:lnTo>
                    <a:pt x="2021401" y="1455368"/>
                  </a:lnTo>
                  <a:lnTo>
                    <a:pt x="2021401" y="1455368"/>
                  </a:lnTo>
                  <a:lnTo>
                    <a:pt x="2016410" y="1455368"/>
                  </a:lnTo>
                  <a:lnTo>
                    <a:pt x="2016410" y="1455368"/>
                  </a:lnTo>
                  <a:lnTo>
                    <a:pt x="2011419" y="1455368"/>
                  </a:lnTo>
                  <a:lnTo>
                    <a:pt x="2011419" y="1455368"/>
                  </a:lnTo>
                  <a:lnTo>
                    <a:pt x="2006428" y="1455368"/>
                  </a:lnTo>
                  <a:lnTo>
                    <a:pt x="2006428" y="1455368"/>
                  </a:lnTo>
                  <a:lnTo>
                    <a:pt x="2001437" y="1455368"/>
                  </a:lnTo>
                  <a:lnTo>
                    <a:pt x="2001437" y="1455368"/>
                  </a:lnTo>
                  <a:lnTo>
                    <a:pt x="1996446" y="1455368"/>
                  </a:lnTo>
                  <a:lnTo>
                    <a:pt x="1996446" y="1457887"/>
                  </a:lnTo>
                  <a:lnTo>
                    <a:pt x="1991454" y="1457887"/>
                  </a:lnTo>
                  <a:lnTo>
                    <a:pt x="1991454" y="1462924"/>
                  </a:lnTo>
                  <a:lnTo>
                    <a:pt x="1986463" y="1462924"/>
                  </a:lnTo>
                  <a:lnTo>
                    <a:pt x="1986463" y="1465441"/>
                  </a:lnTo>
                  <a:lnTo>
                    <a:pt x="1981472" y="1465441"/>
                  </a:lnTo>
                  <a:lnTo>
                    <a:pt x="1981472" y="1467958"/>
                  </a:lnTo>
                  <a:lnTo>
                    <a:pt x="1976481" y="1467958"/>
                  </a:lnTo>
                  <a:lnTo>
                    <a:pt x="1976481" y="1472989"/>
                  </a:lnTo>
                  <a:lnTo>
                    <a:pt x="1971490" y="1472989"/>
                  </a:lnTo>
                  <a:lnTo>
                    <a:pt x="1971490" y="1472989"/>
                  </a:lnTo>
                  <a:lnTo>
                    <a:pt x="1966499" y="1472989"/>
                  </a:lnTo>
                  <a:lnTo>
                    <a:pt x="1966499" y="1472989"/>
                  </a:lnTo>
                  <a:lnTo>
                    <a:pt x="1961508" y="1472989"/>
                  </a:lnTo>
                  <a:lnTo>
                    <a:pt x="1961508" y="1475503"/>
                  </a:lnTo>
                  <a:lnTo>
                    <a:pt x="1956517" y="1475503"/>
                  </a:lnTo>
                  <a:lnTo>
                    <a:pt x="1956517" y="1475503"/>
                  </a:lnTo>
                  <a:lnTo>
                    <a:pt x="1951526" y="1475503"/>
                  </a:lnTo>
                  <a:lnTo>
                    <a:pt x="1951526" y="1475503"/>
                  </a:lnTo>
                  <a:lnTo>
                    <a:pt x="1946534" y="1475503"/>
                  </a:lnTo>
                  <a:lnTo>
                    <a:pt x="1946534" y="1475503"/>
                  </a:lnTo>
                  <a:lnTo>
                    <a:pt x="1941543" y="1475503"/>
                  </a:lnTo>
                  <a:lnTo>
                    <a:pt x="1941543" y="1483036"/>
                  </a:lnTo>
                  <a:lnTo>
                    <a:pt x="1936552" y="1483036"/>
                  </a:lnTo>
                  <a:lnTo>
                    <a:pt x="1936552" y="1488055"/>
                  </a:lnTo>
                  <a:lnTo>
                    <a:pt x="1931561" y="1488055"/>
                  </a:lnTo>
                  <a:lnTo>
                    <a:pt x="1931561" y="1493073"/>
                  </a:lnTo>
                  <a:lnTo>
                    <a:pt x="1926570" y="1493073"/>
                  </a:lnTo>
                  <a:lnTo>
                    <a:pt x="1926570" y="1495581"/>
                  </a:lnTo>
                  <a:lnTo>
                    <a:pt x="1921579" y="1495581"/>
                  </a:lnTo>
                  <a:lnTo>
                    <a:pt x="1921579" y="1495581"/>
                  </a:lnTo>
                  <a:lnTo>
                    <a:pt x="1916588" y="1495581"/>
                  </a:lnTo>
                  <a:lnTo>
                    <a:pt x="1916588" y="1500597"/>
                  </a:lnTo>
                  <a:lnTo>
                    <a:pt x="1911597" y="1500597"/>
                  </a:lnTo>
                  <a:lnTo>
                    <a:pt x="1911597" y="1500597"/>
                  </a:lnTo>
                  <a:lnTo>
                    <a:pt x="1906605" y="1500597"/>
                  </a:lnTo>
                  <a:lnTo>
                    <a:pt x="1906605" y="1505610"/>
                  </a:lnTo>
                  <a:lnTo>
                    <a:pt x="1901614" y="1505610"/>
                  </a:lnTo>
                  <a:lnTo>
                    <a:pt x="1901614" y="1505610"/>
                  </a:lnTo>
                  <a:lnTo>
                    <a:pt x="1896623" y="1505610"/>
                  </a:lnTo>
                  <a:lnTo>
                    <a:pt x="1896623" y="1505610"/>
                  </a:lnTo>
                  <a:lnTo>
                    <a:pt x="1891632" y="1505610"/>
                  </a:lnTo>
                  <a:lnTo>
                    <a:pt x="1891632" y="1505610"/>
                  </a:lnTo>
                  <a:lnTo>
                    <a:pt x="1886641" y="1505610"/>
                  </a:lnTo>
                  <a:lnTo>
                    <a:pt x="1886641" y="1505610"/>
                  </a:lnTo>
                  <a:lnTo>
                    <a:pt x="1881650" y="1505610"/>
                  </a:lnTo>
                  <a:lnTo>
                    <a:pt x="1881650" y="1505610"/>
                  </a:lnTo>
                  <a:lnTo>
                    <a:pt x="1876659" y="1505610"/>
                  </a:lnTo>
                  <a:lnTo>
                    <a:pt x="1876659" y="1505610"/>
                  </a:lnTo>
                  <a:lnTo>
                    <a:pt x="1871668" y="1505610"/>
                  </a:lnTo>
                  <a:lnTo>
                    <a:pt x="1871668" y="1510613"/>
                  </a:lnTo>
                  <a:lnTo>
                    <a:pt x="1866677" y="1510613"/>
                  </a:lnTo>
                  <a:lnTo>
                    <a:pt x="1866677" y="1513114"/>
                  </a:lnTo>
                  <a:lnTo>
                    <a:pt x="1861685" y="1513114"/>
                  </a:lnTo>
                  <a:lnTo>
                    <a:pt x="1861685" y="1515613"/>
                  </a:lnTo>
                  <a:lnTo>
                    <a:pt x="1856694" y="1515613"/>
                  </a:lnTo>
                  <a:lnTo>
                    <a:pt x="1856694" y="1515613"/>
                  </a:lnTo>
                  <a:lnTo>
                    <a:pt x="1851703" y="1515613"/>
                  </a:lnTo>
                  <a:lnTo>
                    <a:pt x="1851703" y="1518112"/>
                  </a:lnTo>
                  <a:lnTo>
                    <a:pt x="1846712" y="1518112"/>
                  </a:lnTo>
                  <a:lnTo>
                    <a:pt x="1846712" y="1520608"/>
                  </a:lnTo>
                  <a:lnTo>
                    <a:pt x="1841721" y="1520608"/>
                  </a:lnTo>
                  <a:lnTo>
                    <a:pt x="1841721" y="1520608"/>
                  </a:lnTo>
                  <a:lnTo>
                    <a:pt x="1836730" y="1520608"/>
                  </a:lnTo>
                  <a:lnTo>
                    <a:pt x="1836730" y="1523103"/>
                  </a:lnTo>
                  <a:lnTo>
                    <a:pt x="1831739" y="1523103"/>
                  </a:lnTo>
                  <a:lnTo>
                    <a:pt x="1831739" y="1523103"/>
                  </a:lnTo>
                  <a:lnTo>
                    <a:pt x="1826748" y="1523103"/>
                  </a:lnTo>
                  <a:lnTo>
                    <a:pt x="1826748" y="1523103"/>
                  </a:lnTo>
                  <a:lnTo>
                    <a:pt x="1821757" y="1523103"/>
                  </a:lnTo>
                  <a:lnTo>
                    <a:pt x="1821757" y="1523103"/>
                  </a:lnTo>
                  <a:lnTo>
                    <a:pt x="1816765" y="1523103"/>
                  </a:lnTo>
                  <a:lnTo>
                    <a:pt x="1816765" y="1523103"/>
                  </a:lnTo>
                  <a:lnTo>
                    <a:pt x="1811774" y="1523103"/>
                  </a:lnTo>
                  <a:lnTo>
                    <a:pt x="1811774" y="1525594"/>
                  </a:lnTo>
                  <a:lnTo>
                    <a:pt x="1806783" y="1525594"/>
                  </a:lnTo>
                  <a:lnTo>
                    <a:pt x="1806783" y="1525594"/>
                  </a:lnTo>
                  <a:lnTo>
                    <a:pt x="1801792" y="1525594"/>
                  </a:lnTo>
                  <a:lnTo>
                    <a:pt x="1801792" y="1533060"/>
                  </a:lnTo>
                  <a:lnTo>
                    <a:pt x="1796801" y="1533060"/>
                  </a:lnTo>
                  <a:lnTo>
                    <a:pt x="1796801" y="1538035"/>
                  </a:lnTo>
                  <a:lnTo>
                    <a:pt x="1791810" y="1538035"/>
                  </a:lnTo>
                  <a:lnTo>
                    <a:pt x="1791810" y="1538035"/>
                  </a:lnTo>
                  <a:lnTo>
                    <a:pt x="1786819" y="1538035"/>
                  </a:lnTo>
                  <a:lnTo>
                    <a:pt x="1786819" y="1540522"/>
                  </a:lnTo>
                  <a:lnTo>
                    <a:pt x="1781828" y="1540522"/>
                  </a:lnTo>
                  <a:lnTo>
                    <a:pt x="1781828" y="1540522"/>
                  </a:lnTo>
                  <a:lnTo>
                    <a:pt x="1776836" y="1540522"/>
                  </a:lnTo>
                  <a:lnTo>
                    <a:pt x="1776836" y="1543007"/>
                  </a:lnTo>
                  <a:lnTo>
                    <a:pt x="1771845" y="1543007"/>
                  </a:lnTo>
                  <a:lnTo>
                    <a:pt x="1771845" y="1543007"/>
                  </a:lnTo>
                  <a:lnTo>
                    <a:pt x="1766854" y="1543007"/>
                  </a:lnTo>
                  <a:lnTo>
                    <a:pt x="1766854" y="1552939"/>
                  </a:lnTo>
                  <a:lnTo>
                    <a:pt x="1761863" y="1552939"/>
                  </a:lnTo>
                  <a:lnTo>
                    <a:pt x="1761863" y="1555421"/>
                  </a:lnTo>
                  <a:lnTo>
                    <a:pt x="1756872" y="1555421"/>
                  </a:lnTo>
                  <a:lnTo>
                    <a:pt x="1756872" y="1557901"/>
                  </a:lnTo>
                  <a:lnTo>
                    <a:pt x="1751881" y="1557901"/>
                  </a:lnTo>
                  <a:lnTo>
                    <a:pt x="1751881" y="1560381"/>
                  </a:lnTo>
                  <a:lnTo>
                    <a:pt x="1746890" y="1560381"/>
                  </a:lnTo>
                  <a:lnTo>
                    <a:pt x="1746890" y="1560381"/>
                  </a:lnTo>
                  <a:lnTo>
                    <a:pt x="1741899" y="1560381"/>
                  </a:lnTo>
                  <a:lnTo>
                    <a:pt x="1741899" y="1565339"/>
                  </a:lnTo>
                  <a:lnTo>
                    <a:pt x="1736908" y="1565339"/>
                  </a:lnTo>
                  <a:lnTo>
                    <a:pt x="1736908" y="1565339"/>
                  </a:lnTo>
                  <a:lnTo>
                    <a:pt x="1731916" y="1565339"/>
                  </a:lnTo>
                  <a:lnTo>
                    <a:pt x="1731916" y="1575238"/>
                  </a:lnTo>
                  <a:lnTo>
                    <a:pt x="1726925" y="1575238"/>
                  </a:lnTo>
                  <a:lnTo>
                    <a:pt x="1726925" y="1577712"/>
                  </a:lnTo>
                  <a:lnTo>
                    <a:pt x="1721934" y="1577712"/>
                  </a:lnTo>
                  <a:lnTo>
                    <a:pt x="1721934" y="1582658"/>
                  </a:lnTo>
                  <a:lnTo>
                    <a:pt x="1716943" y="1582658"/>
                  </a:lnTo>
                  <a:lnTo>
                    <a:pt x="1716943" y="1585131"/>
                  </a:lnTo>
                  <a:lnTo>
                    <a:pt x="1711952" y="1585131"/>
                  </a:lnTo>
                  <a:lnTo>
                    <a:pt x="1711952" y="1587603"/>
                  </a:lnTo>
                  <a:lnTo>
                    <a:pt x="1706961" y="1587603"/>
                  </a:lnTo>
                  <a:lnTo>
                    <a:pt x="1706961" y="1587603"/>
                  </a:lnTo>
                  <a:lnTo>
                    <a:pt x="1701970" y="1587603"/>
                  </a:lnTo>
                  <a:lnTo>
                    <a:pt x="1701970" y="1587603"/>
                  </a:lnTo>
                  <a:lnTo>
                    <a:pt x="1696979" y="1587603"/>
                  </a:lnTo>
                  <a:lnTo>
                    <a:pt x="1696979" y="1592541"/>
                  </a:lnTo>
                  <a:lnTo>
                    <a:pt x="1691988" y="1592541"/>
                  </a:lnTo>
                  <a:lnTo>
                    <a:pt x="1691988" y="1595009"/>
                  </a:lnTo>
                  <a:lnTo>
                    <a:pt x="1686996" y="1595009"/>
                  </a:lnTo>
                  <a:lnTo>
                    <a:pt x="1686996" y="1597476"/>
                  </a:lnTo>
                  <a:lnTo>
                    <a:pt x="1682005" y="1597476"/>
                  </a:lnTo>
                  <a:lnTo>
                    <a:pt x="1682005" y="1597476"/>
                  </a:lnTo>
                  <a:lnTo>
                    <a:pt x="1677014" y="1597476"/>
                  </a:lnTo>
                  <a:lnTo>
                    <a:pt x="1677014" y="1597476"/>
                  </a:lnTo>
                  <a:lnTo>
                    <a:pt x="1672023" y="1597476"/>
                  </a:lnTo>
                  <a:lnTo>
                    <a:pt x="1672023" y="1597476"/>
                  </a:lnTo>
                  <a:lnTo>
                    <a:pt x="1667032" y="1597476"/>
                  </a:lnTo>
                  <a:lnTo>
                    <a:pt x="1667032" y="1599943"/>
                  </a:lnTo>
                  <a:lnTo>
                    <a:pt x="1662041" y="1599943"/>
                  </a:lnTo>
                  <a:lnTo>
                    <a:pt x="1662041" y="1602407"/>
                  </a:lnTo>
                  <a:lnTo>
                    <a:pt x="1657050" y="1602407"/>
                  </a:lnTo>
                  <a:lnTo>
                    <a:pt x="1657050" y="1604870"/>
                  </a:lnTo>
                  <a:lnTo>
                    <a:pt x="1652059" y="1604870"/>
                  </a:lnTo>
                  <a:lnTo>
                    <a:pt x="1652059" y="1607331"/>
                  </a:lnTo>
                  <a:lnTo>
                    <a:pt x="1647067" y="1607331"/>
                  </a:lnTo>
                  <a:lnTo>
                    <a:pt x="1647067" y="1609792"/>
                  </a:lnTo>
                  <a:lnTo>
                    <a:pt x="1642076" y="1609792"/>
                  </a:lnTo>
                  <a:lnTo>
                    <a:pt x="1642076" y="1609792"/>
                  </a:lnTo>
                  <a:lnTo>
                    <a:pt x="1637085" y="1609792"/>
                  </a:lnTo>
                  <a:lnTo>
                    <a:pt x="1637085" y="1612252"/>
                  </a:lnTo>
                  <a:lnTo>
                    <a:pt x="1632094" y="1612252"/>
                  </a:lnTo>
                  <a:lnTo>
                    <a:pt x="1632094" y="1614711"/>
                  </a:lnTo>
                  <a:lnTo>
                    <a:pt x="1627103" y="1614711"/>
                  </a:lnTo>
                  <a:lnTo>
                    <a:pt x="1627103" y="1617168"/>
                  </a:lnTo>
                  <a:lnTo>
                    <a:pt x="1622112" y="1617168"/>
                  </a:lnTo>
                  <a:lnTo>
                    <a:pt x="1622112" y="1617168"/>
                  </a:lnTo>
                  <a:lnTo>
                    <a:pt x="1617121" y="1617168"/>
                  </a:lnTo>
                  <a:lnTo>
                    <a:pt x="1617121" y="1619624"/>
                  </a:lnTo>
                  <a:lnTo>
                    <a:pt x="1612130" y="1619624"/>
                  </a:lnTo>
                  <a:lnTo>
                    <a:pt x="1612130" y="1619624"/>
                  </a:lnTo>
                  <a:lnTo>
                    <a:pt x="1607139" y="1619624"/>
                  </a:lnTo>
                  <a:lnTo>
                    <a:pt x="1607139" y="1624535"/>
                  </a:lnTo>
                  <a:lnTo>
                    <a:pt x="1602147" y="1624535"/>
                  </a:lnTo>
                  <a:lnTo>
                    <a:pt x="1602147" y="1624535"/>
                  </a:lnTo>
                  <a:lnTo>
                    <a:pt x="1597156" y="1624535"/>
                  </a:lnTo>
                  <a:lnTo>
                    <a:pt x="1597156" y="1624535"/>
                  </a:lnTo>
                  <a:lnTo>
                    <a:pt x="1592165" y="1624535"/>
                  </a:lnTo>
                  <a:lnTo>
                    <a:pt x="1592165" y="1626989"/>
                  </a:lnTo>
                  <a:lnTo>
                    <a:pt x="1587174" y="1626989"/>
                  </a:lnTo>
                  <a:lnTo>
                    <a:pt x="1587174" y="1626989"/>
                  </a:lnTo>
                  <a:lnTo>
                    <a:pt x="1582183" y="1626989"/>
                  </a:lnTo>
                  <a:lnTo>
                    <a:pt x="1582183" y="1626989"/>
                  </a:lnTo>
                  <a:lnTo>
                    <a:pt x="1577192" y="1626989"/>
                  </a:lnTo>
                  <a:lnTo>
                    <a:pt x="1577192" y="1629441"/>
                  </a:lnTo>
                  <a:lnTo>
                    <a:pt x="1572201" y="1629441"/>
                  </a:lnTo>
                  <a:lnTo>
                    <a:pt x="1572201" y="1631893"/>
                  </a:lnTo>
                  <a:lnTo>
                    <a:pt x="1567210" y="1631893"/>
                  </a:lnTo>
                  <a:lnTo>
                    <a:pt x="1567210" y="1631893"/>
                  </a:lnTo>
                  <a:lnTo>
                    <a:pt x="1562219" y="1631893"/>
                  </a:lnTo>
                  <a:lnTo>
                    <a:pt x="1562219" y="1631893"/>
                  </a:lnTo>
                  <a:lnTo>
                    <a:pt x="1557227" y="1631893"/>
                  </a:lnTo>
                  <a:lnTo>
                    <a:pt x="1557227" y="1636790"/>
                  </a:lnTo>
                  <a:lnTo>
                    <a:pt x="1552236" y="1636790"/>
                  </a:lnTo>
                  <a:lnTo>
                    <a:pt x="1552236" y="1641685"/>
                  </a:lnTo>
                  <a:lnTo>
                    <a:pt x="1547245" y="1641685"/>
                  </a:lnTo>
                  <a:lnTo>
                    <a:pt x="1547245" y="1641685"/>
                  </a:lnTo>
                  <a:lnTo>
                    <a:pt x="1542254" y="1641685"/>
                  </a:lnTo>
                  <a:lnTo>
                    <a:pt x="1542254" y="1641685"/>
                  </a:lnTo>
                  <a:lnTo>
                    <a:pt x="1537263" y="1641685"/>
                  </a:lnTo>
                  <a:lnTo>
                    <a:pt x="1537263" y="1641685"/>
                  </a:lnTo>
                  <a:lnTo>
                    <a:pt x="1532272" y="1641685"/>
                  </a:lnTo>
                  <a:lnTo>
                    <a:pt x="1532272" y="1641685"/>
                  </a:lnTo>
                  <a:lnTo>
                    <a:pt x="1527281" y="1641685"/>
                  </a:lnTo>
                  <a:lnTo>
                    <a:pt x="1527281" y="1646576"/>
                  </a:lnTo>
                  <a:lnTo>
                    <a:pt x="1522290" y="1646576"/>
                  </a:lnTo>
                  <a:lnTo>
                    <a:pt x="1522290" y="1651464"/>
                  </a:lnTo>
                  <a:lnTo>
                    <a:pt x="1517299" y="1651464"/>
                  </a:lnTo>
                  <a:lnTo>
                    <a:pt x="1517299" y="1651464"/>
                  </a:lnTo>
                  <a:lnTo>
                    <a:pt x="1512307" y="1651464"/>
                  </a:lnTo>
                  <a:lnTo>
                    <a:pt x="1512307" y="1651464"/>
                  </a:lnTo>
                  <a:lnTo>
                    <a:pt x="1507316" y="1651464"/>
                  </a:lnTo>
                  <a:lnTo>
                    <a:pt x="1507316" y="1653906"/>
                  </a:lnTo>
                  <a:lnTo>
                    <a:pt x="1502325" y="1653906"/>
                  </a:lnTo>
                  <a:lnTo>
                    <a:pt x="1502325" y="1656348"/>
                  </a:lnTo>
                  <a:lnTo>
                    <a:pt x="1497334" y="1656348"/>
                  </a:lnTo>
                  <a:lnTo>
                    <a:pt x="1497334" y="1656348"/>
                  </a:lnTo>
                  <a:lnTo>
                    <a:pt x="1492343" y="1656348"/>
                  </a:lnTo>
                  <a:lnTo>
                    <a:pt x="1492343" y="1661231"/>
                  </a:lnTo>
                  <a:lnTo>
                    <a:pt x="1487352" y="1661231"/>
                  </a:lnTo>
                  <a:lnTo>
                    <a:pt x="1487352" y="1668548"/>
                  </a:lnTo>
                  <a:lnTo>
                    <a:pt x="1482361" y="1668548"/>
                  </a:lnTo>
                  <a:lnTo>
                    <a:pt x="1482361" y="1670986"/>
                  </a:lnTo>
                  <a:lnTo>
                    <a:pt x="1477370" y="1670986"/>
                  </a:lnTo>
                  <a:lnTo>
                    <a:pt x="1477370" y="1673424"/>
                  </a:lnTo>
                  <a:lnTo>
                    <a:pt x="1472378" y="1673424"/>
                  </a:lnTo>
                  <a:lnTo>
                    <a:pt x="1472378" y="1675860"/>
                  </a:lnTo>
                  <a:lnTo>
                    <a:pt x="1467387" y="1675860"/>
                  </a:lnTo>
                  <a:lnTo>
                    <a:pt x="1467387" y="1678295"/>
                  </a:lnTo>
                  <a:lnTo>
                    <a:pt x="1462396" y="1678295"/>
                  </a:lnTo>
                  <a:lnTo>
                    <a:pt x="1462396" y="1678295"/>
                  </a:lnTo>
                  <a:lnTo>
                    <a:pt x="1457405" y="1678295"/>
                  </a:lnTo>
                  <a:lnTo>
                    <a:pt x="1457405" y="1678295"/>
                  </a:lnTo>
                  <a:lnTo>
                    <a:pt x="1452414" y="1678295"/>
                  </a:lnTo>
                  <a:lnTo>
                    <a:pt x="1452414" y="1680728"/>
                  </a:lnTo>
                  <a:lnTo>
                    <a:pt x="1447423" y="1680728"/>
                  </a:lnTo>
                  <a:lnTo>
                    <a:pt x="1447423" y="1680728"/>
                  </a:lnTo>
                  <a:lnTo>
                    <a:pt x="1442432" y="1680728"/>
                  </a:lnTo>
                  <a:lnTo>
                    <a:pt x="1442432" y="1683159"/>
                  </a:lnTo>
                  <a:lnTo>
                    <a:pt x="1437441" y="1683159"/>
                  </a:lnTo>
                  <a:lnTo>
                    <a:pt x="1437441" y="1685590"/>
                  </a:lnTo>
                  <a:lnTo>
                    <a:pt x="1432450" y="1685590"/>
                  </a:lnTo>
                  <a:lnTo>
                    <a:pt x="1432450" y="1685590"/>
                  </a:lnTo>
                  <a:lnTo>
                    <a:pt x="1427458" y="1685590"/>
                  </a:lnTo>
                  <a:lnTo>
                    <a:pt x="1427458" y="1688020"/>
                  </a:lnTo>
                  <a:lnTo>
                    <a:pt x="1422467" y="1688020"/>
                  </a:lnTo>
                  <a:lnTo>
                    <a:pt x="1422467" y="1688020"/>
                  </a:lnTo>
                  <a:lnTo>
                    <a:pt x="1417476" y="1688020"/>
                  </a:lnTo>
                  <a:lnTo>
                    <a:pt x="1417476" y="1697735"/>
                  </a:lnTo>
                  <a:lnTo>
                    <a:pt x="1412485" y="1697735"/>
                  </a:lnTo>
                  <a:lnTo>
                    <a:pt x="1412485" y="1700163"/>
                  </a:lnTo>
                  <a:lnTo>
                    <a:pt x="1407494" y="1700163"/>
                  </a:lnTo>
                  <a:lnTo>
                    <a:pt x="1407494" y="1700163"/>
                  </a:lnTo>
                  <a:lnTo>
                    <a:pt x="1402503" y="1700163"/>
                  </a:lnTo>
                  <a:lnTo>
                    <a:pt x="1402503" y="1702590"/>
                  </a:lnTo>
                  <a:lnTo>
                    <a:pt x="1397512" y="1702590"/>
                  </a:lnTo>
                  <a:lnTo>
                    <a:pt x="1397512" y="1702590"/>
                  </a:lnTo>
                  <a:lnTo>
                    <a:pt x="1392521" y="1702590"/>
                  </a:lnTo>
                  <a:lnTo>
                    <a:pt x="1392521" y="1702590"/>
                  </a:lnTo>
                  <a:lnTo>
                    <a:pt x="1387530" y="1702590"/>
                  </a:lnTo>
                  <a:lnTo>
                    <a:pt x="1387530" y="1702590"/>
                  </a:lnTo>
                  <a:lnTo>
                    <a:pt x="1382538" y="1702590"/>
                  </a:lnTo>
                  <a:lnTo>
                    <a:pt x="1382538" y="1705015"/>
                  </a:lnTo>
                  <a:lnTo>
                    <a:pt x="1377547" y="1705015"/>
                  </a:lnTo>
                  <a:lnTo>
                    <a:pt x="1377547" y="1705015"/>
                  </a:lnTo>
                  <a:lnTo>
                    <a:pt x="1372556" y="1705015"/>
                  </a:lnTo>
                  <a:lnTo>
                    <a:pt x="1372556" y="1705015"/>
                  </a:lnTo>
                  <a:lnTo>
                    <a:pt x="1367565" y="1705015"/>
                  </a:lnTo>
                  <a:lnTo>
                    <a:pt x="1367565" y="1705015"/>
                  </a:lnTo>
                  <a:lnTo>
                    <a:pt x="1362574" y="1705015"/>
                  </a:lnTo>
                  <a:lnTo>
                    <a:pt x="1362574" y="1709861"/>
                  </a:lnTo>
                  <a:lnTo>
                    <a:pt x="1357583" y="1709861"/>
                  </a:lnTo>
                  <a:lnTo>
                    <a:pt x="1357583" y="1712283"/>
                  </a:lnTo>
                  <a:lnTo>
                    <a:pt x="1352592" y="1712283"/>
                  </a:lnTo>
                  <a:lnTo>
                    <a:pt x="1352592" y="1712283"/>
                  </a:lnTo>
                  <a:lnTo>
                    <a:pt x="1347601" y="1712283"/>
                  </a:lnTo>
                  <a:lnTo>
                    <a:pt x="1347601" y="1717123"/>
                  </a:lnTo>
                  <a:lnTo>
                    <a:pt x="1342609" y="1717123"/>
                  </a:lnTo>
                  <a:lnTo>
                    <a:pt x="1342609" y="1717123"/>
                  </a:lnTo>
                  <a:lnTo>
                    <a:pt x="1337618" y="1717123"/>
                  </a:lnTo>
                  <a:lnTo>
                    <a:pt x="1337618" y="1719542"/>
                  </a:lnTo>
                  <a:lnTo>
                    <a:pt x="1332627" y="1719542"/>
                  </a:lnTo>
                  <a:lnTo>
                    <a:pt x="1332627" y="1721960"/>
                  </a:lnTo>
                  <a:lnTo>
                    <a:pt x="1327636" y="1721960"/>
                  </a:lnTo>
                  <a:lnTo>
                    <a:pt x="1327636" y="1721960"/>
                  </a:lnTo>
                  <a:lnTo>
                    <a:pt x="1322645" y="1721960"/>
                  </a:lnTo>
                  <a:lnTo>
                    <a:pt x="1322645" y="1721960"/>
                  </a:lnTo>
                  <a:lnTo>
                    <a:pt x="1317654" y="1721960"/>
                  </a:lnTo>
                  <a:lnTo>
                    <a:pt x="1317654" y="1724377"/>
                  </a:lnTo>
                  <a:lnTo>
                    <a:pt x="1312663" y="1724377"/>
                  </a:lnTo>
                  <a:lnTo>
                    <a:pt x="1312663" y="1736452"/>
                  </a:lnTo>
                  <a:lnTo>
                    <a:pt x="1307672" y="1736452"/>
                  </a:lnTo>
                  <a:lnTo>
                    <a:pt x="1307672" y="1736452"/>
                  </a:lnTo>
                  <a:lnTo>
                    <a:pt x="1302681" y="1736452"/>
                  </a:lnTo>
                  <a:lnTo>
                    <a:pt x="1302681" y="1738865"/>
                  </a:lnTo>
                  <a:lnTo>
                    <a:pt x="1297689" y="1738865"/>
                  </a:lnTo>
                  <a:lnTo>
                    <a:pt x="1297689" y="1741277"/>
                  </a:lnTo>
                  <a:lnTo>
                    <a:pt x="1292698" y="1741277"/>
                  </a:lnTo>
                  <a:lnTo>
                    <a:pt x="1292698" y="1741277"/>
                  </a:lnTo>
                  <a:lnTo>
                    <a:pt x="1287707" y="1741277"/>
                  </a:lnTo>
                  <a:lnTo>
                    <a:pt x="1287707" y="1743689"/>
                  </a:lnTo>
                  <a:lnTo>
                    <a:pt x="1282716" y="1743689"/>
                  </a:lnTo>
                  <a:lnTo>
                    <a:pt x="1282716" y="1746100"/>
                  </a:lnTo>
                  <a:lnTo>
                    <a:pt x="1277725" y="1746100"/>
                  </a:lnTo>
                  <a:lnTo>
                    <a:pt x="1277725" y="1755739"/>
                  </a:lnTo>
                  <a:lnTo>
                    <a:pt x="1272734" y="1755739"/>
                  </a:lnTo>
                  <a:lnTo>
                    <a:pt x="1272734" y="1755739"/>
                  </a:lnTo>
                  <a:lnTo>
                    <a:pt x="1267743" y="1755739"/>
                  </a:lnTo>
                  <a:lnTo>
                    <a:pt x="1267743" y="1755739"/>
                  </a:lnTo>
                  <a:lnTo>
                    <a:pt x="1262752" y="1755739"/>
                  </a:lnTo>
                  <a:lnTo>
                    <a:pt x="1262752" y="1755739"/>
                  </a:lnTo>
                  <a:lnTo>
                    <a:pt x="1257761" y="1755739"/>
                  </a:lnTo>
                  <a:lnTo>
                    <a:pt x="1257761" y="1762959"/>
                  </a:lnTo>
                  <a:lnTo>
                    <a:pt x="1252769" y="1762959"/>
                  </a:lnTo>
                  <a:lnTo>
                    <a:pt x="1252769" y="1765364"/>
                  </a:lnTo>
                  <a:lnTo>
                    <a:pt x="1247778" y="1765364"/>
                  </a:lnTo>
                  <a:lnTo>
                    <a:pt x="1247778" y="1770174"/>
                  </a:lnTo>
                  <a:lnTo>
                    <a:pt x="1242787" y="1770174"/>
                  </a:lnTo>
                  <a:lnTo>
                    <a:pt x="1242787" y="1774979"/>
                  </a:lnTo>
                  <a:lnTo>
                    <a:pt x="1237796" y="1774979"/>
                  </a:lnTo>
                  <a:lnTo>
                    <a:pt x="1237796" y="1777381"/>
                  </a:lnTo>
                  <a:lnTo>
                    <a:pt x="1232805" y="1777381"/>
                  </a:lnTo>
                  <a:lnTo>
                    <a:pt x="1232805" y="1779782"/>
                  </a:lnTo>
                  <a:lnTo>
                    <a:pt x="1227814" y="1779782"/>
                  </a:lnTo>
                  <a:lnTo>
                    <a:pt x="1227814" y="1779782"/>
                  </a:lnTo>
                  <a:lnTo>
                    <a:pt x="1222823" y="1779782"/>
                  </a:lnTo>
                  <a:lnTo>
                    <a:pt x="1222823" y="1782183"/>
                  </a:lnTo>
                  <a:lnTo>
                    <a:pt x="1217832" y="1782183"/>
                  </a:lnTo>
                  <a:lnTo>
                    <a:pt x="1217832" y="1782183"/>
                  </a:lnTo>
                  <a:lnTo>
                    <a:pt x="1212840" y="1782183"/>
                  </a:lnTo>
                  <a:lnTo>
                    <a:pt x="1212840" y="1782183"/>
                  </a:lnTo>
                  <a:lnTo>
                    <a:pt x="1207849" y="1782183"/>
                  </a:lnTo>
                  <a:lnTo>
                    <a:pt x="1207849" y="1782183"/>
                  </a:lnTo>
                  <a:lnTo>
                    <a:pt x="1202858" y="1782183"/>
                  </a:lnTo>
                  <a:lnTo>
                    <a:pt x="1202858" y="1782183"/>
                  </a:lnTo>
                  <a:lnTo>
                    <a:pt x="1197867" y="1782183"/>
                  </a:lnTo>
                  <a:lnTo>
                    <a:pt x="1197867" y="1782183"/>
                  </a:lnTo>
                  <a:lnTo>
                    <a:pt x="1192876" y="1782183"/>
                  </a:lnTo>
                  <a:lnTo>
                    <a:pt x="1192876" y="1782183"/>
                  </a:lnTo>
                  <a:lnTo>
                    <a:pt x="1187885" y="1782183"/>
                  </a:lnTo>
                  <a:lnTo>
                    <a:pt x="1187885" y="1784579"/>
                  </a:lnTo>
                  <a:lnTo>
                    <a:pt x="1182894" y="1784579"/>
                  </a:lnTo>
                  <a:lnTo>
                    <a:pt x="1182894" y="1786975"/>
                  </a:lnTo>
                  <a:lnTo>
                    <a:pt x="1177903" y="1786975"/>
                  </a:lnTo>
                  <a:lnTo>
                    <a:pt x="1177903" y="1789370"/>
                  </a:lnTo>
                  <a:lnTo>
                    <a:pt x="1172912" y="1789370"/>
                  </a:lnTo>
                  <a:lnTo>
                    <a:pt x="1172912" y="1794155"/>
                  </a:lnTo>
                  <a:lnTo>
                    <a:pt x="1167920" y="1794155"/>
                  </a:lnTo>
                  <a:lnTo>
                    <a:pt x="1167920" y="1801328"/>
                  </a:lnTo>
                  <a:lnTo>
                    <a:pt x="1162929" y="1801328"/>
                  </a:lnTo>
                  <a:lnTo>
                    <a:pt x="1162929" y="1803718"/>
                  </a:lnTo>
                  <a:lnTo>
                    <a:pt x="1157938" y="1803718"/>
                  </a:lnTo>
                  <a:lnTo>
                    <a:pt x="1157938" y="1803718"/>
                  </a:lnTo>
                  <a:lnTo>
                    <a:pt x="1152947" y="1803718"/>
                  </a:lnTo>
                  <a:lnTo>
                    <a:pt x="1152947" y="1806107"/>
                  </a:lnTo>
                  <a:lnTo>
                    <a:pt x="1147956" y="1806107"/>
                  </a:lnTo>
                  <a:lnTo>
                    <a:pt x="1147956" y="1806107"/>
                  </a:lnTo>
                  <a:lnTo>
                    <a:pt x="1142965" y="1806107"/>
                  </a:lnTo>
                  <a:lnTo>
                    <a:pt x="1142965" y="1806107"/>
                  </a:lnTo>
                  <a:lnTo>
                    <a:pt x="1137974" y="1806107"/>
                  </a:lnTo>
                  <a:lnTo>
                    <a:pt x="1137974" y="1808493"/>
                  </a:lnTo>
                  <a:lnTo>
                    <a:pt x="1132983" y="1808493"/>
                  </a:lnTo>
                  <a:lnTo>
                    <a:pt x="1132983" y="1818031"/>
                  </a:lnTo>
                  <a:lnTo>
                    <a:pt x="1127992" y="1818031"/>
                  </a:lnTo>
                  <a:lnTo>
                    <a:pt x="1127992" y="1818031"/>
                  </a:lnTo>
                  <a:lnTo>
                    <a:pt x="1123000" y="1818031"/>
                  </a:lnTo>
                  <a:lnTo>
                    <a:pt x="1123000" y="1820414"/>
                  </a:lnTo>
                  <a:lnTo>
                    <a:pt x="1118009" y="1820414"/>
                  </a:lnTo>
                  <a:lnTo>
                    <a:pt x="1118009" y="1820414"/>
                  </a:lnTo>
                  <a:lnTo>
                    <a:pt x="1113018" y="1820414"/>
                  </a:lnTo>
                  <a:lnTo>
                    <a:pt x="1113018" y="1825177"/>
                  </a:lnTo>
                  <a:lnTo>
                    <a:pt x="1108027" y="1825177"/>
                  </a:lnTo>
                  <a:lnTo>
                    <a:pt x="1108027" y="1827557"/>
                  </a:lnTo>
                  <a:lnTo>
                    <a:pt x="1103036" y="1827557"/>
                  </a:lnTo>
                  <a:lnTo>
                    <a:pt x="1103036" y="1839446"/>
                  </a:lnTo>
                  <a:lnTo>
                    <a:pt x="1098045" y="1839446"/>
                  </a:lnTo>
                  <a:lnTo>
                    <a:pt x="1098045" y="1839446"/>
                  </a:lnTo>
                  <a:lnTo>
                    <a:pt x="1093054" y="1839446"/>
                  </a:lnTo>
                  <a:lnTo>
                    <a:pt x="1093054" y="1839446"/>
                  </a:lnTo>
                  <a:lnTo>
                    <a:pt x="1088063" y="1839446"/>
                  </a:lnTo>
                  <a:lnTo>
                    <a:pt x="1088063" y="1839446"/>
                  </a:lnTo>
                  <a:lnTo>
                    <a:pt x="1083071" y="1839446"/>
                  </a:lnTo>
                  <a:lnTo>
                    <a:pt x="1083071" y="1841821"/>
                  </a:lnTo>
                  <a:lnTo>
                    <a:pt x="1078080" y="1841821"/>
                  </a:lnTo>
                  <a:lnTo>
                    <a:pt x="1078080" y="1846570"/>
                  </a:lnTo>
                  <a:lnTo>
                    <a:pt x="1073089" y="1846570"/>
                  </a:lnTo>
                  <a:lnTo>
                    <a:pt x="1073089" y="1846570"/>
                  </a:lnTo>
                  <a:lnTo>
                    <a:pt x="1068098" y="1846570"/>
                  </a:lnTo>
                  <a:lnTo>
                    <a:pt x="1068098" y="1848942"/>
                  </a:lnTo>
                  <a:lnTo>
                    <a:pt x="1063107" y="1848942"/>
                  </a:lnTo>
                  <a:lnTo>
                    <a:pt x="1063107" y="1848942"/>
                  </a:lnTo>
                  <a:lnTo>
                    <a:pt x="1058116" y="1848942"/>
                  </a:lnTo>
                  <a:lnTo>
                    <a:pt x="1058116" y="1856054"/>
                  </a:lnTo>
                  <a:lnTo>
                    <a:pt x="1053125" y="1856054"/>
                  </a:lnTo>
                  <a:lnTo>
                    <a:pt x="1053125" y="1858423"/>
                  </a:lnTo>
                  <a:lnTo>
                    <a:pt x="1048134" y="1858423"/>
                  </a:lnTo>
                  <a:lnTo>
                    <a:pt x="1048134" y="1860792"/>
                  </a:lnTo>
                  <a:lnTo>
                    <a:pt x="1043143" y="1860792"/>
                  </a:lnTo>
                  <a:lnTo>
                    <a:pt x="1043143" y="1860792"/>
                  </a:lnTo>
                  <a:lnTo>
                    <a:pt x="1038151" y="1860792"/>
                  </a:lnTo>
                  <a:lnTo>
                    <a:pt x="1038151" y="1865528"/>
                  </a:lnTo>
                  <a:lnTo>
                    <a:pt x="1033160" y="1865528"/>
                  </a:lnTo>
                  <a:lnTo>
                    <a:pt x="1033160" y="1874986"/>
                  </a:lnTo>
                  <a:lnTo>
                    <a:pt x="1028169" y="1874986"/>
                  </a:lnTo>
                  <a:lnTo>
                    <a:pt x="1028169" y="1877349"/>
                  </a:lnTo>
                  <a:lnTo>
                    <a:pt x="1023178" y="1877349"/>
                  </a:lnTo>
                  <a:lnTo>
                    <a:pt x="1023178" y="1879712"/>
                  </a:lnTo>
                  <a:lnTo>
                    <a:pt x="1018187" y="1879712"/>
                  </a:lnTo>
                  <a:lnTo>
                    <a:pt x="1018187" y="1882073"/>
                  </a:lnTo>
                  <a:lnTo>
                    <a:pt x="1013196" y="1882073"/>
                  </a:lnTo>
                  <a:lnTo>
                    <a:pt x="1013196" y="1884433"/>
                  </a:lnTo>
                  <a:lnTo>
                    <a:pt x="1008205" y="1884433"/>
                  </a:lnTo>
                  <a:lnTo>
                    <a:pt x="1008205" y="1884433"/>
                  </a:lnTo>
                  <a:lnTo>
                    <a:pt x="1003214" y="1884433"/>
                  </a:lnTo>
                  <a:lnTo>
                    <a:pt x="1003214" y="1884433"/>
                  </a:lnTo>
                  <a:lnTo>
                    <a:pt x="998223" y="1884433"/>
                  </a:lnTo>
                  <a:lnTo>
                    <a:pt x="998223" y="1884433"/>
                  </a:lnTo>
                  <a:lnTo>
                    <a:pt x="993231" y="1884433"/>
                  </a:lnTo>
                  <a:lnTo>
                    <a:pt x="993231" y="1884433"/>
                  </a:lnTo>
                  <a:lnTo>
                    <a:pt x="988240" y="1884433"/>
                  </a:lnTo>
                  <a:lnTo>
                    <a:pt x="988240" y="1884433"/>
                  </a:lnTo>
                  <a:lnTo>
                    <a:pt x="983249" y="1884433"/>
                  </a:lnTo>
                  <a:lnTo>
                    <a:pt x="983249" y="1886792"/>
                  </a:lnTo>
                  <a:lnTo>
                    <a:pt x="978258" y="1886792"/>
                  </a:lnTo>
                  <a:lnTo>
                    <a:pt x="978258" y="1886792"/>
                  </a:lnTo>
                  <a:lnTo>
                    <a:pt x="973267" y="1886792"/>
                  </a:lnTo>
                  <a:lnTo>
                    <a:pt x="973267" y="1889150"/>
                  </a:lnTo>
                  <a:lnTo>
                    <a:pt x="968276" y="1889150"/>
                  </a:lnTo>
                  <a:lnTo>
                    <a:pt x="968276" y="1889150"/>
                  </a:lnTo>
                  <a:lnTo>
                    <a:pt x="963285" y="1889150"/>
                  </a:lnTo>
                  <a:lnTo>
                    <a:pt x="963285" y="1896216"/>
                  </a:lnTo>
                  <a:lnTo>
                    <a:pt x="958294" y="1896216"/>
                  </a:lnTo>
                  <a:lnTo>
                    <a:pt x="958294" y="1896216"/>
                  </a:lnTo>
                  <a:lnTo>
                    <a:pt x="953302" y="1896216"/>
                  </a:lnTo>
                  <a:lnTo>
                    <a:pt x="953302" y="1898569"/>
                  </a:lnTo>
                  <a:lnTo>
                    <a:pt x="948311" y="1898569"/>
                  </a:lnTo>
                  <a:lnTo>
                    <a:pt x="948311" y="1907979"/>
                  </a:lnTo>
                  <a:lnTo>
                    <a:pt x="943320" y="1907979"/>
                  </a:lnTo>
                  <a:lnTo>
                    <a:pt x="943320" y="1907979"/>
                  </a:lnTo>
                  <a:lnTo>
                    <a:pt x="938329" y="1907979"/>
                  </a:lnTo>
                  <a:lnTo>
                    <a:pt x="938329" y="1912680"/>
                  </a:lnTo>
                  <a:lnTo>
                    <a:pt x="933338" y="1912680"/>
                  </a:lnTo>
                  <a:lnTo>
                    <a:pt x="933338" y="1917380"/>
                  </a:lnTo>
                  <a:lnTo>
                    <a:pt x="928347" y="1917380"/>
                  </a:lnTo>
                  <a:lnTo>
                    <a:pt x="928347" y="1936148"/>
                  </a:lnTo>
                  <a:lnTo>
                    <a:pt x="923356" y="1936148"/>
                  </a:lnTo>
                  <a:lnTo>
                    <a:pt x="923356" y="1936148"/>
                  </a:lnTo>
                  <a:lnTo>
                    <a:pt x="918365" y="1936148"/>
                  </a:lnTo>
                  <a:lnTo>
                    <a:pt x="918365" y="1936148"/>
                  </a:lnTo>
                  <a:lnTo>
                    <a:pt x="913374" y="1936148"/>
                  </a:lnTo>
                  <a:lnTo>
                    <a:pt x="913374" y="1938490"/>
                  </a:lnTo>
                  <a:lnTo>
                    <a:pt x="908382" y="1938490"/>
                  </a:lnTo>
                  <a:lnTo>
                    <a:pt x="908382" y="1938490"/>
                  </a:lnTo>
                  <a:lnTo>
                    <a:pt x="903391" y="1938490"/>
                  </a:lnTo>
                  <a:lnTo>
                    <a:pt x="903391" y="1940831"/>
                  </a:lnTo>
                  <a:lnTo>
                    <a:pt x="898400" y="1940831"/>
                  </a:lnTo>
                  <a:lnTo>
                    <a:pt x="898400" y="1943171"/>
                  </a:lnTo>
                  <a:lnTo>
                    <a:pt x="893409" y="1943171"/>
                  </a:lnTo>
                  <a:lnTo>
                    <a:pt x="893409" y="1950184"/>
                  </a:lnTo>
                  <a:lnTo>
                    <a:pt x="888418" y="1950184"/>
                  </a:lnTo>
                  <a:lnTo>
                    <a:pt x="888418" y="1952520"/>
                  </a:lnTo>
                  <a:lnTo>
                    <a:pt x="883427" y="1952520"/>
                  </a:lnTo>
                  <a:lnTo>
                    <a:pt x="883427" y="1954856"/>
                  </a:lnTo>
                  <a:lnTo>
                    <a:pt x="878436" y="1954856"/>
                  </a:lnTo>
                  <a:lnTo>
                    <a:pt x="878436" y="1954856"/>
                  </a:lnTo>
                  <a:lnTo>
                    <a:pt x="873445" y="1954856"/>
                  </a:lnTo>
                  <a:lnTo>
                    <a:pt x="873445" y="1954856"/>
                  </a:lnTo>
                  <a:lnTo>
                    <a:pt x="868454" y="1954856"/>
                  </a:lnTo>
                  <a:lnTo>
                    <a:pt x="868454" y="1954856"/>
                  </a:lnTo>
                  <a:lnTo>
                    <a:pt x="863462" y="1954856"/>
                  </a:lnTo>
                  <a:lnTo>
                    <a:pt x="863462" y="1957189"/>
                  </a:lnTo>
                  <a:lnTo>
                    <a:pt x="858471" y="1957189"/>
                  </a:lnTo>
                  <a:lnTo>
                    <a:pt x="858471" y="1964183"/>
                  </a:lnTo>
                  <a:lnTo>
                    <a:pt x="853480" y="1964183"/>
                  </a:lnTo>
                  <a:lnTo>
                    <a:pt x="853480" y="1966512"/>
                  </a:lnTo>
                  <a:lnTo>
                    <a:pt x="848489" y="1966512"/>
                  </a:lnTo>
                  <a:lnTo>
                    <a:pt x="848489" y="1971167"/>
                  </a:lnTo>
                  <a:lnTo>
                    <a:pt x="843498" y="1971167"/>
                  </a:lnTo>
                  <a:lnTo>
                    <a:pt x="843498" y="1971167"/>
                  </a:lnTo>
                  <a:lnTo>
                    <a:pt x="838507" y="1971167"/>
                  </a:lnTo>
                  <a:lnTo>
                    <a:pt x="838507" y="1971167"/>
                  </a:lnTo>
                  <a:lnTo>
                    <a:pt x="833516" y="1971167"/>
                  </a:lnTo>
                  <a:lnTo>
                    <a:pt x="833516" y="1971167"/>
                  </a:lnTo>
                  <a:lnTo>
                    <a:pt x="828525" y="1971167"/>
                  </a:lnTo>
                  <a:lnTo>
                    <a:pt x="828525" y="1973493"/>
                  </a:lnTo>
                  <a:lnTo>
                    <a:pt x="823533" y="1973493"/>
                  </a:lnTo>
                  <a:lnTo>
                    <a:pt x="823533" y="1985101"/>
                  </a:lnTo>
                  <a:lnTo>
                    <a:pt x="818542" y="1985101"/>
                  </a:lnTo>
                  <a:lnTo>
                    <a:pt x="818542" y="1985101"/>
                  </a:lnTo>
                  <a:lnTo>
                    <a:pt x="813551" y="1985101"/>
                  </a:lnTo>
                  <a:lnTo>
                    <a:pt x="813551" y="1989738"/>
                  </a:lnTo>
                  <a:lnTo>
                    <a:pt x="808560" y="1989738"/>
                  </a:lnTo>
                  <a:lnTo>
                    <a:pt x="808560" y="1989738"/>
                  </a:lnTo>
                  <a:lnTo>
                    <a:pt x="803569" y="1989738"/>
                  </a:lnTo>
                  <a:lnTo>
                    <a:pt x="803569" y="1992055"/>
                  </a:lnTo>
                  <a:lnTo>
                    <a:pt x="798578" y="1992055"/>
                  </a:lnTo>
                  <a:lnTo>
                    <a:pt x="798578" y="1992055"/>
                  </a:lnTo>
                  <a:lnTo>
                    <a:pt x="793587" y="1992055"/>
                  </a:lnTo>
                  <a:lnTo>
                    <a:pt x="793587" y="1994371"/>
                  </a:lnTo>
                  <a:lnTo>
                    <a:pt x="788596" y="1994371"/>
                  </a:lnTo>
                  <a:lnTo>
                    <a:pt x="788596" y="1999000"/>
                  </a:lnTo>
                  <a:lnTo>
                    <a:pt x="783605" y="1999000"/>
                  </a:lnTo>
                  <a:lnTo>
                    <a:pt x="783605" y="2001313"/>
                  </a:lnTo>
                  <a:lnTo>
                    <a:pt x="778613" y="2001313"/>
                  </a:lnTo>
                  <a:lnTo>
                    <a:pt x="778613" y="2003625"/>
                  </a:lnTo>
                  <a:lnTo>
                    <a:pt x="773622" y="2003625"/>
                  </a:lnTo>
                  <a:lnTo>
                    <a:pt x="773622" y="2003625"/>
                  </a:lnTo>
                  <a:lnTo>
                    <a:pt x="768631" y="2003625"/>
                  </a:lnTo>
                  <a:lnTo>
                    <a:pt x="768631" y="2008246"/>
                  </a:lnTo>
                  <a:lnTo>
                    <a:pt x="763640" y="2008246"/>
                  </a:lnTo>
                  <a:lnTo>
                    <a:pt x="763640" y="2008246"/>
                  </a:lnTo>
                  <a:lnTo>
                    <a:pt x="758649" y="2008246"/>
                  </a:lnTo>
                  <a:lnTo>
                    <a:pt x="758649" y="2012862"/>
                  </a:lnTo>
                  <a:lnTo>
                    <a:pt x="753658" y="2012862"/>
                  </a:lnTo>
                  <a:lnTo>
                    <a:pt x="753658" y="2019776"/>
                  </a:lnTo>
                  <a:lnTo>
                    <a:pt x="748667" y="2019776"/>
                  </a:lnTo>
                  <a:lnTo>
                    <a:pt x="748667" y="2024380"/>
                  </a:lnTo>
                  <a:lnTo>
                    <a:pt x="743676" y="2024380"/>
                  </a:lnTo>
                  <a:lnTo>
                    <a:pt x="743676" y="2026681"/>
                  </a:lnTo>
                  <a:lnTo>
                    <a:pt x="738685" y="2026681"/>
                  </a:lnTo>
                  <a:lnTo>
                    <a:pt x="738685" y="2028981"/>
                  </a:lnTo>
                  <a:lnTo>
                    <a:pt x="733693" y="2028981"/>
                  </a:lnTo>
                  <a:lnTo>
                    <a:pt x="733693" y="2028981"/>
                  </a:lnTo>
                  <a:lnTo>
                    <a:pt x="728702" y="2028981"/>
                  </a:lnTo>
                  <a:lnTo>
                    <a:pt x="728702" y="2033577"/>
                  </a:lnTo>
                  <a:lnTo>
                    <a:pt x="723711" y="2033577"/>
                  </a:lnTo>
                  <a:lnTo>
                    <a:pt x="723711" y="2035874"/>
                  </a:lnTo>
                  <a:lnTo>
                    <a:pt x="718720" y="2035874"/>
                  </a:lnTo>
                  <a:lnTo>
                    <a:pt x="718720" y="2045050"/>
                  </a:lnTo>
                  <a:lnTo>
                    <a:pt x="713729" y="2045050"/>
                  </a:lnTo>
                  <a:lnTo>
                    <a:pt x="713729" y="2047341"/>
                  </a:lnTo>
                  <a:lnTo>
                    <a:pt x="708738" y="2047341"/>
                  </a:lnTo>
                  <a:lnTo>
                    <a:pt x="708738" y="2049632"/>
                  </a:lnTo>
                  <a:lnTo>
                    <a:pt x="703747" y="2049632"/>
                  </a:lnTo>
                  <a:lnTo>
                    <a:pt x="703747" y="2051922"/>
                  </a:lnTo>
                  <a:lnTo>
                    <a:pt x="698756" y="2051922"/>
                  </a:lnTo>
                  <a:lnTo>
                    <a:pt x="698756" y="2058787"/>
                  </a:lnTo>
                  <a:lnTo>
                    <a:pt x="693765" y="2058787"/>
                  </a:lnTo>
                  <a:lnTo>
                    <a:pt x="693765" y="2061073"/>
                  </a:lnTo>
                  <a:lnTo>
                    <a:pt x="688773" y="2061073"/>
                  </a:lnTo>
                  <a:lnTo>
                    <a:pt x="688773" y="2063357"/>
                  </a:lnTo>
                  <a:lnTo>
                    <a:pt x="683782" y="2063357"/>
                  </a:lnTo>
                  <a:lnTo>
                    <a:pt x="683782" y="2063357"/>
                  </a:lnTo>
                  <a:lnTo>
                    <a:pt x="678791" y="2063357"/>
                  </a:lnTo>
                  <a:lnTo>
                    <a:pt x="678791" y="2070202"/>
                  </a:lnTo>
                  <a:lnTo>
                    <a:pt x="673800" y="2070202"/>
                  </a:lnTo>
                  <a:lnTo>
                    <a:pt x="673800" y="2072481"/>
                  </a:lnTo>
                  <a:lnTo>
                    <a:pt x="668809" y="2072481"/>
                  </a:lnTo>
                  <a:lnTo>
                    <a:pt x="668809" y="2077038"/>
                  </a:lnTo>
                  <a:lnTo>
                    <a:pt x="663818" y="2077038"/>
                  </a:lnTo>
                  <a:lnTo>
                    <a:pt x="663818" y="2079315"/>
                  </a:lnTo>
                  <a:lnTo>
                    <a:pt x="658827" y="2079315"/>
                  </a:lnTo>
                  <a:lnTo>
                    <a:pt x="658827" y="2079315"/>
                  </a:lnTo>
                  <a:lnTo>
                    <a:pt x="653836" y="2079315"/>
                  </a:lnTo>
                  <a:lnTo>
                    <a:pt x="653836" y="2088411"/>
                  </a:lnTo>
                  <a:lnTo>
                    <a:pt x="648844" y="2088411"/>
                  </a:lnTo>
                  <a:lnTo>
                    <a:pt x="648844" y="2095218"/>
                  </a:lnTo>
                  <a:lnTo>
                    <a:pt x="643853" y="2095218"/>
                  </a:lnTo>
                  <a:lnTo>
                    <a:pt x="643853" y="2099751"/>
                  </a:lnTo>
                  <a:lnTo>
                    <a:pt x="638862" y="2099751"/>
                  </a:lnTo>
                  <a:lnTo>
                    <a:pt x="638862" y="2102016"/>
                  </a:lnTo>
                  <a:lnTo>
                    <a:pt x="633871" y="2102016"/>
                  </a:lnTo>
                  <a:lnTo>
                    <a:pt x="633871" y="2102016"/>
                  </a:lnTo>
                  <a:lnTo>
                    <a:pt x="628880" y="2102016"/>
                  </a:lnTo>
                  <a:lnTo>
                    <a:pt x="628880" y="2104279"/>
                  </a:lnTo>
                  <a:lnTo>
                    <a:pt x="623889" y="2104279"/>
                  </a:lnTo>
                  <a:lnTo>
                    <a:pt x="623889" y="2106540"/>
                  </a:lnTo>
                  <a:lnTo>
                    <a:pt x="618898" y="2106540"/>
                  </a:lnTo>
                  <a:lnTo>
                    <a:pt x="618898" y="2115575"/>
                  </a:lnTo>
                  <a:lnTo>
                    <a:pt x="613907" y="2115575"/>
                  </a:lnTo>
                  <a:lnTo>
                    <a:pt x="613907" y="2122335"/>
                  </a:lnTo>
                  <a:lnTo>
                    <a:pt x="608916" y="2122335"/>
                  </a:lnTo>
                  <a:lnTo>
                    <a:pt x="608916" y="2124584"/>
                  </a:lnTo>
                  <a:lnTo>
                    <a:pt x="603924" y="2124584"/>
                  </a:lnTo>
                  <a:lnTo>
                    <a:pt x="603924" y="2126833"/>
                  </a:lnTo>
                  <a:lnTo>
                    <a:pt x="598933" y="2126833"/>
                  </a:lnTo>
                  <a:lnTo>
                    <a:pt x="598933" y="2126833"/>
                  </a:lnTo>
                  <a:lnTo>
                    <a:pt x="593942" y="2126833"/>
                  </a:lnTo>
                  <a:lnTo>
                    <a:pt x="593942" y="2126833"/>
                  </a:lnTo>
                  <a:lnTo>
                    <a:pt x="588951" y="2126833"/>
                  </a:lnTo>
                  <a:lnTo>
                    <a:pt x="588951" y="2129079"/>
                  </a:lnTo>
                  <a:lnTo>
                    <a:pt x="583960" y="2129079"/>
                  </a:lnTo>
                  <a:lnTo>
                    <a:pt x="583960" y="2129079"/>
                  </a:lnTo>
                  <a:lnTo>
                    <a:pt x="578969" y="2129079"/>
                  </a:lnTo>
                  <a:lnTo>
                    <a:pt x="578969" y="2133564"/>
                  </a:lnTo>
                  <a:lnTo>
                    <a:pt x="573978" y="2133564"/>
                  </a:lnTo>
                  <a:lnTo>
                    <a:pt x="573978" y="2133564"/>
                  </a:lnTo>
                  <a:lnTo>
                    <a:pt x="568987" y="2133564"/>
                  </a:lnTo>
                  <a:lnTo>
                    <a:pt x="568987" y="2133564"/>
                  </a:lnTo>
                  <a:lnTo>
                    <a:pt x="563996" y="2133564"/>
                  </a:lnTo>
                  <a:lnTo>
                    <a:pt x="563996" y="2135804"/>
                  </a:lnTo>
                  <a:lnTo>
                    <a:pt x="559004" y="2135804"/>
                  </a:lnTo>
                  <a:lnTo>
                    <a:pt x="559004" y="2135804"/>
                  </a:lnTo>
                  <a:lnTo>
                    <a:pt x="554013" y="2135804"/>
                  </a:lnTo>
                  <a:lnTo>
                    <a:pt x="554013" y="2140277"/>
                  </a:lnTo>
                  <a:lnTo>
                    <a:pt x="549022" y="2140277"/>
                  </a:lnTo>
                  <a:lnTo>
                    <a:pt x="549022" y="2140277"/>
                  </a:lnTo>
                  <a:lnTo>
                    <a:pt x="544031" y="2140277"/>
                  </a:lnTo>
                  <a:lnTo>
                    <a:pt x="544031" y="2146972"/>
                  </a:lnTo>
                  <a:lnTo>
                    <a:pt x="539040" y="2146972"/>
                  </a:lnTo>
                  <a:lnTo>
                    <a:pt x="539040" y="2149200"/>
                  </a:lnTo>
                  <a:lnTo>
                    <a:pt x="534049" y="2149200"/>
                  </a:lnTo>
                  <a:lnTo>
                    <a:pt x="534049" y="2151427"/>
                  </a:lnTo>
                  <a:lnTo>
                    <a:pt x="529058" y="2151427"/>
                  </a:lnTo>
                  <a:lnTo>
                    <a:pt x="529058" y="2151427"/>
                  </a:lnTo>
                  <a:lnTo>
                    <a:pt x="524067" y="2151427"/>
                  </a:lnTo>
                  <a:lnTo>
                    <a:pt x="524067" y="2155875"/>
                  </a:lnTo>
                  <a:lnTo>
                    <a:pt x="519075" y="2155875"/>
                  </a:lnTo>
                  <a:lnTo>
                    <a:pt x="519075" y="2158097"/>
                  </a:lnTo>
                  <a:lnTo>
                    <a:pt x="514084" y="2158097"/>
                  </a:lnTo>
                  <a:lnTo>
                    <a:pt x="514084" y="2162535"/>
                  </a:lnTo>
                  <a:lnTo>
                    <a:pt x="509093" y="2162535"/>
                  </a:lnTo>
                  <a:lnTo>
                    <a:pt x="509093" y="2175802"/>
                  </a:lnTo>
                  <a:lnTo>
                    <a:pt x="504102" y="2175802"/>
                  </a:lnTo>
                  <a:lnTo>
                    <a:pt x="504102" y="2180212"/>
                  </a:lnTo>
                  <a:lnTo>
                    <a:pt x="499111" y="2180212"/>
                  </a:lnTo>
                  <a:lnTo>
                    <a:pt x="499111" y="2182413"/>
                  </a:lnTo>
                  <a:lnTo>
                    <a:pt x="494120" y="2182413"/>
                  </a:lnTo>
                  <a:lnTo>
                    <a:pt x="494120" y="2182413"/>
                  </a:lnTo>
                  <a:lnTo>
                    <a:pt x="489129" y="2182413"/>
                  </a:lnTo>
                  <a:lnTo>
                    <a:pt x="489129" y="2182413"/>
                  </a:lnTo>
                  <a:lnTo>
                    <a:pt x="484138" y="2182413"/>
                  </a:lnTo>
                  <a:lnTo>
                    <a:pt x="484138" y="2182413"/>
                  </a:lnTo>
                  <a:lnTo>
                    <a:pt x="479147" y="2182413"/>
                  </a:lnTo>
                  <a:lnTo>
                    <a:pt x="479147" y="2182413"/>
                  </a:lnTo>
                  <a:lnTo>
                    <a:pt x="474155" y="2182413"/>
                  </a:lnTo>
                  <a:lnTo>
                    <a:pt x="474155" y="2184610"/>
                  </a:lnTo>
                  <a:lnTo>
                    <a:pt x="469164" y="2184610"/>
                  </a:lnTo>
                  <a:lnTo>
                    <a:pt x="469164" y="2184610"/>
                  </a:lnTo>
                  <a:lnTo>
                    <a:pt x="464173" y="2184610"/>
                  </a:lnTo>
                  <a:lnTo>
                    <a:pt x="464173" y="2184610"/>
                  </a:lnTo>
                  <a:lnTo>
                    <a:pt x="459182" y="2184610"/>
                  </a:lnTo>
                  <a:lnTo>
                    <a:pt x="459182" y="2184610"/>
                  </a:lnTo>
                  <a:lnTo>
                    <a:pt x="454191" y="2184610"/>
                  </a:lnTo>
                  <a:lnTo>
                    <a:pt x="454191" y="2186804"/>
                  </a:lnTo>
                  <a:lnTo>
                    <a:pt x="449200" y="2186804"/>
                  </a:lnTo>
                  <a:lnTo>
                    <a:pt x="449200" y="2188995"/>
                  </a:lnTo>
                  <a:lnTo>
                    <a:pt x="444209" y="2188995"/>
                  </a:lnTo>
                  <a:lnTo>
                    <a:pt x="444209" y="2188995"/>
                  </a:lnTo>
                  <a:lnTo>
                    <a:pt x="439218" y="2188995"/>
                  </a:lnTo>
                  <a:lnTo>
                    <a:pt x="439218" y="2195557"/>
                  </a:lnTo>
                  <a:lnTo>
                    <a:pt x="434227" y="2195557"/>
                  </a:lnTo>
                  <a:lnTo>
                    <a:pt x="434227" y="2197740"/>
                  </a:lnTo>
                  <a:lnTo>
                    <a:pt x="429235" y="2197740"/>
                  </a:lnTo>
                  <a:lnTo>
                    <a:pt x="429235" y="2197740"/>
                  </a:lnTo>
                  <a:lnTo>
                    <a:pt x="424244" y="2197740"/>
                  </a:lnTo>
                  <a:lnTo>
                    <a:pt x="424244" y="2199920"/>
                  </a:lnTo>
                  <a:lnTo>
                    <a:pt x="419253" y="2199920"/>
                  </a:lnTo>
                  <a:lnTo>
                    <a:pt x="419253" y="2199920"/>
                  </a:lnTo>
                  <a:lnTo>
                    <a:pt x="414262" y="2199920"/>
                  </a:lnTo>
                  <a:lnTo>
                    <a:pt x="414262" y="2202098"/>
                  </a:lnTo>
                  <a:lnTo>
                    <a:pt x="409271" y="2202098"/>
                  </a:lnTo>
                  <a:lnTo>
                    <a:pt x="409271" y="2204273"/>
                  </a:lnTo>
                  <a:lnTo>
                    <a:pt x="404280" y="2204273"/>
                  </a:lnTo>
                  <a:lnTo>
                    <a:pt x="404280" y="2217271"/>
                  </a:lnTo>
                  <a:lnTo>
                    <a:pt x="399289" y="2217271"/>
                  </a:lnTo>
                  <a:lnTo>
                    <a:pt x="399289" y="2219429"/>
                  </a:lnTo>
                  <a:lnTo>
                    <a:pt x="394298" y="2219429"/>
                  </a:lnTo>
                  <a:lnTo>
                    <a:pt x="394298" y="2221583"/>
                  </a:lnTo>
                  <a:lnTo>
                    <a:pt x="389306" y="2221583"/>
                  </a:lnTo>
                  <a:lnTo>
                    <a:pt x="389306" y="2223735"/>
                  </a:lnTo>
                  <a:lnTo>
                    <a:pt x="384315" y="2223735"/>
                  </a:lnTo>
                  <a:lnTo>
                    <a:pt x="384315" y="2223735"/>
                  </a:lnTo>
                  <a:lnTo>
                    <a:pt x="379324" y="2223735"/>
                  </a:lnTo>
                  <a:lnTo>
                    <a:pt x="379324" y="2223735"/>
                  </a:lnTo>
                  <a:lnTo>
                    <a:pt x="374333" y="2223735"/>
                  </a:lnTo>
                  <a:lnTo>
                    <a:pt x="374333" y="2228029"/>
                  </a:lnTo>
                  <a:lnTo>
                    <a:pt x="369342" y="2228029"/>
                  </a:lnTo>
                  <a:lnTo>
                    <a:pt x="369342" y="2228029"/>
                  </a:lnTo>
                  <a:lnTo>
                    <a:pt x="364351" y="2228029"/>
                  </a:lnTo>
                  <a:lnTo>
                    <a:pt x="364351" y="2238719"/>
                  </a:lnTo>
                  <a:lnTo>
                    <a:pt x="359360" y="2238719"/>
                  </a:lnTo>
                  <a:lnTo>
                    <a:pt x="359360" y="2242976"/>
                  </a:lnTo>
                  <a:lnTo>
                    <a:pt x="354369" y="2242976"/>
                  </a:lnTo>
                  <a:lnTo>
                    <a:pt x="354369" y="2242976"/>
                  </a:lnTo>
                  <a:lnTo>
                    <a:pt x="349378" y="2242976"/>
                  </a:lnTo>
                  <a:lnTo>
                    <a:pt x="349378" y="2242976"/>
                  </a:lnTo>
                  <a:lnTo>
                    <a:pt x="344386" y="2242976"/>
                  </a:lnTo>
                  <a:lnTo>
                    <a:pt x="344386" y="2245099"/>
                  </a:lnTo>
                  <a:lnTo>
                    <a:pt x="339395" y="2245099"/>
                  </a:lnTo>
                  <a:lnTo>
                    <a:pt x="339395" y="2247219"/>
                  </a:lnTo>
                  <a:lnTo>
                    <a:pt x="334404" y="2247219"/>
                  </a:lnTo>
                  <a:lnTo>
                    <a:pt x="334404" y="2251447"/>
                  </a:lnTo>
                  <a:lnTo>
                    <a:pt x="329413" y="2251447"/>
                  </a:lnTo>
                  <a:lnTo>
                    <a:pt x="329413" y="2255662"/>
                  </a:lnTo>
                  <a:lnTo>
                    <a:pt x="324422" y="2255662"/>
                  </a:lnTo>
                  <a:lnTo>
                    <a:pt x="324422" y="2255662"/>
                  </a:lnTo>
                  <a:lnTo>
                    <a:pt x="319431" y="2255662"/>
                  </a:lnTo>
                  <a:lnTo>
                    <a:pt x="319431" y="2255662"/>
                  </a:lnTo>
                  <a:lnTo>
                    <a:pt x="314440" y="2255662"/>
                  </a:lnTo>
                  <a:lnTo>
                    <a:pt x="314440" y="2259860"/>
                  </a:lnTo>
                  <a:lnTo>
                    <a:pt x="309449" y="2259860"/>
                  </a:lnTo>
                  <a:lnTo>
                    <a:pt x="309449" y="2261954"/>
                  </a:lnTo>
                  <a:lnTo>
                    <a:pt x="304458" y="2261954"/>
                  </a:lnTo>
                  <a:lnTo>
                    <a:pt x="304458" y="2261954"/>
                  </a:lnTo>
                  <a:lnTo>
                    <a:pt x="299466" y="2261954"/>
                  </a:lnTo>
                  <a:lnTo>
                    <a:pt x="299466" y="2272350"/>
                  </a:lnTo>
                  <a:lnTo>
                    <a:pt x="294475" y="2272350"/>
                  </a:lnTo>
                  <a:lnTo>
                    <a:pt x="294475" y="2276480"/>
                  </a:lnTo>
                  <a:lnTo>
                    <a:pt x="289484" y="2276480"/>
                  </a:lnTo>
                  <a:lnTo>
                    <a:pt x="289484" y="2276480"/>
                  </a:lnTo>
                  <a:lnTo>
                    <a:pt x="284493" y="2276480"/>
                  </a:lnTo>
                  <a:lnTo>
                    <a:pt x="284493" y="2276480"/>
                  </a:lnTo>
                  <a:lnTo>
                    <a:pt x="279502" y="2276480"/>
                  </a:lnTo>
                  <a:lnTo>
                    <a:pt x="279502" y="2276480"/>
                  </a:lnTo>
                  <a:lnTo>
                    <a:pt x="274511" y="2276480"/>
                  </a:lnTo>
                  <a:lnTo>
                    <a:pt x="274511" y="2276480"/>
                  </a:lnTo>
                  <a:lnTo>
                    <a:pt x="269520" y="2276480"/>
                  </a:lnTo>
                  <a:lnTo>
                    <a:pt x="269520" y="2276480"/>
                  </a:lnTo>
                  <a:lnTo>
                    <a:pt x="264529" y="2276480"/>
                  </a:lnTo>
                  <a:lnTo>
                    <a:pt x="264529" y="2284667"/>
                  </a:lnTo>
                  <a:lnTo>
                    <a:pt x="259537" y="2284667"/>
                  </a:lnTo>
                  <a:lnTo>
                    <a:pt x="259537" y="2290755"/>
                  </a:lnTo>
                  <a:lnTo>
                    <a:pt x="254546" y="2290755"/>
                  </a:lnTo>
                  <a:lnTo>
                    <a:pt x="254546" y="2290755"/>
                  </a:lnTo>
                  <a:lnTo>
                    <a:pt x="249555" y="2290755"/>
                  </a:lnTo>
                  <a:lnTo>
                    <a:pt x="249555" y="2290755"/>
                  </a:lnTo>
                  <a:lnTo>
                    <a:pt x="244564" y="2290755"/>
                  </a:lnTo>
                  <a:lnTo>
                    <a:pt x="244564" y="2290755"/>
                  </a:lnTo>
                  <a:lnTo>
                    <a:pt x="239573" y="2290755"/>
                  </a:lnTo>
                  <a:lnTo>
                    <a:pt x="239573" y="2290755"/>
                  </a:lnTo>
                  <a:lnTo>
                    <a:pt x="234582" y="2290755"/>
                  </a:lnTo>
                  <a:lnTo>
                    <a:pt x="234582" y="2290755"/>
                  </a:lnTo>
                  <a:lnTo>
                    <a:pt x="229591" y="2290755"/>
                  </a:lnTo>
                  <a:lnTo>
                    <a:pt x="229591" y="2290755"/>
                  </a:lnTo>
                  <a:lnTo>
                    <a:pt x="224600" y="2290755"/>
                  </a:lnTo>
                  <a:lnTo>
                    <a:pt x="224600" y="2292770"/>
                  </a:lnTo>
                  <a:lnTo>
                    <a:pt x="219609" y="2292770"/>
                  </a:lnTo>
                  <a:lnTo>
                    <a:pt x="219609" y="2294778"/>
                  </a:lnTo>
                  <a:lnTo>
                    <a:pt x="214617" y="2294778"/>
                  </a:lnTo>
                  <a:lnTo>
                    <a:pt x="214617" y="2294778"/>
                  </a:lnTo>
                  <a:lnTo>
                    <a:pt x="209626" y="2294778"/>
                  </a:lnTo>
                  <a:lnTo>
                    <a:pt x="209626" y="2296779"/>
                  </a:lnTo>
                  <a:lnTo>
                    <a:pt x="204635" y="2296779"/>
                  </a:lnTo>
                  <a:lnTo>
                    <a:pt x="204635" y="2296779"/>
                  </a:lnTo>
                  <a:lnTo>
                    <a:pt x="199644" y="2296779"/>
                  </a:lnTo>
                  <a:lnTo>
                    <a:pt x="199644" y="2296779"/>
                  </a:lnTo>
                  <a:lnTo>
                    <a:pt x="194653" y="2296779"/>
                  </a:lnTo>
                  <a:lnTo>
                    <a:pt x="194653" y="2312485"/>
                  </a:lnTo>
                  <a:lnTo>
                    <a:pt x="189662" y="2312485"/>
                  </a:lnTo>
                  <a:lnTo>
                    <a:pt x="189662" y="2316321"/>
                  </a:lnTo>
                  <a:lnTo>
                    <a:pt x="184671" y="2316321"/>
                  </a:lnTo>
                  <a:lnTo>
                    <a:pt x="184671" y="2316321"/>
                  </a:lnTo>
                  <a:lnTo>
                    <a:pt x="179680" y="2316321"/>
                  </a:lnTo>
                  <a:lnTo>
                    <a:pt x="179680" y="2318222"/>
                  </a:lnTo>
                  <a:lnTo>
                    <a:pt x="174689" y="2318222"/>
                  </a:lnTo>
                  <a:lnTo>
                    <a:pt x="174689" y="2318222"/>
                  </a:lnTo>
                  <a:lnTo>
                    <a:pt x="169697" y="2318222"/>
                  </a:lnTo>
                  <a:lnTo>
                    <a:pt x="169697" y="2318222"/>
                  </a:lnTo>
                  <a:lnTo>
                    <a:pt x="164706" y="2318222"/>
                  </a:lnTo>
                  <a:lnTo>
                    <a:pt x="164706" y="2318222"/>
                  </a:lnTo>
                  <a:lnTo>
                    <a:pt x="159715" y="2318222"/>
                  </a:lnTo>
                  <a:lnTo>
                    <a:pt x="159715" y="2320108"/>
                  </a:lnTo>
                  <a:lnTo>
                    <a:pt x="154724" y="2320108"/>
                  </a:lnTo>
                  <a:lnTo>
                    <a:pt x="154724" y="2320108"/>
                  </a:lnTo>
                  <a:lnTo>
                    <a:pt x="149733" y="2320108"/>
                  </a:lnTo>
                  <a:lnTo>
                    <a:pt x="149733" y="2320108"/>
                  </a:lnTo>
                  <a:lnTo>
                    <a:pt x="144742" y="2320108"/>
                  </a:lnTo>
                  <a:lnTo>
                    <a:pt x="144742" y="2320108"/>
                  </a:lnTo>
                  <a:lnTo>
                    <a:pt x="139751" y="2320108"/>
                  </a:lnTo>
                  <a:lnTo>
                    <a:pt x="139751" y="2320108"/>
                  </a:lnTo>
                  <a:lnTo>
                    <a:pt x="134760" y="2320108"/>
                  </a:lnTo>
                  <a:lnTo>
                    <a:pt x="134760" y="2320108"/>
                  </a:lnTo>
                  <a:lnTo>
                    <a:pt x="129768" y="2320108"/>
                  </a:lnTo>
                  <a:lnTo>
                    <a:pt x="129768" y="2320108"/>
                  </a:lnTo>
                  <a:lnTo>
                    <a:pt x="124777" y="2320108"/>
                  </a:lnTo>
                  <a:lnTo>
                    <a:pt x="124777" y="2321978"/>
                  </a:lnTo>
                  <a:lnTo>
                    <a:pt x="119786" y="2321978"/>
                  </a:lnTo>
                  <a:lnTo>
                    <a:pt x="119786" y="2321978"/>
                  </a:lnTo>
                  <a:lnTo>
                    <a:pt x="114795" y="2321978"/>
                  </a:lnTo>
                  <a:lnTo>
                    <a:pt x="114795" y="2321978"/>
                  </a:lnTo>
                  <a:lnTo>
                    <a:pt x="109804" y="2321978"/>
                  </a:lnTo>
                  <a:lnTo>
                    <a:pt x="109804" y="2323833"/>
                  </a:lnTo>
                  <a:lnTo>
                    <a:pt x="104813" y="2323833"/>
                  </a:lnTo>
                  <a:lnTo>
                    <a:pt x="104813" y="2323833"/>
                  </a:lnTo>
                  <a:lnTo>
                    <a:pt x="99822" y="2323833"/>
                  </a:lnTo>
                  <a:lnTo>
                    <a:pt x="99822" y="2323833"/>
                  </a:lnTo>
                  <a:lnTo>
                    <a:pt x="94831" y="2323833"/>
                  </a:lnTo>
                  <a:lnTo>
                    <a:pt x="94831" y="2323833"/>
                  </a:lnTo>
                  <a:lnTo>
                    <a:pt x="89840" y="2323833"/>
                  </a:lnTo>
                  <a:lnTo>
                    <a:pt x="89840" y="2331077"/>
                  </a:lnTo>
                  <a:lnTo>
                    <a:pt x="84848" y="2331077"/>
                  </a:lnTo>
                  <a:lnTo>
                    <a:pt x="84848" y="2331077"/>
                  </a:lnTo>
                  <a:lnTo>
                    <a:pt x="79857" y="2331077"/>
                  </a:lnTo>
                  <a:lnTo>
                    <a:pt x="79857" y="2331077"/>
                  </a:lnTo>
                  <a:lnTo>
                    <a:pt x="74866" y="2331077"/>
                  </a:lnTo>
                  <a:lnTo>
                    <a:pt x="74866" y="2331077"/>
                  </a:lnTo>
                  <a:lnTo>
                    <a:pt x="69875" y="2331077"/>
                  </a:lnTo>
                  <a:lnTo>
                    <a:pt x="69875" y="2331077"/>
                  </a:lnTo>
                  <a:lnTo>
                    <a:pt x="64884" y="2331077"/>
                  </a:lnTo>
                  <a:lnTo>
                    <a:pt x="64884" y="2334575"/>
                  </a:lnTo>
                  <a:lnTo>
                    <a:pt x="59893" y="2334575"/>
                  </a:lnTo>
                  <a:lnTo>
                    <a:pt x="59893" y="2337968"/>
                  </a:lnTo>
                  <a:lnTo>
                    <a:pt x="54902" y="2337968"/>
                  </a:lnTo>
                  <a:lnTo>
                    <a:pt x="54902" y="2341221"/>
                  </a:lnTo>
                  <a:lnTo>
                    <a:pt x="49911" y="2341221"/>
                  </a:lnTo>
                  <a:lnTo>
                    <a:pt x="49911" y="2342782"/>
                  </a:lnTo>
                  <a:lnTo>
                    <a:pt x="44920" y="2342782"/>
                  </a:lnTo>
                  <a:lnTo>
                    <a:pt x="44920" y="2347075"/>
                  </a:lnTo>
                  <a:lnTo>
                    <a:pt x="39928" y="2347075"/>
                  </a:lnTo>
                  <a:lnTo>
                    <a:pt x="39928" y="2347075"/>
                  </a:lnTo>
                  <a:lnTo>
                    <a:pt x="34937" y="2347075"/>
                  </a:lnTo>
                  <a:lnTo>
                    <a:pt x="34937" y="2348309"/>
                  </a:lnTo>
                  <a:lnTo>
                    <a:pt x="29946" y="2348309"/>
                  </a:lnTo>
                  <a:lnTo>
                    <a:pt x="29946" y="2349375"/>
                  </a:lnTo>
                  <a:lnTo>
                    <a:pt x="24955" y="2349375"/>
                  </a:lnTo>
                  <a:lnTo>
                    <a:pt x="24955" y="2349375"/>
                  </a:lnTo>
                  <a:lnTo>
                    <a:pt x="19964" y="2349375"/>
                  </a:lnTo>
                  <a:lnTo>
                    <a:pt x="19964" y="2350166"/>
                  </a:lnTo>
                  <a:lnTo>
                    <a:pt x="14973" y="2350166"/>
                  </a:lnTo>
                  <a:lnTo>
                    <a:pt x="14973" y="2350166"/>
                  </a:lnTo>
                  <a:lnTo>
                    <a:pt x="9982" y="2350166"/>
                  </a:lnTo>
                  <a:lnTo>
                    <a:pt x="9982" y="2350166"/>
                  </a:lnTo>
                  <a:lnTo>
                    <a:pt x="4991" y="2350166"/>
                  </a:lnTo>
                  <a:lnTo>
                    <a:pt x="4991" y="2350166"/>
                  </a:lnTo>
                  <a:lnTo>
                    <a:pt x="0" y="23501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44274" y="524963"/>
              <a:ext cx="0" cy="5213113"/>
            </a:xfrm>
            <a:custGeom>
              <a:avLst/>
              <a:pathLst>
                <a:path w="0" h="5213113">
                  <a:moveTo>
                    <a:pt x="0" y="521311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tx15"/>
            <p:cNvSpPr/>
            <p:nvPr/>
          </p:nvSpPr>
          <p:spPr>
            <a:xfrm>
              <a:off x="464108" y="546106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464108" y="3679973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64108" y="189887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18" name="pl18"/>
            <p:cNvSpPr/>
            <p:nvPr/>
          </p:nvSpPr>
          <p:spPr>
            <a:xfrm>
              <a:off x="709479" y="55011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09479" y="37200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9479" y="19389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4274" y="5738077"/>
              <a:ext cx="9473136" cy="0"/>
            </a:xfrm>
            <a:custGeom>
              <a:avLst/>
              <a:pathLst>
                <a:path w="9473136" h="0">
                  <a:moveTo>
                    <a:pt x="0" y="0"/>
                  </a:moveTo>
                  <a:lnTo>
                    <a:pt x="947313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26450" y="57380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8207" y="57380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569964" y="57380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391721" y="57380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213478" y="57380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0035235" y="573807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98195" y="580070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719952" y="580070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541709" y="580070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363466" y="580070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8185223" y="580070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0006980" y="5800707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4828509" y="5930873"/>
              <a:ext cx="130466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Years since Baseline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-319533" y="3081411"/>
              <a:ext cx="133566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4559485" y="6201176"/>
              <a:ext cx="1842714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629074" y="627076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651019" y="63804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4638074" y="6279765"/>
              <a:ext cx="201456" cy="201456"/>
            </a:xfrm>
            <a:prstGeom prst="rect">
              <a:avLst/>
            </a:prstGeom>
            <a:solidFill>
              <a:srgbClr val="619CFF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5428723" y="627076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450669" y="63804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5437723" y="6279765"/>
              <a:ext cx="201456" cy="201456"/>
            </a:xfrm>
            <a:prstGeom prst="rect">
              <a:avLst/>
            </a:prstGeom>
            <a:solidFill>
              <a:srgbClr val="F8766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4918119" y="6340443"/>
              <a:ext cx="44101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Diabetes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5717768" y="6340443"/>
              <a:ext cx="61484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 Diabetes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44274" y="298189"/>
              <a:ext cx="377025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CIF of CKD Composite by DM Status (5-year view)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2026-08-20T15:27:21Z</dcterms:modified>
  <cp:category/>
</cp:coreProperties>
</file>