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803261" y="6826531"/>
              <a:ext cx="2337868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7285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94795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81850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7285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94795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850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53332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75277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62332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53332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75277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62332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54008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7595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63008" y="6905120"/>
              <a:ext cx="201455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54008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7595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63008" y="7194165"/>
              <a:ext cx="201455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61895" y="6965798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61895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42377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42377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43053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43053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2026-05-07T18:01:00Z</dcterms:modified>
  <cp:category/>
</cp:coreProperties>
</file>