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793888" y="6826531"/>
              <a:ext cx="2356614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63477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8542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72477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63477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8542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72477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62704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84650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71704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62704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84650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71704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6338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8532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72380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6338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8532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2380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52522" y="6965798"/>
              <a:ext cx="54059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Cutaneous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52522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51749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51749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52425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52425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2026-08-19T23:15:14Z</dcterms:modified>
  <cp:category/>
</cp:coreProperties>
</file>