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28600" y="228600"/>
            <a:ext cx="10972800" cy="7315200"/>
            <a:chOff x="228600" y="228600"/>
            <a:chExt cx="10972800" cy="7315200"/>
          </a:xfrm>
        </p:grpSpPr>
        <p:sp>
          <p:nvSpPr>
            <p:cNvPr id="3" name="rc3"/>
            <p:cNvSpPr/>
            <p:nvPr/>
          </p:nvSpPr>
          <p:spPr>
            <a:xfrm>
              <a:off x="228600" y="228600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28600" y="228600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12580" y="524963"/>
              <a:ext cx="10319230" cy="5828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11026" y="789916"/>
              <a:ext cx="9900589" cy="2571308"/>
            </a:xfrm>
            <a:custGeom>
              <a:avLst/>
              <a:pathLst>
                <a:path w="9900589" h="2571308">
                  <a:moveTo>
                    <a:pt x="0" y="0"/>
                  </a:moveTo>
                  <a:lnTo>
                    <a:pt x="10873" y="0"/>
                  </a:lnTo>
                  <a:lnTo>
                    <a:pt x="10873" y="3835"/>
                  </a:lnTo>
                  <a:lnTo>
                    <a:pt x="21747" y="3835"/>
                  </a:lnTo>
                  <a:lnTo>
                    <a:pt x="21747" y="9589"/>
                  </a:lnTo>
                  <a:lnTo>
                    <a:pt x="27184" y="9589"/>
                  </a:lnTo>
                  <a:lnTo>
                    <a:pt x="27184" y="11508"/>
                  </a:lnTo>
                  <a:lnTo>
                    <a:pt x="32621" y="11508"/>
                  </a:lnTo>
                  <a:lnTo>
                    <a:pt x="32621" y="15348"/>
                  </a:lnTo>
                  <a:lnTo>
                    <a:pt x="38058" y="15348"/>
                  </a:lnTo>
                  <a:lnTo>
                    <a:pt x="38058" y="19188"/>
                  </a:lnTo>
                  <a:lnTo>
                    <a:pt x="43495" y="19188"/>
                  </a:lnTo>
                  <a:lnTo>
                    <a:pt x="43495" y="24948"/>
                  </a:lnTo>
                  <a:lnTo>
                    <a:pt x="48932" y="24948"/>
                  </a:lnTo>
                  <a:lnTo>
                    <a:pt x="48932" y="26868"/>
                  </a:lnTo>
                  <a:lnTo>
                    <a:pt x="54368" y="26868"/>
                  </a:lnTo>
                  <a:lnTo>
                    <a:pt x="54368" y="28788"/>
                  </a:lnTo>
                  <a:lnTo>
                    <a:pt x="59805" y="28788"/>
                  </a:lnTo>
                  <a:lnTo>
                    <a:pt x="59805" y="34550"/>
                  </a:lnTo>
                  <a:lnTo>
                    <a:pt x="65242" y="34550"/>
                  </a:lnTo>
                  <a:lnTo>
                    <a:pt x="65242" y="40312"/>
                  </a:lnTo>
                  <a:lnTo>
                    <a:pt x="70679" y="40312"/>
                  </a:lnTo>
                  <a:lnTo>
                    <a:pt x="70679" y="53757"/>
                  </a:lnTo>
                  <a:lnTo>
                    <a:pt x="76116" y="53757"/>
                  </a:lnTo>
                  <a:lnTo>
                    <a:pt x="76116" y="57598"/>
                  </a:lnTo>
                  <a:lnTo>
                    <a:pt x="81553" y="57598"/>
                  </a:lnTo>
                  <a:lnTo>
                    <a:pt x="81553" y="69126"/>
                  </a:lnTo>
                  <a:lnTo>
                    <a:pt x="86990" y="69126"/>
                  </a:lnTo>
                  <a:lnTo>
                    <a:pt x="86990" y="76817"/>
                  </a:lnTo>
                  <a:lnTo>
                    <a:pt x="92427" y="76817"/>
                  </a:lnTo>
                  <a:lnTo>
                    <a:pt x="92427" y="78741"/>
                  </a:lnTo>
                  <a:lnTo>
                    <a:pt x="97864" y="78741"/>
                  </a:lnTo>
                  <a:lnTo>
                    <a:pt x="97864" y="82588"/>
                  </a:lnTo>
                  <a:lnTo>
                    <a:pt x="103301" y="82588"/>
                  </a:lnTo>
                  <a:lnTo>
                    <a:pt x="103301" y="94129"/>
                  </a:lnTo>
                  <a:lnTo>
                    <a:pt x="108737" y="94129"/>
                  </a:lnTo>
                  <a:lnTo>
                    <a:pt x="108737" y="96052"/>
                  </a:lnTo>
                  <a:lnTo>
                    <a:pt x="114174" y="96052"/>
                  </a:lnTo>
                  <a:lnTo>
                    <a:pt x="114174" y="101825"/>
                  </a:lnTo>
                  <a:lnTo>
                    <a:pt x="119611" y="101825"/>
                  </a:lnTo>
                  <a:lnTo>
                    <a:pt x="119611" y="105676"/>
                  </a:lnTo>
                  <a:lnTo>
                    <a:pt x="125048" y="105676"/>
                  </a:lnTo>
                  <a:lnTo>
                    <a:pt x="125048" y="115307"/>
                  </a:lnTo>
                  <a:lnTo>
                    <a:pt x="130485" y="115307"/>
                  </a:lnTo>
                  <a:lnTo>
                    <a:pt x="130485" y="121089"/>
                  </a:lnTo>
                  <a:lnTo>
                    <a:pt x="135922" y="121089"/>
                  </a:lnTo>
                  <a:lnTo>
                    <a:pt x="135922" y="123016"/>
                  </a:lnTo>
                  <a:lnTo>
                    <a:pt x="141359" y="123016"/>
                  </a:lnTo>
                  <a:lnTo>
                    <a:pt x="141359" y="134582"/>
                  </a:lnTo>
                  <a:lnTo>
                    <a:pt x="146796" y="134582"/>
                  </a:lnTo>
                  <a:lnTo>
                    <a:pt x="146796" y="138439"/>
                  </a:lnTo>
                  <a:lnTo>
                    <a:pt x="152233" y="138439"/>
                  </a:lnTo>
                  <a:lnTo>
                    <a:pt x="152233" y="142296"/>
                  </a:lnTo>
                  <a:lnTo>
                    <a:pt x="157670" y="142296"/>
                  </a:lnTo>
                  <a:lnTo>
                    <a:pt x="157670" y="146157"/>
                  </a:lnTo>
                  <a:lnTo>
                    <a:pt x="163106" y="146157"/>
                  </a:lnTo>
                  <a:lnTo>
                    <a:pt x="163106" y="151949"/>
                  </a:lnTo>
                  <a:lnTo>
                    <a:pt x="168543" y="151949"/>
                  </a:lnTo>
                  <a:lnTo>
                    <a:pt x="168543" y="163542"/>
                  </a:lnTo>
                  <a:lnTo>
                    <a:pt x="173980" y="163542"/>
                  </a:lnTo>
                  <a:lnTo>
                    <a:pt x="173980" y="165474"/>
                  </a:lnTo>
                  <a:lnTo>
                    <a:pt x="179417" y="165474"/>
                  </a:lnTo>
                  <a:lnTo>
                    <a:pt x="179417" y="167407"/>
                  </a:lnTo>
                  <a:lnTo>
                    <a:pt x="184854" y="167407"/>
                  </a:lnTo>
                  <a:lnTo>
                    <a:pt x="184854" y="171272"/>
                  </a:lnTo>
                  <a:lnTo>
                    <a:pt x="190291" y="171272"/>
                  </a:lnTo>
                  <a:lnTo>
                    <a:pt x="190291" y="188668"/>
                  </a:lnTo>
                  <a:lnTo>
                    <a:pt x="195728" y="188668"/>
                  </a:lnTo>
                  <a:lnTo>
                    <a:pt x="195728" y="196402"/>
                  </a:lnTo>
                  <a:lnTo>
                    <a:pt x="201165" y="196402"/>
                  </a:lnTo>
                  <a:lnTo>
                    <a:pt x="201165" y="204136"/>
                  </a:lnTo>
                  <a:lnTo>
                    <a:pt x="206602" y="204136"/>
                  </a:lnTo>
                  <a:lnTo>
                    <a:pt x="206602" y="208005"/>
                  </a:lnTo>
                  <a:lnTo>
                    <a:pt x="212038" y="208005"/>
                  </a:lnTo>
                  <a:lnTo>
                    <a:pt x="212038" y="217680"/>
                  </a:lnTo>
                  <a:lnTo>
                    <a:pt x="217475" y="217680"/>
                  </a:lnTo>
                  <a:lnTo>
                    <a:pt x="217475" y="221553"/>
                  </a:lnTo>
                  <a:lnTo>
                    <a:pt x="222912" y="221553"/>
                  </a:lnTo>
                  <a:lnTo>
                    <a:pt x="222912" y="223491"/>
                  </a:lnTo>
                  <a:lnTo>
                    <a:pt x="228349" y="223491"/>
                  </a:lnTo>
                  <a:lnTo>
                    <a:pt x="228349" y="225429"/>
                  </a:lnTo>
                  <a:lnTo>
                    <a:pt x="233786" y="225429"/>
                  </a:lnTo>
                  <a:lnTo>
                    <a:pt x="233786" y="229306"/>
                  </a:lnTo>
                  <a:lnTo>
                    <a:pt x="239223" y="229306"/>
                  </a:lnTo>
                  <a:lnTo>
                    <a:pt x="239223" y="231246"/>
                  </a:lnTo>
                  <a:lnTo>
                    <a:pt x="244660" y="231246"/>
                  </a:lnTo>
                  <a:lnTo>
                    <a:pt x="244660" y="244822"/>
                  </a:lnTo>
                  <a:lnTo>
                    <a:pt x="250097" y="244822"/>
                  </a:lnTo>
                  <a:lnTo>
                    <a:pt x="250097" y="248703"/>
                  </a:lnTo>
                  <a:lnTo>
                    <a:pt x="255534" y="248703"/>
                  </a:lnTo>
                  <a:lnTo>
                    <a:pt x="255534" y="250643"/>
                  </a:lnTo>
                  <a:lnTo>
                    <a:pt x="260971" y="250643"/>
                  </a:lnTo>
                  <a:lnTo>
                    <a:pt x="260971" y="264224"/>
                  </a:lnTo>
                  <a:lnTo>
                    <a:pt x="266407" y="264224"/>
                  </a:lnTo>
                  <a:lnTo>
                    <a:pt x="266407" y="270045"/>
                  </a:lnTo>
                  <a:lnTo>
                    <a:pt x="271844" y="270045"/>
                  </a:lnTo>
                  <a:lnTo>
                    <a:pt x="271844" y="273925"/>
                  </a:lnTo>
                  <a:lnTo>
                    <a:pt x="277281" y="273925"/>
                  </a:lnTo>
                  <a:lnTo>
                    <a:pt x="277281" y="277807"/>
                  </a:lnTo>
                  <a:lnTo>
                    <a:pt x="282718" y="277807"/>
                  </a:lnTo>
                  <a:lnTo>
                    <a:pt x="282718" y="283630"/>
                  </a:lnTo>
                  <a:lnTo>
                    <a:pt x="288155" y="283630"/>
                  </a:lnTo>
                  <a:lnTo>
                    <a:pt x="288155" y="289455"/>
                  </a:lnTo>
                  <a:lnTo>
                    <a:pt x="293592" y="289455"/>
                  </a:lnTo>
                  <a:lnTo>
                    <a:pt x="293592" y="295280"/>
                  </a:lnTo>
                  <a:lnTo>
                    <a:pt x="299029" y="295280"/>
                  </a:lnTo>
                  <a:lnTo>
                    <a:pt x="299029" y="304989"/>
                  </a:lnTo>
                  <a:lnTo>
                    <a:pt x="304466" y="304989"/>
                  </a:lnTo>
                  <a:lnTo>
                    <a:pt x="304466" y="312755"/>
                  </a:lnTo>
                  <a:lnTo>
                    <a:pt x="309903" y="312755"/>
                  </a:lnTo>
                  <a:lnTo>
                    <a:pt x="309903" y="320531"/>
                  </a:lnTo>
                  <a:lnTo>
                    <a:pt x="315340" y="320531"/>
                  </a:lnTo>
                  <a:lnTo>
                    <a:pt x="315340" y="322475"/>
                  </a:lnTo>
                  <a:lnTo>
                    <a:pt x="320776" y="322475"/>
                  </a:lnTo>
                  <a:lnTo>
                    <a:pt x="320776" y="324422"/>
                  </a:lnTo>
                  <a:lnTo>
                    <a:pt x="326213" y="324422"/>
                  </a:lnTo>
                  <a:lnTo>
                    <a:pt x="326213" y="338057"/>
                  </a:lnTo>
                  <a:lnTo>
                    <a:pt x="331650" y="338057"/>
                  </a:lnTo>
                  <a:lnTo>
                    <a:pt x="331650" y="343902"/>
                  </a:lnTo>
                  <a:lnTo>
                    <a:pt x="337087" y="343902"/>
                  </a:lnTo>
                  <a:lnTo>
                    <a:pt x="337087" y="353649"/>
                  </a:lnTo>
                  <a:lnTo>
                    <a:pt x="342524" y="353649"/>
                  </a:lnTo>
                  <a:lnTo>
                    <a:pt x="342524" y="359497"/>
                  </a:lnTo>
                  <a:lnTo>
                    <a:pt x="347961" y="359497"/>
                  </a:lnTo>
                  <a:lnTo>
                    <a:pt x="347961" y="359497"/>
                  </a:lnTo>
                  <a:lnTo>
                    <a:pt x="353398" y="359497"/>
                  </a:lnTo>
                  <a:lnTo>
                    <a:pt x="353398" y="365359"/>
                  </a:lnTo>
                  <a:lnTo>
                    <a:pt x="358835" y="365359"/>
                  </a:lnTo>
                  <a:lnTo>
                    <a:pt x="358835" y="373175"/>
                  </a:lnTo>
                  <a:lnTo>
                    <a:pt x="364272" y="373175"/>
                  </a:lnTo>
                  <a:lnTo>
                    <a:pt x="364272" y="377082"/>
                  </a:lnTo>
                  <a:lnTo>
                    <a:pt x="369709" y="377082"/>
                  </a:lnTo>
                  <a:lnTo>
                    <a:pt x="369709" y="380992"/>
                  </a:lnTo>
                  <a:lnTo>
                    <a:pt x="375145" y="380992"/>
                  </a:lnTo>
                  <a:lnTo>
                    <a:pt x="375145" y="386858"/>
                  </a:lnTo>
                  <a:lnTo>
                    <a:pt x="380582" y="386858"/>
                  </a:lnTo>
                  <a:lnTo>
                    <a:pt x="380582" y="400558"/>
                  </a:lnTo>
                  <a:lnTo>
                    <a:pt x="386019" y="400558"/>
                  </a:lnTo>
                  <a:lnTo>
                    <a:pt x="386019" y="404472"/>
                  </a:lnTo>
                  <a:lnTo>
                    <a:pt x="391456" y="404472"/>
                  </a:lnTo>
                  <a:lnTo>
                    <a:pt x="391456" y="410343"/>
                  </a:lnTo>
                  <a:lnTo>
                    <a:pt x="396893" y="410343"/>
                  </a:lnTo>
                  <a:lnTo>
                    <a:pt x="396893" y="414257"/>
                  </a:lnTo>
                  <a:lnTo>
                    <a:pt x="402330" y="414257"/>
                  </a:lnTo>
                  <a:lnTo>
                    <a:pt x="402330" y="420131"/>
                  </a:lnTo>
                  <a:lnTo>
                    <a:pt x="407767" y="420131"/>
                  </a:lnTo>
                  <a:lnTo>
                    <a:pt x="407767" y="422089"/>
                  </a:lnTo>
                  <a:lnTo>
                    <a:pt x="418641" y="422089"/>
                  </a:lnTo>
                  <a:lnTo>
                    <a:pt x="418641" y="427967"/>
                  </a:lnTo>
                  <a:lnTo>
                    <a:pt x="424077" y="427967"/>
                  </a:lnTo>
                  <a:lnTo>
                    <a:pt x="424077" y="431886"/>
                  </a:lnTo>
                  <a:lnTo>
                    <a:pt x="429514" y="431886"/>
                  </a:lnTo>
                  <a:lnTo>
                    <a:pt x="429514" y="433846"/>
                  </a:lnTo>
                  <a:lnTo>
                    <a:pt x="434951" y="433846"/>
                  </a:lnTo>
                  <a:lnTo>
                    <a:pt x="434951" y="435806"/>
                  </a:lnTo>
                  <a:lnTo>
                    <a:pt x="440388" y="435806"/>
                  </a:lnTo>
                  <a:lnTo>
                    <a:pt x="440388" y="437767"/>
                  </a:lnTo>
                  <a:lnTo>
                    <a:pt x="445825" y="437767"/>
                  </a:lnTo>
                  <a:lnTo>
                    <a:pt x="445825" y="445611"/>
                  </a:lnTo>
                  <a:lnTo>
                    <a:pt x="451262" y="445611"/>
                  </a:lnTo>
                  <a:lnTo>
                    <a:pt x="451262" y="447573"/>
                  </a:lnTo>
                  <a:lnTo>
                    <a:pt x="456699" y="447573"/>
                  </a:lnTo>
                  <a:lnTo>
                    <a:pt x="456699" y="449537"/>
                  </a:lnTo>
                  <a:lnTo>
                    <a:pt x="462136" y="449537"/>
                  </a:lnTo>
                  <a:lnTo>
                    <a:pt x="462136" y="449537"/>
                  </a:lnTo>
                  <a:lnTo>
                    <a:pt x="467573" y="449537"/>
                  </a:lnTo>
                  <a:lnTo>
                    <a:pt x="467573" y="455434"/>
                  </a:lnTo>
                  <a:lnTo>
                    <a:pt x="473010" y="455434"/>
                  </a:lnTo>
                  <a:lnTo>
                    <a:pt x="473010" y="457400"/>
                  </a:lnTo>
                  <a:lnTo>
                    <a:pt x="478446" y="457400"/>
                  </a:lnTo>
                  <a:lnTo>
                    <a:pt x="478446" y="463297"/>
                  </a:lnTo>
                  <a:lnTo>
                    <a:pt x="483883" y="463297"/>
                  </a:lnTo>
                  <a:lnTo>
                    <a:pt x="483883" y="467232"/>
                  </a:lnTo>
                  <a:lnTo>
                    <a:pt x="489320" y="467232"/>
                  </a:lnTo>
                  <a:lnTo>
                    <a:pt x="489320" y="477068"/>
                  </a:lnTo>
                  <a:lnTo>
                    <a:pt x="494757" y="477068"/>
                  </a:lnTo>
                  <a:lnTo>
                    <a:pt x="494757" y="481005"/>
                  </a:lnTo>
                  <a:lnTo>
                    <a:pt x="500194" y="481005"/>
                  </a:lnTo>
                  <a:lnTo>
                    <a:pt x="500194" y="486914"/>
                  </a:lnTo>
                  <a:lnTo>
                    <a:pt x="511068" y="486914"/>
                  </a:lnTo>
                  <a:lnTo>
                    <a:pt x="511068" y="490854"/>
                  </a:lnTo>
                  <a:lnTo>
                    <a:pt x="516505" y="490854"/>
                  </a:lnTo>
                  <a:lnTo>
                    <a:pt x="516505" y="496763"/>
                  </a:lnTo>
                  <a:lnTo>
                    <a:pt x="521942" y="496763"/>
                  </a:lnTo>
                  <a:lnTo>
                    <a:pt x="521942" y="500702"/>
                  </a:lnTo>
                  <a:lnTo>
                    <a:pt x="527379" y="500702"/>
                  </a:lnTo>
                  <a:lnTo>
                    <a:pt x="527379" y="510555"/>
                  </a:lnTo>
                  <a:lnTo>
                    <a:pt x="532815" y="510555"/>
                  </a:lnTo>
                  <a:lnTo>
                    <a:pt x="532815" y="514496"/>
                  </a:lnTo>
                  <a:lnTo>
                    <a:pt x="538252" y="514496"/>
                  </a:lnTo>
                  <a:lnTo>
                    <a:pt x="538252" y="520411"/>
                  </a:lnTo>
                  <a:lnTo>
                    <a:pt x="543689" y="520411"/>
                  </a:lnTo>
                  <a:lnTo>
                    <a:pt x="543689" y="522382"/>
                  </a:lnTo>
                  <a:lnTo>
                    <a:pt x="549126" y="522382"/>
                  </a:lnTo>
                  <a:lnTo>
                    <a:pt x="549126" y="524353"/>
                  </a:lnTo>
                  <a:lnTo>
                    <a:pt x="554563" y="524353"/>
                  </a:lnTo>
                  <a:lnTo>
                    <a:pt x="554563" y="528296"/>
                  </a:lnTo>
                  <a:lnTo>
                    <a:pt x="560000" y="528296"/>
                  </a:lnTo>
                  <a:lnTo>
                    <a:pt x="560000" y="532239"/>
                  </a:lnTo>
                  <a:lnTo>
                    <a:pt x="565437" y="532239"/>
                  </a:lnTo>
                  <a:lnTo>
                    <a:pt x="565437" y="536182"/>
                  </a:lnTo>
                  <a:lnTo>
                    <a:pt x="570874" y="536182"/>
                  </a:lnTo>
                  <a:lnTo>
                    <a:pt x="570874" y="542096"/>
                  </a:lnTo>
                  <a:lnTo>
                    <a:pt x="576311" y="542096"/>
                  </a:lnTo>
                  <a:lnTo>
                    <a:pt x="576311" y="544071"/>
                  </a:lnTo>
                  <a:lnTo>
                    <a:pt x="581747" y="544071"/>
                  </a:lnTo>
                  <a:lnTo>
                    <a:pt x="581747" y="548021"/>
                  </a:lnTo>
                  <a:lnTo>
                    <a:pt x="603495" y="548021"/>
                  </a:lnTo>
                  <a:lnTo>
                    <a:pt x="603495" y="551972"/>
                  </a:lnTo>
                  <a:lnTo>
                    <a:pt x="608932" y="551972"/>
                  </a:lnTo>
                  <a:lnTo>
                    <a:pt x="608932" y="559874"/>
                  </a:lnTo>
                  <a:lnTo>
                    <a:pt x="614369" y="559874"/>
                  </a:lnTo>
                  <a:lnTo>
                    <a:pt x="614369" y="561851"/>
                  </a:lnTo>
                  <a:lnTo>
                    <a:pt x="625243" y="561851"/>
                  </a:lnTo>
                  <a:lnTo>
                    <a:pt x="625243" y="565803"/>
                  </a:lnTo>
                  <a:lnTo>
                    <a:pt x="636116" y="565803"/>
                  </a:lnTo>
                  <a:lnTo>
                    <a:pt x="636116" y="571732"/>
                  </a:lnTo>
                  <a:lnTo>
                    <a:pt x="641553" y="571732"/>
                  </a:lnTo>
                  <a:lnTo>
                    <a:pt x="641553" y="573708"/>
                  </a:lnTo>
                  <a:lnTo>
                    <a:pt x="646990" y="573708"/>
                  </a:lnTo>
                  <a:lnTo>
                    <a:pt x="646990" y="579637"/>
                  </a:lnTo>
                  <a:lnTo>
                    <a:pt x="652427" y="579637"/>
                  </a:lnTo>
                  <a:lnTo>
                    <a:pt x="652427" y="581615"/>
                  </a:lnTo>
                  <a:lnTo>
                    <a:pt x="657864" y="581615"/>
                  </a:lnTo>
                  <a:lnTo>
                    <a:pt x="657864" y="585571"/>
                  </a:lnTo>
                  <a:lnTo>
                    <a:pt x="663301" y="585571"/>
                  </a:lnTo>
                  <a:lnTo>
                    <a:pt x="663301" y="589527"/>
                  </a:lnTo>
                  <a:lnTo>
                    <a:pt x="668738" y="589527"/>
                  </a:lnTo>
                  <a:lnTo>
                    <a:pt x="668738" y="591505"/>
                  </a:lnTo>
                  <a:lnTo>
                    <a:pt x="674175" y="591505"/>
                  </a:lnTo>
                  <a:lnTo>
                    <a:pt x="674175" y="593483"/>
                  </a:lnTo>
                  <a:lnTo>
                    <a:pt x="679612" y="593483"/>
                  </a:lnTo>
                  <a:lnTo>
                    <a:pt x="679612" y="603377"/>
                  </a:lnTo>
                  <a:lnTo>
                    <a:pt x="685049" y="603377"/>
                  </a:lnTo>
                  <a:lnTo>
                    <a:pt x="685049" y="613279"/>
                  </a:lnTo>
                  <a:lnTo>
                    <a:pt x="690485" y="613279"/>
                  </a:lnTo>
                  <a:lnTo>
                    <a:pt x="690485" y="615260"/>
                  </a:lnTo>
                  <a:lnTo>
                    <a:pt x="695922" y="615260"/>
                  </a:lnTo>
                  <a:lnTo>
                    <a:pt x="695922" y="623182"/>
                  </a:lnTo>
                  <a:lnTo>
                    <a:pt x="701359" y="623182"/>
                  </a:lnTo>
                  <a:lnTo>
                    <a:pt x="701359" y="631107"/>
                  </a:lnTo>
                  <a:lnTo>
                    <a:pt x="706796" y="631107"/>
                  </a:lnTo>
                  <a:lnTo>
                    <a:pt x="706796" y="639032"/>
                  </a:lnTo>
                  <a:lnTo>
                    <a:pt x="717670" y="639032"/>
                  </a:lnTo>
                  <a:lnTo>
                    <a:pt x="717670" y="642995"/>
                  </a:lnTo>
                  <a:lnTo>
                    <a:pt x="723107" y="642995"/>
                  </a:lnTo>
                  <a:lnTo>
                    <a:pt x="723107" y="642995"/>
                  </a:lnTo>
                  <a:lnTo>
                    <a:pt x="728544" y="642995"/>
                  </a:lnTo>
                  <a:lnTo>
                    <a:pt x="728544" y="646962"/>
                  </a:lnTo>
                  <a:lnTo>
                    <a:pt x="733981" y="646962"/>
                  </a:lnTo>
                  <a:lnTo>
                    <a:pt x="733981" y="652914"/>
                  </a:lnTo>
                  <a:lnTo>
                    <a:pt x="739418" y="652914"/>
                  </a:lnTo>
                  <a:lnTo>
                    <a:pt x="739418" y="654898"/>
                  </a:lnTo>
                  <a:lnTo>
                    <a:pt x="744854" y="654898"/>
                  </a:lnTo>
                  <a:lnTo>
                    <a:pt x="744854" y="660849"/>
                  </a:lnTo>
                  <a:lnTo>
                    <a:pt x="750291" y="660849"/>
                  </a:lnTo>
                  <a:lnTo>
                    <a:pt x="750291" y="662833"/>
                  </a:lnTo>
                  <a:lnTo>
                    <a:pt x="755728" y="662833"/>
                  </a:lnTo>
                  <a:lnTo>
                    <a:pt x="755728" y="666801"/>
                  </a:lnTo>
                  <a:lnTo>
                    <a:pt x="761165" y="666801"/>
                  </a:lnTo>
                  <a:lnTo>
                    <a:pt x="761165" y="668785"/>
                  </a:lnTo>
                  <a:lnTo>
                    <a:pt x="766602" y="668785"/>
                  </a:lnTo>
                  <a:lnTo>
                    <a:pt x="766602" y="674747"/>
                  </a:lnTo>
                  <a:lnTo>
                    <a:pt x="772039" y="674747"/>
                  </a:lnTo>
                  <a:lnTo>
                    <a:pt x="772039" y="680711"/>
                  </a:lnTo>
                  <a:lnTo>
                    <a:pt x="777476" y="680711"/>
                  </a:lnTo>
                  <a:lnTo>
                    <a:pt x="777476" y="682700"/>
                  </a:lnTo>
                  <a:lnTo>
                    <a:pt x="782913" y="682700"/>
                  </a:lnTo>
                  <a:lnTo>
                    <a:pt x="782913" y="684688"/>
                  </a:lnTo>
                  <a:lnTo>
                    <a:pt x="788350" y="684688"/>
                  </a:lnTo>
                  <a:lnTo>
                    <a:pt x="788350" y="688664"/>
                  </a:lnTo>
                  <a:lnTo>
                    <a:pt x="793786" y="688664"/>
                  </a:lnTo>
                  <a:lnTo>
                    <a:pt x="793786" y="694631"/>
                  </a:lnTo>
                  <a:lnTo>
                    <a:pt x="799223" y="694631"/>
                  </a:lnTo>
                  <a:lnTo>
                    <a:pt x="799223" y="696620"/>
                  </a:lnTo>
                  <a:lnTo>
                    <a:pt x="804660" y="696620"/>
                  </a:lnTo>
                  <a:lnTo>
                    <a:pt x="804660" y="698609"/>
                  </a:lnTo>
                  <a:lnTo>
                    <a:pt x="810097" y="698609"/>
                  </a:lnTo>
                  <a:lnTo>
                    <a:pt x="810097" y="700599"/>
                  </a:lnTo>
                  <a:lnTo>
                    <a:pt x="815534" y="700599"/>
                  </a:lnTo>
                  <a:lnTo>
                    <a:pt x="815534" y="706569"/>
                  </a:lnTo>
                  <a:lnTo>
                    <a:pt x="820971" y="706569"/>
                  </a:lnTo>
                  <a:lnTo>
                    <a:pt x="820971" y="710548"/>
                  </a:lnTo>
                  <a:lnTo>
                    <a:pt x="826408" y="710548"/>
                  </a:lnTo>
                  <a:lnTo>
                    <a:pt x="826408" y="716518"/>
                  </a:lnTo>
                  <a:lnTo>
                    <a:pt x="831845" y="716518"/>
                  </a:lnTo>
                  <a:lnTo>
                    <a:pt x="831845" y="724477"/>
                  </a:lnTo>
                  <a:lnTo>
                    <a:pt x="837282" y="724477"/>
                  </a:lnTo>
                  <a:lnTo>
                    <a:pt x="837282" y="724477"/>
                  </a:lnTo>
                  <a:lnTo>
                    <a:pt x="853592" y="724477"/>
                  </a:lnTo>
                  <a:lnTo>
                    <a:pt x="853592" y="726469"/>
                  </a:lnTo>
                  <a:lnTo>
                    <a:pt x="859029" y="726469"/>
                  </a:lnTo>
                  <a:lnTo>
                    <a:pt x="859029" y="730452"/>
                  </a:lnTo>
                  <a:lnTo>
                    <a:pt x="864466" y="730452"/>
                  </a:lnTo>
                  <a:lnTo>
                    <a:pt x="864466" y="730452"/>
                  </a:lnTo>
                  <a:lnTo>
                    <a:pt x="869903" y="730452"/>
                  </a:lnTo>
                  <a:lnTo>
                    <a:pt x="869903" y="730452"/>
                  </a:lnTo>
                  <a:lnTo>
                    <a:pt x="875340" y="730452"/>
                  </a:lnTo>
                  <a:lnTo>
                    <a:pt x="875340" y="730452"/>
                  </a:lnTo>
                  <a:lnTo>
                    <a:pt x="880777" y="730452"/>
                  </a:lnTo>
                  <a:lnTo>
                    <a:pt x="880777" y="732447"/>
                  </a:lnTo>
                  <a:lnTo>
                    <a:pt x="886214" y="732447"/>
                  </a:lnTo>
                  <a:lnTo>
                    <a:pt x="886214" y="736437"/>
                  </a:lnTo>
                  <a:lnTo>
                    <a:pt x="897088" y="736437"/>
                  </a:lnTo>
                  <a:lnTo>
                    <a:pt x="897088" y="740427"/>
                  </a:lnTo>
                  <a:lnTo>
                    <a:pt x="902524" y="740427"/>
                  </a:lnTo>
                  <a:lnTo>
                    <a:pt x="902524" y="744417"/>
                  </a:lnTo>
                  <a:lnTo>
                    <a:pt x="907961" y="744417"/>
                  </a:lnTo>
                  <a:lnTo>
                    <a:pt x="907961" y="746412"/>
                  </a:lnTo>
                  <a:lnTo>
                    <a:pt x="913398" y="746412"/>
                  </a:lnTo>
                  <a:lnTo>
                    <a:pt x="913398" y="750402"/>
                  </a:lnTo>
                  <a:lnTo>
                    <a:pt x="918835" y="750402"/>
                  </a:lnTo>
                  <a:lnTo>
                    <a:pt x="918835" y="752399"/>
                  </a:lnTo>
                  <a:lnTo>
                    <a:pt x="924272" y="752399"/>
                  </a:lnTo>
                  <a:lnTo>
                    <a:pt x="924272" y="760393"/>
                  </a:lnTo>
                  <a:lnTo>
                    <a:pt x="929709" y="760393"/>
                  </a:lnTo>
                  <a:lnTo>
                    <a:pt x="929709" y="762391"/>
                  </a:lnTo>
                  <a:lnTo>
                    <a:pt x="935146" y="762391"/>
                  </a:lnTo>
                  <a:lnTo>
                    <a:pt x="935146" y="764390"/>
                  </a:lnTo>
                  <a:lnTo>
                    <a:pt x="940583" y="764390"/>
                  </a:lnTo>
                  <a:lnTo>
                    <a:pt x="940583" y="766388"/>
                  </a:lnTo>
                  <a:lnTo>
                    <a:pt x="946020" y="766388"/>
                  </a:lnTo>
                  <a:lnTo>
                    <a:pt x="946020" y="770387"/>
                  </a:lnTo>
                  <a:lnTo>
                    <a:pt x="951457" y="770387"/>
                  </a:lnTo>
                  <a:lnTo>
                    <a:pt x="951457" y="774386"/>
                  </a:lnTo>
                  <a:lnTo>
                    <a:pt x="956893" y="774386"/>
                  </a:lnTo>
                  <a:lnTo>
                    <a:pt x="956893" y="778385"/>
                  </a:lnTo>
                  <a:lnTo>
                    <a:pt x="962330" y="778385"/>
                  </a:lnTo>
                  <a:lnTo>
                    <a:pt x="962330" y="782387"/>
                  </a:lnTo>
                  <a:lnTo>
                    <a:pt x="973204" y="782387"/>
                  </a:lnTo>
                  <a:lnTo>
                    <a:pt x="973204" y="786391"/>
                  </a:lnTo>
                  <a:lnTo>
                    <a:pt x="978641" y="786391"/>
                  </a:lnTo>
                  <a:lnTo>
                    <a:pt x="978641" y="792397"/>
                  </a:lnTo>
                  <a:lnTo>
                    <a:pt x="984078" y="792397"/>
                  </a:lnTo>
                  <a:lnTo>
                    <a:pt x="984078" y="796402"/>
                  </a:lnTo>
                  <a:lnTo>
                    <a:pt x="989515" y="796402"/>
                  </a:lnTo>
                  <a:lnTo>
                    <a:pt x="989515" y="800406"/>
                  </a:lnTo>
                  <a:lnTo>
                    <a:pt x="994952" y="800406"/>
                  </a:lnTo>
                  <a:lnTo>
                    <a:pt x="994952" y="808418"/>
                  </a:lnTo>
                  <a:lnTo>
                    <a:pt x="1005825" y="808418"/>
                  </a:lnTo>
                  <a:lnTo>
                    <a:pt x="1005825" y="812423"/>
                  </a:lnTo>
                  <a:lnTo>
                    <a:pt x="1016699" y="812423"/>
                  </a:lnTo>
                  <a:lnTo>
                    <a:pt x="1016699" y="816431"/>
                  </a:lnTo>
                  <a:lnTo>
                    <a:pt x="1022136" y="816431"/>
                  </a:lnTo>
                  <a:lnTo>
                    <a:pt x="1022136" y="820443"/>
                  </a:lnTo>
                  <a:lnTo>
                    <a:pt x="1027573" y="820443"/>
                  </a:lnTo>
                  <a:lnTo>
                    <a:pt x="1027573" y="820443"/>
                  </a:lnTo>
                  <a:lnTo>
                    <a:pt x="1038447" y="820443"/>
                  </a:lnTo>
                  <a:lnTo>
                    <a:pt x="1038447" y="822451"/>
                  </a:lnTo>
                  <a:lnTo>
                    <a:pt x="1049321" y="822451"/>
                  </a:lnTo>
                  <a:lnTo>
                    <a:pt x="1049321" y="824459"/>
                  </a:lnTo>
                  <a:lnTo>
                    <a:pt x="1054758" y="824459"/>
                  </a:lnTo>
                  <a:lnTo>
                    <a:pt x="1054758" y="828476"/>
                  </a:lnTo>
                  <a:lnTo>
                    <a:pt x="1060194" y="828476"/>
                  </a:lnTo>
                  <a:lnTo>
                    <a:pt x="1060194" y="832493"/>
                  </a:lnTo>
                  <a:lnTo>
                    <a:pt x="1071068" y="832493"/>
                  </a:lnTo>
                  <a:lnTo>
                    <a:pt x="1071068" y="838518"/>
                  </a:lnTo>
                  <a:lnTo>
                    <a:pt x="1087379" y="838518"/>
                  </a:lnTo>
                  <a:lnTo>
                    <a:pt x="1087379" y="842534"/>
                  </a:lnTo>
                  <a:lnTo>
                    <a:pt x="1092816" y="842534"/>
                  </a:lnTo>
                  <a:lnTo>
                    <a:pt x="1092816" y="844543"/>
                  </a:lnTo>
                  <a:lnTo>
                    <a:pt x="1098253" y="844543"/>
                  </a:lnTo>
                  <a:lnTo>
                    <a:pt x="1098253" y="848559"/>
                  </a:lnTo>
                  <a:lnTo>
                    <a:pt x="1103690" y="848559"/>
                  </a:lnTo>
                  <a:lnTo>
                    <a:pt x="1103690" y="852576"/>
                  </a:lnTo>
                  <a:lnTo>
                    <a:pt x="1109127" y="852576"/>
                  </a:lnTo>
                  <a:lnTo>
                    <a:pt x="1109127" y="856593"/>
                  </a:lnTo>
                  <a:lnTo>
                    <a:pt x="1114563" y="856593"/>
                  </a:lnTo>
                  <a:lnTo>
                    <a:pt x="1114563" y="858601"/>
                  </a:lnTo>
                  <a:lnTo>
                    <a:pt x="1120000" y="858601"/>
                  </a:lnTo>
                  <a:lnTo>
                    <a:pt x="1120000" y="860609"/>
                  </a:lnTo>
                  <a:lnTo>
                    <a:pt x="1125437" y="860609"/>
                  </a:lnTo>
                  <a:lnTo>
                    <a:pt x="1125437" y="866634"/>
                  </a:lnTo>
                  <a:lnTo>
                    <a:pt x="1130874" y="866634"/>
                  </a:lnTo>
                  <a:lnTo>
                    <a:pt x="1130874" y="868644"/>
                  </a:lnTo>
                  <a:lnTo>
                    <a:pt x="1136311" y="868644"/>
                  </a:lnTo>
                  <a:lnTo>
                    <a:pt x="1136311" y="868644"/>
                  </a:lnTo>
                  <a:lnTo>
                    <a:pt x="1141748" y="868644"/>
                  </a:lnTo>
                  <a:lnTo>
                    <a:pt x="1141748" y="870655"/>
                  </a:lnTo>
                  <a:lnTo>
                    <a:pt x="1147185" y="870655"/>
                  </a:lnTo>
                  <a:lnTo>
                    <a:pt x="1147185" y="872668"/>
                  </a:lnTo>
                  <a:lnTo>
                    <a:pt x="1152622" y="872668"/>
                  </a:lnTo>
                  <a:lnTo>
                    <a:pt x="1152622" y="880719"/>
                  </a:lnTo>
                  <a:lnTo>
                    <a:pt x="1163495" y="880719"/>
                  </a:lnTo>
                  <a:lnTo>
                    <a:pt x="1163495" y="882732"/>
                  </a:lnTo>
                  <a:lnTo>
                    <a:pt x="1168932" y="882732"/>
                  </a:lnTo>
                  <a:lnTo>
                    <a:pt x="1168932" y="886758"/>
                  </a:lnTo>
                  <a:lnTo>
                    <a:pt x="1174369" y="886758"/>
                  </a:lnTo>
                  <a:lnTo>
                    <a:pt x="1174369" y="890784"/>
                  </a:lnTo>
                  <a:lnTo>
                    <a:pt x="1179806" y="890784"/>
                  </a:lnTo>
                  <a:lnTo>
                    <a:pt x="1179806" y="894812"/>
                  </a:lnTo>
                  <a:lnTo>
                    <a:pt x="1190680" y="894812"/>
                  </a:lnTo>
                  <a:lnTo>
                    <a:pt x="1190680" y="896826"/>
                  </a:lnTo>
                  <a:lnTo>
                    <a:pt x="1201554" y="896826"/>
                  </a:lnTo>
                  <a:lnTo>
                    <a:pt x="1201554" y="902873"/>
                  </a:lnTo>
                  <a:lnTo>
                    <a:pt x="1212428" y="902873"/>
                  </a:lnTo>
                  <a:lnTo>
                    <a:pt x="1212428" y="906905"/>
                  </a:lnTo>
                  <a:lnTo>
                    <a:pt x="1217864" y="906905"/>
                  </a:lnTo>
                  <a:lnTo>
                    <a:pt x="1217864" y="910936"/>
                  </a:lnTo>
                  <a:lnTo>
                    <a:pt x="1223301" y="910936"/>
                  </a:lnTo>
                  <a:lnTo>
                    <a:pt x="1223301" y="910936"/>
                  </a:lnTo>
                  <a:lnTo>
                    <a:pt x="1228738" y="910936"/>
                  </a:lnTo>
                  <a:lnTo>
                    <a:pt x="1228738" y="912954"/>
                  </a:lnTo>
                  <a:lnTo>
                    <a:pt x="1234175" y="912954"/>
                  </a:lnTo>
                  <a:lnTo>
                    <a:pt x="1234175" y="919010"/>
                  </a:lnTo>
                  <a:lnTo>
                    <a:pt x="1239612" y="919010"/>
                  </a:lnTo>
                  <a:lnTo>
                    <a:pt x="1239612" y="921028"/>
                  </a:lnTo>
                  <a:lnTo>
                    <a:pt x="1245049" y="921028"/>
                  </a:lnTo>
                  <a:lnTo>
                    <a:pt x="1245049" y="923047"/>
                  </a:lnTo>
                  <a:lnTo>
                    <a:pt x="1255923" y="923047"/>
                  </a:lnTo>
                  <a:lnTo>
                    <a:pt x="1255923" y="927084"/>
                  </a:lnTo>
                  <a:lnTo>
                    <a:pt x="1261360" y="927084"/>
                  </a:lnTo>
                  <a:lnTo>
                    <a:pt x="1261360" y="929102"/>
                  </a:lnTo>
                  <a:lnTo>
                    <a:pt x="1272233" y="929102"/>
                  </a:lnTo>
                  <a:lnTo>
                    <a:pt x="1272233" y="935160"/>
                  </a:lnTo>
                  <a:lnTo>
                    <a:pt x="1277670" y="935160"/>
                  </a:lnTo>
                  <a:lnTo>
                    <a:pt x="1277670" y="939199"/>
                  </a:lnTo>
                  <a:lnTo>
                    <a:pt x="1293981" y="939199"/>
                  </a:lnTo>
                  <a:lnTo>
                    <a:pt x="1293981" y="945257"/>
                  </a:lnTo>
                  <a:lnTo>
                    <a:pt x="1299418" y="945257"/>
                  </a:lnTo>
                  <a:lnTo>
                    <a:pt x="1299418" y="949300"/>
                  </a:lnTo>
                  <a:lnTo>
                    <a:pt x="1304855" y="949300"/>
                  </a:lnTo>
                  <a:lnTo>
                    <a:pt x="1304855" y="951322"/>
                  </a:lnTo>
                  <a:lnTo>
                    <a:pt x="1310292" y="951322"/>
                  </a:lnTo>
                  <a:lnTo>
                    <a:pt x="1310292" y="955366"/>
                  </a:lnTo>
                  <a:lnTo>
                    <a:pt x="1315729" y="955366"/>
                  </a:lnTo>
                  <a:lnTo>
                    <a:pt x="1315729" y="957388"/>
                  </a:lnTo>
                  <a:lnTo>
                    <a:pt x="1321166" y="957388"/>
                  </a:lnTo>
                  <a:lnTo>
                    <a:pt x="1321166" y="959412"/>
                  </a:lnTo>
                  <a:lnTo>
                    <a:pt x="1326602" y="959412"/>
                  </a:lnTo>
                  <a:lnTo>
                    <a:pt x="1326602" y="965487"/>
                  </a:lnTo>
                  <a:lnTo>
                    <a:pt x="1332039" y="965487"/>
                  </a:lnTo>
                  <a:lnTo>
                    <a:pt x="1332039" y="965487"/>
                  </a:lnTo>
                  <a:lnTo>
                    <a:pt x="1337476" y="965487"/>
                  </a:lnTo>
                  <a:lnTo>
                    <a:pt x="1337476" y="969539"/>
                  </a:lnTo>
                  <a:lnTo>
                    <a:pt x="1342913" y="969539"/>
                  </a:lnTo>
                  <a:lnTo>
                    <a:pt x="1342913" y="971565"/>
                  </a:lnTo>
                  <a:lnTo>
                    <a:pt x="1348350" y="971565"/>
                  </a:lnTo>
                  <a:lnTo>
                    <a:pt x="1348350" y="975618"/>
                  </a:lnTo>
                  <a:lnTo>
                    <a:pt x="1353787" y="975618"/>
                  </a:lnTo>
                  <a:lnTo>
                    <a:pt x="1353787" y="977645"/>
                  </a:lnTo>
                  <a:lnTo>
                    <a:pt x="1359224" y="977645"/>
                  </a:lnTo>
                  <a:lnTo>
                    <a:pt x="1359224" y="983732"/>
                  </a:lnTo>
                  <a:lnTo>
                    <a:pt x="1364661" y="983732"/>
                  </a:lnTo>
                  <a:lnTo>
                    <a:pt x="1364661" y="989818"/>
                  </a:lnTo>
                  <a:lnTo>
                    <a:pt x="1370098" y="989818"/>
                  </a:lnTo>
                  <a:lnTo>
                    <a:pt x="1370098" y="989818"/>
                  </a:lnTo>
                  <a:lnTo>
                    <a:pt x="1375534" y="989818"/>
                  </a:lnTo>
                  <a:lnTo>
                    <a:pt x="1375534" y="989818"/>
                  </a:lnTo>
                  <a:lnTo>
                    <a:pt x="1380971" y="989818"/>
                  </a:lnTo>
                  <a:lnTo>
                    <a:pt x="1380971" y="989818"/>
                  </a:lnTo>
                  <a:lnTo>
                    <a:pt x="1397282" y="989818"/>
                  </a:lnTo>
                  <a:lnTo>
                    <a:pt x="1397282" y="993882"/>
                  </a:lnTo>
                  <a:lnTo>
                    <a:pt x="1413593" y="993882"/>
                  </a:lnTo>
                  <a:lnTo>
                    <a:pt x="1413593" y="1002016"/>
                  </a:lnTo>
                  <a:lnTo>
                    <a:pt x="1419030" y="1002016"/>
                  </a:lnTo>
                  <a:lnTo>
                    <a:pt x="1419030" y="1004050"/>
                  </a:lnTo>
                  <a:lnTo>
                    <a:pt x="1424467" y="1004050"/>
                  </a:lnTo>
                  <a:lnTo>
                    <a:pt x="1424467" y="1006084"/>
                  </a:lnTo>
                  <a:lnTo>
                    <a:pt x="1435340" y="1006084"/>
                  </a:lnTo>
                  <a:lnTo>
                    <a:pt x="1435340" y="1006084"/>
                  </a:lnTo>
                  <a:lnTo>
                    <a:pt x="1446214" y="1006084"/>
                  </a:lnTo>
                  <a:lnTo>
                    <a:pt x="1446214" y="1008118"/>
                  </a:lnTo>
                  <a:lnTo>
                    <a:pt x="1457088" y="1008118"/>
                  </a:lnTo>
                  <a:lnTo>
                    <a:pt x="1457088" y="1010155"/>
                  </a:lnTo>
                  <a:lnTo>
                    <a:pt x="1462525" y="1010155"/>
                  </a:lnTo>
                  <a:lnTo>
                    <a:pt x="1462525" y="1014228"/>
                  </a:lnTo>
                  <a:lnTo>
                    <a:pt x="1467962" y="1014228"/>
                  </a:lnTo>
                  <a:lnTo>
                    <a:pt x="1467962" y="1014228"/>
                  </a:lnTo>
                  <a:lnTo>
                    <a:pt x="1473399" y="1014228"/>
                  </a:lnTo>
                  <a:lnTo>
                    <a:pt x="1473399" y="1016265"/>
                  </a:lnTo>
                  <a:lnTo>
                    <a:pt x="1484272" y="1016265"/>
                  </a:lnTo>
                  <a:lnTo>
                    <a:pt x="1484272" y="1020342"/>
                  </a:lnTo>
                  <a:lnTo>
                    <a:pt x="1489709" y="1020342"/>
                  </a:lnTo>
                  <a:lnTo>
                    <a:pt x="1489709" y="1020342"/>
                  </a:lnTo>
                  <a:lnTo>
                    <a:pt x="1500583" y="1020342"/>
                  </a:lnTo>
                  <a:lnTo>
                    <a:pt x="1500583" y="1022382"/>
                  </a:lnTo>
                  <a:lnTo>
                    <a:pt x="1506020" y="1022382"/>
                  </a:lnTo>
                  <a:lnTo>
                    <a:pt x="1506020" y="1028504"/>
                  </a:lnTo>
                  <a:lnTo>
                    <a:pt x="1511457" y="1028504"/>
                  </a:lnTo>
                  <a:lnTo>
                    <a:pt x="1511457" y="1032584"/>
                  </a:lnTo>
                  <a:lnTo>
                    <a:pt x="1516894" y="1032584"/>
                  </a:lnTo>
                  <a:lnTo>
                    <a:pt x="1516894" y="1034625"/>
                  </a:lnTo>
                  <a:lnTo>
                    <a:pt x="1522331" y="1034625"/>
                  </a:lnTo>
                  <a:lnTo>
                    <a:pt x="1522331" y="1034625"/>
                  </a:lnTo>
                  <a:lnTo>
                    <a:pt x="1527768" y="1034625"/>
                  </a:lnTo>
                  <a:lnTo>
                    <a:pt x="1527768" y="1038709"/>
                  </a:lnTo>
                  <a:lnTo>
                    <a:pt x="1538641" y="1038709"/>
                  </a:lnTo>
                  <a:lnTo>
                    <a:pt x="1538641" y="1042796"/>
                  </a:lnTo>
                  <a:lnTo>
                    <a:pt x="1549515" y="1042796"/>
                  </a:lnTo>
                  <a:lnTo>
                    <a:pt x="1549515" y="1044839"/>
                  </a:lnTo>
                  <a:lnTo>
                    <a:pt x="1560389" y="1044839"/>
                  </a:lnTo>
                  <a:lnTo>
                    <a:pt x="1560389" y="1050969"/>
                  </a:lnTo>
                  <a:lnTo>
                    <a:pt x="1571263" y="1050969"/>
                  </a:lnTo>
                  <a:lnTo>
                    <a:pt x="1571263" y="1053013"/>
                  </a:lnTo>
                  <a:lnTo>
                    <a:pt x="1576700" y="1053013"/>
                  </a:lnTo>
                  <a:lnTo>
                    <a:pt x="1576700" y="1057099"/>
                  </a:lnTo>
                  <a:lnTo>
                    <a:pt x="1582137" y="1057099"/>
                  </a:lnTo>
                  <a:lnTo>
                    <a:pt x="1582137" y="1059143"/>
                  </a:lnTo>
                  <a:lnTo>
                    <a:pt x="1587573" y="1059143"/>
                  </a:lnTo>
                  <a:lnTo>
                    <a:pt x="1587573" y="1061187"/>
                  </a:lnTo>
                  <a:lnTo>
                    <a:pt x="1593010" y="1061187"/>
                  </a:lnTo>
                  <a:lnTo>
                    <a:pt x="1593010" y="1065278"/>
                  </a:lnTo>
                  <a:lnTo>
                    <a:pt x="1598447" y="1065278"/>
                  </a:lnTo>
                  <a:lnTo>
                    <a:pt x="1598447" y="1071414"/>
                  </a:lnTo>
                  <a:lnTo>
                    <a:pt x="1603884" y="1071414"/>
                  </a:lnTo>
                  <a:lnTo>
                    <a:pt x="1603884" y="1075504"/>
                  </a:lnTo>
                  <a:lnTo>
                    <a:pt x="1614758" y="1075504"/>
                  </a:lnTo>
                  <a:lnTo>
                    <a:pt x="1614758" y="1077550"/>
                  </a:lnTo>
                  <a:lnTo>
                    <a:pt x="1620195" y="1077550"/>
                  </a:lnTo>
                  <a:lnTo>
                    <a:pt x="1620195" y="1083685"/>
                  </a:lnTo>
                  <a:lnTo>
                    <a:pt x="1625632" y="1083685"/>
                  </a:lnTo>
                  <a:lnTo>
                    <a:pt x="1625632" y="1085732"/>
                  </a:lnTo>
                  <a:lnTo>
                    <a:pt x="1631069" y="1085732"/>
                  </a:lnTo>
                  <a:lnTo>
                    <a:pt x="1631069" y="1089824"/>
                  </a:lnTo>
                  <a:lnTo>
                    <a:pt x="1636506" y="1089824"/>
                  </a:lnTo>
                  <a:lnTo>
                    <a:pt x="1636506" y="1089824"/>
                  </a:lnTo>
                  <a:lnTo>
                    <a:pt x="1641942" y="1089824"/>
                  </a:lnTo>
                  <a:lnTo>
                    <a:pt x="1641942" y="1093923"/>
                  </a:lnTo>
                  <a:lnTo>
                    <a:pt x="1647379" y="1093923"/>
                  </a:lnTo>
                  <a:lnTo>
                    <a:pt x="1647379" y="1095972"/>
                  </a:lnTo>
                  <a:lnTo>
                    <a:pt x="1652816" y="1095972"/>
                  </a:lnTo>
                  <a:lnTo>
                    <a:pt x="1652816" y="1098021"/>
                  </a:lnTo>
                  <a:lnTo>
                    <a:pt x="1658253" y="1098021"/>
                  </a:lnTo>
                  <a:lnTo>
                    <a:pt x="1658253" y="1100071"/>
                  </a:lnTo>
                  <a:lnTo>
                    <a:pt x="1663690" y="1100071"/>
                  </a:lnTo>
                  <a:lnTo>
                    <a:pt x="1663690" y="1102120"/>
                  </a:lnTo>
                  <a:lnTo>
                    <a:pt x="1669127" y="1102120"/>
                  </a:lnTo>
                  <a:lnTo>
                    <a:pt x="1669127" y="1104170"/>
                  </a:lnTo>
                  <a:lnTo>
                    <a:pt x="1674564" y="1104170"/>
                  </a:lnTo>
                  <a:lnTo>
                    <a:pt x="1674564" y="1108271"/>
                  </a:lnTo>
                  <a:lnTo>
                    <a:pt x="1685438" y="1108271"/>
                  </a:lnTo>
                  <a:lnTo>
                    <a:pt x="1685438" y="1110321"/>
                  </a:lnTo>
                  <a:lnTo>
                    <a:pt x="1696311" y="1110321"/>
                  </a:lnTo>
                  <a:lnTo>
                    <a:pt x="1696311" y="1112372"/>
                  </a:lnTo>
                  <a:lnTo>
                    <a:pt x="1707185" y="1112372"/>
                  </a:lnTo>
                  <a:lnTo>
                    <a:pt x="1707185" y="1118526"/>
                  </a:lnTo>
                  <a:lnTo>
                    <a:pt x="1712622" y="1118526"/>
                  </a:lnTo>
                  <a:lnTo>
                    <a:pt x="1712622" y="1124683"/>
                  </a:lnTo>
                  <a:lnTo>
                    <a:pt x="1718059" y="1124683"/>
                  </a:lnTo>
                  <a:lnTo>
                    <a:pt x="1718059" y="1126736"/>
                  </a:lnTo>
                  <a:lnTo>
                    <a:pt x="1728933" y="1126736"/>
                  </a:lnTo>
                  <a:lnTo>
                    <a:pt x="1728933" y="1128789"/>
                  </a:lnTo>
                  <a:lnTo>
                    <a:pt x="1739807" y="1128789"/>
                  </a:lnTo>
                  <a:lnTo>
                    <a:pt x="1739807" y="1130842"/>
                  </a:lnTo>
                  <a:lnTo>
                    <a:pt x="1745243" y="1130842"/>
                  </a:lnTo>
                  <a:lnTo>
                    <a:pt x="1745243" y="1130842"/>
                  </a:lnTo>
                  <a:lnTo>
                    <a:pt x="1750680" y="1130842"/>
                  </a:lnTo>
                  <a:lnTo>
                    <a:pt x="1750680" y="1134951"/>
                  </a:lnTo>
                  <a:lnTo>
                    <a:pt x="1756117" y="1134951"/>
                  </a:lnTo>
                  <a:lnTo>
                    <a:pt x="1756117" y="1139063"/>
                  </a:lnTo>
                  <a:lnTo>
                    <a:pt x="1777865" y="1139063"/>
                  </a:lnTo>
                  <a:lnTo>
                    <a:pt x="1777865" y="1143176"/>
                  </a:lnTo>
                  <a:lnTo>
                    <a:pt x="1783302" y="1143176"/>
                  </a:lnTo>
                  <a:lnTo>
                    <a:pt x="1783302" y="1147289"/>
                  </a:lnTo>
                  <a:lnTo>
                    <a:pt x="1788739" y="1147289"/>
                  </a:lnTo>
                  <a:lnTo>
                    <a:pt x="1788739" y="1149345"/>
                  </a:lnTo>
                  <a:lnTo>
                    <a:pt x="1799612" y="1149345"/>
                  </a:lnTo>
                  <a:lnTo>
                    <a:pt x="1799612" y="1151402"/>
                  </a:lnTo>
                  <a:lnTo>
                    <a:pt x="1805049" y="1151402"/>
                  </a:lnTo>
                  <a:lnTo>
                    <a:pt x="1805049" y="1153459"/>
                  </a:lnTo>
                  <a:lnTo>
                    <a:pt x="1810486" y="1153459"/>
                  </a:lnTo>
                  <a:lnTo>
                    <a:pt x="1810486" y="1161688"/>
                  </a:lnTo>
                  <a:lnTo>
                    <a:pt x="1815923" y="1161688"/>
                  </a:lnTo>
                  <a:lnTo>
                    <a:pt x="1815923" y="1163746"/>
                  </a:lnTo>
                  <a:lnTo>
                    <a:pt x="1821360" y="1163746"/>
                  </a:lnTo>
                  <a:lnTo>
                    <a:pt x="1821360" y="1163746"/>
                  </a:lnTo>
                  <a:lnTo>
                    <a:pt x="1826797" y="1163746"/>
                  </a:lnTo>
                  <a:lnTo>
                    <a:pt x="1826797" y="1165805"/>
                  </a:lnTo>
                  <a:lnTo>
                    <a:pt x="1832234" y="1165805"/>
                  </a:lnTo>
                  <a:lnTo>
                    <a:pt x="1832234" y="1169930"/>
                  </a:lnTo>
                  <a:lnTo>
                    <a:pt x="1843108" y="1169930"/>
                  </a:lnTo>
                  <a:lnTo>
                    <a:pt x="1843108" y="1178180"/>
                  </a:lnTo>
                  <a:lnTo>
                    <a:pt x="1848545" y="1178180"/>
                  </a:lnTo>
                  <a:lnTo>
                    <a:pt x="1848545" y="1180243"/>
                  </a:lnTo>
                  <a:lnTo>
                    <a:pt x="1864855" y="1180243"/>
                  </a:lnTo>
                  <a:lnTo>
                    <a:pt x="1864855" y="1182305"/>
                  </a:lnTo>
                  <a:lnTo>
                    <a:pt x="1870292" y="1182305"/>
                  </a:lnTo>
                  <a:lnTo>
                    <a:pt x="1870292" y="1184368"/>
                  </a:lnTo>
                  <a:lnTo>
                    <a:pt x="1875729" y="1184368"/>
                  </a:lnTo>
                  <a:lnTo>
                    <a:pt x="1875729" y="1188493"/>
                  </a:lnTo>
                  <a:lnTo>
                    <a:pt x="1886603" y="1188493"/>
                  </a:lnTo>
                  <a:lnTo>
                    <a:pt x="1886603" y="1190555"/>
                  </a:lnTo>
                  <a:lnTo>
                    <a:pt x="1892040" y="1190555"/>
                  </a:lnTo>
                  <a:lnTo>
                    <a:pt x="1892040" y="1190555"/>
                  </a:lnTo>
                  <a:lnTo>
                    <a:pt x="1897477" y="1190555"/>
                  </a:lnTo>
                  <a:lnTo>
                    <a:pt x="1897477" y="1192619"/>
                  </a:lnTo>
                  <a:lnTo>
                    <a:pt x="1902914" y="1192619"/>
                  </a:lnTo>
                  <a:lnTo>
                    <a:pt x="1902914" y="1192619"/>
                  </a:lnTo>
                  <a:lnTo>
                    <a:pt x="1908350" y="1192619"/>
                  </a:lnTo>
                  <a:lnTo>
                    <a:pt x="1908350" y="1194685"/>
                  </a:lnTo>
                  <a:lnTo>
                    <a:pt x="1913787" y="1194685"/>
                  </a:lnTo>
                  <a:lnTo>
                    <a:pt x="1913787" y="1194685"/>
                  </a:lnTo>
                  <a:lnTo>
                    <a:pt x="1919224" y="1194685"/>
                  </a:lnTo>
                  <a:lnTo>
                    <a:pt x="1919224" y="1196754"/>
                  </a:lnTo>
                  <a:lnTo>
                    <a:pt x="1924661" y="1196754"/>
                  </a:lnTo>
                  <a:lnTo>
                    <a:pt x="1924661" y="1202963"/>
                  </a:lnTo>
                  <a:lnTo>
                    <a:pt x="1930098" y="1202963"/>
                  </a:lnTo>
                  <a:lnTo>
                    <a:pt x="1930098" y="1205033"/>
                  </a:lnTo>
                  <a:lnTo>
                    <a:pt x="1935535" y="1205033"/>
                  </a:lnTo>
                  <a:lnTo>
                    <a:pt x="1935535" y="1207103"/>
                  </a:lnTo>
                  <a:lnTo>
                    <a:pt x="1951846" y="1207103"/>
                  </a:lnTo>
                  <a:lnTo>
                    <a:pt x="1951846" y="1209174"/>
                  </a:lnTo>
                  <a:lnTo>
                    <a:pt x="1968156" y="1209174"/>
                  </a:lnTo>
                  <a:lnTo>
                    <a:pt x="1968156" y="1211245"/>
                  </a:lnTo>
                  <a:lnTo>
                    <a:pt x="1973593" y="1211245"/>
                  </a:lnTo>
                  <a:lnTo>
                    <a:pt x="1973593" y="1213316"/>
                  </a:lnTo>
                  <a:lnTo>
                    <a:pt x="1984467" y="1213316"/>
                  </a:lnTo>
                  <a:lnTo>
                    <a:pt x="1984467" y="1217460"/>
                  </a:lnTo>
                  <a:lnTo>
                    <a:pt x="1989904" y="1217460"/>
                  </a:lnTo>
                  <a:lnTo>
                    <a:pt x="1989904" y="1219533"/>
                  </a:lnTo>
                  <a:lnTo>
                    <a:pt x="1995341" y="1219533"/>
                  </a:lnTo>
                  <a:lnTo>
                    <a:pt x="1995341" y="1221606"/>
                  </a:lnTo>
                  <a:lnTo>
                    <a:pt x="2000778" y="1221606"/>
                  </a:lnTo>
                  <a:lnTo>
                    <a:pt x="2000778" y="1221606"/>
                  </a:lnTo>
                  <a:lnTo>
                    <a:pt x="2006215" y="1221606"/>
                  </a:lnTo>
                  <a:lnTo>
                    <a:pt x="2006215" y="1223680"/>
                  </a:lnTo>
                  <a:lnTo>
                    <a:pt x="2011651" y="1223680"/>
                  </a:lnTo>
                  <a:lnTo>
                    <a:pt x="2011651" y="1227828"/>
                  </a:lnTo>
                  <a:lnTo>
                    <a:pt x="2017088" y="1227828"/>
                  </a:lnTo>
                  <a:lnTo>
                    <a:pt x="2017088" y="1229905"/>
                  </a:lnTo>
                  <a:lnTo>
                    <a:pt x="2022525" y="1229905"/>
                  </a:lnTo>
                  <a:lnTo>
                    <a:pt x="2022525" y="1231982"/>
                  </a:lnTo>
                  <a:lnTo>
                    <a:pt x="2027962" y="1231982"/>
                  </a:lnTo>
                  <a:lnTo>
                    <a:pt x="2027962" y="1234059"/>
                  </a:lnTo>
                  <a:lnTo>
                    <a:pt x="2033399" y="1234059"/>
                  </a:lnTo>
                  <a:lnTo>
                    <a:pt x="2033399" y="1236138"/>
                  </a:lnTo>
                  <a:lnTo>
                    <a:pt x="2038836" y="1236138"/>
                  </a:lnTo>
                  <a:lnTo>
                    <a:pt x="2038836" y="1240294"/>
                  </a:lnTo>
                  <a:lnTo>
                    <a:pt x="2044273" y="1240294"/>
                  </a:lnTo>
                  <a:lnTo>
                    <a:pt x="2044273" y="1242372"/>
                  </a:lnTo>
                  <a:lnTo>
                    <a:pt x="2055147" y="1242372"/>
                  </a:lnTo>
                  <a:lnTo>
                    <a:pt x="2055147" y="1244451"/>
                  </a:lnTo>
                  <a:lnTo>
                    <a:pt x="2066020" y="1244451"/>
                  </a:lnTo>
                  <a:lnTo>
                    <a:pt x="2066020" y="1246530"/>
                  </a:lnTo>
                  <a:lnTo>
                    <a:pt x="2071457" y="1246530"/>
                  </a:lnTo>
                  <a:lnTo>
                    <a:pt x="2071457" y="1254847"/>
                  </a:lnTo>
                  <a:lnTo>
                    <a:pt x="2082331" y="1254847"/>
                  </a:lnTo>
                  <a:lnTo>
                    <a:pt x="2082331" y="1256926"/>
                  </a:lnTo>
                  <a:lnTo>
                    <a:pt x="2087768" y="1256926"/>
                  </a:lnTo>
                  <a:lnTo>
                    <a:pt x="2087768" y="1256926"/>
                  </a:lnTo>
                  <a:lnTo>
                    <a:pt x="2093205" y="1256926"/>
                  </a:lnTo>
                  <a:lnTo>
                    <a:pt x="2093205" y="1259009"/>
                  </a:lnTo>
                  <a:lnTo>
                    <a:pt x="2098642" y="1259009"/>
                  </a:lnTo>
                  <a:lnTo>
                    <a:pt x="2098642" y="1261091"/>
                  </a:lnTo>
                  <a:lnTo>
                    <a:pt x="2104079" y="1261091"/>
                  </a:lnTo>
                  <a:lnTo>
                    <a:pt x="2104079" y="1261091"/>
                  </a:lnTo>
                  <a:lnTo>
                    <a:pt x="2109516" y="1261091"/>
                  </a:lnTo>
                  <a:lnTo>
                    <a:pt x="2109516" y="1265261"/>
                  </a:lnTo>
                  <a:lnTo>
                    <a:pt x="2114953" y="1265261"/>
                  </a:lnTo>
                  <a:lnTo>
                    <a:pt x="2114953" y="1267345"/>
                  </a:lnTo>
                  <a:lnTo>
                    <a:pt x="2120389" y="1267345"/>
                  </a:lnTo>
                  <a:lnTo>
                    <a:pt x="2120389" y="1269430"/>
                  </a:lnTo>
                  <a:lnTo>
                    <a:pt x="2125826" y="1269430"/>
                  </a:lnTo>
                  <a:lnTo>
                    <a:pt x="2125826" y="1271514"/>
                  </a:lnTo>
                  <a:lnTo>
                    <a:pt x="2131263" y="1271514"/>
                  </a:lnTo>
                  <a:lnTo>
                    <a:pt x="2131263" y="1275686"/>
                  </a:lnTo>
                  <a:lnTo>
                    <a:pt x="2142137" y="1275686"/>
                  </a:lnTo>
                  <a:lnTo>
                    <a:pt x="2142137" y="1277772"/>
                  </a:lnTo>
                  <a:lnTo>
                    <a:pt x="2153011" y="1277772"/>
                  </a:lnTo>
                  <a:lnTo>
                    <a:pt x="2153011" y="1284032"/>
                  </a:lnTo>
                  <a:lnTo>
                    <a:pt x="2163885" y="1284032"/>
                  </a:lnTo>
                  <a:lnTo>
                    <a:pt x="2163885" y="1288210"/>
                  </a:lnTo>
                  <a:lnTo>
                    <a:pt x="2169321" y="1288210"/>
                  </a:lnTo>
                  <a:lnTo>
                    <a:pt x="2169321" y="1288210"/>
                  </a:lnTo>
                  <a:lnTo>
                    <a:pt x="2180195" y="1288210"/>
                  </a:lnTo>
                  <a:lnTo>
                    <a:pt x="2180195" y="1294484"/>
                  </a:lnTo>
                  <a:lnTo>
                    <a:pt x="2185632" y="1294484"/>
                  </a:lnTo>
                  <a:lnTo>
                    <a:pt x="2185632" y="1298668"/>
                  </a:lnTo>
                  <a:lnTo>
                    <a:pt x="2191069" y="1298668"/>
                  </a:lnTo>
                  <a:lnTo>
                    <a:pt x="2191069" y="1300760"/>
                  </a:lnTo>
                  <a:lnTo>
                    <a:pt x="2196506" y="1300760"/>
                  </a:lnTo>
                  <a:lnTo>
                    <a:pt x="2196506" y="1302854"/>
                  </a:lnTo>
                  <a:lnTo>
                    <a:pt x="2207380" y="1302854"/>
                  </a:lnTo>
                  <a:lnTo>
                    <a:pt x="2207380" y="1309134"/>
                  </a:lnTo>
                  <a:lnTo>
                    <a:pt x="2212817" y="1309134"/>
                  </a:lnTo>
                  <a:lnTo>
                    <a:pt x="2212817" y="1311227"/>
                  </a:lnTo>
                  <a:lnTo>
                    <a:pt x="2218254" y="1311227"/>
                  </a:lnTo>
                  <a:lnTo>
                    <a:pt x="2218254" y="1313320"/>
                  </a:lnTo>
                  <a:lnTo>
                    <a:pt x="2223690" y="1313320"/>
                  </a:lnTo>
                  <a:lnTo>
                    <a:pt x="2223690" y="1317511"/>
                  </a:lnTo>
                  <a:lnTo>
                    <a:pt x="2229127" y="1317511"/>
                  </a:lnTo>
                  <a:lnTo>
                    <a:pt x="2229127" y="1319608"/>
                  </a:lnTo>
                  <a:lnTo>
                    <a:pt x="2234564" y="1319608"/>
                  </a:lnTo>
                  <a:lnTo>
                    <a:pt x="2234564" y="1321706"/>
                  </a:lnTo>
                  <a:lnTo>
                    <a:pt x="2240001" y="1321706"/>
                  </a:lnTo>
                  <a:lnTo>
                    <a:pt x="2240001" y="1330097"/>
                  </a:lnTo>
                  <a:lnTo>
                    <a:pt x="2245438" y="1330097"/>
                  </a:lnTo>
                  <a:lnTo>
                    <a:pt x="2245438" y="1330097"/>
                  </a:lnTo>
                  <a:lnTo>
                    <a:pt x="2250875" y="1330097"/>
                  </a:lnTo>
                  <a:lnTo>
                    <a:pt x="2250875" y="1332196"/>
                  </a:lnTo>
                  <a:lnTo>
                    <a:pt x="2267186" y="1332196"/>
                  </a:lnTo>
                  <a:lnTo>
                    <a:pt x="2267186" y="1334295"/>
                  </a:lnTo>
                  <a:lnTo>
                    <a:pt x="2272623" y="1334295"/>
                  </a:lnTo>
                  <a:lnTo>
                    <a:pt x="2272623" y="1336395"/>
                  </a:lnTo>
                  <a:lnTo>
                    <a:pt x="2278059" y="1336395"/>
                  </a:lnTo>
                  <a:lnTo>
                    <a:pt x="2278059" y="1338495"/>
                  </a:lnTo>
                  <a:lnTo>
                    <a:pt x="2294370" y="1338495"/>
                  </a:lnTo>
                  <a:lnTo>
                    <a:pt x="2294370" y="1340595"/>
                  </a:lnTo>
                  <a:lnTo>
                    <a:pt x="2310681" y="1340595"/>
                  </a:lnTo>
                  <a:lnTo>
                    <a:pt x="2310681" y="1342695"/>
                  </a:lnTo>
                  <a:lnTo>
                    <a:pt x="2316118" y="1342695"/>
                  </a:lnTo>
                  <a:lnTo>
                    <a:pt x="2316118" y="1344795"/>
                  </a:lnTo>
                  <a:lnTo>
                    <a:pt x="2321555" y="1344795"/>
                  </a:lnTo>
                  <a:lnTo>
                    <a:pt x="2321555" y="1346895"/>
                  </a:lnTo>
                  <a:lnTo>
                    <a:pt x="2326991" y="1346895"/>
                  </a:lnTo>
                  <a:lnTo>
                    <a:pt x="2326991" y="1346895"/>
                  </a:lnTo>
                  <a:lnTo>
                    <a:pt x="2337865" y="1346895"/>
                  </a:lnTo>
                  <a:lnTo>
                    <a:pt x="2337865" y="1348997"/>
                  </a:lnTo>
                  <a:lnTo>
                    <a:pt x="2343302" y="1348997"/>
                  </a:lnTo>
                  <a:lnTo>
                    <a:pt x="2343302" y="1351099"/>
                  </a:lnTo>
                  <a:lnTo>
                    <a:pt x="2348739" y="1351099"/>
                  </a:lnTo>
                  <a:lnTo>
                    <a:pt x="2348739" y="1355303"/>
                  </a:lnTo>
                  <a:lnTo>
                    <a:pt x="2354176" y="1355303"/>
                  </a:lnTo>
                  <a:lnTo>
                    <a:pt x="2354176" y="1357406"/>
                  </a:lnTo>
                  <a:lnTo>
                    <a:pt x="2365050" y="1357406"/>
                  </a:lnTo>
                  <a:lnTo>
                    <a:pt x="2365050" y="1357406"/>
                  </a:lnTo>
                  <a:lnTo>
                    <a:pt x="2370487" y="1357406"/>
                  </a:lnTo>
                  <a:lnTo>
                    <a:pt x="2370487" y="1361612"/>
                  </a:lnTo>
                  <a:lnTo>
                    <a:pt x="2381360" y="1361612"/>
                  </a:lnTo>
                  <a:lnTo>
                    <a:pt x="2381360" y="1365819"/>
                  </a:lnTo>
                  <a:lnTo>
                    <a:pt x="2386797" y="1365819"/>
                  </a:lnTo>
                  <a:lnTo>
                    <a:pt x="2386797" y="1367923"/>
                  </a:lnTo>
                  <a:lnTo>
                    <a:pt x="2397671" y="1367923"/>
                  </a:lnTo>
                  <a:lnTo>
                    <a:pt x="2397671" y="1367923"/>
                  </a:lnTo>
                  <a:lnTo>
                    <a:pt x="2408545" y="1367923"/>
                  </a:lnTo>
                  <a:lnTo>
                    <a:pt x="2408545" y="1370031"/>
                  </a:lnTo>
                  <a:lnTo>
                    <a:pt x="2413982" y="1370031"/>
                  </a:lnTo>
                  <a:lnTo>
                    <a:pt x="2413982" y="1372139"/>
                  </a:lnTo>
                  <a:lnTo>
                    <a:pt x="2424856" y="1372139"/>
                  </a:lnTo>
                  <a:lnTo>
                    <a:pt x="2424856" y="1376357"/>
                  </a:lnTo>
                  <a:lnTo>
                    <a:pt x="2430293" y="1376357"/>
                  </a:lnTo>
                  <a:lnTo>
                    <a:pt x="2430293" y="1378466"/>
                  </a:lnTo>
                  <a:lnTo>
                    <a:pt x="2435729" y="1378466"/>
                  </a:lnTo>
                  <a:lnTo>
                    <a:pt x="2435729" y="1380575"/>
                  </a:lnTo>
                  <a:lnTo>
                    <a:pt x="2446603" y="1380575"/>
                  </a:lnTo>
                  <a:lnTo>
                    <a:pt x="2446603" y="1382685"/>
                  </a:lnTo>
                  <a:lnTo>
                    <a:pt x="2452040" y="1382685"/>
                  </a:lnTo>
                  <a:lnTo>
                    <a:pt x="2452040" y="1384795"/>
                  </a:lnTo>
                  <a:lnTo>
                    <a:pt x="2457477" y="1384795"/>
                  </a:lnTo>
                  <a:lnTo>
                    <a:pt x="2457477" y="1386905"/>
                  </a:lnTo>
                  <a:lnTo>
                    <a:pt x="2462914" y="1386905"/>
                  </a:lnTo>
                  <a:lnTo>
                    <a:pt x="2462914" y="1386905"/>
                  </a:lnTo>
                  <a:lnTo>
                    <a:pt x="2468351" y="1386905"/>
                  </a:lnTo>
                  <a:lnTo>
                    <a:pt x="2468351" y="1389018"/>
                  </a:lnTo>
                  <a:lnTo>
                    <a:pt x="2473788" y="1389018"/>
                  </a:lnTo>
                  <a:lnTo>
                    <a:pt x="2473788" y="1393242"/>
                  </a:lnTo>
                  <a:lnTo>
                    <a:pt x="2484662" y="1393242"/>
                  </a:lnTo>
                  <a:lnTo>
                    <a:pt x="2484662" y="1395356"/>
                  </a:lnTo>
                  <a:lnTo>
                    <a:pt x="2490098" y="1395356"/>
                  </a:lnTo>
                  <a:lnTo>
                    <a:pt x="2490098" y="1397470"/>
                  </a:lnTo>
                  <a:lnTo>
                    <a:pt x="2495535" y="1397470"/>
                  </a:lnTo>
                  <a:lnTo>
                    <a:pt x="2495535" y="1399583"/>
                  </a:lnTo>
                  <a:lnTo>
                    <a:pt x="2511846" y="1399583"/>
                  </a:lnTo>
                  <a:lnTo>
                    <a:pt x="2511846" y="1401697"/>
                  </a:lnTo>
                  <a:lnTo>
                    <a:pt x="2517283" y="1401697"/>
                  </a:lnTo>
                  <a:lnTo>
                    <a:pt x="2517283" y="1401697"/>
                  </a:lnTo>
                  <a:lnTo>
                    <a:pt x="2528157" y="1401697"/>
                  </a:lnTo>
                  <a:lnTo>
                    <a:pt x="2528157" y="1401697"/>
                  </a:lnTo>
                  <a:lnTo>
                    <a:pt x="2539030" y="1401697"/>
                  </a:lnTo>
                  <a:lnTo>
                    <a:pt x="2539030" y="1405931"/>
                  </a:lnTo>
                  <a:lnTo>
                    <a:pt x="2544467" y="1405931"/>
                  </a:lnTo>
                  <a:lnTo>
                    <a:pt x="2544467" y="1410165"/>
                  </a:lnTo>
                  <a:lnTo>
                    <a:pt x="2549904" y="1410165"/>
                  </a:lnTo>
                  <a:lnTo>
                    <a:pt x="2549904" y="1412281"/>
                  </a:lnTo>
                  <a:lnTo>
                    <a:pt x="2560778" y="1412281"/>
                  </a:lnTo>
                  <a:lnTo>
                    <a:pt x="2560778" y="1416520"/>
                  </a:lnTo>
                  <a:lnTo>
                    <a:pt x="2566215" y="1416520"/>
                  </a:lnTo>
                  <a:lnTo>
                    <a:pt x="2566215" y="1422881"/>
                  </a:lnTo>
                  <a:lnTo>
                    <a:pt x="2577089" y="1422881"/>
                  </a:lnTo>
                  <a:lnTo>
                    <a:pt x="2577089" y="1427122"/>
                  </a:lnTo>
                  <a:lnTo>
                    <a:pt x="2587963" y="1427122"/>
                  </a:lnTo>
                  <a:lnTo>
                    <a:pt x="2587963" y="1431363"/>
                  </a:lnTo>
                  <a:lnTo>
                    <a:pt x="2593399" y="1431363"/>
                  </a:lnTo>
                  <a:lnTo>
                    <a:pt x="2593399" y="1433484"/>
                  </a:lnTo>
                  <a:lnTo>
                    <a:pt x="2598836" y="1433484"/>
                  </a:lnTo>
                  <a:lnTo>
                    <a:pt x="2598836" y="1435604"/>
                  </a:lnTo>
                  <a:lnTo>
                    <a:pt x="2604273" y="1435604"/>
                  </a:lnTo>
                  <a:lnTo>
                    <a:pt x="2604273" y="1437725"/>
                  </a:lnTo>
                  <a:lnTo>
                    <a:pt x="2609710" y="1437725"/>
                  </a:lnTo>
                  <a:lnTo>
                    <a:pt x="2609710" y="1439845"/>
                  </a:lnTo>
                  <a:lnTo>
                    <a:pt x="2615147" y="1439845"/>
                  </a:lnTo>
                  <a:lnTo>
                    <a:pt x="2615147" y="1441967"/>
                  </a:lnTo>
                  <a:lnTo>
                    <a:pt x="2620584" y="1441967"/>
                  </a:lnTo>
                  <a:lnTo>
                    <a:pt x="2620584" y="1441967"/>
                  </a:lnTo>
                  <a:lnTo>
                    <a:pt x="2631458" y="1441967"/>
                  </a:lnTo>
                  <a:lnTo>
                    <a:pt x="2631458" y="1444089"/>
                  </a:lnTo>
                  <a:lnTo>
                    <a:pt x="2647768" y="1444089"/>
                  </a:lnTo>
                  <a:lnTo>
                    <a:pt x="2647768" y="1448335"/>
                  </a:lnTo>
                  <a:lnTo>
                    <a:pt x="2653205" y="1448335"/>
                  </a:lnTo>
                  <a:lnTo>
                    <a:pt x="2653205" y="1448335"/>
                  </a:lnTo>
                  <a:lnTo>
                    <a:pt x="2664079" y="1448335"/>
                  </a:lnTo>
                  <a:lnTo>
                    <a:pt x="2664079" y="1450459"/>
                  </a:lnTo>
                  <a:lnTo>
                    <a:pt x="2674953" y="1450459"/>
                  </a:lnTo>
                  <a:lnTo>
                    <a:pt x="2674953" y="1454707"/>
                  </a:lnTo>
                  <a:lnTo>
                    <a:pt x="2685827" y="1454707"/>
                  </a:lnTo>
                  <a:lnTo>
                    <a:pt x="2685827" y="1461082"/>
                  </a:lnTo>
                  <a:lnTo>
                    <a:pt x="2691264" y="1461082"/>
                  </a:lnTo>
                  <a:lnTo>
                    <a:pt x="2691264" y="1469587"/>
                  </a:lnTo>
                  <a:lnTo>
                    <a:pt x="2696701" y="1469587"/>
                  </a:lnTo>
                  <a:lnTo>
                    <a:pt x="2696701" y="1471714"/>
                  </a:lnTo>
                  <a:lnTo>
                    <a:pt x="2702137" y="1471714"/>
                  </a:lnTo>
                  <a:lnTo>
                    <a:pt x="2702137" y="1478100"/>
                  </a:lnTo>
                  <a:lnTo>
                    <a:pt x="2713011" y="1478100"/>
                  </a:lnTo>
                  <a:lnTo>
                    <a:pt x="2713011" y="1482357"/>
                  </a:lnTo>
                  <a:lnTo>
                    <a:pt x="2740196" y="1482357"/>
                  </a:lnTo>
                  <a:lnTo>
                    <a:pt x="2740196" y="1484486"/>
                  </a:lnTo>
                  <a:lnTo>
                    <a:pt x="2745633" y="1484486"/>
                  </a:lnTo>
                  <a:lnTo>
                    <a:pt x="2745633" y="1484486"/>
                  </a:lnTo>
                  <a:lnTo>
                    <a:pt x="2751069" y="1484486"/>
                  </a:lnTo>
                  <a:lnTo>
                    <a:pt x="2751069" y="1490882"/>
                  </a:lnTo>
                  <a:lnTo>
                    <a:pt x="2767380" y="1490882"/>
                  </a:lnTo>
                  <a:lnTo>
                    <a:pt x="2767380" y="1493015"/>
                  </a:lnTo>
                  <a:lnTo>
                    <a:pt x="2772817" y="1493015"/>
                  </a:lnTo>
                  <a:lnTo>
                    <a:pt x="2772817" y="1493015"/>
                  </a:lnTo>
                  <a:lnTo>
                    <a:pt x="2778254" y="1493015"/>
                  </a:lnTo>
                  <a:lnTo>
                    <a:pt x="2778254" y="1495149"/>
                  </a:lnTo>
                  <a:lnTo>
                    <a:pt x="2783691" y="1495149"/>
                  </a:lnTo>
                  <a:lnTo>
                    <a:pt x="2783691" y="1497285"/>
                  </a:lnTo>
                  <a:lnTo>
                    <a:pt x="2800002" y="1497285"/>
                  </a:lnTo>
                  <a:lnTo>
                    <a:pt x="2800002" y="1499422"/>
                  </a:lnTo>
                  <a:lnTo>
                    <a:pt x="2805438" y="1499422"/>
                  </a:lnTo>
                  <a:lnTo>
                    <a:pt x="2805438" y="1501559"/>
                  </a:lnTo>
                  <a:lnTo>
                    <a:pt x="2816312" y="1501559"/>
                  </a:lnTo>
                  <a:lnTo>
                    <a:pt x="2816312" y="1507970"/>
                  </a:lnTo>
                  <a:lnTo>
                    <a:pt x="2821749" y="1507970"/>
                  </a:lnTo>
                  <a:lnTo>
                    <a:pt x="2821749" y="1510110"/>
                  </a:lnTo>
                  <a:lnTo>
                    <a:pt x="2827186" y="1510110"/>
                  </a:lnTo>
                  <a:lnTo>
                    <a:pt x="2827186" y="1510110"/>
                  </a:lnTo>
                  <a:lnTo>
                    <a:pt x="2838060" y="1510110"/>
                  </a:lnTo>
                  <a:lnTo>
                    <a:pt x="2838060" y="1512251"/>
                  </a:lnTo>
                  <a:lnTo>
                    <a:pt x="2854371" y="1512251"/>
                  </a:lnTo>
                  <a:lnTo>
                    <a:pt x="2854371" y="1512251"/>
                  </a:lnTo>
                  <a:lnTo>
                    <a:pt x="2859807" y="1512251"/>
                  </a:lnTo>
                  <a:lnTo>
                    <a:pt x="2859807" y="1512251"/>
                  </a:lnTo>
                  <a:lnTo>
                    <a:pt x="2865244" y="1512251"/>
                  </a:lnTo>
                  <a:lnTo>
                    <a:pt x="2865244" y="1514396"/>
                  </a:lnTo>
                  <a:lnTo>
                    <a:pt x="2870681" y="1514396"/>
                  </a:lnTo>
                  <a:lnTo>
                    <a:pt x="2870681" y="1516540"/>
                  </a:lnTo>
                  <a:lnTo>
                    <a:pt x="2876118" y="1516540"/>
                  </a:lnTo>
                  <a:lnTo>
                    <a:pt x="2876118" y="1522973"/>
                  </a:lnTo>
                  <a:lnTo>
                    <a:pt x="2881555" y="1522973"/>
                  </a:lnTo>
                  <a:lnTo>
                    <a:pt x="2881555" y="1525121"/>
                  </a:lnTo>
                  <a:lnTo>
                    <a:pt x="2886992" y="1525121"/>
                  </a:lnTo>
                  <a:lnTo>
                    <a:pt x="2886992" y="1525121"/>
                  </a:lnTo>
                  <a:lnTo>
                    <a:pt x="2892429" y="1525121"/>
                  </a:lnTo>
                  <a:lnTo>
                    <a:pt x="2892429" y="1529419"/>
                  </a:lnTo>
                  <a:lnTo>
                    <a:pt x="2897866" y="1529419"/>
                  </a:lnTo>
                  <a:lnTo>
                    <a:pt x="2897866" y="1529419"/>
                  </a:lnTo>
                  <a:lnTo>
                    <a:pt x="2903303" y="1529419"/>
                  </a:lnTo>
                  <a:lnTo>
                    <a:pt x="2903303" y="1529419"/>
                  </a:lnTo>
                  <a:lnTo>
                    <a:pt x="2908739" y="1529419"/>
                  </a:lnTo>
                  <a:lnTo>
                    <a:pt x="2908739" y="1533725"/>
                  </a:lnTo>
                  <a:lnTo>
                    <a:pt x="2914176" y="1533725"/>
                  </a:lnTo>
                  <a:lnTo>
                    <a:pt x="2914176" y="1533725"/>
                  </a:lnTo>
                  <a:lnTo>
                    <a:pt x="2925050" y="1533725"/>
                  </a:lnTo>
                  <a:lnTo>
                    <a:pt x="2925050" y="1538035"/>
                  </a:lnTo>
                  <a:lnTo>
                    <a:pt x="2930487" y="1538035"/>
                  </a:lnTo>
                  <a:lnTo>
                    <a:pt x="2930487" y="1540191"/>
                  </a:lnTo>
                  <a:lnTo>
                    <a:pt x="2935924" y="1540191"/>
                  </a:lnTo>
                  <a:lnTo>
                    <a:pt x="2935924" y="1542350"/>
                  </a:lnTo>
                  <a:lnTo>
                    <a:pt x="2941361" y="1542350"/>
                  </a:lnTo>
                  <a:lnTo>
                    <a:pt x="2941361" y="1546673"/>
                  </a:lnTo>
                  <a:lnTo>
                    <a:pt x="2946798" y="1546673"/>
                  </a:lnTo>
                  <a:lnTo>
                    <a:pt x="2946798" y="1555319"/>
                  </a:lnTo>
                  <a:lnTo>
                    <a:pt x="2952235" y="1555319"/>
                  </a:lnTo>
                  <a:lnTo>
                    <a:pt x="2952235" y="1559644"/>
                  </a:lnTo>
                  <a:lnTo>
                    <a:pt x="2963108" y="1559644"/>
                  </a:lnTo>
                  <a:lnTo>
                    <a:pt x="2963108" y="1559644"/>
                  </a:lnTo>
                  <a:lnTo>
                    <a:pt x="2968545" y="1559644"/>
                  </a:lnTo>
                  <a:lnTo>
                    <a:pt x="2968545" y="1559644"/>
                  </a:lnTo>
                  <a:lnTo>
                    <a:pt x="2973982" y="1559644"/>
                  </a:lnTo>
                  <a:lnTo>
                    <a:pt x="2973982" y="1563980"/>
                  </a:lnTo>
                  <a:lnTo>
                    <a:pt x="2979419" y="1563980"/>
                  </a:lnTo>
                  <a:lnTo>
                    <a:pt x="2979419" y="1566148"/>
                  </a:lnTo>
                  <a:lnTo>
                    <a:pt x="2984856" y="1566148"/>
                  </a:lnTo>
                  <a:lnTo>
                    <a:pt x="2984856" y="1566148"/>
                  </a:lnTo>
                  <a:lnTo>
                    <a:pt x="2995730" y="1566148"/>
                  </a:lnTo>
                  <a:lnTo>
                    <a:pt x="2995730" y="1566148"/>
                  </a:lnTo>
                  <a:lnTo>
                    <a:pt x="3012041" y="1566148"/>
                  </a:lnTo>
                  <a:lnTo>
                    <a:pt x="3012041" y="1566148"/>
                  </a:lnTo>
                  <a:lnTo>
                    <a:pt x="3017477" y="1566148"/>
                  </a:lnTo>
                  <a:lnTo>
                    <a:pt x="3017477" y="1566148"/>
                  </a:lnTo>
                  <a:lnTo>
                    <a:pt x="3022914" y="1566148"/>
                  </a:lnTo>
                  <a:lnTo>
                    <a:pt x="3022914" y="1568322"/>
                  </a:lnTo>
                  <a:lnTo>
                    <a:pt x="3028351" y="1568322"/>
                  </a:lnTo>
                  <a:lnTo>
                    <a:pt x="3028351" y="1568322"/>
                  </a:lnTo>
                  <a:lnTo>
                    <a:pt x="3033788" y="1568322"/>
                  </a:lnTo>
                  <a:lnTo>
                    <a:pt x="3033788" y="1570497"/>
                  </a:lnTo>
                  <a:lnTo>
                    <a:pt x="3039225" y="1570497"/>
                  </a:lnTo>
                  <a:lnTo>
                    <a:pt x="3039225" y="1570497"/>
                  </a:lnTo>
                  <a:lnTo>
                    <a:pt x="3044662" y="1570497"/>
                  </a:lnTo>
                  <a:lnTo>
                    <a:pt x="3044662" y="1570497"/>
                  </a:lnTo>
                  <a:lnTo>
                    <a:pt x="3055536" y="1570497"/>
                  </a:lnTo>
                  <a:lnTo>
                    <a:pt x="3055536" y="1572675"/>
                  </a:lnTo>
                  <a:lnTo>
                    <a:pt x="3071846" y="1572675"/>
                  </a:lnTo>
                  <a:lnTo>
                    <a:pt x="3071846" y="1574853"/>
                  </a:lnTo>
                  <a:lnTo>
                    <a:pt x="3077283" y="1574853"/>
                  </a:lnTo>
                  <a:lnTo>
                    <a:pt x="3077283" y="1574853"/>
                  </a:lnTo>
                  <a:lnTo>
                    <a:pt x="3082720" y="1574853"/>
                  </a:lnTo>
                  <a:lnTo>
                    <a:pt x="3082720" y="1577032"/>
                  </a:lnTo>
                  <a:lnTo>
                    <a:pt x="3093594" y="1577032"/>
                  </a:lnTo>
                  <a:lnTo>
                    <a:pt x="3093594" y="1577032"/>
                  </a:lnTo>
                  <a:lnTo>
                    <a:pt x="3104468" y="1577032"/>
                  </a:lnTo>
                  <a:lnTo>
                    <a:pt x="3104468" y="1579215"/>
                  </a:lnTo>
                  <a:lnTo>
                    <a:pt x="3115342" y="1579215"/>
                  </a:lnTo>
                  <a:lnTo>
                    <a:pt x="3115342" y="1581398"/>
                  </a:lnTo>
                  <a:lnTo>
                    <a:pt x="3120778" y="1581398"/>
                  </a:lnTo>
                  <a:lnTo>
                    <a:pt x="3120778" y="1583581"/>
                  </a:lnTo>
                  <a:lnTo>
                    <a:pt x="3126215" y="1583581"/>
                  </a:lnTo>
                  <a:lnTo>
                    <a:pt x="3126215" y="1585767"/>
                  </a:lnTo>
                  <a:lnTo>
                    <a:pt x="3142526" y="1585767"/>
                  </a:lnTo>
                  <a:lnTo>
                    <a:pt x="3142526" y="1585767"/>
                  </a:lnTo>
                  <a:lnTo>
                    <a:pt x="3153400" y="1585767"/>
                  </a:lnTo>
                  <a:lnTo>
                    <a:pt x="3153400" y="1590143"/>
                  </a:lnTo>
                  <a:lnTo>
                    <a:pt x="3164274" y="1590143"/>
                  </a:lnTo>
                  <a:lnTo>
                    <a:pt x="3164274" y="1590143"/>
                  </a:lnTo>
                  <a:lnTo>
                    <a:pt x="3169711" y="1590143"/>
                  </a:lnTo>
                  <a:lnTo>
                    <a:pt x="3169711" y="1594524"/>
                  </a:lnTo>
                  <a:lnTo>
                    <a:pt x="3180584" y="1594524"/>
                  </a:lnTo>
                  <a:lnTo>
                    <a:pt x="3180584" y="1596715"/>
                  </a:lnTo>
                  <a:lnTo>
                    <a:pt x="3191458" y="1596715"/>
                  </a:lnTo>
                  <a:lnTo>
                    <a:pt x="3191458" y="1596715"/>
                  </a:lnTo>
                  <a:lnTo>
                    <a:pt x="3196895" y="1596715"/>
                  </a:lnTo>
                  <a:lnTo>
                    <a:pt x="3196895" y="1598907"/>
                  </a:lnTo>
                  <a:lnTo>
                    <a:pt x="3207769" y="1598907"/>
                  </a:lnTo>
                  <a:lnTo>
                    <a:pt x="3207769" y="1598907"/>
                  </a:lnTo>
                  <a:lnTo>
                    <a:pt x="3218643" y="1598907"/>
                  </a:lnTo>
                  <a:lnTo>
                    <a:pt x="3218643" y="1601107"/>
                  </a:lnTo>
                  <a:lnTo>
                    <a:pt x="3229516" y="1601107"/>
                  </a:lnTo>
                  <a:lnTo>
                    <a:pt x="3229516" y="1603307"/>
                  </a:lnTo>
                  <a:lnTo>
                    <a:pt x="3234953" y="1603307"/>
                  </a:lnTo>
                  <a:lnTo>
                    <a:pt x="3234953" y="1603307"/>
                  </a:lnTo>
                  <a:lnTo>
                    <a:pt x="3240390" y="1603307"/>
                  </a:lnTo>
                  <a:lnTo>
                    <a:pt x="3240390" y="1603307"/>
                  </a:lnTo>
                  <a:lnTo>
                    <a:pt x="3245827" y="1603307"/>
                  </a:lnTo>
                  <a:lnTo>
                    <a:pt x="3245827" y="1607725"/>
                  </a:lnTo>
                  <a:lnTo>
                    <a:pt x="3251264" y="1607725"/>
                  </a:lnTo>
                  <a:lnTo>
                    <a:pt x="3251264" y="1607725"/>
                  </a:lnTo>
                  <a:lnTo>
                    <a:pt x="3256701" y="1607725"/>
                  </a:lnTo>
                  <a:lnTo>
                    <a:pt x="3256701" y="1609937"/>
                  </a:lnTo>
                  <a:lnTo>
                    <a:pt x="3262138" y="1609937"/>
                  </a:lnTo>
                  <a:lnTo>
                    <a:pt x="3262138" y="1609937"/>
                  </a:lnTo>
                  <a:lnTo>
                    <a:pt x="3267575" y="1609937"/>
                  </a:lnTo>
                  <a:lnTo>
                    <a:pt x="3267575" y="1609937"/>
                  </a:lnTo>
                  <a:lnTo>
                    <a:pt x="3273012" y="1609937"/>
                  </a:lnTo>
                  <a:lnTo>
                    <a:pt x="3273012" y="1612151"/>
                  </a:lnTo>
                  <a:lnTo>
                    <a:pt x="3283885" y="1612151"/>
                  </a:lnTo>
                  <a:lnTo>
                    <a:pt x="3283885" y="1612151"/>
                  </a:lnTo>
                  <a:lnTo>
                    <a:pt x="3289322" y="1612151"/>
                  </a:lnTo>
                  <a:lnTo>
                    <a:pt x="3289322" y="1612151"/>
                  </a:lnTo>
                  <a:lnTo>
                    <a:pt x="3294759" y="1612151"/>
                  </a:lnTo>
                  <a:lnTo>
                    <a:pt x="3294759" y="1612151"/>
                  </a:lnTo>
                  <a:lnTo>
                    <a:pt x="3300196" y="1612151"/>
                  </a:lnTo>
                  <a:lnTo>
                    <a:pt x="3300196" y="1612151"/>
                  </a:lnTo>
                  <a:lnTo>
                    <a:pt x="3305633" y="1612151"/>
                  </a:lnTo>
                  <a:lnTo>
                    <a:pt x="3305633" y="1612151"/>
                  </a:lnTo>
                  <a:lnTo>
                    <a:pt x="3311070" y="1612151"/>
                  </a:lnTo>
                  <a:lnTo>
                    <a:pt x="3311070" y="1614379"/>
                  </a:lnTo>
                  <a:lnTo>
                    <a:pt x="3327381" y="1614379"/>
                  </a:lnTo>
                  <a:lnTo>
                    <a:pt x="3327381" y="1616608"/>
                  </a:lnTo>
                  <a:lnTo>
                    <a:pt x="3332817" y="1616608"/>
                  </a:lnTo>
                  <a:lnTo>
                    <a:pt x="3332817" y="1621069"/>
                  </a:lnTo>
                  <a:lnTo>
                    <a:pt x="3338254" y="1621069"/>
                  </a:lnTo>
                  <a:lnTo>
                    <a:pt x="3338254" y="1627760"/>
                  </a:lnTo>
                  <a:lnTo>
                    <a:pt x="3343691" y="1627760"/>
                  </a:lnTo>
                  <a:lnTo>
                    <a:pt x="3343691" y="1627760"/>
                  </a:lnTo>
                  <a:lnTo>
                    <a:pt x="3349128" y="1627760"/>
                  </a:lnTo>
                  <a:lnTo>
                    <a:pt x="3349128" y="1629993"/>
                  </a:lnTo>
                  <a:lnTo>
                    <a:pt x="3360002" y="1629993"/>
                  </a:lnTo>
                  <a:lnTo>
                    <a:pt x="3360002" y="1632230"/>
                  </a:lnTo>
                  <a:lnTo>
                    <a:pt x="3365439" y="1632230"/>
                  </a:lnTo>
                  <a:lnTo>
                    <a:pt x="3365439" y="1634468"/>
                  </a:lnTo>
                  <a:lnTo>
                    <a:pt x="3376313" y="1634468"/>
                  </a:lnTo>
                  <a:lnTo>
                    <a:pt x="3376313" y="1641183"/>
                  </a:lnTo>
                  <a:lnTo>
                    <a:pt x="3381750" y="1641183"/>
                  </a:lnTo>
                  <a:lnTo>
                    <a:pt x="3381750" y="1643423"/>
                  </a:lnTo>
                  <a:lnTo>
                    <a:pt x="3387186" y="1643423"/>
                  </a:lnTo>
                  <a:lnTo>
                    <a:pt x="3387186" y="1643423"/>
                  </a:lnTo>
                  <a:lnTo>
                    <a:pt x="3392623" y="1643423"/>
                  </a:lnTo>
                  <a:lnTo>
                    <a:pt x="3392623" y="1650160"/>
                  </a:lnTo>
                  <a:lnTo>
                    <a:pt x="3398060" y="1650160"/>
                  </a:lnTo>
                  <a:lnTo>
                    <a:pt x="3398060" y="1654653"/>
                  </a:lnTo>
                  <a:lnTo>
                    <a:pt x="3408934" y="1654653"/>
                  </a:lnTo>
                  <a:lnTo>
                    <a:pt x="3408934" y="1659153"/>
                  </a:lnTo>
                  <a:lnTo>
                    <a:pt x="3425245" y="1659153"/>
                  </a:lnTo>
                  <a:lnTo>
                    <a:pt x="3425245" y="1661404"/>
                  </a:lnTo>
                  <a:lnTo>
                    <a:pt x="3430682" y="1661404"/>
                  </a:lnTo>
                  <a:lnTo>
                    <a:pt x="3430682" y="1663656"/>
                  </a:lnTo>
                  <a:lnTo>
                    <a:pt x="3436119" y="1663656"/>
                  </a:lnTo>
                  <a:lnTo>
                    <a:pt x="3436119" y="1665911"/>
                  </a:lnTo>
                  <a:lnTo>
                    <a:pt x="3441555" y="1665911"/>
                  </a:lnTo>
                  <a:lnTo>
                    <a:pt x="3441555" y="1668167"/>
                  </a:lnTo>
                  <a:lnTo>
                    <a:pt x="3446992" y="1668167"/>
                  </a:lnTo>
                  <a:lnTo>
                    <a:pt x="3446992" y="1672677"/>
                  </a:lnTo>
                  <a:lnTo>
                    <a:pt x="3452429" y="1672677"/>
                  </a:lnTo>
                  <a:lnTo>
                    <a:pt x="3452429" y="1672677"/>
                  </a:lnTo>
                  <a:lnTo>
                    <a:pt x="3457866" y="1672677"/>
                  </a:lnTo>
                  <a:lnTo>
                    <a:pt x="3457866" y="1674935"/>
                  </a:lnTo>
                  <a:lnTo>
                    <a:pt x="3463303" y="1674935"/>
                  </a:lnTo>
                  <a:lnTo>
                    <a:pt x="3463303" y="1674935"/>
                  </a:lnTo>
                  <a:lnTo>
                    <a:pt x="3468740" y="1674935"/>
                  </a:lnTo>
                  <a:lnTo>
                    <a:pt x="3468740" y="1677199"/>
                  </a:lnTo>
                  <a:lnTo>
                    <a:pt x="3479614" y="1677199"/>
                  </a:lnTo>
                  <a:lnTo>
                    <a:pt x="3479614" y="1677199"/>
                  </a:lnTo>
                  <a:lnTo>
                    <a:pt x="3485051" y="1677199"/>
                  </a:lnTo>
                  <a:lnTo>
                    <a:pt x="3485051" y="1677199"/>
                  </a:lnTo>
                  <a:lnTo>
                    <a:pt x="3495924" y="1677199"/>
                  </a:lnTo>
                  <a:lnTo>
                    <a:pt x="3495924" y="1679468"/>
                  </a:lnTo>
                  <a:lnTo>
                    <a:pt x="3501361" y="1679468"/>
                  </a:lnTo>
                  <a:lnTo>
                    <a:pt x="3501361" y="1679468"/>
                  </a:lnTo>
                  <a:lnTo>
                    <a:pt x="3512235" y="1679468"/>
                  </a:lnTo>
                  <a:lnTo>
                    <a:pt x="3512235" y="1681742"/>
                  </a:lnTo>
                  <a:lnTo>
                    <a:pt x="3517672" y="1681742"/>
                  </a:lnTo>
                  <a:lnTo>
                    <a:pt x="3517672" y="1681742"/>
                  </a:lnTo>
                  <a:lnTo>
                    <a:pt x="3523109" y="1681742"/>
                  </a:lnTo>
                  <a:lnTo>
                    <a:pt x="3523109" y="1684018"/>
                  </a:lnTo>
                  <a:lnTo>
                    <a:pt x="3528546" y="1684018"/>
                  </a:lnTo>
                  <a:lnTo>
                    <a:pt x="3528546" y="1684018"/>
                  </a:lnTo>
                  <a:lnTo>
                    <a:pt x="3533983" y="1684018"/>
                  </a:lnTo>
                  <a:lnTo>
                    <a:pt x="3533983" y="1684018"/>
                  </a:lnTo>
                  <a:lnTo>
                    <a:pt x="3539420" y="1684018"/>
                  </a:lnTo>
                  <a:lnTo>
                    <a:pt x="3539420" y="1686299"/>
                  </a:lnTo>
                  <a:lnTo>
                    <a:pt x="3544856" y="1686299"/>
                  </a:lnTo>
                  <a:lnTo>
                    <a:pt x="3544856" y="1688584"/>
                  </a:lnTo>
                  <a:lnTo>
                    <a:pt x="3555730" y="1688584"/>
                  </a:lnTo>
                  <a:lnTo>
                    <a:pt x="3555730" y="1690869"/>
                  </a:lnTo>
                  <a:lnTo>
                    <a:pt x="3561167" y="1690869"/>
                  </a:lnTo>
                  <a:lnTo>
                    <a:pt x="3561167" y="1690869"/>
                  </a:lnTo>
                  <a:lnTo>
                    <a:pt x="3566604" y="1690869"/>
                  </a:lnTo>
                  <a:lnTo>
                    <a:pt x="3566604" y="1693157"/>
                  </a:lnTo>
                  <a:lnTo>
                    <a:pt x="3577478" y="1693157"/>
                  </a:lnTo>
                  <a:lnTo>
                    <a:pt x="3577478" y="1693157"/>
                  </a:lnTo>
                  <a:lnTo>
                    <a:pt x="3582915" y="1693157"/>
                  </a:lnTo>
                  <a:lnTo>
                    <a:pt x="3582915" y="1695449"/>
                  </a:lnTo>
                  <a:lnTo>
                    <a:pt x="3588352" y="1695449"/>
                  </a:lnTo>
                  <a:lnTo>
                    <a:pt x="3588352" y="1697742"/>
                  </a:lnTo>
                  <a:lnTo>
                    <a:pt x="3599225" y="1697742"/>
                  </a:lnTo>
                  <a:lnTo>
                    <a:pt x="3599225" y="1697742"/>
                  </a:lnTo>
                  <a:lnTo>
                    <a:pt x="3604662" y="1697742"/>
                  </a:lnTo>
                  <a:lnTo>
                    <a:pt x="3604662" y="1697742"/>
                  </a:lnTo>
                  <a:lnTo>
                    <a:pt x="3610099" y="1697742"/>
                  </a:lnTo>
                  <a:lnTo>
                    <a:pt x="3610099" y="1697742"/>
                  </a:lnTo>
                  <a:lnTo>
                    <a:pt x="3615536" y="1697742"/>
                  </a:lnTo>
                  <a:lnTo>
                    <a:pt x="3615536" y="1697742"/>
                  </a:lnTo>
                  <a:lnTo>
                    <a:pt x="3620973" y="1697742"/>
                  </a:lnTo>
                  <a:lnTo>
                    <a:pt x="3620973" y="1700046"/>
                  </a:lnTo>
                  <a:lnTo>
                    <a:pt x="3631847" y="1700046"/>
                  </a:lnTo>
                  <a:lnTo>
                    <a:pt x="3631847" y="1702352"/>
                  </a:lnTo>
                  <a:lnTo>
                    <a:pt x="3637284" y="1702352"/>
                  </a:lnTo>
                  <a:lnTo>
                    <a:pt x="3637284" y="1704657"/>
                  </a:lnTo>
                  <a:lnTo>
                    <a:pt x="3642721" y="1704657"/>
                  </a:lnTo>
                  <a:lnTo>
                    <a:pt x="3642721" y="1704657"/>
                  </a:lnTo>
                  <a:lnTo>
                    <a:pt x="3648158" y="1704657"/>
                  </a:lnTo>
                  <a:lnTo>
                    <a:pt x="3648158" y="1709271"/>
                  </a:lnTo>
                  <a:lnTo>
                    <a:pt x="3653594" y="1709271"/>
                  </a:lnTo>
                  <a:lnTo>
                    <a:pt x="3653594" y="1711580"/>
                  </a:lnTo>
                  <a:lnTo>
                    <a:pt x="3659031" y="1711580"/>
                  </a:lnTo>
                  <a:lnTo>
                    <a:pt x="3659031" y="1713894"/>
                  </a:lnTo>
                  <a:lnTo>
                    <a:pt x="3664468" y="1713894"/>
                  </a:lnTo>
                  <a:lnTo>
                    <a:pt x="3664468" y="1716210"/>
                  </a:lnTo>
                  <a:lnTo>
                    <a:pt x="3675342" y="1716210"/>
                  </a:lnTo>
                  <a:lnTo>
                    <a:pt x="3675342" y="1718526"/>
                  </a:lnTo>
                  <a:lnTo>
                    <a:pt x="3680779" y="1718526"/>
                  </a:lnTo>
                  <a:lnTo>
                    <a:pt x="3680779" y="1720842"/>
                  </a:lnTo>
                  <a:lnTo>
                    <a:pt x="3686216" y="1720842"/>
                  </a:lnTo>
                  <a:lnTo>
                    <a:pt x="3686216" y="1720842"/>
                  </a:lnTo>
                  <a:lnTo>
                    <a:pt x="3691653" y="1720842"/>
                  </a:lnTo>
                  <a:lnTo>
                    <a:pt x="3691653" y="1723160"/>
                  </a:lnTo>
                  <a:lnTo>
                    <a:pt x="3718837" y="1723160"/>
                  </a:lnTo>
                  <a:lnTo>
                    <a:pt x="3718837" y="1725479"/>
                  </a:lnTo>
                  <a:lnTo>
                    <a:pt x="3724274" y="1725479"/>
                  </a:lnTo>
                  <a:lnTo>
                    <a:pt x="3724274" y="1725479"/>
                  </a:lnTo>
                  <a:lnTo>
                    <a:pt x="3729711" y="1725479"/>
                  </a:lnTo>
                  <a:lnTo>
                    <a:pt x="3729711" y="1727801"/>
                  </a:lnTo>
                  <a:lnTo>
                    <a:pt x="3740585" y="1727801"/>
                  </a:lnTo>
                  <a:lnTo>
                    <a:pt x="3740585" y="1727801"/>
                  </a:lnTo>
                  <a:lnTo>
                    <a:pt x="3751459" y="1727801"/>
                  </a:lnTo>
                  <a:lnTo>
                    <a:pt x="3751459" y="1730130"/>
                  </a:lnTo>
                  <a:lnTo>
                    <a:pt x="3762332" y="1730130"/>
                  </a:lnTo>
                  <a:lnTo>
                    <a:pt x="3762332" y="1732460"/>
                  </a:lnTo>
                  <a:lnTo>
                    <a:pt x="3767769" y="1732460"/>
                  </a:lnTo>
                  <a:lnTo>
                    <a:pt x="3767769" y="1732460"/>
                  </a:lnTo>
                  <a:lnTo>
                    <a:pt x="3773206" y="1732460"/>
                  </a:lnTo>
                  <a:lnTo>
                    <a:pt x="3773206" y="1737128"/>
                  </a:lnTo>
                  <a:lnTo>
                    <a:pt x="3778643" y="1737128"/>
                  </a:lnTo>
                  <a:lnTo>
                    <a:pt x="3778643" y="1739462"/>
                  </a:lnTo>
                  <a:lnTo>
                    <a:pt x="3794954" y="1739462"/>
                  </a:lnTo>
                  <a:lnTo>
                    <a:pt x="3794954" y="1739462"/>
                  </a:lnTo>
                  <a:lnTo>
                    <a:pt x="3805828" y="1739462"/>
                  </a:lnTo>
                  <a:lnTo>
                    <a:pt x="3805828" y="1746483"/>
                  </a:lnTo>
                  <a:lnTo>
                    <a:pt x="3811264" y="1746483"/>
                  </a:lnTo>
                  <a:lnTo>
                    <a:pt x="3811264" y="1746483"/>
                  </a:lnTo>
                  <a:lnTo>
                    <a:pt x="3822138" y="1746483"/>
                  </a:lnTo>
                  <a:lnTo>
                    <a:pt x="3822138" y="1748831"/>
                  </a:lnTo>
                  <a:lnTo>
                    <a:pt x="3827575" y="1748831"/>
                  </a:lnTo>
                  <a:lnTo>
                    <a:pt x="3827575" y="1751181"/>
                  </a:lnTo>
                  <a:lnTo>
                    <a:pt x="3833012" y="1751181"/>
                  </a:lnTo>
                  <a:lnTo>
                    <a:pt x="3833012" y="1751181"/>
                  </a:lnTo>
                  <a:lnTo>
                    <a:pt x="3838449" y="1751181"/>
                  </a:lnTo>
                  <a:lnTo>
                    <a:pt x="3838449" y="1751181"/>
                  </a:lnTo>
                  <a:lnTo>
                    <a:pt x="3843886" y="1751181"/>
                  </a:lnTo>
                  <a:lnTo>
                    <a:pt x="3843886" y="1751181"/>
                  </a:lnTo>
                  <a:lnTo>
                    <a:pt x="3854760" y="1751181"/>
                  </a:lnTo>
                  <a:lnTo>
                    <a:pt x="3854760" y="1753540"/>
                  </a:lnTo>
                  <a:lnTo>
                    <a:pt x="3860197" y="1753540"/>
                  </a:lnTo>
                  <a:lnTo>
                    <a:pt x="3860197" y="1755900"/>
                  </a:lnTo>
                  <a:lnTo>
                    <a:pt x="3865633" y="1755900"/>
                  </a:lnTo>
                  <a:lnTo>
                    <a:pt x="3865633" y="1755900"/>
                  </a:lnTo>
                  <a:lnTo>
                    <a:pt x="3871070" y="1755900"/>
                  </a:lnTo>
                  <a:lnTo>
                    <a:pt x="3871070" y="1755900"/>
                  </a:lnTo>
                  <a:lnTo>
                    <a:pt x="3876507" y="1755900"/>
                  </a:lnTo>
                  <a:lnTo>
                    <a:pt x="3876507" y="1758270"/>
                  </a:lnTo>
                  <a:lnTo>
                    <a:pt x="3881944" y="1758270"/>
                  </a:lnTo>
                  <a:lnTo>
                    <a:pt x="3881944" y="1758270"/>
                  </a:lnTo>
                  <a:lnTo>
                    <a:pt x="3887381" y="1758270"/>
                  </a:lnTo>
                  <a:lnTo>
                    <a:pt x="3887381" y="1758270"/>
                  </a:lnTo>
                  <a:lnTo>
                    <a:pt x="3903692" y="1758270"/>
                  </a:lnTo>
                  <a:lnTo>
                    <a:pt x="3903692" y="1758270"/>
                  </a:lnTo>
                  <a:lnTo>
                    <a:pt x="3909129" y="1758270"/>
                  </a:lnTo>
                  <a:lnTo>
                    <a:pt x="3909129" y="1760652"/>
                  </a:lnTo>
                  <a:lnTo>
                    <a:pt x="3914565" y="1760652"/>
                  </a:lnTo>
                  <a:lnTo>
                    <a:pt x="3914565" y="1763033"/>
                  </a:lnTo>
                  <a:lnTo>
                    <a:pt x="3920002" y="1763033"/>
                  </a:lnTo>
                  <a:lnTo>
                    <a:pt x="3920002" y="1763033"/>
                  </a:lnTo>
                  <a:lnTo>
                    <a:pt x="3925439" y="1763033"/>
                  </a:lnTo>
                  <a:lnTo>
                    <a:pt x="3925439" y="1765419"/>
                  </a:lnTo>
                  <a:lnTo>
                    <a:pt x="3930876" y="1765419"/>
                  </a:lnTo>
                  <a:lnTo>
                    <a:pt x="3930876" y="1765419"/>
                  </a:lnTo>
                  <a:lnTo>
                    <a:pt x="3936313" y="1765419"/>
                  </a:lnTo>
                  <a:lnTo>
                    <a:pt x="3936313" y="1767809"/>
                  </a:lnTo>
                  <a:lnTo>
                    <a:pt x="3941750" y="1767809"/>
                  </a:lnTo>
                  <a:lnTo>
                    <a:pt x="3941750" y="1770200"/>
                  </a:lnTo>
                  <a:lnTo>
                    <a:pt x="3952624" y="1770200"/>
                  </a:lnTo>
                  <a:lnTo>
                    <a:pt x="3952624" y="1772591"/>
                  </a:lnTo>
                  <a:lnTo>
                    <a:pt x="3974371" y="1772591"/>
                  </a:lnTo>
                  <a:lnTo>
                    <a:pt x="3974371" y="1779764"/>
                  </a:lnTo>
                  <a:lnTo>
                    <a:pt x="3990682" y="1779764"/>
                  </a:lnTo>
                  <a:lnTo>
                    <a:pt x="3990682" y="1779764"/>
                  </a:lnTo>
                  <a:lnTo>
                    <a:pt x="3996119" y="1779764"/>
                  </a:lnTo>
                  <a:lnTo>
                    <a:pt x="3996119" y="1779764"/>
                  </a:lnTo>
                  <a:lnTo>
                    <a:pt x="4017867" y="1779764"/>
                  </a:lnTo>
                  <a:lnTo>
                    <a:pt x="4017867" y="1779764"/>
                  </a:lnTo>
                  <a:lnTo>
                    <a:pt x="4023303" y="1779764"/>
                  </a:lnTo>
                  <a:lnTo>
                    <a:pt x="4023303" y="1779764"/>
                  </a:lnTo>
                  <a:lnTo>
                    <a:pt x="4034177" y="1779764"/>
                  </a:lnTo>
                  <a:lnTo>
                    <a:pt x="4034177" y="1782167"/>
                  </a:lnTo>
                  <a:lnTo>
                    <a:pt x="4055925" y="1782167"/>
                  </a:lnTo>
                  <a:lnTo>
                    <a:pt x="4055925" y="1782167"/>
                  </a:lnTo>
                  <a:lnTo>
                    <a:pt x="4066799" y="1782167"/>
                  </a:lnTo>
                  <a:lnTo>
                    <a:pt x="4066799" y="1784576"/>
                  </a:lnTo>
                  <a:lnTo>
                    <a:pt x="4077672" y="1784576"/>
                  </a:lnTo>
                  <a:lnTo>
                    <a:pt x="4077672" y="1789397"/>
                  </a:lnTo>
                  <a:lnTo>
                    <a:pt x="4099420" y="1789397"/>
                  </a:lnTo>
                  <a:lnTo>
                    <a:pt x="4099420" y="1791808"/>
                  </a:lnTo>
                  <a:lnTo>
                    <a:pt x="4104857" y="1791808"/>
                  </a:lnTo>
                  <a:lnTo>
                    <a:pt x="4104857" y="1794218"/>
                  </a:lnTo>
                  <a:lnTo>
                    <a:pt x="4110294" y="1794218"/>
                  </a:lnTo>
                  <a:lnTo>
                    <a:pt x="4110294" y="1794218"/>
                  </a:lnTo>
                  <a:lnTo>
                    <a:pt x="4115731" y="1794218"/>
                  </a:lnTo>
                  <a:lnTo>
                    <a:pt x="4115731" y="1796634"/>
                  </a:lnTo>
                  <a:lnTo>
                    <a:pt x="4126604" y="1796634"/>
                  </a:lnTo>
                  <a:lnTo>
                    <a:pt x="4126604" y="1799049"/>
                  </a:lnTo>
                  <a:lnTo>
                    <a:pt x="4132041" y="1799049"/>
                  </a:lnTo>
                  <a:lnTo>
                    <a:pt x="4132041" y="1801465"/>
                  </a:lnTo>
                  <a:lnTo>
                    <a:pt x="4137478" y="1801465"/>
                  </a:lnTo>
                  <a:lnTo>
                    <a:pt x="4137478" y="1803882"/>
                  </a:lnTo>
                  <a:lnTo>
                    <a:pt x="4142915" y="1803882"/>
                  </a:lnTo>
                  <a:lnTo>
                    <a:pt x="4142915" y="1803882"/>
                  </a:lnTo>
                  <a:lnTo>
                    <a:pt x="4153789" y="1803882"/>
                  </a:lnTo>
                  <a:lnTo>
                    <a:pt x="4153789" y="1803882"/>
                  </a:lnTo>
                  <a:lnTo>
                    <a:pt x="4164663" y="1803882"/>
                  </a:lnTo>
                  <a:lnTo>
                    <a:pt x="4164663" y="1806304"/>
                  </a:lnTo>
                  <a:lnTo>
                    <a:pt x="4170100" y="1806304"/>
                  </a:lnTo>
                  <a:lnTo>
                    <a:pt x="4170100" y="1808726"/>
                  </a:lnTo>
                  <a:lnTo>
                    <a:pt x="4175537" y="1808726"/>
                  </a:lnTo>
                  <a:lnTo>
                    <a:pt x="4175537" y="1808726"/>
                  </a:lnTo>
                  <a:lnTo>
                    <a:pt x="4180973" y="1808726"/>
                  </a:lnTo>
                  <a:lnTo>
                    <a:pt x="4180973" y="1811153"/>
                  </a:lnTo>
                  <a:lnTo>
                    <a:pt x="4186410" y="1811153"/>
                  </a:lnTo>
                  <a:lnTo>
                    <a:pt x="4186410" y="1811153"/>
                  </a:lnTo>
                  <a:lnTo>
                    <a:pt x="4191847" y="1811153"/>
                  </a:lnTo>
                  <a:lnTo>
                    <a:pt x="4191847" y="1813584"/>
                  </a:lnTo>
                  <a:lnTo>
                    <a:pt x="4202721" y="1813584"/>
                  </a:lnTo>
                  <a:lnTo>
                    <a:pt x="4202721" y="1816014"/>
                  </a:lnTo>
                  <a:lnTo>
                    <a:pt x="4208158" y="1816014"/>
                  </a:lnTo>
                  <a:lnTo>
                    <a:pt x="4208158" y="1816014"/>
                  </a:lnTo>
                  <a:lnTo>
                    <a:pt x="4213595" y="1816014"/>
                  </a:lnTo>
                  <a:lnTo>
                    <a:pt x="4213595" y="1820879"/>
                  </a:lnTo>
                  <a:lnTo>
                    <a:pt x="4224469" y="1820879"/>
                  </a:lnTo>
                  <a:lnTo>
                    <a:pt x="4224469" y="1820879"/>
                  </a:lnTo>
                  <a:lnTo>
                    <a:pt x="4229906" y="1820879"/>
                  </a:lnTo>
                  <a:lnTo>
                    <a:pt x="4229906" y="1823315"/>
                  </a:lnTo>
                  <a:lnTo>
                    <a:pt x="4235342" y="1823315"/>
                  </a:lnTo>
                  <a:lnTo>
                    <a:pt x="4235342" y="1825750"/>
                  </a:lnTo>
                  <a:lnTo>
                    <a:pt x="4240779" y="1825750"/>
                  </a:lnTo>
                  <a:lnTo>
                    <a:pt x="4240779" y="1828190"/>
                  </a:lnTo>
                  <a:lnTo>
                    <a:pt x="4257090" y="1828190"/>
                  </a:lnTo>
                  <a:lnTo>
                    <a:pt x="4257090" y="1833071"/>
                  </a:lnTo>
                  <a:lnTo>
                    <a:pt x="4267964" y="1833071"/>
                  </a:lnTo>
                  <a:lnTo>
                    <a:pt x="4267964" y="1837956"/>
                  </a:lnTo>
                  <a:lnTo>
                    <a:pt x="4273401" y="1837956"/>
                  </a:lnTo>
                  <a:lnTo>
                    <a:pt x="4273401" y="1842841"/>
                  </a:lnTo>
                  <a:lnTo>
                    <a:pt x="4278838" y="1842841"/>
                  </a:lnTo>
                  <a:lnTo>
                    <a:pt x="4278838" y="1845286"/>
                  </a:lnTo>
                  <a:lnTo>
                    <a:pt x="4284274" y="1845286"/>
                  </a:lnTo>
                  <a:lnTo>
                    <a:pt x="4284274" y="1845286"/>
                  </a:lnTo>
                  <a:lnTo>
                    <a:pt x="4295148" y="1845286"/>
                  </a:lnTo>
                  <a:lnTo>
                    <a:pt x="4295148" y="1850181"/>
                  </a:lnTo>
                  <a:lnTo>
                    <a:pt x="4300585" y="1850181"/>
                  </a:lnTo>
                  <a:lnTo>
                    <a:pt x="4300585" y="1850181"/>
                  </a:lnTo>
                  <a:lnTo>
                    <a:pt x="4306022" y="1850181"/>
                  </a:lnTo>
                  <a:lnTo>
                    <a:pt x="4306022" y="1852632"/>
                  </a:lnTo>
                  <a:lnTo>
                    <a:pt x="4316896" y="1852632"/>
                  </a:lnTo>
                  <a:lnTo>
                    <a:pt x="4316896" y="1855087"/>
                  </a:lnTo>
                  <a:lnTo>
                    <a:pt x="4322333" y="1855087"/>
                  </a:lnTo>
                  <a:lnTo>
                    <a:pt x="4322333" y="1857544"/>
                  </a:lnTo>
                  <a:lnTo>
                    <a:pt x="4327770" y="1857544"/>
                  </a:lnTo>
                  <a:lnTo>
                    <a:pt x="4327770" y="1857544"/>
                  </a:lnTo>
                  <a:lnTo>
                    <a:pt x="4333207" y="1857544"/>
                  </a:lnTo>
                  <a:lnTo>
                    <a:pt x="4333207" y="1862467"/>
                  </a:lnTo>
                  <a:lnTo>
                    <a:pt x="4338643" y="1862467"/>
                  </a:lnTo>
                  <a:lnTo>
                    <a:pt x="4338643" y="1862467"/>
                  </a:lnTo>
                  <a:lnTo>
                    <a:pt x="4344080" y="1862467"/>
                  </a:lnTo>
                  <a:lnTo>
                    <a:pt x="4344080" y="1864932"/>
                  </a:lnTo>
                  <a:lnTo>
                    <a:pt x="4349517" y="1864932"/>
                  </a:lnTo>
                  <a:lnTo>
                    <a:pt x="4349517" y="1867398"/>
                  </a:lnTo>
                  <a:lnTo>
                    <a:pt x="4354954" y="1867398"/>
                  </a:lnTo>
                  <a:lnTo>
                    <a:pt x="4354954" y="1867398"/>
                  </a:lnTo>
                  <a:lnTo>
                    <a:pt x="4360391" y="1867398"/>
                  </a:lnTo>
                  <a:lnTo>
                    <a:pt x="4360391" y="1867398"/>
                  </a:lnTo>
                  <a:lnTo>
                    <a:pt x="4365828" y="1867398"/>
                  </a:lnTo>
                  <a:lnTo>
                    <a:pt x="4365828" y="1867398"/>
                  </a:lnTo>
                  <a:lnTo>
                    <a:pt x="4371265" y="1867398"/>
                  </a:lnTo>
                  <a:lnTo>
                    <a:pt x="4371265" y="1867398"/>
                  </a:lnTo>
                  <a:lnTo>
                    <a:pt x="4376702" y="1867398"/>
                  </a:lnTo>
                  <a:lnTo>
                    <a:pt x="4376702" y="1867398"/>
                  </a:lnTo>
                  <a:lnTo>
                    <a:pt x="4387576" y="1867398"/>
                  </a:lnTo>
                  <a:lnTo>
                    <a:pt x="4387576" y="1872367"/>
                  </a:lnTo>
                  <a:lnTo>
                    <a:pt x="4398449" y="1872367"/>
                  </a:lnTo>
                  <a:lnTo>
                    <a:pt x="4398449" y="1874852"/>
                  </a:lnTo>
                  <a:lnTo>
                    <a:pt x="4409323" y="1874852"/>
                  </a:lnTo>
                  <a:lnTo>
                    <a:pt x="4409323" y="1874852"/>
                  </a:lnTo>
                  <a:lnTo>
                    <a:pt x="4420197" y="1874852"/>
                  </a:lnTo>
                  <a:lnTo>
                    <a:pt x="4420197" y="1879826"/>
                  </a:lnTo>
                  <a:lnTo>
                    <a:pt x="4425634" y="1879826"/>
                  </a:lnTo>
                  <a:lnTo>
                    <a:pt x="4425634" y="1879826"/>
                  </a:lnTo>
                  <a:lnTo>
                    <a:pt x="4431071" y="1879826"/>
                  </a:lnTo>
                  <a:lnTo>
                    <a:pt x="4431071" y="1882314"/>
                  </a:lnTo>
                  <a:lnTo>
                    <a:pt x="4436508" y="1882314"/>
                  </a:lnTo>
                  <a:lnTo>
                    <a:pt x="4436508" y="1884803"/>
                  </a:lnTo>
                  <a:lnTo>
                    <a:pt x="4447381" y="1884803"/>
                  </a:lnTo>
                  <a:lnTo>
                    <a:pt x="4447381" y="1887291"/>
                  </a:lnTo>
                  <a:lnTo>
                    <a:pt x="4463692" y="1887291"/>
                  </a:lnTo>
                  <a:lnTo>
                    <a:pt x="4463692" y="1887291"/>
                  </a:lnTo>
                  <a:lnTo>
                    <a:pt x="4469129" y="1887291"/>
                  </a:lnTo>
                  <a:lnTo>
                    <a:pt x="4469129" y="1889783"/>
                  </a:lnTo>
                  <a:lnTo>
                    <a:pt x="4474566" y="1889783"/>
                  </a:lnTo>
                  <a:lnTo>
                    <a:pt x="4474566" y="1889783"/>
                  </a:lnTo>
                  <a:lnTo>
                    <a:pt x="4480003" y="1889783"/>
                  </a:lnTo>
                  <a:lnTo>
                    <a:pt x="4480003" y="1892277"/>
                  </a:lnTo>
                  <a:lnTo>
                    <a:pt x="4490877" y="1892277"/>
                  </a:lnTo>
                  <a:lnTo>
                    <a:pt x="4490877" y="1892277"/>
                  </a:lnTo>
                  <a:lnTo>
                    <a:pt x="4496313" y="1892277"/>
                  </a:lnTo>
                  <a:lnTo>
                    <a:pt x="4496313" y="1892277"/>
                  </a:lnTo>
                  <a:lnTo>
                    <a:pt x="4507187" y="1892277"/>
                  </a:lnTo>
                  <a:lnTo>
                    <a:pt x="4507187" y="1894777"/>
                  </a:lnTo>
                  <a:lnTo>
                    <a:pt x="4512624" y="1894777"/>
                  </a:lnTo>
                  <a:lnTo>
                    <a:pt x="4512624" y="1897278"/>
                  </a:lnTo>
                  <a:lnTo>
                    <a:pt x="4518061" y="1897278"/>
                  </a:lnTo>
                  <a:lnTo>
                    <a:pt x="4518061" y="1899781"/>
                  </a:lnTo>
                  <a:lnTo>
                    <a:pt x="4528935" y="1899781"/>
                  </a:lnTo>
                  <a:lnTo>
                    <a:pt x="4528935" y="1902286"/>
                  </a:lnTo>
                  <a:lnTo>
                    <a:pt x="4545246" y="1902286"/>
                  </a:lnTo>
                  <a:lnTo>
                    <a:pt x="4545246" y="1902286"/>
                  </a:lnTo>
                  <a:lnTo>
                    <a:pt x="4556119" y="1902286"/>
                  </a:lnTo>
                  <a:lnTo>
                    <a:pt x="4556119" y="1902286"/>
                  </a:lnTo>
                  <a:lnTo>
                    <a:pt x="4566993" y="1902286"/>
                  </a:lnTo>
                  <a:lnTo>
                    <a:pt x="4566993" y="1904797"/>
                  </a:lnTo>
                  <a:lnTo>
                    <a:pt x="4577867" y="1904797"/>
                  </a:lnTo>
                  <a:lnTo>
                    <a:pt x="4577867" y="1907311"/>
                  </a:lnTo>
                  <a:lnTo>
                    <a:pt x="4583304" y="1907311"/>
                  </a:lnTo>
                  <a:lnTo>
                    <a:pt x="4583304" y="1909825"/>
                  </a:lnTo>
                  <a:lnTo>
                    <a:pt x="4588741" y="1909825"/>
                  </a:lnTo>
                  <a:lnTo>
                    <a:pt x="4588741" y="1912340"/>
                  </a:lnTo>
                  <a:lnTo>
                    <a:pt x="4599615" y="1912340"/>
                  </a:lnTo>
                  <a:lnTo>
                    <a:pt x="4599615" y="1914856"/>
                  </a:lnTo>
                  <a:lnTo>
                    <a:pt x="4605051" y="1914856"/>
                  </a:lnTo>
                  <a:lnTo>
                    <a:pt x="4605051" y="1917374"/>
                  </a:lnTo>
                  <a:lnTo>
                    <a:pt x="4610488" y="1917374"/>
                  </a:lnTo>
                  <a:lnTo>
                    <a:pt x="4610488" y="1917374"/>
                  </a:lnTo>
                  <a:lnTo>
                    <a:pt x="4621362" y="1917374"/>
                  </a:lnTo>
                  <a:lnTo>
                    <a:pt x="4621362" y="1917374"/>
                  </a:lnTo>
                  <a:lnTo>
                    <a:pt x="4626799" y="1917374"/>
                  </a:lnTo>
                  <a:lnTo>
                    <a:pt x="4626799" y="1917374"/>
                  </a:lnTo>
                  <a:lnTo>
                    <a:pt x="4637673" y="1917374"/>
                  </a:lnTo>
                  <a:lnTo>
                    <a:pt x="4637673" y="1917374"/>
                  </a:lnTo>
                  <a:lnTo>
                    <a:pt x="4643110" y="1917374"/>
                  </a:lnTo>
                  <a:lnTo>
                    <a:pt x="4643110" y="1917374"/>
                  </a:lnTo>
                  <a:lnTo>
                    <a:pt x="4681168" y="1917374"/>
                  </a:lnTo>
                  <a:lnTo>
                    <a:pt x="4681168" y="1917374"/>
                  </a:lnTo>
                  <a:lnTo>
                    <a:pt x="4697479" y="1917374"/>
                  </a:lnTo>
                  <a:lnTo>
                    <a:pt x="4697479" y="1919911"/>
                  </a:lnTo>
                  <a:lnTo>
                    <a:pt x="4702916" y="1919911"/>
                  </a:lnTo>
                  <a:lnTo>
                    <a:pt x="4702916" y="1927521"/>
                  </a:lnTo>
                  <a:lnTo>
                    <a:pt x="4713789" y="1927521"/>
                  </a:lnTo>
                  <a:lnTo>
                    <a:pt x="4713789" y="1927521"/>
                  </a:lnTo>
                  <a:lnTo>
                    <a:pt x="4719226" y="1927521"/>
                  </a:lnTo>
                  <a:lnTo>
                    <a:pt x="4719226" y="1930062"/>
                  </a:lnTo>
                  <a:lnTo>
                    <a:pt x="4724663" y="1930062"/>
                  </a:lnTo>
                  <a:lnTo>
                    <a:pt x="4724663" y="1930062"/>
                  </a:lnTo>
                  <a:lnTo>
                    <a:pt x="4735537" y="1930062"/>
                  </a:lnTo>
                  <a:lnTo>
                    <a:pt x="4735537" y="1932609"/>
                  </a:lnTo>
                  <a:lnTo>
                    <a:pt x="4751848" y="1932609"/>
                  </a:lnTo>
                  <a:lnTo>
                    <a:pt x="4751848" y="1935157"/>
                  </a:lnTo>
                  <a:lnTo>
                    <a:pt x="4757285" y="1935157"/>
                  </a:lnTo>
                  <a:lnTo>
                    <a:pt x="4757285" y="1935157"/>
                  </a:lnTo>
                  <a:lnTo>
                    <a:pt x="4762721" y="1935157"/>
                  </a:lnTo>
                  <a:lnTo>
                    <a:pt x="4762721" y="1935157"/>
                  </a:lnTo>
                  <a:lnTo>
                    <a:pt x="4768158" y="1935157"/>
                  </a:lnTo>
                  <a:lnTo>
                    <a:pt x="4768158" y="1935157"/>
                  </a:lnTo>
                  <a:lnTo>
                    <a:pt x="4779032" y="1935157"/>
                  </a:lnTo>
                  <a:lnTo>
                    <a:pt x="4779032" y="1935157"/>
                  </a:lnTo>
                  <a:lnTo>
                    <a:pt x="4784469" y="1935157"/>
                  </a:lnTo>
                  <a:lnTo>
                    <a:pt x="4784469" y="1935157"/>
                  </a:lnTo>
                  <a:lnTo>
                    <a:pt x="4789906" y="1935157"/>
                  </a:lnTo>
                  <a:lnTo>
                    <a:pt x="4789906" y="1935157"/>
                  </a:lnTo>
                  <a:lnTo>
                    <a:pt x="4795343" y="1935157"/>
                  </a:lnTo>
                  <a:lnTo>
                    <a:pt x="4795343" y="1935157"/>
                  </a:lnTo>
                  <a:lnTo>
                    <a:pt x="4800780" y="1935157"/>
                  </a:lnTo>
                  <a:lnTo>
                    <a:pt x="4800780" y="1937727"/>
                  </a:lnTo>
                  <a:lnTo>
                    <a:pt x="4806217" y="1937727"/>
                  </a:lnTo>
                  <a:lnTo>
                    <a:pt x="4806217" y="1940299"/>
                  </a:lnTo>
                  <a:lnTo>
                    <a:pt x="4822527" y="1940299"/>
                  </a:lnTo>
                  <a:lnTo>
                    <a:pt x="4822527" y="1940299"/>
                  </a:lnTo>
                  <a:lnTo>
                    <a:pt x="4827964" y="1940299"/>
                  </a:lnTo>
                  <a:lnTo>
                    <a:pt x="4827964" y="1940299"/>
                  </a:lnTo>
                  <a:lnTo>
                    <a:pt x="4833401" y="1940299"/>
                  </a:lnTo>
                  <a:lnTo>
                    <a:pt x="4833401" y="1940299"/>
                  </a:lnTo>
                  <a:lnTo>
                    <a:pt x="4844275" y="1940299"/>
                  </a:lnTo>
                  <a:lnTo>
                    <a:pt x="4844275" y="1940299"/>
                  </a:lnTo>
                  <a:lnTo>
                    <a:pt x="4849712" y="1940299"/>
                  </a:lnTo>
                  <a:lnTo>
                    <a:pt x="4849712" y="1942882"/>
                  </a:lnTo>
                  <a:lnTo>
                    <a:pt x="4855149" y="1942882"/>
                  </a:lnTo>
                  <a:lnTo>
                    <a:pt x="4855149" y="1945468"/>
                  </a:lnTo>
                  <a:lnTo>
                    <a:pt x="4860586" y="1945468"/>
                  </a:lnTo>
                  <a:lnTo>
                    <a:pt x="4860586" y="1948056"/>
                  </a:lnTo>
                  <a:lnTo>
                    <a:pt x="4866022" y="1948056"/>
                  </a:lnTo>
                  <a:lnTo>
                    <a:pt x="4866022" y="1948056"/>
                  </a:lnTo>
                  <a:lnTo>
                    <a:pt x="4871459" y="1948056"/>
                  </a:lnTo>
                  <a:lnTo>
                    <a:pt x="4871459" y="1948056"/>
                  </a:lnTo>
                  <a:lnTo>
                    <a:pt x="4876896" y="1948056"/>
                  </a:lnTo>
                  <a:lnTo>
                    <a:pt x="4876896" y="1950651"/>
                  </a:lnTo>
                  <a:lnTo>
                    <a:pt x="4887770" y="1950651"/>
                  </a:lnTo>
                  <a:lnTo>
                    <a:pt x="4887770" y="1950651"/>
                  </a:lnTo>
                  <a:lnTo>
                    <a:pt x="4893207" y="1950651"/>
                  </a:lnTo>
                  <a:lnTo>
                    <a:pt x="4893207" y="1950651"/>
                  </a:lnTo>
                  <a:lnTo>
                    <a:pt x="4898644" y="1950651"/>
                  </a:lnTo>
                  <a:lnTo>
                    <a:pt x="4898644" y="1953255"/>
                  </a:lnTo>
                  <a:lnTo>
                    <a:pt x="4909518" y="1953255"/>
                  </a:lnTo>
                  <a:lnTo>
                    <a:pt x="4909518" y="1953255"/>
                  </a:lnTo>
                  <a:lnTo>
                    <a:pt x="4914955" y="1953255"/>
                  </a:lnTo>
                  <a:lnTo>
                    <a:pt x="4914955" y="1953255"/>
                  </a:lnTo>
                  <a:lnTo>
                    <a:pt x="4920391" y="1953255"/>
                  </a:lnTo>
                  <a:lnTo>
                    <a:pt x="4920391" y="1955871"/>
                  </a:lnTo>
                  <a:lnTo>
                    <a:pt x="4931265" y="1955871"/>
                  </a:lnTo>
                  <a:lnTo>
                    <a:pt x="4931265" y="1955871"/>
                  </a:lnTo>
                  <a:lnTo>
                    <a:pt x="4936702" y="1955871"/>
                  </a:lnTo>
                  <a:lnTo>
                    <a:pt x="4936702" y="1961107"/>
                  </a:lnTo>
                  <a:lnTo>
                    <a:pt x="4953013" y="1961107"/>
                  </a:lnTo>
                  <a:lnTo>
                    <a:pt x="4953013" y="1963725"/>
                  </a:lnTo>
                  <a:lnTo>
                    <a:pt x="4963887" y="1963725"/>
                  </a:lnTo>
                  <a:lnTo>
                    <a:pt x="4963887" y="1966347"/>
                  </a:lnTo>
                  <a:lnTo>
                    <a:pt x="4974760" y="1966347"/>
                  </a:lnTo>
                  <a:lnTo>
                    <a:pt x="4974760" y="1966347"/>
                  </a:lnTo>
                  <a:lnTo>
                    <a:pt x="4980197" y="1966347"/>
                  </a:lnTo>
                  <a:lnTo>
                    <a:pt x="4980197" y="1966347"/>
                  </a:lnTo>
                  <a:lnTo>
                    <a:pt x="4985634" y="1966347"/>
                  </a:lnTo>
                  <a:lnTo>
                    <a:pt x="4985634" y="1966347"/>
                  </a:lnTo>
                  <a:lnTo>
                    <a:pt x="5001945" y="1966347"/>
                  </a:lnTo>
                  <a:lnTo>
                    <a:pt x="5001945" y="1968984"/>
                  </a:lnTo>
                  <a:lnTo>
                    <a:pt x="5007382" y="1968984"/>
                  </a:lnTo>
                  <a:lnTo>
                    <a:pt x="5007382" y="1968984"/>
                  </a:lnTo>
                  <a:lnTo>
                    <a:pt x="5012819" y="1968984"/>
                  </a:lnTo>
                  <a:lnTo>
                    <a:pt x="5012819" y="1968984"/>
                  </a:lnTo>
                  <a:lnTo>
                    <a:pt x="5018256" y="1968984"/>
                  </a:lnTo>
                  <a:lnTo>
                    <a:pt x="5018256" y="1971624"/>
                  </a:lnTo>
                  <a:lnTo>
                    <a:pt x="5023693" y="1971624"/>
                  </a:lnTo>
                  <a:lnTo>
                    <a:pt x="5023693" y="1971624"/>
                  </a:lnTo>
                  <a:lnTo>
                    <a:pt x="5034566" y="1971624"/>
                  </a:lnTo>
                  <a:lnTo>
                    <a:pt x="5034566" y="1971624"/>
                  </a:lnTo>
                  <a:lnTo>
                    <a:pt x="5045440" y="1971624"/>
                  </a:lnTo>
                  <a:lnTo>
                    <a:pt x="5045440" y="1971624"/>
                  </a:lnTo>
                  <a:lnTo>
                    <a:pt x="5050877" y="1971624"/>
                  </a:lnTo>
                  <a:lnTo>
                    <a:pt x="5050877" y="1971624"/>
                  </a:lnTo>
                  <a:lnTo>
                    <a:pt x="5056314" y="1971624"/>
                  </a:lnTo>
                  <a:lnTo>
                    <a:pt x="5056314" y="1974276"/>
                  </a:lnTo>
                  <a:lnTo>
                    <a:pt x="5072625" y="1974276"/>
                  </a:lnTo>
                  <a:lnTo>
                    <a:pt x="5072625" y="1976927"/>
                  </a:lnTo>
                  <a:lnTo>
                    <a:pt x="5078061" y="1976927"/>
                  </a:lnTo>
                  <a:lnTo>
                    <a:pt x="5078061" y="1982230"/>
                  </a:lnTo>
                  <a:lnTo>
                    <a:pt x="5083498" y="1982230"/>
                  </a:lnTo>
                  <a:lnTo>
                    <a:pt x="5083498" y="1982230"/>
                  </a:lnTo>
                  <a:lnTo>
                    <a:pt x="5088935" y="1982230"/>
                  </a:lnTo>
                  <a:lnTo>
                    <a:pt x="5088935" y="1984883"/>
                  </a:lnTo>
                  <a:lnTo>
                    <a:pt x="5094372" y="1984883"/>
                  </a:lnTo>
                  <a:lnTo>
                    <a:pt x="5094372" y="1987543"/>
                  </a:lnTo>
                  <a:lnTo>
                    <a:pt x="5099809" y="1987543"/>
                  </a:lnTo>
                  <a:lnTo>
                    <a:pt x="5099809" y="1990207"/>
                  </a:lnTo>
                  <a:lnTo>
                    <a:pt x="5105246" y="1990207"/>
                  </a:lnTo>
                  <a:lnTo>
                    <a:pt x="5105246" y="1995535"/>
                  </a:lnTo>
                  <a:lnTo>
                    <a:pt x="5110683" y="1995535"/>
                  </a:lnTo>
                  <a:lnTo>
                    <a:pt x="5110683" y="1995535"/>
                  </a:lnTo>
                  <a:lnTo>
                    <a:pt x="5116120" y="1995535"/>
                  </a:lnTo>
                  <a:lnTo>
                    <a:pt x="5116120" y="1998204"/>
                  </a:lnTo>
                  <a:lnTo>
                    <a:pt x="5121557" y="1998204"/>
                  </a:lnTo>
                  <a:lnTo>
                    <a:pt x="5121557" y="2000875"/>
                  </a:lnTo>
                  <a:lnTo>
                    <a:pt x="5126994" y="2000875"/>
                  </a:lnTo>
                  <a:lnTo>
                    <a:pt x="5126994" y="2006220"/>
                  </a:lnTo>
                  <a:lnTo>
                    <a:pt x="5132430" y="2006220"/>
                  </a:lnTo>
                  <a:lnTo>
                    <a:pt x="5132430" y="2006220"/>
                  </a:lnTo>
                  <a:lnTo>
                    <a:pt x="5137867" y="2006220"/>
                  </a:lnTo>
                  <a:lnTo>
                    <a:pt x="5137867" y="2006220"/>
                  </a:lnTo>
                  <a:lnTo>
                    <a:pt x="5148741" y="2006220"/>
                  </a:lnTo>
                  <a:lnTo>
                    <a:pt x="5148741" y="2006220"/>
                  </a:lnTo>
                  <a:lnTo>
                    <a:pt x="5154178" y="2006220"/>
                  </a:lnTo>
                  <a:lnTo>
                    <a:pt x="5154178" y="2008906"/>
                  </a:lnTo>
                  <a:lnTo>
                    <a:pt x="5165052" y="2008906"/>
                  </a:lnTo>
                  <a:lnTo>
                    <a:pt x="5165052" y="2008906"/>
                  </a:lnTo>
                  <a:lnTo>
                    <a:pt x="5170489" y="2008906"/>
                  </a:lnTo>
                  <a:lnTo>
                    <a:pt x="5170489" y="2011594"/>
                  </a:lnTo>
                  <a:lnTo>
                    <a:pt x="5175926" y="2011594"/>
                  </a:lnTo>
                  <a:lnTo>
                    <a:pt x="5175926" y="2011594"/>
                  </a:lnTo>
                  <a:lnTo>
                    <a:pt x="5192236" y="2011594"/>
                  </a:lnTo>
                  <a:lnTo>
                    <a:pt x="5192236" y="2011594"/>
                  </a:lnTo>
                  <a:lnTo>
                    <a:pt x="5208547" y="2011594"/>
                  </a:lnTo>
                  <a:lnTo>
                    <a:pt x="5208547" y="2014286"/>
                  </a:lnTo>
                  <a:lnTo>
                    <a:pt x="5213984" y="2014286"/>
                  </a:lnTo>
                  <a:lnTo>
                    <a:pt x="5213984" y="2014286"/>
                  </a:lnTo>
                  <a:lnTo>
                    <a:pt x="5219421" y="2014286"/>
                  </a:lnTo>
                  <a:lnTo>
                    <a:pt x="5219421" y="2014286"/>
                  </a:lnTo>
                  <a:lnTo>
                    <a:pt x="5224858" y="2014286"/>
                  </a:lnTo>
                  <a:lnTo>
                    <a:pt x="5224858" y="2016988"/>
                  </a:lnTo>
                  <a:lnTo>
                    <a:pt x="5235731" y="2016988"/>
                  </a:lnTo>
                  <a:lnTo>
                    <a:pt x="5235731" y="2016988"/>
                  </a:lnTo>
                  <a:lnTo>
                    <a:pt x="5246605" y="2016988"/>
                  </a:lnTo>
                  <a:lnTo>
                    <a:pt x="5246605" y="2019691"/>
                  </a:lnTo>
                  <a:lnTo>
                    <a:pt x="5252042" y="2019691"/>
                  </a:lnTo>
                  <a:lnTo>
                    <a:pt x="5252042" y="2019691"/>
                  </a:lnTo>
                  <a:lnTo>
                    <a:pt x="5279227" y="2019691"/>
                  </a:lnTo>
                  <a:lnTo>
                    <a:pt x="5279227" y="2019691"/>
                  </a:lnTo>
                  <a:lnTo>
                    <a:pt x="5284664" y="2019691"/>
                  </a:lnTo>
                  <a:lnTo>
                    <a:pt x="5284664" y="2019691"/>
                  </a:lnTo>
                  <a:lnTo>
                    <a:pt x="5290100" y="2019691"/>
                  </a:lnTo>
                  <a:lnTo>
                    <a:pt x="5290100" y="2019691"/>
                  </a:lnTo>
                  <a:lnTo>
                    <a:pt x="5306411" y="2019691"/>
                  </a:lnTo>
                  <a:lnTo>
                    <a:pt x="5306411" y="2022413"/>
                  </a:lnTo>
                  <a:lnTo>
                    <a:pt x="5311848" y="2022413"/>
                  </a:lnTo>
                  <a:lnTo>
                    <a:pt x="5311848" y="2022413"/>
                  </a:lnTo>
                  <a:lnTo>
                    <a:pt x="5333596" y="2022413"/>
                  </a:lnTo>
                  <a:lnTo>
                    <a:pt x="5333596" y="2025141"/>
                  </a:lnTo>
                  <a:lnTo>
                    <a:pt x="5344469" y="2025141"/>
                  </a:lnTo>
                  <a:lnTo>
                    <a:pt x="5344469" y="2027869"/>
                  </a:lnTo>
                  <a:lnTo>
                    <a:pt x="5355343" y="2027869"/>
                  </a:lnTo>
                  <a:lnTo>
                    <a:pt x="5355343" y="2027869"/>
                  </a:lnTo>
                  <a:lnTo>
                    <a:pt x="5360780" y="2027869"/>
                  </a:lnTo>
                  <a:lnTo>
                    <a:pt x="5360780" y="2027869"/>
                  </a:lnTo>
                  <a:lnTo>
                    <a:pt x="5371654" y="2027869"/>
                  </a:lnTo>
                  <a:lnTo>
                    <a:pt x="5371654" y="2027869"/>
                  </a:lnTo>
                  <a:lnTo>
                    <a:pt x="5377091" y="2027869"/>
                  </a:lnTo>
                  <a:lnTo>
                    <a:pt x="5377091" y="2027869"/>
                  </a:lnTo>
                  <a:lnTo>
                    <a:pt x="5382528" y="2027869"/>
                  </a:lnTo>
                  <a:lnTo>
                    <a:pt x="5382528" y="2030616"/>
                  </a:lnTo>
                  <a:lnTo>
                    <a:pt x="5387965" y="2030616"/>
                  </a:lnTo>
                  <a:lnTo>
                    <a:pt x="5387965" y="2030616"/>
                  </a:lnTo>
                  <a:lnTo>
                    <a:pt x="5404275" y="2030616"/>
                  </a:lnTo>
                  <a:lnTo>
                    <a:pt x="5404275" y="2033365"/>
                  </a:lnTo>
                  <a:lnTo>
                    <a:pt x="5409712" y="2033365"/>
                  </a:lnTo>
                  <a:lnTo>
                    <a:pt x="5409712" y="2036118"/>
                  </a:lnTo>
                  <a:lnTo>
                    <a:pt x="5415149" y="2036118"/>
                  </a:lnTo>
                  <a:lnTo>
                    <a:pt x="5415149" y="2036118"/>
                  </a:lnTo>
                  <a:lnTo>
                    <a:pt x="5420586" y="2036118"/>
                  </a:lnTo>
                  <a:lnTo>
                    <a:pt x="5420586" y="2036118"/>
                  </a:lnTo>
                  <a:lnTo>
                    <a:pt x="5426023" y="2036118"/>
                  </a:lnTo>
                  <a:lnTo>
                    <a:pt x="5426023" y="2036118"/>
                  </a:lnTo>
                  <a:lnTo>
                    <a:pt x="5431460" y="2036118"/>
                  </a:lnTo>
                  <a:lnTo>
                    <a:pt x="5431460" y="2036118"/>
                  </a:lnTo>
                  <a:lnTo>
                    <a:pt x="5436897" y="2036118"/>
                  </a:lnTo>
                  <a:lnTo>
                    <a:pt x="5436897" y="2036118"/>
                  </a:lnTo>
                  <a:lnTo>
                    <a:pt x="5442334" y="2036118"/>
                  </a:lnTo>
                  <a:lnTo>
                    <a:pt x="5442334" y="2041658"/>
                  </a:lnTo>
                  <a:lnTo>
                    <a:pt x="5464081" y="2041658"/>
                  </a:lnTo>
                  <a:lnTo>
                    <a:pt x="5464081" y="2041658"/>
                  </a:lnTo>
                  <a:lnTo>
                    <a:pt x="5469518" y="2041658"/>
                  </a:lnTo>
                  <a:lnTo>
                    <a:pt x="5469518" y="2044435"/>
                  </a:lnTo>
                  <a:lnTo>
                    <a:pt x="5474955" y="2044435"/>
                  </a:lnTo>
                  <a:lnTo>
                    <a:pt x="5474955" y="2047212"/>
                  </a:lnTo>
                  <a:lnTo>
                    <a:pt x="5485829" y="2047212"/>
                  </a:lnTo>
                  <a:lnTo>
                    <a:pt x="5485829" y="2047212"/>
                  </a:lnTo>
                  <a:lnTo>
                    <a:pt x="5502139" y="2047212"/>
                  </a:lnTo>
                  <a:lnTo>
                    <a:pt x="5502139" y="2047212"/>
                  </a:lnTo>
                  <a:lnTo>
                    <a:pt x="5507576" y="2047212"/>
                  </a:lnTo>
                  <a:lnTo>
                    <a:pt x="5507576" y="2047212"/>
                  </a:lnTo>
                  <a:lnTo>
                    <a:pt x="5518450" y="2047212"/>
                  </a:lnTo>
                  <a:lnTo>
                    <a:pt x="5518450" y="2047212"/>
                  </a:lnTo>
                  <a:lnTo>
                    <a:pt x="5523887" y="2047212"/>
                  </a:lnTo>
                  <a:lnTo>
                    <a:pt x="5523887" y="2050003"/>
                  </a:lnTo>
                  <a:lnTo>
                    <a:pt x="5545635" y="2050003"/>
                  </a:lnTo>
                  <a:lnTo>
                    <a:pt x="5545635" y="2050003"/>
                  </a:lnTo>
                  <a:lnTo>
                    <a:pt x="5556508" y="2050003"/>
                  </a:lnTo>
                  <a:lnTo>
                    <a:pt x="5556508" y="2055595"/>
                  </a:lnTo>
                  <a:lnTo>
                    <a:pt x="5561945" y="2055595"/>
                  </a:lnTo>
                  <a:lnTo>
                    <a:pt x="5561945" y="2055595"/>
                  </a:lnTo>
                  <a:lnTo>
                    <a:pt x="5567382" y="2055595"/>
                  </a:lnTo>
                  <a:lnTo>
                    <a:pt x="5567382" y="2058403"/>
                  </a:lnTo>
                  <a:lnTo>
                    <a:pt x="5572819" y="2058403"/>
                  </a:lnTo>
                  <a:lnTo>
                    <a:pt x="5572819" y="2058403"/>
                  </a:lnTo>
                  <a:lnTo>
                    <a:pt x="5589130" y="2058403"/>
                  </a:lnTo>
                  <a:lnTo>
                    <a:pt x="5589130" y="2058403"/>
                  </a:lnTo>
                  <a:lnTo>
                    <a:pt x="5594567" y="2058403"/>
                  </a:lnTo>
                  <a:lnTo>
                    <a:pt x="5594567" y="2061217"/>
                  </a:lnTo>
                  <a:lnTo>
                    <a:pt x="5600004" y="2061217"/>
                  </a:lnTo>
                  <a:lnTo>
                    <a:pt x="5600004" y="2061217"/>
                  </a:lnTo>
                  <a:lnTo>
                    <a:pt x="5605440" y="2061217"/>
                  </a:lnTo>
                  <a:lnTo>
                    <a:pt x="5605440" y="2061217"/>
                  </a:lnTo>
                  <a:lnTo>
                    <a:pt x="5621751" y="2061217"/>
                  </a:lnTo>
                  <a:lnTo>
                    <a:pt x="5621751" y="2064039"/>
                  </a:lnTo>
                  <a:lnTo>
                    <a:pt x="5627188" y="2064039"/>
                  </a:lnTo>
                  <a:lnTo>
                    <a:pt x="5627188" y="2069685"/>
                  </a:lnTo>
                  <a:lnTo>
                    <a:pt x="5632625" y="2069685"/>
                  </a:lnTo>
                  <a:lnTo>
                    <a:pt x="5632625" y="2069685"/>
                  </a:lnTo>
                  <a:lnTo>
                    <a:pt x="5638062" y="2069685"/>
                  </a:lnTo>
                  <a:lnTo>
                    <a:pt x="5638062" y="2069685"/>
                  </a:lnTo>
                  <a:lnTo>
                    <a:pt x="5648936" y="2069685"/>
                  </a:lnTo>
                  <a:lnTo>
                    <a:pt x="5648936" y="2069685"/>
                  </a:lnTo>
                  <a:lnTo>
                    <a:pt x="5654373" y="2069685"/>
                  </a:lnTo>
                  <a:lnTo>
                    <a:pt x="5654373" y="2072520"/>
                  </a:lnTo>
                  <a:lnTo>
                    <a:pt x="5659809" y="2072520"/>
                  </a:lnTo>
                  <a:lnTo>
                    <a:pt x="5659809" y="2075356"/>
                  </a:lnTo>
                  <a:lnTo>
                    <a:pt x="5665246" y="2075356"/>
                  </a:lnTo>
                  <a:lnTo>
                    <a:pt x="5665246" y="2075356"/>
                  </a:lnTo>
                  <a:lnTo>
                    <a:pt x="5670683" y="2075356"/>
                  </a:lnTo>
                  <a:lnTo>
                    <a:pt x="5670683" y="2078193"/>
                  </a:lnTo>
                  <a:lnTo>
                    <a:pt x="5676120" y="2078193"/>
                  </a:lnTo>
                  <a:lnTo>
                    <a:pt x="5676120" y="2078193"/>
                  </a:lnTo>
                  <a:lnTo>
                    <a:pt x="5681557" y="2078193"/>
                  </a:lnTo>
                  <a:lnTo>
                    <a:pt x="5681557" y="2078193"/>
                  </a:lnTo>
                  <a:lnTo>
                    <a:pt x="5692431" y="2078193"/>
                  </a:lnTo>
                  <a:lnTo>
                    <a:pt x="5692431" y="2078193"/>
                  </a:lnTo>
                  <a:lnTo>
                    <a:pt x="5697868" y="2078193"/>
                  </a:lnTo>
                  <a:lnTo>
                    <a:pt x="5697868" y="2078193"/>
                  </a:lnTo>
                  <a:lnTo>
                    <a:pt x="5703305" y="2078193"/>
                  </a:lnTo>
                  <a:lnTo>
                    <a:pt x="5703305" y="2078193"/>
                  </a:lnTo>
                  <a:lnTo>
                    <a:pt x="5708742" y="2078193"/>
                  </a:lnTo>
                  <a:lnTo>
                    <a:pt x="5708742" y="2078193"/>
                  </a:lnTo>
                  <a:lnTo>
                    <a:pt x="5714178" y="2078193"/>
                  </a:lnTo>
                  <a:lnTo>
                    <a:pt x="5714178" y="2081059"/>
                  </a:lnTo>
                  <a:lnTo>
                    <a:pt x="5719615" y="2081059"/>
                  </a:lnTo>
                  <a:lnTo>
                    <a:pt x="5719615" y="2081059"/>
                  </a:lnTo>
                  <a:lnTo>
                    <a:pt x="5735926" y="2081059"/>
                  </a:lnTo>
                  <a:lnTo>
                    <a:pt x="5735926" y="2081059"/>
                  </a:lnTo>
                  <a:lnTo>
                    <a:pt x="5741363" y="2081059"/>
                  </a:lnTo>
                  <a:lnTo>
                    <a:pt x="5741363" y="2083930"/>
                  </a:lnTo>
                  <a:lnTo>
                    <a:pt x="5752237" y="2083930"/>
                  </a:lnTo>
                  <a:lnTo>
                    <a:pt x="5752237" y="2086803"/>
                  </a:lnTo>
                  <a:lnTo>
                    <a:pt x="5763111" y="2086803"/>
                  </a:lnTo>
                  <a:lnTo>
                    <a:pt x="5763111" y="2086803"/>
                  </a:lnTo>
                  <a:lnTo>
                    <a:pt x="5773984" y="2086803"/>
                  </a:lnTo>
                  <a:lnTo>
                    <a:pt x="5773984" y="2086803"/>
                  </a:lnTo>
                  <a:lnTo>
                    <a:pt x="5784858" y="2086803"/>
                  </a:lnTo>
                  <a:lnTo>
                    <a:pt x="5784858" y="2086803"/>
                  </a:lnTo>
                  <a:lnTo>
                    <a:pt x="5817479" y="2086803"/>
                  </a:lnTo>
                  <a:lnTo>
                    <a:pt x="5817479" y="2089692"/>
                  </a:lnTo>
                  <a:lnTo>
                    <a:pt x="5822916" y="2089692"/>
                  </a:lnTo>
                  <a:lnTo>
                    <a:pt x="5822916" y="2092588"/>
                  </a:lnTo>
                  <a:lnTo>
                    <a:pt x="5828353" y="2092588"/>
                  </a:lnTo>
                  <a:lnTo>
                    <a:pt x="5828353" y="2092588"/>
                  </a:lnTo>
                  <a:lnTo>
                    <a:pt x="5844664" y="2092588"/>
                  </a:lnTo>
                  <a:lnTo>
                    <a:pt x="5844664" y="2092588"/>
                  </a:lnTo>
                  <a:lnTo>
                    <a:pt x="5860975" y="2092588"/>
                  </a:lnTo>
                  <a:lnTo>
                    <a:pt x="5860975" y="2092588"/>
                  </a:lnTo>
                  <a:lnTo>
                    <a:pt x="5866412" y="2092588"/>
                  </a:lnTo>
                  <a:lnTo>
                    <a:pt x="5866412" y="2092588"/>
                  </a:lnTo>
                  <a:lnTo>
                    <a:pt x="5882722" y="2092588"/>
                  </a:lnTo>
                  <a:lnTo>
                    <a:pt x="5882722" y="2092588"/>
                  </a:lnTo>
                  <a:lnTo>
                    <a:pt x="5888159" y="2092588"/>
                  </a:lnTo>
                  <a:lnTo>
                    <a:pt x="5888159" y="2092588"/>
                  </a:lnTo>
                  <a:lnTo>
                    <a:pt x="5893596" y="2092588"/>
                  </a:lnTo>
                  <a:lnTo>
                    <a:pt x="5893596" y="2092588"/>
                  </a:lnTo>
                  <a:lnTo>
                    <a:pt x="5899033" y="2092588"/>
                  </a:lnTo>
                  <a:lnTo>
                    <a:pt x="5899033" y="2095514"/>
                  </a:lnTo>
                  <a:lnTo>
                    <a:pt x="5909907" y="2095514"/>
                  </a:lnTo>
                  <a:lnTo>
                    <a:pt x="5909907" y="2098445"/>
                  </a:lnTo>
                  <a:lnTo>
                    <a:pt x="5915344" y="2098445"/>
                  </a:lnTo>
                  <a:lnTo>
                    <a:pt x="5915344" y="2101378"/>
                  </a:lnTo>
                  <a:lnTo>
                    <a:pt x="5920781" y="2101378"/>
                  </a:lnTo>
                  <a:lnTo>
                    <a:pt x="5920781" y="2101378"/>
                  </a:lnTo>
                  <a:lnTo>
                    <a:pt x="5931654" y="2101378"/>
                  </a:lnTo>
                  <a:lnTo>
                    <a:pt x="5931654" y="2104315"/>
                  </a:lnTo>
                  <a:lnTo>
                    <a:pt x="5937091" y="2104315"/>
                  </a:lnTo>
                  <a:lnTo>
                    <a:pt x="5937091" y="2107254"/>
                  </a:lnTo>
                  <a:lnTo>
                    <a:pt x="5942528" y="2107254"/>
                  </a:lnTo>
                  <a:lnTo>
                    <a:pt x="5942528" y="2110195"/>
                  </a:lnTo>
                  <a:lnTo>
                    <a:pt x="5969713" y="2110195"/>
                  </a:lnTo>
                  <a:lnTo>
                    <a:pt x="5969713" y="2110195"/>
                  </a:lnTo>
                  <a:lnTo>
                    <a:pt x="5975150" y="2110195"/>
                  </a:lnTo>
                  <a:lnTo>
                    <a:pt x="5975150" y="2113143"/>
                  </a:lnTo>
                  <a:lnTo>
                    <a:pt x="5980586" y="2113143"/>
                  </a:lnTo>
                  <a:lnTo>
                    <a:pt x="5980586" y="2121992"/>
                  </a:lnTo>
                  <a:lnTo>
                    <a:pt x="5986023" y="2121992"/>
                  </a:lnTo>
                  <a:lnTo>
                    <a:pt x="5986023" y="2121992"/>
                  </a:lnTo>
                  <a:lnTo>
                    <a:pt x="5991460" y="2121992"/>
                  </a:lnTo>
                  <a:lnTo>
                    <a:pt x="5991460" y="2124945"/>
                  </a:lnTo>
                  <a:lnTo>
                    <a:pt x="5996897" y="2124945"/>
                  </a:lnTo>
                  <a:lnTo>
                    <a:pt x="5996897" y="2127898"/>
                  </a:lnTo>
                  <a:lnTo>
                    <a:pt x="6002334" y="2127898"/>
                  </a:lnTo>
                  <a:lnTo>
                    <a:pt x="6002334" y="2130850"/>
                  </a:lnTo>
                  <a:lnTo>
                    <a:pt x="6013208" y="2130850"/>
                  </a:lnTo>
                  <a:lnTo>
                    <a:pt x="6013208" y="2130850"/>
                  </a:lnTo>
                  <a:lnTo>
                    <a:pt x="6029518" y="2130850"/>
                  </a:lnTo>
                  <a:lnTo>
                    <a:pt x="6029518" y="2133809"/>
                  </a:lnTo>
                  <a:lnTo>
                    <a:pt x="6034955" y="2133809"/>
                  </a:lnTo>
                  <a:lnTo>
                    <a:pt x="6034955" y="2133809"/>
                  </a:lnTo>
                  <a:lnTo>
                    <a:pt x="6040392" y="2133809"/>
                  </a:lnTo>
                  <a:lnTo>
                    <a:pt x="6040392" y="2133809"/>
                  </a:lnTo>
                  <a:lnTo>
                    <a:pt x="6051266" y="2133809"/>
                  </a:lnTo>
                  <a:lnTo>
                    <a:pt x="6051266" y="2136775"/>
                  </a:lnTo>
                  <a:lnTo>
                    <a:pt x="6062140" y="2136775"/>
                  </a:lnTo>
                  <a:lnTo>
                    <a:pt x="6062140" y="2139747"/>
                  </a:lnTo>
                  <a:lnTo>
                    <a:pt x="6073014" y="2139747"/>
                  </a:lnTo>
                  <a:lnTo>
                    <a:pt x="6073014" y="2142719"/>
                  </a:lnTo>
                  <a:lnTo>
                    <a:pt x="6078451" y="2142719"/>
                  </a:lnTo>
                  <a:lnTo>
                    <a:pt x="6078451" y="2145691"/>
                  </a:lnTo>
                  <a:lnTo>
                    <a:pt x="6083887" y="2145691"/>
                  </a:lnTo>
                  <a:lnTo>
                    <a:pt x="6083887" y="2148666"/>
                  </a:lnTo>
                  <a:lnTo>
                    <a:pt x="6089324" y="2148666"/>
                  </a:lnTo>
                  <a:lnTo>
                    <a:pt x="6089324" y="2151644"/>
                  </a:lnTo>
                  <a:lnTo>
                    <a:pt x="6094761" y="2151644"/>
                  </a:lnTo>
                  <a:lnTo>
                    <a:pt x="6094761" y="2154627"/>
                  </a:lnTo>
                  <a:lnTo>
                    <a:pt x="6100198" y="2154627"/>
                  </a:lnTo>
                  <a:lnTo>
                    <a:pt x="6100198" y="2160599"/>
                  </a:lnTo>
                  <a:lnTo>
                    <a:pt x="6105635" y="2160599"/>
                  </a:lnTo>
                  <a:lnTo>
                    <a:pt x="6105635" y="2160599"/>
                  </a:lnTo>
                  <a:lnTo>
                    <a:pt x="6111072" y="2160599"/>
                  </a:lnTo>
                  <a:lnTo>
                    <a:pt x="6111072" y="2160599"/>
                  </a:lnTo>
                  <a:lnTo>
                    <a:pt x="6116509" y="2160599"/>
                  </a:lnTo>
                  <a:lnTo>
                    <a:pt x="6116509" y="2163594"/>
                  </a:lnTo>
                  <a:lnTo>
                    <a:pt x="6121946" y="2163594"/>
                  </a:lnTo>
                  <a:lnTo>
                    <a:pt x="6121946" y="2166592"/>
                  </a:lnTo>
                  <a:lnTo>
                    <a:pt x="6127383" y="2166592"/>
                  </a:lnTo>
                  <a:lnTo>
                    <a:pt x="6127383" y="2166592"/>
                  </a:lnTo>
                  <a:lnTo>
                    <a:pt x="6132820" y="2166592"/>
                  </a:lnTo>
                  <a:lnTo>
                    <a:pt x="6132820" y="2166592"/>
                  </a:lnTo>
                  <a:lnTo>
                    <a:pt x="6138256" y="2166592"/>
                  </a:lnTo>
                  <a:lnTo>
                    <a:pt x="6138256" y="2169601"/>
                  </a:lnTo>
                  <a:lnTo>
                    <a:pt x="6143693" y="2169601"/>
                  </a:lnTo>
                  <a:lnTo>
                    <a:pt x="6143693" y="2169601"/>
                  </a:lnTo>
                  <a:lnTo>
                    <a:pt x="6149130" y="2169601"/>
                  </a:lnTo>
                  <a:lnTo>
                    <a:pt x="6149130" y="2169601"/>
                  </a:lnTo>
                  <a:lnTo>
                    <a:pt x="6160004" y="2169601"/>
                  </a:lnTo>
                  <a:lnTo>
                    <a:pt x="6160004" y="2169601"/>
                  </a:lnTo>
                  <a:lnTo>
                    <a:pt x="6170878" y="2169601"/>
                  </a:lnTo>
                  <a:lnTo>
                    <a:pt x="6170878" y="2169601"/>
                  </a:lnTo>
                  <a:lnTo>
                    <a:pt x="6176315" y="2169601"/>
                  </a:lnTo>
                  <a:lnTo>
                    <a:pt x="6176315" y="2172627"/>
                  </a:lnTo>
                  <a:lnTo>
                    <a:pt x="6181752" y="2172627"/>
                  </a:lnTo>
                  <a:lnTo>
                    <a:pt x="6181752" y="2172627"/>
                  </a:lnTo>
                  <a:lnTo>
                    <a:pt x="6187188" y="2172627"/>
                  </a:lnTo>
                  <a:lnTo>
                    <a:pt x="6187188" y="2172627"/>
                  </a:lnTo>
                  <a:lnTo>
                    <a:pt x="6192625" y="2172627"/>
                  </a:lnTo>
                  <a:lnTo>
                    <a:pt x="6192625" y="2172627"/>
                  </a:lnTo>
                  <a:lnTo>
                    <a:pt x="6219810" y="2172627"/>
                  </a:lnTo>
                  <a:lnTo>
                    <a:pt x="6219810" y="2172627"/>
                  </a:lnTo>
                  <a:lnTo>
                    <a:pt x="6225247" y="2172627"/>
                  </a:lnTo>
                  <a:lnTo>
                    <a:pt x="6225247" y="2175669"/>
                  </a:lnTo>
                  <a:lnTo>
                    <a:pt x="6230684" y="2175669"/>
                  </a:lnTo>
                  <a:lnTo>
                    <a:pt x="6230684" y="2175669"/>
                  </a:lnTo>
                  <a:lnTo>
                    <a:pt x="6236121" y="2175669"/>
                  </a:lnTo>
                  <a:lnTo>
                    <a:pt x="6236121" y="2175669"/>
                  </a:lnTo>
                  <a:lnTo>
                    <a:pt x="6241557" y="2175669"/>
                  </a:lnTo>
                  <a:lnTo>
                    <a:pt x="6241557" y="2175669"/>
                  </a:lnTo>
                  <a:lnTo>
                    <a:pt x="6246994" y="2175669"/>
                  </a:lnTo>
                  <a:lnTo>
                    <a:pt x="6246994" y="2178725"/>
                  </a:lnTo>
                  <a:lnTo>
                    <a:pt x="6252431" y="2178725"/>
                  </a:lnTo>
                  <a:lnTo>
                    <a:pt x="6252431" y="2178725"/>
                  </a:lnTo>
                  <a:lnTo>
                    <a:pt x="6263305" y="2178725"/>
                  </a:lnTo>
                  <a:lnTo>
                    <a:pt x="6263305" y="2178725"/>
                  </a:lnTo>
                  <a:lnTo>
                    <a:pt x="6274179" y="2178725"/>
                  </a:lnTo>
                  <a:lnTo>
                    <a:pt x="6274179" y="2178725"/>
                  </a:lnTo>
                  <a:lnTo>
                    <a:pt x="6285053" y="2178725"/>
                  </a:lnTo>
                  <a:lnTo>
                    <a:pt x="6285053" y="2178725"/>
                  </a:lnTo>
                  <a:lnTo>
                    <a:pt x="6290490" y="2178725"/>
                  </a:lnTo>
                  <a:lnTo>
                    <a:pt x="6290490" y="2178725"/>
                  </a:lnTo>
                  <a:lnTo>
                    <a:pt x="6295926" y="2178725"/>
                  </a:lnTo>
                  <a:lnTo>
                    <a:pt x="6295926" y="2178725"/>
                  </a:lnTo>
                  <a:lnTo>
                    <a:pt x="6312237" y="2178725"/>
                  </a:lnTo>
                  <a:lnTo>
                    <a:pt x="6312237" y="2178725"/>
                  </a:lnTo>
                  <a:lnTo>
                    <a:pt x="6333985" y="2178725"/>
                  </a:lnTo>
                  <a:lnTo>
                    <a:pt x="6333985" y="2178725"/>
                  </a:lnTo>
                  <a:lnTo>
                    <a:pt x="6355732" y="2178725"/>
                  </a:lnTo>
                  <a:lnTo>
                    <a:pt x="6355732" y="2181805"/>
                  </a:lnTo>
                  <a:lnTo>
                    <a:pt x="6372043" y="2181805"/>
                  </a:lnTo>
                  <a:lnTo>
                    <a:pt x="6372043" y="2181805"/>
                  </a:lnTo>
                  <a:lnTo>
                    <a:pt x="6377480" y="2181805"/>
                  </a:lnTo>
                  <a:lnTo>
                    <a:pt x="6377480" y="2184891"/>
                  </a:lnTo>
                  <a:lnTo>
                    <a:pt x="6382917" y="2184891"/>
                  </a:lnTo>
                  <a:lnTo>
                    <a:pt x="6382917" y="2187978"/>
                  </a:lnTo>
                  <a:lnTo>
                    <a:pt x="6388354" y="2187978"/>
                  </a:lnTo>
                  <a:lnTo>
                    <a:pt x="6388354" y="2187978"/>
                  </a:lnTo>
                  <a:lnTo>
                    <a:pt x="6399227" y="2187978"/>
                  </a:lnTo>
                  <a:lnTo>
                    <a:pt x="6399227" y="2187978"/>
                  </a:lnTo>
                  <a:lnTo>
                    <a:pt x="6404664" y="2187978"/>
                  </a:lnTo>
                  <a:lnTo>
                    <a:pt x="6404664" y="2191070"/>
                  </a:lnTo>
                  <a:lnTo>
                    <a:pt x="6415538" y="2191070"/>
                  </a:lnTo>
                  <a:lnTo>
                    <a:pt x="6415538" y="2191070"/>
                  </a:lnTo>
                  <a:lnTo>
                    <a:pt x="6437286" y="2191070"/>
                  </a:lnTo>
                  <a:lnTo>
                    <a:pt x="6437286" y="2194166"/>
                  </a:lnTo>
                  <a:lnTo>
                    <a:pt x="6453596" y="2194166"/>
                  </a:lnTo>
                  <a:lnTo>
                    <a:pt x="6453596" y="2194166"/>
                  </a:lnTo>
                  <a:lnTo>
                    <a:pt x="6469907" y="2194166"/>
                  </a:lnTo>
                  <a:lnTo>
                    <a:pt x="6469907" y="2194166"/>
                  </a:lnTo>
                  <a:lnTo>
                    <a:pt x="6491655" y="2194166"/>
                  </a:lnTo>
                  <a:lnTo>
                    <a:pt x="6491655" y="2194166"/>
                  </a:lnTo>
                  <a:lnTo>
                    <a:pt x="6502529" y="2194166"/>
                  </a:lnTo>
                  <a:lnTo>
                    <a:pt x="6502529" y="2200394"/>
                  </a:lnTo>
                  <a:lnTo>
                    <a:pt x="6507965" y="2200394"/>
                  </a:lnTo>
                  <a:lnTo>
                    <a:pt x="6507965" y="2200394"/>
                  </a:lnTo>
                  <a:lnTo>
                    <a:pt x="6518839" y="2200394"/>
                  </a:lnTo>
                  <a:lnTo>
                    <a:pt x="6518839" y="2200394"/>
                  </a:lnTo>
                  <a:lnTo>
                    <a:pt x="6524276" y="2200394"/>
                  </a:lnTo>
                  <a:lnTo>
                    <a:pt x="6524276" y="2203518"/>
                  </a:lnTo>
                  <a:lnTo>
                    <a:pt x="6546024" y="2203518"/>
                  </a:lnTo>
                  <a:lnTo>
                    <a:pt x="6546024" y="2203518"/>
                  </a:lnTo>
                  <a:lnTo>
                    <a:pt x="6551461" y="2203518"/>
                  </a:lnTo>
                  <a:lnTo>
                    <a:pt x="6551461" y="2206648"/>
                  </a:lnTo>
                  <a:lnTo>
                    <a:pt x="6562334" y="2206648"/>
                  </a:lnTo>
                  <a:lnTo>
                    <a:pt x="6562334" y="2209778"/>
                  </a:lnTo>
                  <a:lnTo>
                    <a:pt x="6573208" y="2209778"/>
                  </a:lnTo>
                  <a:lnTo>
                    <a:pt x="6573208" y="2209778"/>
                  </a:lnTo>
                  <a:lnTo>
                    <a:pt x="6578645" y="2209778"/>
                  </a:lnTo>
                  <a:lnTo>
                    <a:pt x="6578645" y="2212911"/>
                  </a:lnTo>
                  <a:lnTo>
                    <a:pt x="6584082" y="2212911"/>
                  </a:lnTo>
                  <a:lnTo>
                    <a:pt x="6584082" y="2212911"/>
                  </a:lnTo>
                  <a:lnTo>
                    <a:pt x="6589519" y="2212911"/>
                  </a:lnTo>
                  <a:lnTo>
                    <a:pt x="6589519" y="2216054"/>
                  </a:lnTo>
                  <a:lnTo>
                    <a:pt x="6611266" y="2216054"/>
                  </a:lnTo>
                  <a:lnTo>
                    <a:pt x="6611266" y="2216054"/>
                  </a:lnTo>
                  <a:lnTo>
                    <a:pt x="6616703" y="2216054"/>
                  </a:lnTo>
                  <a:lnTo>
                    <a:pt x="6616703" y="2216054"/>
                  </a:lnTo>
                  <a:lnTo>
                    <a:pt x="6660199" y="2216054"/>
                  </a:lnTo>
                  <a:lnTo>
                    <a:pt x="6660199" y="2216054"/>
                  </a:lnTo>
                  <a:lnTo>
                    <a:pt x="6681946" y="2216054"/>
                  </a:lnTo>
                  <a:lnTo>
                    <a:pt x="6681946" y="2216054"/>
                  </a:lnTo>
                  <a:lnTo>
                    <a:pt x="6692820" y="2216054"/>
                  </a:lnTo>
                  <a:lnTo>
                    <a:pt x="6692820" y="2219209"/>
                  </a:lnTo>
                  <a:lnTo>
                    <a:pt x="6698257" y="2219209"/>
                  </a:lnTo>
                  <a:lnTo>
                    <a:pt x="6698257" y="2219209"/>
                  </a:lnTo>
                  <a:lnTo>
                    <a:pt x="6709131" y="2219209"/>
                  </a:lnTo>
                  <a:lnTo>
                    <a:pt x="6709131" y="2219209"/>
                  </a:lnTo>
                  <a:lnTo>
                    <a:pt x="6720004" y="2219209"/>
                  </a:lnTo>
                  <a:lnTo>
                    <a:pt x="6720004" y="2222371"/>
                  </a:lnTo>
                  <a:lnTo>
                    <a:pt x="6725441" y="2222371"/>
                  </a:lnTo>
                  <a:lnTo>
                    <a:pt x="6725441" y="2225534"/>
                  </a:lnTo>
                  <a:lnTo>
                    <a:pt x="6730878" y="2225534"/>
                  </a:lnTo>
                  <a:lnTo>
                    <a:pt x="6730878" y="2225534"/>
                  </a:lnTo>
                  <a:lnTo>
                    <a:pt x="6736315" y="2225534"/>
                  </a:lnTo>
                  <a:lnTo>
                    <a:pt x="6736315" y="2228702"/>
                  </a:lnTo>
                  <a:lnTo>
                    <a:pt x="6741752" y="2228702"/>
                  </a:lnTo>
                  <a:lnTo>
                    <a:pt x="6741752" y="2228702"/>
                  </a:lnTo>
                  <a:lnTo>
                    <a:pt x="6747189" y="2228702"/>
                  </a:lnTo>
                  <a:lnTo>
                    <a:pt x="6747189" y="2228702"/>
                  </a:lnTo>
                  <a:lnTo>
                    <a:pt x="6758063" y="2228702"/>
                  </a:lnTo>
                  <a:lnTo>
                    <a:pt x="6758063" y="2228702"/>
                  </a:lnTo>
                  <a:lnTo>
                    <a:pt x="6790684" y="2228702"/>
                  </a:lnTo>
                  <a:lnTo>
                    <a:pt x="6790684" y="2228702"/>
                  </a:lnTo>
                  <a:lnTo>
                    <a:pt x="6817869" y="2228702"/>
                  </a:lnTo>
                  <a:lnTo>
                    <a:pt x="6817869" y="2231890"/>
                  </a:lnTo>
                  <a:lnTo>
                    <a:pt x="6823305" y="2231890"/>
                  </a:lnTo>
                  <a:lnTo>
                    <a:pt x="6823305" y="2235079"/>
                  </a:lnTo>
                  <a:lnTo>
                    <a:pt x="6834179" y="2235079"/>
                  </a:lnTo>
                  <a:lnTo>
                    <a:pt x="6834179" y="2235079"/>
                  </a:lnTo>
                  <a:lnTo>
                    <a:pt x="6839616" y="2235079"/>
                  </a:lnTo>
                  <a:lnTo>
                    <a:pt x="6839616" y="2238270"/>
                  </a:lnTo>
                  <a:lnTo>
                    <a:pt x="6845053" y="2238270"/>
                  </a:lnTo>
                  <a:lnTo>
                    <a:pt x="6845053" y="2238270"/>
                  </a:lnTo>
                  <a:lnTo>
                    <a:pt x="6850490" y="2238270"/>
                  </a:lnTo>
                  <a:lnTo>
                    <a:pt x="6850490" y="2238270"/>
                  </a:lnTo>
                  <a:lnTo>
                    <a:pt x="6855927" y="2238270"/>
                  </a:lnTo>
                  <a:lnTo>
                    <a:pt x="6855927" y="2238270"/>
                  </a:lnTo>
                  <a:lnTo>
                    <a:pt x="6893985" y="2238270"/>
                  </a:lnTo>
                  <a:lnTo>
                    <a:pt x="6893985" y="2241479"/>
                  </a:lnTo>
                  <a:lnTo>
                    <a:pt x="6910296" y="2241479"/>
                  </a:lnTo>
                  <a:lnTo>
                    <a:pt x="6910296" y="2241479"/>
                  </a:lnTo>
                  <a:lnTo>
                    <a:pt x="6915733" y="2241479"/>
                  </a:lnTo>
                  <a:lnTo>
                    <a:pt x="6915733" y="2244690"/>
                  </a:lnTo>
                  <a:lnTo>
                    <a:pt x="6921170" y="2244690"/>
                  </a:lnTo>
                  <a:lnTo>
                    <a:pt x="6921170" y="2244690"/>
                  </a:lnTo>
                  <a:lnTo>
                    <a:pt x="6932043" y="2244690"/>
                  </a:lnTo>
                  <a:lnTo>
                    <a:pt x="6932043" y="2244690"/>
                  </a:lnTo>
                  <a:lnTo>
                    <a:pt x="6937480" y="2244690"/>
                  </a:lnTo>
                  <a:lnTo>
                    <a:pt x="6937480" y="2247916"/>
                  </a:lnTo>
                  <a:lnTo>
                    <a:pt x="6942917" y="2247916"/>
                  </a:lnTo>
                  <a:lnTo>
                    <a:pt x="6942917" y="2254373"/>
                  </a:lnTo>
                  <a:lnTo>
                    <a:pt x="6948354" y="2254373"/>
                  </a:lnTo>
                  <a:lnTo>
                    <a:pt x="6948354" y="2254373"/>
                  </a:lnTo>
                  <a:lnTo>
                    <a:pt x="6953791" y="2254373"/>
                  </a:lnTo>
                  <a:lnTo>
                    <a:pt x="6953791" y="2257605"/>
                  </a:lnTo>
                  <a:lnTo>
                    <a:pt x="6970102" y="2257605"/>
                  </a:lnTo>
                  <a:lnTo>
                    <a:pt x="6970102" y="2257605"/>
                  </a:lnTo>
                  <a:lnTo>
                    <a:pt x="6980975" y="2257605"/>
                  </a:lnTo>
                  <a:lnTo>
                    <a:pt x="6980975" y="2257605"/>
                  </a:lnTo>
                  <a:lnTo>
                    <a:pt x="6997286" y="2257605"/>
                  </a:lnTo>
                  <a:lnTo>
                    <a:pt x="6997286" y="2260844"/>
                  </a:lnTo>
                  <a:lnTo>
                    <a:pt x="7002723" y="2260844"/>
                  </a:lnTo>
                  <a:lnTo>
                    <a:pt x="7002723" y="2260844"/>
                  </a:lnTo>
                  <a:lnTo>
                    <a:pt x="7008160" y="2260844"/>
                  </a:lnTo>
                  <a:lnTo>
                    <a:pt x="7008160" y="2260844"/>
                  </a:lnTo>
                  <a:lnTo>
                    <a:pt x="7013597" y="2260844"/>
                  </a:lnTo>
                  <a:lnTo>
                    <a:pt x="7013597" y="2267343"/>
                  </a:lnTo>
                  <a:lnTo>
                    <a:pt x="7024471" y="2267343"/>
                  </a:lnTo>
                  <a:lnTo>
                    <a:pt x="7024471" y="2270593"/>
                  </a:lnTo>
                  <a:lnTo>
                    <a:pt x="7035344" y="2270593"/>
                  </a:lnTo>
                  <a:lnTo>
                    <a:pt x="7035344" y="2270593"/>
                  </a:lnTo>
                  <a:lnTo>
                    <a:pt x="7040781" y="2270593"/>
                  </a:lnTo>
                  <a:lnTo>
                    <a:pt x="7040781" y="2273846"/>
                  </a:lnTo>
                  <a:lnTo>
                    <a:pt x="7046218" y="2273846"/>
                  </a:lnTo>
                  <a:lnTo>
                    <a:pt x="7046218" y="2277102"/>
                  </a:lnTo>
                  <a:lnTo>
                    <a:pt x="7051655" y="2277102"/>
                  </a:lnTo>
                  <a:lnTo>
                    <a:pt x="7051655" y="2277102"/>
                  </a:lnTo>
                  <a:lnTo>
                    <a:pt x="7057092" y="2277102"/>
                  </a:lnTo>
                  <a:lnTo>
                    <a:pt x="7057092" y="2280362"/>
                  </a:lnTo>
                  <a:lnTo>
                    <a:pt x="7062529" y="2280362"/>
                  </a:lnTo>
                  <a:lnTo>
                    <a:pt x="7062529" y="2280362"/>
                  </a:lnTo>
                  <a:lnTo>
                    <a:pt x="7078840" y="2280362"/>
                  </a:lnTo>
                  <a:lnTo>
                    <a:pt x="7078840" y="2280362"/>
                  </a:lnTo>
                  <a:lnTo>
                    <a:pt x="7095150" y="2280362"/>
                  </a:lnTo>
                  <a:lnTo>
                    <a:pt x="7095150" y="2280362"/>
                  </a:lnTo>
                  <a:lnTo>
                    <a:pt x="7106024" y="2280362"/>
                  </a:lnTo>
                  <a:lnTo>
                    <a:pt x="7106024" y="2283636"/>
                  </a:lnTo>
                  <a:lnTo>
                    <a:pt x="7111461" y="2283636"/>
                  </a:lnTo>
                  <a:lnTo>
                    <a:pt x="7111461" y="2283636"/>
                  </a:lnTo>
                  <a:lnTo>
                    <a:pt x="7122335" y="2283636"/>
                  </a:lnTo>
                  <a:lnTo>
                    <a:pt x="7122335" y="2283636"/>
                  </a:lnTo>
                  <a:lnTo>
                    <a:pt x="7133209" y="2283636"/>
                  </a:lnTo>
                  <a:lnTo>
                    <a:pt x="7133209" y="2283636"/>
                  </a:lnTo>
                  <a:lnTo>
                    <a:pt x="7149519" y="2283636"/>
                  </a:lnTo>
                  <a:lnTo>
                    <a:pt x="7149519" y="2283636"/>
                  </a:lnTo>
                  <a:lnTo>
                    <a:pt x="7154956" y="2283636"/>
                  </a:lnTo>
                  <a:lnTo>
                    <a:pt x="7154956" y="2283636"/>
                  </a:lnTo>
                  <a:lnTo>
                    <a:pt x="7165830" y="2283636"/>
                  </a:lnTo>
                  <a:lnTo>
                    <a:pt x="7165830" y="2290227"/>
                  </a:lnTo>
                  <a:lnTo>
                    <a:pt x="7171267" y="2290227"/>
                  </a:lnTo>
                  <a:lnTo>
                    <a:pt x="7171267" y="2290227"/>
                  </a:lnTo>
                  <a:lnTo>
                    <a:pt x="7187578" y="2290227"/>
                  </a:lnTo>
                  <a:lnTo>
                    <a:pt x="7187578" y="2290227"/>
                  </a:lnTo>
                  <a:lnTo>
                    <a:pt x="7193014" y="2290227"/>
                  </a:lnTo>
                  <a:lnTo>
                    <a:pt x="7193014" y="2290227"/>
                  </a:lnTo>
                  <a:lnTo>
                    <a:pt x="7209325" y="2290227"/>
                  </a:lnTo>
                  <a:lnTo>
                    <a:pt x="7209325" y="2290227"/>
                  </a:lnTo>
                  <a:lnTo>
                    <a:pt x="7214762" y="2290227"/>
                  </a:lnTo>
                  <a:lnTo>
                    <a:pt x="7214762" y="2290227"/>
                  </a:lnTo>
                  <a:lnTo>
                    <a:pt x="7231073" y="2290227"/>
                  </a:lnTo>
                  <a:lnTo>
                    <a:pt x="7231073" y="2290227"/>
                  </a:lnTo>
                  <a:lnTo>
                    <a:pt x="7236510" y="2290227"/>
                  </a:lnTo>
                  <a:lnTo>
                    <a:pt x="7236510" y="2290227"/>
                  </a:lnTo>
                  <a:lnTo>
                    <a:pt x="7252820" y="2290227"/>
                  </a:lnTo>
                  <a:lnTo>
                    <a:pt x="7252820" y="2290227"/>
                  </a:lnTo>
                  <a:lnTo>
                    <a:pt x="7269131" y="2290227"/>
                  </a:lnTo>
                  <a:lnTo>
                    <a:pt x="7269131" y="2290227"/>
                  </a:lnTo>
                  <a:lnTo>
                    <a:pt x="7274568" y="2290227"/>
                  </a:lnTo>
                  <a:lnTo>
                    <a:pt x="7274568" y="2290227"/>
                  </a:lnTo>
                  <a:lnTo>
                    <a:pt x="7280005" y="2290227"/>
                  </a:lnTo>
                  <a:lnTo>
                    <a:pt x="7280005" y="2293563"/>
                  </a:lnTo>
                  <a:lnTo>
                    <a:pt x="7285442" y="2293563"/>
                  </a:lnTo>
                  <a:lnTo>
                    <a:pt x="7285442" y="2296902"/>
                  </a:lnTo>
                  <a:lnTo>
                    <a:pt x="7307189" y="2296902"/>
                  </a:lnTo>
                  <a:lnTo>
                    <a:pt x="7307189" y="2296902"/>
                  </a:lnTo>
                  <a:lnTo>
                    <a:pt x="7318063" y="2296902"/>
                  </a:lnTo>
                  <a:lnTo>
                    <a:pt x="7318063" y="2296902"/>
                  </a:lnTo>
                  <a:lnTo>
                    <a:pt x="7323500" y="2296902"/>
                  </a:lnTo>
                  <a:lnTo>
                    <a:pt x="7323500" y="2296902"/>
                  </a:lnTo>
                  <a:lnTo>
                    <a:pt x="7328937" y="2296902"/>
                  </a:lnTo>
                  <a:lnTo>
                    <a:pt x="7328937" y="2296902"/>
                  </a:lnTo>
                  <a:lnTo>
                    <a:pt x="7334374" y="2296902"/>
                  </a:lnTo>
                  <a:lnTo>
                    <a:pt x="7334374" y="2300268"/>
                  </a:lnTo>
                  <a:lnTo>
                    <a:pt x="7339811" y="2300268"/>
                  </a:lnTo>
                  <a:lnTo>
                    <a:pt x="7339811" y="2300268"/>
                  </a:lnTo>
                  <a:lnTo>
                    <a:pt x="7366995" y="2300268"/>
                  </a:lnTo>
                  <a:lnTo>
                    <a:pt x="7366995" y="2310376"/>
                  </a:lnTo>
                  <a:lnTo>
                    <a:pt x="7372432" y="2310376"/>
                  </a:lnTo>
                  <a:lnTo>
                    <a:pt x="7372432" y="2310376"/>
                  </a:lnTo>
                  <a:lnTo>
                    <a:pt x="7383306" y="2310376"/>
                  </a:lnTo>
                  <a:lnTo>
                    <a:pt x="7383306" y="2310376"/>
                  </a:lnTo>
                  <a:lnTo>
                    <a:pt x="7388743" y="2310376"/>
                  </a:lnTo>
                  <a:lnTo>
                    <a:pt x="7388743" y="2310376"/>
                  </a:lnTo>
                  <a:lnTo>
                    <a:pt x="7394180" y="2310376"/>
                  </a:lnTo>
                  <a:lnTo>
                    <a:pt x="7394180" y="2310376"/>
                  </a:lnTo>
                  <a:lnTo>
                    <a:pt x="7410490" y="2310376"/>
                  </a:lnTo>
                  <a:lnTo>
                    <a:pt x="7410490" y="2313768"/>
                  </a:lnTo>
                  <a:lnTo>
                    <a:pt x="7415927" y="2313768"/>
                  </a:lnTo>
                  <a:lnTo>
                    <a:pt x="7415927" y="2317165"/>
                  </a:lnTo>
                  <a:lnTo>
                    <a:pt x="7421364" y="2317165"/>
                  </a:lnTo>
                  <a:lnTo>
                    <a:pt x="7421364" y="2317165"/>
                  </a:lnTo>
                  <a:lnTo>
                    <a:pt x="7432238" y="2317165"/>
                  </a:lnTo>
                  <a:lnTo>
                    <a:pt x="7432238" y="2320573"/>
                  </a:lnTo>
                  <a:lnTo>
                    <a:pt x="7437675" y="2320573"/>
                  </a:lnTo>
                  <a:lnTo>
                    <a:pt x="7437675" y="2323980"/>
                  </a:lnTo>
                  <a:lnTo>
                    <a:pt x="7453986" y="2323980"/>
                  </a:lnTo>
                  <a:lnTo>
                    <a:pt x="7453986" y="2327400"/>
                  </a:lnTo>
                  <a:lnTo>
                    <a:pt x="7459422" y="2327400"/>
                  </a:lnTo>
                  <a:lnTo>
                    <a:pt x="7459422" y="2330820"/>
                  </a:lnTo>
                  <a:lnTo>
                    <a:pt x="7492044" y="2330820"/>
                  </a:lnTo>
                  <a:lnTo>
                    <a:pt x="7492044" y="2334239"/>
                  </a:lnTo>
                  <a:lnTo>
                    <a:pt x="7497481" y="2334239"/>
                  </a:lnTo>
                  <a:lnTo>
                    <a:pt x="7497481" y="2334239"/>
                  </a:lnTo>
                  <a:lnTo>
                    <a:pt x="7508355" y="2334239"/>
                  </a:lnTo>
                  <a:lnTo>
                    <a:pt x="7508355" y="2334239"/>
                  </a:lnTo>
                  <a:lnTo>
                    <a:pt x="7513791" y="2334239"/>
                  </a:lnTo>
                  <a:lnTo>
                    <a:pt x="7513791" y="2337671"/>
                  </a:lnTo>
                  <a:lnTo>
                    <a:pt x="7519228" y="2337671"/>
                  </a:lnTo>
                  <a:lnTo>
                    <a:pt x="7519228" y="2341102"/>
                  </a:lnTo>
                  <a:lnTo>
                    <a:pt x="7524665" y="2341102"/>
                  </a:lnTo>
                  <a:lnTo>
                    <a:pt x="7524665" y="2347965"/>
                  </a:lnTo>
                  <a:lnTo>
                    <a:pt x="7535539" y="2347965"/>
                  </a:lnTo>
                  <a:lnTo>
                    <a:pt x="7535539" y="2347965"/>
                  </a:lnTo>
                  <a:lnTo>
                    <a:pt x="7557287" y="2347965"/>
                  </a:lnTo>
                  <a:lnTo>
                    <a:pt x="7557287" y="2347965"/>
                  </a:lnTo>
                  <a:lnTo>
                    <a:pt x="7568160" y="2347965"/>
                  </a:lnTo>
                  <a:lnTo>
                    <a:pt x="7568160" y="2351405"/>
                  </a:lnTo>
                  <a:lnTo>
                    <a:pt x="7579034" y="2351405"/>
                  </a:lnTo>
                  <a:lnTo>
                    <a:pt x="7579034" y="2351405"/>
                  </a:lnTo>
                  <a:lnTo>
                    <a:pt x="7589908" y="2351405"/>
                  </a:lnTo>
                  <a:lnTo>
                    <a:pt x="7589908" y="2354852"/>
                  </a:lnTo>
                  <a:lnTo>
                    <a:pt x="7606219" y="2354852"/>
                  </a:lnTo>
                  <a:lnTo>
                    <a:pt x="7606219" y="2354852"/>
                  </a:lnTo>
                  <a:lnTo>
                    <a:pt x="7611656" y="2354852"/>
                  </a:lnTo>
                  <a:lnTo>
                    <a:pt x="7611656" y="2354852"/>
                  </a:lnTo>
                  <a:lnTo>
                    <a:pt x="7627966" y="2354852"/>
                  </a:lnTo>
                  <a:lnTo>
                    <a:pt x="7627966" y="2354852"/>
                  </a:lnTo>
                  <a:lnTo>
                    <a:pt x="7638840" y="2354852"/>
                  </a:lnTo>
                  <a:lnTo>
                    <a:pt x="7638840" y="2358312"/>
                  </a:lnTo>
                  <a:lnTo>
                    <a:pt x="7644277" y="2358312"/>
                  </a:lnTo>
                  <a:lnTo>
                    <a:pt x="7644277" y="2358312"/>
                  </a:lnTo>
                  <a:lnTo>
                    <a:pt x="7649714" y="2358312"/>
                  </a:lnTo>
                  <a:lnTo>
                    <a:pt x="7649714" y="2358312"/>
                  </a:lnTo>
                  <a:lnTo>
                    <a:pt x="7666025" y="2358312"/>
                  </a:lnTo>
                  <a:lnTo>
                    <a:pt x="7666025" y="2358312"/>
                  </a:lnTo>
                  <a:lnTo>
                    <a:pt x="7671461" y="2358312"/>
                  </a:lnTo>
                  <a:lnTo>
                    <a:pt x="7671461" y="2361788"/>
                  </a:lnTo>
                  <a:lnTo>
                    <a:pt x="7682335" y="2361788"/>
                  </a:lnTo>
                  <a:lnTo>
                    <a:pt x="7682335" y="2361788"/>
                  </a:lnTo>
                  <a:lnTo>
                    <a:pt x="7687772" y="2361788"/>
                  </a:lnTo>
                  <a:lnTo>
                    <a:pt x="7687772" y="2361788"/>
                  </a:lnTo>
                  <a:lnTo>
                    <a:pt x="7704083" y="2361788"/>
                  </a:lnTo>
                  <a:lnTo>
                    <a:pt x="7704083" y="2361788"/>
                  </a:lnTo>
                  <a:lnTo>
                    <a:pt x="7709520" y="2361788"/>
                  </a:lnTo>
                  <a:lnTo>
                    <a:pt x="7709520" y="2365281"/>
                  </a:lnTo>
                  <a:lnTo>
                    <a:pt x="7725830" y="2365281"/>
                  </a:lnTo>
                  <a:lnTo>
                    <a:pt x="7725830" y="2365281"/>
                  </a:lnTo>
                  <a:lnTo>
                    <a:pt x="7731267" y="2365281"/>
                  </a:lnTo>
                  <a:lnTo>
                    <a:pt x="7731267" y="2368777"/>
                  </a:lnTo>
                  <a:lnTo>
                    <a:pt x="7736704" y="2368777"/>
                  </a:lnTo>
                  <a:lnTo>
                    <a:pt x="7736704" y="2368777"/>
                  </a:lnTo>
                  <a:lnTo>
                    <a:pt x="7753015" y="2368777"/>
                  </a:lnTo>
                  <a:lnTo>
                    <a:pt x="7753015" y="2368777"/>
                  </a:lnTo>
                  <a:lnTo>
                    <a:pt x="7758452" y="2368777"/>
                  </a:lnTo>
                  <a:lnTo>
                    <a:pt x="7758452" y="2372283"/>
                  </a:lnTo>
                  <a:lnTo>
                    <a:pt x="7801947" y="2372283"/>
                  </a:lnTo>
                  <a:lnTo>
                    <a:pt x="7801947" y="2372283"/>
                  </a:lnTo>
                  <a:lnTo>
                    <a:pt x="7812821" y="2372283"/>
                  </a:lnTo>
                  <a:lnTo>
                    <a:pt x="7812821" y="2375792"/>
                  </a:lnTo>
                  <a:lnTo>
                    <a:pt x="7818258" y="2375792"/>
                  </a:lnTo>
                  <a:lnTo>
                    <a:pt x="7818258" y="2379301"/>
                  </a:lnTo>
                  <a:lnTo>
                    <a:pt x="7829131" y="2379301"/>
                  </a:lnTo>
                  <a:lnTo>
                    <a:pt x="7829131" y="2379301"/>
                  </a:lnTo>
                  <a:lnTo>
                    <a:pt x="7834568" y="2379301"/>
                  </a:lnTo>
                  <a:lnTo>
                    <a:pt x="7834568" y="2382823"/>
                  </a:lnTo>
                  <a:lnTo>
                    <a:pt x="7878064" y="2382823"/>
                  </a:lnTo>
                  <a:lnTo>
                    <a:pt x="7878064" y="2382823"/>
                  </a:lnTo>
                  <a:lnTo>
                    <a:pt x="7883500" y="2382823"/>
                  </a:lnTo>
                  <a:lnTo>
                    <a:pt x="7883500" y="2382823"/>
                  </a:lnTo>
                  <a:lnTo>
                    <a:pt x="7910685" y="2382823"/>
                  </a:lnTo>
                  <a:lnTo>
                    <a:pt x="7910685" y="2382823"/>
                  </a:lnTo>
                  <a:lnTo>
                    <a:pt x="7926996" y="2382823"/>
                  </a:lnTo>
                  <a:lnTo>
                    <a:pt x="7926996" y="2386358"/>
                  </a:lnTo>
                  <a:lnTo>
                    <a:pt x="7954180" y="2386358"/>
                  </a:lnTo>
                  <a:lnTo>
                    <a:pt x="7954180" y="2386358"/>
                  </a:lnTo>
                  <a:lnTo>
                    <a:pt x="7959617" y="2386358"/>
                  </a:lnTo>
                  <a:lnTo>
                    <a:pt x="7959617" y="2386358"/>
                  </a:lnTo>
                  <a:lnTo>
                    <a:pt x="7986801" y="2386358"/>
                  </a:lnTo>
                  <a:lnTo>
                    <a:pt x="7986801" y="2389906"/>
                  </a:lnTo>
                  <a:lnTo>
                    <a:pt x="7997675" y="2389906"/>
                  </a:lnTo>
                  <a:lnTo>
                    <a:pt x="7997675" y="2389906"/>
                  </a:lnTo>
                  <a:lnTo>
                    <a:pt x="8003112" y="2389906"/>
                  </a:lnTo>
                  <a:lnTo>
                    <a:pt x="8003112" y="2389906"/>
                  </a:lnTo>
                  <a:lnTo>
                    <a:pt x="8035734" y="2389906"/>
                  </a:lnTo>
                  <a:lnTo>
                    <a:pt x="8035734" y="2389906"/>
                  </a:lnTo>
                  <a:lnTo>
                    <a:pt x="8041170" y="2389906"/>
                  </a:lnTo>
                  <a:lnTo>
                    <a:pt x="8041170" y="2393467"/>
                  </a:lnTo>
                  <a:lnTo>
                    <a:pt x="8052044" y="2393467"/>
                  </a:lnTo>
                  <a:lnTo>
                    <a:pt x="8052044" y="2393467"/>
                  </a:lnTo>
                  <a:lnTo>
                    <a:pt x="8073792" y="2393467"/>
                  </a:lnTo>
                  <a:lnTo>
                    <a:pt x="8073792" y="2393467"/>
                  </a:lnTo>
                  <a:lnTo>
                    <a:pt x="8079229" y="2393467"/>
                  </a:lnTo>
                  <a:lnTo>
                    <a:pt x="8079229" y="2393467"/>
                  </a:lnTo>
                  <a:lnTo>
                    <a:pt x="8084666" y="2393467"/>
                  </a:lnTo>
                  <a:lnTo>
                    <a:pt x="8084666" y="2393467"/>
                  </a:lnTo>
                  <a:lnTo>
                    <a:pt x="8106413" y="2393467"/>
                  </a:lnTo>
                  <a:lnTo>
                    <a:pt x="8106413" y="2393467"/>
                  </a:lnTo>
                  <a:lnTo>
                    <a:pt x="8117287" y="2393467"/>
                  </a:lnTo>
                  <a:lnTo>
                    <a:pt x="8117287" y="2393467"/>
                  </a:lnTo>
                  <a:lnTo>
                    <a:pt x="8166219" y="2393467"/>
                  </a:lnTo>
                  <a:lnTo>
                    <a:pt x="8166219" y="2400659"/>
                  </a:lnTo>
                  <a:lnTo>
                    <a:pt x="8177093" y="2400659"/>
                  </a:lnTo>
                  <a:lnTo>
                    <a:pt x="8177093" y="2400659"/>
                  </a:lnTo>
                  <a:lnTo>
                    <a:pt x="8182530" y="2400659"/>
                  </a:lnTo>
                  <a:lnTo>
                    <a:pt x="8182530" y="2400659"/>
                  </a:lnTo>
                  <a:lnTo>
                    <a:pt x="8198840" y="2400659"/>
                  </a:lnTo>
                  <a:lnTo>
                    <a:pt x="8198840" y="2400659"/>
                  </a:lnTo>
                  <a:lnTo>
                    <a:pt x="8204277" y="2400659"/>
                  </a:lnTo>
                  <a:lnTo>
                    <a:pt x="8204277" y="2404273"/>
                  </a:lnTo>
                  <a:lnTo>
                    <a:pt x="8215151" y="2404273"/>
                  </a:lnTo>
                  <a:lnTo>
                    <a:pt x="8215151" y="2404273"/>
                  </a:lnTo>
                  <a:lnTo>
                    <a:pt x="8226025" y="2404273"/>
                  </a:lnTo>
                  <a:lnTo>
                    <a:pt x="8226025" y="2404273"/>
                  </a:lnTo>
                  <a:lnTo>
                    <a:pt x="8236899" y="2404273"/>
                  </a:lnTo>
                  <a:lnTo>
                    <a:pt x="8236899" y="2411528"/>
                  </a:lnTo>
                  <a:lnTo>
                    <a:pt x="8242336" y="2411528"/>
                  </a:lnTo>
                  <a:lnTo>
                    <a:pt x="8242336" y="2411528"/>
                  </a:lnTo>
                  <a:lnTo>
                    <a:pt x="8253209" y="2411528"/>
                  </a:lnTo>
                  <a:lnTo>
                    <a:pt x="8253209" y="2411528"/>
                  </a:lnTo>
                  <a:lnTo>
                    <a:pt x="8274957" y="2411528"/>
                  </a:lnTo>
                  <a:lnTo>
                    <a:pt x="8274957" y="2411528"/>
                  </a:lnTo>
                  <a:lnTo>
                    <a:pt x="8285831" y="2411528"/>
                  </a:lnTo>
                  <a:lnTo>
                    <a:pt x="8285831" y="2415173"/>
                  </a:lnTo>
                  <a:lnTo>
                    <a:pt x="8302142" y="2415173"/>
                  </a:lnTo>
                  <a:lnTo>
                    <a:pt x="8302142" y="2415173"/>
                  </a:lnTo>
                  <a:lnTo>
                    <a:pt x="8313015" y="2415173"/>
                  </a:lnTo>
                  <a:lnTo>
                    <a:pt x="8313015" y="2415173"/>
                  </a:lnTo>
                  <a:lnTo>
                    <a:pt x="8318452" y="2415173"/>
                  </a:lnTo>
                  <a:lnTo>
                    <a:pt x="8318452" y="2415173"/>
                  </a:lnTo>
                  <a:lnTo>
                    <a:pt x="8334763" y="2415173"/>
                  </a:lnTo>
                  <a:lnTo>
                    <a:pt x="8334763" y="2418833"/>
                  </a:lnTo>
                  <a:lnTo>
                    <a:pt x="8361947" y="2418833"/>
                  </a:lnTo>
                  <a:lnTo>
                    <a:pt x="8361947" y="2422498"/>
                  </a:lnTo>
                  <a:lnTo>
                    <a:pt x="8367384" y="2422498"/>
                  </a:lnTo>
                  <a:lnTo>
                    <a:pt x="8367384" y="2422498"/>
                  </a:lnTo>
                  <a:lnTo>
                    <a:pt x="8378258" y="2422498"/>
                  </a:lnTo>
                  <a:lnTo>
                    <a:pt x="8378258" y="2422498"/>
                  </a:lnTo>
                  <a:lnTo>
                    <a:pt x="8383695" y="2422498"/>
                  </a:lnTo>
                  <a:lnTo>
                    <a:pt x="8383695" y="2422498"/>
                  </a:lnTo>
                  <a:lnTo>
                    <a:pt x="8400006" y="2422498"/>
                  </a:lnTo>
                  <a:lnTo>
                    <a:pt x="8400006" y="2422498"/>
                  </a:lnTo>
                  <a:lnTo>
                    <a:pt x="8405443" y="2422498"/>
                  </a:lnTo>
                  <a:lnTo>
                    <a:pt x="8405443" y="2422498"/>
                  </a:lnTo>
                  <a:lnTo>
                    <a:pt x="8410879" y="2422498"/>
                  </a:lnTo>
                  <a:lnTo>
                    <a:pt x="8410879" y="2422498"/>
                  </a:lnTo>
                  <a:lnTo>
                    <a:pt x="8427190" y="2422498"/>
                  </a:lnTo>
                  <a:lnTo>
                    <a:pt x="8427190" y="2422498"/>
                  </a:lnTo>
                  <a:lnTo>
                    <a:pt x="8438064" y="2422498"/>
                  </a:lnTo>
                  <a:lnTo>
                    <a:pt x="8438064" y="2422498"/>
                  </a:lnTo>
                  <a:lnTo>
                    <a:pt x="8448938" y="2422498"/>
                  </a:lnTo>
                  <a:lnTo>
                    <a:pt x="8448938" y="2422498"/>
                  </a:lnTo>
                  <a:lnTo>
                    <a:pt x="8454375" y="2422498"/>
                  </a:lnTo>
                  <a:lnTo>
                    <a:pt x="8454375" y="2422498"/>
                  </a:lnTo>
                  <a:lnTo>
                    <a:pt x="8459812" y="2422498"/>
                  </a:lnTo>
                  <a:lnTo>
                    <a:pt x="8459812" y="2426224"/>
                  </a:lnTo>
                  <a:lnTo>
                    <a:pt x="8476122" y="2426224"/>
                  </a:lnTo>
                  <a:lnTo>
                    <a:pt x="8476122" y="2426224"/>
                  </a:lnTo>
                  <a:lnTo>
                    <a:pt x="8481559" y="2426224"/>
                  </a:lnTo>
                  <a:lnTo>
                    <a:pt x="8481559" y="2429955"/>
                  </a:lnTo>
                  <a:lnTo>
                    <a:pt x="8486996" y="2429955"/>
                  </a:lnTo>
                  <a:lnTo>
                    <a:pt x="8486996" y="2433686"/>
                  </a:lnTo>
                  <a:lnTo>
                    <a:pt x="8492433" y="2433686"/>
                  </a:lnTo>
                  <a:lnTo>
                    <a:pt x="8492433" y="2437426"/>
                  </a:lnTo>
                  <a:lnTo>
                    <a:pt x="8503307" y="2437426"/>
                  </a:lnTo>
                  <a:lnTo>
                    <a:pt x="8503307" y="2437426"/>
                  </a:lnTo>
                  <a:lnTo>
                    <a:pt x="8508744" y="2437426"/>
                  </a:lnTo>
                  <a:lnTo>
                    <a:pt x="8508744" y="2437426"/>
                  </a:lnTo>
                  <a:lnTo>
                    <a:pt x="8525054" y="2437426"/>
                  </a:lnTo>
                  <a:lnTo>
                    <a:pt x="8525054" y="2437426"/>
                  </a:lnTo>
                  <a:lnTo>
                    <a:pt x="8546802" y="2437426"/>
                  </a:lnTo>
                  <a:lnTo>
                    <a:pt x="8546802" y="2437426"/>
                  </a:lnTo>
                  <a:lnTo>
                    <a:pt x="8563113" y="2437426"/>
                  </a:lnTo>
                  <a:lnTo>
                    <a:pt x="8563113" y="2441197"/>
                  </a:lnTo>
                  <a:lnTo>
                    <a:pt x="8573986" y="2441197"/>
                  </a:lnTo>
                  <a:lnTo>
                    <a:pt x="8573986" y="2441197"/>
                  </a:lnTo>
                  <a:lnTo>
                    <a:pt x="8590297" y="2441197"/>
                  </a:lnTo>
                  <a:lnTo>
                    <a:pt x="8590297" y="2441197"/>
                  </a:lnTo>
                  <a:lnTo>
                    <a:pt x="8612045" y="2441197"/>
                  </a:lnTo>
                  <a:lnTo>
                    <a:pt x="8612045" y="2444982"/>
                  </a:lnTo>
                  <a:lnTo>
                    <a:pt x="8628355" y="2444982"/>
                  </a:lnTo>
                  <a:lnTo>
                    <a:pt x="8628355" y="2444982"/>
                  </a:lnTo>
                  <a:lnTo>
                    <a:pt x="8633792" y="2444982"/>
                  </a:lnTo>
                  <a:lnTo>
                    <a:pt x="8633792" y="2444982"/>
                  </a:lnTo>
                  <a:lnTo>
                    <a:pt x="8639229" y="2444982"/>
                  </a:lnTo>
                  <a:lnTo>
                    <a:pt x="8639229" y="2444982"/>
                  </a:lnTo>
                  <a:lnTo>
                    <a:pt x="8666414" y="2444982"/>
                  </a:lnTo>
                  <a:lnTo>
                    <a:pt x="8666414" y="2452583"/>
                  </a:lnTo>
                  <a:lnTo>
                    <a:pt x="8671851" y="2452583"/>
                  </a:lnTo>
                  <a:lnTo>
                    <a:pt x="8671851" y="2452583"/>
                  </a:lnTo>
                  <a:lnTo>
                    <a:pt x="8677287" y="2452583"/>
                  </a:lnTo>
                  <a:lnTo>
                    <a:pt x="8677287" y="2452583"/>
                  </a:lnTo>
                  <a:lnTo>
                    <a:pt x="8682724" y="2452583"/>
                  </a:lnTo>
                  <a:lnTo>
                    <a:pt x="8682724" y="2452583"/>
                  </a:lnTo>
                  <a:lnTo>
                    <a:pt x="8709909" y="2452583"/>
                  </a:lnTo>
                  <a:lnTo>
                    <a:pt x="8709909" y="2456398"/>
                  </a:lnTo>
                  <a:lnTo>
                    <a:pt x="8715346" y="2456398"/>
                  </a:lnTo>
                  <a:lnTo>
                    <a:pt x="8715346" y="2456398"/>
                  </a:lnTo>
                  <a:lnTo>
                    <a:pt x="8720783" y="2456398"/>
                  </a:lnTo>
                  <a:lnTo>
                    <a:pt x="8720783" y="2456398"/>
                  </a:lnTo>
                  <a:lnTo>
                    <a:pt x="8731656" y="2456398"/>
                  </a:lnTo>
                  <a:lnTo>
                    <a:pt x="8731656" y="2460224"/>
                  </a:lnTo>
                  <a:lnTo>
                    <a:pt x="8742530" y="2460224"/>
                  </a:lnTo>
                  <a:lnTo>
                    <a:pt x="8742530" y="2464055"/>
                  </a:lnTo>
                  <a:lnTo>
                    <a:pt x="8747967" y="2464055"/>
                  </a:lnTo>
                  <a:lnTo>
                    <a:pt x="8747967" y="2464055"/>
                  </a:lnTo>
                  <a:lnTo>
                    <a:pt x="8775152" y="2464055"/>
                  </a:lnTo>
                  <a:lnTo>
                    <a:pt x="8775152" y="2464055"/>
                  </a:lnTo>
                  <a:lnTo>
                    <a:pt x="8813210" y="2464055"/>
                  </a:lnTo>
                  <a:lnTo>
                    <a:pt x="8813210" y="2464055"/>
                  </a:lnTo>
                  <a:lnTo>
                    <a:pt x="8824084" y="2464055"/>
                  </a:lnTo>
                  <a:lnTo>
                    <a:pt x="8824084" y="2464055"/>
                  </a:lnTo>
                  <a:lnTo>
                    <a:pt x="8829521" y="2464055"/>
                  </a:lnTo>
                  <a:lnTo>
                    <a:pt x="8829521" y="2464055"/>
                  </a:lnTo>
                  <a:lnTo>
                    <a:pt x="8851268" y="2464055"/>
                  </a:lnTo>
                  <a:lnTo>
                    <a:pt x="8851268" y="2467918"/>
                  </a:lnTo>
                  <a:lnTo>
                    <a:pt x="8867579" y="2467918"/>
                  </a:lnTo>
                  <a:lnTo>
                    <a:pt x="8867579" y="2467918"/>
                  </a:lnTo>
                  <a:lnTo>
                    <a:pt x="8889326" y="2467918"/>
                  </a:lnTo>
                  <a:lnTo>
                    <a:pt x="8889326" y="2467918"/>
                  </a:lnTo>
                  <a:lnTo>
                    <a:pt x="8943695" y="2467918"/>
                  </a:lnTo>
                  <a:lnTo>
                    <a:pt x="8943695" y="2471791"/>
                  </a:lnTo>
                  <a:lnTo>
                    <a:pt x="8954569" y="2471791"/>
                  </a:lnTo>
                  <a:lnTo>
                    <a:pt x="8954569" y="2471791"/>
                  </a:lnTo>
                  <a:lnTo>
                    <a:pt x="8965443" y="2471791"/>
                  </a:lnTo>
                  <a:lnTo>
                    <a:pt x="8965443" y="2475669"/>
                  </a:lnTo>
                  <a:lnTo>
                    <a:pt x="8970880" y="2475669"/>
                  </a:lnTo>
                  <a:lnTo>
                    <a:pt x="8970880" y="2475669"/>
                  </a:lnTo>
                  <a:lnTo>
                    <a:pt x="8976317" y="2475669"/>
                  </a:lnTo>
                  <a:lnTo>
                    <a:pt x="8976317" y="2483436"/>
                  </a:lnTo>
                  <a:lnTo>
                    <a:pt x="8981754" y="2483436"/>
                  </a:lnTo>
                  <a:lnTo>
                    <a:pt x="8981754" y="2491203"/>
                  </a:lnTo>
                  <a:lnTo>
                    <a:pt x="8992627" y="2491203"/>
                  </a:lnTo>
                  <a:lnTo>
                    <a:pt x="8992627" y="2491203"/>
                  </a:lnTo>
                  <a:lnTo>
                    <a:pt x="9003501" y="2491203"/>
                  </a:lnTo>
                  <a:lnTo>
                    <a:pt x="9003501" y="2495092"/>
                  </a:lnTo>
                  <a:lnTo>
                    <a:pt x="9041560" y="2495092"/>
                  </a:lnTo>
                  <a:lnTo>
                    <a:pt x="9041560" y="2495092"/>
                  </a:lnTo>
                  <a:lnTo>
                    <a:pt x="9046996" y="2495092"/>
                  </a:lnTo>
                  <a:lnTo>
                    <a:pt x="9046996" y="2495092"/>
                  </a:lnTo>
                  <a:lnTo>
                    <a:pt x="9063307" y="2495092"/>
                  </a:lnTo>
                  <a:lnTo>
                    <a:pt x="9063307" y="2495092"/>
                  </a:lnTo>
                  <a:lnTo>
                    <a:pt x="9074181" y="2495092"/>
                  </a:lnTo>
                  <a:lnTo>
                    <a:pt x="9074181" y="2502903"/>
                  </a:lnTo>
                  <a:lnTo>
                    <a:pt x="9079618" y="2502903"/>
                  </a:lnTo>
                  <a:lnTo>
                    <a:pt x="9079618" y="2506808"/>
                  </a:lnTo>
                  <a:lnTo>
                    <a:pt x="9085055" y="2506808"/>
                  </a:lnTo>
                  <a:lnTo>
                    <a:pt x="9085055" y="2506808"/>
                  </a:lnTo>
                  <a:lnTo>
                    <a:pt x="9106802" y="2506808"/>
                  </a:lnTo>
                  <a:lnTo>
                    <a:pt x="9106802" y="2510719"/>
                  </a:lnTo>
                  <a:lnTo>
                    <a:pt x="9133987" y="2510719"/>
                  </a:lnTo>
                  <a:lnTo>
                    <a:pt x="9133987" y="2514635"/>
                  </a:lnTo>
                  <a:lnTo>
                    <a:pt x="9139424" y="2514635"/>
                  </a:lnTo>
                  <a:lnTo>
                    <a:pt x="9139424" y="2518557"/>
                  </a:lnTo>
                  <a:lnTo>
                    <a:pt x="9144861" y="2518557"/>
                  </a:lnTo>
                  <a:lnTo>
                    <a:pt x="9144861" y="2522478"/>
                  </a:lnTo>
                  <a:lnTo>
                    <a:pt x="9155734" y="2522478"/>
                  </a:lnTo>
                  <a:lnTo>
                    <a:pt x="9155734" y="2522478"/>
                  </a:lnTo>
                  <a:lnTo>
                    <a:pt x="9172045" y="2522478"/>
                  </a:lnTo>
                  <a:lnTo>
                    <a:pt x="9172045" y="2522478"/>
                  </a:lnTo>
                  <a:lnTo>
                    <a:pt x="9199230" y="2522478"/>
                  </a:lnTo>
                  <a:lnTo>
                    <a:pt x="9199230" y="2526422"/>
                  </a:lnTo>
                  <a:lnTo>
                    <a:pt x="9204666" y="2526422"/>
                  </a:lnTo>
                  <a:lnTo>
                    <a:pt x="9204666" y="2526422"/>
                  </a:lnTo>
                  <a:lnTo>
                    <a:pt x="9237288" y="2526422"/>
                  </a:lnTo>
                  <a:lnTo>
                    <a:pt x="9237288" y="2526422"/>
                  </a:lnTo>
                  <a:lnTo>
                    <a:pt x="9259035" y="2526422"/>
                  </a:lnTo>
                  <a:lnTo>
                    <a:pt x="9259035" y="2530378"/>
                  </a:lnTo>
                  <a:lnTo>
                    <a:pt x="9264472" y="2530378"/>
                  </a:lnTo>
                  <a:lnTo>
                    <a:pt x="9264472" y="2530378"/>
                  </a:lnTo>
                  <a:lnTo>
                    <a:pt x="9280783" y="2530378"/>
                  </a:lnTo>
                  <a:lnTo>
                    <a:pt x="9280783" y="2530378"/>
                  </a:lnTo>
                  <a:lnTo>
                    <a:pt x="9286220" y="2530378"/>
                  </a:lnTo>
                  <a:lnTo>
                    <a:pt x="9286220" y="2530378"/>
                  </a:lnTo>
                  <a:lnTo>
                    <a:pt x="9291657" y="2530378"/>
                  </a:lnTo>
                  <a:lnTo>
                    <a:pt x="9291657" y="2530378"/>
                  </a:lnTo>
                  <a:lnTo>
                    <a:pt x="9313404" y="2530378"/>
                  </a:lnTo>
                  <a:lnTo>
                    <a:pt x="9313404" y="2530378"/>
                  </a:lnTo>
                  <a:lnTo>
                    <a:pt x="9318841" y="2530378"/>
                  </a:lnTo>
                  <a:lnTo>
                    <a:pt x="9318841" y="2530378"/>
                  </a:lnTo>
                  <a:lnTo>
                    <a:pt x="9324278" y="2530378"/>
                  </a:lnTo>
                  <a:lnTo>
                    <a:pt x="9324278" y="2530378"/>
                  </a:lnTo>
                  <a:lnTo>
                    <a:pt x="9329715" y="2530378"/>
                  </a:lnTo>
                  <a:lnTo>
                    <a:pt x="9329715" y="2530378"/>
                  </a:lnTo>
                  <a:lnTo>
                    <a:pt x="9367773" y="2530378"/>
                  </a:lnTo>
                  <a:lnTo>
                    <a:pt x="9367773" y="2530378"/>
                  </a:lnTo>
                  <a:lnTo>
                    <a:pt x="9400395" y="2530378"/>
                  </a:lnTo>
                  <a:lnTo>
                    <a:pt x="9400395" y="2530378"/>
                  </a:lnTo>
                  <a:lnTo>
                    <a:pt x="9416705" y="2530378"/>
                  </a:lnTo>
                  <a:lnTo>
                    <a:pt x="9416705" y="2530378"/>
                  </a:lnTo>
                  <a:lnTo>
                    <a:pt x="9422142" y="2530378"/>
                  </a:lnTo>
                  <a:lnTo>
                    <a:pt x="9422142" y="2530378"/>
                  </a:lnTo>
                  <a:lnTo>
                    <a:pt x="9427579" y="2530378"/>
                  </a:lnTo>
                  <a:lnTo>
                    <a:pt x="9427579" y="2538426"/>
                  </a:lnTo>
                  <a:lnTo>
                    <a:pt x="9433016" y="2538426"/>
                  </a:lnTo>
                  <a:lnTo>
                    <a:pt x="9433016" y="2538426"/>
                  </a:lnTo>
                  <a:lnTo>
                    <a:pt x="9443890" y="2538426"/>
                  </a:lnTo>
                  <a:lnTo>
                    <a:pt x="9443890" y="2542468"/>
                  </a:lnTo>
                  <a:lnTo>
                    <a:pt x="9471074" y="2542468"/>
                  </a:lnTo>
                  <a:lnTo>
                    <a:pt x="9471074" y="2546510"/>
                  </a:lnTo>
                  <a:lnTo>
                    <a:pt x="9487385" y="2546510"/>
                  </a:lnTo>
                  <a:lnTo>
                    <a:pt x="9487385" y="2546510"/>
                  </a:lnTo>
                  <a:lnTo>
                    <a:pt x="9530880" y="2546510"/>
                  </a:lnTo>
                  <a:lnTo>
                    <a:pt x="9530880" y="2550558"/>
                  </a:lnTo>
                  <a:lnTo>
                    <a:pt x="9547191" y="2550558"/>
                  </a:lnTo>
                  <a:lnTo>
                    <a:pt x="9547191" y="2550558"/>
                  </a:lnTo>
                  <a:lnTo>
                    <a:pt x="9552628" y="2550558"/>
                  </a:lnTo>
                  <a:lnTo>
                    <a:pt x="9552628" y="2554612"/>
                  </a:lnTo>
                  <a:lnTo>
                    <a:pt x="9558065" y="2554612"/>
                  </a:lnTo>
                  <a:lnTo>
                    <a:pt x="9558065" y="2554612"/>
                  </a:lnTo>
                  <a:lnTo>
                    <a:pt x="9563502" y="2554612"/>
                  </a:lnTo>
                  <a:lnTo>
                    <a:pt x="9563502" y="2554612"/>
                  </a:lnTo>
                  <a:lnTo>
                    <a:pt x="9579812" y="2554612"/>
                  </a:lnTo>
                  <a:lnTo>
                    <a:pt x="9579812" y="2554612"/>
                  </a:lnTo>
                  <a:lnTo>
                    <a:pt x="9585249" y="2554612"/>
                  </a:lnTo>
                  <a:lnTo>
                    <a:pt x="9585249" y="2554612"/>
                  </a:lnTo>
                  <a:lnTo>
                    <a:pt x="9617871" y="2554612"/>
                  </a:lnTo>
                  <a:lnTo>
                    <a:pt x="9617871" y="2554612"/>
                  </a:lnTo>
                  <a:lnTo>
                    <a:pt x="9645055" y="2554612"/>
                  </a:lnTo>
                  <a:lnTo>
                    <a:pt x="9645055" y="2554612"/>
                  </a:lnTo>
                  <a:lnTo>
                    <a:pt x="9661366" y="2554612"/>
                  </a:lnTo>
                  <a:lnTo>
                    <a:pt x="9661366" y="2554612"/>
                  </a:lnTo>
                  <a:lnTo>
                    <a:pt x="9699424" y="2554612"/>
                  </a:lnTo>
                  <a:lnTo>
                    <a:pt x="9699424" y="2554612"/>
                  </a:lnTo>
                  <a:lnTo>
                    <a:pt x="9710298" y="2554612"/>
                  </a:lnTo>
                  <a:lnTo>
                    <a:pt x="9710298" y="2554612"/>
                  </a:lnTo>
                  <a:lnTo>
                    <a:pt x="9721172" y="2554612"/>
                  </a:lnTo>
                  <a:lnTo>
                    <a:pt x="9721172" y="2554612"/>
                  </a:lnTo>
                  <a:lnTo>
                    <a:pt x="9732045" y="2554612"/>
                  </a:lnTo>
                  <a:lnTo>
                    <a:pt x="9732045" y="2558776"/>
                  </a:lnTo>
                  <a:lnTo>
                    <a:pt x="9742919" y="2558776"/>
                  </a:lnTo>
                  <a:lnTo>
                    <a:pt x="9742919" y="2558776"/>
                  </a:lnTo>
                  <a:lnTo>
                    <a:pt x="9748356" y="2558776"/>
                  </a:lnTo>
                  <a:lnTo>
                    <a:pt x="9748356" y="2562953"/>
                  </a:lnTo>
                  <a:lnTo>
                    <a:pt x="9764667" y="2562953"/>
                  </a:lnTo>
                  <a:lnTo>
                    <a:pt x="9764667" y="2571308"/>
                  </a:lnTo>
                  <a:lnTo>
                    <a:pt x="9775541" y="2571308"/>
                  </a:lnTo>
                  <a:lnTo>
                    <a:pt x="9775541" y="2571308"/>
                  </a:lnTo>
                  <a:lnTo>
                    <a:pt x="9786414" y="2571308"/>
                  </a:lnTo>
                  <a:lnTo>
                    <a:pt x="9786414" y="2571308"/>
                  </a:lnTo>
                  <a:lnTo>
                    <a:pt x="9791851" y="2571308"/>
                  </a:lnTo>
                  <a:lnTo>
                    <a:pt x="9791851" y="2571308"/>
                  </a:lnTo>
                  <a:lnTo>
                    <a:pt x="9846220" y="2571308"/>
                  </a:lnTo>
                  <a:lnTo>
                    <a:pt x="9846220" y="2571308"/>
                  </a:lnTo>
                  <a:lnTo>
                    <a:pt x="9851657" y="2571308"/>
                  </a:lnTo>
                  <a:lnTo>
                    <a:pt x="9851657" y="2571308"/>
                  </a:lnTo>
                  <a:lnTo>
                    <a:pt x="9862531" y="2571308"/>
                  </a:lnTo>
                  <a:lnTo>
                    <a:pt x="9862531" y="2571308"/>
                  </a:lnTo>
                  <a:lnTo>
                    <a:pt x="9889715" y="2571308"/>
                  </a:lnTo>
                  <a:lnTo>
                    <a:pt x="9889715" y="2571308"/>
                  </a:lnTo>
                  <a:lnTo>
                    <a:pt x="9900589" y="2571308"/>
                  </a:lnTo>
                  <a:lnTo>
                    <a:pt x="9900589" y="2571308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11026" y="789916"/>
              <a:ext cx="9895152" cy="4532871"/>
            </a:xfrm>
            <a:custGeom>
              <a:avLst/>
              <a:pathLst>
                <a:path w="9895152" h="4532871">
                  <a:moveTo>
                    <a:pt x="0" y="0"/>
                  </a:moveTo>
                  <a:lnTo>
                    <a:pt x="5436" y="0"/>
                  </a:lnTo>
                  <a:lnTo>
                    <a:pt x="5436" y="2001"/>
                  </a:lnTo>
                  <a:lnTo>
                    <a:pt x="10873" y="2001"/>
                  </a:lnTo>
                  <a:lnTo>
                    <a:pt x="10873" y="4003"/>
                  </a:lnTo>
                  <a:lnTo>
                    <a:pt x="16310" y="4003"/>
                  </a:lnTo>
                  <a:lnTo>
                    <a:pt x="16310" y="6004"/>
                  </a:lnTo>
                  <a:lnTo>
                    <a:pt x="21747" y="6004"/>
                  </a:lnTo>
                  <a:lnTo>
                    <a:pt x="21747" y="10008"/>
                  </a:lnTo>
                  <a:lnTo>
                    <a:pt x="32621" y="10008"/>
                  </a:lnTo>
                  <a:lnTo>
                    <a:pt x="32621" y="14012"/>
                  </a:lnTo>
                  <a:lnTo>
                    <a:pt x="38058" y="14012"/>
                  </a:lnTo>
                  <a:lnTo>
                    <a:pt x="38058" y="24025"/>
                  </a:lnTo>
                  <a:lnTo>
                    <a:pt x="43495" y="24025"/>
                  </a:lnTo>
                  <a:lnTo>
                    <a:pt x="43495" y="32054"/>
                  </a:lnTo>
                  <a:lnTo>
                    <a:pt x="48932" y="32054"/>
                  </a:lnTo>
                  <a:lnTo>
                    <a:pt x="48932" y="40089"/>
                  </a:lnTo>
                  <a:lnTo>
                    <a:pt x="54368" y="40089"/>
                  </a:lnTo>
                  <a:lnTo>
                    <a:pt x="54368" y="46116"/>
                  </a:lnTo>
                  <a:lnTo>
                    <a:pt x="59805" y="46116"/>
                  </a:lnTo>
                  <a:lnTo>
                    <a:pt x="59805" y="52142"/>
                  </a:lnTo>
                  <a:lnTo>
                    <a:pt x="65242" y="52142"/>
                  </a:lnTo>
                  <a:lnTo>
                    <a:pt x="65242" y="56160"/>
                  </a:lnTo>
                  <a:lnTo>
                    <a:pt x="70679" y="56160"/>
                  </a:lnTo>
                  <a:lnTo>
                    <a:pt x="70679" y="64198"/>
                  </a:lnTo>
                  <a:lnTo>
                    <a:pt x="76116" y="64198"/>
                  </a:lnTo>
                  <a:lnTo>
                    <a:pt x="76116" y="86328"/>
                  </a:lnTo>
                  <a:lnTo>
                    <a:pt x="81553" y="86328"/>
                  </a:lnTo>
                  <a:lnTo>
                    <a:pt x="81553" y="96407"/>
                  </a:lnTo>
                  <a:lnTo>
                    <a:pt x="92427" y="96407"/>
                  </a:lnTo>
                  <a:lnTo>
                    <a:pt x="92427" y="104470"/>
                  </a:lnTo>
                  <a:lnTo>
                    <a:pt x="97864" y="104470"/>
                  </a:lnTo>
                  <a:lnTo>
                    <a:pt x="97864" y="108502"/>
                  </a:lnTo>
                  <a:lnTo>
                    <a:pt x="103301" y="108502"/>
                  </a:lnTo>
                  <a:lnTo>
                    <a:pt x="103301" y="120601"/>
                  </a:lnTo>
                  <a:lnTo>
                    <a:pt x="108737" y="120601"/>
                  </a:lnTo>
                  <a:lnTo>
                    <a:pt x="108737" y="136783"/>
                  </a:lnTo>
                  <a:lnTo>
                    <a:pt x="114174" y="136783"/>
                  </a:lnTo>
                  <a:lnTo>
                    <a:pt x="114174" y="148930"/>
                  </a:lnTo>
                  <a:lnTo>
                    <a:pt x="119611" y="148930"/>
                  </a:lnTo>
                  <a:lnTo>
                    <a:pt x="119611" y="161096"/>
                  </a:lnTo>
                  <a:lnTo>
                    <a:pt x="125048" y="161096"/>
                  </a:lnTo>
                  <a:lnTo>
                    <a:pt x="125048" y="177329"/>
                  </a:lnTo>
                  <a:lnTo>
                    <a:pt x="130485" y="177329"/>
                  </a:lnTo>
                  <a:lnTo>
                    <a:pt x="130485" y="189514"/>
                  </a:lnTo>
                  <a:lnTo>
                    <a:pt x="135922" y="189514"/>
                  </a:lnTo>
                  <a:lnTo>
                    <a:pt x="135922" y="199672"/>
                  </a:lnTo>
                  <a:lnTo>
                    <a:pt x="141359" y="199672"/>
                  </a:lnTo>
                  <a:lnTo>
                    <a:pt x="141359" y="211862"/>
                  </a:lnTo>
                  <a:lnTo>
                    <a:pt x="146796" y="211862"/>
                  </a:lnTo>
                  <a:lnTo>
                    <a:pt x="146796" y="222024"/>
                  </a:lnTo>
                  <a:lnTo>
                    <a:pt x="152233" y="222024"/>
                  </a:lnTo>
                  <a:lnTo>
                    <a:pt x="152233" y="238297"/>
                  </a:lnTo>
                  <a:lnTo>
                    <a:pt x="157670" y="238297"/>
                  </a:lnTo>
                  <a:lnTo>
                    <a:pt x="157670" y="260698"/>
                  </a:lnTo>
                  <a:lnTo>
                    <a:pt x="163106" y="260698"/>
                  </a:lnTo>
                  <a:lnTo>
                    <a:pt x="163106" y="283118"/>
                  </a:lnTo>
                  <a:lnTo>
                    <a:pt x="168543" y="283118"/>
                  </a:lnTo>
                  <a:lnTo>
                    <a:pt x="168543" y="289235"/>
                  </a:lnTo>
                  <a:lnTo>
                    <a:pt x="173980" y="289235"/>
                  </a:lnTo>
                  <a:lnTo>
                    <a:pt x="173980" y="311683"/>
                  </a:lnTo>
                  <a:lnTo>
                    <a:pt x="179417" y="311683"/>
                  </a:lnTo>
                  <a:lnTo>
                    <a:pt x="179417" y="317805"/>
                  </a:lnTo>
                  <a:lnTo>
                    <a:pt x="184854" y="317805"/>
                  </a:lnTo>
                  <a:lnTo>
                    <a:pt x="184854" y="334136"/>
                  </a:lnTo>
                  <a:lnTo>
                    <a:pt x="190291" y="334136"/>
                  </a:lnTo>
                  <a:lnTo>
                    <a:pt x="190291" y="346391"/>
                  </a:lnTo>
                  <a:lnTo>
                    <a:pt x="195728" y="346391"/>
                  </a:lnTo>
                  <a:lnTo>
                    <a:pt x="195728" y="358655"/>
                  </a:lnTo>
                  <a:lnTo>
                    <a:pt x="201165" y="358655"/>
                  </a:lnTo>
                  <a:lnTo>
                    <a:pt x="201165" y="375020"/>
                  </a:lnTo>
                  <a:lnTo>
                    <a:pt x="206602" y="375020"/>
                  </a:lnTo>
                  <a:lnTo>
                    <a:pt x="206602" y="395477"/>
                  </a:lnTo>
                  <a:lnTo>
                    <a:pt x="212038" y="395477"/>
                  </a:lnTo>
                  <a:lnTo>
                    <a:pt x="212038" y="413889"/>
                  </a:lnTo>
                  <a:lnTo>
                    <a:pt x="217475" y="413889"/>
                  </a:lnTo>
                  <a:lnTo>
                    <a:pt x="217475" y="430261"/>
                  </a:lnTo>
                  <a:lnTo>
                    <a:pt x="222912" y="430261"/>
                  </a:lnTo>
                  <a:lnTo>
                    <a:pt x="222912" y="444593"/>
                  </a:lnTo>
                  <a:lnTo>
                    <a:pt x="228349" y="444593"/>
                  </a:lnTo>
                  <a:lnTo>
                    <a:pt x="228349" y="467115"/>
                  </a:lnTo>
                  <a:lnTo>
                    <a:pt x="233786" y="467115"/>
                  </a:lnTo>
                  <a:lnTo>
                    <a:pt x="233786" y="475326"/>
                  </a:lnTo>
                  <a:lnTo>
                    <a:pt x="239223" y="475326"/>
                  </a:lnTo>
                  <a:lnTo>
                    <a:pt x="239223" y="495870"/>
                  </a:lnTo>
                  <a:lnTo>
                    <a:pt x="244660" y="495870"/>
                  </a:lnTo>
                  <a:lnTo>
                    <a:pt x="244660" y="512312"/>
                  </a:lnTo>
                  <a:lnTo>
                    <a:pt x="250097" y="512312"/>
                  </a:lnTo>
                  <a:lnTo>
                    <a:pt x="250097" y="536975"/>
                  </a:lnTo>
                  <a:lnTo>
                    <a:pt x="255534" y="536975"/>
                  </a:lnTo>
                  <a:lnTo>
                    <a:pt x="255534" y="549312"/>
                  </a:lnTo>
                  <a:lnTo>
                    <a:pt x="260971" y="549312"/>
                  </a:lnTo>
                  <a:lnTo>
                    <a:pt x="260971" y="561655"/>
                  </a:lnTo>
                  <a:lnTo>
                    <a:pt x="266407" y="561655"/>
                  </a:lnTo>
                  <a:lnTo>
                    <a:pt x="266407" y="567826"/>
                  </a:lnTo>
                  <a:lnTo>
                    <a:pt x="271844" y="567826"/>
                  </a:lnTo>
                  <a:lnTo>
                    <a:pt x="271844" y="580190"/>
                  </a:lnTo>
                  <a:lnTo>
                    <a:pt x="277281" y="580190"/>
                  </a:lnTo>
                  <a:lnTo>
                    <a:pt x="277281" y="596675"/>
                  </a:lnTo>
                  <a:lnTo>
                    <a:pt x="282718" y="596675"/>
                  </a:lnTo>
                  <a:lnTo>
                    <a:pt x="282718" y="604917"/>
                  </a:lnTo>
                  <a:lnTo>
                    <a:pt x="288155" y="604917"/>
                  </a:lnTo>
                  <a:lnTo>
                    <a:pt x="288155" y="623471"/>
                  </a:lnTo>
                  <a:lnTo>
                    <a:pt x="293592" y="623471"/>
                  </a:lnTo>
                  <a:lnTo>
                    <a:pt x="293592" y="631717"/>
                  </a:lnTo>
                  <a:lnTo>
                    <a:pt x="299029" y="631717"/>
                  </a:lnTo>
                  <a:lnTo>
                    <a:pt x="299029" y="656467"/>
                  </a:lnTo>
                  <a:lnTo>
                    <a:pt x="304466" y="656467"/>
                  </a:lnTo>
                  <a:lnTo>
                    <a:pt x="304466" y="668842"/>
                  </a:lnTo>
                  <a:lnTo>
                    <a:pt x="309903" y="668842"/>
                  </a:lnTo>
                  <a:lnTo>
                    <a:pt x="309903" y="677099"/>
                  </a:lnTo>
                  <a:lnTo>
                    <a:pt x="315340" y="677099"/>
                  </a:lnTo>
                  <a:lnTo>
                    <a:pt x="315340" y="687420"/>
                  </a:lnTo>
                  <a:lnTo>
                    <a:pt x="320776" y="687420"/>
                  </a:lnTo>
                  <a:lnTo>
                    <a:pt x="320776" y="699812"/>
                  </a:lnTo>
                  <a:lnTo>
                    <a:pt x="326213" y="699812"/>
                  </a:lnTo>
                  <a:lnTo>
                    <a:pt x="326213" y="703944"/>
                  </a:lnTo>
                  <a:lnTo>
                    <a:pt x="331650" y="703944"/>
                  </a:lnTo>
                  <a:lnTo>
                    <a:pt x="331650" y="712208"/>
                  </a:lnTo>
                  <a:lnTo>
                    <a:pt x="337087" y="712208"/>
                  </a:lnTo>
                  <a:lnTo>
                    <a:pt x="337087" y="722548"/>
                  </a:lnTo>
                  <a:lnTo>
                    <a:pt x="342524" y="722548"/>
                  </a:lnTo>
                  <a:lnTo>
                    <a:pt x="342524" y="732893"/>
                  </a:lnTo>
                  <a:lnTo>
                    <a:pt x="347961" y="732893"/>
                  </a:lnTo>
                  <a:lnTo>
                    <a:pt x="347961" y="745324"/>
                  </a:lnTo>
                  <a:lnTo>
                    <a:pt x="353398" y="745324"/>
                  </a:lnTo>
                  <a:lnTo>
                    <a:pt x="353398" y="753622"/>
                  </a:lnTo>
                  <a:lnTo>
                    <a:pt x="358835" y="753622"/>
                  </a:lnTo>
                  <a:lnTo>
                    <a:pt x="358835" y="759846"/>
                  </a:lnTo>
                  <a:lnTo>
                    <a:pt x="364272" y="759846"/>
                  </a:lnTo>
                  <a:lnTo>
                    <a:pt x="364272" y="776450"/>
                  </a:lnTo>
                  <a:lnTo>
                    <a:pt x="369709" y="776450"/>
                  </a:lnTo>
                  <a:lnTo>
                    <a:pt x="369709" y="782685"/>
                  </a:lnTo>
                  <a:lnTo>
                    <a:pt x="375145" y="782685"/>
                  </a:lnTo>
                  <a:lnTo>
                    <a:pt x="375145" y="795162"/>
                  </a:lnTo>
                  <a:lnTo>
                    <a:pt x="380582" y="795162"/>
                  </a:lnTo>
                  <a:lnTo>
                    <a:pt x="380582" y="803483"/>
                  </a:lnTo>
                  <a:lnTo>
                    <a:pt x="386019" y="803483"/>
                  </a:lnTo>
                  <a:lnTo>
                    <a:pt x="386019" y="813899"/>
                  </a:lnTo>
                  <a:lnTo>
                    <a:pt x="391456" y="813899"/>
                  </a:lnTo>
                  <a:lnTo>
                    <a:pt x="391456" y="824320"/>
                  </a:lnTo>
                  <a:lnTo>
                    <a:pt x="396893" y="824320"/>
                  </a:lnTo>
                  <a:lnTo>
                    <a:pt x="396893" y="836831"/>
                  </a:lnTo>
                  <a:lnTo>
                    <a:pt x="402330" y="836831"/>
                  </a:lnTo>
                  <a:lnTo>
                    <a:pt x="402330" y="847256"/>
                  </a:lnTo>
                  <a:lnTo>
                    <a:pt x="407767" y="847256"/>
                  </a:lnTo>
                  <a:lnTo>
                    <a:pt x="407767" y="857682"/>
                  </a:lnTo>
                  <a:lnTo>
                    <a:pt x="413204" y="857682"/>
                  </a:lnTo>
                  <a:lnTo>
                    <a:pt x="413204" y="863941"/>
                  </a:lnTo>
                  <a:lnTo>
                    <a:pt x="418641" y="863941"/>
                  </a:lnTo>
                  <a:lnTo>
                    <a:pt x="418641" y="880645"/>
                  </a:lnTo>
                  <a:lnTo>
                    <a:pt x="424077" y="880645"/>
                  </a:lnTo>
                  <a:lnTo>
                    <a:pt x="424077" y="893174"/>
                  </a:lnTo>
                  <a:lnTo>
                    <a:pt x="429514" y="893174"/>
                  </a:lnTo>
                  <a:lnTo>
                    <a:pt x="429514" y="903619"/>
                  </a:lnTo>
                  <a:lnTo>
                    <a:pt x="434951" y="903619"/>
                  </a:lnTo>
                  <a:lnTo>
                    <a:pt x="434951" y="916172"/>
                  </a:lnTo>
                  <a:lnTo>
                    <a:pt x="440388" y="916172"/>
                  </a:lnTo>
                  <a:lnTo>
                    <a:pt x="440388" y="939196"/>
                  </a:lnTo>
                  <a:lnTo>
                    <a:pt x="445825" y="939196"/>
                  </a:lnTo>
                  <a:lnTo>
                    <a:pt x="445825" y="945481"/>
                  </a:lnTo>
                  <a:lnTo>
                    <a:pt x="451262" y="945481"/>
                  </a:lnTo>
                  <a:lnTo>
                    <a:pt x="451262" y="958057"/>
                  </a:lnTo>
                  <a:lnTo>
                    <a:pt x="456699" y="958057"/>
                  </a:lnTo>
                  <a:lnTo>
                    <a:pt x="456699" y="970646"/>
                  </a:lnTo>
                  <a:lnTo>
                    <a:pt x="462136" y="970646"/>
                  </a:lnTo>
                  <a:lnTo>
                    <a:pt x="462136" y="987455"/>
                  </a:lnTo>
                  <a:lnTo>
                    <a:pt x="467573" y="987455"/>
                  </a:lnTo>
                  <a:lnTo>
                    <a:pt x="467573" y="1000068"/>
                  </a:lnTo>
                  <a:lnTo>
                    <a:pt x="473010" y="1000068"/>
                  </a:lnTo>
                  <a:lnTo>
                    <a:pt x="473010" y="1008481"/>
                  </a:lnTo>
                  <a:lnTo>
                    <a:pt x="478446" y="1008481"/>
                  </a:lnTo>
                  <a:lnTo>
                    <a:pt x="478446" y="1027410"/>
                  </a:lnTo>
                  <a:lnTo>
                    <a:pt x="483883" y="1027410"/>
                  </a:lnTo>
                  <a:lnTo>
                    <a:pt x="483883" y="1035827"/>
                  </a:lnTo>
                  <a:lnTo>
                    <a:pt x="489320" y="1035827"/>
                  </a:lnTo>
                  <a:lnTo>
                    <a:pt x="489320" y="1042143"/>
                  </a:lnTo>
                  <a:lnTo>
                    <a:pt x="494757" y="1042143"/>
                  </a:lnTo>
                  <a:lnTo>
                    <a:pt x="494757" y="1061100"/>
                  </a:lnTo>
                  <a:lnTo>
                    <a:pt x="500194" y="1061100"/>
                  </a:lnTo>
                  <a:lnTo>
                    <a:pt x="500194" y="1069538"/>
                  </a:lnTo>
                  <a:lnTo>
                    <a:pt x="505631" y="1069538"/>
                  </a:lnTo>
                  <a:lnTo>
                    <a:pt x="505631" y="1073757"/>
                  </a:lnTo>
                  <a:lnTo>
                    <a:pt x="511068" y="1073757"/>
                  </a:lnTo>
                  <a:lnTo>
                    <a:pt x="511068" y="1086414"/>
                  </a:lnTo>
                  <a:lnTo>
                    <a:pt x="516505" y="1086414"/>
                  </a:lnTo>
                  <a:lnTo>
                    <a:pt x="516505" y="1092746"/>
                  </a:lnTo>
                  <a:lnTo>
                    <a:pt x="521942" y="1092746"/>
                  </a:lnTo>
                  <a:lnTo>
                    <a:pt x="521942" y="1099077"/>
                  </a:lnTo>
                  <a:lnTo>
                    <a:pt x="527379" y="1099077"/>
                  </a:lnTo>
                  <a:lnTo>
                    <a:pt x="527379" y="1107524"/>
                  </a:lnTo>
                  <a:lnTo>
                    <a:pt x="532815" y="1107524"/>
                  </a:lnTo>
                  <a:lnTo>
                    <a:pt x="532815" y="1118082"/>
                  </a:lnTo>
                  <a:lnTo>
                    <a:pt x="538252" y="1118082"/>
                  </a:lnTo>
                  <a:lnTo>
                    <a:pt x="538252" y="1128656"/>
                  </a:lnTo>
                  <a:lnTo>
                    <a:pt x="543689" y="1128656"/>
                  </a:lnTo>
                  <a:lnTo>
                    <a:pt x="543689" y="1154033"/>
                  </a:lnTo>
                  <a:lnTo>
                    <a:pt x="549126" y="1154033"/>
                  </a:lnTo>
                  <a:lnTo>
                    <a:pt x="549126" y="1160378"/>
                  </a:lnTo>
                  <a:lnTo>
                    <a:pt x="554563" y="1160378"/>
                  </a:lnTo>
                  <a:lnTo>
                    <a:pt x="554563" y="1179411"/>
                  </a:lnTo>
                  <a:lnTo>
                    <a:pt x="560000" y="1179411"/>
                  </a:lnTo>
                  <a:lnTo>
                    <a:pt x="560000" y="1192100"/>
                  </a:lnTo>
                  <a:lnTo>
                    <a:pt x="565437" y="1192100"/>
                  </a:lnTo>
                  <a:lnTo>
                    <a:pt x="565437" y="1204808"/>
                  </a:lnTo>
                  <a:lnTo>
                    <a:pt x="570874" y="1204808"/>
                  </a:lnTo>
                  <a:lnTo>
                    <a:pt x="570874" y="1209047"/>
                  </a:lnTo>
                  <a:lnTo>
                    <a:pt x="576311" y="1209047"/>
                  </a:lnTo>
                  <a:lnTo>
                    <a:pt x="576311" y="1213294"/>
                  </a:lnTo>
                  <a:lnTo>
                    <a:pt x="581747" y="1213294"/>
                  </a:lnTo>
                  <a:lnTo>
                    <a:pt x="581747" y="1228159"/>
                  </a:lnTo>
                  <a:lnTo>
                    <a:pt x="587184" y="1228159"/>
                  </a:lnTo>
                  <a:lnTo>
                    <a:pt x="587184" y="1236658"/>
                  </a:lnTo>
                  <a:lnTo>
                    <a:pt x="592621" y="1236658"/>
                  </a:lnTo>
                  <a:lnTo>
                    <a:pt x="592621" y="1240907"/>
                  </a:lnTo>
                  <a:lnTo>
                    <a:pt x="598058" y="1240907"/>
                  </a:lnTo>
                  <a:lnTo>
                    <a:pt x="598058" y="1249406"/>
                  </a:lnTo>
                  <a:lnTo>
                    <a:pt x="603495" y="1249406"/>
                  </a:lnTo>
                  <a:lnTo>
                    <a:pt x="603495" y="1264279"/>
                  </a:lnTo>
                  <a:lnTo>
                    <a:pt x="608932" y="1264279"/>
                  </a:lnTo>
                  <a:lnTo>
                    <a:pt x="608932" y="1270653"/>
                  </a:lnTo>
                  <a:lnTo>
                    <a:pt x="614369" y="1270653"/>
                  </a:lnTo>
                  <a:lnTo>
                    <a:pt x="614369" y="1277033"/>
                  </a:lnTo>
                  <a:lnTo>
                    <a:pt x="619806" y="1277033"/>
                  </a:lnTo>
                  <a:lnTo>
                    <a:pt x="619806" y="1287679"/>
                  </a:lnTo>
                  <a:lnTo>
                    <a:pt x="625243" y="1287679"/>
                  </a:lnTo>
                  <a:lnTo>
                    <a:pt x="625243" y="1291938"/>
                  </a:lnTo>
                  <a:lnTo>
                    <a:pt x="630680" y="1291938"/>
                  </a:lnTo>
                  <a:lnTo>
                    <a:pt x="630680" y="1302584"/>
                  </a:lnTo>
                  <a:lnTo>
                    <a:pt x="636116" y="1302584"/>
                  </a:lnTo>
                  <a:lnTo>
                    <a:pt x="636116" y="1308971"/>
                  </a:lnTo>
                  <a:lnTo>
                    <a:pt x="641553" y="1308971"/>
                  </a:lnTo>
                  <a:lnTo>
                    <a:pt x="641553" y="1311101"/>
                  </a:lnTo>
                  <a:lnTo>
                    <a:pt x="646990" y="1311101"/>
                  </a:lnTo>
                  <a:lnTo>
                    <a:pt x="646990" y="1313232"/>
                  </a:lnTo>
                  <a:lnTo>
                    <a:pt x="652427" y="1313232"/>
                  </a:lnTo>
                  <a:lnTo>
                    <a:pt x="652427" y="1323895"/>
                  </a:lnTo>
                  <a:lnTo>
                    <a:pt x="657864" y="1323895"/>
                  </a:lnTo>
                  <a:lnTo>
                    <a:pt x="657864" y="1332425"/>
                  </a:lnTo>
                  <a:lnTo>
                    <a:pt x="663301" y="1332425"/>
                  </a:lnTo>
                  <a:lnTo>
                    <a:pt x="663301" y="1340965"/>
                  </a:lnTo>
                  <a:lnTo>
                    <a:pt x="668738" y="1340965"/>
                  </a:lnTo>
                  <a:lnTo>
                    <a:pt x="668738" y="1351639"/>
                  </a:lnTo>
                  <a:lnTo>
                    <a:pt x="674175" y="1351639"/>
                  </a:lnTo>
                  <a:lnTo>
                    <a:pt x="674175" y="1364448"/>
                  </a:lnTo>
                  <a:lnTo>
                    <a:pt x="679612" y="1364448"/>
                  </a:lnTo>
                  <a:lnTo>
                    <a:pt x="679612" y="1370857"/>
                  </a:lnTo>
                  <a:lnTo>
                    <a:pt x="685049" y="1370857"/>
                  </a:lnTo>
                  <a:lnTo>
                    <a:pt x="685049" y="1379405"/>
                  </a:lnTo>
                  <a:lnTo>
                    <a:pt x="690485" y="1379405"/>
                  </a:lnTo>
                  <a:lnTo>
                    <a:pt x="690485" y="1381544"/>
                  </a:lnTo>
                  <a:lnTo>
                    <a:pt x="695922" y="1381544"/>
                  </a:lnTo>
                  <a:lnTo>
                    <a:pt x="695922" y="1390097"/>
                  </a:lnTo>
                  <a:lnTo>
                    <a:pt x="701359" y="1390097"/>
                  </a:lnTo>
                  <a:lnTo>
                    <a:pt x="701359" y="1398656"/>
                  </a:lnTo>
                  <a:lnTo>
                    <a:pt x="706796" y="1398656"/>
                  </a:lnTo>
                  <a:lnTo>
                    <a:pt x="706796" y="1411493"/>
                  </a:lnTo>
                  <a:lnTo>
                    <a:pt x="712233" y="1411493"/>
                  </a:lnTo>
                  <a:lnTo>
                    <a:pt x="712233" y="1415772"/>
                  </a:lnTo>
                  <a:lnTo>
                    <a:pt x="717670" y="1415772"/>
                  </a:lnTo>
                  <a:lnTo>
                    <a:pt x="717670" y="1422198"/>
                  </a:lnTo>
                  <a:lnTo>
                    <a:pt x="723107" y="1422198"/>
                  </a:lnTo>
                  <a:lnTo>
                    <a:pt x="723107" y="1432907"/>
                  </a:lnTo>
                  <a:lnTo>
                    <a:pt x="728544" y="1432907"/>
                  </a:lnTo>
                  <a:lnTo>
                    <a:pt x="728544" y="1443635"/>
                  </a:lnTo>
                  <a:lnTo>
                    <a:pt x="733981" y="1443635"/>
                  </a:lnTo>
                  <a:lnTo>
                    <a:pt x="733981" y="1452217"/>
                  </a:lnTo>
                  <a:lnTo>
                    <a:pt x="739418" y="1452217"/>
                  </a:lnTo>
                  <a:lnTo>
                    <a:pt x="739418" y="1460798"/>
                  </a:lnTo>
                  <a:lnTo>
                    <a:pt x="744854" y="1460798"/>
                  </a:lnTo>
                  <a:lnTo>
                    <a:pt x="744854" y="1471532"/>
                  </a:lnTo>
                  <a:lnTo>
                    <a:pt x="750291" y="1471532"/>
                  </a:lnTo>
                  <a:lnTo>
                    <a:pt x="750291" y="1480118"/>
                  </a:lnTo>
                  <a:lnTo>
                    <a:pt x="755728" y="1480118"/>
                  </a:lnTo>
                  <a:lnTo>
                    <a:pt x="755728" y="1486562"/>
                  </a:lnTo>
                  <a:lnTo>
                    <a:pt x="761165" y="1486562"/>
                  </a:lnTo>
                  <a:lnTo>
                    <a:pt x="761165" y="1497302"/>
                  </a:lnTo>
                  <a:lnTo>
                    <a:pt x="766602" y="1497302"/>
                  </a:lnTo>
                  <a:lnTo>
                    <a:pt x="766602" y="1505903"/>
                  </a:lnTo>
                  <a:lnTo>
                    <a:pt x="772039" y="1505903"/>
                  </a:lnTo>
                  <a:lnTo>
                    <a:pt x="772039" y="1518805"/>
                  </a:lnTo>
                  <a:lnTo>
                    <a:pt x="777476" y="1518805"/>
                  </a:lnTo>
                  <a:lnTo>
                    <a:pt x="777476" y="1523105"/>
                  </a:lnTo>
                  <a:lnTo>
                    <a:pt x="782913" y="1523105"/>
                  </a:lnTo>
                  <a:lnTo>
                    <a:pt x="782913" y="1525257"/>
                  </a:lnTo>
                  <a:lnTo>
                    <a:pt x="788350" y="1525257"/>
                  </a:lnTo>
                  <a:lnTo>
                    <a:pt x="788350" y="1527410"/>
                  </a:lnTo>
                  <a:lnTo>
                    <a:pt x="793786" y="1527410"/>
                  </a:lnTo>
                  <a:lnTo>
                    <a:pt x="793786" y="1544632"/>
                  </a:lnTo>
                  <a:lnTo>
                    <a:pt x="799223" y="1544632"/>
                  </a:lnTo>
                  <a:lnTo>
                    <a:pt x="799223" y="1553243"/>
                  </a:lnTo>
                  <a:lnTo>
                    <a:pt x="804660" y="1553243"/>
                  </a:lnTo>
                  <a:lnTo>
                    <a:pt x="804660" y="1564025"/>
                  </a:lnTo>
                  <a:lnTo>
                    <a:pt x="810097" y="1564025"/>
                  </a:lnTo>
                  <a:lnTo>
                    <a:pt x="810097" y="1570502"/>
                  </a:lnTo>
                  <a:lnTo>
                    <a:pt x="820971" y="1570502"/>
                  </a:lnTo>
                  <a:lnTo>
                    <a:pt x="820971" y="1574825"/>
                  </a:lnTo>
                  <a:lnTo>
                    <a:pt x="826408" y="1574825"/>
                  </a:lnTo>
                  <a:lnTo>
                    <a:pt x="826408" y="1581309"/>
                  </a:lnTo>
                  <a:lnTo>
                    <a:pt x="831845" y="1581309"/>
                  </a:lnTo>
                  <a:lnTo>
                    <a:pt x="831845" y="1596440"/>
                  </a:lnTo>
                  <a:lnTo>
                    <a:pt x="837282" y="1596440"/>
                  </a:lnTo>
                  <a:lnTo>
                    <a:pt x="837282" y="1600768"/>
                  </a:lnTo>
                  <a:lnTo>
                    <a:pt x="842719" y="1600768"/>
                  </a:lnTo>
                  <a:lnTo>
                    <a:pt x="842719" y="1611607"/>
                  </a:lnTo>
                  <a:lnTo>
                    <a:pt x="848155" y="1611607"/>
                  </a:lnTo>
                  <a:lnTo>
                    <a:pt x="848155" y="1620288"/>
                  </a:lnTo>
                  <a:lnTo>
                    <a:pt x="853592" y="1620288"/>
                  </a:lnTo>
                  <a:lnTo>
                    <a:pt x="853592" y="1622459"/>
                  </a:lnTo>
                  <a:lnTo>
                    <a:pt x="859029" y="1622459"/>
                  </a:lnTo>
                  <a:lnTo>
                    <a:pt x="859029" y="1631145"/>
                  </a:lnTo>
                  <a:lnTo>
                    <a:pt x="864466" y="1631145"/>
                  </a:lnTo>
                  <a:lnTo>
                    <a:pt x="864466" y="1646347"/>
                  </a:lnTo>
                  <a:lnTo>
                    <a:pt x="869903" y="1646347"/>
                  </a:lnTo>
                  <a:lnTo>
                    <a:pt x="869903" y="1657205"/>
                  </a:lnTo>
                  <a:lnTo>
                    <a:pt x="875340" y="1657205"/>
                  </a:lnTo>
                  <a:lnTo>
                    <a:pt x="875340" y="1670235"/>
                  </a:lnTo>
                  <a:lnTo>
                    <a:pt x="880777" y="1670235"/>
                  </a:lnTo>
                  <a:lnTo>
                    <a:pt x="880777" y="1681100"/>
                  </a:lnTo>
                  <a:lnTo>
                    <a:pt x="886214" y="1681100"/>
                  </a:lnTo>
                  <a:lnTo>
                    <a:pt x="886214" y="1685448"/>
                  </a:lnTo>
                  <a:lnTo>
                    <a:pt x="891651" y="1685448"/>
                  </a:lnTo>
                  <a:lnTo>
                    <a:pt x="891651" y="1691971"/>
                  </a:lnTo>
                  <a:lnTo>
                    <a:pt x="897088" y="1691971"/>
                  </a:lnTo>
                  <a:lnTo>
                    <a:pt x="897088" y="1700668"/>
                  </a:lnTo>
                  <a:lnTo>
                    <a:pt x="902524" y="1700668"/>
                  </a:lnTo>
                  <a:lnTo>
                    <a:pt x="902524" y="1702843"/>
                  </a:lnTo>
                  <a:lnTo>
                    <a:pt x="907961" y="1702843"/>
                  </a:lnTo>
                  <a:lnTo>
                    <a:pt x="907961" y="1709370"/>
                  </a:lnTo>
                  <a:lnTo>
                    <a:pt x="913398" y="1709370"/>
                  </a:lnTo>
                  <a:lnTo>
                    <a:pt x="913398" y="1711547"/>
                  </a:lnTo>
                  <a:lnTo>
                    <a:pt x="918835" y="1711547"/>
                  </a:lnTo>
                  <a:lnTo>
                    <a:pt x="918835" y="1713727"/>
                  </a:lnTo>
                  <a:lnTo>
                    <a:pt x="924272" y="1713727"/>
                  </a:lnTo>
                  <a:lnTo>
                    <a:pt x="924272" y="1720265"/>
                  </a:lnTo>
                  <a:lnTo>
                    <a:pt x="929709" y="1720265"/>
                  </a:lnTo>
                  <a:lnTo>
                    <a:pt x="929709" y="1722445"/>
                  </a:lnTo>
                  <a:lnTo>
                    <a:pt x="935146" y="1722445"/>
                  </a:lnTo>
                  <a:lnTo>
                    <a:pt x="935146" y="1728983"/>
                  </a:lnTo>
                  <a:lnTo>
                    <a:pt x="940583" y="1728983"/>
                  </a:lnTo>
                  <a:lnTo>
                    <a:pt x="940583" y="1739888"/>
                  </a:lnTo>
                  <a:lnTo>
                    <a:pt x="946020" y="1739888"/>
                  </a:lnTo>
                  <a:lnTo>
                    <a:pt x="946020" y="1746430"/>
                  </a:lnTo>
                  <a:lnTo>
                    <a:pt x="951457" y="1746430"/>
                  </a:lnTo>
                  <a:lnTo>
                    <a:pt x="951457" y="1748614"/>
                  </a:lnTo>
                  <a:lnTo>
                    <a:pt x="956893" y="1748614"/>
                  </a:lnTo>
                  <a:lnTo>
                    <a:pt x="956893" y="1755168"/>
                  </a:lnTo>
                  <a:lnTo>
                    <a:pt x="962330" y="1755168"/>
                  </a:lnTo>
                  <a:lnTo>
                    <a:pt x="962330" y="1761723"/>
                  </a:lnTo>
                  <a:lnTo>
                    <a:pt x="967767" y="1761723"/>
                  </a:lnTo>
                  <a:lnTo>
                    <a:pt x="967767" y="1772647"/>
                  </a:lnTo>
                  <a:lnTo>
                    <a:pt x="973204" y="1772647"/>
                  </a:lnTo>
                  <a:lnTo>
                    <a:pt x="973204" y="1774832"/>
                  </a:lnTo>
                  <a:lnTo>
                    <a:pt x="984078" y="1774832"/>
                  </a:lnTo>
                  <a:lnTo>
                    <a:pt x="984078" y="1787950"/>
                  </a:lnTo>
                  <a:lnTo>
                    <a:pt x="989515" y="1787950"/>
                  </a:lnTo>
                  <a:lnTo>
                    <a:pt x="989515" y="1790137"/>
                  </a:lnTo>
                  <a:lnTo>
                    <a:pt x="994952" y="1790137"/>
                  </a:lnTo>
                  <a:lnTo>
                    <a:pt x="994952" y="1801089"/>
                  </a:lnTo>
                  <a:lnTo>
                    <a:pt x="1000389" y="1801089"/>
                  </a:lnTo>
                  <a:lnTo>
                    <a:pt x="1000389" y="1805470"/>
                  </a:lnTo>
                  <a:lnTo>
                    <a:pt x="1005825" y="1805470"/>
                  </a:lnTo>
                  <a:lnTo>
                    <a:pt x="1005825" y="1816428"/>
                  </a:lnTo>
                  <a:lnTo>
                    <a:pt x="1011262" y="1816428"/>
                  </a:lnTo>
                  <a:lnTo>
                    <a:pt x="1011262" y="1818620"/>
                  </a:lnTo>
                  <a:lnTo>
                    <a:pt x="1016699" y="1818620"/>
                  </a:lnTo>
                  <a:lnTo>
                    <a:pt x="1016699" y="1825195"/>
                  </a:lnTo>
                  <a:lnTo>
                    <a:pt x="1022136" y="1825195"/>
                  </a:lnTo>
                  <a:lnTo>
                    <a:pt x="1022136" y="1825195"/>
                  </a:lnTo>
                  <a:lnTo>
                    <a:pt x="1027573" y="1825195"/>
                  </a:lnTo>
                  <a:lnTo>
                    <a:pt x="1027573" y="1829587"/>
                  </a:lnTo>
                  <a:lnTo>
                    <a:pt x="1033010" y="1829587"/>
                  </a:lnTo>
                  <a:lnTo>
                    <a:pt x="1033010" y="1833981"/>
                  </a:lnTo>
                  <a:lnTo>
                    <a:pt x="1038447" y="1833981"/>
                  </a:lnTo>
                  <a:lnTo>
                    <a:pt x="1038447" y="1842770"/>
                  </a:lnTo>
                  <a:lnTo>
                    <a:pt x="1043884" y="1842770"/>
                  </a:lnTo>
                  <a:lnTo>
                    <a:pt x="1043884" y="1847168"/>
                  </a:lnTo>
                  <a:lnTo>
                    <a:pt x="1049321" y="1847168"/>
                  </a:lnTo>
                  <a:lnTo>
                    <a:pt x="1049321" y="1851565"/>
                  </a:lnTo>
                  <a:lnTo>
                    <a:pt x="1054758" y="1851565"/>
                  </a:lnTo>
                  <a:lnTo>
                    <a:pt x="1054758" y="1855962"/>
                  </a:lnTo>
                  <a:lnTo>
                    <a:pt x="1060194" y="1855962"/>
                  </a:lnTo>
                  <a:lnTo>
                    <a:pt x="1060194" y="1858161"/>
                  </a:lnTo>
                  <a:lnTo>
                    <a:pt x="1065631" y="1858161"/>
                  </a:lnTo>
                  <a:lnTo>
                    <a:pt x="1065631" y="1869154"/>
                  </a:lnTo>
                  <a:lnTo>
                    <a:pt x="1071068" y="1869154"/>
                  </a:lnTo>
                  <a:lnTo>
                    <a:pt x="1071068" y="1871356"/>
                  </a:lnTo>
                  <a:lnTo>
                    <a:pt x="1076505" y="1871356"/>
                  </a:lnTo>
                  <a:lnTo>
                    <a:pt x="1076505" y="1875761"/>
                  </a:lnTo>
                  <a:lnTo>
                    <a:pt x="1081942" y="1875761"/>
                  </a:lnTo>
                  <a:lnTo>
                    <a:pt x="1081942" y="1886776"/>
                  </a:lnTo>
                  <a:lnTo>
                    <a:pt x="1087379" y="1886776"/>
                  </a:lnTo>
                  <a:lnTo>
                    <a:pt x="1087379" y="1888979"/>
                  </a:lnTo>
                  <a:lnTo>
                    <a:pt x="1092816" y="1888979"/>
                  </a:lnTo>
                  <a:lnTo>
                    <a:pt x="1092816" y="1893387"/>
                  </a:lnTo>
                  <a:lnTo>
                    <a:pt x="1098253" y="1893387"/>
                  </a:lnTo>
                  <a:lnTo>
                    <a:pt x="1098253" y="1900009"/>
                  </a:lnTo>
                  <a:lnTo>
                    <a:pt x="1103690" y="1900009"/>
                  </a:lnTo>
                  <a:lnTo>
                    <a:pt x="1103690" y="1904426"/>
                  </a:lnTo>
                  <a:lnTo>
                    <a:pt x="1109127" y="1904426"/>
                  </a:lnTo>
                  <a:lnTo>
                    <a:pt x="1109127" y="1913261"/>
                  </a:lnTo>
                  <a:lnTo>
                    <a:pt x="1114563" y="1913261"/>
                  </a:lnTo>
                  <a:lnTo>
                    <a:pt x="1114563" y="1915469"/>
                  </a:lnTo>
                  <a:lnTo>
                    <a:pt x="1125437" y="1915469"/>
                  </a:lnTo>
                  <a:lnTo>
                    <a:pt x="1125437" y="1917681"/>
                  </a:lnTo>
                  <a:lnTo>
                    <a:pt x="1130874" y="1917681"/>
                  </a:lnTo>
                  <a:lnTo>
                    <a:pt x="1130874" y="1928753"/>
                  </a:lnTo>
                  <a:lnTo>
                    <a:pt x="1136311" y="1928753"/>
                  </a:lnTo>
                  <a:lnTo>
                    <a:pt x="1136311" y="1933181"/>
                  </a:lnTo>
                  <a:lnTo>
                    <a:pt x="1141748" y="1933181"/>
                  </a:lnTo>
                  <a:lnTo>
                    <a:pt x="1141748" y="1946468"/>
                  </a:lnTo>
                  <a:lnTo>
                    <a:pt x="1147185" y="1946468"/>
                  </a:lnTo>
                  <a:lnTo>
                    <a:pt x="1147185" y="1953111"/>
                  </a:lnTo>
                  <a:lnTo>
                    <a:pt x="1152622" y="1953111"/>
                  </a:lnTo>
                  <a:lnTo>
                    <a:pt x="1152622" y="1957543"/>
                  </a:lnTo>
                  <a:lnTo>
                    <a:pt x="1158059" y="1957543"/>
                  </a:lnTo>
                  <a:lnTo>
                    <a:pt x="1158059" y="1964190"/>
                  </a:lnTo>
                  <a:lnTo>
                    <a:pt x="1163495" y="1964190"/>
                  </a:lnTo>
                  <a:lnTo>
                    <a:pt x="1163495" y="1968622"/>
                  </a:lnTo>
                  <a:lnTo>
                    <a:pt x="1168932" y="1968622"/>
                  </a:lnTo>
                  <a:lnTo>
                    <a:pt x="1168932" y="1970838"/>
                  </a:lnTo>
                  <a:lnTo>
                    <a:pt x="1174369" y="1970838"/>
                  </a:lnTo>
                  <a:lnTo>
                    <a:pt x="1174369" y="1977485"/>
                  </a:lnTo>
                  <a:lnTo>
                    <a:pt x="1179806" y="1977485"/>
                  </a:lnTo>
                  <a:lnTo>
                    <a:pt x="1179806" y="1981917"/>
                  </a:lnTo>
                  <a:lnTo>
                    <a:pt x="1185243" y="1981917"/>
                  </a:lnTo>
                  <a:lnTo>
                    <a:pt x="1185243" y="1990786"/>
                  </a:lnTo>
                  <a:lnTo>
                    <a:pt x="1190680" y="1990786"/>
                  </a:lnTo>
                  <a:lnTo>
                    <a:pt x="1190680" y="1997438"/>
                  </a:lnTo>
                  <a:lnTo>
                    <a:pt x="1196117" y="1997438"/>
                  </a:lnTo>
                  <a:lnTo>
                    <a:pt x="1196117" y="2006308"/>
                  </a:lnTo>
                  <a:lnTo>
                    <a:pt x="1201554" y="2006308"/>
                  </a:lnTo>
                  <a:lnTo>
                    <a:pt x="1201554" y="2017394"/>
                  </a:lnTo>
                  <a:lnTo>
                    <a:pt x="1206991" y="2017394"/>
                  </a:lnTo>
                  <a:lnTo>
                    <a:pt x="1206991" y="2019612"/>
                  </a:lnTo>
                  <a:lnTo>
                    <a:pt x="1212428" y="2019612"/>
                  </a:lnTo>
                  <a:lnTo>
                    <a:pt x="1212428" y="2030698"/>
                  </a:lnTo>
                  <a:lnTo>
                    <a:pt x="1217864" y="2030698"/>
                  </a:lnTo>
                  <a:lnTo>
                    <a:pt x="1217864" y="2035133"/>
                  </a:lnTo>
                  <a:lnTo>
                    <a:pt x="1223301" y="2035133"/>
                  </a:lnTo>
                  <a:lnTo>
                    <a:pt x="1223301" y="2041794"/>
                  </a:lnTo>
                  <a:lnTo>
                    <a:pt x="1228738" y="2041794"/>
                  </a:lnTo>
                  <a:lnTo>
                    <a:pt x="1228738" y="2048455"/>
                  </a:lnTo>
                  <a:lnTo>
                    <a:pt x="1234175" y="2048455"/>
                  </a:lnTo>
                  <a:lnTo>
                    <a:pt x="1234175" y="2052896"/>
                  </a:lnTo>
                  <a:lnTo>
                    <a:pt x="1239612" y="2052896"/>
                  </a:lnTo>
                  <a:lnTo>
                    <a:pt x="1239612" y="2055116"/>
                  </a:lnTo>
                  <a:lnTo>
                    <a:pt x="1245049" y="2055116"/>
                  </a:lnTo>
                  <a:lnTo>
                    <a:pt x="1245049" y="2059557"/>
                  </a:lnTo>
                  <a:lnTo>
                    <a:pt x="1250486" y="2059557"/>
                  </a:lnTo>
                  <a:lnTo>
                    <a:pt x="1250486" y="2066218"/>
                  </a:lnTo>
                  <a:lnTo>
                    <a:pt x="1255923" y="2066218"/>
                  </a:lnTo>
                  <a:lnTo>
                    <a:pt x="1255923" y="2070659"/>
                  </a:lnTo>
                  <a:lnTo>
                    <a:pt x="1261360" y="2070659"/>
                  </a:lnTo>
                  <a:lnTo>
                    <a:pt x="1261360" y="2072881"/>
                  </a:lnTo>
                  <a:lnTo>
                    <a:pt x="1266797" y="2072881"/>
                  </a:lnTo>
                  <a:lnTo>
                    <a:pt x="1266797" y="2077327"/>
                  </a:lnTo>
                  <a:lnTo>
                    <a:pt x="1272233" y="2077327"/>
                  </a:lnTo>
                  <a:lnTo>
                    <a:pt x="1272233" y="2081774"/>
                  </a:lnTo>
                  <a:lnTo>
                    <a:pt x="1277670" y="2081774"/>
                  </a:lnTo>
                  <a:lnTo>
                    <a:pt x="1277670" y="2092899"/>
                  </a:lnTo>
                  <a:lnTo>
                    <a:pt x="1283107" y="2092899"/>
                  </a:lnTo>
                  <a:lnTo>
                    <a:pt x="1283107" y="2095124"/>
                  </a:lnTo>
                  <a:lnTo>
                    <a:pt x="1288544" y="2095124"/>
                  </a:lnTo>
                  <a:lnTo>
                    <a:pt x="1288544" y="2097351"/>
                  </a:lnTo>
                  <a:lnTo>
                    <a:pt x="1293981" y="2097351"/>
                  </a:lnTo>
                  <a:lnTo>
                    <a:pt x="1293981" y="2112947"/>
                  </a:lnTo>
                  <a:lnTo>
                    <a:pt x="1299418" y="2112947"/>
                  </a:lnTo>
                  <a:lnTo>
                    <a:pt x="1299418" y="2117406"/>
                  </a:lnTo>
                  <a:lnTo>
                    <a:pt x="1304855" y="2117406"/>
                  </a:lnTo>
                  <a:lnTo>
                    <a:pt x="1304855" y="2126324"/>
                  </a:lnTo>
                  <a:lnTo>
                    <a:pt x="1310292" y="2126324"/>
                  </a:lnTo>
                  <a:lnTo>
                    <a:pt x="1310292" y="2128554"/>
                  </a:lnTo>
                  <a:lnTo>
                    <a:pt x="1315729" y="2128554"/>
                  </a:lnTo>
                  <a:lnTo>
                    <a:pt x="1315729" y="2130784"/>
                  </a:lnTo>
                  <a:lnTo>
                    <a:pt x="1321166" y="2130784"/>
                  </a:lnTo>
                  <a:lnTo>
                    <a:pt x="1321166" y="2133013"/>
                  </a:lnTo>
                  <a:lnTo>
                    <a:pt x="1326602" y="2133013"/>
                  </a:lnTo>
                  <a:lnTo>
                    <a:pt x="1326602" y="2137476"/>
                  </a:lnTo>
                  <a:lnTo>
                    <a:pt x="1332039" y="2137476"/>
                  </a:lnTo>
                  <a:lnTo>
                    <a:pt x="1332039" y="2139707"/>
                  </a:lnTo>
                  <a:lnTo>
                    <a:pt x="1337476" y="2139707"/>
                  </a:lnTo>
                  <a:lnTo>
                    <a:pt x="1337476" y="2141938"/>
                  </a:lnTo>
                  <a:lnTo>
                    <a:pt x="1342913" y="2141938"/>
                  </a:lnTo>
                  <a:lnTo>
                    <a:pt x="1342913" y="2144169"/>
                  </a:lnTo>
                  <a:lnTo>
                    <a:pt x="1348350" y="2144169"/>
                  </a:lnTo>
                  <a:lnTo>
                    <a:pt x="1348350" y="2150863"/>
                  </a:lnTo>
                  <a:lnTo>
                    <a:pt x="1353787" y="2150863"/>
                  </a:lnTo>
                  <a:lnTo>
                    <a:pt x="1353787" y="2153094"/>
                  </a:lnTo>
                  <a:lnTo>
                    <a:pt x="1359224" y="2153094"/>
                  </a:lnTo>
                  <a:lnTo>
                    <a:pt x="1359224" y="2157556"/>
                  </a:lnTo>
                  <a:lnTo>
                    <a:pt x="1364661" y="2157556"/>
                  </a:lnTo>
                  <a:lnTo>
                    <a:pt x="1364661" y="2162019"/>
                  </a:lnTo>
                  <a:lnTo>
                    <a:pt x="1370098" y="2162019"/>
                  </a:lnTo>
                  <a:lnTo>
                    <a:pt x="1370098" y="2164250"/>
                  </a:lnTo>
                  <a:lnTo>
                    <a:pt x="1375534" y="2164250"/>
                  </a:lnTo>
                  <a:lnTo>
                    <a:pt x="1375534" y="2166481"/>
                  </a:lnTo>
                  <a:lnTo>
                    <a:pt x="1380971" y="2166481"/>
                  </a:lnTo>
                  <a:lnTo>
                    <a:pt x="1380971" y="2175406"/>
                  </a:lnTo>
                  <a:lnTo>
                    <a:pt x="1386408" y="2175406"/>
                  </a:lnTo>
                  <a:lnTo>
                    <a:pt x="1386408" y="2177637"/>
                  </a:lnTo>
                  <a:lnTo>
                    <a:pt x="1391845" y="2177637"/>
                  </a:lnTo>
                  <a:lnTo>
                    <a:pt x="1391845" y="2184330"/>
                  </a:lnTo>
                  <a:lnTo>
                    <a:pt x="1397282" y="2184330"/>
                  </a:lnTo>
                  <a:lnTo>
                    <a:pt x="1397282" y="2186562"/>
                  </a:lnTo>
                  <a:lnTo>
                    <a:pt x="1402719" y="2186562"/>
                  </a:lnTo>
                  <a:lnTo>
                    <a:pt x="1402719" y="2195486"/>
                  </a:lnTo>
                  <a:lnTo>
                    <a:pt x="1408156" y="2195486"/>
                  </a:lnTo>
                  <a:lnTo>
                    <a:pt x="1408156" y="2199952"/>
                  </a:lnTo>
                  <a:lnTo>
                    <a:pt x="1413593" y="2199952"/>
                  </a:lnTo>
                  <a:lnTo>
                    <a:pt x="1413593" y="2202185"/>
                  </a:lnTo>
                  <a:lnTo>
                    <a:pt x="1419030" y="2202185"/>
                  </a:lnTo>
                  <a:lnTo>
                    <a:pt x="1419030" y="2206653"/>
                  </a:lnTo>
                  <a:lnTo>
                    <a:pt x="1424467" y="2206653"/>
                  </a:lnTo>
                  <a:lnTo>
                    <a:pt x="1424467" y="2211125"/>
                  </a:lnTo>
                  <a:lnTo>
                    <a:pt x="1429903" y="2211125"/>
                  </a:lnTo>
                  <a:lnTo>
                    <a:pt x="1429903" y="2220069"/>
                  </a:lnTo>
                  <a:lnTo>
                    <a:pt x="1440777" y="2220069"/>
                  </a:lnTo>
                  <a:lnTo>
                    <a:pt x="1440777" y="2224541"/>
                  </a:lnTo>
                  <a:lnTo>
                    <a:pt x="1446214" y="2224541"/>
                  </a:lnTo>
                  <a:lnTo>
                    <a:pt x="1446214" y="2226779"/>
                  </a:lnTo>
                  <a:lnTo>
                    <a:pt x="1451651" y="2226779"/>
                  </a:lnTo>
                  <a:lnTo>
                    <a:pt x="1451651" y="2229020"/>
                  </a:lnTo>
                  <a:lnTo>
                    <a:pt x="1457088" y="2229020"/>
                  </a:lnTo>
                  <a:lnTo>
                    <a:pt x="1457088" y="2237984"/>
                  </a:lnTo>
                  <a:lnTo>
                    <a:pt x="1462525" y="2237984"/>
                  </a:lnTo>
                  <a:lnTo>
                    <a:pt x="1462525" y="2240224"/>
                  </a:lnTo>
                  <a:lnTo>
                    <a:pt x="1467962" y="2240224"/>
                  </a:lnTo>
                  <a:lnTo>
                    <a:pt x="1467962" y="2253680"/>
                  </a:lnTo>
                  <a:lnTo>
                    <a:pt x="1473399" y="2253680"/>
                  </a:lnTo>
                  <a:lnTo>
                    <a:pt x="1473399" y="2255922"/>
                  </a:lnTo>
                  <a:lnTo>
                    <a:pt x="1478836" y="2255922"/>
                  </a:lnTo>
                  <a:lnTo>
                    <a:pt x="1478836" y="2258168"/>
                  </a:lnTo>
                  <a:lnTo>
                    <a:pt x="1484272" y="2258168"/>
                  </a:lnTo>
                  <a:lnTo>
                    <a:pt x="1484272" y="2264906"/>
                  </a:lnTo>
                  <a:lnTo>
                    <a:pt x="1489709" y="2264906"/>
                  </a:lnTo>
                  <a:lnTo>
                    <a:pt x="1489709" y="2271648"/>
                  </a:lnTo>
                  <a:lnTo>
                    <a:pt x="1495146" y="2271648"/>
                  </a:lnTo>
                  <a:lnTo>
                    <a:pt x="1495146" y="2276143"/>
                  </a:lnTo>
                  <a:lnTo>
                    <a:pt x="1500583" y="2276143"/>
                  </a:lnTo>
                  <a:lnTo>
                    <a:pt x="1500583" y="2289628"/>
                  </a:lnTo>
                  <a:lnTo>
                    <a:pt x="1506020" y="2289628"/>
                  </a:lnTo>
                  <a:lnTo>
                    <a:pt x="1506020" y="2291876"/>
                  </a:lnTo>
                  <a:lnTo>
                    <a:pt x="1511457" y="2291876"/>
                  </a:lnTo>
                  <a:lnTo>
                    <a:pt x="1511457" y="2300866"/>
                  </a:lnTo>
                  <a:lnTo>
                    <a:pt x="1516894" y="2300866"/>
                  </a:lnTo>
                  <a:lnTo>
                    <a:pt x="1516894" y="2305361"/>
                  </a:lnTo>
                  <a:lnTo>
                    <a:pt x="1522331" y="2305361"/>
                  </a:lnTo>
                  <a:lnTo>
                    <a:pt x="1522331" y="2309859"/>
                  </a:lnTo>
                  <a:lnTo>
                    <a:pt x="1533205" y="2309859"/>
                  </a:lnTo>
                  <a:lnTo>
                    <a:pt x="1533205" y="2318856"/>
                  </a:lnTo>
                  <a:lnTo>
                    <a:pt x="1538641" y="2318856"/>
                  </a:lnTo>
                  <a:lnTo>
                    <a:pt x="1538641" y="2321105"/>
                  </a:lnTo>
                  <a:lnTo>
                    <a:pt x="1544078" y="2321105"/>
                  </a:lnTo>
                  <a:lnTo>
                    <a:pt x="1544078" y="2332351"/>
                  </a:lnTo>
                  <a:lnTo>
                    <a:pt x="1549515" y="2332351"/>
                  </a:lnTo>
                  <a:lnTo>
                    <a:pt x="1549515" y="2334601"/>
                  </a:lnTo>
                  <a:lnTo>
                    <a:pt x="1554952" y="2334601"/>
                  </a:lnTo>
                  <a:lnTo>
                    <a:pt x="1554952" y="2348096"/>
                  </a:lnTo>
                  <a:lnTo>
                    <a:pt x="1560389" y="2348096"/>
                  </a:lnTo>
                  <a:lnTo>
                    <a:pt x="1560389" y="2354844"/>
                  </a:lnTo>
                  <a:lnTo>
                    <a:pt x="1565826" y="2354844"/>
                  </a:lnTo>
                  <a:lnTo>
                    <a:pt x="1565826" y="2368339"/>
                  </a:lnTo>
                  <a:lnTo>
                    <a:pt x="1576700" y="2368339"/>
                  </a:lnTo>
                  <a:lnTo>
                    <a:pt x="1576700" y="2372837"/>
                  </a:lnTo>
                  <a:lnTo>
                    <a:pt x="1582137" y="2372837"/>
                  </a:lnTo>
                  <a:lnTo>
                    <a:pt x="1582137" y="2377336"/>
                  </a:lnTo>
                  <a:lnTo>
                    <a:pt x="1587573" y="2377336"/>
                  </a:lnTo>
                  <a:lnTo>
                    <a:pt x="1587573" y="2379585"/>
                  </a:lnTo>
                  <a:lnTo>
                    <a:pt x="1593010" y="2379585"/>
                  </a:lnTo>
                  <a:lnTo>
                    <a:pt x="1593010" y="2384087"/>
                  </a:lnTo>
                  <a:lnTo>
                    <a:pt x="1598447" y="2384087"/>
                  </a:lnTo>
                  <a:lnTo>
                    <a:pt x="1598447" y="2388589"/>
                  </a:lnTo>
                  <a:lnTo>
                    <a:pt x="1603884" y="2388589"/>
                  </a:lnTo>
                  <a:lnTo>
                    <a:pt x="1603884" y="2399852"/>
                  </a:lnTo>
                  <a:lnTo>
                    <a:pt x="1609321" y="2399852"/>
                  </a:lnTo>
                  <a:lnTo>
                    <a:pt x="1609321" y="2404361"/>
                  </a:lnTo>
                  <a:lnTo>
                    <a:pt x="1614758" y="2404361"/>
                  </a:lnTo>
                  <a:lnTo>
                    <a:pt x="1614758" y="2408870"/>
                  </a:lnTo>
                  <a:lnTo>
                    <a:pt x="1620195" y="2408870"/>
                  </a:lnTo>
                  <a:lnTo>
                    <a:pt x="1620195" y="2411124"/>
                  </a:lnTo>
                  <a:lnTo>
                    <a:pt x="1625632" y="2411124"/>
                  </a:lnTo>
                  <a:lnTo>
                    <a:pt x="1625632" y="2422405"/>
                  </a:lnTo>
                  <a:lnTo>
                    <a:pt x="1631069" y="2422405"/>
                  </a:lnTo>
                  <a:lnTo>
                    <a:pt x="1631069" y="2426917"/>
                  </a:lnTo>
                  <a:lnTo>
                    <a:pt x="1636506" y="2426917"/>
                  </a:lnTo>
                  <a:lnTo>
                    <a:pt x="1636506" y="2438198"/>
                  </a:lnTo>
                  <a:lnTo>
                    <a:pt x="1641942" y="2438198"/>
                  </a:lnTo>
                  <a:lnTo>
                    <a:pt x="1641942" y="2442711"/>
                  </a:lnTo>
                  <a:lnTo>
                    <a:pt x="1647379" y="2442711"/>
                  </a:lnTo>
                  <a:lnTo>
                    <a:pt x="1647379" y="2449479"/>
                  </a:lnTo>
                  <a:lnTo>
                    <a:pt x="1652816" y="2449479"/>
                  </a:lnTo>
                  <a:lnTo>
                    <a:pt x="1652816" y="2456248"/>
                  </a:lnTo>
                  <a:lnTo>
                    <a:pt x="1658253" y="2456248"/>
                  </a:lnTo>
                  <a:lnTo>
                    <a:pt x="1658253" y="2460760"/>
                  </a:lnTo>
                  <a:lnTo>
                    <a:pt x="1669127" y="2460760"/>
                  </a:lnTo>
                  <a:lnTo>
                    <a:pt x="1669127" y="2460760"/>
                  </a:lnTo>
                  <a:lnTo>
                    <a:pt x="1674564" y="2460760"/>
                  </a:lnTo>
                  <a:lnTo>
                    <a:pt x="1674564" y="2472059"/>
                  </a:lnTo>
                  <a:lnTo>
                    <a:pt x="1680001" y="2472059"/>
                  </a:lnTo>
                  <a:lnTo>
                    <a:pt x="1680001" y="2474319"/>
                  </a:lnTo>
                  <a:lnTo>
                    <a:pt x="1685438" y="2474319"/>
                  </a:lnTo>
                  <a:lnTo>
                    <a:pt x="1685438" y="2481098"/>
                  </a:lnTo>
                  <a:lnTo>
                    <a:pt x="1690875" y="2481098"/>
                  </a:lnTo>
                  <a:lnTo>
                    <a:pt x="1690875" y="2487878"/>
                  </a:lnTo>
                  <a:lnTo>
                    <a:pt x="1696311" y="2487878"/>
                  </a:lnTo>
                  <a:lnTo>
                    <a:pt x="1696311" y="2492397"/>
                  </a:lnTo>
                  <a:lnTo>
                    <a:pt x="1701748" y="2492397"/>
                  </a:lnTo>
                  <a:lnTo>
                    <a:pt x="1701748" y="2499177"/>
                  </a:lnTo>
                  <a:lnTo>
                    <a:pt x="1707185" y="2499177"/>
                  </a:lnTo>
                  <a:lnTo>
                    <a:pt x="1707185" y="2501437"/>
                  </a:lnTo>
                  <a:lnTo>
                    <a:pt x="1712622" y="2501437"/>
                  </a:lnTo>
                  <a:lnTo>
                    <a:pt x="1712622" y="2505956"/>
                  </a:lnTo>
                  <a:lnTo>
                    <a:pt x="1718059" y="2505956"/>
                  </a:lnTo>
                  <a:lnTo>
                    <a:pt x="1718059" y="2510479"/>
                  </a:lnTo>
                  <a:lnTo>
                    <a:pt x="1723496" y="2510479"/>
                  </a:lnTo>
                  <a:lnTo>
                    <a:pt x="1723496" y="2512743"/>
                  </a:lnTo>
                  <a:lnTo>
                    <a:pt x="1739807" y="2512743"/>
                  </a:lnTo>
                  <a:lnTo>
                    <a:pt x="1739807" y="2515006"/>
                  </a:lnTo>
                  <a:lnTo>
                    <a:pt x="1745243" y="2515006"/>
                  </a:lnTo>
                  <a:lnTo>
                    <a:pt x="1745243" y="2528587"/>
                  </a:lnTo>
                  <a:lnTo>
                    <a:pt x="1750680" y="2528587"/>
                  </a:lnTo>
                  <a:lnTo>
                    <a:pt x="1750680" y="2530852"/>
                  </a:lnTo>
                  <a:lnTo>
                    <a:pt x="1756117" y="2530852"/>
                  </a:lnTo>
                  <a:lnTo>
                    <a:pt x="1756117" y="2546709"/>
                  </a:lnTo>
                  <a:lnTo>
                    <a:pt x="1761554" y="2546709"/>
                  </a:lnTo>
                  <a:lnTo>
                    <a:pt x="1761554" y="2548975"/>
                  </a:lnTo>
                  <a:lnTo>
                    <a:pt x="1766991" y="2548975"/>
                  </a:lnTo>
                  <a:lnTo>
                    <a:pt x="1766991" y="2553505"/>
                  </a:lnTo>
                  <a:lnTo>
                    <a:pt x="1777865" y="2553505"/>
                  </a:lnTo>
                  <a:lnTo>
                    <a:pt x="1777865" y="2558036"/>
                  </a:lnTo>
                  <a:lnTo>
                    <a:pt x="1783302" y="2558036"/>
                  </a:lnTo>
                  <a:lnTo>
                    <a:pt x="1783302" y="2562567"/>
                  </a:lnTo>
                  <a:lnTo>
                    <a:pt x="1788739" y="2562567"/>
                  </a:lnTo>
                  <a:lnTo>
                    <a:pt x="1788739" y="2564832"/>
                  </a:lnTo>
                  <a:lnTo>
                    <a:pt x="1799612" y="2564832"/>
                  </a:lnTo>
                  <a:lnTo>
                    <a:pt x="1799612" y="2564832"/>
                  </a:lnTo>
                  <a:lnTo>
                    <a:pt x="1805049" y="2564832"/>
                  </a:lnTo>
                  <a:lnTo>
                    <a:pt x="1805049" y="2571633"/>
                  </a:lnTo>
                  <a:lnTo>
                    <a:pt x="1810486" y="2571633"/>
                  </a:lnTo>
                  <a:lnTo>
                    <a:pt x="1810486" y="2576172"/>
                  </a:lnTo>
                  <a:lnTo>
                    <a:pt x="1815923" y="2576172"/>
                  </a:lnTo>
                  <a:lnTo>
                    <a:pt x="1815923" y="2580710"/>
                  </a:lnTo>
                  <a:lnTo>
                    <a:pt x="1821360" y="2580710"/>
                  </a:lnTo>
                  <a:lnTo>
                    <a:pt x="1821360" y="2582979"/>
                  </a:lnTo>
                  <a:lnTo>
                    <a:pt x="1826797" y="2582979"/>
                  </a:lnTo>
                  <a:lnTo>
                    <a:pt x="1826797" y="2587517"/>
                  </a:lnTo>
                  <a:lnTo>
                    <a:pt x="1832234" y="2587517"/>
                  </a:lnTo>
                  <a:lnTo>
                    <a:pt x="1832234" y="2592063"/>
                  </a:lnTo>
                  <a:lnTo>
                    <a:pt x="1837671" y="2592063"/>
                  </a:lnTo>
                  <a:lnTo>
                    <a:pt x="1837671" y="2594335"/>
                  </a:lnTo>
                  <a:lnTo>
                    <a:pt x="1843108" y="2594335"/>
                  </a:lnTo>
                  <a:lnTo>
                    <a:pt x="1843108" y="2596608"/>
                  </a:lnTo>
                  <a:lnTo>
                    <a:pt x="1848545" y="2596608"/>
                  </a:lnTo>
                  <a:lnTo>
                    <a:pt x="1848545" y="2601154"/>
                  </a:lnTo>
                  <a:lnTo>
                    <a:pt x="1853981" y="2601154"/>
                  </a:lnTo>
                  <a:lnTo>
                    <a:pt x="1853981" y="2601154"/>
                  </a:lnTo>
                  <a:lnTo>
                    <a:pt x="1859418" y="2601154"/>
                  </a:lnTo>
                  <a:lnTo>
                    <a:pt x="1859418" y="2603429"/>
                  </a:lnTo>
                  <a:lnTo>
                    <a:pt x="1864855" y="2603429"/>
                  </a:lnTo>
                  <a:lnTo>
                    <a:pt x="1864855" y="2607978"/>
                  </a:lnTo>
                  <a:lnTo>
                    <a:pt x="1870292" y="2607978"/>
                  </a:lnTo>
                  <a:lnTo>
                    <a:pt x="1870292" y="2612536"/>
                  </a:lnTo>
                  <a:lnTo>
                    <a:pt x="1881166" y="2612536"/>
                  </a:lnTo>
                  <a:lnTo>
                    <a:pt x="1881166" y="2619372"/>
                  </a:lnTo>
                  <a:lnTo>
                    <a:pt x="1892040" y="2619372"/>
                  </a:lnTo>
                  <a:lnTo>
                    <a:pt x="1892040" y="2623929"/>
                  </a:lnTo>
                  <a:lnTo>
                    <a:pt x="1897477" y="2623929"/>
                  </a:lnTo>
                  <a:lnTo>
                    <a:pt x="1897477" y="2623929"/>
                  </a:lnTo>
                  <a:lnTo>
                    <a:pt x="1902914" y="2623929"/>
                  </a:lnTo>
                  <a:lnTo>
                    <a:pt x="1902914" y="2626211"/>
                  </a:lnTo>
                  <a:lnTo>
                    <a:pt x="1908350" y="2626211"/>
                  </a:lnTo>
                  <a:lnTo>
                    <a:pt x="1908350" y="2633059"/>
                  </a:lnTo>
                  <a:lnTo>
                    <a:pt x="1913787" y="2633059"/>
                  </a:lnTo>
                  <a:lnTo>
                    <a:pt x="1913787" y="2635344"/>
                  </a:lnTo>
                  <a:lnTo>
                    <a:pt x="1919224" y="2635344"/>
                  </a:lnTo>
                  <a:lnTo>
                    <a:pt x="1919224" y="2639916"/>
                  </a:lnTo>
                  <a:lnTo>
                    <a:pt x="1924661" y="2639916"/>
                  </a:lnTo>
                  <a:lnTo>
                    <a:pt x="1924661" y="2642203"/>
                  </a:lnTo>
                  <a:lnTo>
                    <a:pt x="1930098" y="2642203"/>
                  </a:lnTo>
                  <a:lnTo>
                    <a:pt x="1930098" y="2644489"/>
                  </a:lnTo>
                  <a:lnTo>
                    <a:pt x="1935535" y="2644489"/>
                  </a:lnTo>
                  <a:lnTo>
                    <a:pt x="1935535" y="2646776"/>
                  </a:lnTo>
                  <a:lnTo>
                    <a:pt x="1940972" y="2646776"/>
                  </a:lnTo>
                  <a:lnTo>
                    <a:pt x="1940972" y="2651353"/>
                  </a:lnTo>
                  <a:lnTo>
                    <a:pt x="1946409" y="2651353"/>
                  </a:lnTo>
                  <a:lnTo>
                    <a:pt x="1946409" y="2651353"/>
                  </a:lnTo>
                  <a:lnTo>
                    <a:pt x="1951846" y="2651353"/>
                  </a:lnTo>
                  <a:lnTo>
                    <a:pt x="1951846" y="2655937"/>
                  </a:lnTo>
                  <a:lnTo>
                    <a:pt x="1957282" y="2655937"/>
                  </a:lnTo>
                  <a:lnTo>
                    <a:pt x="1957282" y="2660522"/>
                  </a:lnTo>
                  <a:lnTo>
                    <a:pt x="1962719" y="2660522"/>
                  </a:lnTo>
                  <a:lnTo>
                    <a:pt x="1962719" y="2662815"/>
                  </a:lnTo>
                  <a:lnTo>
                    <a:pt x="1968156" y="2662815"/>
                  </a:lnTo>
                  <a:lnTo>
                    <a:pt x="1968156" y="2665107"/>
                  </a:lnTo>
                  <a:lnTo>
                    <a:pt x="1979030" y="2665107"/>
                  </a:lnTo>
                  <a:lnTo>
                    <a:pt x="1979030" y="2667399"/>
                  </a:lnTo>
                  <a:lnTo>
                    <a:pt x="1984467" y="2667399"/>
                  </a:lnTo>
                  <a:lnTo>
                    <a:pt x="1984467" y="2671984"/>
                  </a:lnTo>
                  <a:lnTo>
                    <a:pt x="1989904" y="2671984"/>
                  </a:lnTo>
                  <a:lnTo>
                    <a:pt x="1989904" y="2674276"/>
                  </a:lnTo>
                  <a:lnTo>
                    <a:pt x="1995341" y="2674276"/>
                  </a:lnTo>
                  <a:lnTo>
                    <a:pt x="1995341" y="2676571"/>
                  </a:lnTo>
                  <a:lnTo>
                    <a:pt x="2000778" y="2676571"/>
                  </a:lnTo>
                  <a:lnTo>
                    <a:pt x="2000778" y="2681160"/>
                  </a:lnTo>
                  <a:lnTo>
                    <a:pt x="2006215" y="2681160"/>
                  </a:lnTo>
                  <a:lnTo>
                    <a:pt x="2006215" y="2685748"/>
                  </a:lnTo>
                  <a:lnTo>
                    <a:pt x="2011651" y="2685748"/>
                  </a:lnTo>
                  <a:lnTo>
                    <a:pt x="2011651" y="2692638"/>
                  </a:lnTo>
                  <a:lnTo>
                    <a:pt x="2017088" y="2692638"/>
                  </a:lnTo>
                  <a:lnTo>
                    <a:pt x="2017088" y="2694934"/>
                  </a:lnTo>
                  <a:lnTo>
                    <a:pt x="2022525" y="2694934"/>
                  </a:lnTo>
                  <a:lnTo>
                    <a:pt x="2022525" y="2697234"/>
                  </a:lnTo>
                  <a:lnTo>
                    <a:pt x="2027962" y="2697234"/>
                  </a:lnTo>
                  <a:lnTo>
                    <a:pt x="2027962" y="2699535"/>
                  </a:lnTo>
                  <a:lnTo>
                    <a:pt x="2033399" y="2699535"/>
                  </a:lnTo>
                  <a:lnTo>
                    <a:pt x="2033399" y="2706436"/>
                  </a:lnTo>
                  <a:lnTo>
                    <a:pt x="2038836" y="2706436"/>
                  </a:lnTo>
                  <a:lnTo>
                    <a:pt x="2038836" y="2711041"/>
                  </a:lnTo>
                  <a:lnTo>
                    <a:pt x="2044273" y="2711041"/>
                  </a:lnTo>
                  <a:lnTo>
                    <a:pt x="2044273" y="2717949"/>
                  </a:lnTo>
                  <a:lnTo>
                    <a:pt x="2049710" y="2717949"/>
                  </a:lnTo>
                  <a:lnTo>
                    <a:pt x="2049710" y="2720253"/>
                  </a:lnTo>
                  <a:lnTo>
                    <a:pt x="2055147" y="2720253"/>
                  </a:lnTo>
                  <a:lnTo>
                    <a:pt x="2055147" y="2724862"/>
                  </a:lnTo>
                  <a:lnTo>
                    <a:pt x="2060584" y="2724862"/>
                  </a:lnTo>
                  <a:lnTo>
                    <a:pt x="2060584" y="2727171"/>
                  </a:lnTo>
                  <a:lnTo>
                    <a:pt x="2066020" y="2727171"/>
                  </a:lnTo>
                  <a:lnTo>
                    <a:pt x="2066020" y="2729482"/>
                  </a:lnTo>
                  <a:lnTo>
                    <a:pt x="2071457" y="2729482"/>
                  </a:lnTo>
                  <a:lnTo>
                    <a:pt x="2071457" y="2734103"/>
                  </a:lnTo>
                  <a:lnTo>
                    <a:pt x="2082331" y="2734103"/>
                  </a:lnTo>
                  <a:lnTo>
                    <a:pt x="2082331" y="2736416"/>
                  </a:lnTo>
                  <a:lnTo>
                    <a:pt x="2087768" y="2736416"/>
                  </a:lnTo>
                  <a:lnTo>
                    <a:pt x="2087768" y="2743355"/>
                  </a:lnTo>
                  <a:lnTo>
                    <a:pt x="2093205" y="2743355"/>
                  </a:lnTo>
                  <a:lnTo>
                    <a:pt x="2093205" y="2745668"/>
                  </a:lnTo>
                  <a:lnTo>
                    <a:pt x="2098642" y="2745668"/>
                  </a:lnTo>
                  <a:lnTo>
                    <a:pt x="2098642" y="2747981"/>
                  </a:lnTo>
                  <a:lnTo>
                    <a:pt x="2104079" y="2747981"/>
                  </a:lnTo>
                  <a:lnTo>
                    <a:pt x="2104079" y="2752606"/>
                  </a:lnTo>
                  <a:lnTo>
                    <a:pt x="2109516" y="2752606"/>
                  </a:lnTo>
                  <a:lnTo>
                    <a:pt x="2109516" y="2757232"/>
                  </a:lnTo>
                  <a:lnTo>
                    <a:pt x="2114953" y="2757232"/>
                  </a:lnTo>
                  <a:lnTo>
                    <a:pt x="2114953" y="2759545"/>
                  </a:lnTo>
                  <a:lnTo>
                    <a:pt x="2120389" y="2759545"/>
                  </a:lnTo>
                  <a:lnTo>
                    <a:pt x="2120389" y="2775735"/>
                  </a:lnTo>
                  <a:lnTo>
                    <a:pt x="2131263" y="2775735"/>
                  </a:lnTo>
                  <a:lnTo>
                    <a:pt x="2131263" y="2780360"/>
                  </a:lnTo>
                  <a:lnTo>
                    <a:pt x="2136700" y="2780360"/>
                  </a:lnTo>
                  <a:lnTo>
                    <a:pt x="2136700" y="2784986"/>
                  </a:lnTo>
                  <a:lnTo>
                    <a:pt x="2142137" y="2784986"/>
                  </a:lnTo>
                  <a:lnTo>
                    <a:pt x="2142137" y="2791925"/>
                  </a:lnTo>
                  <a:lnTo>
                    <a:pt x="2147574" y="2791925"/>
                  </a:lnTo>
                  <a:lnTo>
                    <a:pt x="2147574" y="2794237"/>
                  </a:lnTo>
                  <a:lnTo>
                    <a:pt x="2153011" y="2794237"/>
                  </a:lnTo>
                  <a:lnTo>
                    <a:pt x="2153011" y="2796550"/>
                  </a:lnTo>
                  <a:lnTo>
                    <a:pt x="2163885" y="2796550"/>
                  </a:lnTo>
                  <a:lnTo>
                    <a:pt x="2163885" y="2798863"/>
                  </a:lnTo>
                  <a:lnTo>
                    <a:pt x="2169321" y="2798863"/>
                  </a:lnTo>
                  <a:lnTo>
                    <a:pt x="2169321" y="2808115"/>
                  </a:lnTo>
                  <a:lnTo>
                    <a:pt x="2174758" y="2808115"/>
                  </a:lnTo>
                  <a:lnTo>
                    <a:pt x="2174758" y="2810432"/>
                  </a:lnTo>
                  <a:lnTo>
                    <a:pt x="2180195" y="2810432"/>
                  </a:lnTo>
                  <a:lnTo>
                    <a:pt x="2180195" y="2815066"/>
                  </a:lnTo>
                  <a:lnTo>
                    <a:pt x="2185632" y="2815066"/>
                  </a:lnTo>
                  <a:lnTo>
                    <a:pt x="2185632" y="2824335"/>
                  </a:lnTo>
                  <a:lnTo>
                    <a:pt x="2191069" y="2824335"/>
                  </a:lnTo>
                  <a:lnTo>
                    <a:pt x="2191069" y="2828969"/>
                  </a:lnTo>
                  <a:lnTo>
                    <a:pt x="2196506" y="2828969"/>
                  </a:lnTo>
                  <a:lnTo>
                    <a:pt x="2196506" y="2835920"/>
                  </a:lnTo>
                  <a:lnTo>
                    <a:pt x="2207380" y="2835920"/>
                  </a:lnTo>
                  <a:lnTo>
                    <a:pt x="2207380" y="2838240"/>
                  </a:lnTo>
                  <a:lnTo>
                    <a:pt x="2218254" y="2838240"/>
                  </a:lnTo>
                  <a:lnTo>
                    <a:pt x="2218254" y="2842883"/>
                  </a:lnTo>
                  <a:lnTo>
                    <a:pt x="2223690" y="2842883"/>
                  </a:lnTo>
                  <a:lnTo>
                    <a:pt x="2223690" y="2847530"/>
                  </a:lnTo>
                  <a:lnTo>
                    <a:pt x="2229127" y="2847530"/>
                  </a:lnTo>
                  <a:lnTo>
                    <a:pt x="2229127" y="2849854"/>
                  </a:lnTo>
                  <a:lnTo>
                    <a:pt x="2234564" y="2849854"/>
                  </a:lnTo>
                  <a:lnTo>
                    <a:pt x="2234564" y="2854506"/>
                  </a:lnTo>
                  <a:lnTo>
                    <a:pt x="2240001" y="2854506"/>
                  </a:lnTo>
                  <a:lnTo>
                    <a:pt x="2240001" y="2859158"/>
                  </a:lnTo>
                  <a:lnTo>
                    <a:pt x="2245438" y="2859158"/>
                  </a:lnTo>
                  <a:lnTo>
                    <a:pt x="2245438" y="2866135"/>
                  </a:lnTo>
                  <a:lnTo>
                    <a:pt x="2250875" y="2866135"/>
                  </a:lnTo>
                  <a:lnTo>
                    <a:pt x="2250875" y="2875439"/>
                  </a:lnTo>
                  <a:lnTo>
                    <a:pt x="2256312" y="2875439"/>
                  </a:lnTo>
                  <a:lnTo>
                    <a:pt x="2256312" y="2877765"/>
                  </a:lnTo>
                  <a:lnTo>
                    <a:pt x="2267186" y="2877765"/>
                  </a:lnTo>
                  <a:lnTo>
                    <a:pt x="2267186" y="2880091"/>
                  </a:lnTo>
                  <a:lnTo>
                    <a:pt x="2272623" y="2880091"/>
                  </a:lnTo>
                  <a:lnTo>
                    <a:pt x="2272623" y="2882419"/>
                  </a:lnTo>
                  <a:lnTo>
                    <a:pt x="2278059" y="2882419"/>
                  </a:lnTo>
                  <a:lnTo>
                    <a:pt x="2278059" y="2887075"/>
                  </a:lnTo>
                  <a:lnTo>
                    <a:pt x="2283496" y="2887075"/>
                  </a:lnTo>
                  <a:lnTo>
                    <a:pt x="2283496" y="2891736"/>
                  </a:lnTo>
                  <a:lnTo>
                    <a:pt x="2305244" y="2891736"/>
                  </a:lnTo>
                  <a:lnTo>
                    <a:pt x="2305244" y="2894067"/>
                  </a:lnTo>
                  <a:lnTo>
                    <a:pt x="2310681" y="2894067"/>
                  </a:lnTo>
                  <a:lnTo>
                    <a:pt x="2310681" y="2898728"/>
                  </a:lnTo>
                  <a:lnTo>
                    <a:pt x="2316118" y="2898728"/>
                  </a:lnTo>
                  <a:lnTo>
                    <a:pt x="2316118" y="2903388"/>
                  </a:lnTo>
                  <a:lnTo>
                    <a:pt x="2321555" y="2903388"/>
                  </a:lnTo>
                  <a:lnTo>
                    <a:pt x="2321555" y="2910380"/>
                  </a:lnTo>
                  <a:lnTo>
                    <a:pt x="2326991" y="2910380"/>
                  </a:lnTo>
                  <a:lnTo>
                    <a:pt x="2326991" y="2915045"/>
                  </a:lnTo>
                  <a:lnTo>
                    <a:pt x="2332428" y="2915045"/>
                  </a:lnTo>
                  <a:lnTo>
                    <a:pt x="2332428" y="2922043"/>
                  </a:lnTo>
                  <a:lnTo>
                    <a:pt x="2337865" y="2922043"/>
                  </a:lnTo>
                  <a:lnTo>
                    <a:pt x="2337865" y="2926708"/>
                  </a:lnTo>
                  <a:lnTo>
                    <a:pt x="2343302" y="2926708"/>
                  </a:lnTo>
                  <a:lnTo>
                    <a:pt x="2343302" y="2933706"/>
                  </a:lnTo>
                  <a:lnTo>
                    <a:pt x="2348739" y="2933706"/>
                  </a:lnTo>
                  <a:lnTo>
                    <a:pt x="2348739" y="2938372"/>
                  </a:lnTo>
                  <a:lnTo>
                    <a:pt x="2354176" y="2938372"/>
                  </a:lnTo>
                  <a:lnTo>
                    <a:pt x="2354176" y="2940705"/>
                  </a:lnTo>
                  <a:lnTo>
                    <a:pt x="2359613" y="2940705"/>
                  </a:lnTo>
                  <a:lnTo>
                    <a:pt x="2359613" y="2943037"/>
                  </a:lnTo>
                  <a:lnTo>
                    <a:pt x="2370487" y="2943037"/>
                  </a:lnTo>
                  <a:lnTo>
                    <a:pt x="2370487" y="2945372"/>
                  </a:lnTo>
                  <a:lnTo>
                    <a:pt x="2381360" y="2945372"/>
                  </a:lnTo>
                  <a:lnTo>
                    <a:pt x="2381360" y="2954712"/>
                  </a:lnTo>
                  <a:lnTo>
                    <a:pt x="2386797" y="2954712"/>
                  </a:lnTo>
                  <a:lnTo>
                    <a:pt x="2386797" y="2957047"/>
                  </a:lnTo>
                  <a:lnTo>
                    <a:pt x="2392234" y="2957047"/>
                  </a:lnTo>
                  <a:lnTo>
                    <a:pt x="2392234" y="2959382"/>
                  </a:lnTo>
                  <a:lnTo>
                    <a:pt x="2397671" y="2959382"/>
                  </a:lnTo>
                  <a:lnTo>
                    <a:pt x="2397671" y="2961717"/>
                  </a:lnTo>
                  <a:lnTo>
                    <a:pt x="2403108" y="2961717"/>
                  </a:lnTo>
                  <a:lnTo>
                    <a:pt x="2403108" y="2966392"/>
                  </a:lnTo>
                  <a:lnTo>
                    <a:pt x="2408545" y="2966392"/>
                  </a:lnTo>
                  <a:lnTo>
                    <a:pt x="2408545" y="2971067"/>
                  </a:lnTo>
                  <a:lnTo>
                    <a:pt x="2413982" y="2971067"/>
                  </a:lnTo>
                  <a:lnTo>
                    <a:pt x="2413982" y="2973406"/>
                  </a:lnTo>
                  <a:lnTo>
                    <a:pt x="2419419" y="2973406"/>
                  </a:lnTo>
                  <a:lnTo>
                    <a:pt x="2419419" y="2978086"/>
                  </a:lnTo>
                  <a:lnTo>
                    <a:pt x="2430293" y="2978086"/>
                  </a:lnTo>
                  <a:lnTo>
                    <a:pt x="2430293" y="2985105"/>
                  </a:lnTo>
                  <a:lnTo>
                    <a:pt x="2435729" y="2985105"/>
                  </a:lnTo>
                  <a:lnTo>
                    <a:pt x="2435729" y="2985105"/>
                  </a:lnTo>
                  <a:lnTo>
                    <a:pt x="2446603" y="2985105"/>
                  </a:lnTo>
                  <a:lnTo>
                    <a:pt x="2446603" y="2989789"/>
                  </a:lnTo>
                  <a:lnTo>
                    <a:pt x="2452040" y="2989789"/>
                  </a:lnTo>
                  <a:lnTo>
                    <a:pt x="2452040" y="2992131"/>
                  </a:lnTo>
                  <a:lnTo>
                    <a:pt x="2457477" y="2992131"/>
                  </a:lnTo>
                  <a:lnTo>
                    <a:pt x="2457477" y="3001509"/>
                  </a:lnTo>
                  <a:lnTo>
                    <a:pt x="2462914" y="3001509"/>
                  </a:lnTo>
                  <a:lnTo>
                    <a:pt x="2462914" y="3003858"/>
                  </a:lnTo>
                  <a:lnTo>
                    <a:pt x="2468351" y="3003858"/>
                  </a:lnTo>
                  <a:lnTo>
                    <a:pt x="2468351" y="3006207"/>
                  </a:lnTo>
                  <a:lnTo>
                    <a:pt x="2479225" y="3006207"/>
                  </a:lnTo>
                  <a:lnTo>
                    <a:pt x="2479225" y="3010910"/>
                  </a:lnTo>
                  <a:lnTo>
                    <a:pt x="2484662" y="3010910"/>
                  </a:lnTo>
                  <a:lnTo>
                    <a:pt x="2484662" y="3015614"/>
                  </a:lnTo>
                  <a:lnTo>
                    <a:pt x="2490098" y="3015614"/>
                  </a:lnTo>
                  <a:lnTo>
                    <a:pt x="2490098" y="3017965"/>
                  </a:lnTo>
                  <a:lnTo>
                    <a:pt x="2506409" y="3017965"/>
                  </a:lnTo>
                  <a:lnTo>
                    <a:pt x="2506409" y="3022669"/>
                  </a:lnTo>
                  <a:lnTo>
                    <a:pt x="2517283" y="3022669"/>
                  </a:lnTo>
                  <a:lnTo>
                    <a:pt x="2517283" y="3025020"/>
                  </a:lnTo>
                  <a:lnTo>
                    <a:pt x="2522720" y="3025020"/>
                  </a:lnTo>
                  <a:lnTo>
                    <a:pt x="2522720" y="3027374"/>
                  </a:lnTo>
                  <a:lnTo>
                    <a:pt x="2528157" y="3027374"/>
                  </a:lnTo>
                  <a:lnTo>
                    <a:pt x="2528157" y="3032082"/>
                  </a:lnTo>
                  <a:lnTo>
                    <a:pt x="2533594" y="3032082"/>
                  </a:lnTo>
                  <a:lnTo>
                    <a:pt x="2533594" y="3039145"/>
                  </a:lnTo>
                  <a:lnTo>
                    <a:pt x="2539030" y="3039145"/>
                  </a:lnTo>
                  <a:lnTo>
                    <a:pt x="2539030" y="3041499"/>
                  </a:lnTo>
                  <a:lnTo>
                    <a:pt x="2544467" y="3041499"/>
                  </a:lnTo>
                  <a:lnTo>
                    <a:pt x="2544467" y="3043853"/>
                  </a:lnTo>
                  <a:lnTo>
                    <a:pt x="2549904" y="3043853"/>
                  </a:lnTo>
                  <a:lnTo>
                    <a:pt x="2549904" y="3048561"/>
                  </a:lnTo>
                  <a:lnTo>
                    <a:pt x="2555341" y="3048561"/>
                  </a:lnTo>
                  <a:lnTo>
                    <a:pt x="2555341" y="3050915"/>
                  </a:lnTo>
                  <a:lnTo>
                    <a:pt x="2560778" y="3050915"/>
                  </a:lnTo>
                  <a:lnTo>
                    <a:pt x="2560778" y="3053271"/>
                  </a:lnTo>
                  <a:lnTo>
                    <a:pt x="2566215" y="3053271"/>
                  </a:lnTo>
                  <a:lnTo>
                    <a:pt x="2566215" y="3062708"/>
                  </a:lnTo>
                  <a:lnTo>
                    <a:pt x="2571652" y="3062708"/>
                  </a:lnTo>
                  <a:lnTo>
                    <a:pt x="2571652" y="3065067"/>
                  </a:lnTo>
                  <a:lnTo>
                    <a:pt x="2582526" y="3065067"/>
                  </a:lnTo>
                  <a:lnTo>
                    <a:pt x="2582526" y="3067426"/>
                  </a:lnTo>
                  <a:lnTo>
                    <a:pt x="2587963" y="3067426"/>
                  </a:lnTo>
                  <a:lnTo>
                    <a:pt x="2587963" y="3069785"/>
                  </a:lnTo>
                  <a:lnTo>
                    <a:pt x="2593399" y="3069785"/>
                  </a:lnTo>
                  <a:lnTo>
                    <a:pt x="2593399" y="3074508"/>
                  </a:lnTo>
                  <a:lnTo>
                    <a:pt x="2598836" y="3074508"/>
                  </a:lnTo>
                  <a:lnTo>
                    <a:pt x="2598836" y="3074508"/>
                  </a:lnTo>
                  <a:lnTo>
                    <a:pt x="2604273" y="3074508"/>
                  </a:lnTo>
                  <a:lnTo>
                    <a:pt x="2604273" y="3076872"/>
                  </a:lnTo>
                  <a:lnTo>
                    <a:pt x="2609710" y="3076872"/>
                  </a:lnTo>
                  <a:lnTo>
                    <a:pt x="2609710" y="3079236"/>
                  </a:lnTo>
                  <a:lnTo>
                    <a:pt x="2615147" y="3079236"/>
                  </a:lnTo>
                  <a:lnTo>
                    <a:pt x="2615147" y="3086328"/>
                  </a:lnTo>
                  <a:lnTo>
                    <a:pt x="2620584" y="3086328"/>
                  </a:lnTo>
                  <a:lnTo>
                    <a:pt x="2620584" y="3088692"/>
                  </a:lnTo>
                  <a:lnTo>
                    <a:pt x="2626021" y="3088692"/>
                  </a:lnTo>
                  <a:lnTo>
                    <a:pt x="2626021" y="3093420"/>
                  </a:lnTo>
                  <a:lnTo>
                    <a:pt x="2631458" y="3093420"/>
                  </a:lnTo>
                  <a:lnTo>
                    <a:pt x="2631458" y="3098153"/>
                  </a:lnTo>
                  <a:lnTo>
                    <a:pt x="2642332" y="3098153"/>
                  </a:lnTo>
                  <a:lnTo>
                    <a:pt x="2642332" y="3102886"/>
                  </a:lnTo>
                  <a:lnTo>
                    <a:pt x="2647768" y="3102886"/>
                  </a:lnTo>
                  <a:lnTo>
                    <a:pt x="2647768" y="3105253"/>
                  </a:lnTo>
                  <a:lnTo>
                    <a:pt x="2653205" y="3105253"/>
                  </a:lnTo>
                  <a:lnTo>
                    <a:pt x="2653205" y="3109986"/>
                  </a:lnTo>
                  <a:lnTo>
                    <a:pt x="2658642" y="3109986"/>
                  </a:lnTo>
                  <a:lnTo>
                    <a:pt x="2658642" y="3112352"/>
                  </a:lnTo>
                  <a:lnTo>
                    <a:pt x="2664079" y="3112352"/>
                  </a:lnTo>
                  <a:lnTo>
                    <a:pt x="2664079" y="3114719"/>
                  </a:lnTo>
                  <a:lnTo>
                    <a:pt x="2669516" y="3114719"/>
                  </a:lnTo>
                  <a:lnTo>
                    <a:pt x="2669516" y="3121818"/>
                  </a:lnTo>
                  <a:lnTo>
                    <a:pt x="2674953" y="3121818"/>
                  </a:lnTo>
                  <a:lnTo>
                    <a:pt x="2674953" y="3124185"/>
                  </a:lnTo>
                  <a:lnTo>
                    <a:pt x="2680390" y="3124185"/>
                  </a:lnTo>
                  <a:lnTo>
                    <a:pt x="2680390" y="3128923"/>
                  </a:lnTo>
                  <a:lnTo>
                    <a:pt x="2685827" y="3128923"/>
                  </a:lnTo>
                  <a:lnTo>
                    <a:pt x="2685827" y="3131292"/>
                  </a:lnTo>
                  <a:lnTo>
                    <a:pt x="2691264" y="3131292"/>
                  </a:lnTo>
                  <a:lnTo>
                    <a:pt x="2691264" y="3133662"/>
                  </a:lnTo>
                  <a:lnTo>
                    <a:pt x="2696701" y="3133662"/>
                  </a:lnTo>
                  <a:lnTo>
                    <a:pt x="2696701" y="3136031"/>
                  </a:lnTo>
                  <a:lnTo>
                    <a:pt x="2702137" y="3136031"/>
                  </a:lnTo>
                  <a:lnTo>
                    <a:pt x="2702137" y="3136031"/>
                  </a:lnTo>
                  <a:lnTo>
                    <a:pt x="2707574" y="3136031"/>
                  </a:lnTo>
                  <a:lnTo>
                    <a:pt x="2707574" y="3140774"/>
                  </a:lnTo>
                  <a:lnTo>
                    <a:pt x="2713011" y="3140774"/>
                  </a:lnTo>
                  <a:lnTo>
                    <a:pt x="2713011" y="3147889"/>
                  </a:lnTo>
                  <a:lnTo>
                    <a:pt x="2729322" y="3147889"/>
                  </a:lnTo>
                  <a:lnTo>
                    <a:pt x="2729322" y="3152633"/>
                  </a:lnTo>
                  <a:lnTo>
                    <a:pt x="2734759" y="3152633"/>
                  </a:lnTo>
                  <a:lnTo>
                    <a:pt x="2734759" y="3155005"/>
                  </a:lnTo>
                  <a:lnTo>
                    <a:pt x="2740196" y="3155005"/>
                  </a:lnTo>
                  <a:lnTo>
                    <a:pt x="2740196" y="3159753"/>
                  </a:lnTo>
                  <a:lnTo>
                    <a:pt x="2745633" y="3159753"/>
                  </a:lnTo>
                  <a:lnTo>
                    <a:pt x="2745633" y="3164502"/>
                  </a:lnTo>
                  <a:lnTo>
                    <a:pt x="2756506" y="3164502"/>
                  </a:lnTo>
                  <a:lnTo>
                    <a:pt x="2756506" y="3169251"/>
                  </a:lnTo>
                  <a:lnTo>
                    <a:pt x="2761943" y="3169251"/>
                  </a:lnTo>
                  <a:lnTo>
                    <a:pt x="2761943" y="3178748"/>
                  </a:lnTo>
                  <a:lnTo>
                    <a:pt x="2772817" y="3178748"/>
                  </a:lnTo>
                  <a:lnTo>
                    <a:pt x="2772817" y="3181123"/>
                  </a:lnTo>
                  <a:lnTo>
                    <a:pt x="2778254" y="3181123"/>
                  </a:lnTo>
                  <a:lnTo>
                    <a:pt x="2778254" y="3185871"/>
                  </a:lnTo>
                  <a:lnTo>
                    <a:pt x="2789128" y="3185871"/>
                  </a:lnTo>
                  <a:lnTo>
                    <a:pt x="2789128" y="3190620"/>
                  </a:lnTo>
                  <a:lnTo>
                    <a:pt x="2805438" y="3190620"/>
                  </a:lnTo>
                  <a:lnTo>
                    <a:pt x="2805438" y="3192994"/>
                  </a:lnTo>
                  <a:lnTo>
                    <a:pt x="2810875" y="3192994"/>
                  </a:lnTo>
                  <a:lnTo>
                    <a:pt x="2810875" y="3195369"/>
                  </a:lnTo>
                  <a:lnTo>
                    <a:pt x="2816312" y="3195369"/>
                  </a:lnTo>
                  <a:lnTo>
                    <a:pt x="2816312" y="3200117"/>
                  </a:lnTo>
                  <a:lnTo>
                    <a:pt x="2821749" y="3200117"/>
                  </a:lnTo>
                  <a:lnTo>
                    <a:pt x="2821749" y="3202495"/>
                  </a:lnTo>
                  <a:lnTo>
                    <a:pt x="2838060" y="3202495"/>
                  </a:lnTo>
                  <a:lnTo>
                    <a:pt x="2838060" y="3204872"/>
                  </a:lnTo>
                  <a:lnTo>
                    <a:pt x="2843497" y="3204872"/>
                  </a:lnTo>
                  <a:lnTo>
                    <a:pt x="2843497" y="3209631"/>
                  </a:lnTo>
                  <a:lnTo>
                    <a:pt x="2848934" y="3209631"/>
                  </a:lnTo>
                  <a:lnTo>
                    <a:pt x="2848934" y="3212011"/>
                  </a:lnTo>
                  <a:lnTo>
                    <a:pt x="2854371" y="3212011"/>
                  </a:lnTo>
                  <a:lnTo>
                    <a:pt x="2854371" y="3219158"/>
                  </a:lnTo>
                  <a:lnTo>
                    <a:pt x="2859807" y="3219158"/>
                  </a:lnTo>
                  <a:lnTo>
                    <a:pt x="2859807" y="3221543"/>
                  </a:lnTo>
                  <a:lnTo>
                    <a:pt x="2865244" y="3221543"/>
                  </a:lnTo>
                  <a:lnTo>
                    <a:pt x="2865244" y="3233469"/>
                  </a:lnTo>
                  <a:lnTo>
                    <a:pt x="2870681" y="3233469"/>
                  </a:lnTo>
                  <a:lnTo>
                    <a:pt x="2870681" y="3235857"/>
                  </a:lnTo>
                  <a:lnTo>
                    <a:pt x="2876118" y="3235857"/>
                  </a:lnTo>
                  <a:lnTo>
                    <a:pt x="2876118" y="3243021"/>
                  </a:lnTo>
                  <a:lnTo>
                    <a:pt x="2881555" y="3243021"/>
                  </a:lnTo>
                  <a:lnTo>
                    <a:pt x="2881555" y="3245409"/>
                  </a:lnTo>
                  <a:lnTo>
                    <a:pt x="2886992" y="3245409"/>
                  </a:lnTo>
                  <a:lnTo>
                    <a:pt x="2886992" y="3252573"/>
                  </a:lnTo>
                  <a:lnTo>
                    <a:pt x="2892429" y="3252573"/>
                  </a:lnTo>
                  <a:lnTo>
                    <a:pt x="2892429" y="3254964"/>
                  </a:lnTo>
                  <a:lnTo>
                    <a:pt x="2897866" y="3254964"/>
                  </a:lnTo>
                  <a:lnTo>
                    <a:pt x="2897866" y="3262153"/>
                  </a:lnTo>
                  <a:lnTo>
                    <a:pt x="2903303" y="3262153"/>
                  </a:lnTo>
                  <a:lnTo>
                    <a:pt x="2903303" y="3264549"/>
                  </a:lnTo>
                  <a:lnTo>
                    <a:pt x="2908739" y="3264549"/>
                  </a:lnTo>
                  <a:lnTo>
                    <a:pt x="2908739" y="3264549"/>
                  </a:lnTo>
                  <a:lnTo>
                    <a:pt x="2914176" y="3264549"/>
                  </a:lnTo>
                  <a:lnTo>
                    <a:pt x="2914176" y="3269348"/>
                  </a:lnTo>
                  <a:lnTo>
                    <a:pt x="2919613" y="3269348"/>
                  </a:lnTo>
                  <a:lnTo>
                    <a:pt x="2919613" y="3274152"/>
                  </a:lnTo>
                  <a:lnTo>
                    <a:pt x="2930487" y="3274152"/>
                  </a:lnTo>
                  <a:lnTo>
                    <a:pt x="2930487" y="3276554"/>
                  </a:lnTo>
                  <a:lnTo>
                    <a:pt x="2935924" y="3276554"/>
                  </a:lnTo>
                  <a:lnTo>
                    <a:pt x="2935924" y="3281358"/>
                  </a:lnTo>
                  <a:lnTo>
                    <a:pt x="2941361" y="3281358"/>
                  </a:lnTo>
                  <a:lnTo>
                    <a:pt x="2941361" y="3283763"/>
                  </a:lnTo>
                  <a:lnTo>
                    <a:pt x="2952235" y="3283763"/>
                  </a:lnTo>
                  <a:lnTo>
                    <a:pt x="2952235" y="3286167"/>
                  </a:lnTo>
                  <a:lnTo>
                    <a:pt x="2957672" y="3286167"/>
                  </a:lnTo>
                  <a:lnTo>
                    <a:pt x="2957672" y="3288575"/>
                  </a:lnTo>
                  <a:lnTo>
                    <a:pt x="2963108" y="3288575"/>
                  </a:lnTo>
                  <a:lnTo>
                    <a:pt x="2963108" y="3290983"/>
                  </a:lnTo>
                  <a:lnTo>
                    <a:pt x="2968545" y="3290983"/>
                  </a:lnTo>
                  <a:lnTo>
                    <a:pt x="2968545" y="3295799"/>
                  </a:lnTo>
                  <a:lnTo>
                    <a:pt x="2973982" y="3295799"/>
                  </a:lnTo>
                  <a:lnTo>
                    <a:pt x="2973982" y="3298206"/>
                  </a:lnTo>
                  <a:lnTo>
                    <a:pt x="2979419" y="3298206"/>
                  </a:lnTo>
                  <a:lnTo>
                    <a:pt x="2979419" y="3300614"/>
                  </a:lnTo>
                  <a:lnTo>
                    <a:pt x="2984856" y="3300614"/>
                  </a:lnTo>
                  <a:lnTo>
                    <a:pt x="2984856" y="3305435"/>
                  </a:lnTo>
                  <a:lnTo>
                    <a:pt x="2995730" y="3305435"/>
                  </a:lnTo>
                  <a:lnTo>
                    <a:pt x="2995730" y="3307846"/>
                  </a:lnTo>
                  <a:lnTo>
                    <a:pt x="3001167" y="3307846"/>
                  </a:lnTo>
                  <a:lnTo>
                    <a:pt x="3001167" y="3310257"/>
                  </a:lnTo>
                  <a:lnTo>
                    <a:pt x="3006604" y="3310257"/>
                  </a:lnTo>
                  <a:lnTo>
                    <a:pt x="3006604" y="3310257"/>
                  </a:lnTo>
                  <a:lnTo>
                    <a:pt x="3022914" y="3310257"/>
                  </a:lnTo>
                  <a:lnTo>
                    <a:pt x="3022914" y="3312673"/>
                  </a:lnTo>
                  <a:lnTo>
                    <a:pt x="3028351" y="3312673"/>
                  </a:lnTo>
                  <a:lnTo>
                    <a:pt x="3028351" y="3315090"/>
                  </a:lnTo>
                  <a:lnTo>
                    <a:pt x="3033788" y="3315090"/>
                  </a:lnTo>
                  <a:lnTo>
                    <a:pt x="3033788" y="3319923"/>
                  </a:lnTo>
                  <a:lnTo>
                    <a:pt x="3039225" y="3319923"/>
                  </a:lnTo>
                  <a:lnTo>
                    <a:pt x="3039225" y="3322339"/>
                  </a:lnTo>
                  <a:lnTo>
                    <a:pt x="3044662" y="3322339"/>
                  </a:lnTo>
                  <a:lnTo>
                    <a:pt x="3044662" y="3322339"/>
                  </a:lnTo>
                  <a:lnTo>
                    <a:pt x="3050099" y="3322339"/>
                  </a:lnTo>
                  <a:lnTo>
                    <a:pt x="3050099" y="3324768"/>
                  </a:lnTo>
                  <a:lnTo>
                    <a:pt x="3055536" y="3324768"/>
                  </a:lnTo>
                  <a:lnTo>
                    <a:pt x="3055536" y="3327199"/>
                  </a:lnTo>
                  <a:lnTo>
                    <a:pt x="3060973" y="3327199"/>
                  </a:lnTo>
                  <a:lnTo>
                    <a:pt x="3060973" y="3332062"/>
                  </a:lnTo>
                  <a:lnTo>
                    <a:pt x="3066410" y="3332062"/>
                  </a:lnTo>
                  <a:lnTo>
                    <a:pt x="3066410" y="3334496"/>
                  </a:lnTo>
                  <a:lnTo>
                    <a:pt x="3082720" y="3334496"/>
                  </a:lnTo>
                  <a:lnTo>
                    <a:pt x="3082720" y="3336931"/>
                  </a:lnTo>
                  <a:lnTo>
                    <a:pt x="3088157" y="3336931"/>
                  </a:lnTo>
                  <a:lnTo>
                    <a:pt x="3088157" y="3341799"/>
                  </a:lnTo>
                  <a:lnTo>
                    <a:pt x="3093594" y="3341799"/>
                  </a:lnTo>
                  <a:lnTo>
                    <a:pt x="3093594" y="3344237"/>
                  </a:lnTo>
                  <a:lnTo>
                    <a:pt x="3099031" y="3344237"/>
                  </a:lnTo>
                  <a:lnTo>
                    <a:pt x="3099031" y="3346677"/>
                  </a:lnTo>
                  <a:lnTo>
                    <a:pt x="3109905" y="3346677"/>
                  </a:lnTo>
                  <a:lnTo>
                    <a:pt x="3109905" y="3349121"/>
                  </a:lnTo>
                  <a:lnTo>
                    <a:pt x="3115342" y="3349121"/>
                  </a:lnTo>
                  <a:lnTo>
                    <a:pt x="3115342" y="3351564"/>
                  </a:lnTo>
                  <a:lnTo>
                    <a:pt x="3120778" y="3351564"/>
                  </a:lnTo>
                  <a:lnTo>
                    <a:pt x="3120778" y="3356458"/>
                  </a:lnTo>
                  <a:lnTo>
                    <a:pt x="3126215" y="3356458"/>
                  </a:lnTo>
                  <a:lnTo>
                    <a:pt x="3126215" y="3358904"/>
                  </a:lnTo>
                  <a:lnTo>
                    <a:pt x="3131652" y="3358904"/>
                  </a:lnTo>
                  <a:lnTo>
                    <a:pt x="3131652" y="3366244"/>
                  </a:lnTo>
                  <a:lnTo>
                    <a:pt x="3137089" y="3366244"/>
                  </a:lnTo>
                  <a:lnTo>
                    <a:pt x="3137089" y="3368691"/>
                  </a:lnTo>
                  <a:lnTo>
                    <a:pt x="3142526" y="3368691"/>
                  </a:lnTo>
                  <a:lnTo>
                    <a:pt x="3142526" y="3368691"/>
                  </a:lnTo>
                  <a:lnTo>
                    <a:pt x="3147963" y="3368691"/>
                  </a:lnTo>
                  <a:lnTo>
                    <a:pt x="3147963" y="3371140"/>
                  </a:lnTo>
                  <a:lnTo>
                    <a:pt x="3153400" y="3371140"/>
                  </a:lnTo>
                  <a:lnTo>
                    <a:pt x="3153400" y="3376040"/>
                  </a:lnTo>
                  <a:lnTo>
                    <a:pt x="3158837" y="3376040"/>
                  </a:lnTo>
                  <a:lnTo>
                    <a:pt x="3158837" y="3376040"/>
                  </a:lnTo>
                  <a:lnTo>
                    <a:pt x="3169711" y="3376040"/>
                  </a:lnTo>
                  <a:lnTo>
                    <a:pt x="3169711" y="3376040"/>
                  </a:lnTo>
                  <a:lnTo>
                    <a:pt x="3175147" y="3376040"/>
                  </a:lnTo>
                  <a:lnTo>
                    <a:pt x="3175147" y="3383407"/>
                  </a:lnTo>
                  <a:lnTo>
                    <a:pt x="3180584" y="3383407"/>
                  </a:lnTo>
                  <a:lnTo>
                    <a:pt x="3180584" y="3385867"/>
                  </a:lnTo>
                  <a:lnTo>
                    <a:pt x="3186021" y="3385867"/>
                  </a:lnTo>
                  <a:lnTo>
                    <a:pt x="3186021" y="3390791"/>
                  </a:lnTo>
                  <a:lnTo>
                    <a:pt x="3191458" y="3390791"/>
                  </a:lnTo>
                  <a:lnTo>
                    <a:pt x="3191458" y="3395716"/>
                  </a:lnTo>
                  <a:lnTo>
                    <a:pt x="3196895" y="3395716"/>
                  </a:lnTo>
                  <a:lnTo>
                    <a:pt x="3196895" y="3398178"/>
                  </a:lnTo>
                  <a:lnTo>
                    <a:pt x="3202332" y="3398178"/>
                  </a:lnTo>
                  <a:lnTo>
                    <a:pt x="3202332" y="3403115"/>
                  </a:lnTo>
                  <a:lnTo>
                    <a:pt x="3207769" y="3403115"/>
                  </a:lnTo>
                  <a:lnTo>
                    <a:pt x="3207769" y="3405587"/>
                  </a:lnTo>
                  <a:lnTo>
                    <a:pt x="3213206" y="3405587"/>
                  </a:lnTo>
                  <a:lnTo>
                    <a:pt x="3213206" y="3408059"/>
                  </a:lnTo>
                  <a:lnTo>
                    <a:pt x="3218643" y="3408059"/>
                  </a:lnTo>
                  <a:lnTo>
                    <a:pt x="3218643" y="3413009"/>
                  </a:lnTo>
                  <a:lnTo>
                    <a:pt x="3224080" y="3413009"/>
                  </a:lnTo>
                  <a:lnTo>
                    <a:pt x="3224080" y="3413009"/>
                  </a:lnTo>
                  <a:lnTo>
                    <a:pt x="3229516" y="3413009"/>
                  </a:lnTo>
                  <a:lnTo>
                    <a:pt x="3229516" y="3417966"/>
                  </a:lnTo>
                  <a:lnTo>
                    <a:pt x="3234953" y="3417966"/>
                  </a:lnTo>
                  <a:lnTo>
                    <a:pt x="3234953" y="3417966"/>
                  </a:lnTo>
                  <a:lnTo>
                    <a:pt x="3240390" y="3417966"/>
                  </a:lnTo>
                  <a:lnTo>
                    <a:pt x="3240390" y="3420451"/>
                  </a:lnTo>
                  <a:lnTo>
                    <a:pt x="3251264" y="3420451"/>
                  </a:lnTo>
                  <a:lnTo>
                    <a:pt x="3251264" y="3422939"/>
                  </a:lnTo>
                  <a:lnTo>
                    <a:pt x="3256701" y="3422939"/>
                  </a:lnTo>
                  <a:lnTo>
                    <a:pt x="3256701" y="3425427"/>
                  </a:lnTo>
                  <a:lnTo>
                    <a:pt x="3262138" y="3425427"/>
                  </a:lnTo>
                  <a:lnTo>
                    <a:pt x="3262138" y="3430404"/>
                  </a:lnTo>
                  <a:lnTo>
                    <a:pt x="3273012" y="3430404"/>
                  </a:lnTo>
                  <a:lnTo>
                    <a:pt x="3273012" y="3432892"/>
                  </a:lnTo>
                  <a:lnTo>
                    <a:pt x="3278449" y="3432892"/>
                  </a:lnTo>
                  <a:lnTo>
                    <a:pt x="3278449" y="3435390"/>
                  </a:lnTo>
                  <a:lnTo>
                    <a:pt x="3283885" y="3435390"/>
                  </a:lnTo>
                  <a:lnTo>
                    <a:pt x="3283885" y="3440387"/>
                  </a:lnTo>
                  <a:lnTo>
                    <a:pt x="3289322" y="3440387"/>
                  </a:lnTo>
                  <a:lnTo>
                    <a:pt x="3289322" y="3442885"/>
                  </a:lnTo>
                  <a:lnTo>
                    <a:pt x="3294759" y="3442885"/>
                  </a:lnTo>
                  <a:lnTo>
                    <a:pt x="3294759" y="3445386"/>
                  </a:lnTo>
                  <a:lnTo>
                    <a:pt x="3300196" y="3445386"/>
                  </a:lnTo>
                  <a:lnTo>
                    <a:pt x="3300196" y="3447888"/>
                  </a:lnTo>
                  <a:lnTo>
                    <a:pt x="3305633" y="3447888"/>
                  </a:lnTo>
                  <a:lnTo>
                    <a:pt x="3305633" y="3450393"/>
                  </a:lnTo>
                  <a:lnTo>
                    <a:pt x="3311070" y="3450393"/>
                  </a:lnTo>
                  <a:lnTo>
                    <a:pt x="3311070" y="3455403"/>
                  </a:lnTo>
                  <a:lnTo>
                    <a:pt x="3316507" y="3455403"/>
                  </a:lnTo>
                  <a:lnTo>
                    <a:pt x="3316507" y="3455403"/>
                  </a:lnTo>
                  <a:lnTo>
                    <a:pt x="3321944" y="3455403"/>
                  </a:lnTo>
                  <a:lnTo>
                    <a:pt x="3321944" y="3455403"/>
                  </a:lnTo>
                  <a:lnTo>
                    <a:pt x="3327381" y="3455403"/>
                  </a:lnTo>
                  <a:lnTo>
                    <a:pt x="3327381" y="3457918"/>
                  </a:lnTo>
                  <a:lnTo>
                    <a:pt x="3343691" y="3457918"/>
                  </a:lnTo>
                  <a:lnTo>
                    <a:pt x="3343691" y="3460433"/>
                  </a:lnTo>
                  <a:lnTo>
                    <a:pt x="3349128" y="3460433"/>
                  </a:lnTo>
                  <a:lnTo>
                    <a:pt x="3349128" y="3465464"/>
                  </a:lnTo>
                  <a:lnTo>
                    <a:pt x="3354565" y="3465464"/>
                  </a:lnTo>
                  <a:lnTo>
                    <a:pt x="3354565" y="3467982"/>
                  </a:lnTo>
                  <a:lnTo>
                    <a:pt x="3360002" y="3467982"/>
                  </a:lnTo>
                  <a:lnTo>
                    <a:pt x="3360002" y="3470505"/>
                  </a:lnTo>
                  <a:lnTo>
                    <a:pt x="3365439" y="3470505"/>
                  </a:lnTo>
                  <a:lnTo>
                    <a:pt x="3365439" y="3470505"/>
                  </a:lnTo>
                  <a:lnTo>
                    <a:pt x="3370876" y="3470505"/>
                  </a:lnTo>
                  <a:lnTo>
                    <a:pt x="3370876" y="3478081"/>
                  </a:lnTo>
                  <a:lnTo>
                    <a:pt x="3387186" y="3478081"/>
                  </a:lnTo>
                  <a:lnTo>
                    <a:pt x="3387186" y="3478081"/>
                  </a:lnTo>
                  <a:lnTo>
                    <a:pt x="3392623" y="3478081"/>
                  </a:lnTo>
                  <a:lnTo>
                    <a:pt x="3392623" y="3480614"/>
                  </a:lnTo>
                  <a:lnTo>
                    <a:pt x="3414371" y="3480614"/>
                  </a:lnTo>
                  <a:lnTo>
                    <a:pt x="3414371" y="3480614"/>
                  </a:lnTo>
                  <a:lnTo>
                    <a:pt x="3419808" y="3480614"/>
                  </a:lnTo>
                  <a:lnTo>
                    <a:pt x="3419808" y="3485694"/>
                  </a:lnTo>
                  <a:lnTo>
                    <a:pt x="3425245" y="3485694"/>
                  </a:lnTo>
                  <a:lnTo>
                    <a:pt x="3425245" y="3488233"/>
                  </a:lnTo>
                  <a:lnTo>
                    <a:pt x="3441555" y="3488233"/>
                  </a:lnTo>
                  <a:lnTo>
                    <a:pt x="3441555" y="3490780"/>
                  </a:lnTo>
                  <a:lnTo>
                    <a:pt x="3446992" y="3490780"/>
                  </a:lnTo>
                  <a:lnTo>
                    <a:pt x="3446992" y="3493327"/>
                  </a:lnTo>
                  <a:lnTo>
                    <a:pt x="3452429" y="3493327"/>
                  </a:lnTo>
                  <a:lnTo>
                    <a:pt x="3452429" y="3498428"/>
                  </a:lnTo>
                  <a:lnTo>
                    <a:pt x="3457866" y="3498428"/>
                  </a:lnTo>
                  <a:lnTo>
                    <a:pt x="3457866" y="3500978"/>
                  </a:lnTo>
                  <a:lnTo>
                    <a:pt x="3463303" y="3500978"/>
                  </a:lnTo>
                  <a:lnTo>
                    <a:pt x="3463303" y="3506079"/>
                  </a:lnTo>
                  <a:lnTo>
                    <a:pt x="3468740" y="3506079"/>
                  </a:lnTo>
                  <a:lnTo>
                    <a:pt x="3468740" y="3506079"/>
                  </a:lnTo>
                  <a:lnTo>
                    <a:pt x="3474177" y="3506079"/>
                  </a:lnTo>
                  <a:lnTo>
                    <a:pt x="3474177" y="3508633"/>
                  </a:lnTo>
                  <a:lnTo>
                    <a:pt x="3490487" y="3508633"/>
                  </a:lnTo>
                  <a:lnTo>
                    <a:pt x="3490487" y="3516296"/>
                  </a:lnTo>
                  <a:lnTo>
                    <a:pt x="3495924" y="3516296"/>
                  </a:lnTo>
                  <a:lnTo>
                    <a:pt x="3495924" y="3516296"/>
                  </a:lnTo>
                  <a:lnTo>
                    <a:pt x="3501361" y="3516296"/>
                  </a:lnTo>
                  <a:lnTo>
                    <a:pt x="3501361" y="3518853"/>
                  </a:lnTo>
                  <a:lnTo>
                    <a:pt x="3512235" y="3518853"/>
                  </a:lnTo>
                  <a:lnTo>
                    <a:pt x="3512235" y="3523999"/>
                  </a:lnTo>
                  <a:lnTo>
                    <a:pt x="3517672" y="3523999"/>
                  </a:lnTo>
                  <a:lnTo>
                    <a:pt x="3517672" y="3526571"/>
                  </a:lnTo>
                  <a:lnTo>
                    <a:pt x="3523109" y="3526571"/>
                  </a:lnTo>
                  <a:lnTo>
                    <a:pt x="3523109" y="3529147"/>
                  </a:lnTo>
                  <a:lnTo>
                    <a:pt x="3533983" y="3529147"/>
                  </a:lnTo>
                  <a:lnTo>
                    <a:pt x="3533983" y="3529147"/>
                  </a:lnTo>
                  <a:lnTo>
                    <a:pt x="3539420" y="3529147"/>
                  </a:lnTo>
                  <a:lnTo>
                    <a:pt x="3539420" y="3534315"/>
                  </a:lnTo>
                  <a:lnTo>
                    <a:pt x="3561167" y="3534315"/>
                  </a:lnTo>
                  <a:lnTo>
                    <a:pt x="3561167" y="3534315"/>
                  </a:lnTo>
                  <a:lnTo>
                    <a:pt x="3572041" y="3534315"/>
                  </a:lnTo>
                  <a:lnTo>
                    <a:pt x="3572041" y="3539498"/>
                  </a:lnTo>
                  <a:lnTo>
                    <a:pt x="3577478" y="3539498"/>
                  </a:lnTo>
                  <a:lnTo>
                    <a:pt x="3577478" y="3542093"/>
                  </a:lnTo>
                  <a:lnTo>
                    <a:pt x="3582915" y="3542093"/>
                  </a:lnTo>
                  <a:lnTo>
                    <a:pt x="3582915" y="3542093"/>
                  </a:lnTo>
                  <a:lnTo>
                    <a:pt x="3588352" y="3542093"/>
                  </a:lnTo>
                  <a:lnTo>
                    <a:pt x="3588352" y="3542093"/>
                  </a:lnTo>
                  <a:lnTo>
                    <a:pt x="3593789" y="3542093"/>
                  </a:lnTo>
                  <a:lnTo>
                    <a:pt x="3593789" y="3547306"/>
                  </a:lnTo>
                  <a:lnTo>
                    <a:pt x="3599225" y="3547306"/>
                  </a:lnTo>
                  <a:lnTo>
                    <a:pt x="3599225" y="3549913"/>
                  </a:lnTo>
                  <a:lnTo>
                    <a:pt x="3604662" y="3549913"/>
                  </a:lnTo>
                  <a:lnTo>
                    <a:pt x="3604662" y="3555127"/>
                  </a:lnTo>
                  <a:lnTo>
                    <a:pt x="3610099" y="3555127"/>
                  </a:lnTo>
                  <a:lnTo>
                    <a:pt x="3610099" y="3560348"/>
                  </a:lnTo>
                  <a:lnTo>
                    <a:pt x="3615536" y="3560348"/>
                  </a:lnTo>
                  <a:lnTo>
                    <a:pt x="3615536" y="3565577"/>
                  </a:lnTo>
                  <a:lnTo>
                    <a:pt x="3620973" y="3565577"/>
                  </a:lnTo>
                  <a:lnTo>
                    <a:pt x="3620973" y="3568204"/>
                  </a:lnTo>
                  <a:lnTo>
                    <a:pt x="3626410" y="3568204"/>
                  </a:lnTo>
                  <a:lnTo>
                    <a:pt x="3626410" y="3568204"/>
                  </a:lnTo>
                  <a:lnTo>
                    <a:pt x="3631847" y="3568204"/>
                  </a:lnTo>
                  <a:lnTo>
                    <a:pt x="3631847" y="3570834"/>
                  </a:lnTo>
                  <a:lnTo>
                    <a:pt x="3637284" y="3570834"/>
                  </a:lnTo>
                  <a:lnTo>
                    <a:pt x="3637284" y="3570834"/>
                  </a:lnTo>
                  <a:lnTo>
                    <a:pt x="3642721" y="3570834"/>
                  </a:lnTo>
                  <a:lnTo>
                    <a:pt x="3642721" y="3573473"/>
                  </a:lnTo>
                  <a:lnTo>
                    <a:pt x="3648158" y="3573473"/>
                  </a:lnTo>
                  <a:lnTo>
                    <a:pt x="3648158" y="3573473"/>
                  </a:lnTo>
                  <a:lnTo>
                    <a:pt x="3653594" y="3573473"/>
                  </a:lnTo>
                  <a:lnTo>
                    <a:pt x="3653594" y="3573473"/>
                  </a:lnTo>
                  <a:lnTo>
                    <a:pt x="3659031" y="3573473"/>
                  </a:lnTo>
                  <a:lnTo>
                    <a:pt x="3659031" y="3576127"/>
                  </a:lnTo>
                  <a:lnTo>
                    <a:pt x="3675342" y="3576127"/>
                  </a:lnTo>
                  <a:lnTo>
                    <a:pt x="3675342" y="3576127"/>
                  </a:lnTo>
                  <a:lnTo>
                    <a:pt x="3680779" y="3576127"/>
                  </a:lnTo>
                  <a:lnTo>
                    <a:pt x="3680779" y="3578786"/>
                  </a:lnTo>
                  <a:lnTo>
                    <a:pt x="3686216" y="3578786"/>
                  </a:lnTo>
                  <a:lnTo>
                    <a:pt x="3686216" y="3581449"/>
                  </a:lnTo>
                  <a:lnTo>
                    <a:pt x="3691653" y="3581449"/>
                  </a:lnTo>
                  <a:lnTo>
                    <a:pt x="3691653" y="3584116"/>
                  </a:lnTo>
                  <a:lnTo>
                    <a:pt x="3707963" y="3584116"/>
                  </a:lnTo>
                  <a:lnTo>
                    <a:pt x="3707963" y="3586813"/>
                  </a:lnTo>
                  <a:lnTo>
                    <a:pt x="3718837" y="3586813"/>
                  </a:lnTo>
                  <a:lnTo>
                    <a:pt x="3718837" y="3589518"/>
                  </a:lnTo>
                  <a:lnTo>
                    <a:pt x="3724274" y="3589518"/>
                  </a:lnTo>
                  <a:lnTo>
                    <a:pt x="3724274" y="3589518"/>
                  </a:lnTo>
                  <a:lnTo>
                    <a:pt x="3740585" y="3589518"/>
                  </a:lnTo>
                  <a:lnTo>
                    <a:pt x="3740585" y="3589518"/>
                  </a:lnTo>
                  <a:lnTo>
                    <a:pt x="3751459" y="3589518"/>
                  </a:lnTo>
                  <a:lnTo>
                    <a:pt x="3751459" y="3589518"/>
                  </a:lnTo>
                  <a:lnTo>
                    <a:pt x="3756895" y="3589518"/>
                  </a:lnTo>
                  <a:lnTo>
                    <a:pt x="3756895" y="3592253"/>
                  </a:lnTo>
                  <a:lnTo>
                    <a:pt x="3762332" y="3592253"/>
                  </a:lnTo>
                  <a:lnTo>
                    <a:pt x="3762332" y="3592253"/>
                  </a:lnTo>
                  <a:lnTo>
                    <a:pt x="3767769" y="3592253"/>
                  </a:lnTo>
                  <a:lnTo>
                    <a:pt x="3767769" y="3595001"/>
                  </a:lnTo>
                  <a:lnTo>
                    <a:pt x="3773206" y="3595001"/>
                  </a:lnTo>
                  <a:lnTo>
                    <a:pt x="3773206" y="3606031"/>
                  </a:lnTo>
                  <a:lnTo>
                    <a:pt x="3778643" y="3606031"/>
                  </a:lnTo>
                  <a:lnTo>
                    <a:pt x="3778643" y="3611546"/>
                  </a:lnTo>
                  <a:lnTo>
                    <a:pt x="3794954" y="3611546"/>
                  </a:lnTo>
                  <a:lnTo>
                    <a:pt x="3794954" y="3611546"/>
                  </a:lnTo>
                  <a:lnTo>
                    <a:pt x="3800391" y="3611546"/>
                  </a:lnTo>
                  <a:lnTo>
                    <a:pt x="3800391" y="3617069"/>
                  </a:lnTo>
                  <a:lnTo>
                    <a:pt x="3805828" y="3617069"/>
                  </a:lnTo>
                  <a:lnTo>
                    <a:pt x="3805828" y="3619831"/>
                  </a:lnTo>
                  <a:lnTo>
                    <a:pt x="3811264" y="3619831"/>
                  </a:lnTo>
                  <a:lnTo>
                    <a:pt x="3811264" y="3625382"/>
                  </a:lnTo>
                  <a:lnTo>
                    <a:pt x="3822138" y="3625382"/>
                  </a:lnTo>
                  <a:lnTo>
                    <a:pt x="3822138" y="3628163"/>
                  </a:lnTo>
                  <a:lnTo>
                    <a:pt x="3827575" y="3628163"/>
                  </a:lnTo>
                  <a:lnTo>
                    <a:pt x="3827575" y="3630943"/>
                  </a:lnTo>
                  <a:lnTo>
                    <a:pt x="3833012" y="3630943"/>
                  </a:lnTo>
                  <a:lnTo>
                    <a:pt x="3833012" y="3642082"/>
                  </a:lnTo>
                  <a:lnTo>
                    <a:pt x="3843886" y="3642082"/>
                  </a:lnTo>
                  <a:lnTo>
                    <a:pt x="3843886" y="3642082"/>
                  </a:lnTo>
                  <a:lnTo>
                    <a:pt x="3849323" y="3642082"/>
                  </a:lnTo>
                  <a:lnTo>
                    <a:pt x="3849323" y="3642082"/>
                  </a:lnTo>
                  <a:lnTo>
                    <a:pt x="3854760" y="3642082"/>
                  </a:lnTo>
                  <a:lnTo>
                    <a:pt x="3854760" y="3642082"/>
                  </a:lnTo>
                  <a:lnTo>
                    <a:pt x="3865633" y="3642082"/>
                  </a:lnTo>
                  <a:lnTo>
                    <a:pt x="3865633" y="3647699"/>
                  </a:lnTo>
                  <a:lnTo>
                    <a:pt x="3881944" y="3647699"/>
                  </a:lnTo>
                  <a:lnTo>
                    <a:pt x="3881944" y="3650507"/>
                  </a:lnTo>
                  <a:lnTo>
                    <a:pt x="3887381" y="3650507"/>
                  </a:lnTo>
                  <a:lnTo>
                    <a:pt x="3887381" y="3650507"/>
                  </a:lnTo>
                  <a:lnTo>
                    <a:pt x="3898255" y="3650507"/>
                  </a:lnTo>
                  <a:lnTo>
                    <a:pt x="3898255" y="3653325"/>
                  </a:lnTo>
                  <a:lnTo>
                    <a:pt x="3903692" y="3653325"/>
                  </a:lnTo>
                  <a:lnTo>
                    <a:pt x="3903692" y="3656143"/>
                  </a:lnTo>
                  <a:lnTo>
                    <a:pt x="3909129" y="3656143"/>
                  </a:lnTo>
                  <a:lnTo>
                    <a:pt x="3909129" y="3658971"/>
                  </a:lnTo>
                  <a:lnTo>
                    <a:pt x="3914565" y="3658971"/>
                  </a:lnTo>
                  <a:lnTo>
                    <a:pt x="3914565" y="3661804"/>
                  </a:lnTo>
                  <a:lnTo>
                    <a:pt x="3920002" y="3661804"/>
                  </a:lnTo>
                  <a:lnTo>
                    <a:pt x="3920002" y="3661804"/>
                  </a:lnTo>
                  <a:lnTo>
                    <a:pt x="3925439" y="3661804"/>
                  </a:lnTo>
                  <a:lnTo>
                    <a:pt x="3925439" y="3670346"/>
                  </a:lnTo>
                  <a:lnTo>
                    <a:pt x="3930876" y="3670346"/>
                  </a:lnTo>
                  <a:lnTo>
                    <a:pt x="3930876" y="3673203"/>
                  </a:lnTo>
                  <a:lnTo>
                    <a:pt x="3936313" y="3673203"/>
                  </a:lnTo>
                  <a:lnTo>
                    <a:pt x="3936313" y="3676061"/>
                  </a:lnTo>
                  <a:lnTo>
                    <a:pt x="3941750" y="3676061"/>
                  </a:lnTo>
                  <a:lnTo>
                    <a:pt x="3941750" y="3676061"/>
                  </a:lnTo>
                  <a:lnTo>
                    <a:pt x="3958061" y="3676061"/>
                  </a:lnTo>
                  <a:lnTo>
                    <a:pt x="3958061" y="3676061"/>
                  </a:lnTo>
                  <a:lnTo>
                    <a:pt x="3963498" y="3676061"/>
                  </a:lnTo>
                  <a:lnTo>
                    <a:pt x="3963498" y="3676061"/>
                  </a:lnTo>
                  <a:lnTo>
                    <a:pt x="3985245" y="3676061"/>
                  </a:lnTo>
                  <a:lnTo>
                    <a:pt x="3985245" y="3681836"/>
                  </a:lnTo>
                  <a:lnTo>
                    <a:pt x="3990682" y="3681836"/>
                  </a:lnTo>
                  <a:lnTo>
                    <a:pt x="3990682" y="3681836"/>
                  </a:lnTo>
                  <a:lnTo>
                    <a:pt x="3996119" y="3681836"/>
                  </a:lnTo>
                  <a:lnTo>
                    <a:pt x="3996119" y="3687633"/>
                  </a:lnTo>
                  <a:lnTo>
                    <a:pt x="4001556" y="3687633"/>
                  </a:lnTo>
                  <a:lnTo>
                    <a:pt x="4001556" y="3690547"/>
                  </a:lnTo>
                  <a:lnTo>
                    <a:pt x="4017867" y="3690547"/>
                  </a:lnTo>
                  <a:lnTo>
                    <a:pt x="4017867" y="3690547"/>
                  </a:lnTo>
                  <a:lnTo>
                    <a:pt x="4023303" y="3690547"/>
                  </a:lnTo>
                  <a:lnTo>
                    <a:pt x="4023303" y="3690547"/>
                  </a:lnTo>
                  <a:lnTo>
                    <a:pt x="4028740" y="3690547"/>
                  </a:lnTo>
                  <a:lnTo>
                    <a:pt x="4028740" y="3693477"/>
                  </a:lnTo>
                  <a:lnTo>
                    <a:pt x="4034177" y="3693477"/>
                  </a:lnTo>
                  <a:lnTo>
                    <a:pt x="4034177" y="3696417"/>
                  </a:lnTo>
                  <a:lnTo>
                    <a:pt x="4039614" y="3696417"/>
                  </a:lnTo>
                  <a:lnTo>
                    <a:pt x="4039614" y="3699358"/>
                  </a:lnTo>
                  <a:lnTo>
                    <a:pt x="4055925" y="3699358"/>
                  </a:lnTo>
                  <a:lnTo>
                    <a:pt x="4055925" y="3699358"/>
                  </a:lnTo>
                  <a:lnTo>
                    <a:pt x="4066799" y="3699358"/>
                  </a:lnTo>
                  <a:lnTo>
                    <a:pt x="4066799" y="3702310"/>
                  </a:lnTo>
                  <a:lnTo>
                    <a:pt x="4072235" y="3702310"/>
                  </a:lnTo>
                  <a:lnTo>
                    <a:pt x="4072235" y="3705261"/>
                  </a:lnTo>
                  <a:lnTo>
                    <a:pt x="4077672" y="3705261"/>
                  </a:lnTo>
                  <a:lnTo>
                    <a:pt x="4077672" y="3708223"/>
                  </a:lnTo>
                  <a:lnTo>
                    <a:pt x="4083109" y="3708223"/>
                  </a:lnTo>
                  <a:lnTo>
                    <a:pt x="4083109" y="3711191"/>
                  </a:lnTo>
                  <a:lnTo>
                    <a:pt x="4099420" y="3711191"/>
                  </a:lnTo>
                  <a:lnTo>
                    <a:pt x="4099420" y="3714159"/>
                  </a:lnTo>
                  <a:lnTo>
                    <a:pt x="4104857" y="3714159"/>
                  </a:lnTo>
                  <a:lnTo>
                    <a:pt x="4104857" y="3714159"/>
                  </a:lnTo>
                  <a:lnTo>
                    <a:pt x="4110294" y="3714159"/>
                  </a:lnTo>
                  <a:lnTo>
                    <a:pt x="4110294" y="3714159"/>
                  </a:lnTo>
                  <a:lnTo>
                    <a:pt x="4115731" y="3714159"/>
                  </a:lnTo>
                  <a:lnTo>
                    <a:pt x="4115731" y="3717161"/>
                  </a:lnTo>
                  <a:lnTo>
                    <a:pt x="4126604" y="3717161"/>
                  </a:lnTo>
                  <a:lnTo>
                    <a:pt x="4126604" y="3723176"/>
                  </a:lnTo>
                  <a:lnTo>
                    <a:pt x="4142915" y="3723176"/>
                  </a:lnTo>
                  <a:lnTo>
                    <a:pt x="4142915" y="3726183"/>
                  </a:lnTo>
                  <a:lnTo>
                    <a:pt x="4148352" y="3726183"/>
                  </a:lnTo>
                  <a:lnTo>
                    <a:pt x="4148352" y="3726183"/>
                  </a:lnTo>
                  <a:lnTo>
                    <a:pt x="4153789" y="3726183"/>
                  </a:lnTo>
                  <a:lnTo>
                    <a:pt x="4153789" y="3732210"/>
                  </a:lnTo>
                  <a:lnTo>
                    <a:pt x="4159226" y="3732210"/>
                  </a:lnTo>
                  <a:lnTo>
                    <a:pt x="4159226" y="3735223"/>
                  </a:lnTo>
                  <a:lnTo>
                    <a:pt x="4164663" y="3735223"/>
                  </a:lnTo>
                  <a:lnTo>
                    <a:pt x="4164663" y="3738236"/>
                  </a:lnTo>
                  <a:lnTo>
                    <a:pt x="4170100" y="3738236"/>
                  </a:lnTo>
                  <a:lnTo>
                    <a:pt x="4170100" y="3741249"/>
                  </a:lnTo>
                  <a:lnTo>
                    <a:pt x="4175537" y="3741249"/>
                  </a:lnTo>
                  <a:lnTo>
                    <a:pt x="4175537" y="3741249"/>
                  </a:lnTo>
                  <a:lnTo>
                    <a:pt x="4180973" y="3741249"/>
                  </a:lnTo>
                  <a:lnTo>
                    <a:pt x="4180973" y="3744268"/>
                  </a:lnTo>
                  <a:lnTo>
                    <a:pt x="4197284" y="3744268"/>
                  </a:lnTo>
                  <a:lnTo>
                    <a:pt x="4197284" y="3747293"/>
                  </a:lnTo>
                  <a:lnTo>
                    <a:pt x="4202721" y="3747293"/>
                  </a:lnTo>
                  <a:lnTo>
                    <a:pt x="4202721" y="3747293"/>
                  </a:lnTo>
                  <a:lnTo>
                    <a:pt x="4208158" y="3747293"/>
                  </a:lnTo>
                  <a:lnTo>
                    <a:pt x="4208158" y="3750336"/>
                  </a:lnTo>
                  <a:lnTo>
                    <a:pt x="4213595" y="3750336"/>
                  </a:lnTo>
                  <a:lnTo>
                    <a:pt x="4213595" y="3753384"/>
                  </a:lnTo>
                  <a:lnTo>
                    <a:pt x="4219032" y="3753384"/>
                  </a:lnTo>
                  <a:lnTo>
                    <a:pt x="4219032" y="3756439"/>
                  </a:lnTo>
                  <a:lnTo>
                    <a:pt x="4224469" y="3756439"/>
                  </a:lnTo>
                  <a:lnTo>
                    <a:pt x="4224469" y="3759494"/>
                  </a:lnTo>
                  <a:lnTo>
                    <a:pt x="4229906" y="3759494"/>
                  </a:lnTo>
                  <a:lnTo>
                    <a:pt x="4229906" y="3762560"/>
                  </a:lnTo>
                  <a:lnTo>
                    <a:pt x="4235342" y="3762560"/>
                  </a:lnTo>
                  <a:lnTo>
                    <a:pt x="4235342" y="3765627"/>
                  </a:lnTo>
                  <a:lnTo>
                    <a:pt x="4240779" y="3765627"/>
                  </a:lnTo>
                  <a:lnTo>
                    <a:pt x="4240779" y="3765627"/>
                  </a:lnTo>
                  <a:lnTo>
                    <a:pt x="4246216" y="3765627"/>
                  </a:lnTo>
                  <a:lnTo>
                    <a:pt x="4246216" y="3768706"/>
                  </a:lnTo>
                  <a:lnTo>
                    <a:pt x="4257090" y="3768706"/>
                  </a:lnTo>
                  <a:lnTo>
                    <a:pt x="4257090" y="3771786"/>
                  </a:lnTo>
                  <a:lnTo>
                    <a:pt x="4262527" y="3771786"/>
                  </a:lnTo>
                  <a:lnTo>
                    <a:pt x="4262527" y="3774871"/>
                  </a:lnTo>
                  <a:lnTo>
                    <a:pt x="4267964" y="3774871"/>
                  </a:lnTo>
                  <a:lnTo>
                    <a:pt x="4267964" y="3777963"/>
                  </a:lnTo>
                  <a:lnTo>
                    <a:pt x="4284274" y="3777963"/>
                  </a:lnTo>
                  <a:lnTo>
                    <a:pt x="4284274" y="3777963"/>
                  </a:lnTo>
                  <a:lnTo>
                    <a:pt x="4300585" y="3777963"/>
                  </a:lnTo>
                  <a:lnTo>
                    <a:pt x="4300585" y="3781067"/>
                  </a:lnTo>
                  <a:lnTo>
                    <a:pt x="4306022" y="3781067"/>
                  </a:lnTo>
                  <a:lnTo>
                    <a:pt x="4306022" y="3784171"/>
                  </a:lnTo>
                  <a:lnTo>
                    <a:pt x="4316896" y="3784171"/>
                  </a:lnTo>
                  <a:lnTo>
                    <a:pt x="4316896" y="3784171"/>
                  </a:lnTo>
                  <a:lnTo>
                    <a:pt x="4333207" y="3784171"/>
                  </a:lnTo>
                  <a:lnTo>
                    <a:pt x="4333207" y="3787288"/>
                  </a:lnTo>
                  <a:lnTo>
                    <a:pt x="4360391" y="3787288"/>
                  </a:lnTo>
                  <a:lnTo>
                    <a:pt x="4360391" y="3790405"/>
                  </a:lnTo>
                  <a:lnTo>
                    <a:pt x="4365828" y="3790405"/>
                  </a:lnTo>
                  <a:lnTo>
                    <a:pt x="4365828" y="3796639"/>
                  </a:lnTo>
                  <a:lnTo>
                    <a:pt x="4376702" y="3796639"/>
                  </a:lnTo>
                  <a:lnTo>
                    <a:pt x="4376702" y="3796639"/>
                  </a:lnTo>
                  <a:lnTo>
                    <a:pt x="4387576" y="3796639"/>
                  </a:lnTo>
                  <a:lnTo>
                    <a:pt x="4387576" y="3796639"/>
                  </a:lnTo>
                  <a:lnTo>
                    <a:pt x="4409323" y="3796639"/>
                  </a:lnTo>
                  <a:lnTo>
                    <a:pt x="4409323" y="3796639"/>
                  </a:lnTo>
                  <a:lnTo>
                    <a:pt x="4414760" y="3796639"/>
                  </a:lnTo>
                  <a:lnTo>
                    <a:pt x="4414760" y="3796639"/>
                  </a:lnTo>
                  <a:lnTo>
                    <a:pt x="4431071" y="3796639"/>
                  </a:lnTo>
                  <a:lnTo>
                    <a:pt x="4431071" y="3796639"/>
                  </a:lnTo>
                  <a:lnTo>
                    <a:pt x="4436508" y="3796639"/>
                  </a:lnTo>
                  <a:lnTo>
                    <a:pt x="4436508" y="3796639"/>
                  </a:lnTo>
                  <a:lnTo>
                    <a:pt x="4447381" y="3796639"/>
                  </a:lnTo>
                  <a:lnTo>
                    <a:pt x="4447381" y="3799809"/>
                  </a:lnTo>
                  <a:lnTo>
                    <a:pt x="4452818" y="3799809"/>
                  </a:lnTo>
                  <a:lnTo>
                    <a:pt x="4452818" y="3802979"/>
                  </a:lnTo>
                  <a:lnTo>
                    <a:pt x="4458255" y="3802979"/>
                  </a:lnTo>
                  <a:lnTo>
                    <a:pt x="4458255" y="3809345"/>
                  </a:lnTo>
                  <a:lnTo>
                    <a:pt x="4469129" y="3809345"/>
                  </a:lnTo>
                  <a:lnTo>
                    <a:pt x="4469129" y="3812535"/>
                  </a:lnTo>
                  <a:lnTo>
                    <a:pt x="4480003" y="3812535"/>
                  </a:lnTo>
                  <a:lnTo>
                    <a:pt x="4480003" y="3812535"/>
                  </a:lnTo>
                  <a:lnTo>
                    <a:pt x="4490877" y="3812535"/>
                  </a:lnTo>
                  <a:lnTo>
                    <a:pt x="4490877" y="3818929"/>
                  </a:lnTo>
                  <a:lnTo>
                    <a:pt x="4501750" y="3818929"/>
                  </a:lnTo>
                  <a:lnTo>
                    <a:pt x="4501750" y="3822146"/>
                  </a:lnTo>
                  <a:lnTo>
                    <a:pt x="4523498" y="3822146"/>
                  </a:lnTo>
                  <a:lnTo>
                    <a:pt x="4523498" y="3822146"/>
                  </a:lnTo>
                  <a:lnTo>
                    <a:pt x="4528935" y="3822146"/>
                  </a:lnTo>
                  <a:lnTo>
                    <a:pt x="4528935" y="3825371"/>
                  </a:lnTo>
                  <a:lnTo>
                    <a:pt x="4545246" y="3825371"/>
                  </a:lnTo>
                  <a:lnTo>
                    <a:pt x="4545246" y="3825371"/>
                  </a:lnTo>
                  <a:lnTo>
                    <a:pt x="4550682" y="3825371"/>
                  </a:lnTo>
                  <a:lnTo>
                    <a:pt x="4550682" y="3828610"/>
                  </a:lnTo>
                  <a:lnTo>
                    <a:pt x="4556119" y="3828610"/>
                  </a:lnTo>
                  <a:lnTo>
                    <a:pt x="4556119" y="3828610"/>
                  </a:lnTo>
                  <a:lnTo>
                    <a:pt x="4566993" y="3828610"/>
                  </a:lnTo>
                  <a:lnTo>
                    <a:pt x="4566993" y="3828610"/>
                  </a:lnTo>
                  <a:lnTo>
                    <a:pt x="4572430" y="3828610"/>
                  </a:lnTo>
                  <a:lnTo>
                    <a:pt x="4572430" y="3835145"/>
                  </a:lnTo>
                  <a:lnTo>
                    <a:pt x="4583304" y="3835145"/>
                  </a:lnTo>
                  <a:lnTo>
                    <a:pt x="4583304" y="3835145"/>
                  </a:lnTo>
                  <a:lnTo>
                    <a:pt x="4588741" y="3835145"/>
                  </a:lnTo>
                  <a:lnTo>
                    <a:pt x="4588741" y="3838420"/>
                  </a:lnTo>
                  <a:lnTo>
                    <a:pt x="4610488" y="3838420"/>
                  </a:lnTo>
                  <a:lnTo>
                    <a:pt x="4610488" y="3844999"/>
                  </a:lnTo>
                  <a:lnTo>
                    <a:pt x="4626799" y="3844999"/>
                  </a:lnTo>
                  <a:lnTo>
                    <a:pt x="4626799" y="3848289"/>
                  </a:lnTo>
                  <a:lnTo>
                    <a:pt x="4637673" y="3848289"/>
                  </a:lnTo>
                  <a:lnTo>
                    <a:pt x="4637673" y="3851586"/>
                  </a:lnTo>
                  <a:lnTo>
                    <a:pt x="4643110" y="3851586"/>
                  </a:lnTo>
                  <a:lnTo>
                    <a:pt x="4643110" y="3854884"/>
                  </a:lnTo>
                  <a:lnTo>
                    <a:pt x="4648547" y="3854884"/>
                  </a:lnTo>
                  <a:lnTo>
                    <a:pt x="4648547" y="3854884"/>
                  </a:lnTo>
                  <a:lnTo>
                    <a:pt x="4659420" y="3854884"/>
                  </a:lnTo>
                  <a:lnTo>
                    <a:pt x="4659420" y="3861493"/>
                  </a:lnTo>
                  <a:lnTo>
                    <a:pt x="4675731" y="3861493"/>
                  </a:lnTo>
                  <a:lnTo>
                    <a:pt x="4675731" y="3864798"/>
                  </a:lnTo>
                  <a:lnTo>
                    <a:pt x="4681168" y="3864798"/>
                  </a:lnTo>
                  <a:lnTo>
                    <a:pt x="4681168" y="3864798"/>
                  </a:lnTo>
                  <a:lnTo>
                    <a:pt x="4692042" y="3864798"/>
                  </a:lnTo>
                  <a:lnTo>
                    <a:pt x="4692042" y="3864798"/>
                  </a:lnTo>
                  <a:lnTo>
                    <a:pt x="4697479" y="3864798"/>
                  </a:lnTo>
                  <a:lnTo>
                    <a:pt x="4697479" y="3864798"/>
                  </a:lnTo>
                  <a:lnTo>
                    <a:pt x="4708352" y="3864798"/>
                  </a:lnTo>
                  <a:lnTo>
                    <a:pt x="4708352" y="3868133"/>
                  </a:lnTo>
                  <a:lnTo>
                    <a:pt x="4713789" y="3868133"/>
                  </a:lnTo>
                  <a:lnTo>
                    <a:pt x="4713789" y="3868133"/>
                  </a:lnTo>
                  <a:lnTo>
                    <a:pt x="4719226" y="3868133"/>
                  </a:lnTo>
                  <a:lnTo>
                    <a:pt x="4719226" y="3871492"/>
                  </a:lnTo>
                  <a:lnTo>
                    <a:pt x="4730100" y="3871492"/>
                  </a:lnTo>
                  <a:lnTo>
                    <a:pt x="4730100" y="3871492"/>
                  </a:lnTo>
                  <a:lnTo>
                    <a:pt x="4751848" y="3871492"/>
                  </a:lnTo>
                  <a:lnTo>
                    <a:pt x="4751848" y="3874875"/>
                  </a:lnTo>
                  <a:lnTo>
                    <a:pt x="4768158" y="3874875"/>
                  </a:lnTo>
                  <a:lnTo>
                    <a:pt x="4768158" y="3878266"/>
                  </a:lnTo>
                  <a:lnTo>
                    <a:pt x="4773595" y="3878266"/>
                  </a:lnTo>
                  <a:lnTo>
                    <a:pt x="4773595" y="3881657"/>
                  </a:lnTo>
                  <a:lnTo>
                    <a:pt x="4779032" y="3881657"/>
                  </a:lnTo>
                  <a:lnTo>
                    <a:pt x="4779032" y="3881657"/>
                  </a:lnTo>
                  <a:lnTo>
                    <a:pt x="4784469" y="3881657"/>
                  </a:lnTo>
                  <a:lnTo>
                    <a:pt x="4784469" y="3881657"/>
                  </a:lnTo>
                  <a:lnTo>
                    <a:pt x="4806217" y="3881657"/>
                  </a:lnTo>
                  <a:lnTo>
                    <a:pt x="4806217" y="3885064"/>
                  </a:lnTo>
                  <a:lnTo>
                    <a:pt x="4817090" y="3885064"/>
                  </a:lnTo>
                  <a:lnTo>
                    <a:pt x="4817090" y="3888471"/>
                  </a:lnTo>
                  <a:lnTo>
                    <a:pt x="4822527" y="3888471"/>
                  </a:lnTo>
                  <a:lnTo>
                    <a:pt x="4822527" y="3891878"/>
                  </a:lnTo>
                  <a:lnTo>
                    <a:pt x="4827964" y="3891878"/>
                  </a:lnTo>
                  <a:lnTo>
                    <a:pt x="4827964" y="3895286"/>
                  </a:lnTo>
                  <a:lnTo>
                    <a:pt x="4844275" y="3895286"/>
                  </a:lnTo>
                  <a:lnTo>
                    <a:pt x="4844275" y="3895286"/>
                  </a:lnTo>
                  <a:lnTo>
                    <a:pt x="4849712" y="3895286"/>
                  </a:lnTo>
                  <a:lnTo>
                    <a:pt x="4849712" y="3895286"/>
                  </a:lnTo>
                  <a:lnTo>
                    <a:pt x="4871459" y="3895286"/>
                  </a:lnTo>
                  <a:lnTo>
                    <a:pt x="4871459" y="3895286"/>
                  </a:lnTo>
                  <a:lnTo>
                    <a:pt x="4893207" y="3895286"/>
                  </a:lnTo>
                  <a:lnTo>
                    <a:pt x="4893207" y="3902201"/>
                  </a:lnTo>
                  <a:lnTo>
                    <a:pt x="4898644" y="3902201"/>
                  </a:lnTo>
                  <a:lnTo>
                    <a:pt x="4898644" y="3905658"/>
                  </a:lnTo>
                  <a:lnTo>
                    <a:pt x="4904081" y="3905658"/>
                  </a:lnTo>
                  <a:lnTo>
                    <a:pt x="4904081" y="3909116"/>
                  </a:lnTo>
                  <a:lnTo>
                    <a:pt x="4909518" y="3909116"/>
                  </a:lnTo>
                  <a:lnTo>
                    <a:pt x="4909518" y="3909116"/>
                  </a:lnTo>
                  <a:lnTo>
                    <a:pt x="4914955" y="3909116"/>
                  </a:lnTo>
                  <a:lnTo>
                    <a:pt x="4914955" y="3909116"/>
                  </a:lnTo>
                  <a:lnTo>
                    <a:pt x="4925828" y="3909116"/>
                  </a:lnTo>
                  <a:lnTo>
                    <a:pt x="4925828" y="3912591"/>
                  </a:lnTo>
                  <a:lnTo>
                    <a:pt x="4931265" y="3912591"/>
                  </a:lnTo>
                  <a:lnTo>
                    <a:pt x="4931265" y="3916066"/>
                  </a:lnTo>
                  <a:lnTo>
                    <a:pt x="4936702" y="3916066"/>
                  </a:lnTo>
                  <a:lnTo>
                    <a:pt x="4936702" y="3919540"/>
                  </a:lnTo>
                  <a:lnTo>
                    <a:pt x="4985634" y="3919540"/>
                  </a:lnTo>
                  <a:lnTo>
                    <a:pt x="4985634" y="3919540"/>
                  </a:lnTo>
                  <a:lnTo>
                    <a:pt x="5018256" y="3919540"/>
                  </a:lnTo>
                  <a:lnTo>
                    <a:pt x="5018256" y="3923024"/>
                  </a:lnTo>
                  <a:lnTo>
                    <a:pt x="5023693" y="3923024"/>
                  </a:lnTo>
                  <a:lnTo>
                    <a:pt x="5023693" y="3923024"/>
                  </a:lnTo>
                  <a:lnTo>
                    <a:pt x="5040003" y="3923024"/>
                  </a:lnTo>
                  <a:lnTo>
                    <a:pt x="5040003" y="3926534"/>
                  </a:lnTo>
                  <a:lnTo>
                    <a:pt x="5045440" y="3926534"/>
                  </a:lnTo>
                  <a:lnTo>
                    <a:pt x="5045440" y="3930045"/>
                  </a:lnTo>
                  <a:lnTo>
                    <a:pt x="5050877" y="3930045"/>
                  </a:lnTo>
                  <a:lnTo>
                    <a:pt x="5050877" y="3930045"/>
                  </a:lnTo>
                  <a:lnTo>
                    <a:pt x="5061751" y="3930045"/>
                  </a:lnTo>
                  <a:lnTo>
                    <a:pt x="5061751" y="3930045"/>
                  </a:lnTo>
                  <a:lnTo>
                    <a:pt x="5072625" y="3930045"/>
                  </a:lnTo>
                  <a:lnTo>
                    <a:pt x="5072625" y="3933573"/>
                  </a:lnTo>
                  <a:lnTo>
                    <a:pt x="5078061" y="3933573"/>
                  </a:lnTo>
                  <a:lnTo>
                    <a:pt x="5078061" y="3933573"/>
                  </a:lnTo>
                  <a:lnTo>
                    <a:pt x="5094372" y="3933573"/>
                  </a:lnTo>
                  <a:lnTo>
                    <a:pt x="5094372" y="3937110"/>
                  </a:lnTo>
                  <a:lnTo>
                    <a:pt x="5099809" y="3937110"/>
                  </a:lnTo>
                  <a:lnTo>
                    <a:pt x="5099809" y="3937110"/>
                  </a:lnTo>
                  <a:lnTo>
                    <a:pt x="5105246" y="3937110"/>
                  </a:lnTo>
                  <a:lnTo>
                    <a:pt x="5105246" y="3940676"/>
                  </a:lnTo>
                  <a:lnTo>
                    <a:pt x="5110683" y="3940676"/>
                  </a:lnTo>
                  <a:lnTo>
                    <a:pt x="5110683" y="3944241"/>
                  </a:lnTo>
                  <a:lnTo>
                    <a:pt x="5165052" y="3944241"/>
                  </a:lnTo>
                  <a:lnTo>
                    <a:pt x="5165052" y="3951372"/>
                  </a:lnTo>
                  <a:lnTo>
                    <a:pt x="5170489" y="3951372"/>
                  </a:lnTo>
                  <a:lnTo>
                    <a:pt x="5170489" y="3954946"/>
                  </a:lnTo>
                  <a:lnTo>
                    <a:pt x="5181363" y="3954946"/>
                  </a:lnTo>
                  <a:lnTo>
                    <a:pt x="5181363" y="3954946"/>
                  </a:lnTo>
                  <a:lnTo>
                    <a:pt x="5197673" y="3954946"/>
                  </a:lnTo>
                  <a:lnTo>
                    <a:pt x="5197673" y="3958540"/>
                  </a:lnTo>
                  <a:lnTo>
                    <a:pt x="5203110" y="3958540"/>
                  </a:lnTo>
                  <a:lnTo>
                    <a:pt x="5203110" y="3958540"/>
                  </a:lnTo>
                  <a:lnTo>
                    <a:pt x="5208547" y="3958540"/>
                  </a:lnTo>
                  <a:lnTo>
                    <a:pt x="5208547" y="3962154"/>
                  </a:lnTo>
                  <a:lnTo>
                    <a:pt x="5213984" y="3962154"/>
                  </a:lnTo>
                  <a:lnTo>
                    <a:pt x="5213984" y="3962154"/>
                  </a:lnTo>
                  <a:lnTo>
                    <a:pt x="5241168" y="3962154"/>
                  </a:lnTo>
                  <a:lnTo>
                    <a:pt x="5241168" y="3965777"/>
                  </a:lnTo>
                  <a:lnTo>
                    <a:pt x="5246605" y="3965777"/>
                  </a:lnTo>
                  <a:lnTo>
                    <a:pt x="5246605" y="3965777"/>
                  </a:lnTo>
                  <a:lnTo>
                    <a:pt x="5252042" y="3965777"/>
                  </a:lnTo>
                  <a:lnTo>
                    <a:pt x="5252042" y="3969439"/>
                  </a:lnTo>
                  <a:lnTo>
                    <a:pt x="5268353" y="3969439"/>
                  </a:lnTo>
                  <a:lnTo>
                    <a:pt x="5268353" y="3973112"/>
                  </a:lnTo>
                  <a:lnTo>
                    <a:pt x="5279227" y="3973112"/>
                  </a:lnTo>
                  <a:lnTo>
                    <a:pt x="5279227" y="3976796"/>
                  </a:lnTo>
                  <a:lnTo>
                    <a:pt x="5290100" y="3976796"/>
                  </a:lnTo>
                  <a:lnTo>
                    <a:pt x="5290100" y="3980479"/>
                  </a:lnTo>
                  <a:lnTo>
                    <a:pt x="5306411" y="3980479"/>
                  </a:lnTo>
                  <a:lnTo>
                    <a:pt x="5306411" y="3984172"/>
                  </a:lnTo>
                  <a:lnTo>
                    <a:pt x="5328159" y="3984172"/>
                  </a:lnTo>
                  <a:lnTo>
                    <a:pt x="5328159" y="3984172"/>
                  </a:lnTo>
                  <a:lnTo>
                    <a:pt x="5344469" y="3984172"/>
                  </a:lnTo>
                  <a:lnTo>
                    <a:pt x="5344469" y="3987887"/>
                  </a:lnTo>
                  <a:lnTo>
                    <a:pt x="5349906" y="3987887"/>
                  </a:lnTo>
                  <a:lnTo>
                    <a:pt x="5349906" y="3987887"/>
                  </a:lnTo>
                  <a:lnTo>
                    <a:pt x="5355343" y="3987887"/>
                  </a:lnTo>
                  <a:lnTo>
                    <a:pt x="5355343" y="3987887"/>
                  </a:lnTo>
                  <a:lnTo>
                    <a:pt x="5360780" y="3987887"/>
                  </a:lnTo>
                  <a:lnTo>
                    <a:pt x="5360780" y="3987887"/>
                  </a:lnTo>
                  <a:lnTo>
                    <a:pt x="5382528" y="3987887"/>
                  </a:lnTo>
                  <a:lnTo>
                    <a:pt x="5382528" y="3987887"/>
                  </a:lnTo>
                  <a:lnTo>
                    <a:pt x="5387965" y="3987887"/>
                  </a:lnTo>
                  <a:lnTo>
                    <a:pt x="5387965" y="3995400"/>
                  </a:lnTo>
                  <a:lnTo>
                    <a:pt x="5393402" y="3995400"/>
                  </a:lnTo>
                  <a:lnTo>
                    <a:pt x="5393402" y="3999157"/>
                  </a:lnTo>
                  <a:lnTo>
                    <a:pt x="5404275" y="3999157"/>
                  </a:lnTo>
                  <a:lnTo>
                    <a:pt x="5404275" y="4002914"/>
                  </a:lnTo>
                  <a:lnTo>
                    <a:pt x="5409712" y="4002914"/>
                  </a:lnTo>
                  <a:lnTo>
                    <a:pt x="5409712" y="4006682"/>
                  </a:lnTo>
                  <a:lnTo>
                    <a:pt x="5420586" y="4006682"/>
                  </a:lnTo>
                  <a:lnTo>
                    <a:pt x="5420586" y="4010450"/>
                  </a:lnTo>
                  <a:lnTo>
                    <a:pt x="5447770" y="4010450"/>
                  </a:lnTo>
                  <a:lnTo>
                    <a:pt x="5447770" y="4014229"/>
                  </a:lnTo>
                  <a:lnTo>
                    <a:pt x="5453207" y="4014229"/>
                  </a:lnTo>
                  <a:lnTo>
                    <a:pt x="5453207" y="4018030"/>
                  </a:lnTo>
                  <a:lnTo>
                    <a:pt x="5464081" y="4018030"/>
                  </a:lnTo>
                  <a:lnTo>
                    <a:pt x="5464081" y="4021831"/>
                  </a:lnTo>
                  <a:lnTo>
                    <a:pt x="5469518" y="4021831"/>
                  </a:lnTo>
                  <a:lnTo>
                    <a:pt x="5469518" y="4021831"/>
                  </a:lnTo>
                  <a:lnTo>
                    <a:pt x="5474955" y="4021831"/>
                  </a:lnTo>
                  <a:lnTo>
                    <a:pt x="5474955" y="4025655"/>
                  </a:lnTo>
                  <a:lnTo>
                    <a:pt x="5480392" y="4025655"/>
                  </a:lnTo>
                  <a:lnTo>
                    <a:pt x="5480392" y="4025655"/>
                  </a:lnTo>
                  <a:lnTo>
                    <a:pt x="5496703" y="4025655"/>
                  </a:lnTo>
                  <a:lnTo>
                    <a:pt x="5496703" y="4025655"/>
                  </a:lnTo>
                  <a:lnTo>
                    <a:pt x="5507576" y="4025655"/>
                  </a:lnTo>
                  <a:lnTo>
                    <a:pt x="5507576" y="4029514"/>
                  </a:lnTo>
                  <a:lnTo>
                    <a:pt x="5518450" y="4029514"/>
                  </a:lnTo>
                  <a:lnTo>
                    <a:pt x="5518450" y="4033373"/>
                  </a:lnTo>
                  <a:lnTo>
                    <a:pt x="5523887" y="4033373"/>
                  </a:lnTo>
                  <a:lnTo>
                    <a:pt x="5523887" y="4037243"/>
                  </a:lnTo>
                  <a:lnTo>
                    <a:pt x="5529324" y="4037243"/>
                  </a:lnTo>
                  <a:lnTo>
                    <a:pt x="5529324" y="4041126"/>
                  </a:lnTo>
                  <a:lnTo>
                    <a:pt x="5540198" y="4041126"/>
                  </a:lnTo>
                  <a:lnTo>
                    <a:pt x="5540198" y="4045020"/>
                  </a:lnTo>
                  <a:lnTo>
                    <a:pt x="5545635" y="4045020"/>
                  </a:lnTo>
                  <a:lnTo>
                    <a:pt x="5545635" y="4045020"/>
                  </a:lnTo>
                  <a:lnTo>
                    <a:pt x="5561945" y="4045020"/>
                  </a:lnTo>
                  <a:lnTo>
                    <a:pt x="5561945" y="4052834"/>
                  </a:lnTo>
                  <a:lnTo>
                    <a:pt x="5567382" y="4052834"/>
                  </a:lnTo>
                  <a:lnTo>
                    <a:pt x="5567382" y="4052834"/>
                  </a:lnTo>
                  <a:lnTo>
                    <a:pt x="5572819" y="4052834"/>
                  </a:lnTo>
                  <a:lnTo>
                    <a:pt x="5572819" y="4056753"/>
                  </a:lnTo>
                  <a:lnTo>
                    <a:pt x="5594567" y="4056753"/>
                  </a:lnTo>
                  <a:lnTo>
                    <a:pt x="5594567" y="4056753"/>
                  </a:lnTo>
                  <a:lnTo>
                    <a:pt x="5627188" y="4056753"/>
                  </a:lnTo>
                  <a:lnTo>
                    <a:pt x="5627188" y="4060709"/>
                  </a:lnTo>
                  <a:lnTo>
                    <a:pt x="5632625" y="4060709"/>
                  </a:lnTo>
                  <a:lnTo>
                    <a:pt x="5632625" y="4060709"/>
                  </a:lnTo>
                  <a:lnTo>
                    <a:pt x="5638062" y="4060709"/>
                  </a:lnTo>
                  <a:lnTo>
                    <a:pt x="5638062" y="4064678"/>
                  </a:lnTo>
                  <a:lnTo>
                    <a:pt x="5670683" y="4064678"/>
                  </a:lnTo>
                  <a:lnTo>
                    <a:pt x="5670683" y="4064678"/>
                  </a:lnTo>
                  <a:lnTo>
                    <a:pt x="5681557" y="4064678"/>
                  </a:lnTo>
                  <a:lnTo>
                    <a:pt x="5681557" y="4068686"/>
                  </a:lnTo>
                  <a:lnTo>
                    <a:pt x="5692431" y="4068686"/>
                  </a:lnTo>
                  <a:lnTo>
                    <a:pt x="5692431" y="4068686"/>
                  </a:lnTo>
                  <a:lnTo>
                    <a:pt x="5703305" y="4068686"/>
                  </a:lnTo>
                  <a:lnTo>
                    <a:pt x="5703305" y="4076727"/>
                  </a:lnTo>
                  <a:lnTo>
                    <a:pt x="5735926" y="4076727"/>
                  </a:lnTo>
                  <a:lnTo>
                    <a:pt x="5735926" y="4080762"/>
                  </a:lnTo>
                  <a:lnTo>
                    <a:pt x="5746800" y="4080762"/>
                  </a:lnTo>
                  <a:lnTo>
                    <a:pt x="5746800" y="4080762"/>
                  </a:lnTo>
                  <a:lnTo>
                    <a:pt x="5752237" y="4080762"/>
                  </a:lnTo>
                  <a:lnTo>
                    <a:pt x="5752237" y="4080762"/>
                  </a:lnTo>
                  <a:lnTo>
                    <a:pt x="5757674" y="4080762"/>
                  </a:lnTo>
                  <a:lnTo>
                    <a:pt x="5757674" y="4080762"/>
                  </a:lnTo>
                  <a:lnTo>
                    <a:pt x="5763111" y="4080762"/>
                  </a:lnTo>
                  <a:lnTo>
                    <a:pt x="5763111" y="4080762"/>
                  </a:lnTo>
                  <a:lnTo>
                    <a:pt x="5773984" y="4080762"/>
                  </a:lnTo>
                  <a:lnTo>
                    <a:pt x="5773984" y="4084864"/>
                  </a:lnTo>
                  <a:lnTo>
                    <a:pt x="5779421" y="4084864"/>
                  </a:lnTo>
                  <a:lnTo>
                    <a:pt x="5779421" y="4088979"/>
                  </a:lnTo>
                  <a:lnTo>
                    <a:pt x="5801169" y="4088979"/>
                  </a:lnTo>
                  <a:lnTo>
                    <a:pt x="5801169" y="4088979"/>
                  </a:lnTo>
                  <a:lnTo>
                    <a:pt x="5812043" y="4088979"/>
                  </a:lnTo>
                  <a:lnTo>
                    <a:pt x="5812043" y="4093138"/>
                  </a:lnTo>
                  <a:lnTo>
                    <a:pt x="5822916" y="4093138"/>
                  </a:lnTo>
                  <a:lnTo>
                    <a:pt x="5822916" y="4093138"/>
                  </a:lnTo>
                  <a:lnTo>
                    <a:pt x="5828353" y="4093138"/>
                  </a:lnTo>
                  <a:lnTo>
                    <a:pt x="5828353" y="4093138"/>
                  </a:lnTo>
                  <a:lnTo>
                    <a:pt x="5839227" y="4093138"/>
                  </a:lnTo>
                  <a:lnTo>
                    <a:pt x="5839227" y="4097354"/>
                  </a:lnTo>
                  <a:lnTo>
                    <a:pt x="5850101" y="4097354"/>
                  </a:lnTo>
                  <a:lnTo>
                    <a:pt x="5850101" y="4101586"/>
                  </a:lnTo>
                  <a:lnTo>
                    <a:pt x="5866412" y="4101586"/>
                  </a:lnTo>
                  <a:lnTo>
                    <a:pt x="5866412" y="4101586"/>
                  </a:lnTo>
                  <a:lnTo>
                    <a:pt x="5888159" y="4101586"/>
                  </a:lnTo>
                  <a:lnTo>
                    <a:pt x="5888159" y="4105847"/>
                  </a:lnTo>
                  <a:lnTo>
                    <a:pt x="5899033" y="4105847"/>
                  </a:lnTo>
                  <a:lnTo>
                    <a:pt x="5899033" y="4105847"/>
                  </a:lnTo>
                  <a:lnTo>
                    <a:pt x="5915344" y="4105847"/>
                  </a:lnTo>
                  <a:lnTo>
                    <a:pt x="5915344" y="4110139"/>
                  </a:lnTo>
                  <a:lnTo>
                    <a:pt x="5931654" y="4110139"/>
                  </a:lnTo>
                  <a:lnTo>
                    <a:pt x="5931654" y="4114462"/>
                  </a:lnTo>
                  <a:lnTo>
                    <a:pt x="5937091" y="4114462"/>
                  </a:lnTo>
                  <a:lnTo>
                    <a:pt x="5937091" y="4114462"/>
                  </a:lnTo>
                  <a:lnTo>
                    <a:pt x="5947965" y="4114462"/>
                  </a:lnTo>
                  <a:lnTo>
                    <a:pt x="5947965" y="4118818"/>
                  </a:lnTo>
                  <a:lnTo>
                    <a:pt x="5958839" y="4118818"/>
                  </a:lnTo>
                  <a:lnTo>
                    <a:pt x="5958839" y="4118818"/>
                  </a:lnTo>
                  <a:lnTo>
                    <a:pt x="5964276" y="4118818"/>
                  </a:lnTo>
                  <a:lnTo>
                    <a:pt x="5964276" y="4118818"/>
                  </a:lnTo>
                  <a:lnTo>
                    <a:pt x="5975150" y="4118818"/>
                  </a:lnTo>
                  <a:lnTo>
                    <a:pt x="5975150" y="4118818"/>
                  </a:lnTo>
                  <a:lnTo>
                    <a:pt x="5980586" y="4118818"/>
                  </a:lnTo>
                  <a:lnTo>
                    <a:pt x="5980586" y="4118818"/>
                  </a:lnTo>
                  <a:lnTo>
                    <a:pt x="5986023" y="4118818"/>
                  </a:lnTo>
                  <a:lnTo>
                    <a:pt x="5986023" y="4123238"/>
                  </a:lnTo>
                  <a:lnTo>
                    <a:pt x="5996897" y="4123238"/>
                  </a:lnTo>
                  <a:lnTo>
                    <a:pt x="5996897" y="4123238"/>
                  </a:lnTo>
                  <a:lnTo>
                    <a:pt x="6002334" y="4123238"/>
                  </a:lnTo>
                  <a:lnTo>
                    <a:pt x="6002334" y="4123238"/>
                  </a:lnTo>
                  <a:lnTo>
                    <a:pt x="6007771" y="4123238"/>
                  </a:lnTo>
                  <a:lnTo>
                    <a:pt x="6007771" y="4123238"/>
                  </a:lnTo>
                  <a:lnTo>
                    <a:pt x="6013208" y="4123238"/>
                  </a:lnTo>
                  <a:lnTo>
                    <a:pt x="6013208" y="4123238"/>
                  </a:lnTo>
                  <a:lnTo>
                    <a:pt x="6040392" y="4123238"/>
                  </a:lnTo>
                  <a:lnTo>
                    <a:pt x="6040392" y="4127760"/>
                  </a:lnTo>
                  <a:lnTo>
                    <a:pt x="6051266" y="4127760"/>
                  </a:lnTo>
                  <a:lnTo>
                    <a:pt x="6051266" y="4127760"/>
                  </a:lnTo>
                  <a:lnTo>
                    <a:pt x="6056703" y="4127760"/>
                  </a:lnTo>
                  <a:lnTo>
                    <a:pt x="6056703" y="4132300"/>
                  </a:lnTo>
                  <a:lnTo>
                    <a:pt x="6062140" y="4132300"/>
                  </a:lnTo>
                  <a:lnTo>
                    <a:pt x="6062140" y="4136858"/>
                  </a:lnTo>
                  <a:lnTo>
                    <a:pt x="6089324" y="4136858"/>
                  </a:lnTo>
                  <a:lnTo>
                    <a:pt x="6089324" y="4136858"/>
                  </a:lnTo>
                  <a:lnTo>
                    <a:pt x="6094761" y="4136858"/>
                  </a:lnTo>
                  <a:lnTo>
                    <a:pt x="6094761" y="4136858"/>
                  </a:lnTo>
                  <a:lnTo>
                    <a:pt x="6105635" y="4136858"/>
                  </a:lnTo>
                  <a:lnTo>
                    <a:pt x="6105635" y="4141470"/>
                  </a:lnTo>
                  <a:lnTo>
                    <a:pt x="6127383" y="4141470"/>
                  </a:lnTo>
                  <a:lnTo>
                    <a:pt x="6127383" y="4141470"/>
                  </a:lnTo>
                  <a:lnTo>
                    <a:pt x="6132820" y="4141470"/>
                  </a:lnTo>
                  <a:lnTo>
                    <a:pt x="6132820" y="4146100"/>
                  </a:lnTo>
                  <a:lnTo>
                    <a:pt x="6138256" y="4146100"/>
                  </a:lnTo>
                  <a:lnTo>
                    <a:pt x="6138256" y="4150730"/>
                  </a:lnTo>
                  <a:lnTo>
                    <a:pt x="6143693" y="4150730"/>
                  </a:lnTo>
                  <a:lnTo>
                    <a:pt x="6143693" y="4155361"/>
                  </a:lnTo>
                  <a:lnTo>
                    <a:pt x="6165441" y="4155361"/>
                  </a:lnTo>
                  <a:lnTo>
                    <a:pt x="6165441" y="4159991"/>
                  </a:lnTo>
                  <a:lnTo>
                    <a:pt x="6187188" y="4159991"/>
                  </a:lnTo>
                  <a:lnTo>
                    <a:pt x="6187188" y="4164621"/>
                  </a:lnTo>
                  <a:lnTo>
                    <a:pt x="6198062" y="4164621"/>
                  </a:lnTo>
                  <a:lnTo>
                    <a:pt x="6198062" y="4169252"/>
                  </a:lnTo>
                  <a:lnTo>
                    <a:pt x="6203499" y="4169252"/>
                  </a:lnTo>
                  <a:lnTo>
                    <a:pt x="6203499" y="4173882"/>
                  </a:lnTo>
                  <a:lnTo>
                    <a:pt x="6208936" y="4173882"/>
                  </a:lnTo>
                  <a:lnTo>
                    <a:pt x="6208936" y="4178512"/>
                  </a:lnTo>
                  <a:lnTo>
                    <a:pt x="6241557" y="4178512"/>
                  </a:lnTo>
                  <a:lnTo>
                    <a:pt x="6241557" y="4178512"/>
                  </a:lnTo>
                  <a:lnTo>
                    <a:pt x="6246994" y="4178512"/>
                  </a:lnTo>
                  <a:lnTo>
                    <a:pt x="6246994" y="4183201"/>
                  </a:lnTo>
                  <a:lnTo>
                    <a:pt x="6268742" y="4183201"/>
                  </a:lnTo>
                  <a:lnTo>
                    <a:pt x="6268742" y="4187889"/>
                  </a:lnTo>
                  <a:lnTo>
                    <a:pt x="6279616" y="4187889"/>
                  </a:lnTo>
                  <a:lnTo>
                    <a:pt x="6279616" y="4187889"/>
                  </a:lnTo>
                  <a:lnTo>
                    <a:pt x="6285053" y="4187889"/>
                  </a:lnTo>
                  <a:lnTo>
                    <a:pt x="6285053" y="4187889"/>
                  </a:lnTo>
                  <a:lnTo>
                    <a:pt x="6295926" y="4187889"/>
                  </a:lnTo>
                  <a:lnTo>
                    <a:pt x="6295926" y="4192618"/>
                  </a:lnTo>
                  <a:lnTo>
                    <a:pt x="6350295" y="4192618"/>
                  </a:lnTo>
                  <a:lnTo>
                    <a:pt x="6350295" y="4197346"/>
                  </a:lnTo>
                  <a:lnTo>
                    <a:pt x="6355732" y="4197346"/>
                  </a:lnTo>
                  <a:lnTo>
                    <a:pt x="6355732" y="4197346"/>
                  </a:lnTo>
                  <a:lnTo>
                    <a:pt x="6366606" y="4197346"/>
                  </a:lnTo>
                  <a:lnTo>
                    <a:pt x="6366606" y="4202095"/>
                  </a:lnTo>
                  <a:lnTo>
                    <a:pt x="6372043" y="4202095"/>
                  </a:lnTo>
                  <a:lnTo>
                    <a:pt x="6372043" y="4206843"/>
                  </a:lnTo>
                  <a:lnTo>
                    <a:pt x="6442723" y="4206843"/>
                  </a:lnTo>
                  <a:lnTo>
                    <a:pt x="6442723" y="4206843"/>
                  </a:lnTo>
                  <a:lnTo>
                    <a:pt x="6475344" y="4206843"/>
                  </a:lnTo>
                  <a:lnTo>
                    <a:pt x="6475344" y="4211634"/>
                  </a:lnTo>
                  <a:lnTo>
                    <a:pt x="6491655" y="4211634"/>
                  </a:lnTo>
                  <a:lnTo>
                    <a:pt x="6491655" y="4221215"/>
                  </a:lnTo>
                  <a:lnTo>
                    <a:pt x="6502529" y="4221215"/>
                  </a:lnTo>
                  <a:lnTo>
                    <a:pt x="6502529" y="4221215"/>
                  </a:lnTo>
                  <a:lnTo>
                    <a:pt x="6513402" y="4221215"/>
                  </a:lnTo>
                  <a:lnTo>
                    <a:pt x="6513402" y="4226048"/>
                  </a:lnTo>
                  <a:lnTo>
                    <a:pt x="6535150" y="4226048"/>
                  </a:lnTo>
                  <a:lnTo>
                    <a:pt x="6535150" y="4226048"/>
                  </a:lnTo>
                  <a:lnTo>
                    <a:pt x="6562334" y="4226048"/>
                  </a:lnTo>
                  <a:lnTo>
                    <a:pt x="6562334" y="4230903"/>
                  </a:lnTo>
                  <a:lnTo>
                    <a:pt x="6573208" y="4230903"/>
                  </a:lnTo>
                  <a:lnTo>
                    <a:pt x="6573208" y="4235758"/>
                  </a:lnTo>
                  <a:lnTo>
                    <a:pt x="6584082" y="4235758"/>
                  </a:lnTo>
                  <a:lnTo>
                    <a:pt x="6584082" y="4240614"/>
                  </a:lnTo>
                  <a:lnTo>
                    <a:pt x="6633014" y="4240614"/>
                  </a:lnTo>
                  <a:lnTo>
                    <a:pt x="6633014" y="4240614"/>
                  </a:lnTo>
                  <a:lnTo>
                    <a:pt x="6654762" y="4240614"/>
                  </a:lnTo>
                  <a:lnTo>
                    <a:pt x="6654762" y="4240614"/>
                  </a:lnTo>
                  <a:lnTo>
                    <a:pt x="6660199" y="4240614"/>
                  </a:lnTo>
                  <a:lnTo>
                    <a:pt x="6660199" y="4240614"/>
                  </a:lnTo>
                  <a:lnTo>
                    <a:pt x="6698257" y="4240614"/>
                  </a:lnTo>
                  <a:lnTo>
                    <a:pt x="6698257" y="4240614"/>
                  </a:lnTo>
                  <a:lnTo>
                    <a:pt x="6714568" y="4240614"/>
                  </a:lnTo>
                  <a:lnTo>
                    <a:pt x="6714568" y="4245606"/>
                  </a:lnTo>
                  <a:lnTo>
                    <a:pt x="6736315" y="4245606"/>
                  </a:lnTo>
                  <a:lnTo>
                    <a:pt x="6736315" y="4250599"/>
                  </a:lnTo>
                  <a:lnTo>
                    <a:pt x="6768936" y="4250599"/>
                  </a:lnTo>
                  <a:lnTo>
                    <a:pt x="6768936" y="4250599"/>
                  </a:lnTo>
                  <a:lnTo>
                    <a:pt x="6790684" y="4250599"/>
                  </a:lnTo>
                  <a:lnTo>
                    <a:pt x="6790684" y="4250599"/>
                  </a:lnTo>
                  <a:lnTo>
                    <a:pt x="6801558" y="4250599"/>
                  </a:lnTo>
                  <a:lnTo>
                    <a:pt x="6801558" y="4250599"/>
                  </a:lnTo>
                  <a:lnTo>
                    <a:pt x="6812432" y="4250599"/>
                  </a:lnTo>
                  <a:lnTo>
                    <a:pt x="6812432" y="4250599"/>
                  </a:lnTo>
                  <a:lnTo>
                    <a:pt x="6845053" y="4250599"/>
                  </a:lnTo>
                  <a:lnTo>
                    <a:pt x="6845053" y="4255689"/>
                  </a:lnTo>
                  <a:lnTo>
                    <a:pt x="6850490" y="4255689"/>
                  </a:lnTo>
                  <a:lnTo>
                    <a:pt x="6850490" y="4255689"/>
                  </a:lnTo>
                  <a:lnTo>
                    <a:pt x="6883111" y="4255689"/>
                  </a:lnTo>
                  <a:lnTo>
                    <a:pt x="6883111" y="4260828"/>
                  </a:lnTo>
                  <a:lnTo>
                    <a:pt x="6888548" y="4260828"/>
                  </a:lnTo>
                  <a:lnTo>
                    <a:pt x="6888548" y="4265994"/>
                  </a:lnTo>
                  <a:lnTo>
                    <a:pt x="6910296" y="4265994"/>
                  </a:lnTo>
                  <a:lnTo>
                    <a:pt x="6910296" y="4271185"/>
                  </a:lnTo>
                  <a:lnTo>
                    <a:pt x="6959228" y="4271185"/>
                  </a:lnTo>
                  <a:lnTo>
                    <a:pt x="6959228" y="4271185"/>
                  </a:lnTo>
                  <a:lnTo>
                    <a:pt x="6997286" y="4271185"/>
                  </a:lnTo>
                  <a:lnTo>
                    <a:pt x="6997286" y="4271185"/>
                  </a:lnTo>
                  <a:lnTo>
                    <a:pt x="7008160" y="4271185"/>
                  </a:lnTo>
                  <a:lnTo>
                    <a:pt x="7008160" y="4271185"/>
                  </a:lnTo>
                  <a:lnTo>
                    <a:pt x="7024471" y="4271185"/>
                  </a:lnTo>
                  <a:lnTo>
                    <a:pt x="7024471" y="4276456"/>
                  </a:lnTo>
                  <a:lnTo>
                    <a:pt x="7040781" y="4276456"/>
                  </a:lnTo>
                  <a:lnTo>
                    <a:pt x="7040781" y="4286998"/>
                  </a:lnTo>
                  <a:lnTo>
                    <a:pt x="7073403" y="4286998"/>
                  </a:lnTo>
                  <a:lnTo>
                    <a:pt x="7073403" y="4286998"/>
                  </a:lnTo>
                  <a:lnTo>
                    <a:pt x="7122335" y="4286998"/>
                  </a:lnTo>
                  <a:lnTo>
                    <a:pt x="7122335" y="4286998"/>
                  </a:lnTo>
                  <a:lnTo>
                    <a:pt x="7127772" y="4286998"/>
                  </a:lnTo>
                  <a:lnTo>
                    <a:pt x="7127772" y="4286998"/>
                  </a:lnTo>
                  <a:lnTo>
                    <a:pt x="7144082" y="4286998"/>
                  </a:lnTo>
                  <a:lnTo>
                    <a:pt x="7144082" y="4292353"/>
                  </a:lnTo>
                  <a:lnTo>
                    <a:pt x="7154956" y="4292353"/>
                  </a:lnTo>
                  <a:lnTo>
                    <a:pt x="7154956" y="4292353"/>
                  </a:lnTo>
                  <a:lnTo>
                    <a:pt x="7160393" y="4292353"/>
                  </a:lnTo>
                  <a:lnTo>
                    <a:pt x="7160393" y="4292353"/>
                  </a:lnTo>
                  <a:lnTo>
                    <a:pt x="7176704" y="4292353"/>
                  </a:lnTo>
                  <a:lnTo>
                    <a:pt x="7176704" y="4292353"/>
                  </a:lnTo>
                  <a:lnTo>
                    <a:pt x="7187578" y="4292353"/>
                  </a:lnTo>
                  <a:lnTo>
                    <a:pt x="7187578" y="4292353"/>
                  </a:lnTo>
                  <a:lnTo>
                    <a:pt x="7193014" y="4292353"/>
                  </a:lnTo>
                  <a:lnTo>
                    <a:pt x="7193014" y="4292353"/>
                  </a:lnTo>
                  <a:lnTo>
                    <a:pt x="7203888" y="4292353"/>
                  </a:lnTo>
                  <a:lnTo>
                    <a:pt x="7203888" y="4292353"/>
                  </a:lnTo>
                  <a:lnTo>
                    <a:pt x="7214762" y="4292353"/>
                  </a:lnTo>
                  <a:lnTo>
                    <a:pt x="7214762" y="4292353"/>
                  </a:lnTo>
                  <a:lnTo>
                    <a:pt x="7220199" y="4292353"/>
                  </a:lnTo>
                  <a:lnTo>
                    <a:pt x="7220199" y="4298009"/>
                  </a:lnTo>
                  <a:lnTo>
                    <a:pt x="7247383" y="4298009"/>
                  </a:lnTo>
                  <a:lnTo>
                    <a:pt x="7247383" y="4298009"/>
                  </a:lnTo>
                  <a:lnTo>
                    <a:pt x="7269131" y="4298009"/>
                  </a:lnTo>
                  <a:lnTo>
                    <a:pt x="7269131" y="4303696"/>
                  </a:lnTo>
                  <a:lnTo>
                    <a:pt x="7290879" y="4303696"/>
                  </a:lnTo>
                  <a:lnTo>
                    <a:pt x="7290879" y="4309384"/>
                  </a:lnTo>
                  <a:lnTo>
                    <a:pt x="7301752" y="4309384"/>
                  </a:lnTo>
                  <a:lnTo>
                    <a:pt x="7301752" y="4309384"/>
                  </a:lnTo>
                  <a:lnTo>
                    <a:pt x="7307189" y="4309384"/>
                  </a:lnTo>
                  <a:lnTo>
                    <a:pt x="7307189" y="4309384"/>
                  </a:lnTo>
                  <a:lnTo>
                    <a:pt x="7318063" y="4309384"/>
                  </a:lnTo>
                  <a:lnTo>
                    <a:pt x="7318063" y="4315138"/>
                  </a:lnTo>
                  <a:lnTo>
                    <a:pt x="7388743" y="4315138"/>
                  </a:lnTo>
                  <a:lnTo>
                    <a:pt x="7388743" y="4320892"/>
                  </a:lnTo>
                  <a:lnTo>
                    <a:pt x="7415927" y="4320892"/>
                  </a:lnTo>
                  <a:lnTo>
                    <a:pt x="7415927" y="4320892"/>
                  </a:lnTo>
                  <a:lnTo>
                    <a:pt x="7453986" y="4320892"/>
                  </a:lnTo>
                  <a:lnTo>
                    <a:pt x="7453986" y="4326680"/>
                  </a:lnTo>
                  <a:lnTo>
                    <a:pt x="7524665" y="4326680"/>
                  </a:lnTo>
                  <a:lnTo>
                    <a:pt x="7524665" y="4326680"/>
                  </a:lnTo>
                  <a:lnTo>
                    <a:pt x="7530102" y="4326680"/>
                  </a:lnTo>
                  <a:lnTo>
                    <a:pt x="7530102" y="4332502"/>
                  </a:lnTo>
                  <a:lnTo>
                    <a:pt x="7546413" y="4332502"/>
                  </a:lnTo>
                  <a:lnTo>
                    <a:pt x="7546413" y="4338325"/>
                  </a:lnTo>
                  <a:lnTo>
                    <a:pt x="7551850" y="4338325"/>
                  </a:lnTo>
                  <a:lnTo>
                    <a:pt x="7551850" y="4344148"/>
                  </a:lnTo>
                  <a:lnTo>
                    <a:pt x="7573597" y="4344148"/>
                  </a:lnTo>
                  <a:lnTo>
                    <a:pt x="7573597" y="4344148"/>
                  </a:lnTo>
                  <a:lnTo>
                    <a:pt x="7579034" y="4344148"/>
                  </a:lnTo>
                  <a:lnTo>
                    <a:pt x="7579034" y="4344148"/>
                  </a:lnTo>
                  <a:lnTo>
                    <a:pt x="7649714" y="4344148"/>
                  </a:lnTo>
                  <a:lnTo>
                    <a:pt x="7649714" y="4344148"/>
                  </a:lnTo>
                  <a:lnTo>
                    <a:pt x="7671461" y="4344148"/>
                  </a:lnTo>
                  <a:lnTo>
                    <a:pt x="7671461" y="4344148"/>
                  </a:lnTo>
                  <a:lnTo>
                    <a:pt x="7687772" y="4344148"/>
                  </a:lnTo>
                  <a:lnTo>
                    <a:pt x="7687772" y="4350116"/>
                  </a:lnTo>
                  <a:lnTo>
                    <a:pt x="7704083" y="4350116"/>
                  </a:lnTo>
                  <a:lnTo>
                    <a:pt x="7704083" y="4356122"/>
                  </a:lnTo>
                  <a:lnTo>
                    <a:pt x="7720394" y="4356122"/>
                  </a:lnTo>
                  <a:lnTo>
                    <a:pt x="7720394" y="4356122"/>
                  </a:lnTo>
                  <a:lnTo>
                    <a:pt x="7725830" y="4356122"/>
                  </a:lnTo>
                  <a:lnTo>
                    <a:pt x="7725830" y="4356122"/>
                  </a:lnTo>
                  <a:lnTo>
                    <a:pt x="7747578" y="4356122"/>
                  </a:lnTo>
                  <a:lnTo>
                    <a:pt x="7747578" y="4356122"/>
                  </a:lnTo>
                  <a:lnTo>
                    <a:pt x="7758452" y="4356122"/>
                  </a:lnTo>
                  <a:lnTo>
                    <a:pt x="7758452" y="4362245"/>
                  </a:lnTo>
                  <a:lnTo>
                    <a:pt x="7818258" y="4362245"/>
                  </a:lnTo>
                  <a:lnTo>
                    <a:pt x="7818258" y="4368368"/>
                  </a:lnTo>
                  <a:lnTo>
                    <a:pt x="7856316" y="4368368"/>
                  </a:lnTo>
                  <a:lnTo>
                    <a:pt x="7856316" y="4374490"/>
                  </a:lnTo>
                  <a:lnTo>
                    <a:pt x="7872627" y="4374490"/>
                  </a:lnTo>
                  <a:lnTo>
                    <a:pt x="7872627" y="4374490"/>
                  </a:lnTo>
                  <a:lnTo>
                    <a:pt x="7878064" y="4374490"/>
                  </a:lnTo>
                  <a:lnTo>
                    <a:pt x="7878064" y="4380654"/>
                  </a:lnTo>
                  <a:lnTo>
                    <a:pt x="7883500" y="4380654"/>
                  </a:lnTo>
                  <a:lnTo>
                    <a:pt x="7883500" y="4386818"/>
                  </a:lnTo>
                  <a:lnTo>
                    <a:pt x="7899811" y="4386818"/>
                  </a:lnTo>
                  <a:lnTo>
                    <a:pt x="7899811" y="4386818"/>
                  </a:lnTo>
                  <a:lnTo>
                    <a:pt x="7916122" y="4386818"/>
                  </a:lnTo>
                  <a:lnTo>
                    <a:pt x="7916122" y="4393024"/>
                  </a:lnTo>
                  <a:lnTo>
                    <a:pt x="7981365" y="4393024"/>
                  </a:lnTo>
                  <a:lnTo>
                    <a:pt x="7981365" y="4393024"/>
                  </a:lnTo>
                  <a:lnTo>
                    <a:pt x="7992238" y="4393024"/>
                  </a:lnTo>
                  <a:lnTo>
                    <a:pt x="7992238" y="4393024"/>
                  </a:lnTo>
                  <a:lnTo>
                    <a:pt x="8008549" y="4393024"/>
                  </a:lnTo>
                  <a:lnTo>
                    <a:pt x="8008549" y="4393024"/>
                  </a:lnTo>
                  <a:lnTo>
                    <a:pt x="8019423" y="4393024"/>
                  </a:lnTo>
                  <a:lnTo>
                    <a:pt x="8019423" y="4393024"/>
                  </a:lnTo>
                  <a:lnTo>
                    <a:pt x="8035734" y="4393024"/>
                  </a:lnTo>
                  <a:lnTo>
                    <a:pt x="8035734" y="4399542"/>
                  </a:lnTo>
                  <a:lnTo>
                    <a:pt x="8052044" y="4399542"/>
                  </a:lnTo>
                  <a:lnTo>
                    <a:pt x="8052044" y="4399542"/>
                  </a:lnTo>
                  <a:lnTo>
                    <a:pt x="8057481" y="4399542"/>
                  </a:lnTo>
                  <a:lnTo>
                    <a:pt x="8057481" y="4399542"/>
                  </a:lnTo>
                  <a:lnTo>
                    <a:pt x="8068355" y="4399542"/>
                  </a:lnTo>
                  <a:lnTo>
                    <a:pt x="8068355" y="4399542"/>
                  </a:lnTo>
                  <a:lnTo>
                    <a:pt x="8100976" y="4399542"/>
                  </a:lnTo>
                  <a:lnTo>
                    <a:pt x="8100976" y="4399542"/>
                  </a:lnTo>
                  <a:lnTo>
                    <a:pt x="8149908" y="4399542"/>
                  </a:lnTo>
                  <a:lnTo>
                    <a:pt x="8149908" y="4406255"/>
                  </a:lnTo>
                  <a:lnTo>
                    <a:pt x="8171656" y="4406255"/>
                  </a:lnTo>
                  <a:lnTo>
                    <a:pt x="8171656" y="4412967"/>
                  </a:lnTo>
                  <a:lnTo>
                    <a:pt x="8182530" y="4412967"/>
                  </a:lnTo>
                  <a:lnTo>
                    <a:pt x="8182530" y="4412967"/>
                  </a:lnTo>
                  <a:lnTo>
                    <a:pt x="8187967" y="4412967"/>
                  </a:lnTo>
                  <a:lnTo>
                    <a:pt x="8187967" y="4412967"/>
                  </a:lnTo>
                  <a:lnTo>
                    <a:pt x="8220588" y="4412967"/>
                  </a:lnTo>
                  <a:lnTo>
                    <a:pt x="8220588" y="4419836"/>
                  </a:lnTo>
                  <a:lnTo>
                    <a:pt x="8226025" y="4419836"/>
                  </a:lnTo>
                  <a:lnTo>
                    <a:pt x="8226025" y="4419836"/>
                  </a:lnTo>
                  <a:lnTo>
                    <a:pt x="8253209" y="4419836"/>
                  </a:lnTo>
                  <a:lnTo>
                    <a:pt x="8253209" y="4419836"/>
                  </a:lnTo>
                  <a:lnTo>
                    <a:pt x="8264083" y="4419836"/>
                  </a:lnTo>
                  <a:lnTo>
                    <a:pt x="8264083" y="4419836"/>
                  </a:lnTo>
                  <a:lnTo>
                    <a:pt x="8285831" y="4419836"/>
                  </a:lnTo>
                  <a:lnTo>
                    <a:pt x="8285831" y="4419836"/>
                  </a:lnTo>
                  <a:lnTo>
                    <a:pt x="8296705" y="4419836"/>
                  </a:lnTo>
                  <a:lnTo>
                    <a:pt x="8296705" y="4419836"/>
                  </a:lnTo>
                  <a:lnTo>
                    <a:pt x="8334763" y="4419836"/>
                  </a:lnTo>
                  <a:lnTo>
                    <a:pt x="8334763" y="4419836"/>
                  </a:lnTo>
                  <a:lnTo>
                    <a:pt x="8378258" y="4419836"/>
                  </a:lnTo>
                  <a:lnTo>
                    <a:pt x="8378258" y="4427225"/>
                  </a:lnTo>
                  <a:lnTo>
                    <a:pt x="8410879" y="4427225"/>
                  </a:lnTo>
                  <a:lnTo>
                    <a:pt x="8410879" y="4427225"/>
                  </a:lnTo>
                  <a:lnTo>
                    <a:pt x="8443501" y="4427225"/>
                  </a:lnTo>
                  <a:lnTo>
                    <a:pt x="8443501" y="4434676"/>
                  </a:lnTo>
                  <a:lnTo>
                    <a:pt x="8448938" y="4434676"/>
                  </a:lnTo>
                  <a:lnTo>
                    <a:pt x="8448938" y="4442128"/>
                  </a:lnTo>
                  <a:lnTo>
                    <a:pt x="8486996" y="4442128"/>
                  </a:lnTo>
                  <a:lnTo>
                    <a:pt x="8486996" y="4442128"/>
                  </a:lnTo>
                  <a:lnTo>
                    <a:pt x="8492433" y="4442128"/>
                  </a:lnTo>
                  <a:lnTo>
                    <a:pt x="8492433" y="4442128"/>
                  </a:lnTo>
                  <a:lnTo>
                    <a:pt x="8497870" y="4442128"/>
                  </a:lnTo>
                  <a:lnTo>
                    <a:pt x="8497870" y="4442128"/>
                  </a:lnTo>
                  <a:lnTo>
                    <a:pt x="8530491" y="4442128"/>
                  </a:lnTo>
                  <a:lnTo>
                    <a:pt x="8530491" y="4442128"/>
                  </a:lnTo>
                  <a:lnTo>
                    <a:pt x="8573986" y="4442128"/>
                  </a:lnTo>
                  <a:lnTo>
                    <a:pt x="8573986" y="4442128"/>
                  </a:lnTo>
                  <a:lnTo>
                    <a:pt x="8590297" y="4442128"/>
                  </a:lnTo>
                  <a:lnTo>
                    <a:pt x="8590297" y="4450062"/>
                  </a:lnTo>
                  <a:lnTo>
                    <a:pt x="8601171" y="4450062"/>
                  </a:lnTo>
                  <a:lnTo>
                    <a:pt x="8601171" y="4450062"/>
                  </a:lnTo>
                  <a:lnTo>
                    <a:pt x="8617482" y="4450062"/>
                  </a:lnTo>
                  <a:lnTo>
                    <a:pt x="8617482" y="4458072"/>
                  </a:lnTo>
                  <a:lnTo>
                    <a:pt x="8639229" y="4458072"/>
                  </a:lnTo>
                  <a:lnTo>
                    <a:pt x="8639229" y="4458072"/>
                  </a:lnTo>
                  <a:lnTo>
                    <a:pt x="8650103" y="4458072"/>
                  </a:lnTo>
                  <a:lnTo>
                    <a:pt x="8650103" y="4458072"/>
                  </a:lnTo>
                  <a:lnTo>
                    <a:pt x="8699035" y="4458072"/>
                  </a:lnTo>
                  <a:lnTo>
                    <a:pt x="8699035" y="4466236"/>
                  </a:lnTo>
                  <a:lnTo>
                    <a:pt x="8715346" y="4466236"/>
                  </a:lnTo>
                  <a:lnTo>
                    <a:pt x="8715346" y="4466236"/>
                  </a:lnTo>
                  <a:lnTo>
                    <a:pt x="8845831" y="4466236"/>
                  </a:lnTo>
                  <a:lnTo>
                    <a:pt x="8845831" y="4466236"/>
                  </a:lnTo>
                  <a:lnTo>
                    <a:pt x="8900200" y="4466236"/>
                  </a:lnTo>
                  <a:lnTo>
                    <a:pt x="8900200" y="4466236"/>
                  </a:lnTo>
                  <a:lnTo>
                    <a:pt x="8938258" y="4466236"/>
                  </a:lnTo>
                  <a:lnTo>
                    <a:pt x="8938258" y="4466236"/>
                  </a:lnTo>
                  <a:lnTo>
                    <a:pt x="8987191" y="4466236"/>
                  </a:lnTo>
                  <a:lnTo>
                    <a:pt x="8987191" y="4466236"/>
                  </a:lnTo>
                  <a:lnTo>
                    <a:pt x="9046996" y="4466236"/>
                  </a:lnTo>
                  <a:lnTo>
                    <a:pt x="9046996" y="4466236"/>
                  </a:lnTo>
                  <a:lnTo>
                    <a:pt x="9095928" y="4466236"/>
                  </a:lnTo>
                  <a:lnTo>
                    <a:pt x="9095928" y="4466236"/>
                  </a:lnTo>
                  <a:lnTo>
                    <a:pt x="9144861" y="4466236"/>
                  </a:lnTo>
                  <a:lnTo>
                    <a:pt x="9144861" y="4466236"/>
                  </a:lnTo>
                  <a:lnTo>
                    <a:pt x="9150297" y="4466236"/>
                  </a:lnTo>
                  <a:lnTo>
                    <a:pt x="9150297" y="4466236"/>
                  </a:lnTo>
                  <a:lnTo>
                    <a:pt x="9172045" y="4466236"/>
                  </a:lnTo>
                  <a:lnTo>
                    <a:pt x="9172045" y="4466236"/>
                  </a:lnTo>
                  <a:lnTo>
                    <a:pt x="9231851" y="4466236"/>
                  </a:lnTo>
                  <a:lnTo>
                    <a:pt x="9231851" y="4475388"/>
                  </a:lnTo>
                  <a:lnTo>
                    <a:pt x="9248162" y="4475388"/>
                  </a:lnTo>
                  <a:lnTo>
                    <a:pt x="9248162" y="4475388"/>
                  </a:lnTo>
                  <a:lnTo>
                    <a:pt x="9253599" y="4475388"/>
                  </a:lnTo>
                  <a:lnTo>
                    <a:pt x="9253599" y="4475388"/>
                  </a:lnTo>
                  <a:lnTo>
                    <a:pt x="9335152" y="4475388"/>
                  </a:lnTo>
                  <a:lnTo>
                    <a:pt x="9335152" y="4484748"/>
                  </a:lnTo>
                  <a:lnTo>
                    <a:pt x="9340589" y="4484748"/>
                  </a:lnTo>
                  <a:lnTo>
                    <a:pt x="9340589" y="4494108"/>
                  </a:lnTo>
                  <a:lnTo>
                    <a:pt x="9460201" y="4494108"/>
                  </a:lnTo>
                  <a:lnTo>
                    <a:pt x="9460201" y="4503468"/>
                  </a:lnTo>
                  <a:lnTo>
                    <a:pt x="9465638" y="4503468"/>
                  </a:lnTo>
                  <a:lnTo>
                    <a:pt x="9465638" y="4512828"/>
                  </a:lnTo>
                  <a:lnTo>
                    <a:pt x="9623308" y="4512828"/>
                  </a:lnTo>
                  <a:lnTo>
                    <a:pt x="9623308" y="4512828"/>
                  </a:lnTo>
                  <a:lnTo>
                    <a:pt x="9683113" y="4512828"/>
                  </a:lnTo>
                  <a:lnTo>
                    <a:pt x="9683113" y="4512828"/>
                  </a:lnTo>
                  <a:lnTo>
                    <a:pt x="9688550" y="4512828"/>
                  </a:lnTo>
                  <a:lnTo>
                    <a:pt x="9688550" y="4512828"/>
                  </a:lnTo>
                  <a:lnTo>
                    <a:pt x="9699424" y="4512828"/>
                  </a:lnTo>
                  <a:lnTo>
                    <a:pt x="9699424" y="4512828"/>
                  </a:lnTo>
                  <a:lnTo>
                    <a:pt x="9726609" y="4512828"/>
                  </a:lnTo>
                  <a:lnTo>
                    <a:pt x="9726609" y="4522655"/>
                  </a:lnTo>
                  <a:lnTo>
                    <a:pt x="9737482" y="4522655"/>
                  </a:lnTo>
                  <a:lnTo>
                    <a:pt x="9737482" y="4522655"/>
                  </a:lnTo>
                  <a:lnTo>
                    <a:pt x="9748356" y="4522655"/>
                  </a:lnTo>
                  <a:lnTo>
                    <a:pt x="9748356" y="4522655"/>
                  </a:lnTo>
                  <a:lnTo>
                    <a:pt x="9884279" y="4522655"/>
                  </a:lnTo>
                  <a:lnTo>
                    <a:pt x="9884279" y="4522655"/>
                  </a:lnTo>
                  <a:lnTo>
                    <a:pt x="9895152" y="4522655"/>
                  </a:lnTo>
                  <a:lnTo>
                    <a:pt x="9895152" y="4532871"/>
                  </a:lnTo>
                </a:path>
              </a:pathLst>
            </a:custGeom>
            <a:ln w="13550" cap="flat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1026" y="789916"/>
              <a:ext cx="9922337" cy="3689452"/>
            </a:xfrm>
            <a:custGeom>
              <a:avLst/>
              <a:pathLst>
                <a:path w="9922337" h="3689452">
                  <a:moveTo>
                    <a:pt x="0" y="0"/>
                  </a:moveTo>
                  <a:lnTo>
                    <a:pt x="5436" y="0"/>
                  </a:lnTo>
                  <a:lnTo>
                    <a:pt x="5436" y="5053"/>
                  </a:lnTo>
                  <a:lnTo>
                    <a:pt x="21747" y="5053"/>
                  </a:lnTo>
                  <a:lnTo>
                    <a:pt x="21747" y="7580"/>
                  </a:lnTo>
                  <a:lnTo>
                    <a:pt x="27184" y="7580"/>
                  </a:lnTo>
                  <a:lnTo>
                    <a:pt x="27184" y="12634"/>
                  </a:lnTo>
                  <a:lnTo>
                    <a:pt x="38058" y="12634"/>
                  </a:lnTo>
                  <a:lnTo>
                    <a:pt x="38058" y="17688"/>
                  </a:lnTo>
                  <a:lnTo>
                    <a:pt x="43495" y="17688"/>
                  </a:lnTo>
                  <a:lnTo>
                    <a:pt x="43495" y="20216"/>
                  </a:lnTo>
                  <a:lnTo>
                    <a:pt x="54368" y="20216"/>
                  </a:lnTo>
                  <a:lnTo>
                    <a:pt x="54368" y="25275"/>
                  </a:lnTo>
                  <a:lnTo>
                    <a:pt x="59805" y="25275"/>
                  </a:lnTo>
                  <a:lnTo>
                    <a:pt x="59805" y="30334"/>
                  </a:lnTo>
                  <a:lnTo>
                    <a:pt x="65242" y="30334"/>
                  </a:lnTo>
                  <a:lnTo>
                    <a:pt x="65242" y="32865"/>
                  </a:lnTo>
                  <a:lnTo>
                    <a:pt x="70679" y="32865"/>
                  </a:lnTo>
                  <a:lnTo>
                    <a:pt x="70679" y="32865"/>
                  </a:lnTo>
                  <a:lnTo>
                    <a:pt x="81553" y="32865"/>
                  </a:lnTo>
                  <a:lnTo>
                    <a:pt x="81553" y="42992"/>
                  </a:lnTo>
                  <a:lnTo>
                    <a:pt x="86990" y="42992"/>
                  </a:lnTo>
                  <a:lnTo>
                    <a:pt x="86990" y="58183"/>
                  </a:lnTo>
                  <a:lnTo>
                    <a:pt x="92427" y="58183"/>
                  </a:lnTo>
                  <a:lnTo>
                    <a:pt x="92427" y="65782"/>
                  </a:lnTo>
                  <a:lnTo>
                    <a:pt x="97864" y="65782"/>
                  </a:lnTo>
                  <a:lnTo>
                    <a:pt x="97864" y="78453"/>
                  </a:lnTo>
                  <a:lnTo>
                    <a:pt x="103301" y="78453"/>
                  </a:lnTo>
                  <a:lnTo>
                    <a:pt x="103301" y="88590"/>
                  </a:lnTo>
                  <a:lnTo>
                    <a:pt x="108737" y="88590"/>
                  </a:lnTo>
                  <a:lnTo>
                    <a:pt x="108737" y="96193"/>
                  </a:lnTo>
                  <a:lnTo>
                    <a:pt x="114174" y="96193"/>
                  </a:lnTo>
                  <a:lnTo>
                    <a:pt x="114174" y="103796"/>
                  </a:lnTo>
                  <a:lnTo>
                    <a:pt x="119611" y="103796"/>
                  </a:lnTo>
                  <a:lnTo>
                    <a:pt x="119611" y="124090"/>
                  </a:lnTo>
                  <a:lnTo>
                    <a:pt x="125048" y="124090"/>
                  </a:lnTo>
                  <a:lnTo>
                    <a:pt x="125048" y="131700"/>
                  </a:lnTo>
                  <a:lnTo>
                    <a:pt x="130485" y="131700"/>
                  </a:lnTo>
                  <a:lnTo>
                    <a:pt x="130485" y="136774"/>
                  </a:lnTo>
                  <a:lnTo>
                    <a:pt x="135922" y="136774"/>
                  </a:lnTo>
                  <a:lnTo>
                    <a:pt x="135922" y="146921"/>
                  </a:lnTo>
                  <a:lnTo>
                    <a:pt x="141359" y="146921"/>
                  </a:lnTo>
                  <a:lnTo>
                    <a:pt x="141359" y="157068"/>
                  </a:lnTo>
                  <a:lnTo>
                    <a:pt x="146796" y="157068"/>
                  </a:lnTo>
                  <a:lnTo>
                    <a:pt x="146796" y="159604"/>
                  </a:lnTo>
                  <a:lnTo>
                    <a:pt x="152233" y="159604"/>
                  </a:lnTo>
                  <a:lnTo>
                    <a:pt x="152233" y="174840"/>
                  </a:lnTo>
                  <a:lnTo>
                    <a:pt x="157670" y="174840"/>
                  </a:lnTo>
                  <a:lnTo>
                    <a:pt x="157670" y="187543"/>
                  </a:lnTo>
                  <a:lnTo>
                    <a:pt x="163106" y="187543"/>
                  </a:lnTo>
                  <a:lnTo>
                    <a:pt x="163106" y="195164"/>
                  </a:lnTo>
                  <a:lnTo>
                    <a:pt x="168543" y="195164"/>
                  </a:lnTo>
                  <a:lnTo>
                    <a:pt x="168543" y="195164"/>
                  </a:lnTo>
                  <a:lnTo>
                    <a:pt x="173980" y="195164"/>
                  </a:lnTo>
                  <a:lnTo>
                    <a:pt x="173980" y="202789"/>
                  </a:lnTo>
                  <a:lnTo>
                    <a:pt x="179417" y="202789"/>
                  </a:lnTo>
                  <a:lnTo>
                    <a:pt x="179417" y="207878"/>
                  </a:lnTo>
                  <a:lnTo>
                    <a:pt x="184854" y="207878"/>
                  </a:lnTo>
                  <a:lnTo>
                    <a:pt x="184854" y="212967"/>
                  </a:lnTo>
                  <a:lnTo>
                    <a:pt x="190291" y="212967"/>
                  </a:lnTo>
                  <a:lnTo>
                    <a:pt x="190291" y="225688"/>
                  </a:lnTo>
                  <a:lnTo>
                    <a:pt x="195728" y="225688"/>
                  </a:lnTo>
                  <a:lnTo>
                    <a:pt x="195728" y="230779"/>
                  </a:lnTo>
                  <a:lnTo>
                    <a:pt x="201165" y="230779"/>
                  </a:lnTo>
                  <a:lnTo>
                    <a:pt x="201165" y="238420"/>
                  </a:lnTo>
                  <a:lnTo>
                    <a:pt x="206602" y="238420"/>
                  </a:lnTo>
                  <a:lnTo>
                    <a:pt x="206602" y="248608"/>
                  </a:lnTo>
                  <a:lnTo>
                    <a:pt x="212038" y="248608"/>
                  </a:lnTo>
                  <a:lnTo>
                    <a:pt x="212038" y="253701"/>
                  </a:lnTo>
                  <a:lnTo>
                    <a:pt x="217475" y="253701"/>
                  </a:lnTo>
                  <a:lnTo>
                    <a:pt x="217475" y="261342"/>
                  </a:lnTo>
                  <a:lnTo>
                    <a:pt x="222912" y="261342"/>
                  </a:lnTo>
                  <a:lnTo>
                    <a:pt x="222912" y="276623"/>
                  </a:lnTo>
                  <a:lnTo>
                    <a:pt x="228349" y="276623"/>
                  </a:lnTo>
                  <a:lnTo>
                    <a:pt x="228349" y="279170"/>
                  </a:lnTo>
                  <a:lnTo>
                    <a:pt x="233786" y="279170"/>
                  </a:lnTo>
                  <a:lnTo>
                    <a:pt x="233786" y="291937"/>
                  </a:lnTo>
                  <a:lnTo>
                    <a:pt x="239223" y="291937"/>
                  </a:lnTo>
                  <a:lnTo>
                    <a:pt x="239223" y="291937"/>
                  </a:lnTo>
                  <a:lnTo>
                    <a:pt x="244660" y="291937"/>
                  </a:lnTo>
                  <a:lnTo>
                    <a:pt x="244660" y="307265"/>
                  </a:lnTo>
                  <a:lnTo>
                    <a:pt x="250097" y="307265"/>
                  </a:lnTo>
                  <a:lnTo>
                    <a:pt x="250097" y="312379"/>
                  </a:lnTo>
                  <a:lnTo>
                    <a:pt x="255534" y="312379"/>
                  </a:lnTo>
                  <a:lnTo>
                    <a:pt x="255534" y="325172"/>
                  </a:lnTo>
                  <a:lnTo>
                    <a:pt x="260971" y="325172"/>
                  </a:lnTo>
                  <a:lnTo>
                    <a:pt x="260971" y="340531"/>
                  </a:lnTo>
                  <a:lnTo>
                    <a:pt x="266407" y="340531"/>
                  </a:lnTo>
                  <a:lnTo>
                    <a:pt x="266407" y="345651"/>
                  </a:lnTo>
                  <a:lnTo>
                    <a:pt x="271844" y="345651"/>
                  </a:lnTo>
                  <a:lnTo>
                    <a:pt x="271844" y="350771"/>
                  </a:lnTo>
                  <a:lnTo>
                    <a:pt x="277281" y="350771"/>
                  </a:lnTo>
                  <a:lnTo>
                    <a:pt x="277281" y="361011"/>
                  </a:lnTo>
                  <a:lnTo>
                    <a:pt x="282718" y="361011"/>
                  </a:lnTo>
                  <a:lnTo>
                    <a:pt x="282718" y="376370"/>
                  </a:lnTo>
                  <a:lnTo>
                    <a:pt x="288155" y="376370"/>
                  </a:lnTo>
                  <a:lnTo>
                    <a:pt x="288155" y="386610"/>
                  </a:lnTo>
                  <a:lnTo>
                    <a:pt x="293592" y="386610"/>
                  </a:lnTo>
                  <a:lnTo>
                    <a:pt x="293592" y="391732"/>
                  </a:lnTo>
                  <a:lnTo>
                    <a:pt x="299029" y="391732"/>
                  </a:lnTo>
                  <a:lnTo>
                    <a:pt x="299029" y="399416"/>
                  </a:lnTo>
                  <a:lnTo>
                    <a:pt x="304466" y="399416"/>
                  </a:lnTo>
                  <a:lnTo>
                    <a:pt x="304466" y="412222"/>
                  </a:lnTo>
                  <a:lnTo>
                    <a:pt x="309903" y="412222"/>
                  </a:lnTo>
                  <a:lnTo>
                    <a:pt x="309903" y="419910"/>
                  </a:lnTo>
                  <a:lnTo>
                    <a:pt x="315340" y="419910"/>
                  </a:lnTo>
                  <a:lnTo>
                    <a:pt x="315340" y="435293"/>
                  </a:lnTo>
                  <a:lnTo>
                    <a:pt x="320776" y="435293"/>
                  </a:lnTo>
                  <a:lnTo>
                    <a:pt x="320776" y="440421"/>
                  </a:lnTo>
                  <a:lnTo>
                    <a:pt x="331650" y="440421"/>
                  </a:lnTo>
                  <a:lnTo>
                    <a:pt x="331650" y="445549"/>
                  </a:lnTo>
                  <a:lnTo>
                    <a:pt x="337087" y="445549"/>
                  </a:lnTo>
                  <a:lnTo>
                    <a:pt x="337087" y="448114"/>
                  </a:lnTo>
                  <a:lnTo>
                    <a:pt x="342524" y="448114"/>
                  </a:lnTo>
                  <a:lnTo>
                    <a:pt x="342524" y="463514"/>
                  </a:lnTo>
                  <a:lnTo>
                    <a:pt x="347961" y="463514"/>
                  </a:lnTo>
                  <a:lnTo>
                    <a:pt x="347961" y="471222"/>
                  </a:lnTo>
                  <a:lnTo>
                    <a:pt x="353398" y="471222"/>
                  </a:lnTo>
                  <a:lnTo>
                    <a:pt x="353398" y="473794"/>
                  </a:lnTo>
                  <a:lnTo>
                    <a:pt x="358835" y="473794"/>
                  </a:lnTo>
                  <a:lnTo>
                    <a:pt x="358835" y="478941"/>
                  </a:lnTo>
                  <a:lnTo>
                    <a:pt x="369709" y="478941"/>
                  </a:lnTo>
                  <a:lnTo>
                    <a:pt x="369709" y="484088"/>
                  </a:lnTo>
                  <a:lnTo>
                    <a:pt x="375145" y="484088"/>
                  </a:lnTo>
                  <a:lnTo>
                    <a:pt x="375145" y="486662"/>
                  </a:lnTo>
                  <a:lnTo>
                    <a:pt x="380582" y="486662"/>
                  </a:lnTo>
                  <a:lnTo>
                    <a:pt x="380582" y="494382"/>
                  </a:lnTo>
                  <a:lnTo>
                    <a:pt x="386019" y="494382"/>
                  </a:lnTo>
                  <a:lnTo>
                    <a:pt x="386019" y="504681"/>
                  </a:lnTo>
                  <a:lnTo>
                    <a:pt x="391456" y="504681"/>
                  </a:lnTo>
                  <a:lnTo>
                    <a:pt x="391456" y="507256"/>
                  </a:lnTo>
                  <a:lnTo>
                    <a:pt x="396893" y="507256"/>
                  </a:lnTo>
                  <a:lnTo>
                    <a:pt x="396893" y="512409"/>
                  </a:lnTo>
                  <a:lnTo>
                    <a:pt x="402330" y="512409"/>
                  </a:lnTo>
                  <a:lnTo>
                    <a:pt x="402330" y="522719"/>
                  </a:lnTo>
                  <a:lnTo>
                    <a:pt x="407767" y="522719"/>
                  </a:lnTo>
                  <a:lnTo>
                    <a:pt x="407767" y="538185"/>
                  </a:lnTo>
                  <a:lnTo>
                    <a:pt x="413204" y="538185"/>
                  </a:lnTo>
                  <a:lnTo>
                    <a:pt x="413204" y="545918"/>
                  </a:lnTo>
                  <a:lnTo>
                    <a:pt x="418641" y="545918"/>
                  </a:lnTo>
                  <a:lnTo>
                    <a:pt x="418641" y="551073"/>
                  </a:lnTo>
                  <a:lnTo>
                    <a:pt x="424077" y="551073"/>
                  </a:lnTo>
                  <a:lnTo>
                    <a:pt x="424077" y="556228"/>
                  </a:lnTo>
                  <a:lnTo>
                    <a:pt x="429514" y="556228"/>
                  </a:lnTo>
                  <a:lnTo>
                    <a:pt x="429514" y="566539"/>
                  </a:lnTo>
                  <a:lnTo>
                    <a:pt x="434951" y="566539"/>
                  </a:lnTo>
                  <a:lnTo>
                    <a:pt x="434951" y="574272"/>
                  </a:lnTo>
                  <a:lnTo>
                    <a:pt x="440388" y="574272"/>
                  </a:lnTo>
                  <a:lnTo>
                    <a:pt x="440388" y="584582"/>
                  </a:lnTo>
                  <a:lnTo>
                    <a:pt x="445825" y="584582"/>
                  </a:lnTo>
                  <a:lnTo>
                    <a:pt x="445825" y="597477"/>
                  </a:lnTo>
                  <a:lnTo>
                    <a:pt x="451262" y="597477"/>
                  </a:lnTo>
                  <a:lnTo>
                    <a:pt x="451262" y="602638"/>
                  </a:lnTo>
                  <a:lnTo>
                    <a:pt x="456699" y="602638"/>
                  </a:lnTo>
                  <a:lnTo>
                    <a:pt x="456699" y="610384"/>
                  </a:lnTo>
                  <a:lnTo>
                    <a:pt x="462136" y="610384"/>
                  </a:lnTo>
                  <a:lnTo>
                    <a:pt x="462136" y="618134"/>
                  </a:lnTo>
                  <a:lnTo>
                    <a:pt x="467573" y="618134"/>
                  </a:lnTo>
                  <a:lnTo>
                    <a:pt x="467573" y="620718"/>
                  </a:lnTo>
                  <a:lnTo>
                    <a:pt x="473010" y="620718"/>
                  </a:lnTo>
                  <a:lnTo>
                    <a:pt x="473010" y="625888"/>
                  </a:lnTo>
                  <a:lnTo>
                    <a:pt x="478446" y="625888"/>
                  </a:lnTo>
                  <a:lnTo>
                    <a:pt x="478446" y="628472"/>
                  </a:lnTo>
                  <a:lnTo>
                    <a:pt x="483883" y="628472"/>
                  </a:lnTo>
                  <a:lnTo>
                    <a:pt x="483883" y="631057"/>
                  </a:lnTo>
                  <a:lnTo>
                    <a:pt x="494757" y="631057"/>
                  </a:lnTo>
                  <a:lnTo>
                    <a:pt x="494757" y="636227"/>
                  </a:lnTo>
                  <a:lnTo>
                    <a:pt x="500194" y="636227"/>
                  </a:lnTo>
                  <a:lnTo>
                    <a:pt x="500194" y="641396"/>
                  </a:lnTo>
                  <a:lnTo>
                    <a:pt x="505631" y="641396"/>
                  </a:lnTo>
                  <a:lnTo>
                    <a:pt x="505631" y="646565"/>
                  </a:lnTo>
                  <a:lnTo>
                    <a:pt x="511068" y="646565"/>
                  </a:lnTo>
                  <a:lnTo>
                    <a:pt x="511068" y="654324"/>
                  </a:lnTo>
                  <a:lnTo>
                    <a:pt x="516505" y="654324"/>
                  </a:lnTo>
                  <a:lnTo>
                    <a:pt x="516505" y="662082"/>
                  </a:lnTo>
                  <a:lnTo>
                    <a:pt x="521942" y="662082"/>
                  </a:lnTo>
                  <a:lnTo>
                    <a:pt x="521942" y="669841"/>
                  </a:lnTo>
                  <a:lnTo>
                    <a:pt x="527379" y="669841"/>
                  </a:lnTo>
                  <a:lnTo>
                    <a:pt x="527379" y="680185"/>
                  </a:lnTo>
                  <a:lnTo>
                    <a:pt x="532815" y="680185"/>
                  </a:lnTo>
                  <a:lnTo>
                    <a:pt x="532815" y="682772"/>
                  </a:lnTo>
                  <a:lnTo>
                    <a:pt x="538252" y="682772"/>
                  </a:lnTo>
                  <a:lnTo>
                    <a:pt x="538252" y="687947"/>
                  </a:lnTo>
                  <a:lnTo>
                    <a:pt x="543689" y="687947"/>
                  </a:lnTo>
                  <a:lnTo>
                    <a:pt x="543689" y="693125"/>
                  </a:lnTo>
                  <a:lnTo>
                    <a:pt x="549126" y="693125"/>
                  </a:lnTo>
                  <a:lnTo>
                    <a:pt x="549126" y="703481"/>
                  </a:lnTo>
                  <a:lnTo>
                    <a:pt x="554563" y="703481"/>
                  </a:lnTo>
                  <a:lnTo>
                    <a:pt x="554563" y="711248"/>
                  </a:lnTo>
                  <a:lnTo>
                    <a:pt x="560000" y="711248"/>
                  </a:lnTo>
                  <a:lnTo>
                    <a:pt x="560000" y="726791"/>
                  </a:lnTo>
                  <a:lnTo>
                    <a:pt x="565437" y="726791"/>
                  </a:lnTo>
                  <a:lnTo>
                    <a:pt x="565437" y="726791"/>
                  </a:lnTo>
                  <a:lnTo>
                    <a:pt x="570874" y="726791"/>
                  </a:lnTo>
                  <a:lnTo>
                    <a:pt x="570874" y="742352"/>
                  </a:lnTo>
                  <a:lnTo>
                    <a:pt x="576311" y="742352"/>
                  </a:lnTo>
                  <a:lnTo>
                    <a:pt x="576311" y="744950"/>
                  </a:lnTo>
                  <a:lnTo>
                    <a:pt x="581747" y="744950"/>
                  </a:lnTo>
                  <a:lnTo>
                    <a:pt x="581747" y="752744"/>
                  </a:lnTo>
                  <a:lnTo>
                    <a:pt x="587184" y="752744"/>
                  </a:lnTo>
                  <a:lnTo>
                    <a:pt x="587184" y="757939"/>
                  </a:lnTo>
                  <a:lnTo>
                    <a:pt x="592621" y="757939"/>
                  </a:lnTo>
                  <a:lnTo>
                    <a:pt x="592621" y="768331"/>
                  </a:lnTo>
                  <a:lnTo>
                    <a:pt x="598058" y="768331"/>
                  </a:lnTo>
                  <a:lnTo>
                    <a:pt x="598058" y="776129"/>
                  </a:lnTo>
                  <a:lnTo>
                    <a:pt x="603495" y="776129"/>
                  </a:lnTo>
                  <a:lnTo>
                    <a:pt x="603495" y="783927"/>
                  </a:lnTo>
                  <a:lnTo>
                    <a:pt x="608932" y="783927"/>
                  </a:lnTo>
                  <a:lnTo>
                    <a:pt x="608932" y="791725"/>
                  </a:lnTo>
                  <a:lnTo>
                    <a:pt x="614369" y="791725"/>
                  </a:lnTo>
                  <a:lnTo>
                    <a:pt x="614369" y="794325"/>
                  </a:lnTo>
                  <a:lnTo>
                    <a:pt x="619806" y="794325"/>
                  </a:lnTo>
                  <a:lnTo>
                    <a:pt x="619806" y="804728"/>
                  </a:lnTo>
                  <a:lnTo>
                    <a:pt x="625243" y="804728"/>
                  </a:lnTo>
                  <a:lnTo>
                    <a:pt x="625243" y="809930"/>
                  </a:lnTo>
                  <a:lnTo>
                    <a:pt x="630680" y="809930"/>
                  </a:lnTo>
                  <a:lnTo>
                    <a:pt x="630680" y="815132"/>
                  </a:lnTo>
                  <a:lnTo>
                    <a:pt x="636116" y="815132"/>
                  </a:lnTo>
                  <a:lnTo>
                    <a:pt x="636116" y="815132"/>
                  </a:lnTo>
                  <a:lnTo>
                    <a:pt x="652427" y="815132"/>
                  </a:lnTo>
                  <a:lnTo>
                    <a:pt x="652427" y="817736"/>
                  </a:lnTo>
                  <a:lnTo>
                    <a:pt x="657864" y="817736"/>
                  </a:lnTo>
                  <a:lnTo>
                    <a:pt x="657864" y="830763"/>
                  </a:lnTo>
                  <a:lnTo>
                    <a:pt x="663301" y="830763"/>
                  </a:lnTo>
                  <a:lnTo>
                    <a:pt x="663301" y="833368"/>
                  </a:lnTo>
                  <a:lnTo>
                    <a:pt x="668738" y="833368"/>
                  </a:lnTo>
                  <a:lnTo>
                    <a:pt x="668738" y="838579"/>
                  </a:lnTo>
                  <a:lnTo>
                    <a:pt x="674175" y="838579"/>
                  </a:lnTo>
                  <a:lnTo>
                    <a:pt x="674175" y="843790"/>
                  </a:lnTo>
                  <a:lnTo>
                    <a:pt x="679612" y="843790"/>
                  </a:lnTo>
                  <a:lnTo>
                    <a:pt x="679612" y="843790"/>
                  </a:lnTo>
                  <a:lnTo>
                    <a:pt x="685049" y="843790"/>
                  </a:lnTo>
                  <a:lnTo>
                    <a:pt x="685049" y="851611"/>
                  </a:lnTo>
                  <a:lnTo>
                    <a:pt x="690485" y="851611"/>
                  </a:lnTo>
                  <a:lnTo>
                    <a:pt x="690485" y="854221"/>
                  </a:lnTo>
                  <a:lnTo>
                    <a:pt x="695922" y="854221"/>
                  </a:lnTo>
                  <a:lnTo>
                    <a:pt x="695922" y="856832"/>
                  </a:lnTo>
                  <a:lnTo>
                    <a:pt x="701359" y="856832"/>
                  </a:lnTo>
                  <a:lnTo>
                    <a:pt x="701359" y="862055"/>
                  </a:lnTo>
                  <a:lnTo>
                    <a:pt x="706796" y="862055"/>
                  </a:lnTo>
                  <a:lnTo>
                    <a:pt x="706796" y="872502"/>
                  </a:lnTo>
                  <a:lnTo>
                    <a:pt x="712233" y="872502"/>
                  </a:lnTo>
                  <a:lnTo>
                    <a:pt x="712233" y="872502"/>
                  </a:lnTo>
                  <a:lnTo>
                    <a:pt x="717670" y="872502"/>
                  </a:lnTo>
                  <a:lnTo>
                    <a:pt x="717670" y="880345"/>
                  </a:lnTo>
                  <a:lnTo>
                    <a:pt x="723107" y="880345"/>
                  </a:lnTo>
                  <a:lnTo>
                    <a:pt x="723107" y="885581"/>
                  </a:lnTo>
                  <a:lnTo>
                    <a:pt x="728544" y="885581"/>
                  </a:lnTo>
                  <a:lnTo>
                    <a:pt x="728544" y="893443"/>
                  </a:lnTo>
                  <a:lnTo>
                    <a:pt x="739418" y="893443"/>
                  </a:lnTo>
                  <a:lnTo>
                    <a:pt x="739418" y="901306"/>
                  </a:lnTo>
                  <a:lnTo>
                    <a:pt x="744854" y="901306"/>
                  </a:lnTo>
                  <a:lnTo>
                    <a:pt x="744854" y="906551"/>
                  </a:lnTo>
                  <a:lnTo>
                    <a:pt x="750291" y="906551"/>
                  </a:lnTo>
                  <a:lnTo>
                    <a:pt x="750291" y="919663"/>
                  </a:lnTo>
                  <a:lnTo>
                    <a:pt x="755728" y="919663"/>
                  </a:lnTo>
                  <a:lnTo>
                    <a:pt x="755728" y="924907"/>
                  </a:lnTo>
                  <a:lnTo>
                    <a:pt x="761165" y="924907"/>
                  </a:lnTo>
                  <a:lnTo>
                    <a:pt x="761165" y="938019"/>
                  </a:lnTo>
                  <a:lnTo>
                    <a:pt x="766602" y="938019"/>
                  </a:lnTo>
                  <a:lnTo>
                    <a:pt x="766602" y="945891"/>
                  </a:lnTo>
                  <a:lnTo>
                    <a:pt x="772039" y="945891"/>
                  </a:lnTo>
                  <a:lnTo>
                    <a:pt x="772039" y="948515"/>
                  </a:lnTo>
                  <a:lnTo>
                    <a:pt x="777476" y="948515"/>
                  </a:lnTo>
                  <a:lnTo>
                    <a:pt x="777476" y="959011"/>
                  </a:lnTo>
                  <a:lnTo>
                    <a:pt x="782913" y="959011"/>
                  </a:lnTo>
                  <a:lnTo>
                    <a:pt x="782913" y="964259"/>
                  </a:lnTo>
                  <a:lnTo>
                    <a:pt x="793786" y="964259"/>
                  </a:lnTo>
                  <a:lnTo>
                    <a:pt x="793786" y="974761"/>
                  </a:lnTo>
                  <a:lnTo>
                    <a:pt x="799223" y="974761"/>
                  </a:lnTo>
                  <a:lnTo>
                    <a:pt x="799223" y="980012"/>
                  </a:lnTo>
                  <a:lnTo>
                    <a:pt x="804660" y="980012"/>
                  </a:lnTo>
                  <a:lnTo>
                    <a:pt x="804660" y="987889"/>
                  </a:lnTo>
                  <a:lnTo>
                    <a:pt x="815534" y="987889"/>
                  </a:lnTo>
                  <a:lnTo>
                    <a:pt x="815534" y="990515"/>
                  </a:lnTo>
                  <a:lnTo>
                    <a:pt x="820971" y="990515"/>
                  </a:lnTo>
                  <a:lnTo>
                    <a:pt x="820971" y="995766"/>
                  </a:lnTo>
                  <a:lnTo>
                    <a:pt x="826408" y="995766"/>
                  </a:lnTo>
                  <a:lnTo>
                    <a:pt x="826408" y="998391"/>
                  </a:lnTo>
                  <a:lnTo>
                    <a:pt x="837282" y="998391"/>
                  </a:lnTo>
                  <a:lnTo>
                    <a:pt x="837282" y="1003642"/>
                  </a:lnTo>
                  <a:lnTo>
                    <a:pt x="842719" y="1003642"/>
                  </a:lnTo>
                  <a:lnTo>
                    <a:pt x="842719" y="1008900"/>
                  </a:lnTo>
                  <a:lnTo>
                    <a:pt x="848155" y="1008900"/>
                  </a:lnTo>
                  <a:lnTo>
                    <a:pt x="848155" y="1011529"/>
                  </a:lnTo>
                  <a:lnTo>
                    <a:pt x="853592" y="1011529"/>
                  </a:lnTo>
                  <a:lnTo>
                    <a:pt x="853592" y="1016789"/>
                  </a:lnTo>
                  <a:lnTo>
                    <a:pt x="859029" y="1016789"/>
                  </a:lnTo>
                  <a:lnTo>
                    <a:pt x="859029" y="1022050"/>
                  </a:lnTo>
                  <a:lnTo>
                    <a:pt x="864466" y="1022050"/>
                  </a:lnTo>
                  <a:lnTo>
                    <a:pt x="864466" y="1029941"/>
                  </a:lnTo>
                  <a:lnTo>
                    <a:pt x="869903" y="1029941"/>
                  </a:lnTo>
                  <a:lnTo>
                    <a:pt x="869903" y="1043093"/>
                  </a:lnTo>
                  <a:lnTo>
                    <a:pt x="875340" y="1043093"/>
                  </a:lnTo>
                  <a:lnTo>
                    <a:pt x="875340" y="1045724"/>
                  </a:lnTo>
                  <a:lnTo>
                    <a:pt x="880777" y="1045724"/>
                  </a:lnTo>
                  <a:lnTo>
                    <a:pt x="880777" y="1050984"/>
                  </a:lnTo>
                  <a:lnTo>
                    <a:pt x="886214" y="1050984"/>
                  </a:lnTo>
                  <a:lnTo>
                    <a:pt x="886214" y="1064136"/>
                  </a:lnTo>
                  <a:lnTo>
                    <a:pt x="891651" y="1064136"/>
                  </a:lnTo>
                  <a:lnTo>
                    <a:pt x="891651" y="1072027"/>
                  </a:lnTo>
                  <a:lnTo>
                    <a:pt x="897088" y="1072027"/>
                  </a:lnTo>
                  <a:lnTo>
                    <a:pt x="897088" y="1077288"/>
                  </a:lnTo>
                  <a:lnTo>
                    <a:pt x="913398" y="1077288"/>
                  </a:lnTo>
                  <a:lnTo>
                    <a:pt x="913398" y="1085179"/>
                  </a:lnTo>
                  <a:lnTo>
                    <a:pt x="918835" y="1085179"/>
                  </a:lnTo>
                  <a:lnTo>
                    <a:pt x="918835" y="1098331"/>
                  </a:lnTo>
                  <a:lnTo>
                    <a:pt x="924272" y="1098331"/>
                  </a:lnTo>
                  <a:lnTo>
                    <a:pt x="924272" y="1100962"/>
                  </a:lnTo>
                  <a:lnTo>
                    <a:pt x="929709" y="1100962"/>
                  </a:lnTo>
                  <a:lnTo>
                    <a:pt x="929709" y="1106222"/>
                  </a:lnTo>
                  <a:lnTo>
                    <a:pt x="935146" y="1106222"/>
                  </a:lnTo>
                  <a:lnTo>
                    <a:pt x="935146" y="1108853"/>
                  </a:lnTo>
                  <a:lnTo>
                    <a:pt x="940583" y="1108853"/>
                  </a:lnTo>
                  <a:lnTo>
                    <a:pt x="940583" y="1111483"/>
                  </a:lnTo>
                  <a:lnTo>
                    <a:pt x="946020" y="1111483"/>
                  </a:lnTo>
                  <a:lnTo>
                    <a:pt x="946020" y="1119379"/>
                  </a:lnTo>
                  <a:lnTo>
                    <a:pt x="951457" y="1119379"/>
                  </a:lnTo>
                  <a:lnTo>
                    <a:pt x="951457" y="1119379"/>
                  </a:lnTo>
                  <a:lnTo>
                    <a:pt x="956893" y="1119379"/>
                  </a:lnTo>
                  <a:lnTo>
                    <a:pt x="956893" y="1129914"/>
                  </a:lnTo>
                  <a:lnTo>
                    <a:pt x="962330" y="1129914"/>
                  </a:lnTo>
                  <a:lnTo>
                    <a:pt x="962330" y="1132549"/>
                  </a:lnTo>
                  <a:lnTo>
                    <a:pt x="967767" y="1132549"/>
                  </a:lnTo>
                  <a:lnTo>
                    <a:pt x="967767" y="1135185"/>
                  </a:lnTo>
                  <a:lnTo>
                    <a:pt x="973204" y="1135185"/>
                  </a:lnTo>
                  <a:lnTo>
                    <a:pt x="973204" y="1137820"/>
                  </a:lnTo>
                  <a:lnTo>
                    <a:pt x="978641" y="1137820"/>
                  </a:lnTo>
                  <a:lnTo>
                    <a:pt x="978641" y="1145726"/>
                  </a:lnTo>
                  <a:lnTo>
                    <a:pt x="984078" y="1145726"/>
                  </a:lnTo>
                  <a:lnTo>
                    <a:pt x="984078" y="1148363"/>
                  </a:lnTo>
                  <a:lnTo>
                    <a:pt x="989515" y="1148363"/>
                  </a:lnTo>
                  <a:lnTo>
                    <a:pt x="989515" y="1151000"/>
                  </a:lnTo>
                  <a:lnTo>
                    <a:pt x="994952" y="1151000"/>
                  </a:lnTo>
                  <a:lnTo>
                    <a:pt x="994952" y="1161555"/>
                  </a:lnTo>
                  <a:lnTo>
                    <a:pt x="1000389" y="1161555"/>
                  </a:lnTo>
                  <a:lnTo>
                    <a:pt x="1000389" y="1161555"/>
                  </a:lnTo>
                  <a:lnTo>
                    <a:pt x="1005825" y="1161555"/>
                  </a:lnTo>
                  <a:lnTo>
                    <a:pt x="1005825" y="1172117"/>
                  </a:lnTo>
                  <a:lnTo>
                    <a:pt x="1011262" y="1172117"/>
                  </a:lnTo>
                  <a:lnTo>
                    <a:pt x="1011262" y="1180038"/>
                  </a:lnTo>
                  <a:lnTo>
                    <a:pt x="1016699" y="1180038"/>
                  </a:lnTo>
                  <a:lnTo>
                    <a:pt x="1016699" y="1185319"/>
                  </a:lnTo>
                  <a:lnTo>
                    <a:pt x="1022136" y="1185319"/>
                  </a:lnTo>
                  <a:lnTo>
                    <a:pt x="1022136" y="1190603"/>
                  </a:lnTo>
                  <a:lnTo>
                    <a:pt x="1027573" y="1190603"/>
                  </a:lnTo>
                  <a:lnTo>
                    <a:pt x="1027573" y="1195887"/>
                  </a:lnTo>
                  <a:lnTo>
                    <a:pt x="1033010" y="1195887"/>
                  </a:lnTo>
                  <a:lnTo>
                    <a:pt x="1033010" y="1198529"/>
                  </a:lnTo>
                  <a:lnTo>
                    <a:pt x="1038447" y="1198529"/>
                  </a:lnTo>
                  <a:lnTo>
                    <a:pt x="1038447" y="1201171"/>
                  </a:lnTo>
                  <a:lnTo>
                    <a:pt x="1043884" y="1201171"/>
                  </a:lnTo>
                  <a:lnTo>
                    <a:pt x="1043884" y="1203813"/>
                  </a:lnTo>
                  <a:lnTo>
                    <a:pt x="1049321" y="1203813"/>
                  </a:lnTo>
                  <a:lnTo>
                    <a:pt x="1049321" y="1209097"/>
                  </a:lnTo>
                  <a:lnTo>
                    <a:pt x="1054758" y="1209097"/>
                  </a:lnTo>
                  <a:lnTo>
                    <a:pt x="1054758" y="1211740"/>
                  </a:lnTo>
                  <a:lnTo>
                    <a:pt x="1060194" y="1211740"/>
                  </a:lnTo>
                  <a:lnTo>
                    <a:pt x="1060194" y="1224950"/>
                  </a:lnTo>
                  <a:lnTo>
                    <a:pt x="1065631" y="1224950"/>
                  </a:lnTo>
                  <a:lnTo>
                    <a:pt x="1065631" y="1230234"/>
                  </a:lnTo>
                  <a:lnTo>
                    <a:pt x="1076505" y="1230234"/>
                  </a:lnTo>
                  <a:lnTo>
                    <a:pt x="1076505" y="1232878"/>
                  </a:lnTo>
                  <a:lnTo>
                    <a:pt x="1081942" y="1232878"/>
                  </a:lnTo>
                  <a:lnTo>
                    <a:pt x="1081942" y="1240809"/>
                  </a:lnTo>
                  <a:lnTo>
                    <a:pt x="1087379" y="1240809"/>
                  </a:lnTo>
                  <a:lnTo>
                    <a:pt x="1087379" y="1243453"/>
                  </a:lnTo>
                  <a:lnTo>
                    <a:pt x="1103690" y="1243453"/>
                  </a:lnTo>
                  <a:lnTo>
                    <a:pt x="1103690" y="1246097"/>
                  </a:lnTo>
                  <a:lnTo>
                    <a:pt x="1114563" y="1246097"/>
                  </a:lnTo>
                  <a:lnTo>
                    <a:pt x="1114563" y="1248744"/>
                  </a:lnTo>
                  <a:lnTo>
                    <a:pt x="1130874" y="1248744"/>
                  </a:lnTo>
                  <a:lnTo>
                    <a:pt x="1130874" y="1251392"/>
                  </a:lnTo>
                  <a:lnTo>
                    <a:pt x="1141748" y="1251392"/>
                  </a:lnTo>
                  <a:lnTo>
                    <a:pt x="1141748" y="1254039"/>
                  </a:lnTo>
                  <a:lnTo>
                    <a:pt x="1147185" y="1254039"/>
                  </a:lnTo>
                  <a:lnTo>
                    <a:pt x="1147185" y="1256686"/>
                  </a:lnTo>
                  <a:lnTo>
                    <a:pt x="1158059" y="1256686"/>
                  </a:lnTo>
                  <a:lnTo>
                    <a:pt x="1158059" y="1259335"/>
                  </a:lnTo>
                  <a:lnTo>
                    <a:pt x="1168932" y="1259335"/>
                  </a:lnTo>
                  <a:lnTo>
                    <a:pt x="1168932" y="1261984"/>
                  </a:lnTo>
                  <a:lnTo>
                    <a:pt x="1174369" y="1261984"/>
                  </a:lnTo>
                  <a:lnTo>
                    <a:pt x="1174369" y="1267282"/>
                  </a:lnTo>
                  <a:lnTo>
                    <a:pt x="1179806" y="1267282"/>
                  </a:lnTo>
                  <a:lnTo>
                    <a:pt x="1179806" y="1269933"/>
                  </a:lnTo>
                  <a:lnTo>
                    <a:pt x="1185243" y="1269933"/>
                  </a:lnTo>
                  <a:lnTo>
                    <a:pt x="1185243" y="1277890"/>
                  </a:lnTo>
                  <a:lnTo>
                    <a:pt x="1190680" y="1277890"/>
                  </a:lnTo>
                  <a:lnTo>
                    <a:pt x="1190680" y="1280543"/>
                  </a:lnTo>
                  <a:lnTo>
                    <a:pt x="1196117" y="1280543"/>
                  </a:lnTo>
                  <a:lnTo>
                    <a:pt x="1196117" y="1283195"/>
                  </a:lnTo>
                  <a:lnTo>
                    <a:pt x="1206991" y="1283195"/>
                  </a:lnTo>
                  <a:lnTo>
                    <a:pt x="1206991" y="1288500"/>
                  </a:lnTo>
                  <a:lnTo>
                    <a:pt x="1212428" y="1288500"/>
                  </a:lnTo>
                  <a:lnTo>
                    <a:pt x="1212428" y="1293805"/>
                  </a:lnTo>
                  <a:lnTo>
                    <a:pt x="1217864" y="1293805"/>
                  </a:lnTo>
                  <a:lnTo>
                    <a:pt x="1217864" y="1299114"/>
                  </a:lnTo>
                  <a:lnTo>
                    <a:pt x="1223301" y="1299114"/>
                  </a:lnTo>
                  <a:lnTo>
                    <a:pt x="1223301" y="1299114"/>
                  </a:lnTo>
                  <a:lnTo>
                    <a:pt x="1239612" y="1299114"/>
                  </a:lnTo>
                  <a:lnTo>
                    <a:pt x="1239612" y="1301771"/>
                  </a:lnTo>
                  <a:lnTo>
                    <a:pt x="1245049" y="1301771"/>
                  </a:lnTo>
                  <a:lnTo>
                    <a:pt x="1245049" y="1304429"/>
                  </a:lnTo>
                  <a:lnTo>
                    <a:pt x="1250486" y="1304429"/>
                  </a:lnTo>
                  <a:lnTo>
                    <a:pt x="1250486" y="1312402"/>
                  </a:lnTo>
                  <a:lnTo>
                    <a:pt x="1255923" y="1312402"/>
                  </a:lnTo>
                  <a:lnTo>
                    <a:pt x="1255923" y="1312402"/>
                  </a:lnTo>
                  <a:lnTo>
                    <a:pt x="1261360" y="1312402"/>
                  </a:lnTo>
                  <a:lnTo>
                    <a:pt x="1261360" y="1315064"/>
                  </a:lnTo>
                  <a:lnTo>
                    <a:pt x="1266797" y="1315064"/>
                  </a:lnTo>
                  <a:lnTo>
                    <a:pt x="1266797" y="1320386"/>
                  </a:lnTo>
                  <a:lnTo>
                    <a:pt x="1272233" y="1320386"/>
                  </a:lnTo>
                  <a:lnTo>
                    <a:pt x="1272233" y="1323048"/>
                  </a:lnTo>
                  <a:lnTo>
                    <a:pt x="1277670" y="1323048"/>
                  </a:lnTo>
                  <a:lnTo>
                    <a:pt x="1277670" y="1328370"/>
                  </a:lnTo>
                  <a:lnTo>
                    <a:pt x="1283107" y="1328370"/>
                  </a:lnTo>
                  <a:lnTo>
                    <a:pt x="1283107" y="1331032"/>
                  </a:lnTo>
                  <a:lnTo>
                    <a:pt x="1288544" y="1331032"/>
                  </a:lnTo>
                  <a:lnTo>
                    <a:pt x="1288544" y="1331032"/>
                  </a:lnTo>
                  <a:lnTo>
                    <a:pt x="1293981" y="1331032"/>
                  </a:lnTo>
                  <a:lnTo>
                    <a:pt x="1293981" y="1336358"/>
                  </a:lnTo>
                  <a:lnTo>
                    <a:pt x="1299418" y="1336358"/>
                  </a:lnTo>
                  <a:lnTo>
                    <a:pt x="1299418" y="1341688"/>
                  </a:lnTo>
                  <a:lnTo>
                    <a:pt x="1304855" y="1341688"/>
                  </a:lnTo>
                  <a:lnTo>
                    <a:pt x="1304855" y="1341688"/>
                  </a:lnTo>
                  <a:lnTo>
                    <a:pt x="1310292" y="1341688"/>
                  </a:lnTo>
                  <a:lnTo>
                    <a:pt x="1310292" y="1344354"/>
                  </a:lnTo>
                  <a:lnTo>
                    <a:pt x="1315729" y="1344354"/>
                  </a:lnTo>
                  <a:lnTo>
                    <a:pt x="1315729" y="1355021"/>
                  </a:lnTo>
                  <a:lnTo>
                    <a:pt x="1321166" y="1355021"/>
                  </a:lnTo>
                  <a:lnTo>
                    <a:pt x="1321166" y="1357688"/>
                  </a:lnTo>
                  <a:lnTo>
                    <a:pt x="1326602" y="1357688"/>
                  </a:lnTo>
                  <a:lnTo>
                    <a:pt x="1326602" y="1360354"/>
                  </a:lnTo>
                  <a:lnTo>
                    <a:pt x="1332039" y="1360354"/>
                  </a:lnTo>
                  <a:lnTo>
                    <a:pt x="1332039" y="1365688"/>
                  </a:lnTo>
                  <a:lnTo>
                    <a:pt x="1337476" y="1365688"/>
                  </a:lnTo>
                  <a:lnTo>
                    <a:pt x="1337476" y="1365688"/>
                  </a:lnTo>
                  <a:lnTo>
                    <a:pt x="1342913" y="1365688"/>
                  </a:lnTo>
                  <a:lnTo>
                    <a:pt x="1342913" y="1368358"/>
                  </a:lnTo>
                  <a:lnTo>
                    <a:pt x="1348350" y="1368358"/>
                  </a:lnTo>
                  <a:lnTo>
                    <a:pt x="1348350" y="1373702"/>
                  </a:lnTo>
                  <a:lnTo>
                    <a:pt x="1353787" y="1373702"/>
                  </a:lnTo>
                  <a:lnTo>
                    <a:pt x="1353787" y="1376375"/>
                  </a:lnTo>
                  <a:lnTo>
                    <a:pt x="1359224" y="1376375"/>
                  </a:lnTo>
                  <a:lnTo>
                    <a:pt x="1359224" y="1384391"/>
                  </a:lnTo>
                  <a:lnTo>
                    <a:pt x="1364661" y="1384391"/>
                  </a:lnTo>
                  <a:lnTo>
                    <a:pt x="1364661" y="1389735"/>
                  </a:lnTo>
                  <a:lnTo>
                    <a:pt x="1370098" y="1389735"/>
                  </a:lnTo>
                  <a:lnTo>
                    <a:pt x="1370098" y="1397752"/>
                  </a:lnTo>
                  <a:lnTo>
                    <a:pt x="1375534" y="1397752"/>
                  </a:lnTo>
                  <a:lnTo>
                    <a:pt x="1375534" y="1400424"/>
                  </a:lnTo>
                  <a:lnTo>
                    <a:pt x="1380971" y="1400424"/>
                  </a:lnTo>
                  <a:lnTo>
                    <a:pt x="1380971" y="1413784"/>
                  </a:lnTo>
                  <a:lnTo>
                    <a:pt x="1386408" y="1413784"/>
                  </a:lnTo>
                  <a:lnTo>
                    <a:pt x="1386408" y="1421806"/>
                  </a:lnTo>
                  <a:lnTo>
                    <a:pt x="1402719" y="1421806"/>
                  </a:lnTo>
                  <a:lnTo>
                    <a:pt x="1402719" y="1427154"/>
                  </a:lnTo>
                  <a:lnTo>
                    <a:pt x="1408156" y="1427154"/>
                  </a:lnTo>
                  <a:lnTo>
                    <a:pt x="1408156" y="1429828"/>
                  </a:lnTo>
                  <a:lnTo>
                    <a:pt x="1419030" y="1429828"/>
                  </a:lnTo>
                  <a:lnTo>
                    <a:pt x="1419030" y="1432502"/>
                  </a:lnTo>
                  <a:lnTo>
                    <a:pt x="1424467" y="1432502"/>
                  </a:lnTo>
                  <a:lnTo>
                    <a:pt x="1424467" y="1435178"/>
                  </a:lnTo>
                  <a:lnTo>
                    <a:pt x="1429903" y="1435178"/>
                  </a:lnTo>
                  <a:lnTo>
                    <a:pt x="1429903" y="1437854"/>
                  </a:lnTo>
                  <a:lnTo>
                    <a:pt x="1435340" y="1437854"/>
                  </a:lnTo>
                  <a:lnTo>
                    <a:pt x="1435340" y="1437854"/>
                  </a:lnTo>
                  <a:lnTo>
                    <a:pt x="1440777" y="1437854"/>
                  </a:lnTo>
                  <a:lnTo>
                    <a:pt x="1440777" y="1443209"/>
                  </a:lnTo>
                  <a:lnTo>
                    <a:pt x="1446214" y="1443209"/>
                  </a:lnTo>
                  <a:lnTo>
                    <a:pt x="1446214" y="1445889"/>
                  </a:lnTo>
                  <a:lnTo>
                    <a:pt x="1451651" y="1445889"/>
                  </a:lnTo>
                  <a:lnTo>
                    <a:pt x="1451651" y="1448568"/>
                  </a:lnTo>
                  <a:lnTo>
                    <a:pt x="1457088" y="1448568"/>
                  </a:lnTo>
                  <a:lnTo>
                    <a:pt x="1457088" y="1453927"/>
                  </a:lnTo>
                  <a:lnTo>
                    <a:pt x="1462525" y="1453927"/>
                  </a:lnTo>
                  <a:lnTo>
                    <a:pt x="1462525" y="1456609"/>
                  </a:lnTo>
                  <a:lnTo>
                    <a:pt x="1467962" y="1456609"/>
                  </a:lnTo>
                  <a:lnTo>
                    <a:pt x="1467962" y="1461971"/>
                  </a:lnTo>
                  <a:lnTo>
                    <a:pt x="1473399" y="1461971"/>
                  </a:lnTo>
                  <a:lnTo>
                    <a:pt x="1473399" y="1470016"/>
                  </a:lnTo>
                  <a:lnTo>
                    <a:pt x="1478836" y="1470016"/>
                  </a:lnTo>
                  <a:lnTo>
                    <a:pt x="1478836" y="1478060"/>
                  </a:lnTo>
                  <a:lnTo>
                    <a:pt x="1484272" y="1478060"/>
                  </a:lnTo>
                  <a:lnTo>
                    <a:pt x="1484272" y="1486104"/>
                  </a:lnTo>
                  <a:lnTo>
                    <a:pt x="1489709" y="1486104"/>
                  </a:lnTo>
                  <a:lnTo>
                    <a:pt x="1489709" y="1491470"/>
                  </a:lnTo>
                  <a:lnTo>
                    <a:pt x="1506020" y="1491470"/>
                  </a:lnTo>
                  <a:lnTo>
                    <a:pt x="1506020" y="1494154"/>
                  </a:lnTo>
                  <a:lnTo>
                    <a:pt x="1511457" y="1494154"/>
                  </a:lnTo>
                  <a:lnTo>
                    <a:pt x="1511457" y="1496837"/>
                  </a:lnTo>
                  <a:lnTo>
                    <a:pt x="1516894" y="1496837"/>
                  </a:lnTo>
                  <a:lnTo>
                    <a:pt x="1516894" y="1502204"/>
                  </a:lnTo>
                  <a:lnTo>
                    <a:pt x="1522331" y="1502204"/>
                  </a:lnTo>
                  <a:lnTo>
                    <a:pt x="1522331" y="1507574"/>
                  </a:lnTo>
                  <a:lnTo>
                    <a:pt x="1527768" y="1507574"/>
                  </a:lnTo>
                  <a:lnTo>
                    <a:pt x="1527768" y="1510261"/>
                  </a:lnTo>
                  <a:lnTo>
                    <a:pt x="1533205" y="1510261"/>
                  </a:lnTo>
                  <a:lnTo>
                    <a:pt x="1533205" y="1515635"/>
                  </a:lnTo>
                  <a:lnTo>
                    <a:pt x="1538641" y="1515635"/>
                  </a:lnTo>
                  <a:lnTo>
                    <a:pt x="1538641" y="1521009"/>
                  </a:lnTo>
                  <a:lnTo>
                    <a:pt x="1544078" y="1521009"/>
                  </a:lnTo>
                  <a:lnTo>
                    <a:pt x="1544078" y="1529071"/>
                  </a:lnTo>
                  <a:lnTo>
                    <a:pt x="1554952" y="1529071"/>
                  </a:lnTo>
                  <a:lnTo>
                    <a:pt x="1554952" y="1531758"/>
                  </a:lnTo>
                  <a:lnTo>
                    <a:pt x="1560389" y="1531758"/>
                  </a:lnTo>
                  <a:lnTo>
                    <a:pt x="1560389" y="1534445"/>
                  </a:lnTo>
                  <a:lnTo>
                    <a:pt x="1565826" y="1534445"/>
                  </a:lnTo>
                  <a:lnTo>
                    <a:pt x="1565826" y="1539819"/>
                  </a:lnTo>
                  <a:lnTo>
                    <a:pt x="1576700" y="1539819"/>
                  </a:lnTo>
                  <a:lnTo>
                    <a:pt x="1576700" y="1545193"/>
                  </a:lnTo>
                  <a:lnTo>
                    <a:pt x="1582137" y="1545193"/>
                  </a:lnTo>
                  <a:lnTo>
                    <a:pt x="1582137" y="1547880"/>
                  </a:lnTo>
                  <a:lnTo>
                    <a:pt x="1587573" y="1547880"/>
                  </a:lnTo>
                  <a:lnTo>
                    <a:pt x="1587573" y="1547880"/>
                  </a:lnTo>
                  <a:lnTo>
                    <a:pt x="1593010" y="1547880"/>
                  </a:lnTo>
                  <a:lnTo>
                    <a:pt x="1593010" y="1553266"/>
                  </a:lnTo>
                  <a:lnTo>
                    <a:pt x="1609321" y="1553266"/>
                  </a:lnTo>
                  <a:lnTo>
                    <a:pt x="1609321" y="1555959"/>
                  </a:lnTo>
                  <a:lnTo>
                    <a:pt x="1614758" y="1555959"/>
                  </a:lnTo>
                  <a:lnTo>
                    <a:pt x="1614758" y="1555959"/>
                  </a:lnTo>
                  <a:lnTo>
                    <a:pt x="1620195" y="1555959"/>
                  </a:lnTo>
                  <a:lnTo>
                    <a:pt x="1620195" y="1561349"/>
                  </a:lnTo>
                  <a:lnTo>
                    <a:pt x="1625632" y="1561349"/>
                  </a:lnTo>
                  <a:lnTo>
                    <a:pt x="1625632" y="1566738"/>
                  </a:lnTo>
                  <a:lnTo>
                    <a:pt x="1636506" y="1566738"/>
                  </a:lnTo>
                  <a:lnTo>
                    <a:pt x="1636506" y="1569433"/>
                  </a:lnTo>
                  <a:lnTo>
                    <a:pt x="1647379" y="1569433"/>
                  </a:lnTo>
                  <a:lnTo>
                    <a:pt x="1647379" y="1572128"/>
                  </a:lnTo>
                  <a:lnTo>
                    <a:pt x="1652816" y="1572128"/>
                  </a:lnTo>
                  <a:lnTo>
                    <a:pt x="1652816" y="1580212"/>
                  </a:lnTo>
                  <a:lnTo>
                    <a:pt x="1658253" y="1580212"/>
                  </a:lnTo>
                  <a:lnTo>
                    <a:pt x="1658253" y="1588297"/>
                  </a:lnTo>
                  <a:lnTo>
                    <a:pt x="1663690" y="1588297"/>
                  </a:lnTo>
                  <a:lnTo>
                    <a:pt x="1663690" y="1593686"/>
                  </a:lnTo>
                  <a:lnTo>
                    <a:pt x="1674564" y="1593686"/>
                  </a:lnTo>
                  <a:lnTo>
                    <a:pt x="1674564" y="1593686"/>
                  </a:lnTo>
                  <a:lnTo>
                    <a:pt x="1680001" y="1593686"/>
                  </a:lnTo>
                  <a:lnTo>
                    <a:pt x="1680001" y="1596383"/>
                  </a:lnTo>
                  <a:lnTo>
                    <a:pt x="1690875" y="1596383"/>
                  </a:lnTo>
                  <a:lnTo>
                    <a:pt x="1690875" y="1604473"/>
                  </a:lnTo>
                  <a:lnTo>
                    <a:pt x="1701748" y="1604473"/>
                  </a:lnTo>
                  <a:lnTo>
                    <a:pt x="1701748" y="1607170"/>
                  </a:lnTo>
                  <a:lnTo>
                    <a:pt x="1707185" y="1607170"/>
                  </a:lnTo>
                  <a:lnTo>
                    <a:pt x="1707185" y="1612564"/>
                  </a:lnTo>
                  <a:lnTo>
                    <a:pt x="1712622" y="1612564"/>
                  </a:lnTo>
                  <a:lnTo>
                    <a:pt x="1712622" y="1617957"/>
                  </a:lnTo>
                  <a:lnTo>
                    <a:pt x="1728933" y="1617957"/>
                  </a:lnTo>
                  <a:lnTo>
                    <a:pt x="1728933" y="1620654"/>
                  </a:lnTo>
                  <a:lnTo>
                    <a:pt x="1734370" y="1620654"/>
                  </a:lnTo>
                  <a:lnTo>
                    <a:pt x="1734370" y="1623351"/>
                  </a:lnTo>
                  <a:lnTo>
                    <a:pt x="1766991" y="1623351"/>
                  </a:lnTo>
                  <a:lnTo>
                    <a:pt x="1766991" y="1626048"/>
                  </a:lnTo>
                  <a:lnTo>
                    <a:pt x="1772428" y="1626048"/>
                  </a:lnTo>
                  <a:lnTo>
                    <a:pt x="1772428" y="1631441"/>
                  </a:lnTo>
                  <a:lnTo>
                    <a:pt x="1777865" y="1631441"/>
                  </a:lnTo>
                  <a:lnTo>
                    <a:pt x="1777865" y="1634138"/>
                  </a:lnTo>
                  <a:lnTo>
                    <a:pt x="1783302" y="1634138"/>
                  </a:lnTo>
                  <a:lnTo>
                    <a:pt x="1783302" y="1634138"/>
                  </a:lnTo>
                  <a:lnTo>
                    <a:pt x="1788739" y="1634138"/>
                  </a:lnTo>
                  <a:lnTo>
                    <a:pt x="1788739" y="1639539"/>
                  </a:lnTo>
                  <a:lnTo>
                    <a:pt x="1794176" y="1639539"/>
                  </a:lnTo>
                  <a:lnTo>
                    <a:pt x="1794176" y="1642242"/>
                  </a:lnTo>
                  <a:lnTo>
                    <a:pt x="1805049" y="1642242"/>
                  </a:lnTo>
                  <a:lnTo>
                    <a:pt x="1805049" y="1647648"/>
                  </a:lnTo>
                  <a:lnTo>
                    <a:pt x="1810486" y="1647648"/>
                  </a:lnTo>
                  <a:lnTo>
                    <a:pt x="1810486" y="1650350"/>
                  </a:lnTo>
                  <a:lnTo>
                    <a:pt x="1815923" y="1650350"/>
                  </a:lnTo>
                  <a:lnTo>
                    <a:pt x="1815923" y="1653053"/>
                  </a:lnTo>
                  <a:lnTo>
                    <a:pt x="1821360" y="1653053"/>
                  </a:lnTo>
                  <a:lnTo>
                    <a:pt x="1821360" y="1658459"/>
                  </a:lnTo>
                  <a:lnTo>
                    <a:pt x="1826797" y="1658459"/>
                  </a:lnTo>
                  <a:lnTo>
                    <a:pt x="1826797" y="1658459"/>
                  </a:lnTo>
                  <a:lnTo>
                    <a:pt x="1832234" y="1658459"/>
                  </a:lnTo>
                  <a:lnTo>
                    <a:pt x="1832234" y="1661163"/>
                  </a:lnTo>
                  <a:lnTo>
                    <a:pt x="1837671" y="1661163"/>
                  </a:lnTo>
                  <a:lnTo>
                    <a:pt x="1837671" y="1663868"/>
                  </a:lnTo>
                  <a:lnTo>
                    <a:pt x="1859418" y="1663868"/>
                  </a:lnTo>
                  <a:lnTo>
                    <a:pt x="1859418" y="1666573"/>
                  </a:lnTo>
                  <a:lnTo>
                    <a:pt x="1870292" y="1666573"/>
                  </a:lnTo>
                  <a:lnTo>
                    <a:pt x="1870292" y="1671982"/>
                  </a:lnTo>
                  <a:lnTo>
                    <a:pt x="1875729" y="1671982"/>
                  </a:lnTo>
                  <a:lnTo>
                    <a:pt x="1875729" y="1674687"/>
                  </a:lnTo>
                  <a:lnTo>
                    <a:pt x="1881166" y="1674687"/>
                  </a:lnTo>
                  <a:lnTo>
                    <a:pt x="1881166" y="1682801"/>
                  </a:lnTo>
                  <a:lnTo>
                    <a:pt x="1886603" y="1682801"/>
                  </a:lnTo>
                  <a:lnTo>
                    <a:pt x="1886603" y="1690916"/>
                  </a:lnTo>
                  <a:lnTo>
                    <a:pt x="1892040" y="1690916"/>
                  </a:lnTo>
                  <a:lnTo>
                    <a:pt x="1892040" y="1693620"/>
                  </a:lnTo>
                  <a:lnTo>
                    <a:pt x="1897477" y="1693620"/>
                  </a:lnTo>
                  <a:lnTo>
                    <a:pt x="1897477" y="1699030"/>
                  </a:lnTo>
                  <a:lnTo>
                    <a:pt x="1902914" y="1699030"/>
                  </a:lnTo>
                  <a:lnTo>
                    <a:pt x="1902914" y="1701735"/>
                  </a:lnTo>
                  <a:lnTo>
                    <a:pt x="1908350" y="1701735"/>
                  </a:lnTo>
                  <a:lnTo>
                    <a:pt x="1908350" y="1704441"/>
                  </a:lnTo>
                  <a:lnTo>
                    <a:pt x="1913787" y="1704441"/>
                  </a:lnTo>
                  <a:lnTo>
                    <a:pt x="1913787" y="1707150"/>
                  </a:lnTo>
                  <a:lnTo>
                    <a:pt x="1919224" y="1707150"/>
                  </a:lnTo>
                  <a:lnTo>
                    <a:pt x="1919224" y="1709859"/>
                  </a:lnTo>
                  <a:lnTo>
                    <a:pt x="1924661" y="1709859"/>
                  </a:lnTo>
                  <a:lnTo>
                    <a:pt x="1924661" y="1715277"/>
                  </a:lnTo>
                  <a:lnTo>
                    <a:pt x="1935535" y="1715277"/>
                  </a:lnTo>
                  <a:lnTo>
                    <a:pt x="1935535" y="1723409"/>
                  </a:lnTo>
                  <a:lnTo>
                    <a:pt x="1940972" y="1723409"/>
                  </a:lnTo>
                  <a:lnTo>
                    <a:pt x="1940972" y="1726120"/>
                  </a:lnTo>
                  <a:lnTo>
                    <a:pt x="1946409" y="1726120"/>
                  </a:lnTo>
                  <a:lnTo>
                    <a:pt x="1946409" y="1728833"/>
                  </a:lnTo>
                  <a:lnTo>
                    <a:pt x="1957282" y="1728833"/>
                  </a:lnTo>
                  <a:lnTo>
                    <a:pt x="1957282" y="1731546"/>
                  </a:lnTo>
                  <a:lnTo>
                    <a:pt x="1962719" y="1731546"/>
                  </a:lnTo>
                  <a:lnTo>
                    <a:pt x="1962719" y="1734261"/>
                  </a:lnTo>
                  <a:lnTo>
                    <a:pt x="1968156" y="1734261"/>
                  </a:lnTo>
                  <a:lnTo>
                    <a:pt x="1968156" y="1736976"/>
                  </a:lnTo>
                  <a:lnTo>
                    <a:pt x="1973593" y="1736976"/>
                  </a:lnTo>
                  <a:lnTo>
                    <a:pt x="1973593" y="1739691"/>
                  </a:lnTo>
                  <a:lnTo>
                    <a:pt x="1984467" y="1739691"/>
                  </a:lnTo>
                  <a:lnTo>
                    <a:pt x="1984467" y="1742406"/>
                  </a:lnTo>
                  <a:lnTo>
                    <a:pt x="1989904" y="1742406"/>
                  </a:lnTo>
                  <a:lnTo>
                    <a:pt x="1989904" y="1747836"/>
                  </a:lnTo>
                  <a:lnTo>
                    <a:pt x="2000778" y="1747836"/>
                  </a:lnTo>
                  <a:lnTo>
                    <a:pt x="2000778" y="1753266"/>
                  </a:lnTo>
                  <a:lnTo>
                    <a:pt x="2006215" y="1753266"/>
                  </a:lnTo>
                  <a:lnTo>
                    <a:pt x="2006215" y="1761411"/>
                  </a:lnTo>
                  <a:lnTo>
                    <a:pt x="2017088" y="1761411"/>
                  </a:lnTo>
                  <a:lnTo>
                    <a:pt x="2017088" y="1764126"/>
                  </a:lnTo>
                  <a:lnTo>
                    <a:pt x="2022525" y="1764126"/>
                  </a:lnTo>
                  <a:lnTo>
                    <a:pt x="2022525" y="1769564"/>
                  </a:lnTo>
                  <a:lnTo>
                    <a:pt x="2027962" y="1769564"/>
                  </a:lnTo>
                  <a:lnTo>
                    <a:pt x="2027962" y="1775003"/>
                  </a:lnTo>
                  <a:lnTo>
                    <a:pt x="2033399" y="1775003"/>
                  </a:lnTo>
                  <a:lnTo>
                    <a:pt x="2033399" y="1775003"/>
                  </a:lnTo>
                  <a:lnTo>
                    <a:pt x="2038836" y="1775003"/>
                  </a:lnTo>
                  <a:lnTo>
                    <a:pt x="2038836" y="1777724"/>
                  </a:lnTo>
                  <a:lnTo>
                    <a:pt x="2044273" y="1777724"/>
                  </a:lnTo>
                  <a:lnTo>
                    <a:pt x="2044273" y="1780445"/>
                  </a:lnTo>
                  <a:lnTo>
                    <a:pt x="2049710" y="1780445"/>
                  </a:lnTo>
                  <a:lnTo>
                    <a:pt x="2049710" y="1785888"/>
                  </a:lnTo>
                  <a:lnTo>
                    <a:pt x="2055147" y="1785888"/>
                  </a:lnTo>
                  <a:lnTo>
                    <a:pt x="2055147" y="1791330"/>
                  </a:lnTo>
                  <a:lnTo>
                    <a:pt x="2060584" y="1791330"/>
                  </a:lnTo>
                  <a:lnTo>
                    <a:pt x="2060584" y="1794056"/>
                  </a:lnTo>
                  <a:lnTo>
                    <a:pt x="2071457" y="1794056"/>
                  </a:lnTo>
                  <a:lnTo>
                    <a:pt x="2071457" y="1796781"/>
                  </a:lnTo>
                  <a:lnTo>
                    <a:pt x="2082331" y="1796781"/>
                  </a:lnTo>
                  <a:lnTo>
                    <a:pt x="2082331" y="1796781"/>
                  </a:lnTo>
                  <a:lnTo>
                    <a:pt x="2087768" y="1796781"/>
                  </a:lnTo>
                  <a:lnTo>
                    <a:pt x="2087768" y="1799509"/>
                  </a:lnTo>
                  <a:lnTo>
                    <a:pt x="2104079" y="1799509"/>
                  </a:lnTo>
                  <a:lnTo>
                    <a:pt x="2104079" y="1802237"/>
                  </a:lnTo>
                  <a:lnTo>
                    <a:pt x="2114953" y="1802237"/>
                  </a:lnTo>
                  <a:lnTo>
                    <a:pt x="2114953" y="1807692"/>
                  </a:lnTo>
                  <a:lnTo>
                    <a:pt x="2131263" y="1807692"/>
                  </a:lnTo>
                  <a:lnTo>
                    <a:pt x="2131263" y="1821330"/>
                  </a:lnTo>
                  <a:lnTo>
                    <a:pt x="2142137" y="1821330"/>
                  </a:lnTo>
                  <a:lnTo>
                    <a:pt x="2142137" y="1824058"/>
                  </a:lnTo>
                  <a:lnTo>
                    <a:pt x="2147574" y="1824058"/>
                  </a:lnTo>
                  <a:lnTo>
                    <a:pt x="2147574" y="1829513"/>
                  </a:lnTo>
                  <a:lnTo>
                    <a:pt x="2158448" y="1829513"/>
                  </a:lnTo>
                  <a:lnTo>
                    <a:pt x="2158448" y="1834968"/>
                  </a:lnTo>
                  <a:lnTo>
                    <a:pt x="2163885" y="1834968"/>
                  </a:lnTo>
                  <a:lnTo>
                    <a:pt x="2163885" y="1837696"/>
                  </a:lnTo>
                  <a:lnTo>
                    <a:pt x="2169321" y="1837696"/>
                  </a:lnTo>
                  <a:lnTo>
                    <a:pt x="2169321" y="1840423"/>
                  </a:lnTo>
                  <a:lnTo>
                    <a:pt x="2174758" y="1840423"/>
                  </a:lnTo>
                  <a:lnTo>
                    <a:pt x="2174758" y="1845879"/>
                  </a:lnTo>
                  <a:lnTo>
                    <a:pt x="2180195" y="1845879"/>
                  </a:lnTo>
                  <a:lnTo>
                    <a:pt x="2180195" y="1848606"/>
                  </a:lnTo>
                  <a:lnTo>
                    <a:pt x="2185632" y="1848606"/>
                  </a:lnTo>
                  <a:lnTo>
                    <a:pt x="2185632" y="1854066"/>
                  </a:lnTo>
                  <a:lnTo>
                    <a:pt x="2191069" y="1854066"/>
                  </a:lnTo>
                  <a:lnTo>
                    <a:pt x="2191069" y="1856796"/>
                  </a:lnTo>
                  <a:lnTo>
                    <a:pt x="2196506" y="1856796"/>
                  </a:lnTo>
                  <a:lnTo>
                    <a:pt x="2196506" y="1862255"/>
                  </a:lnTo>
                  <a:lnTo>
                    <a:pt x="2207380" y="1862255"/>
                  </a:lnTo>
                  <a:lnTo>
                    <a:pt x="2207380" y="1864985"/>
                  </a:lnTo>
                  <a:lnTo>
                    <a:pt x="2218254" y="1864985"/>
                  </a:lnTo>
                  <a:lnTo>
                    <a:pt x="2218254" y="1867717"/>
                  </a:lnTo>
                  <a:lnTo>
                    <a:pt x="2223690" y="1867717"/>
                  </a:lnTo>
                  <a:lnTo>
                    <a:pt x="2223690" y="1870449"/>
                  </a:lnTo>
                  <a:lnTo>
                    <a:pt x="2234564" y="1870449"/>
                  </a:lnTo>
                  <a:lnTo>
                    <a:pt x="2234564" y="1878645"/>
                  </a:lnTo>
                  <a:lnTo>
                    <a:pt x="2245438" y="1878645"/>
                  </a:lnTo>
                  <a:lnTo>
                    <a:pt x="2245438" y="1886841"/>
                  </a:lnTo>
                  <a:lnTo>
                    <a:pt x="2250875" y="1886841"/>
                  </a:lnTo>
                  <a:lnTo>
                    <a:pt x="2250875" y="1889573"/>
                  </a:lnTo>
                  <a:lnTo>
                    <a:pt x="2256312" y="1889573"/>
                  </a:lnTo>
                  <a:lnTo>
                    <a:pt x="2256312" y="1895036"/>
                  </a:lnTo>
                  <a:lnTo>
                    <a:pt x="2267186" y="1895036"/>
                  </a:lnTo>
                  <a:lnTo>
                    <a:pt x="2267186" y="1897768"/>
                  </a:lnTo>
                  <a:lnTo>
                    <a:pt x="2283496" y="1897768"/>
                  </a:lnTo>
                  <a:lnTo>
                    <a:pt x="2283496" y="1903232"/>
                  </a:lnTo>
                  <a:lnTo>
                    <a:pt x="2294370" y="1903232"/>
                  </a:lnTo>
                  <a:lnTo>
                    <a:pt x="2294370" y="1908696"/>
                  </a:lnTo>
                  <a:lnTo>
                    <a:pt x="2299807" y="1908696"/>
                  </a:lnTo>
                  <a:lnTo>
                    <a:pt x="2299807" y="1911428"/>
                  </a:lnTo>
                  <a:lnTo>
                    <a:pt x="2305244" y="1911428"/>
                  </a:lnTo>
                  <a:lnTo>
                    <a:pt x="2305244" y="1916892"/>
                  </a:lnTo>
                  <a:lnTo>
                    <a:pt x="2321555" y="1916892"/>
                  </a:lnTo>
                  <a:lnTo>
                    <a:pt x="2321555" y="1922360"/>
                  </a:lnTo>
                  <a:lnTo>
                    <a:pt x="2332428" y="1922360"/>
                  </a:lnTo>
                  <a:lnTo>
                    <a:pt x="2332428" y="1927829"/>
                  </a:lnTo>
                  <a:lnTo>
                    <a:pt x="2337865" y="1927829"/>
                  </a:lnTo>
                  <a:lnTo>
                    <a:pt x="2337865" y="1930563"/>
                  </a:lnTo>
                  <a:lnTo>
                    <a:pt x="2348739" y="1930563"/>
                  </a:lnTo>
                  <a:lnTo>
                    <a:pt x="2348739" y="1933297"/>
                  </a:lnTo>
                  <a:lnTo>
                    <a:pt x="2354176" y="1933297"/>
                  </a:lnTo>
                  <a:lnTo>
                    <a:pt x="2354176" y="1938765"/>
                  </a:lnTo>
                  <a:lnTo>
                    <a:pt x="2365050" y="1938765"/>
                  </a:lnTo>
                  <a:lnTo>
                    <a:pt x="2365050" y="1944234"/>
                  </a:lnTo>
                  <a:lnTo>
                    <a:pt x="2370487" y="1944234"/>
                  </a:lnTo>
                  <a:lnTo>
                    <a:pt x="2370487" y="1949702"/>
                  </a:lnTo>
                  <a:lnTo>
                    <a:pt x="2375924" y="1949702"/>
                  </a:lnTo>
                  <a:lnTo>
                    <a:pt x="2375924" y="1952436"/>
                  </a:lnTo>
                  <a:lnTo>
                    <a:pt x="2381360" y="1952436"/>
                  </a:lnTo>
                  <a:lnTo>
                    <a:pt x="2381360" y="1957905"/>
                  </a:lnTo>
                  <a:lnTo>
                    <a:pt x="2386797" y="1957905"/>
                  </a:lnTo>
                  <a:lnTo>
                    <a:pt x="2386797" y="1960639"/>
                  </a:lnTo>
                  <a:lnTo>
                    <a:pt x="2392234" y="1960639"/>
                  </a:lnTo>
                  <a:lnTo>
                    <a:pt x="2392234" y="1963373"/>
                  </a:lnTo>
                  <a:lnTo>
                    <a:pt x="2397671" y="1963373"/>
                  </a:lnTo>
                  <a:lnTo>
                    <a:pt x="2397671" y="1971582"/>
                  </a:lnTo>
                  <a:lnTo>
                    <a:pt x="2403108" y="1971582"/>
                  </a:lnTo>
                  <a:lnTo>
                    <a:pt x="2403108" y="1974319"/>
                  </a:lnTo>
                  <a:lnTo>
                    <a:pt x="2408545" y="1974319"/>
                  </a:lnTo>
                  <a:lnTo>
                    <a:pt x="2408545" y="1974319"/>
                  </a:lnTo>
                  <a:lnTo>
                    <a:pt x="2413982" y="1974319"/>
                  </a:lnTo>
                  <a:lnTo>
                    <a:pt x="2413982" y="1979796"/>
                  </a:lnTo>
                  <a:lnTo>
                    <a:pt x="2419419" y="1979796"/>
                  </a:lnTo>
                  <a:lnTo>
                    <a:pt x="2419419" y="1982535"/>
                  </a:lnTo>
                  <a:lnTo>
                    <a:pt x="2424856" y="1982535"/>
                  </a:lnTo>
                  <a:lnTo>
                    <a:pt x="2424856" y="1982535"/>
                  </a:lnTo>
                  <a:lnTo>
                    <a:pt x="2430293" y="1982535"/>
                  </a:lnTo>
                  <a:lnTo>
                    <a:pt x="2430293" y="1990764"/>
                  </a:lnTo>
                  <a:lnTo>
                    <a:pt x="2435729" y="1990764"/>
                  </a:lnTo>
                  <a:lnTo>
                    <a:pt x="2435729" y="1990764"/>
                  </a:lnTo>
                  <a:lnTo>
                    <a:pt x="2446603" y="1990764"/>
                  </a:lnTo>
                  <a:lnTo>
                    <a:pt x="2446603" y="1996255"/>
                  </a:lnTo>
                  <a:lnTo>
                    <a:pt x="2457477" y="1996255"/>
                  </a:lnTo>
                  <a:lnTo>
                    <a:pt x="2457477" y="1996255"/>
                  </a:lnTo>
                  <a:lnTo>
                    <a:pt x="2462914" y="1996255"/>
                  </a:lnTo>
                  <a:lnTo>
                    <a:pt x="2462914" y="2004498"/>
                  </a:lnTo>
                  <a:lnTo>
                    <a:pt x="2468351" y="2004498"/>
                  </a:lnTo>
                  <a:lnTo>
                    <a:pt x="2468351" y="2007246"/>
                  </a:lnTo>
                  <a:lnTo>
                    <a:pt x="2473788" y="2007246"/>
                  </a:lnTo>
                  <a:lnTo>
                    <a:pt x="2473788" y="2009994"/>
                  </a:lnTo>
                  <a:lnTo>
                    <a:pt x="2479225" y="2009994"/>
                  </a:lnTo>
                  <a:lnTo>
                    <a:pt x="2479225" y="2018244"/>
                  </a:lnTo>
                  <a:lnTo>
                    <a:pt x="2484662" y="2018244"/>
                  </a:lnTo>
                  <a:lnTo>
                    <a:pt x="2484662" y="2026494"/>
                  </a:lnTo>
                  <a:lnTo>
                    <a:pt x="2500972" y="2026494"/>
                  </a:lnTo>
                  <a:lnTo>
                    <a:pt x="2500972" y="2034744"/>
                  </a:lnTo>
                  <a:lnTo>
                    <a:pt x="2506409" y="2034744"/>
                  </a:lnTo>
                  <a:lnTo>
                    <a:pt x="2506409" y="2037494"/>
                  </a:lnTo>
                  <a:lnTo>
                    <a:pt x="2511846" y="2037494"/>
                  </a:lnTo>
                  <a:lnTo>
                    <a:pt x="2511846" y="2045744"/>
                  </a:lnTo>
                  <a:lnTo>
                    <a:pt x="2517283" y="2045744"/>
                  </a:lnTo>
                  <a:lnTo>
                    <a:pt x="2517283" y="2051245"/>
                  </a:lnTo>
                  <a:lnTo>
                    <a:pt x="2522720" y="2051245"/>
                  </a:lnTo>
                  <a:lnTo>
                    <a:pt x="2522720" y="2059495"/>
                  </a:lnTo>
                  <a:lnTo>
                    <a:pt x="2533594" y="2059495"/>
                  </a:lnTo>
                  <a:lnTo>
                    <a:pt x="2533594" y="2067745"/>
                  </a:lnTo>
                  <a:lnTo>
                    <a:pt x="2539030" y="2067745"/>
                  </a:lnTo>
                  <a:lnTo>
                    <a:pt x="2539030" y="2070495"/>
                  </a:lnTo>
                  <a:lnTo>
                    <a:pt x="2544467" y="2070495"/>
                  </a:lnTo>
                  <a:lnTo>
                    <a:pt x="2544467" y="2073245"/>
                  </a:lnTo>
                  <a:lnTo>
                    <a:pt x="2549904" y="2073245"/>
                  </a:lnTo>
                  <a:lnTo>
                    <a:pt x="2549904" y="2075995"/>
                  </a:lnTo>
                  <a:lnTo>
                    <a:pt x="2555341" y="2075995"/>
                  </a:lnTo>
                  <a:lnTo>
                    <a:pt x="2555341" y="2078747"/>
                  </a:lnTo>
                  <a:lnTo>
                    <a:pt x="2560778" y="2078747"/>
                  </a:lnTo>
                  <a:lnTo>
                    <a:pt x="2560778" y="2081500"/>
                  </a:lnTo>
                  <a:lnTo>
                    <a:pt x="2571652" y="2081500"/>
                  </a:lnTo>
                  <a:lnTo>
                    <a:pt x="2571652" y="2084252"/>
                  </a:lnTo>
                  <a:lnTo>
                    <a:pt x="2577089" y="2084252"/>
                  </a:lnTo>
                  <a:lnTo>
                    <a:pt x="2577089" y="2087005"/>
                  </a:lnTo>
                  <a:lnTo>
                    <a:pt x="2582526" y="2087005"/>
                  </a:lnTo>
                  <a:lnTo>
                    <a:pt x="2582526" y="2089757"/>
                  </a:lnTo>
                  <a:lnTo>
                    <a:pt x="2587963" y="2089757"/>
                  </a:lnTo>
                  <a:lnTo>
                    <a:pt x="2587963" y="2092509"/>
                  </a:lnTo>
                  <a:lnTo>
                    <a:pt x="2598836" y="2092509"/>
                  </a:lnTo>
                  <a:lnTo>
                    <a:pt x="2598836" y="2095262"/>
                  </a:lnTo>
                  <a:lnTo>
                    <a:pt x="2604273" y="2095262"/>
                  </a:lnTo>
                  <a:lnTo>
                    <a:pt x="2604273" y="2100767"/>
                  </a:lnTo>
                  <a:lnTo>
                    <a:pt x="2609710" y="2100767"/>
                  </a:lnTo>
                  <a:lnTo>
                    <a:pt x="2609710" y="2103519"/>
                  </a:lnTo>
                  <a:lnTo>
                    <a:pt x="2615147" y="2103519"/>
                  </a:lnTo>
                  <a:lnTo>
                    <a:pt x="2615147" y="2106271"/>
                  </a:lnTo>
                  <a:lnTo>
                    <a:pt x="2626021" y="2106271"/>
                  </a:lnTo>
                  <a:lnTo>
                    <a:pt x="2626021" y="2109024"/>
                  </a:lnTo>
                  <a:lnTo>
                    <a:pt x="2636895" y="2109024"/>
                  </a:lnTo>
                  <a:lnTo>
                    <a:pt x="2636895" y="2109024"/>
                  </a:lnTo>
                  <a:lnTo>
                    <a:pt x="2647768" y="2109024"/>
                  </a:lnTo>
                  <a:lnTo>
                    <a:pt x="2647768" y="2111783"/>
                  </a:lnTo>
                  <a:lnTo>
                    <a:pt x="2653205" y="2111783"/>
                  </a:lnTo>
                  <a:lnTo>
                    <a:pt x="2653205" y="2114543"/>
                  </a:lnTo>
                  <a:lnTo>
                    <a:pt x="2669516" y="2114543"/>
                  </a:lnTo>
                  <a:lnTo>
                    <a:pt x="2669516" y="2120067"/>
                  </a:lnTo>
                  <a:lnTo>
                    <a:pt x="2674953" y="2120067"/>
                  </a:lnTo>
                  <a:lnTo>
                    <a:pt x="2674953" y="2122829"/>
                  </a:lnTo>
                  <a:lnTo>
                    <a:pt x="2680390" y="2122829"/>
                  </a:lnTo>
                  <a:lnTo>
                    <a:pt x="2680390" y="2125593"/>
                  </a:lnTo>
                  <a:lnTo>
                    <a:pt x="2685827" y="2125593"/>
                  </a:lnTo>
                  <a:lnTo>
                    <a:pt x="2685827" y="2128357"/>
                  </a:lnTo>
                  <a:lnTo>
                    <a:pt x="2691264" y="2128357"/>
                  </a:lnTo>
                  <a:lnTo>
                    <a:pt x="2691264" y="2133886"/>
                  </a:lnTo>
                  <a:lnTo>
                    <a:pt x="2707574" y="2133886"/>
                  </a:lnTo>
                  <a:lnTo>
                    <a:pt x="2707574" y="2136650"/>
                  </a:lnTo>
                  <a:lnTo>
                    <a:pt x="2713011" y="2136650"/>
                  </a:lnTo>
                  <a:lnTo>
                    <a:pt x="2713011" y="2139417"/>
                  </a:lnTo>
                  <a:lnTo>
                    <a:pt x="2718448" y="2139417"/>
                  </a:lnTo>
                  <a:lnTo>
                    <a:pt x="2718448" y="2144951"/>
                  </a:lnTo>
                  <a:lnTo>
                    <a:pt x="2723885" y="2144951"/>
                  </a:lnTo>
                  <a:lnTo>
                    <a:pt x="2723885" y="2150484"/>
                  </a:lnTo>
                  <a:lnTo>
                    <a:pt x="2729322" y="2150484"/>
                  </a:lnTo>
                  <a:lnTo>
                    <a:pt x="2729322" y="2158784"/>
                  </a:lnTo>
                  <a:lnTo>
                    <a:pt x="2734759" y="2158784"/>
                  </a:lnTo>
                  <a:lnTo>
                    <a:pt x="2734759" y="2164318"/>
                  </a:lnTo>
                  <a:lnTo>
                    <a:pt x="2740196" y="2164318"/>
                  </a:lnTo>
                  <a:lnTo>
                    <a:pt x="2740196" y="2167085"/>
                  </a:lnTo>
                  <a:lnTo>
                    <a:pt x="2756506" y="2167085"/>
                  </a:lnTo>
                  <a:lnTo>
                    <a:pt x="2756506" y="2169851"/>
                  </a:lnTo>
                  <a:lnTo>
                    <a:pt x="2761943" y="2169851"/>
                  </a:lnTo>
                  <a:lnTo>
                    <a:pt x="2761943" y="2172621"/>
                  </a:lnTo>
                  <a:lnTo>
                    <a:pt x="2767380" y="2172621"/>
                  </a:lnTo>
                  <a:lnTo>
                    <a:pt x="2767380" y="2183697"/>
                  </a:lnTo>
                  <a:lnTo>
                    <a:pt x="2772817" y="2183697"/>
                  </a:lnTo>
                  <a:lnTo>
                    <a:pt x="2772817" y="2186467"/>
                  </a:lnTo>
                  <a:lnTo>
                    <a:pt x="2778254" y="2186467"/>
                  </a:lnTo>
                  <a:lnTo>
                    <a:pt x="2778254" y="2192005"/>
                  </a:lnTo>
                  <a:lnTo>
                    <a:pt x="2794565" y="2192005"/>
                  </a:lnTo>
                  <a:lnTo>
                    <a:pt x="2794565" y="2192005"/>
                  </a:lnTo>
                  <a:lnTo>
                    <a:pt x="2800002" y="2192005"/>
                  </a:lnTo>
                  <a:lnTo>
                    <a:pt x="2800002" y="2197548"/>
                  </a:lnTo>
                  <a:lnTo>
                    <a:pt x="2805438" y="2197548"/>
                  </a:lnTo>
                  <a:lnTo>
                    <a:pt x="2805438" y="2200320"/>
                  </a:lnTo>
                  <a:lnTo>
                    <a:pt x="2810875" y="2200320"/>
                  </a:lnTo>
                  <a:lnTo>
                    <a:pt x="2810875" y="2203092"/>
                  </a:lnTo>
                  <a:lnTo>
                    <a:pt x="2827186" y="2203092"/>
                  </a:lnTo>
                  <a:lnTo>
                    <a:pt x="2827186" y="2205863"/>
                  </a:lnTo>
                  <a:lnTo>
                    <a:pt x="2832623" y="2205863"/>
                  </a:lnTo>
                  <a:lnTo>
                    <a:pt x="2832623" y="2208635"/>
                  </a:lnTo>
                  <a:lnTo>
                    <a:pt x="2838060" y="2208635"/>
                  </a:lnTo>
                  <a:lnTo>
                    <a:pt x="2838060" y="2211407"/>
                  </a:lnTo>
                  <a:lnTo>
                    <a:pt x="2843497" y="2211407"/>
                  </a:lnTo>
                  <a:lnTo>
                    <a:pt x="2843497" y="2214181"/>
                  </a:lnTo>
                  <a:lnTo>
                    <a:pt x="2848934" y="2214181"/>
                  </a:lnTo>
                  <a:lnTo>
                    <a:pt x="2848934" y="2216955"/>
                  </a:lnTo>
                  <a:lnTo>
                    <a:pt x="2854371" y="2216955"/>
                  </a:lnTo>
                  <a:lnTo>
                    <a:pt x="2854371" y="2219729"/>
                  </a:lnTo>
                  <a:lnTo>
                    <a:pt x="2859807" y="2219729"/>
                  </a:lnTo>
                  <a:lnTo>
                    <a:pt x="2859807" y="2228052"/>
                  </a:lnTo>
                  <a:lnTo>
                    <a:pt x="2865244" y="2228052"/>
                  </a:lnTo>
                  <a:lnTo>
                    <a:pt x="2865244" y="2228052"/>
                  </a:lnTo>
                  <a:lnTo>
                    <a:pt x="2870681" y="2228052"/>
                  </a:lnTo>
                  <a:lnTo>
                    <a:pt x="2870681" y="2228052"/>
                  </a:lnTo>
                  <a:lnTo>
                    <a:pt x="2876118" y="2228052"/>
                  </a:lnTo>
                  <a:lnTo>
                    <a:pt x="2876118" y="2233615"/>
                  </a:lnTo>
                  <a:lnTo>
                    <a:pt x="2881555" y="2233615"/>
                  </a:lnTo>
                  <a:lnTo>
                    <a:pt x="2881555" y="2236397"/>
                  </a:lnTo>
                  <a:lnTo>
                    <a:pt x="2892429" y="2236397"/>
                  </a:lnTo>
                  <a:lnTo>
                    <a:pt x="2892429" y="2241960"/>
                  </a:lnTo>
                  <a:lnTo>
                    <a:pt x="2903303" y="2241960"/>
                  </a:lnTo>
                  <a:lnTo>
                    <a:pt x="2903303" y="2244745"/>
                  </a:lnTo>
                  <a:lnTo>
                    <a:pt x="2908739" y="2244745"/>
                  </a:lnTo>
                  <a:lnTo>
                    <a:pt x="2908739" y="2250313"/>
                  </a:lnTo>
                  <a:lnTo>
                    <a:pt x="2914176" y="2250313"/>
                  </a:lnTo>
                  <a:lnTo>
                    <a:pt x="2914176" y="2258666"/>
                  </a:lnTo>
                  <a:lnTo>
                    <a:pt x="2919613" y="2258666"/>
                  </a:lnTo>
                  <a:lnTo>
                    <a:pt x="2919613" y="2261450"/>
                  </a:lnTo>
                  <a:lnTo>
                    <a:pt x="2925050" y="2261450"/>
                  </a:lnTo>
                  <a:lnTo>
                    <a:pt x="2925050" y="2267018"/>
                  </a:lnTo>
                  <a:lnTo>
                    <a:pt x="2930487" y="2267018"/>
                  </a:lnTo>
                  <a:lnTo>
                    <a:pt x="2930487" y="2269805"/>
                  </a:lnTo>
                  <a:lnTo>
                    <a:pt x="2946798" y="2269805"/>
                  </a:lnTo>
                  <a:lnTo>
                    <a:pt x="2946798" y="2269805"/>
                  </a:lnTo>
                  <a:lnTo>
                    <a:pt x="2952235" y="2269805"/>
                  </a:lnTo>
                  <a:lnTo>
                    <a:pt x="2952235" y="2272595"/>
                  </a:lnTo>
                  <a:lnTo>
                    <a:pt x="2957672" y="2272595"/>
                  </a:lnTo>
                  <a:lnTo>
                    <a:pt x="2957672" y="2272595"/>
                  </a:lnTo>
                  <a:lnTo>
                    <a:pt x="2963108" y="2272595"/>
                  </a:lnTo>
                  <a:lnTo>
                    <a:pt x="2963108" y="2275387"/>
                  </a:lnTo>
                  <a:lnTo>
                    <a:pt x="2968545" y="2275387"/>
                  </a:lnTo>
                  <a:lnTo>
                    <a:pt x="2968545" y="2278178"/>
                  </a:lnTo>
                  <a:lnTo>
                    <a:pt x="2979419" y="2278178"/>
                  </a:lnTo>
                  <a:lnTo>
                    <a:pt x="2979419" y="2283762"/>
                  </a:lnTo>
                  <a:lnTo>
                    <a:pt x="2995730" y="2283762"/>
                  </a:lnTo>
                  <a:lnTo>
                    <a:pt x="2995730" y="2286557"/>
                  </a:lnTo>
                  <a:lnTo>
                    <a:pt x="3006604" y="2286557"/>
                  </a:lnTo>
                  <a:lnTo>
                    <a:pt x="3006604" y="2286557"/>
                  </a:lnTo>
                  <a:lnTo>
                    <a:pt x="3012041" y="2286557"/>
                  </a:lnTo>
                  <a:lnTo>
                    <a:pt x="3012041" y="2289354"/>
                  </a:lnTo>
                  <a:lnTo>
                    <a:pt x="3017477" y="2289354"/>
                  </a:lnTo>
                  <a:lnTo>
                    <a:pt x="3017477" y="2292151"/>
                  </a:lnTo>
                  <a:lnTo>
                    <a:pt x="3044662" y="2292151"/>
                  </a:lnTo>
                  <a:lnTo>
                    <a:pt x="3044662" y="2294948"/>
                  </a:lnTo>
                  <a:lnTo>
                    <a:pt x="3055536" y="2294948"/>
                  </a:lnTo>
                  <a:lnTo>
                    <a:pt x="3055536" y="2297748"/>
                  </a:lnTo>
                  <a:lnTo>
                    <a:pt x="3066410" y="2297748"/>
                  </a:lnTo>
                  <a:lnTo>
                    <a:pt x="3066410" y="2300548"/>
                  </a:lnTo>
                  <a:lnTo>
                    <a:pt x="3071846" y="2300548"/>
                  </a:lnTo>
                  <a:lnTo>
                    <a:pt x="3071846" y="2300548"/>
                  </a:lnTo>
                  <a:lnTo>
                    <a:pt x="3109905" y="2300548"/>
                  </a:lnTo>
                  <a:lnTo>
                    <a:pt x="3109905" y="2303350"/>
                  </a:lnTo>
                  <a:lnTo>
                    <a:pt x="3115342" y="2303350"/>
                  </a:lnTo>
                  <a:lnTo>
                    <a:pt x="3115342" y="2311757"/>
                  </a:lnTo>
                  <a:lnTo>
                    <a:pt x="3131652" y="2311757"/>
                  </a:lnTo>
                  <a:lnTo>
                    <a:pt x="3131652" y="2317362"/>
                  </a:lnTo>
                  <a:lnTo>
                    <a:pt x="3137089" y="2317362"/>
                  </a:lnTo>
                  <a:lnTo>
                    <a:pt x="3137089" y="2320164"/>
                  </a:lnTo>
                  <a:lnTo>
                    <a:pt x="3142526" y="2320164"/>
                  </a:lnTo>
                  <a:lnTo>
                    <a:pt x="3142526" y="2325769"/>
                  </a:lnTo>
                  <a:lnTo>
                    <a:pt x="3153400" y="2325769"/>
                  </a:lnTo>
                  <a:lnTo>
                    <a:pt x="3153400" y="2331373"/>
                  </a:lnTo>
                  <a:lnTo>
                    <a:pt x="3158837" y="2331373"/>
                  </a:lnTo>
                  <a:lnTo>
                    <a:pt x="3158837" y="2331373"/>
                  </a:lnTo>
                  <a:lnTo>
                    <a:pt x="3164274" y="2331373"/>
                  </a:lnTo>
                  <a:lnTo>
                    <a:pt x="3164274" y="2334181"/>
                  </a:lnTo>
                  <a:lnTo>
                    <a:pt x="3175147" y="2334181"/>
                  </a:lnTo>
                  <a:lnTo>
                    <a:pt x="3175147" y="2334181"/>
                  </a:lnTo>
                  <a:lnTo>
                    <a:pt x="3180584" y="2334181"/>
                  </a:lnTo>
                  <a:lnTo>
                    <a:pt x="3180584" y="2334181"/>
                  </a:lnTo>
                  <a:lnTo>
                    <a:pt x="3186021" y="2334181"/>
                  </a:lnTo>
                  <a:lnTo>
                    <a:pt x="3186021" y="2336997"/>
                  </a:lnTo>
                  <a:lnTo>
                    <a:pt x="3191458" y="2336997"/>
                  </a:lnTo>
                  <a:lnTo>
                    <a:pt x="3191458" y="2339812"/>
                  </a:lnTo>
                  <a:lnTo>
                    <a:pt x="3196895" y="2339812"/>
                  </a:lnTo>
                  <a:lnTo>
                    <a:pt x="3196895" y="2342628"/>
                  </a:lnTo>
                  <a:lnTo>
                    <a:pt x="3202332" y="2342628"/>
                  </a:lnTo>
                  <a:lnTo>
                    <a:pt x="3202332" y="2353934"/>
                  </a:lnTo>
                  <a:lnTo>
                    <a:pt x="3207769" y="2353934"/>
                  </a:lnTo>
                  <a:lnTo>
                    <a:pt x="3207769" y="2359592"/>
                  </a:lnTo>
                  <a:lnTo>
                    <a:pt x="3218643" y="2359592"/>
                  </a:lnTo>
                  <a:lnTo>
                    <a:pt x="3218643" y="2362424"/>
                  </a:lnTo>
                  <a:lnTo>
                    <a:pt x="3224080" y="2362424"/>
                  </a:lnTo>
                  <a:lnTo>
                    <a:pt x="3224080" y="2362424"/>
                  </a:lnTo>
                  <a:lnTo>
                    <a:pt x="3229516" y="2362424"/>
                  </a:lnTo>
                  <a:lnTo>
                    <a:pt x="3229516" y="2368093"/>
                  </a:lnTo>
                  <a:lnTo>
                    <a:pt x="3234953" y="2368093"/>
                  </a:lnTo>
                  <a:lnTo>
                    <a:pt x="3234953" y="2368093"/>
                  </a:lnTo>
                  <a:lnTo>
                    <a:pt x="3240390" y="2368093"/>
                  </a:lnTo>
                  <a:lnTo>
                    <a:pt x="3240390" y="2370936"/>
                  </a:lnTo>
                  <a:lnTo>
                    <a:pt x="3245827" y="2370936"/>
                  </a:lnTo>
                  <a:lnTo>
                    <a:pt x="3245827" y="2370936"/>
                  </a:lnTo>
                  <a:lnTo>
                    <a:pt x="3251264" y="2370936"/>
                  </a:lnTo>
                  <a:lnTo>
                    <a:pt x="3251264" y="2373784"/>
                  </a:lnTo>
                  <a:lnTo>
                    <a:pt x="3256701" y="2373784"/>
                  </a:lnTo>
                  <a:lnTo>
                    <a:pt x="3256701" y="2376635"/>
                  </a:lnTo>
                  <a:lnTo>
                    <a:pt x="3262138" y="2376635"/>
                  </a:lnTo>
                  <a:lnTo>
                    <a:pt x="3262138" y="2379489"/>
                  </a:lnTo>
                  <a:lnTo>
                    <a:pt x="3267575" y="2379489"/>
                  </a:lnTo>
                  <a:lnTo>
                    <a:pt x="3267575" y="2379489"/>
                  </a:lnTo>
                  <a:lnTo>
                    <a:pt x="3278449" y="2379489"/>
                  </a:lnTo>
                  <a:lnTo>
                    <a:pt x="3278449" y="2382349"/>
                  </a:lnTo>
                  <a:lnTo>
                    <a:pt x="3283885" y="2382349"/>
                  </a:lnTo>
                  <a:lnTo>
                    <a:pt x="3283885" y="2385211"/>
                  </a:lnTo>
                  <a:lnTo>
                    <a:pt x="3289322" y="2385211"/>
                  </a:lnTo>
                  <a:lnTo>
                    <a:pt x="3289322" y="2390941"/>
                  </a:lnTo>
                  <a:lnTo>
                    <a:pt x="3294759" y="2390941"/>
                  </a:lnTo>
                  <a:lnTo>
                    <a:pt x="3294759" y="2390941"/>
                  </a:lnTo>
                  <a:lnTo>
                    <a:pt x="3300196" y="2390941"/>
                  </a:lnTo>
                  <a:lnTo>
                    <a:pt x="3300196" y="2393809"/>
                  </a:lnTo>
                  <a:lnTo>
                    <a:pt x="3305633" y="2393809"/>
                  </a:lnTo>
                  <a:lnTo>
                    <a:pt x="3305633" y="2396680"/>
                  </a:lnTo>
                  <a:lnTo>
                    <a:pt x="3311070" y="2396680"/>
                  </a:lnTo>
                  <a:lnTo>
                    <a:pt x="3311070" y="2399551"/>
                  </a:lnTo>
                  <a:lnTo>
                    <a:pt x="3316507" y="2399551"/>
                  </a:lnTo>
                  <a:lnTo>
                    <a:pt x="3316507" y="2399551"/>
                  </a:lnTo>
                  <a:lnTo>
                    <a:pt x="3321944" y="2399551"/>
                  </a:lnTo>
                  <a:lnTo>
                    <a:pt x="3321944" y="2402430"/>
                  </a:lnTo>
                  <a:lnTo>
                    <a:pt x="3327381" y="2402430"/>
                  </a:lnTo>
                  <a:lnTo>
                    <a:pt x="3327381" y="2408189"/>
                  </a:lnTo>
                  <a:lnTo>
                    <a:pt x="3332817" y="2408189"/>
                  </a:lnTo>
                  <a:lnTo>
                    <a:pt x="3332817" y="2411068"/>
                  </a:lnTo>
                  <a:lnTo>
                    <a:pt x="3338254" y="2411068"/>
                  </a:lnTo>
                  <a:lnTo>
                    <a:pt x="3338254" y="2411068"/>
                  </a:lnTo>
                  <a:lnTo>
                    <a:pt x="3349128" y="2411068"/>
                  </a:lnTo>
                  <a:lnTo>
                    <a:pt x="3349128" y="2413950"/>
                  </a:lnTo>
                  <a:lnTo>
                    <a:pt x="3354565" y="2413950"/>
                  </a:lnTo>
                  <a:lnTo>
                    <a:pt x="3354565" y="2413950"/>
                  </a:lnTo>
                  <a:lnTo>
                    <a:pt x="3365439" y="2413950"/>
                  </a:lnTo>
                  <a:lnTo>
                    <a:pt x="3365439" y="2419732"/>
                  </a:lnTo>
                  <a:lnTo>
                    <a:pt x="3370876" y="2419732"/>
                  </a:lnTo>
                  <a:lnTo>
                    <a:pt x="3370876" y="2425514"/>
                  </a:lnTo>
                  <a:lnTo>
                    <a:pt x="3376313" y="2425514"/>
                  </a:lnTo>
                  <a:lnTo>
                    <a:pt x="3376313" y="2425514"/>
                  </a:lnTo>
                  <a:lnTo>
                    <a:pt x="3381750" y="2425514"/>
                  </a:lnTo>
                  <a:lnTo>
                    <a:pt x="3381750" y="2431302"/>
                  </a:lnTo>
                  <a:lnTo>
                    <a:pt x="3387186" y="2431302"/>
                  </a:lnTo>
                  <a:lnTo>
                    <a:pt x="3387186" y="2431302"/>
                  </a:lnTo>
                  <a:lnTo>
                    <a:pt x="3392623" y="2431302"/>
                  </a:lnTo>
                  <a:lnTo>
                    <a:pt x="3392623" y="2431302"/>
                  </a:lnTo>
                  <a:lnTo>
                    <a:pt x="3398060" y="2431302"/>
                  </a:lnTo>
                  <a:lnTo>
                    <a:pt x="3398060" y="2434207"/>
                  </a:lnTo>
                  <a:lnTo>
                    <a:pt x="3403497" y="2434207"/>
                  </a:lnTo>
                  <a:lnTo>
                    <a:pt x="3403497" y="2434207"/>
                  </a:lnTo>
                  <a:lnTo>
                    <a:pt x="3414371" y="2434207"/>
                  </a:lnTo>
                  <a:lnTo>
                    <a:pt x="3414371" y="2440024"/>
                  </a:lnTo>
                  <a:lnTo>
                    <a:pt x="3419808" y="2440024"/>
                  </a:lnTo>
                  <a:lnTo>
                    <a:pt x="3419808" y="2440024"/>
                  </a:lnTo>
                  <a:lnTo>
                    <a:pt x="3425245" y="2440024"/>
                  </a:lnTo>
                  <a:lnTo>
                    <a:pt x="3425245" y="2440024"/>
                  </a:lnTo>
                  <a:lnTo>
                    <a:pt x="3430682" y="2440024"/>
                  </a:lnTo>
                  <a:lnTo>
                    <a:pt x="3430682" y="2440024"/>
                  </a:lnTo>
                  <a:lnTo>
                    <a:pt x="3436119" y="2440024"/>
                  </a:lnTo>
                  <a:lnTo>
                    <a:pt x="3436119" y="2442941"/>
                  </a:lnTo>
                  <a:lnTo>
                    <a:pt x="3441555" y="2442941"/>
                  </a:lnTo>
                  <a:lnTo>
                    <a:pt x="3441555" y="2445865"/>
                  </a:lnTo>
                  <a:lnTo>
                    <a:pt x="3452429" y="2445865"/>
                  </a:lnTo>
                  <a:lnTo>
                    <a:pt x="3452429" y="2448788"/>
                  </a:lnTo>
                  <a:lnTo>
                    <a:pt x="3457866" y="2448788"/>
                  </a:lnTo>
                  <a:lnTo>
                    <a:pt x="3457866" y="2448788"/>
                  </a:lnTo>
                  <a:lnTo>
                    <a:pt x="3463303" y="2448788"/>
                  </a:lnTo>
                  <a:lnTo>
                    <a:pt x="3463303" y="2454641"/>
                  </a:lnTo>
                  <a:lnTo>
                    <a:pt x="3474177" y="2454641"/>
                  </a:lnTo>
                  <a:lnTo>
                    <a:pt x="3474177" y="2457570"/>
                  </a:lnTo>
                  <a:lnTo>
                    <a:pt x="3479614" y="2457570"/>
                  </a:lnTo>
                  <a:lnTo>
                    <a:pt x="3479614" y="2463429"/>
                  </a:lnTo>
                  <a:lnTo>
                    <a:pt x="3490487" y="2463429"/>
                  </a:lnTo>
                  <a:lnTo>
                    <a:pt x="3490487" y="2466358"/>
                  </a:lnTo>
                  <a:lnTo>
                    <a:pt x="3501361" y="2466358"/>
                  </a:lnTo>
                  <a:lnTo>
                    <a:pt x="3501361" y="2469291"/>
                  </a:lnTo>
                  <a:lnTo>
                    <a:pt x="3506798" y="2469291"/>
                  </a:lnTo>
                  <a:lnTo>
                    <a:pt x="3506798" y="2472229"/>
                  </a:lnTo>
                  <a:lnTo>
                    <a:pt x="3517672" y="2472229"/>
                  </a:lnTo>
                  <a:lnTo>
                    <a:pt x="3517672" y="2475171"/>
                  </a:lnTo>
                  <a:lnTo>
                    <a:pt x="3523109" y="2475171"/>
                  </a:lnTo>
                  <a:lnTo>
                    <a:pt x="3523109" y="2475171"/>
                  </a:lnTo>
                  <a:lnTo>
                    <a:pt x="3528546" y="2475171"/>
                  </a:lnTo>
                  <a:lnTo>
                    <a:pt x="3528546" y="2475171"/>
                  </a:lnTo>
                  <a:lnTo>
                    <a:pt x="3533983" y="2475171"/>
                  </a:lnTo>
                  <a:lnTo>
                    <a:pt x="3533983" y="2481072"/>
                  </a:lnTo>
                  <a:lnTo>
                    <a:pt x="3539420" y="2481072"/>
                  </a:lnTo>
                  <a:lnTo>
                    <a:pt x="3539420" y="2484029"/>
                  </a:lnTo>
                  <a:lnTo>
                    <a:pt x="3544856" y="2484029"/>
                  </a:lnTo>
                  <a:lnTo>
                    <a:pt x="3544856" y="2489943"/>
                  </a:lnTo>
                  <a:lnTo>
                    <a:pt x="3555730" y="2489943"/>
                  </a:lnTo>
                  <a:lnTo>
                    <a:pt x="3555730" y="2489943"/>
                  </a:lnTo>
                  <a:lnTo>
                    <a:pt x="3561167" y="2489943"/>
                  </a:lnTo>
                  <a:lnTo>
                    <a:pt x="3561167" y="2495876"/>
                  </a:lnTo>
                  <a:lnTo>
                    <a:pt x="3572041" y="2495876"/>
                  </a:lnTo>
                  <a:lnTo>
                    <a:pt x="3572041" y="2495876"/>
                  </a:lnTo>
                  <a:lnTo>
                    <a:pt x="3577478" y="2495876"/>
                  </a:lnTo>
                  <a:lnTo>
                    <a:pt x="3577478" y="2495876"/>
                  </a:lnTo>
                  <a:lnTo>
                    <a:pt x="3582915" y="2495876"/>
                  </a:lnTo>
                  <a:lnTo>
                    <a:pt x="3582915" y="2498852"/>
                  </a:lnTo>
                  <a:lnTo>
                    <a:pt x="3588352" y="2498852"/>
                  </a:lnTo>
                  <a:lnTo>
                    <a:pt x="3588352" y="2498852"/>
                  </a:lnTo>
                  <a:lnTo>
                    <a:pt x="3593789" y="2498852"/>
                  </a:lnTo>
                  <a:lnTo>
                    <a:pt x="3593789" y="2498852"/>
                  </a:lnTo>
                  <a:lnTo>
                    <a:pt x="3604662" y="2498852"/>
                  </a:lnTo>
                  <a:lnTo>
                    <a:pt x="3604662" y="2498852"/>
                  </a:lnTo>
                  <a:lnTo>
                    <a:pt x="3610099" y="2498852"/>
                  </a:lnTo>
                  <a:lnTo>
                    <a:pt x="3610099" y="2501840"/>
                  </a:lnTo>
                  <a:lnTo>
                    <a:pt x="3615536" y="2501840"/>
                  </a:lnTo>
                  <a:lnTo>
                    <a:pt x="3615536" y="2504832"/>
                  </a:lnTo>
                  <a:lnTo>
                    <a:pt x="3620973" y="2504832"/>
                  </a:lnTo>
                  <a:lnTo>
                    <a:pt x="3620973" y="2504832"/>
                  </a:lnTo>
                  <a:lnTo>
                    <a:pt x="3631847" y="2504832"/>
                  </a:lnTo>
                  <a:lnTo>
                    <a:pt x="3631847" y="2507827"/>
                  </a:lnTo>
                  <a:lnTo>
                    <a:pt x="3637284" y="2507827"/>
                  </a:lnTo>
                  <a:lnTo>
                    <a:pt x="3637284" y="2510825"/>
                  </a:lnTo>
                  <a:lnTo>
                    <a:pt x="3653594" y="2510825"/>
                  </a:lnTo>
                  <a:lnTo>
                    <a:pt x="3653594" y="2513826"/>
                  </a:lnTo>
                  <a:lnTo>
                    <a:pt x="3664468" y="2513826"/>
                  </a:lnTo>
                  <a:lnTo>
                    <a:pt x="3664468" y="2516834"/>
                  </a:lnTo>
                  <a:lnTo>
                    <a:pt x="3669905" y="2516834"/>
                  </a:lnTo>
                  <a:lnTo>
                    <a:pt x="3669905" y="2519845"/>
                  </a:lnTo>
                  <a:lnTo>
                    <a:pt x="3675342" y="2519845"/>
                  </a:lnTo>
                  <a:lnTo>
                    <a:pt x="3675342" y="2522856"/>
                  </a:lnTo>
                  <a:lnTo>
                    <a:pt x="3680779" y="2522856"/>
                  </a:lnTo>
                  <a:lnTo>
                    <a:pt x="3680779" y="2522856"/>
                  </a:lnTo>
                  <a:lnTo>
                    <a:pt x="3697090" y="2522856"/>
                  </a:lnTo>
                  <a:lnTo>
                    <a:pt x="3697090" y="2525870"/>
                  </a:lnTo>
                  <a:lnTo>
                    <a:pt x="3707963" y="2525870"/>
                  </a:lnTo>
                  <a:lnTo>
                    <a:pt x="3707963" y="2534913"/>
                  </a:lnTo>
                  <a:lnTo>
                    <a:pt x="3713400" y="2534913"/>
                  </a:lnTo>
                  <a:lnTo>
                    <a:pt x="3713400" y="2537928"/>
                  </a:lnTo>
                  <a:lnTo>
                    <a:pt x="3724274" y="2537928"/>
                  </a:lnTo>
                  <a:lnTo>
                    <a:pt x="3724274" y="2537928"/>
                  </a:lnTo>
                  <a:lnTo>
                    <a:pt x="3729711" y="2537928"/>
                  </a:lnTo>
                  <a:lnTo>
                    <a:pt x="3729711" y="2537928"/>
                  </a:lnTo>
                  <a:lnTo>
                    <a:pt x="3740585" y="2537928"/>
                  </a:lnTo>
                  <a:lnTo>
                    <a:pt x="3740585" y="2537928"/>
                  </a:lnTo>
                  <a:lnTo>
                    <a:pt x="3746022" y="2537928"/>
                  </a:lnTo>
                  <a:lnTo>
                    <a:pt x="3746022" y="2537928"/>
                  </a:lnTo>
                  <a:lnTo>
                    <a:pt x="3767769" y="2537928"/>
                  </a:lnTo>
                  <a:lnTo>
                    <a:pt x="3767769" y="2544003"/>
                  </a:lnTo>
                  <a:lnTo>
                    <a:pt x="3773206" y="2544003"/>
                  </a:lnTo>
                  <a:lnTo>
                    <a:pt x="3773206" y="2547044"/>
                  </a:lnTo>
                  <a:lnTo>
                    <a:pt x="3794954" y="2547044"/>
                  </a:lnTo>
                  <a:lnTo>
                    <a:pt x="3794954" y="2547044"/>
                  </a:lnTo>
                  <a:lnTo>
                    <a:pt x="3800391" y="2547044"/>
                  </a:lnTo>
                  <a:lnTo>
                    <a:pt x="3800391" y="2550088"/>
                  </a:lnTo>
                  <a:lnTo>
                    <a:pt x="3805828" y="2550088"/>
                  </a:lnTo>
                  <a:lnTo>
                    <a:pt x="3805828" y="2550088"/>
                  </a:lnTo>
                  <a:lnTo>
                    <a:pt x="3811264" y="2550088"/>
                  </a:lnTo>
                  <a:lnTo>
                    <a:pt x="3811264" y="2556197"/>
                  </a:lnTo>
                  <a:lnTo>
                    <a:pt x="3816701" y="2556197"/>
                  </a:lnTo>
                  <a:lnTo>
                    <a:pt x="3816701" y="2559254"/>
                  </a:lnTo>
                  <a:lnTo>
                    <a:pt x="3822138" y="2559254"/>
                  </a:lnTo>
                  <a:lnTo>
                    <a:pt x="3822138" y="2562316"/>
                  </a:lnTo>
                  <a:lnTo>
                    <a:pt x="3833012" y="2562316"/>
                  </a:lnTo>
                  <a:lnTo>
                    <a:pt x="3833012" y="2562316"/>
                  </a:lnTo>
                  <a:lnTo>
                    <a:pt x="3843886" y="2562316"/>
                  </a:lnTo>
                  <a:lnTo>
                    <a:pt x="3843886" y="2565387"/>
                  </a:lnTo>
                  <a:lnTo>
                    <a:pt x="3854760" y="2565387"/>
                  </a:lnTo>
                  <a:lnTo>
                    <a:pt x="3854760" y="2568466"/>
                  </a:lnTo>
                  <a:lnTo>
                    <a:pt x="3860197" y="2568466"/>
                  </a:lnTo>
                  <a:lnTo>
                    <a:pt x="3860197" y="2574629"/>
                  </a:lnTo>
                  <a:lnTo>
                    <a:pt x="3865633" y="2574629"/>
                  </a:lnTo>
                  <a:lnTo>
                    <a:pt x="3865633" y="2580800"/>
                  </a:lnTo>
                  <a:lnTo>
                    <a:pt x="3881944" y="2580800"/>
                  </a:lnTo>
                  <a:lnTo>
                    <a:pt x="3881944" y="2590067"/>
                  </a:lnTo>
                  <a:lnTo>
                    <a:pt x="3925439" y="2590067"/>
                  </a:lnTo>
                  <a:lnTo>
                    <a:pt x="3925439" y="2590067"/>
                  </a:lnTo>
                  <a:lnTo>
                    <a:pt x="3941750" y="2590067"/>
                  </a:lnTo>
                  <a:lnTo>
                    <a:pt x="3941750" y="2593160"/>
                  </a:lnTo>
                  <a:lnTo>
                    <a:pt x="3958061" y="2593160"/>
                  </a:lnTo>
                  <a:lnTo>
                    <a:pt x="3958061" y="2593160"/>
                  </a:lnTo>
                  <a:lnTo>
                    <a:pt x="3974371" y="2593160"/>
                  </a:lnTo>
                  <a:lnTo>
                    <a:pt x="3974371" y="2596259"/>
                  </a:lnTo>
                  <a:lnTo>
                    <a:pt x="3979808" y="2596259"/>
                  </a:lnTo>
                  <a:lnTo>
                    <a:pt x="3979808" y="2599362"/>
                  </a:lnTo>
                  <a:lnTo>
                    <a:pt x="3985245" y="2599362"/>
                  </a:lnTo>
                  <a:lnTo>
                    <a:pt x="3985245" y="2605568"/>
                  </a:lnTo>
                  <a:lnTo>
                    <a:pt x="3990682" y="2605568"/>
                  </a:lnTo>
                  <a:lnTo>
                    <a:pt x="3990682" y="2611775"/>
                  </a:lnTo>
                  <a:lnTo>
                    <a:pt x="3996119" y="2611775"/>
                  </a:lnTo>
                  <a:lnTo>
                    <a:pt x="3996119" y="2614885"/>
                  </a:lnTo>
                  <a:lnTo>
                    <a:pt x="4006993" y="2614885"/>
                  </a:lnTo>
                  <a:lnTo>
                    <a:pt x="4006993" y="2614885"/>
                  </a:lnTo>
                  <a:lnTo>
                    <a:pt x="4012430" y="2614885"/>
                  </a:lnTo>
                  <a:lnTo>
                    <a:pt x="4012430" y="2617999"/>
                  </a:lnTo>
                  <a:lnTo>
                    <a:pt x="4017867" y="2617999"/>
                  </a:lnTo>
                  <a:lnTo>
                    <a:pt x="4017867" y="2617999"/>
                  </a:lnTo>
                  <a:lnTo>
                    <a:pt x="4028740" y="2617999"/>
                  </a:lnTo>
                  <a:lnTo>
                    <a:pt x="4028740" y="2624241"/>
                  </a:lnTo>
                  <a:lnTo>
                    <a:pt x="4034177" y="2624241"/>
                  </a:lnTo>
                  <a:lnTo>
                    <a:pt x="4034177" y="2624241"/>
                  </a:lnTo>
                  <a:lnTo>
                    <a:pt x="4039614" y="2624241"/>
                  </a:lnTo>
                  <a:lnTo>
                    <a:pt x="4039614" y="2624241"/>
                  </a:lnTo>
                  <a:lnTo>
                    <a:pt x="4050488" y="2624241"/>
                  </a:lnTo>
                  <a:lnTo>
                    <a:pt x="4050488" y="2627369"/>
                  </a:lnTo>
                  <a:lnTo>
                    <a:pt x="4055925" y="2627369"/>
                  </a:lnTo>
                  <a:lnTo>
                    <a:pt x="4055925" y="2630498"/>
                  </a:lnTo>
                  <a:lnTo>
                    <a:pt x="4066799" y="2630498"/>
                  </a:lnTo>
                  <a:lnTo>
                    <a:pt x="4066799" y="2633630"/>
                  </a:lnTo>
                  <a:lnTo>
                    <a:pt x="4072235" y="2633630"/>
                  </a:lnTo>
                  <a:lnTo>
                    <a:pt x="4072235" y="2633630"/>
                  </a:lnTo>
                  <a:lnTo>
                    <a:pt x="4077672" y="2633630"/>
                  </a:lnTo>
                  <a:lnTo>
                    <a:pt x="4077672" y="2636769"/>
                  </a:lnTo>
                  <a:lnTo>
                    <a:pt x="4088546" y="2636769"/>
                  </a:lnTo>
                  <a:lnTo>
                    <a:pt x="4088546" y="2639913"/>
                  </a:lnTo>
                  <a:lnTo>
                    <a:pt x="4093983" y="2639913"/>
                  </a:lnTo>
                  <a:lnTo>
                    <a:pt x="4093983" y="2639913"/>
                  </a:lnTo>
                  <a:lnTo>
                    <a:pt x="4099420" y="2639913"/>
                  </a:lnTo>
                  <a:lnTo>
                    <a:pt x="4099420" y="2639913"/>
                  </a:lnTo>
                  <a:lnTo>
                    <a:pt x="4104857" y="2639913"/>
                  </a:lnTo>
                  <a:lnTo>
                    <a:pt x="4104857" y="2643063"/>
                  </a:lnTo>
                  <a:lnTo>
                    <a:pt x="4110294" y="2643063"/>
                  </a:lnTo>
                  <a:lnTo>
                    <a:pt x="4110294" y="2646218"/>
                  </a:lnTo>
                  <a:lnTo>
                    <a:pt x="4121168" y="2646218"/>
                  </a:lnTo>
                  <a:lnTo>
                    <a:pt x="4121168" y="2649372"/>
                  </a:lnTo>
                  <a:lnTo>
                    <a:pt x="4132041" y="2649372"/>
                  </a:lnTo>
                  <a:lnTo>
                    <a:pt x="4132041" y="2655681"/>
                  </a:lnTo>
                  <a:lnTo>
                    <a:pt x="4137478" y="2655681"/>
                  </a:lnTo>
                  <a:lnTo>
                    <a:pt x="4137478" y="2658835"/>
                  </a:lnTo>
                  <a:lnTo>
                    <a:pt x="4142915" y="2658835"/>
                  </a:lnTo>
                  <a:lnTo>
                    <a:pt x="4142915" y="2658835"/>
                  </a:lnTo>
                  <a:lnTo>
                    <a:pt x="4148352" y="2658835"/>
                  </a:lnTo>
                  <a:lnTo>
                    <a:pt x="4148352" y="2661993"/>
                  </a:lnTo>
                  <a:lnTo>
                    <a:pt x="4153789" y="2661993"/>
                  </a:lnTo>
                  <a:lnTo>
                    <a:pt x="4153789" y="2665159"/>
                  </a:lnTo>
                  <a:lnTo>
                    <a:pt x="4175537" y="2665159"/>
                  </a:lnTo>
                  <a:lnTo>
                    <a:pt x="4175537" y="2665159"/>
                  </a:lnTo>
                  <a:lnTo>
                    <a:pt x="4180973" y="2665159"/>
                  </a:lnTo>
                  <a:lnTo>
                    <a:pt x="4180973" y="2668329"/>
                  </a:lnTo>
                  <a:lnTo>
                    <a:pt x="4186410" y="2668329"/>
                  </a:lnTo>
                  <a:lnTo>
                    <a:pt x="4186410" y="2668329"/>
                  </a:lnTo>
                  <a:lnTo>
                    <a:pt x="4191847" y="2668329"/>
                  </a:lnTo>
                  <a:lnTo>
                    <a:pt x="4191847" y="2674675"/>
                  </a:lnTo>
                  <a:lnTo>
                    <a:pt x="4197284" y="2674675"/>
                  </a:lnTo>
                  <a:lnTo>
                    <a:pt x="4197284" y="2677849"/>
                  </a:lnTo>
                  <a:lnTo>
                    <a:pt x="4202721" y="2677849"/>
                  </a:lnTo>
                  <a:lnTo>
                    <a:pt x="4202721" y="2681022"/>
                  </a:lnTo>
                  <a:lnTo>
                    <a:pt x="4208158" y="2681022"/>
                  </a:lnTo>
                  <a:lnTo>
                    <a:pt x="4208158" y="2684195"/>
                  </a:lnTo>
                  <a:lnTo>
                    <a:pt x="4219032" y="2684195"/>
                  </a:lnTo>
                  <a:lnTo>
                    <a:pt x="4219032" y="2687373"/>
                  </a:lnTo>
                  <a:lnTo>
                    <a:pt x="4224469" y="2687373"/>
                  </a:lnTo>
                  <a:lnTo>
                    <a:pt x="4224469" y="2687373"/>
                  </a:lnTo>
                  <a:lnTo>
                    <a:pt x="4229906" y="2687373"/>
                  </a:lnTo>
                  <a:lnTo>
                    <a:pt x="4229906" y="2690554"/>
                  </a:lnTo>
                  <a:lnTo>
                    <a:pt x="4240779" y="2690554"/>
                  </a:lnTo>
                  <a:lnTo>
                    <a:pt x="4240779" y="2690554"/>
                  </a:lnTo>
                  <a:lnTo>
                    <a:pt x="4257090" y="2690554"/>
                  </a:lnTo>
                  <a:lnTo>
                    <a:pt x="4257090" y="2690554"/>
                  </a:lnTo>
                  <a:lnTo>
                    <a:pt x="4262527" y="2690554"/>
                  </a:lnTo>
                  <a:lnTo>
                    <a:pt x="4262527" y="2690554"/>
                  </a:lnTo>
                  <a:lnTo>
                    <a:pt x="4267964" y="2690554"/>
                  </a:lnTo>
                  <a:lnTo>
                    <a:pt x="4267964" y="2693758"/>
                  </a:lnTo>
                  <a:lnTo>
                    <a:pt x="4284274" y="2693758"/>
                  </a:lnTo>
                  <a:lnTo>
                    <a:pt x="4284274" y="2696963"/>
                  </a:lnTo>
                  <a:lnTo>
                    <a:pt x="4289711" y="2696963"/>
                  </a:lnTo>
                  <a:lnTo>
                    <a:pt x="4289711" y="2700167"/>
                  </a:lnTo>
                  <a:lnTo>
                    <a:pt x="4295148" y="2700167"/>
                  </a:lnTo>
                  <a:lnTo>
                    <a:pt x="4295148" y="2706576"/>
                  </a:lnTo>
                  <a:lnTo>
                    <a:pt x="4300585" y="2706576"/>
                  </a:lnTo>
                  <a:lnTo>
                    <a:pt x="4300585" y="2706576"/>
                  </a:lnTo>
                  <a:lnTo>
                    <a:pt x="4306022" y="2706576"/>
                  </a:lnTo>
                  <a:lnTo>
                    <a:pt x="4306022" y="2713001"/>
                  </a:lnTo>
                  <a:lnTo>
                    <a:pt x="4316896" y="2713001"/>
                  </a:lnTo>
                  <a:lnTo>
                    <a:pt x="4316896" y="2719426"/>
                  </a:lnTo>
                  <a:lnTo>
                    <a:pt x="4322333" y="2719426"/>
                  </a:lnTo>
                  <a:lnTo>
                    <a:pt x="4322333" y="2722643"/>
                  </a:lnTo>
                  <a:lnTo>
                    <a:pt x="4327770" y="2722643"/>
                  </a:lnTo>
                  <a:lnTo>
                    <a:pt x="4327770" y="2725863"/>
                  </a:lnTo>
                  <a:lnTo>
                    <a:pt x="4333207" y="2725863"/>
                  </a:lnTo>
                  <a:lnTo>
                    <a:pt x="4333207" y="2729084"/>
                  </a:lnTo>
                  <a:lnTo>
                    <a:pt x="4338643" y="2729084"/>
                  </a:lnTo>
                  <a:lnTo>
                    <a:pt x="4338643" y="2729084"/>
                  </a:lnTo>
                  <a:lnTo>
                    <a:pt x="4344080" y="2729084"/>
                  </a:lnTo>
                  <a:lnTo>
                    <a:pt x="4344080" y="2729084"/>
                  </a:lnTo>
                  <a:lnTo>
                    <a:pt x="4349517" y="2729084"/>
                  </a:lnTo>
                  <a:lnTo>
                    <a:pt x="4349517" y="2729084"/>
                  </a:lnTo>
                  <a:lnTo>
                    <a:pt x="4354954" y="2729084"/>
                  </a:lnTo>
                  <a:lnTo>
                    <a:pt x="4354954" y="2729084"/>
                  </a:lnTo>
                  <a:lnTo>
                    <a:pt x="4360391" y="2729084"/>
                  </a:lnTo>
                  <a:lnTo>
                    <a:pt x="4360391" y="2732329"/>
                  </a:lnTo>
                  <a:lnTo>
                    <a:pt x="4365828" y="2732329"/>
                  </a:lnTo>
                  <a:lnTo>
                    <a:pt x="4365828" y="2735574"/>
                  </a:lnTo>
                  <a:lnTo>
                    <a:pt x="4371265" y="2735574"/>
                  </a:lnTo>
                  <a:lnTo>
                    <a:pt x="4371265" y="2738823"/>
                  </a:lnTo>
                  <a:lnTo>
                    <a:pt x="4376702" y="2738823"/>
                  </a:lnTo>
                  <a:lnTo>
                    <a:pt x="4376702" y="2742080"/>
                  </a:lnTo>
                  <a:lnTo>
                    <a:pt x="4382139" y="2742080"/>
                  </a:lnTo>
                  <a:lnTo>
                    <a:pt x="4382139" y="2745346"/>
                  </a:lnTo>
                  <a:lnTo>
                    <a:pt x="4387576" y="2745346"/>
                  </a:lnTo>
                  <a:lnTo>
                    <a:pt x="4387576" y="2748616"/>
                  </a:lnTo>
                  <a:lnTo>
                    <a:pt x="4393012" y="2748616"/>
                  </a:lnTo>
                  <a:lnTo>
                    <a:pt x="4393012" y="2748616"/>
                  </a:lnTo>
                  <a:lnTo>
                    <a:pt x="4403886" y="2748616"/>
                  </a:lnTo>
                  <a:lnTo>
                    <a:pt x="4403886" y="2751894"/>
                  </a:lnTo>
                  <a:lnTo>
                    <a:pt x="4425634" y="2751894"/>
                  </a:lnTo>
                  <a:lnTo>
                    <a:pt x="4425634" y="2755172"/>
                  </a:lnTo>
                  <a:lnTo>
                    <a:pt x="4436508" y="2755172"/>
                  </a:lnTo>
                  <a:lnTo>
                    <a:pt x="4436508" y="2765006"/>
                  </a:lnTo>
                  <a:lnTo>
                    <a:pt x="4447381" y="2765006"/>
                  </a:lnTo>
                  <a:lnTo>
                    <a:pt x="4447381" y="2765006"/>
                  </a:lnTo>
                  <a:lnTo>
                    <a:pt x="4452818" y="2765006"/>
                  </a:lnTo>
                  <a:lnTo>
                    <a:pt x="4452818" y="2765006"/>
                  </a:lnTo>
                  <a:lnTo>
                    <a:pt x="4469129" y="2765006"/>
                  </a:lnTo>
                  <a:lnTo>
                    <a:pt x="4469129" y="2768297"/>
                  </a:lnTo>
                  <a:lnTo>
                    <a:pt x="4474566" y="2768297"/>
                  </a:lnTo>
                  <a:lnTo>
                    <a:pt x="4474566" y="2771588"/>
                  </a:lnTo>
                  <a:lnTo>
                    <a:pt x="4480003" y="2771588"/>
                  </a:lnTo>
                  <a:lnTo>
                    <a:pt x="4480003" y="2774879"/>
                  </a:lnTo>
                  <a:lnTo>
                    <a:pt x="4485440" y="2774879"/>
                  </a:lnTo>
                  <a:lnTo>
                    <a:pt x="4485440" y="2781461"/>
                  </a:lnTo>
                  <a:lnTo>
                    <a:pt x="4490877" y="2781461"/>
                  </a:lnTo>
                  <a:lnTo>
                    <a:pt x="4490877" y="2784757"/>
                  </a:lnTo>
                  <a:lnTo>
                    <a:pt x="4496313" y="2784757"/>
                  </a:lnTo>
                  <a:lnTo>
                    <a:pt x="4496313" y="2791364"/>
                  </a:lnTo>
                  <a:lnTo>
                    <a:pt x="4507187" y="2791364"/>
                  </a:lnTo>
                  <a:lnTo>
                    <a:pt x="4507187" y="2794673"/>
                  </a:lnTo>
                  <a:lnTo>
                    <a:pt x="4518061" y="2794673"/>
                  </a:lnTo>
                  <a:lnTo>
                    <a:pt x="4518061" y="2797981"/>
                  </a:lnTo>
                  <a:lnTo>
                    <a:pt x="4534372" y="2797981"/>
                  </a:lnTo>
                  <a:lnTo>
                    <a:pt x="4534372" y="2797981"/>
                  </a:lnTo>
                  <a:lnTo>
                    <a:pt x="4539809" y="2797981"/>
                  </a:lnTo>
                  <a:lnTo>
                    <a:pt x="4539809" y="2801294"/>
                  </a:lnTo>
                  <a:lnTo>
                    <a:pt x="4545246" y="2801294"/>
                  </a:lnTo>
                  <a:lnTo>
                    <a:pt x="4545246" y="2807919"/>
                  </a:lnTo>
                  <a:lnTo>
                    <a:pt x="4550682" y="2807919"/>
                  </a:lnTo>
                  <a:lnTo>
                    <a:pt x="4550682" y="2811232"/>
                  </a:lnTo>
                  <a:lnTo>
                    <a:pt x="4556119" y="2811232"/>
                  </a:lnTo>
                  <a:lnTo>
                    <a:pt x="4556119" y="2817857"/>
                  </a:lnTo>
                  <a:lnTo>
                    <a:pt x="4561556" y="2817857"/>
                  </a:lnTo>
                  <a:lnTo>
                    <a:pt x="4561556" y="2821170"/>
                  </a:lnTo>
                  <a:lnTo>
                    <a:pt x="4566993" y="2821170"/>
                  </a:lnTo>
                  <a:lnTo>
                    <a:pt x="4566993" y="2824483"/>
                  </a:lnTo>
                  <a:lnTo>
                    <a:pt x="4577867" y="2824483"/>
                  </a:lnTo>
                  <a:lnTo>
                    <a:pt x="4577867" y="2827804"/>
                  </a:lnTo>
                  <a:lnTo>
                    <a:pt x="4583304" y="2827804"/>
                  </a:lnTo>
                  <a:lnTo>
                    <a:pt x="4583304" y="2827804"/>
                  </a:lnTo>
                  <a:lnTo>
                    <a:pt x="4588741" y="2827804"/>
                  </a:lnTo>
                  <a:lnTo>
                    <a:pt x="4588741" y="2827804"/>
                  </a:lnTo>
                  <a:lnTo>
                    <a:pt x="4594178" y="2827804"/>
                  </a:lnTo>
                  <a:lnTo>
                    <a:pt x="4594178" y="2827804"/>
                  </a:lnTo>
                  <a:lnTo>
                    <a:pt x="4605051" y="2827804"/>
                  </a:lnTo>
                  <a:lnTo>
                    <a:pt x="4605051" y="2827804"/>
                  </a:lnTo>
                  <a:lnTo>
                    <a:pt x="4615925" y="2827804"/>
                  </a:lnTo>
                  <a:lnTo>
                    <a:pt x="4615925" y="2831153"/>
                  </a:lnTo>
                  <a:lnTo>
                    <a:pt x="4632236" y="2831153"/>
                  </a:lnTo>
                  <a:lnTo>
                    <a:pt x="4632236" y="2834501"/>
                  </a:lnTo>
                  <a:lnTo>
                    <a:pt x="4643110" y="2834501"/>
                  </a:lnTo>
                  <a:lnTo>
                    <a:pt x="4643110" y="2837850"/>
                  </a:lnTo>
                  <a:lnTo>
                    <a:pt x="4653983" y="2837850"/>
                  </a:lnTo>
                  <a:lnTo>
                    <a:pt x="4653983" y="2841203"/>
                  </a:lnTo>
                  <a:lnTo>
                    <a:pt x="4664857" y="2841203"/>
                  </a:lnTo>
                  <a:lnTo>
                    <a:pt x="4664857" y="2844561"/>
                  </a:lnTo>
                  <a:lnTo>
                    <a:pt x="4670294" y="2844561"/>
                  </a:lnTo>
                  <a:lnTo>
                    <a:pt x="4670294" y="2844561"/>
                  </a:lnTo>
                  <a:lnTo>
                    <a:pt x="4675731" y="2844561"/>
                  </a:lnTo>
                  <a:lnTo>
                    <a:pt x="4675731" y="2844561"/>
                  </a:lnTo>
                  <a:lnTo>
                    <a:pt x="4692042" y="2844561"/>
                  </a:lnTo>
                  <a:lnTo>
                    <a:pt x="4692042" y="2847932"/>
                  </a:lnTo>
                  <a:lnTo>
                    <a:pt x="4708352" y="2847932"/>
                  </a:lnTo>
                  <a:lnTo>
                    <a:pt x="4708352" y="2851304"/>
                  </a:lnTo>
                  <a:lnTo>
                    <a:pt x="4735537" y="2851304"/>
                  </a:lnTo>
                  <a:lnTo>
                    <a:pt x="4735537" y="2854675"/>
                  </a:lnTo>
                  <a:lnTo>
                    <a:pt x="4740974" y="2854675"/>
                  </a:lnTo>
                  <a:lnTo>
                    <a:pt x="4740974" y="2858047"/>
                  </a:lnTo>
                  <a:lnTo>
                    <a:pt x="4746411" y="2858047"/>
                  </a:lnTo>
                  <a:lnTo>
                    <a:pt x="4746411" y="2864790"/>
                  </a:lnTo>
                  <a:lnTo>
                    <a:pt x="4751848" y="2864790"/>
                  </a:lnTo>
                  <a:lnTo>
                    <a:pt x="4751848" y="2868166"/>
                  </a:lnTo>
                  <a:lnTo>
                    <a:pt x="4773595" y="2868166"/>
                  </a:lnTo>
                  <a:lnTo>
                    <a:pt x="4773595" y="2871542"/>
                  </a:lnTo>
                  <a:lnTo>
                    <a:pt x="4784469" y="2871542"/>
                  </a:lnTo>
                  <a:lnTo>
                    <a:pt x="4784469" y="2871542"/>
                  </a:lnTo>
                  <a:lnTo>
                    <a:pt x="4789906" y="2871542"/>
                  </a:lnTo>
                  <a:lnTo>
                    <a:pt x="4789906" y="2871542"/>
                  </a:lnTo>
                  <a:lnTo>
                    <a:pt x="4795343" y="2871542"/>
                  </a:lnTo>
                  <a:lnTo>
                    <a:pt x="4795343" y="2874928"/>
                  </a:lnTo>
                  <a:lnTo>
                    <a:pt x="4800780" y="2874928"/>
                  </a:lnTo>
                  <a:lnTo>
                    <a:pt x="4800780" y="2874928"/>
                  </a:lnTo>
                  <a:lnTo>
                    <a:pt x="4811654" y="2874928"/>
                  </a:lnTo>
                  <a:lnTo>
                    <a:pt x="4811654" y="2878318"/>
                  </a:lnTo>
                  <a:lnTo>
                    <a:pt x="4838838" y="2878318"/>
                  </a:lnTo>
                  <a:lnTo>
                    <a:pt x="4838838" y="2878318"/>
                  </a:lnTo>
                  <a:lnTo>
                    <a:pt x="4849712" y="2878318"/>
                  </a:lnTo>
                  <a:lnTo>
                    <a:pt x="4849712" y="2878318"/>
                  </a:lnTo>
                  <a:lnTo>
                    <a:pt x="4866022" y="2878318"/>
                  </a:lnTo>
                  <a:lnTo>
                    <a:pt x="4866022" y="2878318"/>
                  </a:lnTo>
                  <a:lnTo>
                    <a:pt x="4871459" y="2878318"/>
                  </a:lnTo>
                  <a:lnTo>
                    <a:pt x="4871459" y="2878318"/>
                  </a:lnTo>
                  <a:lnTo>
                    <a:pt x="4904081" y="2878318"/>
                  </a:lnTo>
                  <a:lnTo>
                    <a:pt x="4904081" y="2881738"/>
                  </a:lnTo>
                  <a:lnTo>
                    <a:pt x="4909518" y="2881738"/>
                  </a:lnTo>
                  <a:lnTo>
                    <a:pt x="4909518" y="2885162"/>
                  </a:lnTo>
                  <a:lnTo>
                    <a:pt x="4914955" y="2885162"/>
                  </a:lnTo>
                  <a:lnTo>
                    <a:pt x="4914955" y="2885162"/>
                  </a:lnTo>
                  <a:lnTo>
                    <a:pt x="4920391" y="2885162"/>
                  </a:lnTo>
                  <a:lnTo>
                    <a:pt x="4920391" y="2892049"/>
                  </a:lnTo>
                  <a:lnTo>
                    <a:pt x="4931265" y="2892049"/>
                  </a:lnTo>
                  <a:lnTo>
                    <a:pt x="4931265" y="2892049"/>
                  </a:lnTo>
                  <a:lnTo>
                    <a:pt x="4936702" y="2892049"/>
                  </a:lnTo>
                  <a:lnTo>
                    <a:pt x="4936702" y="2895497"/>
                  </a:lnTo>
                  <a:lnTo>
                    <a:pt x="4947576" y="2895497"/>
                  </a:lnTo>
                  <a:lnTo>
                    <a:pt x="4947576" y="2895497"/>
                  </a:lnTo>
                  <a:lnTo>
                    <a:pt x="4969324" y="2895497"/>
                  </a:lnTo>
                  <a:lnTo>
                    <a:pt x="4969324" y="2905887"/>
                  </a:lnTo>
                  <a:lnTo>
                    <a:pt x="4980197" y="2905887"/>
                  </a:lnTo>
                  <a:lnTo>
                    <a:pt x="4980197" y="2909355"/>
                  </a:lnTo>
                  <a:lnTo>
                    <a:pt x="4991071" y="2909355"/>
                  </a:lnTo>
                  <a:lnTo>
                    <a:pt x="4991071" y="2912834"/>
                  </a:lnTo>
                  <a:lnTo>
                    <a:pt x="5007382" y="2912834"/>
                  </a:lnTo>
                  <a:lnTo>
                    <a:pt x="5007382" y="2912834"/>
                  </a:lnTo>
                  <a:lnTo>
                    <a:pt x="5012819" y="2912834"/>
                  </a:lnTo>
                  <a:lnTo>
                    <a:pt x="5012819" y="2912834"/>
                  </a:lnTo>
                  <a:lnTo>
                    <a:pt x="5023693" y="2912834"/>
                  </a:lnTo>
                  <a:lnTo>
                    <a:pt x="5023693" y="2912834"/>
                  </a:lnTo>
                  <a:lnTo>
                    <a:pt x="5029129" y="2912834"/>
                  </a:lnTo>
                  <a:lnTo>
                    <a:pt x="5029129" y="2912834"/>
                  </a:lnTo>
                  <a:lnTo>
                    <a:pt x="5034566" y="2912834"/>
                  </a:lnTo>
                  <a:lnTo>
                    <a:pt x="5034566" y="2919852"/>
                  </a:lnTo>
                  <a:lnTo>
                    <a:pt x="5040003" y="2919852"/>
                  </a:lnTo>
                  <a:lnTo>
                    <a:pt x="5040003" y="2923361"/>
                  </a:lnTo>
                  <a:lnTo>
                    <a:pt x="5056314" y="2923361"/>
                  </a:lnTo>
                  <a:lnTo>
                    <a:pt x="5056314" y="2923361"/>
                  </a:lnTo>
                  <a:lnTo>
                    <a:pt x="5061751" y="2923361"/>
                  </a:lnTo>
                  <a:lnTo>
                    <a:pt x="5061751" y="2923361"/>
                  </a:lnTo>
                  <a:lnTo>
                    <a:pt x="5072625" y="2923361"/>
                  </a:lnTo>
                  <a:lnTo>
                    <a:pt x="5072625" y="2926881"/>
                  </a:lnTo>
                  <a:lnTo>
                    <a:pt x="5094372" y="2926881"/>
                  </a:lnTo>
                  <a:lnTo>
                    <a:pt x="5094372" y="2926881"/>
                  </a:lnTo>
                  <a:lnTo>
                    <a:pt x="5099809" y="2926881"/>
                  </a:lnTo>
                  <a:lnTo>
                    <a:pt x="5099809" y="2926881"/>
                  </a:lnTo>
                  <a:lnTo>
                    <a:pt x="5121557" y="2926881"/>
                  </a:lnTo>
                  <a:lnTo>
                    <a:pt x="5121557" y="2937487"/>
                  </a:lnTo>
                  <a:lnTo>
                    <a:pt x="5137867" y="2937487"/>
                  </a:lnTo>
                  <a:lnTo>
                    <a:pt x="5137867" y="2937487"/>
                  </a:lnTo>
                  <a:lnTo>
                    <a:pt x="5159615" y="2937487"/>
                  </a:lnTo>
                  <a:lnTo>
                    <a:pt x="5159615" y="2944568"/>
                  </a:lnTo>
                  <a:lnTo>
                    <a:pt x="5165052" y="2944568"/>
                  </a:lnTo>
                  <a:lnTo>
                    <a:pt x="5165052" y="2948108"/>
                  </a:lnTo>
                  <a:lnTo>
                    <a:pt x="5175926" y="2948108"/>
                  </a:lnTo>
                  <a:lnTo>
                    <a:pt x="5175926" y="2951649"/>
                  </a:lnTo>
                  <a:lnTo>
                    <a:pt x="5181363" y="2951649"/>
                  </a:lnTo>
                  <a:lnTo>
                    <a:pt x="5181363" y="2951649"/>
                  </a:lnTo>
                  <a:lnTo>
                    <a:pt x="5192236" y="2951649"/>
                  </a:lnTo>
                  <a:lnTo>
                    <a:pt x="5192236" y="2958741"/>
                  </a:lnTo>
                  <a:lnTo>
                    <a:pt x="5197673" y="2958741"/>
                  </a:lnTo>
                  <a:lnTo>
                    <a:pt x="5197673" y="2958741"/>
                  </a:lnTo>
                  <a:lnTo>
                    <a:pt x="5208547" y="2958741"/>
                  </a:lnTo>
                  <a:lnTo>
                    <a:pt x="5208547" y="2958741"/>
                  </a:lnTo>
                  <a:lnTo>
                    <a:pt x="5213984" y="2958741"/>
                  </a:lnTo>
                  <a:lnTo>
                    <a:pt x="5213984" y="2965865"/>
                  </a:lnTo>
                  <a:lnTo>
                    <a:pt x="5219421" y="2965865"/>
                  </a:lnTo>
                  <a:lnTo>
                    <a:pt x="5219421" y="2965865"/>
                  </a:lnTo>
                  <a:lnTo>
                    <a:pt x="5230295" y="2965865"/>
                  </a:lnTo>
                  <a:lnTo>
                    <a:pt x="5230295" y="2973011"/>
                  </a:lnTo>
                  <a:lnTo>
                    <a:pt x="5235731" y="2973011"/>
                  </a:lnTo>
                  <a:lnTo>
                    <a:pt x="5235731" y="2976584"/>
                  </a:lnTo>
                  <a:lnTo>
                    <a:pt x="5241168" y="2976584"/>
                  </a:lnTo>
                  <a:lnTo>
                    <a:pt x="5241168" y="2976584"/>
                  </a:lnTo>
                  <a:lnTo>
                    <a:pt x="5246605" y="2976584"/>
                  </a:lnTo>
                  <a:lnTo>
                    <a:pt x="5246605" y="2980163"/>
                  </a:lnTo>
                  <a:lnTo>
                    <a:pt x="5262916" y="2980163"/>
                  </a:lnTo>
                  <a:lnTo>
                    <a:pt x="5262916" y="2983741"/>
                  </a:lnTo>
                  <a:lnTo>
                    <a:pt x="5268353" y="2983741"/>
                  </a:lnTo>
                  <a:lnTo>
                    <a:pt x="5268353" y="2990909"/>
                  </a:lnTo>
                  <a:lnTo>
                    <a:pt x="5273790" y="2990909"/>
                  </a:lnTo>
                  <a:lnTo>
                    <a:pt x="5273790" y="2990909"/>
                  </a:lnTo>
                  <a:lnTo>
                    <a:pt x="5284664" y="2990909"/>
                  </a:lnTo>
                  <a:lnTo>
                    <a:pt x="5284664" y="2990909"/>
                  </a:lnTo>
                  <a:lnTo>
                    <a:pt x="5311848" y="2990909"/>
                  </a:lnTo>
                  <a:lnTo>
                    <a:pt x="5311848" y="2994510"/>
                  </a:lnTo>
                  <a:lnTo>
                    <a:pt x="5333596" y="2994510"/>
                  </a:lnTo>
                  <a:lnTo>
                    <a:pt x="5333596" y="2998111"/>
                  </a:lnTo>
                  <a:lnTo>
                    <a:pt x="5344469" y="2998111"/>
                  </a:lnTo>
                  <a:lnTo>
                    <a:pt x="5344469" y="2998111"/>
                  </a:lnTo>
                  <a:lnTo>
                    <a:pt x="5360780" y="2998111"/>
                  </a:lnTo>
                  <a:lnTo>
                    <a:pt x="5360780" y="3001718"/>
                  </a:lnTo>
                  <a:lnTo>
                    <a:pt x="5366217" y="3001718"/>
                  </a:lnTo>
                  <a:lnTo>
                    <a:pt x="5366217" y="3001718"/>
                  </a:lnTo>
                  <a:lnTo>
                    <a:pt x="5377091" y="3001718"/>
                  </a:lnTo>
                  <a:lnTo>
                    <a:pt x="5377091" y="3005330"/>
                  </a:lnTo>
                  <a:lnTo>
                    <a:pt x="5404275" y="3005330"/>
                  </a:lnTo>
                  <a:lnTo>
                    <a:pt x="5404275" y="3008942"/>
                  </a:lnTo>
                  <a:lnTo>
                    <a:pt x="5409712" y="3008942"/>
                  </a:lnTo>
                  <a:lnTo>
                    <a:pt x="5409712" y="3012560"/>
                  </a:lnTo>
                  <a:lnTo>
                    <a:pt x="5420586" y="3012560"/>
                  </a:lnTo>
                  <a:lnTo>
                    <a:pt x="5420586" y="3016183"/>
                  </a:lnTo>
                  <a:lnTo>
                    <a:pt x="5431460" y="3016183"/>
                  </a:lnTo>
                  <a:lnTo>
                    <a:pt x="5431460" y="3019807"/>
                  </a:lnTo>
                  <a:lnTo>
                    <a:pt x="5442334" y="3019807"/>
                  </a:lnTo>
                  <a:lnTo>
                    <a:pt x="5442334" y="3023431"/>
                  </a:lnTo>
                  <a:lnTo>
                    <a:pt x="5464081" y="3023431"/>
                  </a:lnTo>
                  <a:lnTo>
                    <a:pt x="5464081" y="3027060"/>
                  </a:lnTo>
                  <a:lnTo>
                    <a:pt x="5480392" y="3027060"/>
                  </a:lnTo>
                  <a:lnTo>
                    <a:pt x="5480392" y="3034330"/>
                  </a:lnTo>
                  <a:lnTo>
                    <a:pt x="5491266" y="3034330"/>
                  </a:lnTo>
                  <a:lnTo>
                    <a:pt x="5491266" y="3037965"/>
                  </a:lnTo>
                  <a:lnTo>
                    <a:pt x="5496703" y="3037965"/>
                  </a:lnTo>
                  <a:lnTo>
                    <a:pt x="5496703" y="3037965"/>
                  </a:lnTo>
                  <a:lnTo>
                    <a:pt x="5502139" y="3037965"/>
                  </a:lnTo>
                  <a:lnTo>
                    <a:pt x="5502139" y="3037965"/>
                  </a:lnTo>
                  <a:lnTo>
                    <a:pt x="5507576" y="3037965"/>
                  </a:lnTo>
                  <a:lnTo>
                    <a:pt x="5507576" y="3041612"/>
                  </a:lnTo>
                  <a:lnTo>
                    <a:pt x="5518450" y="3041612"/>
                  </a:lnTo>
                  <a:lnTo>
                    <a:pt x="5518450" y="3041612"/>
                  </a:lnTo>
                  <a:lnTo>
                    <a:pt x="5545635" y="3041612"/>
                  </a:lnTo>
                  <a:lnTo>
                    <a:pt x="5545635" y="3041612"/>
                  </a:lnTo>
                  <a:lnTo>
                    <a:pt x="5551072" y="3041612"/>
                  </a:lnTo>
                  <a:lnTo>
                    <a:pt x="5551072" y="3045271"/>
                  </a:lnTo>
                  <a:lnTo>
                    <a:pt x="5556508" y="3045271"/>
                  </a:lnTo>
                  <a:lnTo>
                    <a:pt x="5556508" y="3056247"/>
                  </a:lnTo>
                  <a:lnTo>
                    <a:pt x="5561945" y="3056247"/>
                  </a:lnTo>
                  <a:lnTo>
                    <a:pt x="5561945" y="3056247"/>
                  </a:lnTo>
                  <a:lnTo>
                    <a:pt x="5578256" y="3056247"/>
                  </a:lnTo>
                  <a:lnTo>
                    <a:pt x="5578256" y="3059912"/>
                  </a:lnTo>
                  <a:lnTo>
                    <a:pt x="5583693" y="3059912"/>
                  </a:lnTo>
                  <a:lnTo>
                    <a:pt x="5583693" y="3063577"/>
                  </a:lnTo>
                  <a:lnTo>
                    <a:pt x="5589130" y="3063577"/>
                  </a:lnTo>
                  <a:lnTo>
                    <a:pt x="5589130" y="3063577"/>
                  </a:lnTo>
                  <a:lnTo>
                    <a:pt x="5594567" y="3063577"/>
                  </a:lnTo>
                  <a:lnTo>
                    <a:pt x="5594567" y="3063577"/>
                  </a:lnTo>
                  <a:lnTo>
                    <a:pt x="5605440" y="3063577"/>
                  </a:lnTo>
                  <a:lnTo>
                    <a:pt x="5605440" y="3063577"/>
                  </a:lnTo>
                  <a:lnTo>
                    <a:pt x="5627188" y="3063577"/>
                  </a:lnTo>
                  <a:lnTo>
                    <a:pt x="5627188" y="3063577"/>
                  </a:lnTo>
                  <a:lnTo>
                    <a:pt x="5632625" y="3063577"/>
                  </a:lnTo>
                  <a:lnTo>
                    <a:pt x="5632625" y="3070967"/>
                  </a:lnTo>
                  <a:lnTo>
                    <a:pt x="5648936" y="3070967"/>
                  </a:lnTo>
                  <a:lnTo>
                    <a:pt x="5648936" y="3078357"/>
                  </a:lnTo>
                  <a:lnTo>
                    <a:pt x="5670683" y="3078357"/>
                  </a:lnTo>
                  <a:lnTo>
                    <a:pt x="5670683" y="3078357"/>
                  </a:lnTo>
                  <a:lnTo>
                    <a:pt x="5692431" y="3078357"/>
                  </a:lnTo>
                  <a:lnTo>
                    <a:pt x="5692431" y="3078357"/>
                  </a:lnTo>
                  <a:lnTo>
                    <a:pt x="5703305" y="3078357"/>
                  </a:lnTo>
                  <a:lnTo>
                    <a:pt x="5703305" y="3078357"/>
                  </a:lnTo>
                  <a:lnTo>
                    <a:pt x="5714178" y="3078357"/>
                  </a:lnTo>
                  <a:lnTo>
                    <a:pt x="5714178" y="3085809"/>
                  </a:lnTo>
                  <a:lnTo>
                    <a:pt x="5719615" y="3085809"/>
                  </a:lnTo>
                  <a:lnTo>
                    <a:pt x="5719615" y="3085809"/>
                  </a:lnTo>
                  <a:lnTo>
                    <a:pt x="5725052" y="3085809"/>
                  </a:lnTo>
                  <a:lnTo>
                    <a:pt x="5725052" y="3089541"/>
                  </a:lnTo>
                  <a:lnTo>
                    <a:pt x="5741363" y="3089541"/>
                  </a:lnTo>
                  <a:lnTo>
                    <a:pt x="5741363" y="3089541"/>
                  </a:lnTo>
                  <a:lnTo>
                    <a:pt x="5746800" y="3089541"/>
                  </a:lnTo>
                  <a:lnTo>
                    <a:pt x="5746800" y="3089541"/>
                  </a:lnTo>
                  <a:lnTo>
                    <a:pt x="5768547" y="3089541"/>
                  </a:lnTo>
                  <a:lnTo>
                    <a:pt x="5768547" y="3089541"/>
                  </a:lnTo>
                  <a:lnTo>
                    <a:pt x="5784858" y="3089541"/>
                  </a:lnTo>
                  <a:lnTo>
                    <a:pt x="5784858" y="3089541"/>
                  </a:lnTo>
                  <a:lnTo>
                    <a:pt x="5790295" y="3089541"/>
                  </a:lnTo>
                  <a:lnTo>
                    <a:pt x="5790295" y="3089541"/>
                  </a:lnTo>
                  <a:lnTo>
                    <a:pt x="5806606" y="3089541"/>
                  </a:lnTo>
                  <a:lnTo>
                    <a:pt x="5806606" y="3089541"/>
                  </a:lnTo>
                  <a:lnTo>
                    <a:pt x="5812043" y="3089541"/>
                  </a:lnTo>
                  <a:lnTo>
                    <a:pt x="5812043" y="3093337"/>
                  </a:lnTo>
                  <a:lnTo>
                    <a:pt x="5817479" y="3093337"/>
                  </a:lnTo>
                  <a:lnTo>
                    <a:pt x="5817479" y="3097147"/>
                  </a:lnTo>
                  <a:lnTo>
                    <a:pt x="5822916" y="3097147"/>
                  </a:lnTo>
                  <a:lnTo>
                    <a:pt x="5822916" y="3100957"/>
                  </a:lnTo>
                  <a:lnTo>
                    <a:pt x="5833790" y="3100957"/>
                  </a:lnTo>
                  <a:lnTo>
                    <a:pt x="5833790" y="3104766"/>
                  </a:lnTo>
                  <a:lnTo>
                    <a:pt x="5850101" y="3104766"/>
                  </a:lnTo>
                  <a:lnTo>
                    <a:pt x="5850101" y="3104766"/>
                  </a:lnTo>
                  <a:lnTo>
                    <a:pt x="5860975" y="3104766"/>
                  </a:lnTo>
                  <a:lnTo>
                    <a:pt x="5860975" y="3104766"/>
                  </a:lnTo>
                  <a:lnTo>
                    <a:pt x="5871848" y="3104766"/>
                  </a:lnTo>
                  <a:lnTo>
                    <a:pt x="5871848" y="3108589"/>
                  </a:lnTo>
                  <a:lnTo>
                    <a:pt x="5899033" y="3108589"/>
                  </a:lnTo>
                  <a:lnTo>
                    <a:pt x="5899033" y="3112412"/>
                  </a:lnTo>
                  <a:lnTo>
                    <a:pt x="5909907" y="3112412"/>
                  </a:lnTo>
                  <a:lnTo>
                    <a:pt x="5909907" y="3116234"/>
                  </a:lnTo>
                  <a:lnTo>
                    <a:pt x="5915344" y="3116234"/>
                  </a:lnTo>
                  <a:lnTo>
                    <a:pt x="5915344" y="3120057"/>
                  </a:lnTo>
                  <a:lnTo>
                    <a:pt x="5931654" y="3120057"/>
                  </a:lnTo>
                  <a:lnTo>
                    <a:pt x="5931654" y="3120057"/>
                  </a:lnTo>
                  <a:lnTo>
                    <a:pt x="5937091" y="3120057"/>
                  </a:lnTo>
                  <a:lnTo>
                    <a:pt x="5937091" y="3123887"/>
                  </a:lnTo>
                  <a:lnTo>
                    <a:pt x="5958839" y="3123887"/>
                  </a:lnTo>
                  <a:lnTo>
                    <a:pt x="5958839" y="3127730"/>
                  </a:lnTo>
                  <a:lnTo>
                    <a:pt x="5975150" y="3127730"/>
                  </a:lnTo>
                  <a:lnTo>
                    <a:pt x="5975150" y="3127730"/>
                  </a:lnTo>
                  <a:lnTo>
                    <a:pt x="5980586" y="3127730"/>
                  </a:lnTo>
                  <a:lnTo>
                    <a:pt x="5980586" y="3127730"/>
                  </a:lnTo>
                  <a:lnTo>
                    <a:pt x="6007771" y="3127730"/>
                  </a:lnTo>
                  <a:lnTo>
                    <a:pt x="6007771" y="3131593"/>
                  </a:lnTo>
                  <a:lnTo>
                    <a:pt x="6013208" y="3131593"/>
                  </a:lnTo>
                  <a:lnTo>
                    <a:pt x="6013208" y="3131593"/>
                  </a:lnTo>
                  <a:lnTo>
                    <a:pt x="6024082" y="3131593"/>
                  </a:lnTo>
                  <a:lnTo>
                    <a:pt x="6024082" y="3135471"/>
                  </a:lnTo>
                  <a:lnTo>
                    <a:pt x="6029518" y="3135471"/>
                  </a:lnTo>
                  <a:lnTo>
                    <a:pt x="6029518" y="3135471"/>
                  </a:lnTo>
                  <a:lnTo>
                    <a:pt x="6034955" y="3135471"/>
                  </a:lnTo>
                  <a:lnTo>
                    <a:pt x="6034955" y="3135471"/>
                  </a:lnTo>
                  <a:lnTo>
                    <a:pt x="6045829" y="3135471"/>
                  </a:lnTo>
                  <a:lnTo>
                    <a:pt x="6045829" y="3135471"/>
                  </a:lnTo>
                  <a:lnTo>
                    <a:pt x="6051266" y="3135471"/>
                  </a:lnTo>
                  <a:lnTo>
                    <a:pt x="6051266" y="3139369"/>
                  </a:lnTo>
                  <a:lnTo>
                    <a:pt x="6067577" y="3139369"/>
                  </a:lnTo>
                  <a:lnTo>
                    <a:pt x="6067577" y="3139369"/>
                  </a:lnTo>
                  <a:lnTo>
                    <a:pt x="6073014" y="3139369"/>
                  </a:lnTo>
                  <a:lnTo>
                    <a:pt x="6073014" y="3139369"/>
                  </a:lnTo>
                  <a:lnTo>
                    <a:pt x="6083887" y="3139369"/>
                  </a:lnTo>
                  <a:lnTo>
                    <a:pt x="6083887" y="3139369"/>
                  </a:lnTo>
                  <a:lnTo>
                    <a:pt x="6094761" y="3139369"/>
                  </a:lnTo>
                  <a:lnTo>
                    <a:pt x="6094761" y="3143296"/>
                  </a:lnTo>
                  <a:lnTo>
                    <a:pt x="6116509" y="3143296"/>
                  </a:lnTo>
                  <a:lnTo>
                    <a:pt x="6116509" y="3143296"/>
                  </a:lnTo>
                  <a:lnTo>
                    <a:pt x="6121946" y="3143296"/>
                  </a:lnTo>
                  <a:lnTo>
                    <a:pt x="6121946" y="3143296"/>
                  </a:lnTo>
                  <a:lnTo>
                    <a:pt x="6138256" y="3143296"/>
                  </a:lnTo>
                  <a:lnTo>
                    <a:pt x="6138256" y="3143296"/>
                  </a:lnTo>
                  <a:lnTo>
                    <a:pt x="6149130" y="3143296"/>
                  </a:lnTo>
                  <a:lnTo>
                    <a:pt x="6149130" y="3143296"/>
                  </a:lnTo>
                  <a:lnTo>
                    <a:pt x="6154567" y="3143296"/>
                  </a:lnTo>
                  <a:lnTo>
                    <a:pt x="6154567" y="3147259"/>
                  </a:lnTo>
                  <a:lnTo>
                    <a:pt x="6160004" y="3147259"/>
                  </a:lnTo>
                  <a:lnTo>
                    <a:pt x="6160004" y="3147259"/>
                  </a:lnTo>
                  <a:lnTo>
                    <a:pt x="6203499" y="3147259"/>
                  </a:lnTo>
                  <a:lnTo>
                    <a:pt x="6203499" y="3147259"/>
                  </a:lnTo>
                  <a:lnTo>
                    <a:pt x="6219810" y="3147259"/>
                  </a:lnTo>
                  <a:lnTo>
                    <a:pt x="6219810" y="3151251"/>
                  </a:lnTo>
                  <a:lnTo>
                    <a:pt x="6246994" y="3151251"/>
                  </a:lnTo>
                  <a:lnTo>
                    <a:pt x="6246994" y="3151251"/>
                  </a:lnTo>
                  <a:lnTo>
                    <a:pt x="6257868" y="3151251"/>
                  </a:lnTo>
                  <a:lnTo>
                    <a:pt x="6257868" y="3151251"/>
                  </a:lnTo>
                  <a:lnTo>
                    <a:pt x="6268742" y="3151251"/>
                  </a:lnTo>
                  <a:lnTo>
                    <a:pt x="6268742" y="3151251"/>
                  </a:lnTo>
                  <a:lnTo>
                    <a:pt x="6279616" y="3151251"/>
                  </a:lnTo>
                  <a:lnTo>
                    <a:pt x="6279616" y="3151251"/>
                  </a:lnTo>
                  <a:lnTo>
                    <a:pt x="6290490" y="3151251"/>
                  </a:lnTo>
                  <a:lnTo>
                    <a:pt x="6290490" y="3151251"/>
                  </a:lnTo>
                  <a:lnTo>
                    <a:pt x="6317674" y="3151251"/>
                  </a:lnTo>
                  <a:lnTo>
                    <a:pt x="6317674" y="3155280"/>
                  </a:lnTo>
                  <a:lnTo>
                    <a:pt x="6333985" y="3155280"/>
                  </a:lnTo>
                  <a:lnTo>
                    <a:pt x="6333985" y="3155280"/>
                  </a:lnTo>
                  <a:lnTo>
                    <a:pt x="6339422" y="3155280"/>
                  </a:lnTo>
                  <a:lnTo>
                    <a:pt x="6339422" y="3159318"/>
                  </a:lnTo>
                  <a:lnTo>
                    <a:pt x="6350295" y="3159318"/>
                  </a:lnTo>
                  <a:lnTo>
                    <a:pt x="6350295" y="3167392"/>
                  </a:lnTo>
                  <a:lnTo>
                    <a:pt x="6355732" y="3167392"/>
                  </a:lnTo>
                  <a:lnTo>
                    <a:pt x="6355732" y="3167392"/>
                  </a:lnTo>
                  <a:lnTo>
                    <a:pt x="6361169" y="3167392"/>
                  </a:lnTo>
                  <a:lnTo>
                    <a:pt x="6361169" y="3171452"/>
                  </a:lnTo>
                  <a:lnTo>
                    <a:pt x="6366606" y="3171452"/>
                  </a:lnTo>
                  <a:lnTo>
                    <a:pt x="6366606" y="3175513"/>
                  </a:lnTo>
                  <a:lnTo>
                    <a:pt x="6372043" y="3175513"/>
                  </a:lnTo>
                  <a:lnTo>
                    <a:pt x="6372043" y="3179573"/>
                  </a:lnTo>
                  <a:lnTo>
                    <a:pt x="6393791" y="3179573"/>
                  </a:lnTo>
                  <a:lnTo>
                    <a:pt x="6393791" y="3183641"/>
                  </a:lnTo>
                  <a:lnTo>
                    <a:pt x="6404664" y="3183641"/>
                  </a:lnTo>
                  <a:lnTo>
                    <a:pt x="6404664" y="3187709"/>
                  </a:lnTo>
                  <a:lnTo>
                    <a:pt x="6415538" y="3187709"/>
                  </a:lnTo>
                  <a:lnTo>
                    <a:pt x="6415538" y="3191785"/>
                  </a:lnTo>
                  <a:lnTo>
                    <a:pt x="6431849" y="3191785"/>
                  </a:lnTo>
                  <a:lnTo>
                    <a:pt x="6431849" y="3195861"/>
                  </a:lnTo>
                  <a:lnTo>
                    <a:pt x="6453596" y="3195861"/>
                  </a:lnTo>
                  <a:lnTo>
                    <a:pt x="6453596" y="3204013"/>
                  </a:lnTo>
                  <a:lnTo>
                    <a:pt x="6459033" y="3204013"/>
                  </a:lnTo>
                  <a:lnTo>
                    <a:pt x="6459033" y="3204013"/>
                  </a:lnTo>
                  <a:lnTo>
                    <a:pt x="6480781" y="3204013"/>
                  </a:lnTo>
                  <a:lnTo>
                    <a:pt x="6480781" y="3204013"/>
                  </a:lnTo>
                  <a:lnTo>
                    <a:pt x="6486218" y="3204013"/>
                  </a:lnTo>
                  <a:lnTo>
                    <a:pt x="6486218" y="3208105"/>
                  </a:lnTo>
                  <a:lnTo>
                    <a:pt x="6491655" y="3208105"/>
                  </a:lnTo>
                  <a:lnTo>
                    <a:pt x="6491655" y="3216289"/>
                  </a:lnTo>
                  <a:lnTo>
                    <a:pt x="6497092" y="3216289"/>
                  </a:lnTo>
                  <a:lnTo>
                    <a:pt x="6497092" y="3216289"/>
                  </a:lnTo>
                  <a:lnTo>
                    <a:pt x="6502529" y="3216289"/>
                  </a:lnTo>
                  <a:lnTo>
                    <a:pt x="6502529" y="3220389"/>
                  </a:lnTo>
                  <a:lnTo>
                    <a:pt x="6518839" y="3220389"/>
                  </a:lnTo>
                  <a:lnTo>
                    <a:pt x="6518839" y="3224489"/>
                  </a:lnTo>
                  <a:lnTo>
                    <a:pt x="6524276" y="3224489"/>
                  </a:lnTo>
                  <a:lnTo>
                    <a:pt x="6524276" y="3228589"/>
                  </a:lnTo>
                  <a:lnTo>
                    <a:pt x="6535150" y="3228589"/>
                  </a:lnTo>
                  <a:lnTo>
                    <a:pt x="6535150" y="3232688"/>
                  </a:lnTo>
                  <a:lnTo>
                    <a:pt x="6546024" y="3232688"/>
                  </a:lnTo>
                  <a:lnTo>
                    <a:pt x="6546024" y="3232688"/>
                  </a:lnTo>
                  <a:lnTo>
                    <a:pt x="6551461" y="3232688"/>
                  </a:lnTo>
                  <a:lnTo>
                    <a:pt x="6551461" y="3232688"/>
                  </a:lnTo>
                  <a:lnTo>
                    <a:pt x="6562334" y="3232688"/>
                  </a:lnTo>
                  <a:lnTo>
                    <a:pt x="6562334" y="3232688"/>
                  </a:lnTo>
                  <a:lnTo>
                    <a:pt x="6578645" y="3232688"/>
                  </a:lnTo>
                  <a:lnTo>
                    <a:pt x="6578645" y="3232688"/>
                  </a:lnTo>
                  <a:lnTo>
                    <a:pt x="6584082" y="3232688"/>
                  </a:lnTo>
                  <a:lnTo>
                    <a:pt x="6584082" y="3236829"/>
                  </a:lnTo>
                  <a:lnTo>
                    <a:pt x="6589519" y="3236829"/>
                  </a:lnTo>
                  <a:lnTo>
                    <a:pt x="6589519" y="3236829"/>
                  </a:lnTo>
                  <a:lnTo>
                    <a:pt x="6594956" y="3236829"/>
                  </a:lnTo>
                  <a:lnTo>
                    <a:pt x="6594956" y="3236829"/>
                  </a:lnTo>
                  <a:lnTo>
                    <a:pt x="6600393" y="3236829"/>
                  </a:lnTo>
                  <a:lnTo>
                    <a:pt x="6600393" y="3236829"/>
                  </a:lnTo>
                  <a:lnTo>
                    <a:pt x="6611266" y="3236829"/>
                  </a:lnTo>
                  <a:lnTo>
                    <a:pt x="6611266" y="3236829"/>
                  </a:lnTo>
                  <a:lnTo>
                    <a:pt x="6627577" y="3236829"/>
                  </a:lnTo>
                  <a:lnTo>
                    <a:pt x="6627577" y="3241021"/>
                  </a:lnTo>
                  <a:lnTo>
                    <a:pt x="6633014" y="3241021"/>
                  </a:lnTo>
                  <a:lnTo>
                    <a:pt x="6633014" y="3241021"/>
                  </a:lnTo>
                  <a:lnTo>
                    <a:pt x="6638451" y="3241021"/>
                  </a:lnTo>
                  <a:lnTo>
                    <a:pt x="6638451" y="3241021"/>
                  </a:lnTo>
                  <a:lnTo>
                    <a:pt x="6660199" y="3241021"/>
                  </a:lnTo>
                  <a:lnTo>
                    <a:pt x="6660199" y="3241021"/>
                  </a:lnTo>
                  <a:lnTo>
                    <a:pt x="6671072" y="3241021"/>
                  </a:lnTo>
                  <a:lnTo>
                    <a:pt x="6671072" y="3245247"/>
                  </a:lnTo>
                  <a:lnTo>
                    <a:pt x="6692820" y="3245247"/>
                  </a:lnTo>
                  <a:lnTo>
                    <a:pt x="6692820" y="3245247"/>
                  </a:lnTo>
                  <a:lnTo>
                    <a:pt x="6698257" y="3245247"/>
                  </a:lnTo>
                  <a:lnTo>
                    <a:pt x="6698257" y="3245247"/>
                  </a:lnTo>
                  <a:lnTo>
                    <a:pt x="6714568" y="3245247"/>
                  </a:lnTo>
                  <a:lnTo>
                    <a:pt x="6714568" y="3245247"/>
                  </a:lnTo>
                  <a:lnTo>
                    <a:pt x="6720004" y="3245247"/>
                  </a:lnTo>
                  <a:lnTo>
                    <a:pt x="6720004" y="3245247"/>
                  </a:lnTo>
                  <a:lnTo>
                    <a:pt x="6736315" y="3245247"/>
                  </a:lnTo>
                  <a:lnTo>
                    <a:pt x="6736315" y="3249517"/>
                  </a:lnTo>
                  <a:lnTo>
                    <a:pt x="6741752" y="3249517"/>
                  </a:lnTo>
                  <a:lnTo>
                    <a:pt x="6741752" y="3253787"/>
                  </a:lnTo>
                  <a:lnTo>
                    <a:pt x="6752626" y="3253787"/>
                  </a:lnTo>
                  <a:lnTo>
                    <a:pt x="6752626" y="3253787"/>
                  </a:lnTo>
                  <a:lnTo>
                    <a:pt x="6758063" y="3253787"/>
                  </a:lnTo>
                  <a:lnTo>
                    <a:pt x="6758063" y="3258065"/>
                  </a:lnTo>
                  <a:lnTo>
                    <a:pt x="6774373" y="3258065"/>
                  </a:lnTo>
                  <a:lnTo>
                    <a:pt x="6774373" y="3262344"/>
                  </a:lnTo>
                  <a:lnTo>
                    <a:pt x="6790684" y="3262344"/>
                  </a:lnTo>
                  <a:lnTo>
                    <a:pt x="6790684" y="3266641"/>
                  </a:lnTo>
                  <a:lnTo>
                    <a:pt x="6801558" y="3266641"/>
                  </a:lnTo>
                  <a:lnTo>
                    <a:pt x="6801558" y="3270938"/>
                  </a:lnTo>
                  <a:lnTo>
                    <a:pt x="6812432" y="3270938"/>
                  </a:lnTo>
                  <a:lnTo>
                    <a:pt x="6812432" y="3270938"/>
                  </a:lnTo>
                  <a:lnTo>
                    <a:pt x="6828742" y="3270938"/>
                  </a:lnTo>
                  <a:lnTo>
                    <a:pt x="6828742" y="3270938"/>
                  </a:lnTo>
                  <a:lnTo>
                    <a:pt x="6839616" y="3270938"/>
                  </a:lnTo>
                  <a:lnTo>
                    <a:pt x="6839616" y="3270938"/>
                  </a:lnTo>
                  <a:lnTo>
                    <a:pt x="6861364" y="3270938"/>
                  </a:lnTo>
                  <a:lnTo>
                    <a:pt x="6861364" y="3270938"/>
                  </a:lnTo>
                  <a:lnTo>
                    <a:pt x="6921170" y="3270938"/>
                  </a:lnTo>
                  <a:lnTo>
                    <a:pt x="6921170" y="3275281"/>
                  </a:lnTo>
                  <a:lnTo>
                    <a:pt x="6932043" y="3275281"/>
                  </a:lnTo>
                  <a:lnTo>
                    <a:pt x="6932043" y="3275281"/>
                  </a:lnTo>
                  <a:lnTo>
                    <a:pt x="6937480" y="3275281"/>
                  </a:lnTo>
                  <a:lnTo>
                    <a:pt x="6937480" y="3279642"/>
                  </a:lnTo>
                  <a:lnTo>
                    <a:pt x="6953791" y="3279642"/>
                  </a:lnTo>
                  <a:lnTo>
                    <a:pt x="6953791" y="3279642"/>
                  </a:lnTo>
                  <a:lnTo>
                    <a:pt x="6959228" y="3279642"/>
                  </a:lnTo>
                  <a:lnTo>
                    <a:pt x="6959228" y="3284023"/>
                  </a:lnTo>
                  <a:lnTo>
                    <a:pt x="6964665" y="3284023"/>
                  </a:lnTo>
                  <a:lnTo>
                    <a:pt x="6964665" y="3284023"/>
                  </a:lnTo>
                  <a:lnTo>
                    <a:pt x="6970102" y="3284023"/>
                  </a:lnTo>
                  <a:lnTo>
                    <a:pt x="6970102" y="3284023"/>
                  </a:lnTo>
                  <a:lnTo>
                    <a:pt x="6975539" y="3284023"/>
                  </a:lnTo>
                  <a:lnTo>
                    <a:pt x="6975539" y="3288452"/>
                  </a:lnTo>
                  <a:lnTo>
                    <a:pt x="6980975" y="3288452"/>
                  </a:lnTo>
                  <a:lnTo>
                    <a:pt x="6980975" y="3292880"/>
                  </a:lnTo>
                  <a:lnTo>
                    <a:pt x="6986412" y="3292880"/>
                  </a:lnTo>
                  <a:lnTo>
                    <a:pt x="6986412" y="3297319"/>
                  </a:lnTo>
                  <a:lnTo>
                    <a:pt x="6997286" y="3297319"/>
                  </a:lnTo>
                  <a:lnTo>
                    <a:pt x="6997286" y="3297319"/>
                  </a:lnTo>
                  <a:lnTo>
                    <a:pt x="7008160" y="3297319"/>
                  </a:lnTo>
                  <a:lnTo>
                    <a:pt x="7008160" y="3297319"/>
                  </a:lnTo>
                  <a:lnTo>
                    <a:pt x="7019034" y="3297319"/>
                  </a:lnTo>
                  <a:lnTo>
                    <a:pt x="7019034" y="3297319"/>
                  </a:lnTo>
                  <a:lnTo>
                    <a:pt x="7024471" y="3297319"/>
                  </a:lnTo>
                  <a:lnTo>
                    <a:pt x="7024471" y="3301787"/>
                  </a:lnTo>
                  <a:lnTo>
                    <a:pt x="7040781" y="3301787"/>
                  </a:lnTo>
                  <a:lnTo>
                    <a:pt x="7040781" y="3306255"/>
                  </a:lnTo>
                  <a:lnTo>
                    <a:pt x="7046218" y="3306255"/>
                  </a:lnTo>
                  <a:lnTo>
                    <a:pt x="7046218" y="3306255"/>
                  </a:lnTo>
                  <a:lnTo>
                    <a:pt x="7051655" y="3306255"/>
                  </a:lnTo>
                  <a:lnTo>
                    <a:pt x="7051655" y="3310743"/>
                  </a:lnTo>
                  <a:lnTo>
                    <a:pt x="7057092" y="3310743"/>
                  </a:lnTo>
                  <a:lnTo>
                    <a:pt x="7057092" y="3310743"/>
                  </a:lnTo>
                  <a:lnTo>
                    <a:pt x="7073403" y="3310743"/>
                  </a:lnTo>
                  <a:lnTo>
                    <a:pt x="7073403" y="3315242"/>
                  </a:lnTo>
                  <a:lnTo>
                    <a:pt x="7089713" y="3315242"/>
                  </a:lnTo>
                  <a:lnTo>
                    <a:pt x="7089713" y="3315242"/>
                  </a:lnTo>
                  <a:lnTo>
                    <a:pt x="7095150" y="3315242"/>
                  </a:lnTo>
                  <a:lnTo>
                    <a:pt x="7095150" y="3319750"/>
                  </a:lnTo>
                  <a:lnTo>
                    <a:pt x="7106024" y="3319750"/>
                  </a:lnTo>
                  <a:lnTo>
                    <a:pt x="7106024" y="3319750"/>
                  </a:lnTo>
                  <a:lnTo>
                    <a:pt x="7111461" y="3319750"/>
                  </a:lnTo>
                  <a:lnTo>
                    <a:pt x="7111461" y="3324280"/>
                  </a:lnTo>
                  <a:lnTo>
                    <a:pt x="7149519" y="3324280"/>
                  </a:lnTo>
                  <a:lnTo>
                    <a:pt x="7149519" y="3324280"/>
                  </a:lnTo>
                  <a:lnTo>
                    <a:pt x="7187578" y="3324280"/>
                  </a:lnTo>
                  <a:lnTo>
                    <a:pt x="7187578" y="3324280"/>
                  </a:lnTo>
                  <a:lnTo>
                    <a:pt x="7209325" y="3324280"/>
                  </a:lnTo>
                  <a:lnTo>
                    <a:pt x="7209325" y="3324280"/>
                  </a:lnTo>
                  <a:lnTo>
                    <a:pt x="7241947" y="3324280"/>
                  </a:lnTo>
                  <a:lnTo>
                    <a:pt x="7241947" y="3324280"/>
                  </a:lnTo>
                  <a:lnTo>
                    <a:pt x="7258257" y="3324280"/>
                  </a:lnTo>
                  <a:lnTo>
                    <a:pt x="7258257" y="3324280"/>
                  </a:lnTo>
                  <a:lnTo>
                    <a:pt x="7263694" y="3324280"/>
                  </a:lnTo>
                  <a:lnTo>
                    <a:pt x="7263694" y="3324280"/>
                  </a:lnTo>
                  <a:lnTo>
                    <a:pt x="7269131" y="3324280"/>
                  </a:lnTo>
                  <a:lnTo>
                    <a:pt x="7269131" y="3324280"/>
                  </a:lnTo>
                  <a:lnTo>
                    <a:pt x="7280005" y="3324280"/>
                  </a:lnTo>
                  <a:lnTo>
                    <a:pt x="7280005" y="3324280"/>
                  </a:lnTo>
                  <a:lnTo>
                    <a:pt x="7290879" y="3324280"/>
                  </a:lnTo>
                  <a:lnTo>
                    <a:pt x="7290879" y="3324280"/>
                  </a:lnTo>
                  <a:lnTo>
                    <a:pt x="7296316" y="3324280"/>
                  </a:lnTo>
                  <a:lnTo>
                    <a:pt x="7296316" y="3324280"/>
                  </a:lnTo>
                  <a:lnTo>
                    <a:pt x="7301752" y="3324280"/>
                  </a:lnTo>
                  <a:lnTo>
                    <a:pt x="7301752" y="3328915"/>
                  </a:lnTo>
                  <a:lnTo>
                    <a:pt x="7307189" y="3328915"/>
                  </a:lnTo>
                  <a:lnTo>
                    <a:pt x="7307189" y="3328915"/>
                  </a:lnTo>
                  <a:lnTo>
                    <a:pt x="7323500" y="3328915"/>
                  </a:lnTo>
                  <a:lnTo>
                    <a:pt x="7323500" y="3328915"/>
                  </a:lnTo>
                  <a:lnTo>
                    <a:pt x="7328937" y="3328915"/>
                  </a:lnTo>
                  <a:lnTo>
                    <a:pt x="7328937" y="3328915"/>
                  </a:lnTo>
                  <a:lnTo>
                    <a:pt x="7334374" y="3328915"/>
                  </a:lnTo>
                  <a:lnTo>
                    <a:pt x="7334374" y="3328915"/>
                  </a:lnTo>
                  <a:lnTo>
                    <a:pt x="7339811" y="3328915"/>
                  </a:lnTo>
                  <a:lnTo>
                    <a:pt x="7339811" y="3328915"/>
                  </a:lnTo>
                  <a:lnTo>
                    <a:pt x="7345248" y="3328915"/>
                  </a:lnTo>
                  <a:lnTo>
                    <a:pt x="7345248" y="3328915"/>
                  </a:lnTo>
                  <a:lnTo>
                    <a:pt x="7350684" y="3328915"/>
                  </a:lnTo>
                  <a:lnTo>
                    <a:pt x="7350684" y="3328915"/>
                  </a:lnTo>
                  <a:lnTo>
                    <a:pt x="7356121" y="3328915"/>
                  </a:lnTo>
                  <a:lnTo>
                    <a:pt x="7356121" y="3333651"/>
                  </a:lnTo>
                  <a:lnTo>
                    <a:pt x="7361558" y="3333651"/>
                  </a:lnTo>
                  <a:lnTo>
                    <a:pt x="7361558" y="3338387"/>
                  </a:lnTo>
                  <a:lnTo>
                    <a:pt x="7366995" y="3338387"/>
                  </a:lnTo>
                  <a:lnTo>
                    <a:pt x="7366995" y="3343123"/>
                  </a:lnTo>
                  <a:lnTo>
                    <a:pt x="7372432" y="3343123"/>
                  </a:lnTo>
                  <a:lnTo>
                    <a:pt x="7372432" y="3343123"/>
                  </a:lnTo>
                  <a:lnTo>
                    <a:pt x="7377869" y="3343123"/>
                  </a:lnTo>
                  <a:lnTo>
                    <a:pt x="7377869" y="3347894"/>
                  </a:lnTo>
                  <a:lnTo>
                    <a:pt x="7383306" y="3347894"/>
                  </a:lnTo>
                  <a:lnTo>
                    <a:pt x="7383306" y="3352664"/>
                  </a:lnTo>
                  <a:lnTo>
                    <a:pt x="7405053" y="3352664"/>
                  </a:lnTo>
                  <a:lnTo>
                    <a:pt x="7405053" y="3352664"/>
                  </a:lnTo>
                  <a:lnTo>
                    <a:pt x="7415927" y="3352664"/>
                  </a:lnTo>
                  <a:lnTo>
                    <a:pt x="7415927" y="3357446"/>
                  </a:lnTo>
                  <a:lnTo>
                    <a:pt x="7459422" y="3357446"/>
                  </a:lnTo>
                  <a:lnTo>
                    <a:pt x="7459422" y="3357446"/>
                  </a:lnTo>
                  <a:lnTo>
                    <a:pt x="7464859" y="3357446"/>
                  </a:lnTo>
                  <a:lnTo>
                    <a:pt x="7464859" y="3362264"/>
                  </a:lnTo>
                  <a:lnTo>
                    <a:pt x="7475733" y="3362264"/>
                  </a:lnTo>
                  <a:lnTo>
                    <a:pt x="7475733" y="3362264"/>
                  </a:lnTo>
                  <a:lnTo>
                    <a:pt x="7492044" y="3362264"/>
                  </a:lnTo>
                  <a:lnTo>
                    <a:pt x="7492044" y="3367094"/>
                  </a:lnTo>
                  <a:lnTo>
                    <a:pt x="7497481" y="3367094"/>
                  </a:lnTo>
                  <a:lnTo>
                    <a:pt x="7497481" y="3367094"/>
                  </a:lnTo>
                  <a:lnTo>
                    <a:pt x="7530102" y="3367094"/>
                  </a:lnTo>
                  <a:lnTo>
                    <a:pt x="7530102" y="3367094"/>
                  </a:lnTo>
                  <a:lnTo>
                    <a:pt x="7551850" y="3367094"/>
                  </a:lnTo>
                  <a:lnTo>
                    <a:pt x="7551850" y="3367094"/>
                  </a:lnTo>
                  <a:lnTo>
                    <a:pt x="7557287" y="3367094"/>
                  </a:lnTo>
                  <a:lnTo>
                    <a:pt x="7557287" y="3371973"/>
                  </a:lnTo>
                  <a:lnTo>
                    <a:pt x="7573597" y="3371973"/>
                  </a:lnTo>
                  <a:lnTo>
                    <a:pt x="7573597" y="3371973"/>
                  </a:lnTo>
                  <a:lnTo>
                    <a:pt x="7579034" y="3371973"/>
                  </a:lnTo>
                  <a:lnTo>
                    <a:pt x="7579034" y="3371973"/>
                  </a:lnTo>
                  <a:lnTo>
                    <a:pt x="7595345" y="3371973"/>
                  </a:lnTo>
                  <a:lnTo>
                    <a:pt x="7595345" y="3376901"/>
                  </a:lnTo>
                  <a:lnTo>
                    <a:pt x="7649714" y="3376901"/>
                  </a:lnTo>
                  <a:lnTo>
                    <a:pt x="7649714" y="3376901"/>
                  </a:lnTo>
                  <a:lnTo>
                    <a:pt x="7660588" y="3376901"/>
                  </a:lnTo>
                  <a:lnTo>
                    <a:pt x="7660588" y="3376901"/>
                  </a:lnTo>
                  <a:lnTo>
                    <a:pt x="7666025" y="3376901"/>
                  </a:lnTo>
                  <a:lnTo>
                    <a:pt x="7666025" y="3381881"/>
                  </a:lnTo>
                  <a:lnTo>
                    <a:pt x="7687772" y="3381881"/>
                  </a:lnTo>
                  <a:lnTo>
                    <a:pt x="7687772" y="3386874"/>
                  </a:lnTo>
                  <a:lnTo>
                    <a:pt x="7693209" y="3386874"/>
                  </a:lnTo>
                  <a:lnTo>
                    <a:pt x="7693209" y="3386874"/>
                  </a:lnTo>
                  <a:lnTo>
                    <a:pt x="7698646" y="3386874"/>
                  </a:lnTo>
                  <a:lnTo>
                    <a:pt x="7698646" y="3386874"/>
                  </a:lnTo>
                  <a:lnTo>
                    <a:pt x="7725830" y="3386874"/>
                  </a:lnTo>
                  <a:lnTo>
                    <a:pt x="7725830" y="3386874"/>
                  </a:lnTo>
                  <a:lnTo>
                    <a:pt x="7747578" y="3386874"/>
                  </a:lnTo>
                  <a:lnTo>
                    <a:pt x="7747578" y="3386874"/>
                  </a:lnTo>
                  <a:lnTo>
                    <a:pt x="7780199" y="3386874"/>
                  </a:lnTo>
                  <a:lnTo>
                    <a:pt x="7780199" y="3386874"/>
                  </a:lnTo>
                  <a:lnTo>
                    <a:pt x="7791073" y="3386874"/>
                  </a:lnTo>
                  <a:lnTo>
                    <a:pt x="7791073" y="3386874"/>
                  </a:lnTo>
                  <a:lnTo>
                    <a:pt x="7796510" y="3386874"/>
                  </a:lnTo>
                  <a:lnTo>
                    <a:pt x="7796510" y="3386874"/>
                  </a:lnTo>
                  <a:lnTo>
                    <a:pt x="7807384" y="3386874"/>
                  </a:lnTo>
                  <a:lnTo>
                    <a:pt x="7807384" y="3386874"/>
                  </a:lnTo>
                  <a:lnTo>
                    <a:pt x="7812821" y="3386874"/>
                  </a:lnTo>
                  <a:lnTo>
                    <a:pt x="7812821" y="3386874"/>
                  </a:lnTo>
                  <a:lnTo>
                    <a:pt x="7840005" y="3386874"/>
                  </a:lnTo>
                  <a:lnTo>
                    <a:pt x="7840005" y="3392042"/>
                  </a:lnTo>
                  <a:lnTo>
                    <a:pt x="7845442" y="3392042"/>
                  </a:lnTo>
                  <a:lnTo>
                    <a:pt x="7845442" y="3397210"/>
                  </a:lnTo>
                  <a:lnTo>
                    <a:pt x="7888937" y="3397210"/>
                  </a:lnTo>
                  <a:lnTo>
                    <a:pt x="7888937" y="3402378"/>
                  </a:lnTo>
                  <a:lnTo>
                    <a:pt x="7894374" y="3402378"/>
                  </a:lnTo>
                  <a:lnTo>
                    <a:pt x="7894374" y="3407546"/>
                  </a:lnTo>
                  <a:lnTo>
                    <a:pt x="7899811" y="3407546"/>
                  </a:lnTo>
                  <a:lnTo>
                    <a:pt x="7899811" y="3412728"/>
                  </a:lnTo>
                  <a:lnTo>
                    <a:pt x="7905248" y="3412728"/>
                  </a:lnTo>
                  <a:lnTo>
                    <a:pt x="7905248" y="3412728"/>
                  </a:lnTo>
                  <a:lnTo>
                    <a:pt x="7910685" y="3412728"/>
                  </a:lnTo>
                  <a:lnTo>
                    <a:pt x="7910685" y="3412728"/>
                  </a:lnTo>
                  <a:lnTo>
                    <a:pt x="7937869" y="3412728"/>
                  </a:lnTo>
                  <a:lnTo>
                    <a:pt x="7937869" y="3412728"/>
                  </a:lnTo>
                  <a:lnTo>
                    <a:pt x="7970491" y="3412728"/>
                  </a:lnTo>
                  <a:lnTo>
                    <a:pt x="7970491" y="3412728"/>
                  </a:lnTo>
                  <a:lnTo>
                    <a:pt x="7981365" y="3412728"/>
                  </a:lnTo>
                  <a:lnTo>
                    <a:pt x="7981365" y="3412728"/>
                  </a:lnTo>
                  <a:lnTo>
                    <a:pt x="8003112" y="3412728"/>
                  </a:lnTo>
                  <a:lnTo>
                    <a:pt x="8003112" y="3412728"/>
                  </a:lnTo>
                  <a:lnTo>
                    <a:pt x="8030297" y="3412728"/>
                  </a:lnTo>
                  <a:lnTo>
                    <a:pt x="8030297" y="3412728"/>
                  </a:lnTo>
                  <a:lnTo>
                    <a:pt x="8035734" y="3412728"/>
                  </a:lnTo>
                  <a:lnTo>
                    <a:pt x="8035734" y="3418012"/>
                  </a:lnTo>
                  <a:lnTo>
                    <a:pt x="8041170" y="3418012"/>
                  </a:lnTo>
                  <a:lnTo>
                    <a:pt x="8041170" y="3423296"/>
                  </a:lnTo>
                  <a:lnTo>
                    <a:pt x="8046607" y="3423296"/>
                  </a:lnTo>
                  <a:lnTo>
                    <a:pt x="8046607" y="3423296"/>
                  </a:lnTo>
                  <a:lnTo>
                    <a:pt x="8057481" y="3423296"/>
                  </a:lnTo>
                  <a:lnTo>
                    <a:pt x="8057481" y="3428595"/>
                  </a:lnTo>
                  <a:lnTo>
                    <a:pt x="8068355" y="3428595"/>
                  </a:lnTo>
                  <a:lnTo>
                    <a:pt x="8068355" y="3428595"/>
                  </a:lnTo>
                  <a:lnTo>
                    <a:pt x="8073792" y="3428595"/>
                  </a:lnTo>
                  <a:lnTo>
                    <a:pt x="8073792" y="3433908"/>
                  </a:lnTo>
                  <a:lnTo>
                    <a:pt x="8084666" y="3433908"/>
                  </a:lnTo>
                  <a:lnTo>
                    <a:pt x="8084666" y="3439222"/>
                  </a:lnTo>
                  <a:lnTo>
                    <a:pt x="8100976" y="3439222"/>
                  </a:lnTo>
                  <a:lnTo>
                    <a:pt x="8100976" y="3439222"/>
                  </a:lnTo>
                  <a:lnTo>
                    <a:pt x="8106413" y="3439222"/>
                  </a:lnTo>
                  <a:lnTo>
                    <a:pt x="8106413" y="3439222"/>
                  </a:lnTo>
                  <a:lnTo>
                    <a:pt x="8128161" y="3439222"/>
                  </a:lnTo>
                  <a:lnTo>
                    <a:pt x="8128161" y="3439222"/>
                  </a:lnTo>
                  <a:lnTo>
                    <a:pt x="8139035" y="3439222"/>
                  </a:lnTo>
                  <a:lnTo>
                    <a:pt x="8139035" y="3439222"/>
                  </a:lnTo>
                  <a:lnTo>
                    <a:pt x="8160782" y="3439222"/>
                  </a:lnTo>
                  <a:lnTo>
                    <a:pt x="8160782" y="3444597"/>
                  </a:lnTo>
                  <a:lnTo>
                    <a:pt x="8193404" y="3444597"/>
                  </a:lnTo>
                  <a:lnTo>
                    <a:pt x="8193404" y="3449973"/>
                  </a:lnTo>
                  <a:lnTo>
                    <a:pt x="8204277" y="3449973"/>
                  </a:lnTo>
                  <a:lnTo>
                    <a:pt x="8204277" y="3449973"/>
                  </a:lnTo>
                  <a:lnTo>
                    <a:pt x="8226025" y="3449973"/>
                  </a:lnTo>
                  <a:lnTo>
                    <a:pt x="8226025" y="3449973"/>
                  </a:lnTo>
                  <a:lnTo>
                    <a:pt x="8253209" y="3449973"/>
                  </a:lnTo>
                  <a:lnTo>
                    <a:pt x="8253209" y="3449973"/>
                  </a:lnTo>
                  <a:lnTo>
                    <a:pt x="8258646" y="3449973"/>
                  </a:lnTo>
                  <a:lnTo>
                    <a:pt x="8258646" y="3449973"/>
                  </a:lnTo>
                  <a:lnTo>
                    <a:pt x="8264083" y="3449973"/>
                  </a:lnTo>
                  <a:lnTo>
                    <a:pt x="8264083" y="3449973"/>
                  </a:lnTo>
                  <a:lnTo>
                    <a:pt x="8291268" y="3449973"/>
                  </a:lnTo>
                  <a:lnTo>
                    <a:pt x="8291268" y="3449973"/>
                  </a:lnTo>
                  <a:lnTo>
                    <a:pt x="8307578" y="3449973"/>
                  </a:lnTo>
                  <a:lnTo>
                    <a:pt x="8307578" y="3455460"/>
                  </a:lnTo>
                  <a:lnTo>
                    <a:pt x="8318452" y="3455460"/>
                  </a:lnTo>
                  <a:lnTo>
                    <a:pt x="8318452" y="3455460"/>
                  </a:lnTo>
                  <a:lnTo>
                    <a:pt x="8334763" y="3455460"/>
                  </a:lnTo>
                  <a:lnTo>
                    <a:pt x="8334763" y="3455460"/>
                  </a:lnTo>
                  <a:lnTo>
                    <a:pt x="8351074" y="3455460"/>
                  </a:lnTo>
                  <a:lnTo>
                    <a:pt x="8351074" y="3461012"/>
                  </a:lnTo>
                  <a:lnTo>
                    <a:pt x="8356510" y="3461012"/>
                  </a:lnTo>
                  <a:lnTo>
                    <a:pt x="8356510" y="3466565"/>
                  </a:lnTo>
                  <a:lnTo>
                    <a:pt x="8361947" y="3466565"/>
                  </a:lnTo>
                  <a:lnTo>
                    <a:pt x="8361947" y="3466565"/>
                  </a:lnTo>
                  <a:lnTo>
                    <a:pt x="8372821" y="3466565"/>
                  </a:lnTo>
                  <a:lnTo>
                    <a:pt x="8372821" y="3466565"/>
                  </a:lnTo>
                  <a:lnTo>
                    <a:pt x="8383695" y="3466565"/>
                  </a:lnTo>
                  <a:lnTo>
                    <a:pt x="8383695" y="3466565"/>
                  </a:lnTo>
                  <a:lnTo>
                    <a:pt x="8389132" y="3466565"/>
                  </a:lnTo>
                  <a:lnTo>
                    <a:pt x="8389132" y="3466565"/>
                  </a:lnTo>
                  <a:lnTo>
                    <a:pt x="8481559" y="3466565"/>
                  </a:lnTo>
                  <a:lnTo>
                    <a:pt x="8481559" y="3466565"/>
                  </a:lnTo>
                  <a:lnTo>
                    <a:pt x="8492433" y="3466565"/>
                  </a:lnTo>
                  <a:lnTo>
                    <a:pt x="8492433" y="3466565"/>
                  </a:lnTo>
                  <a:lnTo>
                    <a:pt x="8508744" y="3466565"/>
                  </a:lnTo>
                  <a:lnTo>
                    <a:pt x="8508744" y="3466565"/>
                  </a:lnTo>
                  <a:lnTo>
                    <a:pt x="8530491" y="3466565"/>
                  </a:lnTo>
                  <a:lnTo>
                    <a:pt x="8530491" y="3472256"/>
                  </a:lnTo>
                  <a:lnTo>
                    <a:pt x="8535928" y="3472256"/>
                  </a:lnTo>
                  <a:lnTo>
                    <a:pt x="8535928" y="3472256"/>
                  </a:lnTo>
                  <a:lnTo>
                    <a:pt x="8541365" y="3472256"/>
                  </a:lnTo>
                  <a:lnTo>
                    <a:pt x="8541365" y="3472256"/>
                  </a:lnTo>
                  <a:lnTo>
                    <a:pt x="8557676" y="3472256"/>
                  </a:lnTo>
                  <a:lnTo>
                    <a:pt x="8557676" y="3472256"/>
                  </a:lnTo>
                  <a:lnTo>
                    <a:pt x="8563113" y="3472256"/>
                  </a:lnTo>
                  <a:lnTo>
                    <a:pt x="8563113" y="3478001"/>
                  </a:lnTo>
                  <a:lnTo>
                    <a:pt x="8590297" y="3478001"/>
                  </a:lnTo>
                  <a:lnTo>
                    <a:pt x="8590297" y="3478001"/>
                  </a:lnTo>
                  <a:lnTo>
                    <a:pt x="8601171" y="3478001"/>
                  </a:lnTo>
                  <a:lnTo>
                    <a:pt x="8601171" y="3478001"/>
                  </a:lnTo>
                  <a:lnTo>
                    <a:pt x="8622918" y="3478001"/>
                  </a:lnTo>
                  <a:lnTo>
                    <a:pt x="8622918" y="3483782"/>
                  </a:lnTo>
                  <a:lnTo>
                    <a:pt x="8639229" y="3483782"/>
                  </a:lnTo>
                  <a:lnTo>
                    <a:pt x="8639229" y="3483782"/>
                  </a:lnTo>
                  <a:lnTo>
                    <a:pt x="8650103" y="3483782"/>
                  </a:lnTo>
                  <a:lnTo>
                    <a:pt x="8650103" y="3483782"/>
                  </a:lnTo>
                  <a:lnTo>
                    <a:pt x="8655540" y="3483782"/>
                  </a:lnTo>
                  <a:lnTo>
                    <a:pt x="8655540" y="3495456"/>
                  </a:lnTo>
                  <a:lnTo>
                    <a:pt x="8671851" y="3495456"/>
                  </a:lnTo>
                  <a:lnTo>
                    <a:pt x="8671851" y="3495456"/>
                  </a:lnTo>
                  <a:lnTo>
                    <a:pt x="8688161" y="3495456"/>
                  </a:lnTo>
                  <a:lnTo>
                    <a:pt x="8688161" y="3501331"/>
                  </a:lnTo>
                  <a:lnTo>
                    <a:pt x="8720783" y="3501331"/>
                  </a:lnTo>
                  <a:lnTo>
                    <a:pt x="8720783" y="3501331"/>
                  </a:lnTo>
                  <a:lnTo>
                    <a:pt x="8731656" y="3501331"/>
                  </a:lnTo>
                  <a:lnTo>
                    <a:pt x="8731656" y="3501331"/>
                  </a:lnTo>
                  <a:lnTo>
                    <a:pt x="8737093" y="3501331"/>
                  </a:lnTo>
                  <a:lnTo>
                    <a:pt x="8737093" y="3507284"/>
                  </a:lnTo>
                  <a:lnTo>
                    <a:pt x="8747967" y="3507284"/>
                  </a:lnTo>
                  <a:lnTo>
                    <a:pt x="8747967" y="3507284"/>
                  </a:lnTo>
                  <a:lnTo>
                    <a:pt x="8769715" y="3507284"/>
                  </a:lnTo>
                  <a:lnTo>
                    <a:pt x="8769715" y="3507284"/>
                  </a:lnTo>
                  <a:lnTo>
                    <a:pt x="8791462" y="3507284"/>
                  </a:lnTo>
                  <a:lnTo>
                    <a:pt x="8791462" y="3513296"/>
                  </a:lnTo>
                  <a:lnTo>
                    <a:pt x="8796899" y="3513296"/>
                  </a:lnTo>
                  <a:lnTo>
                    <a:pt x="8796899" y="3519309"/>
                  </a:lnTo>
                  <a:lnTo>
                    <a:pt x="8818647" y="3519309"/>
                  </a:lnTo>
                  <a:lnTo>
                    <a:pt x="8818647" y="3519309"/>
                  </a:lnTo>
                  <a:lnTo>
                    <a:pt x="8845831" y="3519309"/>
                  </a:lnTo>
                  <a:lnTo>
                    <a:pt x="8845831" y="3519309"/>
                  </a:lnTo>
                  <a:lnTo>
                    <a:pt x="8862142" y="3519309"/>
                  </a:lnTo>
                  <a:lnTo>
                    <a:pt x="8862142" y="3519309"/>
                  </a:lnTo>
                  <a:lnTo>
                    <a:pt x="8867579" y="3519309"/>
                  </a:lnTo>
                  <a:lnTo>
                    <a:pt x="8867579" y="3525425"/>
                  </a:lnTo>
                  <a:lnTo>
                    <a:pt x="8878453" y="3525425"/>
                  </a:lnTo>
                  <a:lnTo>
                    <a:pt x="8878453" y="3525425"/>
                  </a:lnTo>
                  <a:lnTo>
                    <a:pt x="8911074" y="3525425"/>
                  </a:lnTo>
                  <a:lnTo>
                    <a:pt x="8911074" y="3531583"/>
                  </a:lnTo>
                  <a:lnTo>
                    <a:pt x="8938258" y="3531583"/>
                  </a:lnTo>
                  <a:lnTo>
                    <a:pt x="8938258" y="3531583"/>
                  </a:lnTo>
                  <a:lnTo>
                    <a:pt x="8943695" y="3531583"/>
                  </a:lnTo>
                  <a:lnTo>
                    <a:pt x="8943695" y="3531583"/>
                  </a:lnTo>
                  <a:lnTo>
                    <a:pt x="8949132" y="3531583"/>
                  </a:lnTo>
                  <a:lnTo>
                    <a:pt x="8949132" y="3531583"/>
                  </a:lnTo>
                  <a:lnTo>
                    <a:pt x="8954569" y="3531583"/>
                  </a:lnTo>
                  <a:lnTo>
                    <a:pt x="8954569" y="3537807"/>
                  </a:lnTo>
                  <a:lnTo>
                    <a:pt x="8981754" y="3537807"/>
                  </a:lnTo>
                  <a:lnTo>
                    <a:pt x="8981754" y="3544030"/>
                  </a:lnTo>
                  <a:lnTo>
                    <a:pt x="8998064" y="3544030"/>
                  </a:lnTo>
                  <a:lnTo>
                    <a:pt x="8998064" y="3556477"/>
                  </a:lnTo>
                  <a:lnTo>
                    <a:pt x="9025249" y="3556477"/>
                  </a:lnTo>
                  <a:lnTo>
                    <a:pt x="9025249" y="3562701"/>
                  </a:lnTo>
                  <a:lnTo>
                    <a:pt x="9046996" y="3562701"/>
                  </a:lnTo>
                  <a:lnTo>
                    <a:pt x="9046996" y="3568924"/>
                  </a:lnTo>
                  <a:lnTo>
                    <a:pt x="9057870" y="3568924"/>
                  </a:lnTo>
                  <a:lnTo>
                    <a:pt x="9057870" y="3568924"/>
                  </a:lnTo>
                  <a:lnTo>
                    <a:pt x="9068744" y="3568924"/>
                  </a:lnTo>
                  <a:lnTo>
                    <a:pt x="9068744" y="3575193"/>
                  </a:lnTo>
                  <a:lnTo>
                    <a:pt x="9079618" y="3575193"/>
                  </a:lnTo>
                  <a:lnTo>
                    <a:pt x="9079618" y="3575193"/>
                  </a:lnTo>
                  <a:lnTo>
                    <a:pt x="9095928" y="3575193"/>
                  </a:lnTo>
                  <a:lnTo>
                    <a:pt x="9095928" y="3575193"/>
                  </a:lnTo>
                  <a:lnTo>
                    <a:pt x="9101365" y="3575193"/>
                  </a:lnTo>
                  <a:lnTo>
                    <a:pt x="9101365" y="3575193"/>
                  </a:lnTo>
                  <a:lnTo>
                    <a:pt x="9112239" y="3575193"/>
                  </a:lnTo>
                  <a:lnTo>
                    <a:pt x="9112239" y="3581554"/>
                  </a:lnTo>
                  <a:lnTo>
                    <a:pt x="9123113" y="3581554"/>
                  </a:lnTo>
                  <a:lnTo>
                    <a:pt x="9123113" y="3587915"/>
                  </a:lnTo>
                  <a:lnTo>
                    <a:pt x="9128550" y="3587915"/>
                  </a:lnTo>
                  <a:lnTo>
                    <a:pt x="9128550" y="3587915"/>
                  </a:lnTo>
                  <a:lnTo>
                    <a:pt x="9133987" y="3587915"/>
                  </a:lnTo>
                  <a:lnTo>
                    <a:pt x="9133987" y="3594300"/>
                  </a:lnTo>
                  <a:lnTo>
                    <a:pt x="9161171" y="3594300"/>
                  </a:lnTo>
                  <a:lnTo>
                    <a:pt x="9161171" y="3594300"/>
                  </a:lnTo>
                  <a:lnTo>
                    <a:pt x="9177482" y="3594300"/>
                  </a:lnTo>
                  <a:lnTo>
                    <a:pt x="9177482" y="3600733"/>
                  </a:lnTo>
                  <a:lnTo>
                    <a:pt x="9210103" y="3600733"/>
                  </a:lnTo>
                  <a:lnTo>
                    <a:pt x="9210103" y="3600733"/>
                  </a:lnTo>
                  <a:lnTo>
                    <a:pt x="9259035" y="3600733"/>
                  </a:lnTo>
                  <a:lnTo>
                    <a:pt x="9259035" y="3607190"/>
                  </a:lnTo>
                  <a:lnTo>
                    <a:pt x="9291657" y="3607190"/>
                  </a:lnTo>
                  <a:lnTo>
                    <a:pt x="9291657" y="3607190"/>
                  </a:lnTo>
                  <a:lnTo>
                    <a:pt x="9318841" y="3607190"/>
                  </a:lnTo>
                  <a:lnTo>
                    <a:pt x="9318841" y="3607190"/>
                  </a:lnTo>
                  <a:lnTo>
                    <a:pt x="9329715" y="3607190"/>
                  </a:lnTo>
                  <a:lnTo>
                    <a:pt x="9329715" y="3607190"/>
                  </a:lnTo>
                  <a:lnTo>
                    <a:pt x="9356900" y="3607190"/>
                  </a:lnTo>
                  <a:lnTo>
                    <a:pt x="9356900" y="3613723"/>
                  </a:lnTo>
                  <a:lnTo>
                    <a:pt x="9362336" y="3613723"/>
                  </a:lnTo>
                  <a:lnTo>
                    <a:pt x="9362336" y="3613723"/>
                  </a:lnTo>
                  <a:lnTo>
                    <a:pt x="9373210" y="3613723"/>
                  </a:lnTo>
                  <a:lnTo>
                    <a:pt x="9373210" y="3613723"/>
                  </a:lnTo>
                  <a:lnTo>
                    <a:pt x="9405832" y="3613723"/>
                  </a:lnTo>
                  <a:lnTo>
                    <a:pt x="9405832" y="3620358"/>
                  </a:lnTo>
                  <a:lnTo>
                    <a:pt x="9411269" y="3620358"/>
                  </a:lnTo>
                  <a:lnTo>
                    <a:pt x="9411269" y="3626993"/>
                  </a:lnTo>
                  <a:lnTo>
                    <a:pt x="9427579" y="3626993"/>
                  </a:lnTo>
                  <a:lnTo>
                    <a:pt x="9427579" y="3626993"/>
                  </a:lnTo>
                  <a:lnTo>
                    <a:pt x="9460201" y="3626993"/>
                  </a:lnTo>
                  <a:lnTo>
                    <a:pt x="9460201" y="3626993"/>
                  </a:lnTo>
                  <a:lnTo>
                    <a:pt x="9471074" y="3626993"/>
                  </a:lnTo>
                  <a:lnTo>
                    <a:pt x="9471074" y="3633708"/>
                  </a:lnTo>
                  <a:lnTo>
                    <a:pt x="9492822" y="3633708"/>
                  </a:lnTo>
                  <a:lnTo>
                    <a:pt x="9492822" y="3633708"/>
                  </a:lnTo>
                  <a:lnTo>
                    <a:pt x="9498259" y="3633708"/>
                  </a:lnTo>
                  <a:lnTo>
                    <a:pt x="9498259" y="3633708"/>
                  </a:lnTo>
                  <a:lnTo>
                    <a:pt x="9509133" y="3633708"/>
                  </a:lnTo>
                  <a:lnTo>
                    <a:pt x="9509133" y="3633708"/>
                  </a:lnTo>
                  <a:lnTo>
                    <a:pt x="9558065" y="3633708"/>
                  </a:lnTo>
                  <a:lnTo>
                    <a:pt x="9558065" y="3640505"/>
                  </a:lnTo>
                  <a:lnTo>
                    <a:pt x="9590686" y="3640505"/>
                  </a:lnTo>
                  <a:lnTo>
                    <a:pt x="9590686" y="3640505"/>
                  </a:lnTo>
                  <a:lnTo>
                    <a:pt x="9596123" y="3640505"/>
                  </a:lnTo>
                  <a:lnTo>
                    <a:pt x="9596123" y="3640505"/>
                  </a:lnTo>
                  <a:lnTo>
                    <a:pt x="9623308" y="3640505"/>
                  </a:lnTo>
                  <a:lnTo>
                    <a:pt x="9623308" y="3647359"/>
                  </a:lnTo>
                  <a:lnTo>
                    <a:pt x="9628744" y="3647359"/>
                  </a:lnTo>
                  <a:lnTo>
                    <a:pt x="9628744" y="3647359"/>
                  </a:lnTo>
                  <a:lnTo>
                    <a:pt x="9688550" y="3647359"/>
                  </a:lnTo>
                  <a:lnTo>
                    <a:pt x="9688550" y="3654270"/>
                  </a:lnTo>
                  <a:lnTo>
                    <a:pt x="9699424" y="3654270"/>
                  </a:lnTo>
                  <a:lnTo>
                    <a:pt x="9699424" y="3661210"/>
                  </a:lnTo>
                  <a:lnTo>
                    <a:pt x="9748356" y="3661210"/>
                  </a:lnTo>
                  <a:lnTo>
                    <a:pt x="9748356" y="3661210"/>
                  </a:lnTo>
                  <a:lnTo>
                    <a:pt x="9770104" y="3661210"/>
                  </a:lnTo>
                  <a:lnTo>
                    <a:pt x="9770104" y="3661210"/>
                  </a:lnTo>
                  <a:lnTo>
                    <a:pt x="9791851" y="3661210"/>
                  </a:lnTo>
                  <a:lnTo>
                    <a:pt x="9791851" y="3668209"/>
                  </a:lnTo>
                  <a:lnTo>
                    <a:pt x="9840783" y="3668209"/>
                  </a:lnTo>
                  <a:lnTo>
                    <a:pt x="9840783" y="3668209"/>
                  </a:lnTo>
                  <a:lnTo>
                    <a:pt x="9846220" y="3668209"/>
                  </a:lnTo>
                  <a:lnTo>
                    <a:pt x="9846220" y="3675239"/>
                  </a:lnTo>
                  <a:lnTo>
                    <a:pt x="9889715" y="3675239"/>
                  </a:lnTo>
                  <a:lnTo>
                    <a:pt x="9889715" y="3675239"/>
                  </a:lnTo>
                  <a:lnTo>
                    <a:pt x="9895152" y="3675239"/>
                  </a:lnTo>
                  <a:lnTo>
                    <a:pt x="9895152" y="3682330"/>
                  </a:lnTo>
                  <a:lnTo>
                    <a:pt x="9900589" y="3682330"/>
                  </a:lnTo>
                  <a:lnTo>
                    <a:pt x="9900589" y="3682330"/>
                  </a:lnTo>
                  <a:lnTo>
                    <a:pt x="9911463" y="3682330"/>
                  </a:lnTo>
                  <a:lnTo>
                    <a:pt x="9911463" y="3689452"/>
                  </a:lnTo>
                  <a:lnTo>
                    <a:pt x="9922337" y="3689452"/>
                  </a:lnTo>
                  <a:lnTo>
                    <a:pt x="9922337" y="3689452"/>
                  </a:lnTo>
                </a:path>
              </a:pathLst>
            </a:custGeom>
            <a:ln w="13550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11026" y="789916"/>
              <a:ext cx="9661366" cy="4080073"/>
            </a:xfrm>
            <a:custGeom>
              <a:avLst/>
              <a:pathLst>
                <a:path w="9661366" h="4080073">
                  <a:moveTo>
                    <a:pt x="0" y="0"/>
                  </a:moveTo>
                  <a:lnTo>
                    <a:pt x="5436" y="0"/>
                  </a:lnTo>
                  <a:lnTo>
                    <a:pt x="5436" y="0"/>
                  </a:lnTo>
                  <a:lnTo>
                    <a:pt x="10873" y="0"/>
                  </a:lnTo>
                  <a:lnTo>
                    <a:pt x="10873" y="0"/>
                  </a:lnTo>
                  <a:lnTo>
                    <a:pt x="16310" y="0"/>
                  </a:lnTo>
                  <a:lnTo>
                    <a:pt x="16310" y="5704"/>
                  </a:lnTo>
                  <a:lnTo>
                    <a:pt x="21747" y="5704"/>
                  </a:lnTo>
                  <a:lnTo>
                    <a:pt x="21747" y="11414"/>
                  </a:lnTo>
                  <a:lnTo>
                    <a:pt x="32621" y="11414"/>
                  </a:lnTo>
                  <a:lnTo>
                    <a:pt x="32621" y="17124"/>
                  </a:lnTo>
                  <a:lnTo>
                    <a:pt x="48932" y="17124"/>
                  </a:lnTo>
                  <a:lnTo>
                    <a:pt x="48932" y="28544"/>
                  </a:lnTo>
                  <a:lnTo>
                    <a:pt x="70679" y="28544"/>
                  </a:lnTo>
                  <a:lnTo>
                    <a:pt x="70679" y="34255"/>
                  </a:lnTo>
                  <a:lnTo>
                    <a:pt x="76116" y="34255"/>
                  </a:lnTo>
                  <a:lnTo>
                    <a:pt x="76116" y="39965"/>
                  </a:lnTo>
                  <a:lnTo>
                    <a:pt x="86990" y="39965"/>
                  </a:lnTo>
                  <a:lnTo>
                    <a:pt x="86990" y="45694"/>
                  </a:lnTo>
                  <a:lnTo>
                    <a:pt x="92427" y="45694"/>
                  </a:lnTo>
                  <a:lnTo>
                    <a:pt x="92427" y="57151"/>
                  </a:lnTo>
                  <a:lnTo>
                    <a:pt x="97864" y="57151"/>
                  </a:lnTo>
                  <a:lnTo>
                    <a:pt x="97864" y="74357"/>
                  </a:lnTo>
                  <a:lnTo>
                    <a:pt x="103301" y="74357"/>
                  </a:lnTo>
                  <a:lnTo>
                    <a:pt x="103301" y="85839"/>
                  </a:lnTo>
                  <a:lnTo>
                    <a:pt x="114174" y="85839"/>
                  </a:lnTo>
                  <a:lnTo>
                    <a:pt x="114174" y="91587"/>
                  </a:lnTo>
                  <a:lnTo>
                    <a:pt x="119611" y="91587"/>
                  </a:lnTo>
                  <a:lnTo>
                    <a:pt x="119611" y="91587"/>
                  </a:lnTo>
                  <a:lnTo>
                    <a:pt x="125048" y="91587"/>
                  </a:lnTo>
                  <a:lnTo>
                    <a:pt x="125048" y="103121"/>
                  </a:lnTo>
                  <a:lnTo>
                    <a:pt x="130485" y="103121"/>
                  </a:lnTo>
                  <a:lnTo>
                    <a:pt x="130485" y="108888"/>
                  </a:lnTo>
                  <a:lnTo>
                    <a:pt x="135922" y="108888"/>
                  </a:lnTo>
                  <a:lnTo>
                    <a:pt x="135922" y="114661"/>
                  </a:lnTo>
                  <a:lnTo>
                    <a:pt x="146796" y="114661"/>
                  </a:lnTo>
                  <a:lnTo>
                    <a:pt x="146796" y="131981"/>
                  </a:lnTo>
                  <a:lnTo>
                    <a:pt x="152233" y="131981"/>
                  </a:lnTo>
                  <a:lnTo>
                    <a:pt x="152233" y="143527"/>
                  </a:lnTo>
                  <a:lnTo>
                    <a:pt x="157670" y="143527"/>
                  </a:lnTo>
                  <a:lnTo>
                    <a:pt x="157670" y="155126"/>
                  </a:lnTo>
                  <a:lnTo>
                    <a:pt x="163106" y="155126"/>
                  </a:lnTo>
                  <a:lnTo>
                    <a:pt x="163106" y="160925"/>
                  </a:lnTo>
                  <a:lnTo>
                    <a:pt x="168543" y="160925"/>
                  </a:lnTo>
                  <a:lnTo>
                    <a:pt x="168543" y="166724"/>
                  </a:lnTo>
                  <a:lnTo>
                    <a:pt x="173980" y="166724"/>
                  </a:lnTo>
                  <a:lnTo>
                    <a:pt x="173980" y="172524"/>
                  </a:lnTo>
                  <a:lnTo>
                    <a:pt x="184854" y="172524"/>
                  </a:lnTo>
                  <a:lnTo>
                    <a:pt x="184854" y="178323"/>
                  </a:lnTo>
                  <a:lnTo>
                    <a:pt x="190291" y="178323"/>
                  </a:lnTo>
                  <a:lnTo>
                    <a:pt x="190291" y="189934"/>
                  </a:lnTo>
                  <a:lnTo>
                    <a:pt x="195728" y="189934"/>
                  </a:lnTo>
                  <a:lnTo>
                    <a:pt x="195728" y="201559"/>
                  </a:lnTo>
                  <a:lnTo>
                    <a:pt x="201165" y="201559"/>
                  </a:lnTo>
                  <a:lnTo>
                    <a:pt x="201165" y="207372"/>
                  </a:lnTo>
                  <a:lnTo>
                    <a:pt x="206602" y="207372"/>
                  </a:lnTo>
                  <a:lnTo>
                    <a:pt x="206602" y="213191"/>
                  </a:lnTo>
                  <a:lnTo>
                    <a:pt x="212038" y="213191"/>
                  </a:lnTo>
                  <a:lnTo>
                    <a:pt x="212038" y="213191"/>
                  </a:lnTo>
                  <a:lnTo>
                    <a:pt x="222912" y="213191"/>
                  </a:lnTo>
                  <a:lnTo>
                    <a:pt x="222912" y="224842"/>
                  </a:lnTo>
                  <a:lnTo>
                    <a:pt x="228349" y="224842"/>
                  </a:lnTo>
                  <a:lnTo>
                    <a:pt x="228349" y="236534"/>
                  </a:lnTo>
                  <a:lnTo>
                    <a:pt x="233786" y="236534"/>
                  </a:lnTo>
                  <a:lnTo>
                    <a:pt x="233786" y="254092"/>
                  </a:lnTo>
                  <a:lnTo>
                    <a:pt x="239223" y="254092"/>
                  </a:lnTo>
                  <a:lnTo>
                    <a:pt x="239223" y="271650"/>
                  </a:lnTo>
                  <a:lnTo>
                    <a:pt x="244660" y="271650"/>
                  </a:lnTo>
                  <a:lnTo>
                    <a:pt x="244660" y="295060"/>
                  </a:lnTo>
                  <a:lnTo>
                    <a:pt x="250097" y="295060"/>
                  </a:lnTo>
                  <a:lnTo>
                    <a:pt x="250097" y="300913"/>
                  </a:lnTo>
                  <a:lnTo>
                    <a:pt x="255534" y="300913"/>
                  </a:lnTo>
                  <a:lnTo>
                    <a:pt x="255534" y="312632"/>
                  </a:lnTo>
                  <a:lnTo>
                    <a:pt x="260971" y="312632"/>
                  </a:lnTo>
                  <a:lnTo>
                    <a:pt x="260971" y="324351"/>
                  </a:lnTo>
                  <a:lnTo>
                    <a:pt x="266407" y="324351"/>
                  </a:lnTo>
                  <a:lnTo>
                    <a:pt x="266407" y="341929"/>
                  </a:lnTo>
                  <a:lnTo>
                    <a:pt x="271844" y="341929"/>
                  </a:lnTo>
                  <a:lnTo>
                    <a:pt x="271844" y="353648"/>
                  </a:lnTo>
                  <a:lnTo>
                    <a:pt x="277281" y="353648"/>
                  </a:lnTo>
                  <a:lnTo>
                    <a:pt x="277281" y="365367"/>
                  </a:lnTo>
                  <a:lnTo>
                    <a:pt x="288155" y="365367"/>
                  </a:lnTo>
                  <a:lnTo>
                    <a:pt x="288155" y="371227"/>
                  </a:lnTo>
                  <a:lnTo>
                    <a:pt x="299029" y="371227"/>
                  </a:lnTo>
                  <a:lnTo>
                    <a:pt x="299029" y="382946"/>
                  </a:lnTo>
                  <a:lnTo>
                    <a:pt x="304466" y="382946"/>
                  </a:lnTo>
                  <a:lnTo>
                    <a:pt x="304466" y="382946"/>
                  </a:lnTo>
                  <a:lnTo>
                    <a:pt x="309903" y="382946"/>
                  </a:lnTo>
                  <a:lnTo>
                    <a:pt x="309903" y="406524"/>
                  </a:lnTo>
                  <a:lnTo>
                    <a:pt x="315340" y="406524"/>
                  </a:lnTo>
                  <a:lnTo>
                    <a:pt x="315340" y="424208"/>
                  </a:lnTo>
                  <a:lnTo>
                    <a:pt x="320776" y="424208"/>
                  </a:lnTo>
                  <a:lnTo>
                    <a:pt x="320776" y="430103"/>
                  </a:lnTo>
                  <a:lnTo>
                    <a:pt x="326213" y="430103"/>
                  </a:lnTo>
                  <a:lnTo>
                    <a:pt x="326213" y="441892"/>
                  </a:lnTo>
                  <a:lnTo>
                    <a:pt x="331650" y="441892"/>
                  </a:lnTo>
                  <a:lnTo>
                    <a:pt x="331650" y="447786"/>
                  </a:lnTo>
                  <a:lnTo>
                    <a:pt x="337087" y="447786"/>
                  </a:lnTo>
                  <a:lnTo>
                    <a:pt x="337087" y="453681"/>
                  </a:lnTo>
                  <a:lnTo>
                    <a:pt x="342524" y="453681"/>
                  </a:lnTo>
                  <a:lnTo>
                    <a:pt x="342524" y="465485"/>
                  </a:lnTo>
                  <a:lnTo>
                    <a:pt x="353398" y="465485"/>
                  </a:lnTo>
                  <a:lnTo>
                    <a:pt x="353398" y="471394"/>
                  </a:lnTo>
                  <a:lnTo>
                    <a:pt x="375145" y="471394"/>
                  </a:lnTo>
                  <a:lnTo>
                    <a:pt x="375145" y="477303"/>
                  </a:lnTo>
                  <a:lnTo>
                    <a:pt x="380582" y="477303"/>
                  </a:lnTo>
                  <a:lnTo>
                    <a:pt x="380582" y="483219"/>
                  </a:lnTo>
                  <a:lnTo>
                    <a:pt x="386019" y="483219"/>
                  </a:lnTo>
                  <a:lnTo>
                    <a:pt x="386019" y="489150"/>
                  </a:lnTo>
                  <a:lnTo>
                    <a:pt x="391456" y="489150"/>
                  </a:lnTo>
                  <a:lnTo>
                    <a:pt x="391456" y="512902"/>
                  </a:lnTo>
                  <a:lnTo>
                    <a:pt x="396893" y="512902"/>
                  </a:lnTo>
                  <a:lnTo>
                    <a:pt x="396893" y="524779"/>
                  </a:lnTo>
                  <a:lnTo>
                    <a:pt x="402330" y="524779"/>
                  </a:lnTo>
                  <a:lnTo>
                    <a:pt x="402330" y="542593"/>
                  </a:lnTo>
                  <a:lnTo>
                    <a:pt x="407767" y="542593"/>
                  </a:lnTo>
                  <a:lnTo>
                    <a:pt x="407767" y="542593"/>
                  </a:lnTo>
                  <a:lnTo>
                    <a:pt x="413204" y="542593"/>
                  </a:lnTo>
                  <a:lnTo>
                    <a:pt x="413204" y="548539"/>
                  </a:lnTo>
                  <a:lnTo>
                    <a:pt x="418641" y="548539"/>
                  </a:lnTo>
                  <a:lnTo>
                    <a:pt x="418641" y="560430"/>
                  </a:lnTo>
                  <a:lnTo>
                    <a:pt x="424077" y="560430"/>
                  </a:lnTo>
                  <a:lnTo>
                    <a:pt x="424077" y="566375"/>
                  </a:lnTo>
                  <a:lnTo>
                    <a:pt x="429514" y="566375"/>
                  </a:lnTo>
                  <a:lnTo>
                    <a:pt x="429514" y="590158"/>
                  </a:lnTo>
                  <a:lnTo>
                    <a:pt x="434951" y="590158"/>
                  </a:lnTo>
                  <a:lnTo>
                    <a:pt x="434951" y="596103"/>
                  </a:lnTo>
                  <a:lnTo>
                    <a:pt x="440388" y="596103"/>
                  </a:lnTo>
                  <a:lnTo>
                    <a:pt x="440388" y="613940"/>
                  </a:lnTo>
                  <a:lnTo>
                    <a:pt x="451262" y="613940"/>
                  </a:lnTo>
                  <a:lnTo>
                    <a:pt x="451262" y="631777"/>
                  </a:lnTo>
                  <a:lnTo>
                    <a:pt x="456699" y="631777"/>
                  </a:lnTo>
                  <a:lnTo>
                    <a:pt x="456699" y="637722"/>
                  </a:lnTo>
                  <a:lnTo>
                    <a:pt x="462136" y="637722"/>
                  </a:lnTo>
                  <a:lnTo>
                    <a:pt x="462136" y="655627"/>
                  </a:lnTo>
                  <a:lnTo>
                    <a:pt x="467573" y="655627"/>
                  </a:lnTo>
                  <a:lnTo>
                    <a:pt x="467573" y="667564"/>
                  </a:lnTo>
                  <a:lnTo>
                    <a:pt x="473010" y="667564"/>
                  </a:lnTo>
                  <a:lnTo>
                    <a:pt x="473010" y="667564"/>
                  </a:lnTo>
                  <a:lnTo>
                    <a:pt x="478446" y="667564"/>
                  </a:lnTo>
                  <a:lnTo>
                    <a:pt x="478446" y="679517"/>
                  </a:lnTo>
                  <a:lnTo>
                    <a:pt x="483883" y="679517"/>
                  </a:lnTo>
                  <a:lnTo>
                    <a:pt x="483883" y="691469"/>
                  </a:lnTo>
                  <a:lnTo>
                    <a:pt x="494757" y="691469"/>
                  </a:lnTo>
                  <a:lnTo>
                    <a:pt x="494757" y="709397"/>
                  </a:lnTo>
                  <a:lnTo>
                    <a:pt x="500194" y="709397"/>
                  </a:lnTo>
                  <a:lnTo>
                    <a:pt x="500194" y="715381"/>
                  </a:lnTo>
                  <a:lnTo>
                    <a:pt x="511068" y="715381"/>
                  </a:lnTo>
                  <a:lnTo>
                    <a:pt x="511068" y="727349"/>
                  </a:lnTo>
                  <a:lnTo>
                    <a:pt x="516505" y="727349"/>
                  </a:lnTo>
                  <a:lnTo>
                    <a:pt x="516505" y="733333"/>
                  </a:lnTo>
                  <a:lnTo>
                    <a:pt x="521942" y="733333"/>
                  </a:lnTo>
                  <a:lnTo>
                    <a:pt x="521942" y="739317"/>
                  </a:lnTo>
                  <a:lnTo>
                    <a:pt x="532815" y="739317"/>
                  </a:lnTo>
                  <a:lnTo>
                    <a:pt x="532815" y="745301"/>
                  </a:lnTo>
                  <a:lnTo>
                    <a:pt x="538252" y="745301"/>
                  </a:lnTo>
                  <a:lnTo>
                    <a:pt x="538252" y="751300"/>
                  </a:lnTo>
                  <a:lnTo>
                    <a:pt x="543689" y="751300"/>
                  </a:lnTo>
                  <a:lnTo>
                    <a:pt x="543689" y="757308"/>
                  </a:lnTo>
                  <a:lnTo>
                    <a:pt x="554563" y="757308"/>
                  </a:lnTo>
                  <a:lnTo>
                    <a:pt x="554563" y="763315"/>
                  </a:lnTo>
                  <a:lnTo>
                    <a:pt x="560000" y="763315"/>
                  </a:lnTo>
                  <a:lnTo>
                    <a:pt x="560000" y="769339"/>
                  </a:lnTo>
                  <a:lnTo>
                    <a:pt x="570874" y="769339"/>
                  </a:lnTo>
                  <a:lnTo>
                    <a:pt x="570874" y="787410"/>
                  </a:lnTo>
                  <a:lnTo>
                    <a:pt x="576311" y="787410"/>
                  </a:lnTo>
                  <a:lnTo>
                    <a:pt x="576311" y="799473"/>
                  </a:lnTo>
                  <a:lnTo>
                    <a:pt x="581747" y="799473"/>
                  </a:lnTo>
                  <a:lnTo>
                    <a:pt x="581747" y="805504"/>
                  </a:lnTo>
                  <a:lnTo>
                    <a:pt x="587184" y="805504"/>
                  </a:lnTo>
                  <a:lnTo>
                    <a:pt x="587184" y="817568"/>
                  </a:lnTo>
                  <a:lnTo>
                    <a:pt x="592621" y="817568"/>
                  </a:lnTo>
                  <a:lnTo>
                    <a:pt x="592621" y="829631"/>
                  </a:lnTo>
                  <a:lnTo>
                    <a:pt x="608932" y="829631"/>
                  </a:lnTo>
                  <a:lnTo>
                    <a:pt x="608932" y="835663"/>
                  </a:lnTo>
                  <a:lnTo>
                    <a:pt x="630680" y="835663"/>
                  </a:lnTo>
                  <a:lnTo>
                    <a:pt x="630680" y="853782"/>
                  </a:lnTo>
                  <a:lnTo>
                    <a:pt x="636116" y="853782"/>
                  </a:lnTo>
                  <a:lnTo>
                    <a:pt x="636116" y="853782"/>
                  </a:lnTo>
                  <a:lnTo>
                    <a:pt x="641553" y="853782"/>
                  </a:lnTo>
                  <a:lnTo>
                    <a:pt x="641553" y="859830"/>
                  </a:lnTo>
                  <a:lnTo>
                    <a:pt x="652427" y="859830"/>
                  </a:lnTo>
                  <a:lnTo>
                    <a:pt x="652427" y="871926"/>
                  </a:lnTo>
                  <a:lnTo>
                    <a:pt x="657864" y="871926"/>
                  </a:lnTo>
                  <a:lnTo>
                    <a:pt x="657864" y="877974"/>
                  </a:lnTo>
                  <a:lnTo>
                    <a:pt x="663301" y="877974"/>
                  </a:lnTo>
                  <a:lnTo>
                    <a:pt x="663301" y="890070"/>
                  </a:lnTo>
                  <a:lnTo>
                    <a:pt x="674175" y="890070"/>
                  </a:lnTo>
                  <a:lnTo>
                    <a:pt x="674175" y="908214"/>
                  </a:lnTo>
                  <a:lnTo>
                    <a:pt x="690485" y="908214"/>
                  </a:lnTo>
                  <a:lnTo>
                    <a:pt x="690485" y="914262"/>
                  </a:lnTo>
                  <a:lnTo>
                    <a:pt x="701359" y="914262"/>
                  </a:lnTo>
                  <a:lnTo>
                    <a:pt x="701359" y="920310"/>
                  </a:lnTo>
                  <a:lnTo>
                    <a:pt x="712233" y="920310"/>
                  </a:lnTo>
                  <a:lnTo>
                    <a:pt x="712233" y="926358"/>
                  </a:lnTo>
                  <a:lnTo>
                    <a:pt x="717670" y="926358"/>
                  </a:lnTo>
                  <a:lnTo>
                    <a:pt x="717670" y="938454"/>
                  </a:lnTo>
                  <a:lnTo>
                    <a:pt x="723107" y="938454"/>
                  </a:lnTo>
                  <a:lnTo>
                    <a:pt x="723107" y="956598"/>
                  </a:lnTo>
                  <a:lnTo>
                    <a:pt x="728544" y="956598"/>
                  </a:lnTo>
                  <a:lnTo>
                    <a:pt x="728544" y="962646"/>
                  </a:lnTo>
                  <a:lnTo>
                    <a:pt x="733981" y="962646"/>
                  </a:lnTo>
                  <a:lnTo>
                    <a:pt x="733981" y="968694"/>
                  </a:lnTo>
                  <a:lnTo>
                    <a:pt x="739418" y="968694"/>
                  </a:lnTo>
                  <a:lnTo>
                    <a:pt x="739418" y="980807"/>
                  </a:lnTo>
                  <a:lnTo>
                    <a:pt x="744854" y="980807"/>
                  </a:lnTo>
                  <a:lnTo>
                    <a:pt x="744854" y="986863"/>
                  </a:lnTo>
                  <a:lnTo>
                    <a:pt x="750291" y="986863"/>
                  </a:lnTo>
                  <a:lnTo>
                    <a:pt x="750291" y="992919"/>
                  </a:lnTo>
                  <a:lnTo>
                    <a:pt x="755728" y="992919"/>
                  </a:lnTo>
                  <a:lnTo>
                    <a:pt x="755728" y="998976"/>
                  </a:lnTo>
                  <a:lnTo>
                    <a:pt x="766602" y="998976"/>
                  </a:lnTo>
                  <a:lnTo>
                    <a:pt x="766602" y="1005032"/>
                  </a:lnTo>
                  <a:lnTo>
                    <a:pt x="772039" y="1005032"/>
                  </a:lnTo>
                  <a:lnTo>
                    <a:pt x="772039" y="1005032"/>
                  </a:lnTo>
                  <a:lnTo>
                    <a:pt x="777476" y="1005032"/>
                  </a:lnTo>
                  <a:lnTo>
                    <a:pt x="777476" y="1011106"/>
                  </a:lnTo>
                  <a:lnTo>
                    <a:pt x="782913" y="1011106"/>
                  </a:lnTo>
                  <a:lnTo>
                    <a:pt x="782913" y="1023253"/>
                  </a:lnTo>
                  <a:lnTo>
                    <a:pt x="788350" y="1023253"/>
                  </a:lnTo>
                  <a:lnTo>
                    <a:pt x="788350" y="1029327"/>
                  </a:lnTo>
                  <a:lnTo>
                    <a:pt x="799223" y="1029327"/>
                  </a:lnTo>
                  <a:lnTo>
                    <a:pt x="799223" y="1029327"/>
                  </a:lnTo>
                  <a:lnTo>
                    <a:pt x="820971" y="1029327"/>
                  </a:lnTo>
                  <a:lnTo>
                    <a:pt x="820971" y="1041491"/>
                  </a:lnTo>
                  <a:lnTo>
                    <a:pt x="826408" y="1041491"/>
                  </a:lnTo>
                  <a:lnTo>
                    <a:pt x="826408" y="1053673"/>
                  </a:lnTo>
                  <a:lnTo>
                    <a:pt x="831845" y="1053673"/>
                  </a:lnTo>
                  <a:lnTo>
                    <a:pt x="831845" y="1065855"/>
                  </a:lnTo>
                  <a:lnTo>
                    <a:pt x="837282" y="1065855"/>
                  </a:lnTo>
                  <a:lnTo>
                    <a:pt x="837282" y="1071955"/>
                  </a:lnTo>
                  <a:lnTo>
                    <a:pt x="842719" y="1071955"/>
                  </a:lnTo>
                  <a:lnTo>
                    <a:pt x="842719" y="1078054"/>
                  </a:lnTo>
                  <a:lnTo>
                    <a:pt x="859029" y="1078054"/>
                  </a:lnTo>
                  <a:lnTo>
                    <a:pt x="859029" y="1090254"/>
                  </a:lnTo>
                  <a:lnTo>
                    <a:pt x="869903" y="1090254"/>
                  </a:lnTo>
                  <a:lnTo>
                    <a:pt x="869903" y="1096353"/>
                  </a:lnTo>
                  <a:lnTo>
                    <a:pt x="880777" y="1096353"/>
                  </a:lnTo>
                  <a:lnTo>
                    <a:pt x="880777" y="1108553"/>
                  </a:lnTo>
                  <a:lnTo>
                    <a:pt x="891651" y="1108553"/>
                  </a:lnTo>
                  <a:lnTo>
                    <a:pt x="891651" y="1114661"/>
                  </a:lnTo>
                  <a:lnTo>
                    <a:pt x="897088" y="1114661"/>
                  </a:lnTo>
                  <a:lnTo>
                    <a:pt x="897088" y="1120779"/>
                  </a:lnTo>
                  <a:lnTo>
                    <a:pt x="913398" y="1120779"/>
                  </a:lnTo>
                  <a:lnTo>
                    <a:pt x="913398" y="1120779"/>
                  </a:lnTo>
                  <a:lnTo>
                    <a:pt x="918835" y="1120779"/>
                  </a:lnTo>
                  <a:lnTo>
                    <a:pt x="918835" y="1126905"/>
                  </a:lnTo>
                  <a:lnTo>
                    <a:pt x="940583" y="1126905"/>
                  </a:lnTo>
                  <a:lnTo>
                    <a:pt x="940583" y="1133032"/>
                  </a:lnTo>
                  <a:lnTo>
                    <a:pt x="951457" y="1133032"/>
                  </a:lnTo>
                  <a:lnTo>
                    <a:pt x="951457" y="1133032"/>
                  </a:lnTo>
                  <a:lnTo>
                    <a:pt x="956893" y="1133032"/>
                  </a:lnTo>
                  <a:lnTo>
                    <a:pt x="956893" y="1139167"/>
                  </a:lnTo>
                  <a:lnTo>
                    <a:pt x="967767" y="1139167"/>
                  </a:lnTo>
                  <a:lnTo>
                    <a:pt x="967767" y="1151438"/>
                  </a:lnTo>
                  <a:lnTo>
                    <a:pt x="978641" y="1151438"/>
                  </a:lnTo>
                  <a:lnTo>
                    <a:pt x="978641" y="1157574"/>
                  </a:lnTo>
                  <a:lnTo>
                    <a:pt x="984078" y="1157574"/>
                  </a:lnTo>
                  <a:lnTo>
                    <a:pt x="984078" y="1163710"/>
                  </a:lnTo>
                  <a:lnTo>
                    <a:pt x="989515" y="1163710"/>
                  </a:lnTo>
                  <a:lnTo>
                    <a:pt x="989515" y="1169854"/>
                  </a:lnTo>
                  <a:lnTo>
                    <a:pt x="1000389" y="1169854"/>
                  </a:lnTo>
                  <a:lnTo>
                    <a:pt x="1000389" y="1175999"/>
                  </a:lnTo>
                  <a:lnTo>
                    <a:pt x="1016699" y="1175999"/>
                  </a:lnTo>
                  <a:lnTo>
                    <a:pt x="1016699" y="1188288"/>
                  </a:lnTo>
                  <a:lnTo>
                    <a:pt x="1022136" y="1188288"/>
                  </a:lnTo>
                  <a:lnTo>
                    <a:pt x="1022136" y="1200577"/>
                  </a:lnTo>
                  <a:lnTo>
                    <a:pt x="1027573" y="1200577"/>
                  </a:lnTo>
                  <a:lnTo>
                    <a:pt x="1027573" y="1206722"/>
                  </a:lnTo>
                  <a:lnTo>
                    <a:pt x="1038447" y="1206722"/>
                  </a:lnTo>
                  <a:lnTo>
                    <a:pt x="1038447" y="1219011"/>
                  </a:lnTo>
                  <a:lnTo>
                    <a:pt x="1043884" y="1219011"/>
                  </a:lnTo>
                  <a:lnTo>
                    <a:pt x="1043884" y="1225156"/>
                  </a:lnTo>
                  <a:lnTo>
                    <a:pt x="1049321" y="1225156"/>
                  </a:lnTo>
                  <a:lnTo>
                    <a:pt x="1049321" y="1231301"/>
                  </a:lnTo>
                  <a:lnTo>
                    <a:pt x="1060194" y="1231301"/>
                  </a:lnTo>
                  <a:lnTo>
                    <a:pt x="1060194" y="1237455"/>
                  </a:lnTo>
                  <a:lnTo>
                    <a:pt x="1081942" y="1237455"/>
                  </a:lnTo>
                  <a:lnTo>
                    <a:pt x="1081942" y="1249781"/>
                  </a:lnTo>
                  <a:lnTo>
                    <a:pt x="1087379" y="1249781"/>
                  </a:lnTo>
                  <a:lnTo>
                    <a:pt x="1087379" y="1255944"/>
                  </a:lnTo>
                  <a:lnTo>
                    <a:pt x="1098253" y="1255944"/>
                  </a:lnTo>
                  <a:lnTo>
                    <a:pt x="1098253" y="1262108"/>
                  </a:lnTo>
                  <a:lnTo>
                    <a:pt x="1114563" y="1262108"/>
                  </a:lnTo>
                  <a:lnTo>
                    <a:pt x="1114563" y="1274434"/>
                  </a:lnTo>
                  <a:lnTo>
                    <a:pt x="1125437" y="1274434"/>
                  </a:lnTo>
                  <a:lnTo>
                    <a:pt x="1125437" y="1280597"/>
                  </a:lnTo>
                  <a:lnTo>
                    <a:pt x="1130874" y="1280597"/>
                  </a:lnTo>
                  <a:lnTo>
                    <a:pt x="1130874" y="1286770"/>
                  </a:lnTo>
                  <a:lnTo>
                    <a:pt x="1136311" y="1286770"/>
                  </a:lnTo>
                  <a:lnTo>
                    <a:pt x="1136311" y="1292943"/>
                  </a:lnTo>
                  <a:lnTo>
                    <a:pt x="1141748" y="1292943"/>
                  </a:lnTo>
                  <a:lnTo>
                    <a:pt x="1141748" y="1299116"/>
                  </a:lnTo>
                  <a:lnTo>
                    <a:pt x="1147185" y="1299116"/>
                  </a:lnTo>
                  <a:lnTo>
                    <a:pt x="1147185" y="1311519"/>
                  </a:lnTo>
                  <a:lnTo>
                    <a:pt x="1152622" y="1311519"/>
                  </a:lnTo>
                  <a:lnTo>
                    <a:pt x="1152622" y="1317720"/>
                  </a:lnTo>
                  <a:lnTo>
                    <a:pt x="1158059" y="1317720"/>
                  </a:lnTo>
                  <a:lnTo>
                    <a:pt x="1158059" y="1323921"/>
                  </a:lnTo>
                  <a:lnTo>
                    <a:pt x="1163495" y="1323921"/>
                  </a:lnTo>
                  <a:lnTo>
                    <a:pt x="1163495" y="1336324"/>
                  </a:lnTo>
                  <a:lnTo>
                    <a:pt x="1168932" y="1336324"/>
                  </a:lnTo>
                  <a:lnTo>
                    <a:pt x="1168932" y="1348727"/>
                  </a:lnTo>
                  <a:lnTo>
                    <a:pt x="1174369" y="1348727"/>
                  </a:lnTo>
                  <a:lnTo>
                    <a:pt x="1174369" y="1354929"/>
                  </a:lnTo>
                  <a:lnTo>
                    <a:pt x="1179806" y="1354929"/>
                  </a:lnTo>
                  <a:lnTo>
                    <a:pt x="1179806" y="1354929"/>
                  </a:lnTo>
                  <a:lnTo>
                    <a:pt x="1196117" y="1354929"/>
                  </a:lnTo>
                  <a:lnTo>
                    <a:pt x="1196117" y="1361140"/>
                  </a:lnTo>
                  <a:lnTo>
                    <a:pt x="1206991" y="1361140"/>
                  </a:lnTo>
                  <a:lnTo>
                    <a:pt x="1206991" y="1379774"/>
                  </a:lnTo>
                  <a:lnTo>
                    <a:pt x="1223301" y="1379774"/>
                  </a:lnTo>
                  <a:lnTo>
                    <a:pt x="1223301" y="1385985"/>
                  </a:lnTo>
                  <a:lnTo>
                    <a:pt x="1228738" y="1385985"/>
                  </a:lnTo>
                  <a:lnTo>
                    <a:pt x="1228738" y="1392196"/>
                  </a:lnTo>
                  <a:lnTo>
                    <a:pt x="1234175" y="1392196"/>
                  </a:lnTo>
                  <a:lnTo>
                    <a:pt x="1234175" y="1392196"/>
                  </a:lnTo>
                  <a:lnTo>
                    <a:pt x="1239612" y="1392196"/>
                  </a:lnTo>
                  <a:lnTo>
                    <a:pt x="1239612" y="1398417"/>
                  </a:lnTo>
                  <a:lnTo>
                    <a:pt x="1245049" y="1398417"/>
                  </a:lnTo>
                  <a:lnTo>
                    <a:pt x="1245049" y="1410859"/>
                  </a:lnTo>
                  <a:lnTo>
                    <a:pt x="1255923" y="1410859"/>
                  </a:lnTo>
                  <a:lnTo>
                    <a:pt x="1255923" y="1417081"/>
                  </a:lnTo>
                  <a:lnTo>
                    <a:pt x="1261360" y="1417081"/>
                  </a:lnTo>
                  <a:lnTo>
                    <a:pt x="1261360" y="1417081"/>
                  </a:lnTo>
                  <a:lnTo>
                    <a:pt x="1266797" y="1417081"/>
                  </a:lnTo>
                  <a:lnTo>
                    <a:pt x="1266797" y="1423322"/>
                  </a:lnTo>
                  <a:lnTo>
                    <a:pt x="1272233" y="1423322"/>
                  </a:lnTo>
                  <a:lnTo>
                    <a:pt x="1272233" y="1435804"/>
                  </a:lnTo>
                  <a:lnTo>
                    <a:pt x="1283107" y="1435804"/>
                  </a:lnTo>
                  <a:lnTo>
                    <a:pt x="1283107" y="1442045"/>
                  </a:lnTo>
                  <a:lnTo>
                    <a:pt x="1288544" y="1442045"/>
                  </a:lnTo>
                  <a:lnTo>
                    <a:pt x="1288544" y="1448286"/>
                  </a:lnTo>
                  <a:lnTo>
                    <a:pt x="1293981" y="1448286"/>
                  </a:lnTo>
                  <a:lnTo>
                    <a:pt x="1293981" y="1454527"/>
                  </a:lnTo>
                  <a:lnTo>
                    <a:pt x="1315729" y="1454527"/>
                  </a:lnTo>
                  <a:lnTo>
                    <a:pt x="1315729" y="1473251"/>
                  </a:lnTo>
                  <a:lnTo>
                    <a:pt x="1326602" y="1473251"/>
                  </a:lnTo>
                  <a:lnTo>
                    <a:pt x="1326602" y="1479492"/>
                  </a:lnTo>
                  <a:lnTo>
                    <a:pt x="1332039" y="1479492"/>
                  </a:lnTo>
                  <a:lnTo>
                    <a:pt x="1332039" y="1479492"/>
                  </a:lnTo>
                  <a:lnTo>
                    <a:pt x="1337476" y="1479492"/>
                  </a:lnTo>
                  <a:lnTo>
                    <a:pt x="1337476" y="1491994"/>
                  </a:lnTo>
                  <a:lnTo>
                    <a:pt x="1359224" y="1491994"/>
                  </a:lnTo>
                  <a:lnTo>
                    <a:pt x="1359224" y="1498246"/>
                  </a:lnTo>
                  <a:lnTo>
                    <a:pt x="1364661" y="1498246"/>
                  </a:lnTo>
                  <a:lnTo>
                    <a:pt x="1364661" y="1504497"/>
                  </a:lnTo>
                  <a:lnTo>
                    <a:pt x="1370098" y="1504497"/>
                  </a:lnTo>
                  <a:lnTo>
                    <a:pt x="1370098" y="1510748"/>
                  </a:lnTo>
                  <a:lnTo>
                    <a:pt x="1375534" y="1510748"/>
                  </a:lnTo>
                  <a:lnTo>
                    <a:pt x="1375534" y="1517010"/>
                  </a:lnTo>
                  <a:lnTo>
                    <a:pt x="1380971" y="1517010"/>
                  </a:lnTo>
                  <a:lnTo>
                    <a:pt x="1380971" y="1529533"/>
                  </a:lnTo>
                  <a:lnTo>
                    <a:pt x="1386408" y="1529533"/>
                  </a:lnTo>
                  <a:lnTo>
                    <a:pt x="1386408" y="1542057"/>
                  </a:lnTo>
                  <a:lnTo>
                    <a:pt x="1397282" y="1542057"/>
                  </a:lnTo>
                  <a:lnTo>
                    <a:pt x="1397282" y="1548318"/>
                  </a:lnTo>
                  <a:lnTo>
                    <a:pt x="1402719" y="1548318"/>
                  </a:lnTo>
                  <a:lnTo>
                    <a:pt x="1402719" y="1567103"/>
                  </a:lnTo>
                  <a:lnTo>
                    <a:pt x="1413593" y="1567103"/>
                  </a:lnTo>
                  <a:lnTo>
                    <a:pt x="1413593" y="1567103"/>
                  </a:lnTo>
                  <a:lnTo>
                    <a:pt x="1429903" y="1567103"/>
                  </a:lnTo>
                  <a:lnTo>
                    <a:pt x="1429903" y="1573386"/>
                  </a:lnTo>
                  <a:lnTo>
                    <a:pt x="1435340" y="1573386"/>
                  </a:lnTo>
                  <a:lnTo>
                    <a:pt x="1435340" y="1579669"/>
                  </a:lnTo>
                  <a:lnTo>
                    <a:pt x="1446214" y="1579669"/>
                  </a:lnTo>
                  <a:lnTo>
                    <a:pt x="1446214" y="1585951"/>
                  </a:lnTo>
                  <a:lnTo>
                    <a:pt x="1451651" y="1585951"/>
                  </a:lnTo>
                  <a:lnTo>
                    <a:pt x="1451651" y="1598517"/>
                  </a:lnTo>
                  <a:lnTo>
                    <a:pt x="1457088" y="1598517"/>
                  </a:lnTo>
                  <a:lnTo>
                    <a:pt x="1457088" y="1604800"/>
                  </a:lnTo>
                  <a:lnTo>
                    <a:pt x="1462525" y="1604800"/>
                  </a:lnTo>
                  <a:lnTo>
                    <a:pt x="1462525" y="1617387"/>
                  </a:lnTo>
                  <a:lnTo>
                    <a:pt x="1467962" y="1617387"/>
                  </a:lnTo>
                  <a:lnTo>
                    <a:pt x="1467962" y="1623680"/>
                  </a:lnTo>
                  <a:lnTo>
                    <a:pt x="1484272" y="1623680"/>
                  </a:lnTo>
                  <a:lnTo>
                    <a:pt x="1484272" y="1629973"/>
                  </a:lnTo>
                  <a:lnTo>
                    <a:pt x="1489709" y="1629973"/>
                  </a:lnTo>
                  <a:lnTo>
                    <a:pt x="1489709" y="1636278"/>
                  </a:lnTo>
                  <a:lnTo>
                    <a:pt x="1495146" y="1636278"/>
                  </a:lnTo>
                  <a:lnTo>
                    <a:pt x="1495146" y="1642582"/>
                  </a:lnTo>
                  <a:lnTo>
                    <a:pt x="1506020" y="1642582"/>
                  </a:lnTo>
                  <a:lnTo>
                    <a:pt x="1506020" y="1648897"/>
                  </a:lnTo>
                  <a:lnTo>
                    <a:pt x="1511457" y="1648897"/>
                  </a:lnTo>
                  <a:lnTo>
                    <a:pt x="1511457" y="1655212"/>
                  </a:lnTo>
                  <a:lnTo>
                    <a:pt x="1522331" y="1655212"/>
                  </a:lnTo>
                  <a:lnTo>
                    <a:pt x="1522331" y="1661538"/>
                  </a:lnTo>
                  <a:lnTo>
                    <a:pt x="1533205" y="1661538"/>
                  </a:lnTo>
                  <a:lnTo>
                    <a:pt x="1533205" y="1661538"/>
                  </a:lnTo>
                  <a:lnTo>
                    <a:pt x="1538641" y="1661538"/>
                  </a:lnTo>
                  <a:lnTo>
                    <a:pt x="1538641" y="1674213"/>
                  </a:lnTo>
                  <a:lnTo>
                    <a:pt x="1544078" y="1674213"/>
                  </a:lnTo>
                  <a:lnTo>
                    <a:pt x="1544078" y="1680550"/>
                  </a:lnTo>
                  <a:lnTo>
                    <a:pt x="1560389" y="1680550"/>
                  </a:lnTo>
                  <a:lnTo>
                    <a:pt x="1560389" y="1686887"/>
                  </a:lnTo>
                  <a:lnTo>
                    <a:pt x="1565826" y="1686887"/>
                  </a:lnTo>
                  <a:lnTo>
                    <a:pt x="1565826" y="1693224"/>
                  </a:lnTo>
                  <a:lnTo>
                    <a:pt x="1571263" y="1693224"/>
                  </a:lnTo>
                  <a:lnTo>
                    <a:pt x="1571263" y="1699561"/>
                  </a:lnTo>
                  <a:lnTo>
                    <a:pt x="1576700" y="1699561"/>
                  </a:lnTo>
                  <a:lnTo>
                    <a:pt x="1576700" y="1705898"/>
                  </a:lnTo>
                  <a:lnTo>
                    <a:pt x="1593010" y="1705898"/>
                  </a:lnTo>
                  <a:lnTo>
                    <a:pt x="1593010" y="1712235"/>
                  </a:lnTo>
                  <a:lnTo>
                    <a:pt x="1598447" y="1712235"/>
                  </a:lnTo>
                  <a:lnTo>
                    <a:pt x="1598447" y="1724910"/>
                  </a:lnTo>
                  <a:lnTo>
                    <a:pt x="1603884" y="1724910"/>
                  </a:lnTo>
                  <a:lnTo>
                    <a:pt x="1603884" y="1731247"/>
                  </a:lnTo>
                  <a:lnTo>
                    <a:pt x="1614758" y="1731247"/>
                  </a:lnTo>
                  <a:lnTo>
                    <a:pt x="1614758" y="1737584"/>
                  </a:lnTo>
                  <a:lnTo>
                    <a:pt x="1625632" y="1737584"/>
                  </a:lnTo>
                  <a:lnTo>
                    <a:pt x="1625632" y="1737584"/>
                  </a:lnTo>
                  <a:lnTo>
                    <a:pt x="1631069" y="1737584"/>
                  </a:lnTo>
                  <a:lnTo>
                    <a:pt x="1631069" y="1750281"/>
                  </a:lnTo>
                  <a:lnTo>
                    <a:pt x="1641942" y="1750281"/>
                  </a:lnTo>
                  <a:lnTo>
                    <a:pt x="1641942" y="1756629"/>
                  </a:lnTo>
                  <a:lnTo>
                    <a:pt x="1652816" y="1756629"/>
                  </a:lnTo>
                  <a:lnTo>
                    <a:pt x="1652816" y="1762978"/>
                  </a:lnTo>
                  <a:lnTo>
                    <a:pt x="1658253" y="1762978"/>
                  </a:lnTo>
                  <a:lnTo>
                    <a:pt x="1658253" y="1769326"/>
                  </a:lnTo>
                  <a:lnTo>
                    <a:pt x="1674564" y="1769326"/>
                  </a:lnTo>
                  <a:lnTo>
                    <a:pt x="1674564" y="1782023"/>
                  </a:lnTo>
                  <a:lnTo>
                    <a:pt x="1680001" y="1782023"/>
                  </a:lnTo>
                  <a:lnTo>
                    <a:pt x="1680001" y="1788371"/>
                  </a:lnTo>
                  <a:lnTo>
                    <a:pt x="1685438" y="1788371"/>
                  </a:lnTo>
                  <a:lnTo>
                    <a:pt x="1685438" y="1794720"/>
                  </a:lnTo>
                  <a:lnTo>
                    <a:pt x="1690875" y="1794720"/>
                  </a:lnTo>
                  <a:lnTo>
                    <a:pt x="1690875" y="1807417"/>
                  </a:lnTo>
                  <a:lnTo>
                    <a:pt x="1701748" y="1807417"/>
                  </a:lnTo>
                  <a:lnTo>
                    <a:pt x="1701748" y="1820114"/>
                  </a:lnTo>
                  <a:lnTo>
                    <a:pt x="1728933" y="1820114"/>
                  </a:lnTo>
                  <a:lnTo>
                    <a:pt x="1728933" y="1826462"/>
                  </a:lnTo>
                  <a:lnTo>
                    <a:pt x="1734370" y="1826462"/>
                  </a:lnTo>
                  <a:lnTo>
                    <a:pt x="1734370" y="1832810"/>
                  </a:lnTo>
                  <a:lnTo>
                    <a:pt x="1750680" y="1832810"/>
                  </a:lnTo>
                  <a:lnTo>
                    <a:pt x="1750680" y="1839159"/>
                  </a:lnTo>
                  <a:lnTo>
                    <a:pt x="1805049" y="1839159"/>
                  </a:lnTo>
                  <a:lnTo>
                    <a:pt x="1805049" y="1845507"/>
                  </a:lnTo>
                  <a:lnTo>
                    <a:pt x="1821360" y="1845507"/>
                  </a:lnTo>
                  <a:lnTo>
                    <a:pt x="1821360" y="1851856"/>
                  </a:lnTo>
                  <a:lnTo>
                    <a:pt x="1826797" y="1851856"/>
                  </a:lnTo>
                  <a:lnTo>
                    <a:pt x="1826797" y="1858204"/>
                  </a:lnTo>
                  <a:lnTo>
                    <a:pt x="1843108" y="1858204"/>
                  </a:lnTo>
                  <a:lnTo>
                    <a:pt x="1843108" y="1870925"/>
                  </a:lnTo>
                  <a:lnTo>
                    <a:pt x="1848545" y="1870925"/>
                  </a:lnTo>
                  <a:lnTo>
                    <a:pt x="1848545" y="1883645"/>
                  </a:lnTo>
                  <a:lnTo>
                    <a:pt x="1853981" y="1883645"/>
                  </a:lnTo>
                  <a:lnTo>
                    <a:pt x="1853981" y="1890005"/>
                  </a:lnTo>
                  <a:lnTo>
                    <a:pt x="1870292" y="1890005"/>
                  </a:lnTo>
                  <a:lnTo>
                    <a:pt x="1870292" y="1890005"/>
                  </a:lnTo>
                  <a:lnTo>
                    <a:pt x="1886603" y="1890005"/>
                  </a:lnTo>
                  <a:lnTo>
                    <a:pt x="1886603" y="1896377"/>
                  </a:lnTo>
                  <a:lnTo>
                    <a:pt x="1892040" y="1896377"/>
                  </a:lnTo>
                  <a:lnTo>
                    <a:pt x="1892040" y="1902749"/>
                  </a:lnTo>
                  <a:lnTo>
                    <a:pt x="1902914" y="1902749"/>
                  </a:lnTo>
                  <a:lnTo>
                    <a:pt x="1902914" y="1909121"/>
                  </a:lnTo>
                  <a:lnTo>
                    <a:pt x="1924661" y="1909121"/>
                  </a:lnTo>
                  <a:lnTo>
                    <a:pt x="1924661" y="1915505"/>
                  </a:lnTo>
                  <a:lnTo>
                    <a:pt x="1930098" y="1915505"/>
                  </a:lnTo>
                  <a:lnTo>
                    <a:pt x="1930098" y="1921889"/>
                  </a:lnTo>
                  <a:lnTo>
                    <a:pt x="1935535" y="1921889"/>
                  </a:lnTo>
                  <a:lnTo>
                    <a:pt x="1935535" y="1928273"/>
                  </a:lnTo>
                  <a:lnTo>
                    <a:pt x="1946409" y="1928273"/>
                  </a:lnTo>
                  <a:lnTo>
                    <a:pt x="1946409" y="1941041"/>
                  </a:lnTo>
                  <a:lnTo>
                    <a:pt x="1957282" y="1941041"/>
                  </a:lnTo>
                  <a:lnTo>
                    <a:pt x="1957282" y="1941041"/>
                  </a:lnTo>
                  <a:lnTo>
                    <a:pt x="1962719" y="1941041"/>
                  </a:lnTo>
                  <a:lnTo>
                    <a:pt x="1962719" y="1947438"/>
                  </a:lnTo>
                  <a:lnTo>
                    <a:pt x="1968156" y="1947438"/>
                  </a:lnTo>
                  <a:lnTo>
                    <a:pt x="1968156" y="1953834"/>
                  </a:lnTo>
                  <a:lnTo>
                    <a:pt x="1973593" y="1953834"/>
                  </a:lnTo>
                  <a:lnTo>
                    <a:pt x="1973593" y="1966626"/>
                  </a:lnTo>
                  <a:lnTo>
                    <a:pt x="1979030" y="1966626"/>
                  </a:lnTo>
                  <a:lnTo>
                    <a:pt x="1979030" y="1979419"/>
                  </a:lnTo>
                  <a:lnTo>
                    <a:pt x="1984467" y="1979419"/>
                  </a:lnTo>
                  <a:lnTo>
                    <a:pt x="1984467" y="1985815"/>
                  </a:lnTo>
                  <a:lnTo>
                    <a:pt x="2022525" y="1985815"/>
                  </a:lnTo>
                  <a:lnTo>
                    <a:pt x="2022525" y="1985815"/>
                  </a:lnTo>
                  <a:lnTo>
                    <a:pt x="2033399" y="1985815"/>
                  </a:lnTo>
                  <a:lnTo>
                    <a:pt x="2033399" y="1992224"/>
                  </a:lnTo>
                  <a:lnTo>
                    <a:pt x="2044273" y="1992224"/>
                  </a:lnTo>
                  <a:lnTo>
                    <a:pt x="2044273" y="1998632"/>
                  </a:lnTo>
                  <a:lnTo>
                    <a:pt x="2049710" y="1998632"/>
                  </a:lnTo>
                  <a:lnTo>
                    <a:pt x="2049710" y="2011474"/>
                  </a:lnTo>
                  <a:lnTo>
                    <a:pt x="2066020" y="2011474"/>
                  </a:lnTo>
                  <a:lnTo>
                    <a:pt x="2066020" y="2017895"/>
                  </a:lnTo>
                  <a:lnTo>
                    <a:pt x="2087768" y="2017895"/>
                  </a:lnTo>
                  <a:lnTo>
                    <a:pt x="2087768" y="2030737"/>
                  </a:lnTo>
                  <a:lnTo>
                    <a:pt x="2098642" y="2030737"/>
                  </a:lnTo>
                  <a:lnTo>
                    <a:pt x="2098642" y="2037158"/>
                  </a:lnTo>
                  <a:lnTo>
                    <a:pt x="2114953" y="2037158"/>
                  </a:lnTo>
                  <a:lnTo>
                    <a:pt x="2114953" y="2043579"/>
                  </a:lnTo>
                  <a:lnTo>
                    <a:pt x="2120389" y="2043579"/>
                  </a:lnTo>
                  <a:lnTo>
                    <a:pt x="2120389" y="2050001"/>
                  </a:lnTo>
                  <a:lnTo>
                    <a:pt x="2125826" y="2050001"/>
                  </a:lnTo>
                  <a:lnTo>
                    <a:pt x="2125826" y="2056422"/>
                  </a:lnTo>
                  <a:lnTo>
                    <a:pt x="2153011" y="2056422"/>
                  </a:lnTo>
                  <a:lnTo>
                    <a:pt x="2153011" y="2062855"/>
                  </a:lnTo>
                  <a:lnTo>
                    <a:pt x="2201943" y="2062855"/>
                  </a:lnTo>
                  <a:lnTo>
                    <a:pt x="2201943" y="2069289"/>
                  </a:lnTo>
                  <a:lnTo>
                    <a:pt x="2212817" y="2069289"/>
                  </a:lnTo>
                  <a:lnTo>
                    <a:pt x="2212817" y="2082157"/>
                  </a:lnTo>
                  <a:lnTo>
                    <a:pt x="2218254" y="2082157"/>
                  </a:lnTo>
                  <a:lnTo>
                    <a:pt x="2218254" y="2082157"/>
                  </a:lnTo>
                  <a:lnTo>
                    <a:pt x="2234564" y="2082157"/>
                  </a:lnTo>
                  <a:lnTo>
                    <a:pt x="2234564" y="2095050"/>
                  </a:lnTo>
                  <a:lnTo>
                    <a:pt x="2256312" y="2095050"/>
                  </a:lnTo>
                  <a:lnTo>
                    <a:pt x="2256312" y="2095050"/>
                  </a:lnTo>
                  <a:lnTo>
                    <a:pt x="2261749" y="2095050"/>
                  </a:lnTo>
                  <a:lnTo>
                    <a:pt x="2261749" y="2095050"/>
                  </a:lnTo>
                  <a:lnTo>
                    <a:pt x="2267186" y="2095050"/>
                  </a:lnTo>
                  <a:lnTo>
                    <a:pt x="2267186" y="2101523"/>
                  </a:lnTo>
                  <a:lnTo>
                    <a:pt x="2272623" y="2101523"/>
                  </a:lnTo>
                  <a:lnTo>
                    <a:pt x="2272623" y="2107996"/>
                  </a:lnTo>
                  <a:lnTo>
                    <a:pt x="2283496" y="2107996"/>
                  </a:lnTo>
                  <a:lnTo>
                    <a:pt x="2283496" y="2114468"/>
                  </a:lnTo>
                  <a:lnTo>
                    <a:pt x="2305244" y="2114468"/>
                  </a:lnTo>
                  <a:lnTo>
                    <a:pt x="2305244" y="2120941"/>
                  </a:lnTo>
                  <a:lnTo>
                    <a:pt x="2310681" y="2120941"/>
                  </a:lnTo>
                  <a:lnTo>
                    <a:pt x="2310681" y="2127414"/>
                  </a:lnTo>
                  <a:lnTo>
                    <a:pt x="2321555" y="2127414"/>
                  </a:lnTo>
                  <a:lnTo>
                    <a:pt x="2321555" y="2127414"/>
                  </a:lnTo>
                  <a:lnTo>
                    <a:pt x="2343302" y="2127414"/>
                  </a:lnTo>
                  <a:lnTo>
                    <a:pt x="2343302" y="2133900"/>
                  </a:lnTo>
                  <a:lnTo>
                    <a:pt x="2370487" y="2133900"/>
                  </a:lnTo>
                  <a:lnTo>
                    <a:pt x="2370487" y="2140386"/>
                  </a:lnTo>
                  <a:lnTo>
                    <a:pt x="2392234" y="2140386"/>
                  </a:lnTo>
                  <a:lnTo>
                    <a:pt x="2392234" y="2146885"/>
                  </a:lnTo>
                  <a:lnTo>
                    <a:pt x="2408545" y="2146885"/>
                  </a:lnTo>
                  <a:lnTo>
                    <a:pt x="2408545" y="2159884"/>
                  </a:lnTo>
                  <a:lnTo>
                    <a:pt x="2413982" y="2159884"/>
                  </a:lnTo>
                  <a:lnTo>
                    <a:pt x="2413982" y="2166383"/>
                  </a:lnTo>
                  <a:lnTo>
                    <a:pt x="2419419" y="2166383"/>
                  </a:lnTo>
                  <a:lnTo>
                    <a:pt x="2419419" y="2166383"/>
                  </a:lnTo>
                  <a:lnTo>
                    <a:pt x="2424856" y="2166383"/>
                  </a:lnTo>
                  <a:lnTo>
                    <a:pt x="2424856" y="2185921"/>
                  </a:lnTo>
                  <a:lnTo>
                    <a:pt x="2441166" y="2185921"/>
                  </a:lnTo>
                  <a:lnTo>
                    <a:pt x="2441166" y="2192434"/>
                  </a:lnTo>
                  <a:lnTo>
                    <a:pt x="2446603" y="2192434"/>
                  </a:lnTo>
                  <a:lnTo>
                    <a:pt x="2446603" y="2205460"/>
                  </a:lnTo>
                  <a:lnTo>
                    <a:pt x="2462914" y="2205460"/>
                  </a:lnTo>
                  <a:lnTo>
                    <a:pt x="2462914" y="2218513"/>
                  </a:lnTo>
                  <a:lnTo>
                    <a:pt x="2468351" y="2218513"/>
                  </a:lnTo>
                  <a:lnTo>
                    <a:pt x="2468351" y="2225040"/>
                  </a:lnTo>
                  <a:lnTo>
                    <a:pt x="2479225" y="2225040"/>
                  </a:lnTo>
                  <a:lnTo>
                    <a:pt x="2479225" y="2231566"/>
                  </a:lnTo>
                  <a:lnTo>
                    <a:pt x="2495535" y="2231566"/>
                  </a:lnTo>
                  <a:lnTo>
                    <a:pt x="2495535" y="2238093"/>
                  </a:lnTo>
                  <a:lnTo>
                    <a:pt x="2528157" y="2238093"/>
                  </a:lnTo>
                  <a:lnTo>
                    <a:pt x="2528157" y="2251146"/>
                  </a:lnTo>
                  <a:lnTo>
                    <a:pt x="2539030" y="2251146"/>
                  </a:lnTo>
                  <a:lnTo>
                    <a:pt x="2539030" y="2251146"/>
                  </a:lnTo>
                  <a:lnTo>
                    <a:pt x="2544467" y="2251146"/>
                  </a:lnTo>
                  <a:lnTo>
                    <a:pt x="2544467" y="2257687"/>
                  </a:lnTo>
                  <a:lnTo>
                    <a:pt x="2549904" y="2257687"/>
                  </a:lnTo>
                  <a:lnTo>
                    <a:pt x="2549904" y="2257687"/>
                  </a:lnTo>
                  <a:lnTo>
                    <a:pt x="2555341" y="2257687"/>
                  </a:lnTo>
                  <a:lnTo>
                    <a:pt x="2555341" y="2264241"/>
                  </a:lnTo>
                  <a:lnTo>
                    <a:pt x="2577089" y="2264241"/>
                  </a:lnTo>
                  <a:lnTo>
                    <a:pt x="2577089" y="2264241"/>
                  </a:lnTo>
                  <a:lnTo>
                    <a:pt x="2609710" y="2264241"/>
                  </a:lnTo>
                  <a:lnTo>
                    <a:pt x="2609710" y="2277379"/>
                  </a:lnTo>
                  <a:lnTo>
                    <a:pt x="2620584" y="2277379"/>
                  </a:lnTo>
                  <a:lnTo>
                    <a:pt x="2620584" y="2283948"/>
                  </a:lnTo>
                  <a:lnTo>
                    <a:pt x="2626021" y="2283948"/>
                  </a:lnTo>
                  <a:lnTo>
                    <a:pt x="2626021" y="2290517"/>
                  </a:lnTo>
                  <a:lnTo>
                    <a:pt x="2631458" y="2290517"/>
                  </a:lnTo>
                  <a:lnTo>
                    <a:pt x="2631458" y="2303654"/>
                  </a:lnTo>
                  <a:lnTo>
                    <a:pt x="2669516" y="2303654"/>
                  </a:lnTo>
                  <a:lnTo>
                    <a:pt x="2669516" y="2310223"/>
                  </a:lnTo>
                  <a:lnTo>
                    <a:pt x="2702137" y="2310223"/>
                  </a:lnTo>
                  <a:lnTo>
                    <a:pt x="2702137" y="2316792"/>
                  </a:lnTo>
                  <a:lnTo>
                    <a:pt x="2713011" y="2316792"/>
                  </a:lnTo>
                  <a:lnTo>
                    <a:pt x="2713011" y="2323361"/>
                  </a:lnTo>
                  <a:lnTo>
                    <a:pt x="2723885" y="2323361"/>
                  </a:lnTo>
                  <a:lnTo>
                    <a:pt x="2723885" y="2343067"/>
                  </a:lnTo>
                  <a:lnTo>
                    <a:pt x="2756506" y="2343067"/>
                  </a:lnTo>
                  <a:lnTo>
                    <a:pt x="2756506" y="2349636"/>
                  </a:lnTo>
                  <a:lnTo>
                    <a:pt x="2772817" y="2349636"/>
                  </a:lnTo>
                  <a:lnTo>
                    <a:pt x="2772817" y="2356205"/>
                  </a:lnTo>
                  <a:lnTo>
                    <a:pt x="2778254" y="2356205"/>
                  </a:lnTo>
                  <a:lnTo>
                    <a:pt x="2778254" y="2362774"/>
                  </a:lnTo>
                  <a:lnTo>
                    <a:pt x="2789128" y="2362774"/>
                  </a:lnTo>
                  <a:lnTo>
                    <a:pt x="2789128" y="2369343"/>
                  </a:lnTo>
                  <a:lnTo>
                    <a:pt x="2805438" y="2369343"/>
                  </a:lnTo>
                  <a:lnTo>
                    <a:pt x="2805438" y="2375912"/>
                  </a:lnTo>
                  <a:lnTo>
                    <a:pt x="2816312" y="2375912"/>
                  </a:lnTo>
                  <a:lnTo>
                    <a:pt x="2816312" y="2395618"/>
                  </a:lnTo>
                  <a:lnTo>
                    <a:pt x="2827186" y="2395618"/>
                  </a:lnTo>
                  <a:lnTo>
                    <a:pt x="2827186" y="2395618"/>
                  </a:lnTo>
                  <a:lnTo>
                    <a:pt x="2838060" y="2395618"/>
                  </a:lnTo>
                  <a:lnTo>
                    <a:pt x="2838060" y="2395618"/>
                  </a:lnTo>
                  <a:lnTo>
                    <a:pt x="2848934" y="2395618"/>
                  </a:lnTo>
                  <a:lnTo>
                    <a:pt x="2848934" y="2402232"/>
                  </a:lnTo>
                  <a:lnTo>
                    <a:pt x="2865244" y="2402232"/>
                  </a:lnTo>
                  <a:lnTo>
                    <a:pt x="2865244" y="2408846"/>
                  </a:lnTo>
                  <a:lnTo>
                    <a:pt x="2870681" y="2408846"/>
                  </a:lnTo>
                  <a:lnTo>
                    <a:pt x="2870681" y="2428687"/>
                  </a:lnTo>
                  <a:lnTo>
                    <a:pt x="2886992" y="2428687"/>
                  </a:lnTo>
                  <a:lnTo>
                    <a:pt x="2886992" y="2435316"/>
                  </a:lnTo>
                  <a:lnTo>
                    <a:pt x="2892429" y="2435316"/>
                  </a:lnTo>
                  <a:lnTo>
                    <a:pt x="2892429" y="2435316"/>
                  </a:lnTo>
                  <a:lnTo>
                    <a:pt x="2914176" y="2435316"/>
                  </a:lnTo>
                  <a:lnTo>
                    <a:pt x="2914176" y="2441960"/>
                  </a:lnTo>
                  <a:lnTo>
                    <a:pt x="2919613" y="2441960"/>
                  </a:lnTo>
                  <a:lnTo>
                    <a:pt x="2919613" y="2455249"/>
                  </a:lnTo>
                  <a:lnTo>
                    <a:pt x="2930487" y="2455249"/>
                  </a:lnTo>
                  <a:lnTo>
                    <a:pt x="2930487" y="2455249"/>
                  </a:lnTo>
                  <a:lnTo>
                    <a:pt x="2935924" y="2455249"/>
                  </a:lnTo>
                  <a:lnTo>
                    <a:pt x="2935924" y="2461909"/>
                  </a:lnTo>
                  <a:lnTo>
                    <a:pt x="2952235" y="2461909"/>
                  </a:lnTo>
                  <a:lnTo>
                    <a:pt x="2952235" y="2468585"/>
                  </a:lnTo>
                  <a:lnTo>
                    <a:pt x="2957672" y="2468585"/>
                  </a:lnTo>
                  <a:lnTo>
                    <a:pt x="2957672" y="2475261"/>
                  </a:lnTo>
                  <a:lnTo>
                    <a:pt x="3006604" y="2475261"/>
                  </a:lnTo>
                  <a:lnTo>
                    <a:pt x="3006604" y="2481952"/>
                  </a:lnTo>
                  <a:lnTo>
                    <a:pt x="3012041" y="2481952"/>
                  </a:lnTo>
                  <a:lnTo>
                    <a:pt x="3012041" y="2481952"/>
                  </a:lnTo>
                  <a:lnTo>
                    <a:pt x="3039225" y="2481952"/>
                  </a:lnTo>
                  <a:lnTo>
                    <a:pt x="3039225" y="2488675"/>
                  </a:lnTo>
                  <a:lnTo>
                    <a:pt x="3055536" y="2488675"/>
                  </a:lnTo>
                  <a:lnTo>
                    <a:pt x="3055536" y="2495399"/>
                  </a:lnTo>
                  <a:lnTo>
                    <a:pt x="3082720" y="2495399"/>
                  </a:lnTo>
                  <a:lnTo>
                    <a:pt x="3082720" y="2502122"/>
                  </a:lnTo>
                  <a:lnTo>
                    <a:pt x="3131652" y="2502122"/>
                  </a:lnTo>
                  <a:lnTo>
                    <a:pt x="3131652" y="2508862"/>
                  </a:lnTo>
                  <a:lnTo>
                    <a:pt x="3142526" y="2508862"/>
                  </a:lnTo>
                  <a:lnTo>
                    <a:pt x="3142526" y="2508862"/>
                  </a:lnTo>
                  <a:lnTo>
                    <a:pt x="3164274" y="2508862"/>
                  </a:lnTo>
                  <a:lnTo>
                    <a:pt x="3164274" y="2515618"/>
                  </a:lnTo>
                  <a:lnTo>
                    <a:pt x="3180584" y="2515618"/>
                  </a:lnTo>
                  <a:lnTo>
                    <a:pt x="3180584" y="2529162"/>
                  </a:lnTo>
                  <a:lnTo>
                    <a:pt x="3191458" y="2529162"/>
                  </a:lnTo>
                  <a:lnTo>
                    <a:pt x="3191458" y="2529162"/>
                  </a:lnTo>
                  <a:lnTo>
                    <a:pt x="3196895" y="2529162"/>
                  </a:lnTo>
                  <a:lnTo>
                    <a:pt x="3196895" y="2529162"/>
                  </a:lnTo>
                  <a:lnTo>
                    <a:pt x="3207769" y="2529162"/>
                  </a:lnTo>
                  <a:lnTo>
                    <a:pt x="3207769" y="2529162"/>
                  </a:lnTo>
                  <a:lnTo>
                    <a:pt x="3224080" y="2529162"/>
                  </a:lnTo>
                  <a:lnTo>
                    <a:pt x="3224080" y="2535985"/>
                  </a:lnTo>
                  <a:lnTo>
                    <a:pt x="3229516" y="2535985"/>
                  </a:lnTo>
                  <a:lnTo>
                    <a:pt x="3229516" y="2535985"/>
                  </a:lnTo>
                  <a:lnTo>
                    <a:pt x="3234953" y="2535985"/>
                  </a:lnTo>
                  <a:lnTo>
                    <a:pt x="3234953" y="2535985"/>
                  </a:lnTo>
                  <a:lnTo>
                    <a:pt x="3262138" y="2535985"/>
                  </a:lnTo>
                  <a:lnTo>
                    <a:pt x="3262138" y="2542910"/>
                  </a:lnTo>
                  <a:lnTo>
                    <a:pt x="3267575" y="2542910"/>
                  </a:lnTo>
                  <a:lnTo>
                    <a:pt x="3267575" y="2549835"/>
                  </a:lnTo>
                  <a:lnTo>
                    <a:pt x="3283885" y="2549835"/>
                  </a:lnTo>
                  <a:lnTo>
                    <a:pt x="3283885" y="2549835"/>
                  </a:lnTo>
                  <a:lnTo>
                    <a:pt x="3289322" y="2549835"/>
                  </a:lnTo>
                  <a:lnTo>
                    <a:pt x="3289322" y="2549835"/>
                  </a:lnTo>
                  <a:lnTo>
                    <a:pt x="3294759" y="2549835"/>
                  </a:lnTo>
                  <a:lnTo>
                    <a:pt x="3294759" y="2556795"/>
                  </a:lnTo>
                  <a:lnTo>
                    <a:pt x="3311070" y="2556795"/>
                  </a:lnTo>
                  <a:lnTo>
                    <a:pt x="3311070" y="2556795"/>
                  </a:lnTo>
                  <a:lnTo>
                    <a:pt x="3349128" y="2556795"/>
                  </a:lnTo>
                  <a:lnTo>
                    <a:pt x="3349128" y="2563808"/>
                  </a:lnTo>
                  <a:lnTo>
                    <a:pt x="3360002" y="2563808"/>
                  </a:lnTo>
                  <a:lnTo>
                    <a:pt x="3360002" y="2570822"/>
                  </a:lnTo>
                  <a:lnTo>
                    <a:pt x="3392623" y="2570822"/>
                  </a:lnTo>
                  <a:lnTo>
                    <a:pt x="3392623" y="2584921"/>
                  </a:lnTo>
                  <a:lnTo>
                    <a:pt x="3398060" y="2584921"/>
                  </a:lnTo>
                  <a:lnTo>
                    <a:pt x="3398060" y="2584921"/>
                  </a:lnTo>
                  <a:lnTo>
                    <a:pt x="3403497" y="2584921"/>
                  </a:lnTo>
                  <a:lnTo>
                    <a:pt x="3403497" y="2591989"/>
                  </a:lnTo>
                  <a:lnTo>
                    <a:pt x="3408934" y="2591989"/>
                  </a:lnTo>
                  <a:lnTo>
                    <a:pt x="3408934" y="2591989"/>
                  </a:lnTo>
                  <a:lnTo>
                    <a:pt x="3419808" y="2591989"/>
                  </a:lnTo>
                  <a:lnTo>
                    <a:pt x="3419808" y="2599076"/>
                  </a:lnTo>
                  <a:lnTo>
                    <a:pt x="3446992" y="2599076"/>
                  </a:lnTo>
                  <a:lnTo>
                    <a:pt x="3446992" y="2599076"/>
                  </a:lnTo>
                  <a:lnTo>
                    <a:pt x="3457866" y="2599076"/>
                  </a:lnTo>
                  <a:lnTo>
                    <a:pt x="3457866" y="2606181"/>
                  </a:lnTo>
                  <a:lnTo>
                    <a:pt x="3463303" y="2606181"/>
                  </a:lnTo>
                  <a:lnTo>
                    <a:pt x="3463303" y="2606181"/>
                  </a:lnTo>
                  <a:lnTo>
                    <a:pt x="3468740" y="2606181"/>
                  </a:lnTo>
                  <a:lnTo>
                    <a:pt x="3468740" y="2606181"/>
                  </a:lnTo>
                  <a:lnTo>
                    <a:pt x="3479614" y="2606181"/>
                  </a:lnTo>
                  <a:lnTo>
                    <a:pt x="3479614" y="2613324"/>
                  </a:lnTo>
                  <a:lnTo>
                    <a:pt x="3490487" y="2613324"/>
                  </a:lnTo>
                  <a:lnTo>
                    <a:pt x="3490487" y="2613324"/>
                  </a:lnTo>
                  <a:lnTo>
                    <a:pt x="3495924" y="2613324"/>
                  </a:lnTo>
                  <a:lnTo>
                    <a:pt x="3495924" y="2620486"/>
                  </a:lnTo>
                  <a:lnTo>
                    <a:pt x="3501361" y="2620486"/>
                  </a:lnTo>
                  <a:lnTo>
                    <a:pt x="3501361" y="2620486"/>
                  </a:lnTo>
                  <a:lnTo>
                    <a:pt x="3517672" y="2620486"/>
                  </a:lnTo>
                  <a:lnTo>
                    <a:pt x="3517672" y="2620486"/>
                  </a:lnTo>
                  <a:lnTo>
                    <a:pt x="3539420" y="2620486"/>
                  </a:lnTo>
                  <a:lnTo>
                    <a:pt x="3539420" y="2627706"/>
                  </a:lnTo>
                  <a:lnTo>
                    <a:pt x="3572041" y="2627706"/>
                  </a:lnTo>
                  <a:lnTo>
                    <a:pt x="3572041" y="2627706"/>
                  </a:lnTo>
                  <a:lnTo>
                    <a:pt x="3577478" y="2627706"/>
                  </a:lnTo>
                  <a:lnTo>
                    <a:pt x="3577478" y="2627706"/>
                  </a:lnTo>
                  <a:lnTo>
                    <a:pt x="3582915" y="2627706"/>
                  </a:lnTo>
                  <a:lnTo>
                    <a:pt x="3582915" y="2634984"/>
                  </a:lnTo>
                  <a:lnTo>
                    <a:pt x="3593789" y="2634984"/>
                  </a:lnTo>
                  <a:lnTo>
                    <a:pt x="3593789" y="2634984"/>
                  </a:lnTo>
                  <a:lnTo>
                    <a:pt x="3599225" y="2634984"/>
                  </a:lnTo>
                  <a:lnTo>
                    <a:pt x="3599225" y="2642303"/>
                  </a:lnTo>
                  <a:lnTo>
                    <a:pt x="3604662" y="2642303"/>
                  </a:lnTo>
                  <a:lnTo>
                    <a:pt x="3604662" y="2642303"/>
                  </a:lnTo>
                  <a:lnTo>
                    <a:pt x="3610099" y="2642303"/>
                  </a:lnTo>
                  <a:lnTo>
                    <a:pt x="3610099" y="2649642"/>
                  </a:lnTo>
                  <a:lnTo>
                    <a:pt x="3615536" y="2649642"/>
                  </a:lnTo>
                  <a:lnTo>
                    <a:pt x="3615536" y="2656981"/>
                  </a:lnTo>
                  <a:lnTo>
                    <a:pt x="3631847" y="2656981"/>
                  </a:lnTo>
                  <a:lnTo>
                    <a:pt x="3631847" y="2656981"/>
                  </a:lnTo>
                  <a:lnTo>
                    <a:pt x="3637284" y="2656981"/>
                  </a:lnTo>
                  <a:lnTo>
                    <a:pt x="3637284" y="2664362"/>
                  </a:lnTo>
                  <a:lnTo>
                    <a:pt x="3642721" y="2664362"/>
                  </a:lnTo>
                  <a:lnTo>
                    <a:pt x="3642721" y="2664362"/>
                  </a:lnTo>
                  <a:lnTo>
                    <a:pt x="3653594" y="2664362"/>
                  </a:lnTo>
                  <a:lnTo>
                    <a:pt x="3653594" y="2671783"/>
                  </a:lnTo>
                  <a:lnTo>
                    <a:pt x="3659031" y="2671783"/>
                  </a:lnTo>
                  <a:lnTo>
                    <a:pt x="3659031" y="2679205"/>
                  </a:lnTo>
                  <a:lnTo>
                    <a:pt x="3664468" y="2679205"/>
                  </a:lnTo>
                  <a:lnTo>
                    <a:pt x="3664468" y="2679205"/>
                  </a:lnTo>
                  <a:lnTo>
                    <a:pt x="3675342" y="2679205"/>
                  </a:lnTo>
                  <a:lnTo>
                    <a:pt x="3675342" y="2686648"/>
                  </a:lnTo>
                  <a:lnTo>
                    <a:pt x="3691653" y="2686648"/>
                  </a:lnTo>
                  <a:lnTo>
                    <a:pt x="3691653" y="2686648"/>
                  </a:lnTo>
                  <a:lnTo>
                    <a:pt x="3697090" y="2686648"/>
                  </a:lnTo>
                  <a:lnTo>
                    <a:pt x="3697090" y="2694133"/>
                  </a:lnTo>
                  <a:lnTo>
                    <a:pt x="3707963" y="2694133"/>
                  </a:lnTo>
                  <a:lnTo>
                    <a:pt x="3707963" y="2701618"/>
                  </a:lnTo>
                  <a:lnTo>
                    <a:pt x="3735148" y="2701618"/>
                  </a:lnTo>
                  <a:lnTo>
                    <a:pt x="3735148" y="2709104"/>
                  </a:lnTo>
                  <a:lnTo>
                    <a:pt x="3751459" y="2709104"/>
                  </a:lnTo>
                  <a:lnTo>
                    <a:pt x="3751459" y="2716589"/>
                  </a:lnTo>
                  <a:lnTo>
                    <a:pt x="3767769" y="2716589"/>
                  </a:lnTo>
                  <a:lnTo>
                    <a:pt x="3767769" y="2716589"/>
                  </a:lnTo>
                  <a:lnTo>
                    <a:pt x="3789517" y="2716589"/>
                  </a:lnTo>
                  <a:lnTo>
                    <a:pt x="3789517" y="2716589"/>
                  </a:lnTo>
                  <a:lnTo>
                    <a:pt x="3794954" y="2716589"/>
                  </a:lnTo>
                  <a:lnTo>
                    <a:pt x="3794954" y="2724162"/>
                  </a:lnTo>
                  <a:lnTo>
                    <a:pt x="3805828" y="2724162"/>
                  </a:lnTo>
                  <a:lnTo>
                    <a:pt x="3805828" y="2731758"/>
                  </a:lnTo>
                  <a:lnTo>
                    <a:pt x="3827575" y="2731758"/>
                  </a:lnTo>
                  <a:lnTo>
                    <a:pt x="3827575" y="2746994"/>
                  </a:lnTo>
                  <a:lnTo>
                    <a:pt x="3843886" y="2746994"/>
                  </a:lnTo>
                  <a:lnTo>
                    <a:pt x="3843886" y="2746994"/>
                  </a:lnTo>
                  <a:lnTo>
                    <a:pt x="3865633" y="2746994"/>
                  </a:lnTo>
                  <a:lnTo>
                    <a:pt x="3865633" y="2754658"/>
                  </a:lnTo>
                  <a:lnTo>
                    <a:pt x="3871070" y="2754658"/>
                  </a:lnTo>
                  <a:lnTo>
                    <a:pt x="3871070" y="2762345"/>
                  </a:lnTo>
                  <a:lnTo>
                    <a:pt x="3881944" y="2762345"/>
                  </a:lnTo>
                  <a:lnTo>
                    <a:pt x="3881944" y="2770055"/>
                  </a:lnTo>
                  <a:lnTo>
                    <a:pt x="3887381" y="2770055"/>
                  </a:lnTo>
                  <a:lnTo>
                    <a:pt x="3887381" y="2777789"/>
                  </a:lnTo>
                  <a:lnTo>
                    <a:pt x="3914565" y="2777789"/>
                  </a:lnTo>
                  <a:lnTo>
                    <a:pt x="3914565" y="2785547"/>
                  </a:lnTo>
                  <a:lnTo>
                    <a:pt x="3920002" y="2785547"/>
                  </a:lnTo>
                  <a:lnTo>
                    <a:pt x="3920002" y="2785547"/>
                  </a:lnTo>
                  <a:lnTo>
                    <a:pt x="3941750" y="2785547"/>
                  </a:lnTo>
                  <a:lnTo>
                    <a:pt x="3941750" y="2801111"/>
                  </a:lnTo>
                  <a:lnTo>
                    <a:pt x="3963498" y="2801111"/>
                  </a:lnTo>
                  <a:lnTo>
                    <a:pt x="3963498" y="2801111"/>
                  </a:lnTo>
                  <a:lnTo>
                    <a:pt x="3968934" y="2801111"/>
                  </a:lnTo>
                  <a:lnTo>
                    <a:pt x="3968934" y="2816723"/>
                  </a:lnTo>
                  <a:lnTo>
                    <a:pt x="3996119" y="2816723"/>
                  </a:lnTo>
                  <a:lnTo>
                    <a:pt x="3996119" y="2816723"/>
                  </a:lnTo>
                  <a:lnTo>
                    <a:pt x="4006993" y="2816723"/>
                  </a:lnTo>
                  <a:lnTo>
                    <a:pt x="4006993" y="2824603"/>
                  </a:lnTo>
                  <a:lnTo>
                    <a:pt x="4012430" y="2824603"/>
                  </a:lnTo>
                  <a:lnTo>
                    <a:pt x="4012430" y="2824603"/>
                  </a:lnTo>
                  <a:lnTo>
                    <a:pt x="4023303" y="2824603"/>
                  </a:lnTo>
                  <a:lnTo>
                    <a:pt x="4023303" y="2824603"/>
                  </a:lnTo>
                  <a:lnTo>
                    <a:pt x="4028740" y="2824603"/>
                  </a:lnTo>
                  <a:lnTo>
                    <a:pt x="4028740" y="2832534"/>
                  </a:lnTo>
                  <a:lnTo>
                    <a:pt x="4034177" y="2832534"/>
                  </a:lnTo>
                  <a:lnTo>
                    <a:pt x="4034177" y="2840491"/>
                  </a:lnTo>
                  <a:lnTo>
                    <a:pt x="4039614" y="2840491"/>
                  </a:lnTo>
                  <a:lnTo>
                    <a:pt x="4039614" y="2848473"/>
                  </a:lnTo>
                  <a:lnTo>
                    <a:pt x="4072235" y="2848473"/>
                  </a:lnTo>
                  <a:lnTo>
                    <a:pt x="4072235" y="2848473"/>
                  </a:lnTo>
                  <a:lnTo>
                    <a:pt x="4088546" y="2848473"/>
                  </a:lnTo>
                  <a:lnTo>
                    <a:pt x="4088546" y="2864542"/>
                  </a:lnTo>
                  <a:lnTo>
                    <a:pt x="4093983" y="2864542"/>
                  </a:lnTo>
                  <a:lnTo>
                    <a:pt x="4093983" y="2872604"/>
                  </a:lnTo>
                  <a:lnTo>
                    <a:pt x="4115731" y="2872604"/>
                  </a:lnTo>
                  <a:lnTo>
                    <a:pt x="4115731" y="2880692"/>
                  </a:lnTo>
                  <a:lnTo>
                    <a:pt x="4132041" y="2880692"/>
                  </a:lnTo>
                  <a:lnTo>
                    <a:pt x="4132041" y="2888780"/>
                  </a:lnTo>
                  <a:lnTo>
                    <a:pt x="4148352" y="2888780"/>
                  </a:lnTo>
                  <a:lnTo>
                    <a:pt x="4148352" y="2896868"/>
                  </a:lnTo>
                  <a:lnTo>
                    <a:pt x="4153789" y="2896868"/>
                  </a:lnTo>
                  <a:lnTo>
                    <a:pt x="4153789" y="2904956"/>
                  </a:lnTo>
                  <a:lnTo>
                    <a:pt x="4170100" y="2904956"/>
                  </a:lnTo>
                  <a:lnTo>
                    <a:pt x="4170100" y="2904956"/>
                  </a:lnTo>
                  <a:lnTo>
                    <a:pt x="4175537" y="2904956"/>
                  </a:lnTo>
                  <a:lnTo>
                    <a:pt x="4175537" y="2913099"/>
                  </a:lnTo>
                  <a:lnTo>
                    <a:pt x="4180973" y="2913099"/>
                  </a:lnTo>
                  <a:lnTo>
                    <a:pt x="4180973" y="2913099"/>
                  </a:lnTo>
                  <a:lnTo>
                    <a:pt x="4186410" y="2913099"/>
                  </a:lnTo>
                  <a:lnTo>
                    <a:pt x="4186410" y="2913099"/>
                  </a:lnTo>
                  <a:lnTo>
                    <a:pt x="4197284" y="2913099"/>
                  </a:lnTo>
                  <a:lnTo>
                    <a:pt x="4197284" y="2913099"/>
                  </a:lnTo>
                  <a:lnTo>
                    <a:pt x="4202721" y="2913099"/>
                  </a:lnTo>
                  <a:lnTo>
                    <a:pt x="4202721" y="2913099"/>
                  </a:lnTo>
                  <a:lnTo>
                    <a:pt x="4208158" y="2913099"/>
                  </a:lnTo>
                  <a:lnTo>
                    <a:pt x="4208158" y="2921355"/>
                  </a:lnTo>
                  <a:lnTo>
                    <a:pt x="4224469" y="2921355"/>
                  </a:lnTo>
                  <a:lnTo>
                    <a:pt x="4224469" y="2929640"/>
                  </a:lnTo>
                  <a:lnTo>
                    <a:pt x="4257090" y="2929640"/>
                  </a:lnTo>
                  <a:lnTo>
                    <a:pt x="4257090" y="2929640"/>
                  </a:lnTo>
                  <a:lnTo>
                    <a:pt x="4273401" y="2929640"/>
                  </a:lnTo>
                  <a:lnTo>
                    <a:pt x="4273401" y="2929640"/>
                  </a:lnTo>
                  <a:lnTo>
                    <a:pt x="4316896" y="2929640"/>
                  </a:lnTo>
                  <a:lnTo>
                    <a:pt x="4316896" y="2929640"/>
                  </a:lnTo>
                  <a:lnTo>
                    <a:pt x="4333207" y="2929640"/>
                  </a:lnTo>
                  <a:lnTo>
                    <a:pt x="4333207" y="2929640"/>
                  </a:lnTo>
                  <a:lnTo>
                    <a:pt x="4338643" y="2929640"/>
                  </a:lnTo>
                  <a:lnTo>
                    <a:pt x="4338643" y="2929640"/>
                  </a:lnTo>
                  <a:lnTo>
                    <a:pt x="4344080" y="2929640"/>
                  </a:lnTo>
                  <a:lnTo>
                    <a:pt x="4344080" y="2946625"/>
                  </a:lnTo>
                  <a:lnTo>
                    <a:pt x="4349517" y="2946625"/>
                  </a:lnTo>
                  <a:lnTo>
                    <a:pt x="4349517" y="2946625"/>
                  </a:lnTo>
                  <a:lnTo>
                    <a:pt x="4365828" y="2946625"/>
                  </a:lnTo>
                  <a:lnTo>
                    <a:pt x="4365828" y="2955148"/>
                  </a:lnTo>
                  <a:lnTo>
                    <a:pt x="4398449" y="2955148"/>
                  </a:lnTo>
                  <a:lnTo>
                    <a:pt x="4398449" y="2963672"/>
                  </a:lnTo>
                  <a:lnTo>
                    <a:pt x="4403886" y="2963672"/>
                  </a:lnTo>
                  <a:lnTo>
                    <a:pt x="4403886" y="2980781"/>
                  </a:lnTo>
                  <a:lnTo>
                    <a:pt x="4414760" y="2980781"/>
                  </a:lnTo>
                  <a:lnTo>
                    <a:pt x="4414760" y="2989335"/>
                  </a:lnTo>
                  <a:lnTo>
                    <a:pt x="4425634" y="2989335"/>
                  </a:lnTo>
                  <a:lnTo>
                    <a:pt x="4425634" y="2989335"/>
                  </a:lnTo>
                  <a:lnTo>
                    <a:pt x="4452818" y="2989335"/>
                  </a:lnTo>
                  <a:lnTo>
                    <a:pt x="4452818" y="3006572"/>
                  </a:lnTo>
                  <a:lnTo>
                    <a:pt x="4474566" y="3006572"/>
                  </a:lnTo>
                  <a:lnTo>
                    <a:pt x="4474566" y="3015190"/>
                  </a:lnTo>
                  <a:lnTo>
                    <a:pt x="4480003" y="3015190"/>
                  </a:lnTo>
                  <a:lnTo>
                    <a:pt x="4480003" y="3023874"/>
                  </a:lnTo>
                  <a:lnTo>
                    <a:pt x="4490877" y="3023874"/>
                  </a:lnTo>
                  <a:lnTo>
                    <a:pt x="4490877" y="3023874"/>
                  </a:lnTo>
                  <a:lnTo>
                    <a:pt x="4496313" y="3023874"/>
                  </a:lnTo>
                  <a:lnTo>
                    <a:pt x="4496313" y="3041375"/>
                  </a:lnTo>
                  <a:lnTo>
                    <a:pt x="4501750" y="3041375"/>
                  </a:lnTo>
                  <a:lnTo>
                    <a:pt x="4501750" y="3050126"/>
                  </a:lnTo>
                  <a:lnTo>
                    <a:pt x="4512624" y="3050126"/>
                  </a:lnTo>
                  <a:lnTo>
                    <a:pt x="4512624" y="3050126"/>
                  </a:lnTo>
                  <a:lnTo>
                    <a:pt x="4528935" y="3050126"/>
                  </a:lnTo>
                  <a:lnTo>
                    <a:pt x="4528935" y="3058911"/>
                  </a:lnTo>
                  <a:lnTo>
                    <a:pt x="4550682" y="3058911"/>
                  </a:lnTo>
                  <a:lnTo>
                    <a:pt x="4550682" y="3076550"/>
                  </a:lnTo>
                  <a:lnTo>
                    <a:pt x="4556119" y="3076550"/>
                  </a:lnTo>
                  <a:lnTo>
                    <a:pt x="4556119" y="3085369"/>
                  </a:lnTo>
                  <a:lnTo>
                    <a:pt x="4566993" y="3085369"/>
                  </a:lnTo>
                  <a:lnTo>
                    <a:pt x="4566993" y="3094189"/>
                  </a:lnTo>
                  <a:lnTo>
                    <a:pt x="4577867" y="3094189"/>
                  </a:lnTo>
                  <a:lnTo>
                    <a:pt x="4577867" y="3103008"/>
                  </a:lnTo>
                  <a:lnTo>
                    <a:pt x="4588741" y="3103008"/>
                  </a:lnTo>
                  <a:lnTo>
                    <a:pt x="4588741" y="3111828"/>
                  </a:lnTo>
                  <a:lnTo>
                    <a:pt x="4605051" y="3111828"/>
                  </a:lnTo>
                  <a:lnTo>
                    <a:pt x="4605051" y="3111828"/>
                  </a:lnTo>
                  <a:lnTo>
                    <a:pt x="4643110" y="3111828"/>
                  </a:lnTo>
                  <a:lnTo>
                    <a:pt x="4643110" y="3120683"/>
                  </a:lnTo>
                  <a:lnTo>
                    <a:pt x="4681168" y="3120683"/>
                  </a:lnTo>
                  <a:lnTo>
                    <a:pt x="4681168" y="3120683"/>
                  </a:lnTo>
                  <a:lnTo>
                    <a:pt x="4708352" y="3120683"/>
                  </a:lnTo>
                  <a:lnTo>
                    <a:pt x="4708352" y="3129611"/>
                  </a:lnTo>
                  <a:lnTo>
                    <a:pt x="4735537" y="3129611"/>
                  </a:lnTo>
                  <a:lnTo>
                    <a:pt x="4735537" y="3138538"/>
                  </a:lnTo>
                  <a:lnTo>
                    <a:pt x="4746411" y="3138538"/>
                  </a:lnTo>
                  <a:lnTo>
                    <a:pt x="4746411" y="3138538"/>
                  </a:lnTo>
                  <a:lnTo>
                    <a:pt x="4757285" y="3138538"/>
                  </a:lnTo>
                  <a:lnTo>
                    <a:pt x="4757285" y="3138538"/>
                  </a:lnTo>
                  <a:lnTo>
                    <a:pt x="4762721" y="3138538"/>
                  </a:lnTo>
                  <a:lnTo>
                    <a:pt x="4762721" y="3147541"/>
                  </a:lnTo>
                  <a:lnTo>
                    <a:pt x="4768158" y="3147541"/>
                  </a:lnTo>
                  <a:lnTo>
                    <a:pt x="4768158" y="3165545"/>
                  </a:lnTo>
                  <a:lnTo>
                    <a:pt x="4773595" y="3165545"/>
                  </a:lnTo>
                  <a:lnTo>
                    <a:pt x="4773595" y="3165545"/>
                  </a:lnTo>
                  <a:lnTo>
                    <a:pt x="4779032" y="3165545"/>
                  </a:lnTo>
                  <a:lnTo>
                    <a:pt x="4779032" y="3165545"/>
                  </a:lnTo>
                  <a:lnTo>
                    <a:pt x="4800780" y="3165545"/>
                  </a:lnTo>
                  <a:lnTo>
                    <a:pt x="4800780" y="3174624"/>
                  </a:lnTo>
                  <a:lnTo>
                    <a:pt x="4806217" y="3174624"/>
                  </a:lnTo>
                  <a:lnTo>
                    <a:pt x="4806217" y="3183702"/>
                  </a:lnTo>
                  <a:lnTo>
                    <a:pt x="4817090" y="3183702"/>
                  </a:lnTo>
                  <a:lnTo>
                    <a:pt x="4817090" y="3183702"/>
                  </a:lnTo>
                  <a:lnTo>
                    <a:pt x="4833401" y="3183702"/>
                  </a:lnTo>
                  <a:lnTo>
                    <a:pt x="4833401" y="3183702"/>
                  </a:lnTo>
                  <a:lnTo>
                    <a:pt x="4855149" y="3183702"/>
                  </a:lnTo>
                  <a:lnTo>
                    <a:pt x="4855149" y="3192900"/>
                  </a:lnTo>
                  <a:lnTo>
                    <a:pt x="4860586" y="3192900"/>
                  </a:lnTo>
                  <a:lnTo>
                    <a:pt x="4860586" y="3202097"/>
                  </a:lnTo>
                  <a:lnTo>
                    <a:pt x="4871459" y="3202097"/>
                  </a:lnTo>
                  <a:lnTo>
                    <a:pt x="4871459" y="3211294"/>
                  </a:lnTo>
                  <a:lnTo>
                    <a:pt x="4904081" y="3211294"/>
                  </a:lnTo>
                  <a:lnTo>
                    <a:pt x="4904081" y="3229770"/>
                  </a:lnTo>
                  <a:lnTo>
                    <a:pt x="4931265" y="3229770"/>
                  </a:lnTo>
                  <a:lnTo>
                    <a:pt x="4931265" y="3239008"/>
                  </a:lnTo>
                  <a:lnTo>
                    <a:pt x="4953013" y="3239008"/>
                  </a:lnTo>
                  <a:lnTo>
                    <a:pt x="4953013" y="3239008"/>
                  </a:lnTo>
                  <a:lnTo>
                    <a:pt x="4991071" y="3239008"/>
                  </a:lnTo>
                  <a:lnTo>
                    <a:pt x="4991071" y="3239008"/>
                  </a:lnTo>
                  <a:lnTo>
                    <a:pt x="4996508" y="3239008"/>
                  </a:lnTo>
                  <a:lnTo>
                    <a:pt x="4996508" y="3248329"/>
                  </a:lnTo>
                  <a:lnTo>
                    <a:pt x="5001945" y="3248329"/>
                  </a:lnTo>
                  <a:lnTo>
                    <a:pt x="5001945" y="3257650"/>
                  </a:lnTo>
                  <a:lnTo>
                    <a:pt x="5034566" y="3257650"/>
                  </a:lnTo>
                  <a:lnTo>
                    <a:pt x="5034566" y="3257650"/>
                  </a:lnTo>
                  <a:lnTo>
                    <a:pt x="5056314" y="3257650"/>
                  </a:lnTo>
                  <a:lnTo>
                    <a:pt x="5056314" y="3257650"/>
                  </a:lnTo>
                  <a:lnTo>
                    <a:pt x="5061751" y="3257650"/>
                  </a:lnTo>
                  <a:lnTo>
                    <a:pt x="5061751" y="3267058"/>
                  </a:lnTo>
                  <a:lnTo>
                    <a:pt x="5099809" y="3267058"/>
                  </a:lnTo>
                  <a:lnTo>
                    <a:pt x="5099809" y="3276465"/>
                  </a:lnTo>
                  <a:lnTo>
                    <a:pt x="5110683" y="3276465"/>
                  </a:lnTo>
                  <a:lnTo>
                    <a:pt x="5110683" y="3285873"/>
                  </a:lnTo>
                  <a:lnTo>
                    <a:pt x="5170489" y="3285873"/>
                  </a:lnTo>
                  <a:lnTo>
                    <a:pt x="5170489" y="3295280"/>
                  </a:lnTo>
                  <a:lnTo>
                    <a:pt x="5181363" y="3295280"/>
                  </a:lnTo>
                  <a:lnTo>
                    <a:pt x="5181363" y="3304687"/>
                  </a:lnTo>
                  <a:lnTo>
                    <a:pt x="5186799" y="3304687"/>
                  </a:lnTo>
                  <a:lnTo>
                    <a:pt x="5186799" y="3314095"/>
                  </a:lnTo>
                  <a:lnTo>
                    <a:pt x="5197673" y="3314095"/>
                  </a:lnTo>
                  <a:lnTo>
                    <a:pt x="5197673" y="3314095"/>
                  </a:lnTo>
                  <a:lnTo>
                    <a:pt x="5213984" y="3314095"/>
                  </a:lnTo>
                  <a:lnTo>
                    <a:pt x="5213984" y="3314095"/>
                  </a:lnTo>
                  <a:lnTo>
                    <a:pt x="5241168" y="3314095"/>
                  </a:lnTo>
                  <a:lnTo>
                    <a:pt x="5241168" y="3323638"/>
                  </a:lnTo>
                  <a:lnTo>
                    <a:pt x="5295537" y="3323638"/>
                  </a:lnTo>
                  <a:lnTo>
                    <a:pt x="5295537" y="3333181"/>
                  </a:lnTo>
                  <a:lnTo>
                    <a:pt x="5328159" y="3333181"/>
                  </a:lnTo>
                  <a:lnTo>
                    <a:pt x="5328159" y="3333181"/>
                  </a:lnTo>
                  <a:lnTo>
                    <a:pt x="5349906" y="3333181"/>
                  </a:lnTo>
                  <a:lnTo>
                    <a:pt x="5349906" y="3342771"/>
                  </a:lnTo>
                  <a:lnTo>
                    <a:pt x="5366217" y="3342771"/>
                  </a:lnTo>
                  <a:lnTo>
                    <a:pt x="5366217" y="3352360"/>
                  </a:lnTo>
                  <a:lnTo>
                    <a:pt x="5398838" y="3352360"/>
                  </a:lnTo>
                  <a:lnTo>
                    <a:pt x="5398838" y="3361950"/>
                  </a:lnTo>
                  <a:lnTo>
                    <a:pt x="5415149" y="3361950"/>
                  </a:lnTo>
                  <a:lnTo>
                    <a:pt x="5415149" y="3361950"/>
                  </a:lnTo>
                  <a:lnTo>
                    <a:pt x="5420586" y="3361950"/>
                  </a:lnTo>
                  <a:lnTo>
                    <a:pt x="5420586" y="3371635"/>
                  </a:lnTo>
                  <a:lnTo>
                    <a:pt x="5426023" y="3371635"/>
                  </a:lnTo>
                  <a:lnTo>
                    <a:pt x="5426023" y="3371635"/>
                  </a:lnTo>
                  <a:lnTo>
                    <a:pt x="5431460" y="3371635"/>
                  </a:lnTo>
                  <a:lnTo>
                    <a:pt x="5431460" y="3381370"/>
                  </a:lnTo>
                  <a:lnTo>
                    <a:pt x="5469518" y="3381370"/>
                  </a:lnTo>
                  <a:lnTo>
                    <a:pt x="5469518" y="3391104"/>
                  </a:lnTo>
                  <a:lnTo>
                    <a:pt x="5480392" y="3391104"/>
                  </a:lnTo>
                  <a:lnTo>
                    <a:pt x="5480392" y="3400839"/>
                  </a:lnTo>
                  <a:lnTo>
                    <a:pt x="5518450" y="3400839"/>
                  </a:lnTo>
                  <a:lnTo>
                    <a:pt x="5518450" y="3400839"/>
                  </a:lnTo>
                  <a:lnTo>
                    <a:pt x="5529324" y="3400839"/>
                  </a:lnTo>
                  <a:lnTo>
                    <a:pt x="5529324" y="3410674"/>
                  </a:lnTo>
                  <a:lnTo>
                    <a:pt x="5589130" y="3410674"/>
                  </a:lnTo>
                  <a:lnTo>
                    <a:pt x="5589130" y="3430345"/>
                  </a:lnTo>
                  <a:lnTo>
                    <a:pt x="5616314" y="3430345"/>
                  </a:lnTo>
                  <a:lnTo>
                    <a:pt x="5616314" y="3440180"/>
                  </a:lnTo>
                  <a:lnTo>
                    <a:pt x="5632625" y="3440180"/>
                  </a:lnTo>
                  <a:lnTo>
                    <a:pt x="5632625" y="3440180"/>
                  </a:lnTo>
                  <a:lnTo>
                    <a:pt x="5654373" y="3440180"/>
                  </a:lnTo>
                  <a:lnTo>
                    <a:pt x="5654373" y="3460061"/>
                  </a:lnTo>
                  <a:lnTo>
                    <a:pt x="5659809" y="3460061"/>
                  </a:lnTo>
                  <a:lnTo>
                    <a:pt x="5659809" y="3460061"/>
                  </a:lnTo>
                  <a:lnTo>
                    <a:pt x="5670683" y="3460061"/>
                  </a:lnTo>
                  <a:lnTo>
                    <a:pt x="5670683" y="3460061"/>
                  </a:lnTo>
                  <a:lnTo>
                    <a:pt x="5692431" y="3460061"/>
                  </a:lnTo>
                  <a:lnTo>
                    <a:pt x="5692431" y="3460061"/>
                  </a:lnTo>
                  <a:lnTo>
                    <a:pt x="5703305" y="3460061"/>
                  </a:lnTo>
                  <a:lnTo>
                    <a:pt x="5703305" y="3470221"/>
                  </a:lnTo>
                  <a:lnTo>
                    <a:pt x="5730489" y="3470221"/>
                  </a:lnTo>
                  <a:lnTo>
                    <a:pt x="5730489" y="3480381"/>
                  </a:lnTo>
                  <a:lnTo>
                    <a:pt x="5746800" y="3480381"/>
                  </a:lnTo>
                  <a:lnTo>
                    <a:pt x="5746800" y="3480381"/>
                  </a:lnTo>
                  <a:lnTo>
                    <a:pt x="5773984" y="3480381"/>
                  </a:lnTo>
                  <a:lnTo>
                    <a:pt x="5773984" y="3480381"/>
                  </a:lnTo>
                  <a:lnTo>
                    <a:pt x="5779421" y="3480381"/>
                  </a:lnTo>
                  <a:lnTo>
                    <a:pt x="5779421" y="3480381"/>
                  </a:lnTo>
                  <a:lnTo>
                    <a:pt x="5790295" y="3480381"/>
                  </a:lnTo>
                  <a:lnTo>
                    <a:pt x="5790295" y="3490715"/>
                  </a:lnTo>
                  <a:lnTo>
                    <a:pt x="5806606" y="3490715"/>
                  </a:lnTo>
                  <a:lnTo>
                    <a:pt x="5806606" y="3490715"/>
                  </a:lnTo>
                  <a:lnTo>
                    <a:pt x="5817479" y="3490715"/>
                  </a:lnTo>
                  <a:lnTo>
                    <a:pt x="5817479" y="3490715"/>
                  </a:lnTo>
                  <a:lnTo>
                    <a:pt x="5839227" y="3490715"/>
                  </a:lnTo>
                  <a:lnTo>
                    <a:pt x="5839227" y="3490715"/>
                  </a:lnTo>
                  <a:lnTo>
                    <a:pt x="5855538" y="3490715"/>
                  </a:lnTo>
                  <a:lnTo>
                    <a:pt x="5855538" y="3490715"/>
                  </a:lnTo>
                  <a:lnTo>
                    <a:pt x="5860975" y="3490715"/>
                  </a:lnTo>
                  <a:lnTo>
                    <a:pt x="5860975" y="3501290"/>
                  </a:lnTo>
                  <a:lnTo>
                    <a:pt x="5920781" y="3501290"/>
                  </a:lnTo>
                  <a:lnTo>
                    <a:pt x="5920781" y="3501290"/>
                  </a:lnTo>
                  <a:lnTo>
                    <a:pt x="5926217" y="3501290"/>
                  </a:lnTo>
                  <a:lnTo>
                    <a:pt x="5926217" y="3511927"/>
                  </a:lnTo>
                  <a:lnTo>
                    <a:pt x="5937091" y="3511927"/>
                  </a:lnTo>
                  <a:lnTo>
                    <a:pt x="5937091" y="3511927"/>
                  </a:lnTo>
                  <a:lnTo>
                    <a:pt x="5953402" y="3511927"/>
                  </a:lnTo>
                  <a:lnTo>
                    <a:pt x="5953402" y="3511927"/>
                  </a:lnTo>
                  <a:lnTo>
                    <a:pt x="5975150" y="3511927"/>
                  </a:lnTo>
                  <a:lnTo>
                    <a:pt x="5975150" y="3511927"/>
                  </a:lnTo>
                  <a:lnTo>
                    <a:pt x="5980586" y="3511927"/>
                  </a:lnTo>
                  <a:lnTo>
                    <a:pt x="5980586" y="3522824"/>
                  </a:lnTo>
                  <a:lnTo>
                    <a:pt x="6029518" y="3522824"/>
                  </a:lnTo>
                  <a:lnTo>
                    <a:pt x="6029518" y="3522824"/>
                  </a:lnTo>
                  <a:lnTo>
                    <a:pt x="6034955" y="3522824"/>
                  </a:lnTo>
                  <a:lnTo>
                    <a:pt x="6034955" y="3533857"/>
                  </a:lnTo>
                  <a:lnTo>
                    <a:pt x="6045829" y="3533857"/>
                  </a:lnTo>
                  <a:lnTo>
                    <a:pt x="6045829" y="3544889"/>
                  </a:lnTo>
                  <a:lnTo>
                    <a:pt x="6083887" y="3544889"/>
                  </a:lnTo>
                  <a:lnTo>
                    <a:pt x="6083887" y="3544889"/>
                  </a:lnTo>
                  <a:lnTo>
                    <a:pt x="6094761" y="3544889"/>
                  </a:lnTo>
                  <a:lnTo>
                    <a:pt x="6094761" y="3555992"/>
                  </a:lnTo>
                  <a:lnTo>
                    <a:pt x="6105635" y="3555992"/>
                  </a:lnTo>
                  <a:lnTo>
                    <a:pt x="6105635" y="3555992"/>
                  </a:lnTo>
                  <a:lnTo>
                    <a:pt x="6127383" y="3555992"/>
                  </a:lnTo>
                  <a:lnTo>
                    <a:pt x="6127383" y="3567165"/>
                  </a:lnTo>
                  <a:lnTo>
                    <a:pt x="6143693" y="3567165"/>
                  </a:lnTo>
                  <a:lnTo>
                    <a:pt x="6143693" y="3567165"/>
                  </a:lnTo>
                  <a:lnTo>
                    <a:pt x="6165441" y="3567165"/>
                  </a:lnTo>
                  <a:lnTo>
                    <a:pt x="6165441" y="3567165"/>
                  </a:lnTo>
                  <a:lnTo>
                    <a:pt x="6181752" y="3567165"/>
                  </a:lnTo>
                  <a:lnTo>
                    <a:pt x="6181752" y="3567165"/>
                  </a:lnTo>
                  <a:lnTo>
                    <a:pt x="6187188" y="3567165"/>
                  </a:lnTo>
                  <a:lnTo>
                    <a:pt x="6187188" y="3567165"/>
                  </a:lnTo>
                  <a:lnTo>
                    <a:pt x="6208936" y="3567165"/>
                  </a:lnTo>
                  <a:lnTo>
                    <a:pt x="6208936" y="3578635"/>
                  </a:lnTo>
                  <a:lnTo>
                    <a:pt x="6290490" y="3578635"/>
                  </a:lnTo>
                  <a:lnTo>
                    <a:pt x="6290490" y="3590104"/>
                  </a:lnTo>
                  <a:lnTo>
                    <a:pt x="6317674" y="3590104"/>
                  </a:lnTo>
                  <a:lnTo>
                    <a:pt x="6317674" y="3590104"/>
                  </a:lnTo>
                  <a:lnTo>
                    <a:pt x="6355732" y="3590104"/>
                  </a:lnTo>
                  <a:lnTo>
                    <a:pt x="6355732" y="3590104"/>
                  </a:lnTo>
                  <a:lnTo>
                    <a:pt x="6361169" y="3590104"/>
                  </a:lnTo>
                  <a:lnTo>
                    <a:pt x="6361169" y="3601809"/>
                  </a:lnTo>
                  <a:lnTo>
                    <a:pt x="6410101" y="3601809"/>
                  </a:lnTo>
                  <a:lnTo>
                    <a:pt x="6410101" y="3601809"/>
                  </a:lnTo>
                  <a:lnTo>
                    <a:pt x="6415538" y="3601809"/>
                  </a:lnTo>
                  <a:lnTo>
                    <a:pt x="6415538" y="3613596"/>
                  </a:lnTo>
                  <a:lnTo>
                    <a:pt x="6420975" y="3613596"/>
                  </a:lnTo>
                  <a:lnTo>
                    <a:pt x="6420975" y="3613596"/>
                  </a:lnTo>
                  <a:lnTo>
                    <a:pt x="6431849" y="3613596"/>
                  </a:lnTo>
                  <a:lnTo>
                    <a:pt x="6431849" y="3613596"/>
                  </a:lnTo>
                  <a:lnTo>
                    <a:pt x="6464470" y="3613596"/>
                  </a:lnTo>
                  <a:lnTo>
                    <a:pt x="6464470" y="3625549"/>
                  </a:lnTo>
                  <a:lnTo>
                    <a:pt x="6480781" y="3625549"/>
                  </a:lnTo>
                  <a:lnTo>
                    <a:pt x="6480781" y="3625549"/>
                  </a:lnTo>
                  <a:lnTo>
                    <a:pt x="6507965" y="3625549"/>
                  </a:lnTo>
                  <a:lnTo>
                    <a:pt x="6507965" y="3637589"/>
                  </a:lnTo>
                  <a:lnTo>
                    <a:pt x="6546024" y="3637589"/>
                  </a:lnTo>
                  <a:lnTo>
                    <a:pt x="6546024" y="3637589"/>
                  </a:lnTo>
                  <a:lnTo>
                    <a:pt x="6627577" y="3637589"/>
                  </a:lnTo>
                  <a:lnTo>
                    <a:pt x="6627577" y="3649716"/>
                  </a:lnTo>
                  <a:lnTo>
                    <a:pt x="6660199" y="3649716"/>
                  </a:lnTo>
                  <a:lnTo>
                    <a:pt x="6660199" y="3649716"/>
                  </a:lnTo>
                  <a:lnTo>
                    <a:pt x="6671072" y="3649716"/>
                  </a:lnTo>
                  <a:lnTo>
                    <a:pt x="6671072" y="3649716"/>
                  </a:lnTo>
                  <a:lnTo>
                    <a:pt x="6692820" y="3649716"/>
                  </a:lnTo>
                  <a:lnTo>
                    <a:pt x="6692820" y="3662025"/>
                  </a:lnTo>
                  <a:lnTo>
                    <a:pt x="6720004" y="3662025"/>
                  </a:lnTo>
                  <a:lnTo>
                    <a:pt x="6720004" y="3662025"/>
                  </a:lnTo>
                  <a:lnTo>
                    <a:pt x="6774373" y="3662025"/>
                  </a:lnTo>
                  <a:lnTo>
                    <a:pt x="6774373" y="3674521"/>
                  </a:lnTo>
                  <a:lnTo>
                    <a:pt x="6872238" y="3674521"/>
                  </a:lnTo>
                  <a:lnTo>
                    <a:pt x="6872238" y="3674521"/>
                  </a:lnTo>
                  <a:lnTo>
                    <a:pt x="6899422" y="3674521"/>
                  </a:lnTo>
                  <a:lnTo>
                    <a:pt x="6899422" y="3674521"/>
                  </a:lnTo>
                  <a:lnTo>
                    <a:pt x="6964665" y="3674521"/>
                  </a:lnTo>
                  <a:lnTo>
                    <a:pt x="6964665" y="3687313"/>
                  </a:lnTo>
                  <a:lnTo>
                    <a:pt x="7057092" y="3687313"/>
                  </a:lnTo>
                  <a:lnTo>
                    <a:pt x="7057092" y="3687313"/>
                  </a:lnTo>
                  <a:lnTo>
                    <a:pt x="7078840" y="3687313"/>
                  </a:lnTo>
                  <a:lnTo>
                    <a:pt x="7078840" y="3687313"/>
                  </a:lnTo>
                  <a:lnTo>
                    <a:pt x="7116898" y="3687313"/>
                  </a:lnTo>
                  <a:lnTo>
                    <a:pt x="7116898" y="3700416"/>
                  </a:lnTo>
                  <a:lnTo>
                    <a:pt x="7176704" y="3700416"/>
                  </a:lnTo>
                  <a:lnTo>
                    <a:pt x="7176704" y="3700416"/>
                  </a:lnTo>
                  <a:lnTo>
                    <a:pt x="7209325" y="3700416"/>
                  </a:lnTo>
                  <a:lnTo>
                    <a:pt x="7209325" y="3713738"/>
                  </a:lnTo>
                  <a:lnTo>
                    <a:pt x="7231073" y="3713738"/>
                  </a:lnTo>
                  <a:lnTo>
                    <a:pt x="7231073" y="3713738"/>
                  </a:lnTo>
                  <a:lnTo>
                    <a:pt x="7274568" y="3713738"/>
                  </a:lnTo>
                  <a:lnTo>
                    <a:pt x="7274568" y="3727173"/>
                  </a:lnTo>
                  <a:lnTo>
                    <a:pt x="7345248" y="3727173"/>
                  </a:lnTo>
                  <a:lnTo>
                    <a:pt x="7345248" y="3727173"/>
                  </a:lnTo>
                  <a:lnTo>
                    <a:pt x="7366995" y="3727173"/>
                  </a:lnTo>
                  <a:lnTo>
                    <a:pt x="7366995" y="3727173"/>
                  </a:lnTo>
                  <a:lnTo>
                    <a:pt x="7443112" y="3727173"/>
                  </a:lnTo>
                  <a:lnTo>
                    <a:pt x="7443112" y="3727173"/>
                  </a:lnTo>
                  <a:lnTo>
                    <a:pt x="7492044" y="3727173"/>
                  </a:lnTo>
                  <a:lnTo>
                    <a:pt x="7492044" y="3727173"/>
                  </a:lnTo>
                  <a:lnTo>
                    <a:pt x="7535539" y="3727173"/>
                  </a:lnTo>
                  <a:lnTo>
                    <a:pt x="7535539" y="3727173"/>
                  </a:lnTo>
                  <a:lnTo>
                    <a:pt x="7617092" y="3727173"/>
                  </a:lnTo>
                  <a:lnTo>
                    <a:pt x="7617092" y="3727173"/>
                  </a:lnTo>
                  <a:lnTo>
                    <a:pt x="7655151" y="3727173"/>
                  </a:lnTo>
                  <a:lnTo>
                    <a:pt x="7655151" y="3741334"/>
                  </a:lnTo>
                  <a:lnTo>
                    <a:pt x="7682335" y="3741334"/>
                  </a:lnTo>
                  <a:lnTo>
                    <a:pt x="7682335" y="3755495"/>
                  </a:lnTo>
                  <a:lnTo>
                    <a:pt x="7693209" y="3755495"/>
                  </a:lnTo>
                  <a:lnTo>
                    <a:pt x="7693209" y="3769656"/>
                  </a:lnTo>
                  <a:lnTo>
                    <a:pt x="7698646" y="3769656"/>
                  </a:lnTo>
                  <a:lnTo>
                    <a:pt x="7698646" y="3769656"/>
                  </a:lnTo>
                  <a:lnTo>
                    <a:pt x="7704083" y="3769656"/>
                  </a:lnTo>
                  <a:lnTo>
                    <a:pt x="7704083" y="3784085"/>
                  </a:lnTo>
                  <a:lnTo>
                    <a:pt x="7725830" y="3784085"/>
                  </a:lnTo>
                  <a:lnTo>
                    <a:pt x="7725830" y="3798513"/>
                  </a:lnTo>
                  <a:lnTo>
                    <a:pt x="7807384" y="3798513"/>
                  </a:lnTo>
                  <a:lnTo>
                    <a:pt x="7807384" y="3798513"/>
                  </a:lnTo>
                  <a:lnTo>
                    <a:pt x="7818258" y="3798513"/>
                  </a:lnTo>
                  <a:lnTo>
                    <a:pt x="7818258" y="3798513"/>
                  </a:lnTo>
                  <a:lnTo>
                    <a:pt x="7834568" y="3798513"/>
                  </a:lnTo>
                  <a:lnTo>
                    <a:pt x="7834568" y="3813224"/>
                  </a:lnTo>
                  <a:lnTo>
                    <a:pt x="7861753" y="3813224"/>
                  </a:lnTo>
                  <a:lnTo>
                    <a:pt x="7861753" y="3813224"/>
                  </a:lnTo>
                  <a:lnTo>
                    <a:pt x="7867190" y="3813224"/>
                  </a:lnTo>
                  <a:lnTo>
                    <a:pt x="7867190" y="3813224"/>
                  </a:lnTo>
                  <a:lnTo>
                    <a:pt x="8035734" y="3813224"/>
                  </a:lnTo>
                  <a:lnTo>
                    <a:pt x="8035734" y="3828232"/>
                  </a:lnTo>
                  <a:lnTo>
                    <a:pt x="8057481" y="3828232"/>
                  </a:lnTo>
                  <a:lnTo>
                    <a:pt x="8057481" y="3843241"/>
                  </a:lnTo>
                  <a:lnTo>
                    <a:pt x="8084666" y="3843241"/>
                  </a:lnTo>
                  <a:lnTo>
                    <a:pt x="8084666" y="3858249"/>
                  </a:lnTo>
                  <a:lnTo>
                    <a:pt x="8236899" y="3858249"/>
                  </a:lnTo>
                  <a:lnTo>
                    <a:pt x="8236899" y="3858249"/>
                  </a:lnTo>
                  <a:lnTo>
                    <a:pt x="8280394" y="3858249"/>
                  </a:lnTo>
                  <a:lnTo>
                    <a:pt x="8280394" y="3858249"/>
                  </a:lnTo>
                  <a:lnTo>
                    <a:pt x="8389132" y="3858249"/>
                  </a:lnTo>
                  <a:lnTo>
                    <a:pt x="8389132" y="3858249"/>
                  </a:lnTo>
                  <a:lnTo>
                    <a:pt x="8394569" y="3858249"/>
                  </a:lnTo>
                  <a:lnTo>
                    <a:pt x="8394569" y="3858249"/>
                  </a:lnTo>
                  <a:lnTo>
                    <a:pt x="8416316" y="3858249"/>
                  </a:lnTo>
                  <a:lnTo>
                    <a:pt x="8416316" y="3873910"/>
                  </a:lnTo>
                  <a:lnTo>
                    <a:pt x="8573986" y="3873910"/>
                  </a:lnTo>
                  <a:lnTo>
                    <a:pt x="8573986" y="3889571"/>
                  </a:lnTo>
                  <a:lnTo>
                    <a:pt x="8601171" y="3889571"/>
                  </a:lnTo>
                  <a:lnTo>
                    <a:pt x="8601171" y="3889571"/>
                  </a:lnTo>
                  <a:lnTo>
                    <a:pt x="8666414" y="3889571"/>
                  </a:lnTo>
                  <a:lnTo>
                    <a:pt x="8666414" y="3889571"/>
                  </a:lnTo>
                  <a:lnTo>
                    <a:pt x="8753404" y="3889571"/>
                  </a:lnTo>
                  <a:lnTo>
                    <a:pt x="8753404" y="3905772"/>
                  </a:lnTo>
                  <a:lnTo>
                    <a:pt x="8867579" y="3905772"/>
                  </a:lnTo>
                  <a:lnTo>
                    <a:pt x="8867579" y="3905772"/>
                  </a:lnTo>
                  <a:lnTo>
                    <a:pt x="8954569" y="3905772"/>
                  </a:lnTo>
                  <a:lnTo>
                    <a:pt x="8954569" y="3922164"/>
                  </a:lnTo>
                  <a:lnTo>
                    <a:pt x="8976317" y="3922164"/>
                  </a:lnTo>
                  <a:lnTo>
                    <a:pt x="8976317" y="3938555"/>
                  </a:lnTo>
                  <a:lnTo>
                    <a:pt x="8981754" y="3938555"/>
                  </a:lnTo>
                  <a:lnTo>
                    <a:pt x="8981754" y="3955147"/>
                  </a:lnTo>
                  <a:lnTo>
                    <a:pt x="8987191" y="3955147"/>
                  </a:lnTo>
                  <a:lnTo>
                    <a:pt x="8987191" y="3971738"/>
                  </a:lnTo>
                  <a:lnTo>
                    <a:pt x="8992627" y="3971738"/>
                  </a:lnTo>
                  <a:lnTo>
                    <a:pt x="8992627" y="3971738"/>
                  </a:lnTo>
                  <a:lnTo>
                    <a:pt x="9036123" y="3971738"/>
                  </a:lnTo>
                  <a:lnTo>
                    <a:pt x="9036123" y="3971738"/>
                  </a:lnTo>
                  <a:lnTo>
                    <a:pt x="9095928" y="3971738"/>
                  </a:lnTo>
                  <a:lnTo>
                    <a:pt x="9095928" y="3971738"/>
                  </a:lnTo>
                  <a:lnTo>
                    <a:pt x="9172045" y="3971738"/>
                  </a:lnTo>
                  <a:lnTo>
                    <a:pt x="9172045" y="3971738"/>
                  </a:lnTo>
                  <a:lnTo>
                    <a:pt x="9215540" y="3971738"/>
                  </a:lnTo>
                  <a:lnTo>
                    <a:pt x="9215540" y="3989435"/>
                  </a:lnTo>
                  <a:lnTo>
                    <a:pt x="9275346" y="3989435"/>
                  </a:lnTo>
                  <a:lnTo>
                    <a:pt x="9275346" y="4007133"/>
                  </a:lnTo>
                  <a:lnTo>
                    <a:pt x="9329715" y="4007133"/>
                  </a:lnTo>
                  <a:lnTo>
                    <a:pt x="9329715" y="4024831"/>
                  </a:lnTo>
                  <a:lnTo>
                    <a:pt x="9362336" y="4024831"/>
                  </a:lnTo>
                  <a:lnTo>
                    <a:pt x="9362336" y="4024831"/>
                  </a:lnTo>
                  <a:lnTo>
                    <a:pt x="9405832" y="4024831"/>
                  </a:lnTo>
                  <a:lnTo>
                    <a:pt x="9405832" y="4042777"/>
                  </a:lnTo>
                  <a:lnTo>
                    <a:pt x="9465638" y="4042777"/>
                  </a:lnTo>
                  <a:lnTo>
                    <a:pt x="9465638" y="4060724"/>
                  </a:lnTo>
                  <a:lnTo>
                    <a:pt x="9503696" y="4060724"/>
                  </a:lnTo>
                  <a:lnTo>
                    <a:pt x="9503696" y="4060724"/>
                  </a:lnTo>
                  <a:lnTo>
                    <a:pt x="9574375" y="4060724"/>
                  </a:lnTo>
                  <a:lnTo>
                    <a:pt x="9574375" y="4060724"/>
                  </a:lnTo>
                  <a:lnTo>
                    <a:pt x="9579812" y="4060724"/>
                  </a:lnTo>
                  <a:lnTo>
                    <a:pt x="9579812" y="4060724"/>
                  </a:lnTo>
                  <a:lnTo>
                    <a:pt x="9590686" y="4060724"/>
                  </a:lnTo>
                  <a:lnTo>
                    <a:pt x="9590686" y="4060724"/>
                  </a:lnTo>
                  <a:lnTo>
                    <a:pt x="9655929" y="4060724"/>
                  </a:lnTo>
                  <a:lnTo>
                    <a:pt x="9655929" y="4060724"/>
                  </a:lnTo>
                  <a:lnTo>
                    <a:pt x="9661366" y="4060724"/>
                  </a:lnTo>
                  <a:lnTo>
                    <a:pt x="9661366" y="4080073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11026" y="791132"/>
              <a:ext cx="9900589" cy="3818826"/>
            </a:xfrm>
            <a:custGeom>
              <a:avLst/>
              <a:pathLst>
                <a:path w="9900589" h="3818826">
                  <a:moveTo>
                    <a:pt x="0" y="0"/>
                  </a:moveTo>
                  <a:lnTo>
                    <a:pt x="5436" y="0"/>
                  </a:lnTo>
                  <a:lnTo>
                    <a:pt x="5436" y="4888"/>
                  </a:lnTo>
                  <a:lnTo>
                    <a:pt x="10873" y="4888"/>
                  </a:lnTo>
                  <a:lnTo>
                    <a:pt x="10873" y="4888"/>
                  </a:lnTo>
                  <a:lnTo>
                    <a:pt x="16310" y="4888"/>
                  </a:lnTo>
                  <a:lnTo>
                    <a:pt x="16310" y="6110"/>
                  </a:lnTo>
                  <a:lnTo>
                    <a:pt x="21747" y="6110"/>
                  </a:lnTo>
                  <a:lnTo>
                    <a:pt x="21747" y="12224"/>
                  </a:lnTo>
                  <a:lnTo>
                    <a:pt x="27184" y="12224"/>
                  </a:lnTo>
                  <a:lnTo>
                    <a:pt x="27184" y="13447"/>
                  </a:lnTo>
                  <a:lnTo>
                    <a:pt x="32621" y="13447"/>
                  </a:lnTo>
                  <a:lnTo>
                    <a:pt x="32621" y="17116"/>
                  </a:lnTo>
                  <a:lnTo>
                    <a:pt x="38058" y="17116"/>
                  </a:lnTo>
                  <a:lnTo>
                    <a:pt x="38058" y="25676"/>
                  </a:lnTo>
                  <a:lnTo>
                    <a:pt x="43495" y="25676"/>
                  </a:lnTo>
                  <a:lnTo>
                    <a:pt x="43495" y="33019"/>
                  </a:lnTo>
                  <a:lnTo>
                    <a:pt x="48932" y="33019"/>
                  </a:lnTo>
                  <a:lnTo>
                    <a:pt x="48932" y="35467"/>
                  </a:lnTo>
                  <a:lnTo>
                    <a:pt x="54368" y="35467"/>
                  </a:lnTo>
                  <a:lnTo>
                    <a:pt x="54368" y="40363"/>
                  </a:lnTo>
                  <a:lnTo>
                    <a:pt x="59805" y="40363"/>
                  </a:lnTo>
                  <a:lnTo>
                    <a:pt x="59805" y="46483"/>
                  </a:lnTo>
                  <a:lnTo>
                    <a:pt x="65242" y="46483"/>
                  </a:lnTo>
                  <a:lnTo>
                    <a:pt x="65242" y="59952"/>
                  </a:lnTo>
                  <a:lnTo>
                    <a:pt x="70679" y="59952"/>
                  </a:lnTo>
                  <a:lnTo>
                    <a:pt x="70679" y="62400"/>
                  </a:lnTo>
                  <a:lnTo>
                    <a:pt x="76116" y="62400"/>
                  </a:lnTo>
                  <a:lnTo>
                    <a:pt x="76116" y="67300"/>
                  </a:lnTo>
                  <a:lnTo>
                    <a:pt x="81553" y="67300"/>
                  </a:lnTo>
                  <a:lnTo>
                    <a:pt x="81553" y="73429"/>
                  </a:lnTo>
                  <a:lnTo>
                    <a:pt x="86990" y="73429"/>
                  </a:lnTo>
                  <a:lnTo>
                    <a:pt x="86990" y="78334"/>
                  </a:lnTo>
                  <a:lnTo>
                    <a:pt x="92427" y="78334"/>
                  </a:lnTo>
                  <a:lnTo>
                    <a:pt x="92427" y="91821"/>
                  </a:lnTo>
                  <a:lnTo>
                    <a:pt x="97864" y="91821"/>
                  </a:lnTo>
                  <a:lnTo>
                    <a:pt x="97864" y="102856"/>
                  </a:lnTo>
                  <a:lnTo>
                    <a:pt x="103301" y="102856"/>
                  </a:lnTo>
                  <a:lnTo>
                    <a:pt x="103301" y="107760"/>
                  </a:lnTo>
                  <a:lnTo>
                    <a:pt x="108737" y="107760"/>
                  </a:lnTo>
                  <a:lnTo>
                    <a:pt x="108737" y="117573"/>
                  </a:lnTo>
                  <a:lnTo>
                    <a:pt x="114174" y="117573"/>
                  </a:lnTo>
                  <a:lnTo>
                    <a:pt x="114174" y="123710"/>
                  </a:lnTo>
                  <a:lnTo>
                    <a:pt x="119611" y="123710"/>
                  </a:lnTo>
                  <a:lnTo>
                    <a:pt x="119611" y="128630"/>
                  </a:lnTo>
                  <a:lnTo>
                    <a:pt x="125048" y="128630"/>
                  </a:lnTo>
                  <a:lnTo>
                    <a:pt x="125048" y="134783"/>
                  </a:lnTo>
                  <a:lnTo>
                    <a:pt x="130485" y="134783"/>
                  </a:lnTo>
                  <a:lnTo>
                    <a:pt x="130485" y="138474"/>
                  </a:lnTo>
                  <a:lnTo>
                    <a:pt x="135922" y="138474"/>
                  </a:lnTo>
                  <a:lnTo>
                    <a:pt x="135922" y="147096"/>
                  </a:lnTo>
                  <a:lnTo>
                    <a:pt x="141359" y="147096"/>
                  </a:lnTo>
                  <a:lnTo>
                    <a:pt x="141359" y="154486"/>
                  </a:lnTo>
                  <a:lnTo>
                    <a:pt x="146796" y="154486"/>
                  </a:lnTo>
                  <a:lnTo>
                    <a:pt x="146796" y="158181"/>
                  </a:lnTo>
                  <a:lnTo>
                    <a:pt x="152233" y="158181"/>
                  </a:lnTo>
                  <a:lnTo>
                    <a:pt x="152233" y="165574"/>
                  </a:lnTo>
                  <a:lnTo>
                    <a:pt x="157670" y="165574"/>
                  </a:lnTo>
                  <a:lnTo>
                    <a:pt x="157670" y="180375"/>
                  </a:lnTo>
                  <a:lnTo>
                    <a:pt x="163106" y="180375"/>
                  </a:lnTo>
                  <a:lnTo>
                    <a:pt x="163106" y="185312"/>
                  </a:lnTo>
                  <a:lnTo>
                    <a:pt x="168543" y="185312"/>
                  </a:lnTo>
                  <a:lnTo>
                    <a:pt x="168543" y="192720"/>
                  </a:lnTo>
                  <a:lnTo>
                    <a:pt x="173980" y="192720"/>
                  </a:lnTo>
                  <a:lnTo>
                    <a:pt x="173980" y="197660"/>
                  </a:lnTo>
                  <a:lnTo>
                    <a:pt x="179417" y="197660"/>
                  </a:lnTo>
                  <a:lnTo>
                    <a:pt x="179417" y="206306"/>
                  </a:lnTo>
                  <a:lnTo>
                    <a:pt x="184854" y="206306"/>
                  </a:lnTo>
                  <a:lnTo>
                    <a:pt x="184854" y="213719"/>
                  </a:lnTo>
                  <a:lnTo>
                    <a:pt x="190291" y="213719"/>
                  </a:lnTo>
                  <a:lnTo>
                    <a:pt x="190291" y="223606"/>
                  </a:lnTo>
                  <a:lnTo>
                    <a:pt x="195728" y="223606"/>
                  </a:lnTo>
                  <a:lnTo>
                    <a:pt x="195728" y="228550"/>
                  </a:lnTo>
                  <a:lnTo>
                    <a:pt x="201165" y="228550"/>
                  </a:lnTo>
                  <a:lnTo>
                    <a:pt x="201165" y="231023"/>
                  </a:lnTo>
                  <a:lnTo>
                    <a:pt x="206602" y="231023"/>
                  </a:lnTo>
                  <a:lnTo>
                    <a:pt x="206602" y="234733"/>
                  </a:lnTo>
                  <a:lnTo>
                    <a:pt x="212038" y="234733"/>
                  </a:lnTo>
                  <a:lnTo>
                    <a:pt x="212038" y="242155"/>
                  </a:lnTo>
                  <a:lnTo>
                    <a:pt x="217475" y="242155"/>
                  </a:lnTo>
                  <a:lnTo>
                    <a:pt x="217475" y="245869"/>
                  </a:lnTo>
                  <a:lnTo>
                    <a:pt x="222912" y="245869"/>
                  </a:lnTo>
                  <a:lnTo>
                    <a:pt x="222912" y="254536"/>
                  </a:lnTo>
                  <a:lnTo>
                    <a:pt x="228349" y="254536"/>
                  </a:lnTo>
                  <a:lnTo>
                    <a:pt x="228349" y="263213"/>
                  </a:lnTo>
                  <a:lnTo>
                    <a:pt x="233786" y="263213"/>
                  </a:lnTo>
                  <a:lnTo>
                    <a:pt x="233786" y="269422"/>
                  </a:lnTo>
                  <a:lnTo>
                    <a:pt x="239223" y="269422"/>
                  </a:lnTo>
                  <a:lnTo>
                    <a:pt x="239223" y="278115"/>
                  </a:lnTo>
                  <a:lnTo>
                    <a:pt x="244660" y="278115"/>
                  </a:lnTo>
                  <a:lnTo>
                    <a:pt x="244660" y="281843"/>
                  </a:lnTo>
                  <a:lnTo>
                    <a:pt x="250097" y="281843"/>
                  </a:lnTo>
                  <a:lnTo>
                    <a:pt x="250097" y="286814"/>
                  </a:lnTo>
                  <a:lnTo>
                    <a:pt x="255534" y="286814"/>
                  </a:lnTo>
                  <a:lnTo>
                    <a:pt x="255534" y="295520"/>
                  </a:lnTo>
                  <a:lnTo>
                    <a:pt x="260971" y="295520"/>
                  </a:lnTo>
                  <a:lnTo>
                    <a:pt x="260971" y="309201"/>
                  </a:lnTo>
                  <a:lnTo>
                    <a:pt x="266407" y="309201"/>
                  </a:lnTo>
                  <a:lnTo>
                    <a:pt x="266407" y="316667"/>
                  </a:lnTo>
                  <a:lnTo>
                    <a:pt x="271844" y="316667"/>
                  </a:lnTo>
                  <a:lnTo>
                    <a:pt x="271844" y="321647"/>
                  </a:lnTo>
                  <a:lnTo>
                    <a:pt x="277281" y="321647"/>
                  </a:lnTo>
                  <a:lnTo>
                    <a:pt x="277281" y="331615"/>
                  </a:lnTo>
                  <a:lnTo>
                    <a:pt x="282718" y="331615"/>
                  </a:lnTo>
                  <a:lnTo>
                    <a:pt x="282718" y="342828"/>
                  </a:lnTo>
                  <a:lnTo>
                    <a:pt x="288155" y="342828"/>
                  </a:lnTo>
                  <a:lnTo>
                    <a:pt x="288155" y="352795"/>
                  </a:lnTo>
                  <a:lnTo>
                    <a:pt x="293592" y="352795"/>
                  </a:lnTo>
                  <a:lnTo>
                    <a:pt x="293592" y="368992"/>
                  </a:lnTo>
                  <a:lnTo>
                    <a:pt x="299029" y="368992"/>
                  </a:lnTo>
                  <a:lnTo>
                    <a:pt x="299029" y="372730"/>
                  </a:lnTo>
                  <a:lnTo>
                    <a:pt x="304466" y="372730"/>
                  </a:lnTo>
                  <a:lnTo>
                    <a:pt x="304466" y="380205"/>
                  </a:lnTo>
                  <a:lnTo>
                    <a:pt x="309903" y="380205"/>
                  </a:lnTo>
                  <a:lnTo>
                    <a:pt x="309903" y="392677"/>
                  </a:lnTo>
                  <a:lnTo>
                    <a:pt x="315340" y="392677"/>
                  </a:lnTo>
                  <a:lnTo>
                    <a:pt x="315340" y="395172"/>
                  </a:lnTo>
                  <a:lnTo>
                    <a:pt x="320776" y="395172"/>
                  </a:lnTo>
                  <a:lnTo>
                    <a:pt x="320776" y="400163"/>
                  </a:lnTo>
                  <a:lnTo>
                    <a:pt x="326213" y="400163"/>
                  </a:lnTo>
                  <a:lnTo>
                    <a:pt x="326213" y="407650"/>
                  </a:lnTo>
                  <a:lnTo>
                    <a:pt x="331650" y="407650"/>
                  </a:lnTo>
                  <a:lnTo>
                    <a:pt x="331650" y="418884"/>
                  </a:lnTo>
                  <a:lnTo>
                    <a:pt x="337087" y="418884"/>
                  </a:lnTo>
                  <a:lnTo>
                    <a:pt x="337087" y="423876"/>
                  </a:lnTo>
                  <a:lnTo>
                    <a:pt x="342524" y="423876"/>
                  </a:lnTo>
                  <a:lnTo>
                    <a:pt x="342524" y="432617"/>
                  </a:lnTo>
                  <a:lnTo>
                    <a:pt x="347961" y="432617"/>
                  </a:lnTo>
                  <a:lnTo>
                    <a:pt x="347961" y="442626"/>
                  </a:lnTo>
                  <a:lnTo>
                    <a:pt x="353398" y="442626"/>
                  </a:lnTo>
                  <a:lnTo>
                    <a:pt x="353398" y="452639"/>
                  </a:lnTo>
                  <a:lnTo>
                    <a:pt x="358835" y="452639"/>
                  </a:lnTo>
                  <a:lnTo>
                    <a:pt x="358835" y="457647"/>
                  </a:lnTo>
                  <a:lnTo>
                    <a:pt x="364272" y="457647"/>
                  </a:lnTo>
                  <a:lnTo>
                    <a:pt x="364272" y="465161"/>
                  </a:lnTo>
                  <a:lnTo>
                    <a:pt x="369709" y="465161"/>
                  </a:lnTo>
                  <a:lnTo>
                    <a:pt x="369709" y="475179"/>
                  </a:lnTo>
                  <a:lnTo>
                    <a:pt x="375145" y="475179"/>
                  </a:lnTo>
                  <a:lnTo>
                    <a:pt x="375145" y="485200"/>
                  </a:lnTo>
                  <a:lnTo>
                    <a:pt x="380582" y="485200"/>
                  </a:lnTo>
                  <a:lnTo>
                    <a:pt x="380582" y="493969"/>
                  </a:lnTo>
                  <a:lnTo>
                    <a:pt x="386019" y="493969"/>
                  </a:lnTo>
                  <a:lnTo>
                    <a:pt x="386019" y="501489"/>
                  </a:lnTo>
                  <a:lnTo>
                    <a:pt x="391456" y="501489"/>
                  </a:lnTo>
                  <a:lnTo>
                    <a:pt x="391456" y="507755"/>
                  </a:lnTo>
                  <a:lnTo>
                    <a:pt x="396893" y="507755"/>
                  </a:lnTo>
                  <a:lnTo>
                    <a:pt x="396893" y="520288"/>
                  </a:lnTo>
                  <a:lnTo>
                    <a:pt x="402330" y="520288"/>
                  </a:lnTo>
                  <a:lnTo>
                    <a:pt x="402330" y="529063"/>
                  </a:lnTo>
                  <a:lnTo>
                    <a:pt x="407767" y="529063"/>
                  </a:lnTo>
                  <a:lnTo>
                    <a:pt x="407767" y="536589"/>
                  </a:lnTo>
                  <a:lnTo>
                    <a:pt x="413204" y="536589"/>
                  </a:lnTo>
                  <a:lnTo>
                    <a:pt x="413204" y="547881"/>
                  </a:lnTo>
                  <a:lnTo>
                    <a:pt x="418641" y="547881"/>
                  </a:lnTo>
                  <a:lnTo>
                    <a:pt x="418641" y="552899"/>
                  </a:lnTo>
                  <a:lnTo>
                    <a:pt x="424077" y="552899"/>
                  </a:lnTo>
                  <a:lnTo>
                    <a:pt x="424077" y="559174"/>
                  </a:lnTo>
                  <a:lnTo>
                    <a:pt x="429514" y="559174"/>
                  </a:lnTo>
                  <a:lnTo>
                    <a:pt x="429514" y="564195"/>
                  </a:lnTo>
                  <a:lnTo>
                    <a:pt x="434951" y="564195"/>
                  </a:lnTo>
                  <a:lnTo>
                    <a:pt x="434951" y="565451"/>
                  </a:lnTo>
                  <a:lnTo>
                    <a:pt x="440388" y="565451"/>
                  </a:lnTo>
                  <a:lnTo>
                    <a:pt x="440388" y="576760"/>
                  </a:lnTo>
                  <a:lnTo>
                    <a:pt x="445825" y="576760"/>
                  </a:lnTo>
                  <a:lnTo>
                    <a:pt x="445825" y="584300"/>
                  </a:lnTo>
                  <a:lnTo>
                    <a:pt x="451262" y="584300"/>
                  </a:lnTo>
                  <a:lnTo>
                    <a:pt x="451262" y="595618"/>
                  </a:lnTo>
                  <a:lnTo>
                    <a:pt x="456699" y="595618"/>
                  </a:lnTo>
                  <a:lnTo>
                    <a:pt x="456699" y="608205"/>
                  </a:lnTo>
                  <a:lnTo>
                    <a:pt x="462136" y="608205"/>
                  </a:lnTo>
                  <a:lnTo>
                    <a:pt x="462136" y="614508"/>
                  </a:lnTo>
                  <a:lnTo>
                    <a:pt x="467573" y="614508"/>
                  </a:lnTo>
                  <a:lnTo>
                    <a:pt x="467573" y="620815"/>
                  </a:lnTo>
                  <a:lnTo>
                    <a:pt x="473010" y="620815"/>
                  </a:lnTo>
                  <a:lnTo>
                    <a:pt x="473010" y="622076"/>
                  </a:lnTo>
                  <a:lnTo>
                    <a:pt x="478446" y="622076"/>
                  </a:lnTo>
                  <a:lnTo>
                    <a:pt x="478446" y="629648"/>
                  </a:lnTo>
                  <a:lnTo>
                    <a:pt x="483883" y="629648"/>
                  </a:lnTo>
                  <a:lnTo>
                    <a:pt x="483883" y="634698"/>
                  </a:lnTo>
                  <a:lnTo>
                    <a:pt x="489320" y="634698"/>
                  </a:lnTo>
                  <a:lnTo>
                    <a:pt x="489320" y="638485"/>
                  </a:lnTo>
                  <a:lnTo>
                    <a:pt x="494757" y="638485"/>
                  </a:lnTo>
                  <a:lnTo>
                    <a:pt x="494757" y="649849"/>
                  </a:lnTo>
                  <a:lnTo>
                    <a:pt x="500194" y="649849"/>
                  </a:lnTo>
                  <a:lnTo>
                    <a:pt x="500194" y="654900"/>
                  </a:lnTo>
                  <a:lnTo>
                    <a:pt x="505631" y="654900"/>
                  </a:lnTo>
                  <a:lnTo>
                    <a:pt x="505631" y="661215"/>
                  </a:lnTo>
                  <a:lnTo>
                    <a:pt x="511068" y="661215"/>
                  </a:lnTo>
                  <a:lnTo>
                    <a:pt x="511068" y="670059"/>
                  </a:lnTo>
                  <a:lnTo>
                    <a:pt x="516505" y="670059"/>
                  </a:lnTo>
                  <a:lnTo>
                    <a:pt x="516505" y="672586"/>
                  </a:lnTo>
                  <a:lnTo>
                    <a:pt x="521942" y="672586"/>
                  </a:lnTo>
                  <a:lnTo>
                    <a:pt x="521942" y="678905"/>
                  </a:lnTo>
                  <a:lnTo>
                    <a:pt x="527379" y="678905"/>
                  </a:lnTo>
                  <a:lnTo>
                    <a:pt x="527379" y="690282"/>
                  </a:lnTo>
                  <a:lnTo>
                    <a:pt x="532815" y="690282"/>
                  </a:lnTo>
                  <a:lnTo>
                    <a:pt x="532815" y="691546"/>
                  </a:lnTo>
                  <a:lnTo>
                    <a:pt x="538252" y="691546"/>
                  </a:lnTo>
                  <a:lnTo>
                    <a:pt x="538252" y="701661"/>
                  </a:lnTo>
                  <a:lnTo>
                    <a:pt x="543689" y="701661"/>
                  </a:lnTo>
                  <a:lnTo>
                    <a:pt x="543689" y="706720"/>
                  </a:lnTo>
                  <a:lnTo>
                    <a:pt x="549126" y="706720"/>
                  </a:lnTo>
                  <a:lnTo>
                    <a:pt x="549126" y="710515"/>
                  </a:lnTo>
                  <a:lnTo>
                    <a:pt x="554563" y="710515"/>
                  </a:lnTo>
                  <a:lnTo>
                    <a:pt x="554563" y="711781"/>
                  </a:lnTo>
                  <a:lnTo>
                    <a:pt x="560000" y="711781"/>
                  </a:lnTo>
                  <a:lnTo>
                    <a:pt x="560000" y="720636"/>
                  </a:lnTo>
                  <a:lnTo>
                    <a:pt x="565437" y="720636"/>
                  </a:lnTo>
                  <a:lnTo>
                    <a:pt x="565437" y="723169"/>
                  </a:lnTo>
                  <a:lnTo>
                    <a:pt x="570874" y="723169"/>
                  </a:lnTo>
                  <a:lnTo>
                    <a:pt x="570874" y="725702"/>
                  </a:lnTo>
                  <a:lnTo>
                    <a:pt x="576311" y="725702"/>
                  </a:lnTo>
                  <a:lnTo>
                    <a:pt x="576311" y="730773"/>
                  </a:lnTo>
                  <a:lnTo>
                    <a:pt x="581747" y="730773"/>
                  </a:lnTo>
                  <a:lnTo>
                    <a:pt x="581747" y="742185"/>
                  </a:lnTo>
                  <a:lnTo>
                    <a:pt x="587184" y="742185"/>
                  </a:lnTo>
                  <a:lnTo>
                    <a:pt x="587184" y="748528"/>
                  </a:lnTo>
                  <a:lnTo>
                    <a:pt x="592621" y="748528"/>
                  </a:lnTo>
                  <a:lnTo>
                    <a:pt x="592621" y="754871"/>
                  </a:lnTo>
                  <a:lnTo>
                    <a:pt x="598058" y="754871"/>
                  </a:lnTo>
                  <a:lnTo>
                    <a:pt x="598058" y="757409"/>
                  </a:lnTo>
                  <a:lnTo>
                    <a:pt x="603495" y="757409"/>
                  </a:lnTo>
                  <a:lnTo>
                    <a:pt x="603495" y="766297"/>
                  </a:lnTo>
                  <a:lnTo>
                    <a:pt x="608932" y="766297"/>
                  </a:lnTo>
                  <a:lnTo>
                    <a:pt x="608932" y="771380"/>
                  </a:lnTo>
                  <a:lnTo>
                    <a:pt x="614369" y="771380"/>
                  </a:lnTo>
                  <a:lnTo>
                    <a:pt x="614369" y="779013"/>
                  </a:lnTo>
                  <a:lnTo>
                    <a:pt x="619806" y="779013"/>
                  </a:lnTo>
                  <a:lnTo>
                    <a:pt x="619806" y="791742"/>
                  </a:lnTo>
                  <a:lnTo>
                    <a:pt x="625243" y="791742"/>
                  </a:lnTo>
                  <a:lnTo>
                    <a:pt x="625243" y="800653"/>
                  </a:lnTo>
                  <a:lnTo>
                    <a:pt x="630680" y="800653"/>
                  </a:lnTo>
                  <a:lnTo>
                    <a:pt x="630680" y="807024"/>
                  </a:lnTo>
                  <a:lnTo>
                    <a:pt x="636116" y="807024"/>
                  </a:lnTo>
                  <a:lnTo>
                    <a:pt x="636116" y="813396"/>
                  </a:lnTo>
                  <a:lnTo>
                    <a:pt x="641553" y="813396"/>
                  </a:lnTo>
                  <a:lnTo>
                    <a:pt x="641553" y="821042"/>
                  </a:lnTo>
                  <a:lnTo>
                    <a:pt x="646990" y="821042"/>
                  </a:lnTo>
                  <a:lnTo>
                    <a:pt x="646990" y="823593"/>
                  </a:lnTo>
                  <a:lnTo>
                    <a:pt x="652427" y="823593"/>
                  </a:lnTo>
                  <a:lnTo>
                    <a:pt x="652427" y="829972"/>
                  </a:lnTo>
                  <a:lnTo>
                    <a:pt x="657864" y="829972"/>
                  </a:lnTo>
                  <a:lnTo>
                    <a:pt x="657864" y="836357"/>
                  </a:lnTo>
                  <a:lnTo>
                    <a:pt x="663301" y="836357"/>
                  </a:lnTo>
                  <a:lnTo>
                    <a:pt x="663301" y="844020"/>
                  </a:lnTo>
                  <a:lnTo>
                    <a:pt x="668738" y="844020"/>
                  </a:lnTo>
                  <a:lnTo>
                    <a:pt x="668738" y="849131"/>
                  </a:lnTo>
                  <a:lnTo>
                    <a:pt x="674175" y="849131"/>
                  </a:lnTo>
                  <a:lnTo>
                    <a:pt x="674175" y="859352"/>
                  </a:lnTo>
                  <a:lnTo>
                    <a:pt x="679612" y="859352"/>
                  </a:lnTo>
                  <a:lnTo>
                    <a:pt x="679612" y="865744"/>
                  </a:lnTo>
                  <a:lnTo>
                    <a:pt x="685049" y="865744"/>
                  </a:lnTo>
                  <a:lnTo>
                    <a:pt x="685049" y="870863"/>
                  </a:lnTo>
                  <a:lnTo>
                    <a:pt x="690485" y="870863"/>
                  </a:lnTo>
                  <a:lnTo>
                    <a:pt x="690485" y="878553"/>
                  </a:lnTo>
                  <a:lnTo>
                    <a:pt x="695922" y="878553"/>
                  </a:lnTo>
                  <a:lnTo>
                    <a:pt x="695922" y="886243"/>
                  </a:lnTo>
                  <a:lnTo>
                    <a:pt x="701359" y="886243"/>
                  </a:lnTo>
                  <a:lnTo>
                    <a:pt x="701359" y="897785"/>
                  </a:lnTo>
                  <a:lnTo>
                    <a:pt x="706796" y="897785"/>
                  </a:lnTo>
                  <a:lnTo>
                    <a:pt x="706796" y="905480"/>
                  </a:lnTo>
                  <a:lnTo>
                    <a:pt x="712233" y="905480"/>
                  </a:lnTo>
                  <a:lnTo>
                    <a:pt x="712233" y="911896"/>
                  </a:lnTo>
                  <a:lnTo>
                    <a:pt x="717670" y="911896"/>
                  </a:lnTo>
                  <a:lnTo>
                    <a:pt x="717670" y="915746"/>
                  </a:lnTo>
                  <a:lnTo>
                    <a:pt x="723107" y="915746"/>
                  </a:lnTo>
                  <a:lnTo>
                    <a:pt x="723107" y="924731"/>
                  </a:lnTo>
                  <a:lnTo>
                    <a:pt x="728544" y="924731"/>
                  </a:lnTo>
                  <a:lnTo>
                    <a:pt x="728544" y="929872"/>
                  </a:lnTo>
                  <a:lnTo>
                    <a:pt x="733981" y="929872"/>
                  </a:lnTo>
                  <a:lnTo>
                    <a:pt x="733981" y="941437"/>
                  </a:lnTo>
                  <a:lnTo>
                    <a:pt x="739418" y="941437"/>
                  </a:lnTo>
                  <a:lnTo>
                    <a:pt x="739418" y="947865"/>
                  </a:lnTo>
                  <a:lnTo>
                    <a:pt x="744854" y="947865"/>
                  </a:lnTo>
                  <a:lnTo>
                    <a:pt x="744854" y="953008"/>
                  </a:lnTo>
                  <a:lnTo>
                    <a:pt x="750291" y="953008"/>
                  </a:lnTo>
                  <a:lnTo>
                    <a:pt x="750291" y="960723"/>
                  </a:lnTo>
                  <a:lnTo>
                    <a:pt x="755728" y="960723"/>
                  </a:lnTo>
                  <a:lnTo>
                    <a:pt x="755728" y="964582"/>
                  </a:lnTo>
                  <a:lnTo>
                    <a:pt x="761165" y="964582"/>
                  </a:lnTo>
                  <a:lnTo>
                    <a:pt x="761165" y="968440"/>
                  </a:lnTo>
                  <a:lnTo>
                    <a:pt x="766602" y="968440"/>
                  </a:lnTo>
                  <a:lnTo>
                    <a:pt x="766602" y="971014"/>
                  </a:lnTo>
                  <a:lnTo>
                    <a:pt x="772039" y="971014"/>
                  </a:lnTo>
                  <a:lnTo>
                    <a:pt x="772039" y="981310"/>
                  </a:lnTo>
                  <a:lnTo>
                    <a:pt x="777476" y="981310"/>
                  </a:lnTo>
                  <a:lnTo>
                    <a:pt x="777476" y="989034"/>
                  </a:lnTo>
                  <a:lnTo>
                    <a:pt x="782913" y="989034"/>
                  </a:lnTo>
                  <a:lnTo>
                    <a:pt x="782913" y="998046"/>
                  </a:lnTo>
                  <a:lnTo>
                    <a:pt x="788350" y="998046"/>
                  </a:lnTo>
                  <a:lnTo>
                    <a:pt x="788350" y="1004483"/>
                  </a:lnTo>
                  <a:lnTo>
                    <a:pt x="793786" y="1004483"/>
                  </a:lnTo>
                  <a:lnTo>
                    <a:pt x="793786" y="1009634"/>
                  </a:lnTo>
                  <a:lnTo>
                    <a:pt x="799223" y="1009634"/>
                  </a:lnTo>
                  <a:lnTo>
                    <a:pt x="799223" y="1012209"/>
                  </a:lnTo>
                  <a:lnTo>
                    <a:pt x="804660" y="1012209"/>
                  </a:lnTo>
                  <a:lnTo>
                    <a:pt x="804660" y="1019940"/>
                  </a:lnTo>
                  <a:lnTo>
                    <a:pt x="810097" y="1019940"/>
                  </a:lnTo>
                  <a:lnTo>
                    <a:pt x="810097" y="1022517"/>
                  </a:lnTo>
                  <a:lnTo>
                    <a:pt x="815534" y="1022517"/>
                  </a:lnTo>
                  <a:lnTo>
                    <a:pt x="815534" y="1034121"/>
                  </a:lnTo>
                  <a:lnTo>
                    <a:pt x="820971" y="1034121"/>
                  </a:lnTo>
                  <a:lnTo>
                    <a:pt x="820971" y="1039278"/>
                  </a:lnTo>
                  <a:lnTo>
                    <a:pt x="826408" y="1039278"/>
                  </a:lnTo>
                  <a:lnTo>
                    <a:pt x="826408" y="1049596"/>
                  </a:lnTo>
                  <a:lnTo>
                    <a:pt x="831845" y="1049596"/>
                  </a:lnTo>
                  <a:lnTo>
                    <a:pt x="831845" y="1053467"/>
                  </a:lnTo>
                  <a:lnTo>
                    <a:pt x="837282" y="1053467"/>
                  </a:lnTo>
                  <a:lnTo>
                    <a:pt x="837282" y="1059921"/>
                  </a:lnTo>
                  <a:lnTo>
                    <a:pt x="842719" y="1059921"/>
                  </a:lnTo>
                  <a:lnTo>
                    <a:pt x="842719" y="1070261"/>
                  </a:lnTo>
                  <a:lnTo>
                    <a:pt x="848155" y="1070261"/>
                  </a:lnTo>
                  <a:lnTo>
                    <a:pt x="848155" y="1078018"/>
                  </a:lnTo>
                  <a:lnTo>
                    <a:pt x="853592" y="1078018"/>
                  </a:lnTo>
                  <a:lnTo>
                    <a:pt x="853592" y="1084484"/>
                  </a:lnTo>
                  <a:lnTo>
                    <a:pt x="859029" y="1084484"/>
                  </a:lnTo>
                  <a:lnTo>
                    <a:pt x="859029" y="1092246"/>
                  </a:lnTo>
                  <a:lnTo>
                    <a:pt x="864466" y="1092246"/>
                  </a:lnTo>
                  <a:lnTo>
                    <a:pt x="864466" y="1096127"/>
                  </a:lnTo>
                  <a:lnTo>
                    <a:pt x="869903" y="1096127"/>
                  </a:lnTo>
                  <a:lnTo>
                    <a:pt x="869903" y="1101303"/>
                  </a:lnTo>
                  <a:lnTo>
                    <a:pt x="875340" y="1101303"/>
                  </a:lnTo>
                  <a:lnTo>
                    <a:pt x="875340" y="1107773"/>
                  </a:lnTo>
                  <a:lnTo>
                    <a:pt x="880777" y="1107773"/>
                  </a:lnTo>
                  <a:lnTo>
                    <a:pt x="880777" y="1109068"/>
                  </a:lnTo>
                  <a:lnTo>
                    <a:pt x="886214" y="1109068"/>
                  </a:lnTo>
                  <a:lnTo>
                    <a:pt x="886214" y="1111659"/>
                  </a:lnTo>
                  <a:lnTo>
                    <a:pt x="891651" y="1111659"/>
                  </a:lnTo>
                  <a:lnTo>
                    <a:pt x="891651" y="1116841"/>
                  </a:lnTo>
                  <a:lnTo>
                    <a:pt x="897088" y="1116841"/>
                  </a:lnTo>
                  <a:lnTo>
                    <a:pt x="897088" y="1123319"/>
                  </a:lnTo>
                  <a:lnTo>
                    <a:pt x="902524" y="1123319"/>
                  </a:lnTo>
                  <a:lnTo>
                    <a:pt x="902524" y="1128504"/>
                  </a:lnTo>
                  <a:lnTo>
                    <a:pt x="907961" y="1128504"/>
                  </a:lnTo>
                  <a:lnTo>
                    <a:pt x="907961" y="1133691"/>
                  </a:lnTo>
                  <a:lnTo>
                    <a:pt x="913398" y="1133691"/>
                  </a:lnTo>
                  <a:lnTo>
                    <a:pt x="913398" y="1140181"/>
                  </a:lnTo>
                  <a:lnTo>
                    <a:pt x="918835" y="1140181"/>
                  </a:lnTo>
                  <a:lnTo>
                    <a:pt x="918835" y="1145381"/>
                  </a:lnTo>
                  <a:lnTo>
                    <a:pt x="924272" y="1145381"/>
                  </a:lnTo>
                  <a:lnTo>
                    <a:pt x="924272" y="1150585"/>
                  </a:lnTo>
                  <a:lnTo>
                    <a:pt x="929709" y="1150585"/>
                  </a:lnTo>
                  <a:lnTo>
                    <a:pt x="929709" y="1154488"/>
                  </a:lnTo>
                  <a:lnTo>
                    <a:pt x="935146" y="1154488"/>
                  </a:lnTo>
                  <a:lnTo>
                    <a:pt x="935146" y="1157090"/>
                  </a:lnTo>
                  <a:lnTo>
                    <a:pt x="940583" y="1157090"/>
                  </a:lnTo>
                  <a:lnTo>
                    <a:pt x="940583" y="1160995"/>
                  </a:lnTo>
                  <a:lnTo>
                    <a:pt x="946020" y="1160995"/>
                  </a:lnTo>
                  <a:lnTo>
                    <a:pt x="946020" y="1162298"/>
                  </a:lnTo>
                  <a:lnTo>
                    <a:pt x="951457" y="1162298"/>
                  </a:lnTo>
                  <a:lnTo>
                    <a:pt x="951457" y="1167508"/>
                  </a:lnTo>
                  <a:lnTo>
                    <a:pt x="956893" y="1167508"/>
                  </a:lnTo>
                  <a:lnTo>
                    <a:pt x="956893" y="1172721"/>
                  </a:lnTo>
                  <a:lnTo>
                    <a:pt x="962330" y="1172721"/>
                  </a:lnTo>
                  <a:lnTo>
                    <a:pt x="962330" y="1181848"/>
                  </a:lnTo>
                  <a:lnTo>
                    <a:pt x="967767" y="1181848"/>
                  </a:lnTo>
                  <a:lnTo>
                    <a:pt x="967767" y="1190977"/>
                  </a:lnTo>
                  <a:lnTo>
                    <a:pt x="973204" y="1190977"/>
                  </a:lnTo>
                  <a:lnTo>
                    <a:pt x="973204" y="1197498"/>
                  </a:lnTo>
                  <a:lnTo>
                    <a:pt x="978641" y="1197498"/>
                  </a:lnTo>
                  <a:lnTo>
                    <a:pt x="978641" y="1202716"/>
                  </a:lnTo>
                  <a:lnTo>
                    <a:pt x="984078" y="1202716"/>
                  </a:lnTo>
                  <a:lnTo>
                    <a:pt x="984078" y="1209239"/>
                  </a:lnTo>
                  <a:lnTo>
                    <a:pt x="989515" y="1209239"/>
                  </a:lnTo>
                  <a:lnTo>
                    <a:pt x="989515" y="1215762"/>
                  </a:lnTo>
                  <a:lnTo>
                    <a:pt x="994952" y="1215762"/>
                  </a:lnTo>
                  <a:lnTo>
                    <a:pt x="994952" y="1219680"/>
                  </a:lnTo>
                  <a:lnTo>
                    <a:pt x="1000389" y="1219680"/>
                  </a:lnTo>
                  <a:lnTo>
                    <a:pt x="1000389" y="1226209"/>
                  </a:lnTo>
                  <a:lnTo>
                    <a:pt x="1005825" y="1226209"/>
                  </a:lnTo>
                  <a:lnTo>
                    <a:pt x="1005825" y="1228821"/>
                  </a:lnTo>
                  <a:lnTo>
                    <a:pt x="1011262" y="1228821"/>
                  </a:lnTo>
                  <a:lnTo>
                    <a:pt x="1011262" y="1237965"/>
                  </a:lnTo>
                  <a:lnTo>
                    <a:pt x="1016699" y="1237965"/>
                  </a:lnTo>
                  <a:lnTo>
                    <a:pt x="1016699" y="1243190"/>
                  </a:lnTo>
                  <a:lnTo>
                    <a:pt x="1027573" y="1243190"/>
                  </a:lnTo>
                  <a:lnTo>
                    <a:pt x="1027573" y="1249724"/>
                  </a:lnTo>
                  <a:lnTo>
                    <a:pt x="1033010" y="1249724"/>
                  </a:lnTo>
                  <a:lnTo>
                    <a:pt x="1033010" y="1253647"/>
                  </a:lnTo>
                  <a:lnTo>
                    <a:pt x="1038447" y="1253647"/>
                  </a:lnTo>
                  <a:lnTo>
                    <a:pt x="1038447" y="1262806"/>
                  </a:lnTo>
                  <a:lnTo>
                    <a:pt x="1043884" y="1262806"/>
                  </a:lnTo>
                  <a:lnTo>
                    <a:pt x="1043884" y="1265423"/>
                  </a:lnTo>
                  <a:lnTo>
                    <a:pt x="1049321" y="1265423"/>
                  </a:lnTo>
                  <a:lnTo>
                    <a:pt x="1049321" y="1270656"/>
                  </a:lnTo>
                  <a:lnTo>
                    <a:pt x="1054758" y="1270656"/>
                  </a:lnTo>
                  <a:lnTo>
                    <a:pt x="1054758" y="1277198"/>
                  </a:lnTo>
                  <a:lnTo>
                    <a:pt x="1060194" y="1277198"/>
                  </a:lnTo>
                  <a:lnTo>
                    <a:pt x="1060194" y="1283742"/>
                  </a:lnTo>
                  <a:lnTo>
                    <a:pt x="1065631" y="1283742"/>
                  </a:lnTo>
                  <a:lnTo>
                    <a:pt x="1065631" y="1294213"/>
                  </a:lnTo>
                  <a:lnTo>
                    <a:pt x="1071068" y="1294213"/>
                  </a:lnTo>
                  <a:lnTo>
                    <a:pt x="1071068" y="1300763"/>
                  </a:lnTo>
                  <a:lnTo>
                    <a:pt x="1076505" y="1300763"/>
                  </a:lnTo>
                  <a:lnTo>
                    <a:pt x="1076505" y="1304696"/>
                  </a:lnTo>
                  <a:lnTo>
                    <a:pt x="1081942" y="1304696"/>
                  </a:lnTo>
                  <a:lnTo>
                    <a:pt x="1081942" y="1309940"/>
                  </a:lnTo>
                  <a:lnTo>
                    <a:pt x="1087379" y="1309940"/>
                  </a:lnTo>
                  <a:lnTo>
                    <a:pt x="1087379" y="1320427"/>
                  </a:lnTo>
                  <a:lnTo>
                    <a:pt x="1092816" y="1320427"/>
                  </a:lnTo>
                  <a:lnTo>
                    <a:pt x="1092816" y="1333537"/>
                  </a:lnTo>
                  <a:lnTo>
                    <a:pt x="1098253" y="1333537"/>
                  </a:lnTo>
                  <a:lnTo>
                    <a:pt x="1098253" y="1341402"/>
                  </a:lnTo>
                  <a:lnTo>
                    <a:pt x="1103690" y="1341402"/>
                  </a:lnTo>
                  <a:lnTo>
                    <a:pt x="1103690" y="1345335"/>
                  </a:lnTo>
                  <a:lnTo>
                    <a:pt x="1109127" y="1345335"/>
                  </a:lnTo>
                  <a:lnTo>
                    <a:pt x="1109127" y="1351892"/>
                  </a:lnTo>
                  <a:lnTo>
                    <a:pt x="1114563" y="1351892"/>
                  </a:lnTo>
                  <a:lnTo>
                    <a:pt x="1114563" y="1358449"/>
                  </a:lnTo>
                  <a:lnTo>
                    <a:pt x="1120000" y="1358449"/>
                  </a:lnTo>
                  <a:lnTo>
                    <a:pt x="1120000" y="1366317"/>
                  </a:lnTo>
                  <a:lnTo>
                    <a:pt x="1125437" y="1366317"/>
                  </a:lnTo>
                  <a:lnTo>
                    <a:pt x="1125437" y="1367629"/>
                  </a:lnTo>
                  <a:lnTo>
                    <a:pt x="1130874" y="1367629"/>
                  </a:lnTo>
                  <a:lnTo>
                    <a:pt x="1130874" y="1372876"/>
                  </a:lnTo>
                  <a:lnTo>
                    <a:pt x="1136311" y="1372876"/>
                  </a:lnTo>
                  <a:lnTo>
                    <a:pt x="1136311" y="1380750"/>
                  </a:lnTo>
                  <a:lnTo>
                    <a:pt x="1141748" y="1380750"/>
                  </a:lnTo>
                  <a:lnTo>
                    <a:pt x="1141748" y="1387311"/>
                  </a:lnTo>
                  <a:lnTo>
                    <a:pt x="1147185" y="1387311"/>
                  </a:lnTo>
                  <a:lnTo>
                    <a:pt x="1147185" y="1397816"/>
                  </a:lnTo>
                  <a:lnTo>
                    <a:pt x="1152622" y="1397816"/>
                  </a:lnTo>
                  <a:lnTo>
                    <a:pt x="1152622" y="1404384"/>
                  </a:lnTo>
                  <a:lnTo>
                    <a:pt x="1158059" y="1404384"/>
                  </a:lnTo>
                  <a:lnTo>
                    <a:pt x="1158059" y="1407012"/>
                  </a:lnTo>
                  <a:lnTo>
                    <a:pt x="1163495" y="1407012"/>
                  </a:lnTo>
                  <a:lnTo>
                    <a:pt x="1163495" y="1410954"/>
                  </a:lnTo>
                  <a:lnTo>
                    <a:pt x="1168932" y="1410954"/>
                  </a:lnTo>
                  <a:lnTo>
                    <a:pt x="1168932" y="1417526"/>
                  </a:lnTo>
                  <a:lnTo>
                    <a:pt x="1174369" y="1417526"/>
                  </a:lnTo>
                  <a:lnTo>
                    <a:pt x="1174369" y="1421471"/>
                  </a:lnTo>
                  <a:lnTo>
                    <a:pt x="1179806" y="1421471"/>
                  </a:lnTo>
                  <a:lnTo>
                    <a:pt x="1179806" y="1425417"/>
                  </a:lnTo>
                  <a:lnTo>
                    <a:pt x="1185243" y="1425417"/>
                  </a:lnTo>
                  <a:lnTo>
                    <a:pt x="1185243" y="1429366"/>
                  </a:lnTo>
                  <a:lnTo>
                    <a:pt x="1190680" y="1429366"/>
                  </a:lnTo>
                  <a:lnTo>
                    <a:pt x="1190680" y="1431999"/>
                  </a:lnTo>
                  <a:lnTo>
                    <a:pt x="1196117" y="1431999"/>
                  </a:lnTo>
                  <a:lnTo>
                    <a:pt x="1196117" y="1437268"/>
                  </a:lnTo>
                  <a:lnTo>
                    <a:pt x="1201554" y="1437268"/>
                  </a:lnTo>
                  <a:lnTo>
                    <a:pt x="1201554" y="1441219"/>
                  </a:lnTo>
                  <a:lnTo>
                    <a:pt x="1206991" y="1441219"/>
                  </a:lnTo>
                  <a:lnTo>
                    <a:pt x="1206991" y="1445172"/>
                  </a:lnTo>
                  <a:lnTo>
                    <a:pt x="1212428" y="1445172"/>
                  </a:lnTo>
                  <a:lnTo>
                    <a:pt x="1212428" y="1447807"/>
                  </a:lnTo>
                  <a:lnTo>
                    <a:pt x="1217864" y="1447807"/>
                  </a:lnTo>
                  <a:lnTo>
                    <a:pt x="1217864" y="1449125"/>
                  </a:lnTo>
                  <a:lnTo>
                    <a:pt x="1223301" y="1449125"/>
                  </a:lnTo>
                  <a:lnTo>
                    <a:pt x="1223301" y="1455718"/>
                  </a:lnTo>
                  <a:lnTo>
                    <a:pt x="1228738" y="1455718"/>
                  </a:lnTo>
                  <a:lnTo>
                    <a:pt x="1228738" y="1459675"/>
                  </a:lnTo>
                  <a:lnTo>
                    <a:pt x="1239612" y="1459675"/>
                  </a:lnTo>
                  <a:lnTo>
                    <a:pt x="1239612" y="1463633"/>
                  </a:lnTo>
                  <a:lnTo>
                    <a:pt x="1245049" y="1463633"/>
                  </a:lnTo>
                  <a:lnTo>
                    <a:pt x="1245049" y="1466273"/>
                  </a:lnTo>
                  <a:lnTo>
                    <a:pt x="1250486" y="1466273"/>
                  </a:lnTo>
                  <a:lnTo>
                    <a:pt x="1250486" y="1470234"/>
                  </a:lnTo>
                  <a:lnTo>
                    <a:pt x="1255923" y="1470234"/>
                  </a:lnTo>
                  <a:lnTo>
                    <a:pt x="1255923" y="1476838"/>
                  </a:lnTo>
                  <a:lnTo>
                    <a:pt x="1261360" y="1476838"/>
                  </a:lnTo>
                  <a:lnTo>
                    <a:pt x="1261360" y="1484770"/>
                  </a:lnTo>
                  <a:lnTo>
                    <a:pt x="1266797" y="1484770"/>
                  </a:lnTo>
                  <a:lnTo>
                    <a:pt x="1266797" y="1486093"/>
                  </a:lnTo>
                  <a:lnTo>
                    <a:pt x="1272233" y="1486093"/>
                  </a:lnTo>
                  <a:lnTo>
                    <a:pt x="1272233" y="1491383"/>
                  </a:lnTo>
                  <a:lnTo>
                    <a:pt x="1277670" y="1491383"/>
                  </a:lnTo>
                  <a:lnTo>
                    <a:pt x="1277670" y="1496673"/>
                  </a:lnTo>
                  <a:lnTo>
                    <a:pt x="1283107" y="1496673"/>
                  </a:lnTo>
                  <a:lnTo>
                    <a:pt x="1283107" y="1497996"/>
                  </a:lnTo>
                  <a:lnTo>
                    <a:pt x="1288544" y="1497996"/>
                  </a:lnTo>
                  <a:lnTo>
                    <a:pt x="1288544" y="1500641"/>
                  </a:lnTo>
                  <a:lnTo>
                    <a:pt x="1293981" y="1500641"/>
                  </a:lnTo>
                  <a:lnTo>
                    <a:pt x="1293981" y="1507257"/>
                  </a:lnTo>
                  <a:lnTo>
                    <a:pt x="1299418" y="1507257"/>
                  </a:lnTo>
                  <a:lnTo>
                    <a:pt x="1299418" y="1511226"/>
                  </a:lnTo>
                  <a:lnTo>
                    <a:pt x="1304855" y="1511226"/>
                  </a:lnTo>
                  <a:lnTo>
                    <a:pt x="1304855" y="1512549"/>
                  </a:lnTo>
                  <a:lnTo>
                    <a:pt x="1310292" y="1512549"/>
                  </a:lnTo>
                  <a:lnTo>
                    <a:pt x="1310292" y="1516520"/>
                  </a:lnTo>
                  <a:lnTo>
                    <a:pt x="1315729" y="1516520"/>
                  </a:lnTo>
                  <a:lnTo>
                    <a:pt x="1315729" y="1521814"/>
                  </a:lnTo>
                  <a:lnTo>
                    <a:pt x="1321166" y="1521814"/>
                  </a:lnTo>
                  <a:lnTo>
                    <a:pt x="1321166" y="1528432"/>
                  </a:lnTo>
                  <a:lnTo>
                    <a:pt x="1326602" y="1528432"/>
                  </a:lnTo>
                  <a:lnTo>
                    <a:pt x="1326602" y="1533726"/>
                  </a:lnTo>
                  <a:lnTo>
                    <a:pt x="1332039" y="1533726"/>
                  </a:lnTo>
                  <a:lnTo>
                    <a:pt x="1332039" y="1533726"/>
                  </a:lnTo>
                  <a:lnTo>
                    <a:pt x="1337476" y="1533726"/>
                  </a:lnTo>
                  <a:lnTo>
                    <a:pt x="1337476" y="1537699"/>
                  </a:lnTo>
                  <a:lnTo>
                    <a:pt x="1342913" y="1537699"/>
                  </a:lnTo>
                  <a:lnTo>
                    <a:pt x="1342913" y="1541674"/>
                  </a:lnTo>
                  <a:lnTo>
                    <a:pt x="1348350" y="1541674"/>
                  </a:lnTo>
                  <a:lnTo>
                    <a:pt x="1348350" y="1549623"/>
                  </a:lnTo>
                  <a:lnTo>
                    <a:pt x="1353787" y="1549623"/>
                  </a:lnTo>
                  <a:lnTo>
                    <a:pt x="1353787" y="1554923"/>
                  </a:lnTo>
                  <a:lnTo>
                    <a:pt x="1359224" y="1554923"/>
                  </a:lnTo>
                  <a:lnTo>
                    <a:pt x="1359224" y="1556248"/>
                  </a:lnTo>
                  <a:lnTo>
                    <a:pt x="1364661" y="1556248"/>
                  </a:lnTo>
                  <a:lnTo>
                    <a:pt x="1364661" y="1561552"/>
                  </a:lnTo>
                  <a:lnTo>
                    <a:pt x="1370098" y="1561552"/>
                  </a:lnTo>
                  <a:lnTo>
                    <a:pt x="1370098" y="1568183"/>
                  </a:lnTo>
                  <a:lnTo>
                    <a:pt x="1375534" y="1568183"/>
                  </a:lnTo>
                  <a:lnTo>
                    <a:pt x="1375534" y="1569510"/>
                  </a:lnTo>
                  <a:lnTo>
                    <a:pt x="1380971" y="1569510"/>
                  </a:lnTo>
                  <a:lnTo>
                    <a:pt x="1380971" y="1572166"/>
                  </a:lnTo>
                  <a:lnTo>
                    <a:pt x="1386408" y="1572166"/>
                  </a:lnTo>
                  <a:lnTo>
                    <a:pt x="1386408" y="1577477"/>
                  </a:lnTo>
                  <a:lnTo>
                    <a:pt x="1391845" y="1577477"/>
                  </a:lnTo>
                  <a:lnTo>
                    <a:pt x="1391845" y="1580133"/>
                  </a:lnTo>
                  <a:lnTo>
                    <a:pt x="1397282" y="1580133"/>
                  </a:lnTo>
                  <a:lnTo>
                    <a:pt x="1397282" y="1582791"/>
                  </a:lnTo>
                  <a:lnTo>
                    <a:pt x="1402719" y="1582791"/>
                  </a:lnTo>
                  <a:lnTo>
                    <a:pt x="1402719" y="1585449"/>
                  </a:lnTo>
                  <a:lnTo>
                    <a:pt x="1408156" y="1585449"/>
                  </a:lnTo>
                  <a:lnTo>
                    <a:pt x="1408156" y="1590766"/>
                  </a:lnTo>
                  <a:lnTo>
                    <a:pt x="1413593" y="1590766"/>
                  </a:lnTo>
                  <a:lnTo>
                    <a:pt x="1413593" y="1593425"/>
                  </a:lnTo>
                  <a:lnTo>
                    <a:pt x="1419030" y="1593425"/>
                  </a:lnTo>
                  <a:lnTo>
                    <a:pt x="1419030" y="1598744"/>
                  </a:lnTo>
                  <a:lnTo>
                    <a:pt x="1424467" y="1598744"/>
                  </a:lnTo>
                  <a:lnTo>
                    <a:pt x="1424467" y="1602733"/>
                  </a:lnTo>
                  <a:lnTo>
                    <a:pt x="1429903" y="1602733"/>
                  </a:lnTo>
                  <a:lnTo>
                    <a:pt x="1429903" y="1605392"/>
                  </a:lnTo>
                  <a:lnTo>
                    <a:pt x="1435340" y="1605392"/>
                  </a:lnTo>
                  <a:lnTo>
                    <a:pt x="1435340" y="1609382"/>
                  </a:lnTo>
                  <a:lnTo>
                    <a:pt x="1440777" y="1609382"/>
                  </a:lnTo>
                  <a:lnTo>
                    <a:pt x="1440777" y="1614707"/>
                  </a:lnTo>
                  <a:lnTo>
                    <a:pt x="1446214" y="1614707"/>
                  </a:lnTo>
                  <a:lnTo>
                    <a:pt x="1446214" y="1620031"/>
                  </a:lnTo>
                  <a:lnTo>
                    <a:pt x="1451651" y="1620031"/>
                  </a:lnTo>
                  <a:lnTo>
                    <a:pt x="1451651" y="1633342"/>
                  </a:lnTo>
                  <a:lnTo>
                    <a:pt x="1457088" y="1633342"/>
                  </a:lnTo>
                  <a:lnTo>
                    <a:pt x="1457088" y="1636004"/>
                  </a:lnTo>
                  <a:lnTo>
                    <a:pt x="1462525" y="1636004"/>
                  </a:lnTo>
                  <a:lnTo>
                    <a:pt x="1462525" y="1637336"/>
                  </a:lnTo>
                  <a:lnTo>
                    <a:pt x="1467962" y="1637336"/>
                  </a:lnTo>
                  <a:lnTo>
                    <a:pt x="1467962" y="1639999"/>
                  </a:lnTo>
                  <a:lnTo>
                    <a:pt x="1473399" y="1639999"/>
                  </a:lnTo>
                  <a:lnTo>
                    <a:pt x="1473399" y="1643994"/>
                  </a:lnTo>
                  <a:lnTo>
                    <a:pt x="1478836" y="1643994"/>
                  </a:lnTo>
                  <a:lnTo>
                    <a:pt x="1478836" y="1650654"/>
                  </a:lnTo>
                  <a:lnTo>
                    <a:pt x="1484272" y="1650654"/>
                  </a:lnTo>
                  <a:lnTo>
                    <a:pt x="1484272" y="1651986"/>
                  </a:lnTo>
                  <a:lnTo>
                    <a:pt x="1489709" y="1651986"/>
                  </a:lnTo>
                  <a:lnTo>
                    <a:pt x="1489709" y="1658646"/>
                  </a:lnTo>
                  <a:lnTo>
                    <a:pt x="1495146" y="1658646"/>
                  </a:lnTo>
                  <a:lnTo>
                    <a:pt x="1495146" y="1666642"/>
                  </a:lnTo>
                  <a:lnTo>
                    <a:pt x="1500583" y="1666642"/>
                  </a:lnTo>
                  <a:lnTo>
                    <a:pt x="1500583" y="1667974"/>
                  </a:lnTo>
                  <a:lnTo>
                    <a:pt x="1506020" y="1667974"/>
                  </a:lnTo>
                  <a:lnTo>
                    <a:pt x="1506020" y="1669307"/>
                  </a:lnTo>
                  <a:lnTo>
                    <a:pt x="1511457" y="1669307"/>
                  </a:lnTo>
                  <a:lnTo>
                    <a:pt x="1511457" y="1674639"/>
                  </a:lnTo>
                  <a:lnTo>
                    <a:pt x="1516894" y="1674639"/>
                  </a:lnTo>
                  <a:lnTo>
                    <a:pt x="1516894" y="1679975"/>
                  </a:lnTo>
                  <a:lnTo>
                    <a:pt x="1522331" y="1679975"/>
                  </a:lnTo>
                  <a:lnTo>
                    <a:pt x="1522331" y="1682643"/>
                  </a:lnTo>
                  <a:lnTo>
                    <a:pt x="1527768" y="1682643"/>
                  </a:lnTo>
                  <a:lnTo>
                    <a:pt x="1527768" y="1685313"/>
                  </a:lnTo>
                  <a:lnTo>
                    <a:pt x="1533205" y="1685313"/>
                  </a:lnTo>
                  <a:lnTo>
                    <a:pt x="1533205" y="1690655"/>
                  </a:lnTo>
                  <a:lnTo>
                    <a:pt x="1538641" y="1690655"/>
                  </a:lnTo>
                  <a:lnTo>
                    <a:pt x="1538641" y="1694662"/>
                  </a:lnTo>
                  <a:lnTo>
                    <a:pt x="1544078" y="1694662"/>
                  </a:lnTo>
                  <a:lnTo>
                    <a:pt x="1544078" y="1695997"/>
                  </a:lnTo>
                  <a:lnTo>
                    <a:pt x="1549515" y="1695997"/>
                  </a:lnTo>
                  <a:lnTo>
                    <a:pt x="1549515" y="1698668"/>
                  </a:lnTo>
                  <a:lnTo>
                    <a:pt x="1554952" y="1698668"/>
                  </a:lnTo>
                  <a:lnTo>
                    <a:pt x="1554952" y="1701341"/>
                  </a:lnTo>
                  <a:lnTo>
                    <a:pt x="1560389" y="1701341"/>
                  </a:lnTo>
                  <a:lnTo>
                    <a:pt x="1560389" y="1706687"/>
                  </a:lnTo>
                  <a:lnTo>
                    <a:pt x="1565826" y="1706687"/>
                  </a:lnTo>
                  <a:lnTo>
                    <a:pt x="1565826" y="1710698"/>
                  </a:lnTo>
                  <a:lnTo>
                    <a:pt x="1571263" y="1710698"/>
                  </a:lnTo>
                  <a:lnTo>
                    <a:pt x="1571263" y="1716046"/>
                  </a:lnTo>
                  <a:lnTo>
                    <a:pt x="1576700" y="1716046"/>
                  </a:lnTo>
                  <a:lnTo>
                    <a:pt x="1576700" y="1724068"/>
                  </a:lnTo>
                  <a:lnTo>
                    <a:pt x="1582137" y="1724068"/>
                  </a:lnTo>
                  <a:lnTo>
                    <a:pt x="1582137" y="1726742"/>
                  </a:lnTo>
                  <a:lnTo>
                    <a:pt x="1587573" y="1726742"/>
                  </a:lnTo>
                  <a:lnTo>
                    <a:pt x="1587573" y="1733429"/>
                  </a:lnTo>
                  <a:lnTo>
                    <a:pt x="1593010" y="1733429"/>
                  </a:lnTo>
                  <a:lnTo>
                    <a:pt x="1593010" y="1736104"/>
                  </a:lnTo>
                  <a:lnTo>
                    <a:pt x="1598447" y="1736104"/>
                  </a:lnTo>
                  <a:lnTo>
                    <a:pt x="1598447" y="1738780"/>
                  </a:lnTo>
                  <a:lnTo>
                    <a:pt x="1603884" y="1738780"/>
                  </a:lnTo>
                  <a:lnTo>
                    <a:pt x="1603884" y="1742802"/>
                  </a:lnTo>
                  <a:lnTo>
                    <a:pt x="1609321" y="1742802"/>
                  </a:lnTo>
                  <a:lnTo>
                    <a:pt x="1609321" y="1748166"/>
                  </a:lnTo>
                  <a:lnTo>
                    <a:pt x="1614758" y="1748166"/>
                  </a:lnTo>
                  <a:lnTo>
                    <a:pt x="1614758" y="1758898"/>
                  </a:lnTo>
                  <a:lnTo>
                    <a:pt x="1620195" y="1758898"/>
                  </a:lnTo>
                  <a:lnTo>
                    <a:pt x="1620195" y="1762924"/>
                  </a:lnTo>
                  <a:lnTo>
                    <a:pt x="1625632" y="1762924"/>
                  </a:lnTo>
                  <a:lnTo>
                    <a:pt x="1625632" y="1765609"/>
                  </a:lnTo>
                  <a:lnTo>
                    <a:pt x="1631069" y="1765609"/>
                  </a:lnTo>
                  <a:lnTo>
                    <a:pt x="1631069" y="1770979"/>
                  </a:lnTo>
                  <a:lnTo>
                    <a:pt x="1636506" y="1770979"/>
                  </a:lnTo>
                  <a:lnTo>
                    <a:pt x="1636506" y="1772322"/>
                  </a:lnTo>
                  <a:lnTo>
                    <a:pt x="1641942" y="1772322"/>
                  </a:lnTo>
                  <a:lnTo>
                    <a:pt x="1641942" y="1775010"/>
                  </a:lnTo>
                  <a:lnTo>
                    <a:pt x="1647379" y="1775010"/>
                  </a:lnTo>
                  <a:lnTo>
                    <a:pt x="1647379" y="1777698"/>
                  </a:lnTo>
                  <a:lnTo>
                    <a:pt x="1658253" y="1777698"/>
                  </a:lnTo>
                  <a:lnTo>
                    <a:pt x="1658253" y="1781731"/>
                  </a:lnTo>
                  <a:lnTo>
                    <a:pt x="1663690" y="1781731"/>
                  </a:lnTo>
                  <a:lnTo>
                    <a:pt x="1663690" y="1785767"/>
                  </a:lnTo>
                  <a:lnTo>
                    <a:pt x="1669127" y="1785767"/>
                  </a:lnTo>
                  <a:lnTo>
                    <a:pt x="1669127" y="1789802"/>
                  </a:lnTo>
                  <a:lnTo>
                    <a:pt x="1674564" y="1789802"/>
                  </a:lnTo>
                  <a:lnTo>
                    <a:pt x="1674564" y="1796528"/>
                  </a:lnTo>
                  <a:lnTo>
                    <a:pt x="1680001" y="1796528"/>
                  </a:lnTo>
                  <a:lnTo>
                    <a:pt x="1680001" y="1799219"/>
                  </a:lnTo>
                  <a:lnTo>
                    <a:pt x="1685438" y="1799219"/>
                  </a:lnTo>
                  <a:lnTo>
                    <a:pt x="1685438" y="1803257"/>
                  </a:lnTo>
                  <a:lnTo>
                    <a:pt x="1696311" y="1803257"/>
                  </a:lnTo>
                  <a:lnTo>
                    <a:pt x="1696311" y="1804603"/>
                  </a:lnTo>
                  <a:lnTo>
                    <a:pt x="1701748" y="1804603"/>
                  </a:lnTo>
                  <a:lnTo>
                    <a:pt x="1701748" y="1805950"/>
                  </a:lnTo>
                  <a:lnTo>
                    <a:pt x="1707185" y="1805950"/>
                  </a:lnTo>
                  <a:lnTo>
                    <a:pt x="1707185" y="1809988"/>
                  </a:lnTo>
                  <a:lnTo>
                    <a:pt x="1712622" y="1809988"/>
                  </a:lnTo>
                  <a:lnTo>
                    <a:pt x="1712622" y="1814028"/>
                  </a:lnTo>
                  <a:lnTo>
                    <a:pt x="1718059" y="1814028"/>
                  </a:lnTo>
                  <a:lnTo>
                    <a:pt x="1718059" y="1814028"/>
                  </a:lnTo>
                  <a:lnTo>
                    <a:pt x="1723496" y="1814028"/>
                  </a:lnTo>
                  <a:lnTo>
                    <a:pt x="1723496" y="1818077"/>
                  </a:lnTo>
                  <a:lnTo>
                    <a:pt x="1728933" y="1818077"/>
                  </a:lnTo>
                  <a:lnTo>
                    <a:pt x="1728933" y="1822128"/>
                  </a:lnTo>
                  <a:lnTo>
                    <a:pt x="1734370" y="1822128"/>
                  </a:lnTo>
                  <a:lnTo>
                    <a:pt x="1734370" y="1826181"/>
                  </a:lnTo>
                  <a:lnTo>
                    <a:pt x="1739807" y="1826181"/>
                  </a:lnTo>
                  <a:lnTo>
                    <a:pt x="1739807" y="1827532"/>
                  </a:lnTo>
                  <a:lnTo>
                    <a:pt x="1745243" y="1827532"/>
                  </a:lnTo>
                  <a:lnTo>
                    <a:pt x="1745243" y="1834289"/>
                  </a:lnTo>
                  <a:lnTo>
                    <a:pt x="1750680" y="1834289"/>
                  </a:lnTo>
                  <a:lnTo>
                    <a:pt x="1750680" y="1838343"/>
                  </a:lnTo>
                  <a:lnTo>
                    <a:pt x="1756117" y="1838343"/>
                  </a:lnTo>
                  <a:lnTo>
                    <a:pt x="1756117" y="1841048"/>
                  </a:lnTo>
                  <a:lnTo>
                    <a:pt x="1761554" y="1841048"/>
                  </a:lnTo>
                  <a:lnTo>
                    <a:pt x="1761554" y="1845105"/>
                  </a:lnTo>
                  <a:lnTo>
                    <a:pt x="1766991" y="1845105"/>
                  </a:lnTo>
                  <a:lnTo>
                    <a:pt x="1766991" y="1850515"/>
                  </a:lnTo>
                  <a:lnTo>
                    <a:pt x="1772428" y="1850515"/>
                  </a:lnTo>
                  <a:lnTo>
                    <a:pt x="1772428" y="1853220"/>
                  </a:lnTo>
                  <a:lnTo>
                    <a:pt x="1777865" y="1853220"/>
                  </a:lnTo>
                  <a:lnTo>
                    <a:pt x="1777865" y="1854572"/>
                  </a:lnTo>
                  <a:lnTo>
                    <a:pt x="1783302" y="1854572"/>
                  </a:lnTo>
                  <a:lnTo>
                    <a:pt x="1783302" y="1858631"/>
                  </a:lnTo>
                  <a:lnTo>
                    <a:pt x="1788739" y="1858631"/>
                  </a:lnTo>
                  <a:lnTo>
                    <a:pt x="1788739" y="1862691"/>
                  </a:lnTo>
                  <a:lnTo>
                    <a:pt x="1794176" y="1862691"/>
                  </a:lnTo>
                  <a:lnTo>
                    <a:pt x="1794176" y="1864047"/>
                  </a:lnTo>
                  <a:lnTo>
                    <a:pt x="1799612" y="1864047"/>
                  </a:lnTo>
                  <a:lnTo>
                    <a:pt x="1799612" y="1865402"/>
                  </a:lnTo>
                  <a:lnTo>
                    <a:pt x="1805049" y="1865402"/>
                  </a:lnTo>
                  <a:lnTo>
                    <a:pt x="1805049" y="1869469"/>
                  </a:lnTo>
                  <a:lnTo>
                    <a:pt x="1810486" y="1869469"/>
                  </a:lnTo>
                  <a:lnTo>
                    <a:pt x="1810486" y="1869469"/>
                  </a:lnTo>
                  <a:lnTo>
                    <a:pt x="1815923" y="1869469"/>
                  </a:lnTo>
                  <a:lnTo>
                    <a:pt x="1815923" y="1874900"/>
                  </a:lnTo>
                  <a:lnTo>
                    <a:pt x="1821360" y="1874900"/>
                  </a:lnTo>
                  <a:lnTo>
                    <a:pt x="1821360" y="1876259"/>
                  </a:lnTo>
                  <a:lnTo>
                    <a:pt x="1832234" y="1876259"/>
                  </a:lnTo>
                  <a:lnTo>
                    <a:pt x="1832234" y="1877618"/>
                  </a:lnTo>
                  <a:lnTo>
                    <a:pt x="1837671" y="1877618"/>
                  </a:lnTo>
                  <a:lnTo>
                    <a:pt x="1837671" y="1878978"/>
                  </a:lnTo>
                  <a:lnTo>
                    <a:pt x="1843108" y="1878978"/>
                  </a:lnTo>
                  <a:lnTo>
                    <a:pt x="1843108" y="1883056"/>
                  </a:lnTo>
                  <a:lnTo>
                    <a:pt x="1848545" y="1883056"/>
                  </a:lnTo>
                  <a:lnTo>
                    <a:pt x="1848545" y="1885775"/>
                  </a:lnTo>
                  <a:lnTo>
                    <a:pt x="1853981" y="1885775"/>
                  </a:lnTo>
                  <a:lnTo>
                    <a:pt x="1853981" y="1888493"/>
                  </a:lnTo>
                  <a:lnTo>
                    <a:pt x="1859418" y="1888493"/>
                  </a:lnTo>
                  <a:lnTo>
                    <a:pt x="1859418" y="1895296"/>
                  </a:lnTo>
                  <a:lnTo>
                    <a:pt x="1864855" y="1895296"/>
                  </a:lnTo>
                  <a:lnTo>
                    <a:pt x="1864855" y="1898017"/>
                  </a:lnTo>
                  <a:lnTo>
                    <a:pt x="1870292" y="1898017"/>
                  </a:lnTo>
                  <a:lnTo>
                    <a:pt x="1870292" y="1899378"/>
                  </a:lnTo>
                  <a:lnTo>
                    <a:pt x="1875729" y="1899378"/>
                  </a:lnTo>
                  <a:lnTo>
                    <a:pt x="1875729" y="1904826"/>
                  </a:lnTo>
                  <a:lnTo>
                    <a:pt x="1881166" y="1904826"/>
                  </a:lnTo>
                  <a:lnTo>
                    <a:pt x="1881166" y="1906189"/>
                  </a:lnTo>
                  <a:lnTo>
                    <a:pt x="1897477" y="1906189"/>
                  </a:lnTo>
                  <a:lnTo>
                    <a:pt x="1897477" y="1917104"/>
                  </a:lnTo>
                  <a:lnTo>
                    <a:pt x="1902914" y="1917104"/>
                  </a:lnTo>
                  <a:lnTo>
                    <a:pt x="1902914" y="1921197"/>
                  </a:lnTo>
                  <a:lnTo>
                    <a:pt x="1908350" y="1921197"/>
                  </a:lnTo>
                  <a:lnTo>
                    <a:pt x="1908350" y="1925293"/>
                  </a:lnTo>
                  <a:lnTo>
                    <a:pt x="1913787" y="1925293"/>
                  </a:lnTo>
                  <a:lnTo>
                    <a:pt x="1913787" y="1930757"/>
                  </a:lnTo>
                  <a:lnTo>
                    <a:pt x="1919224" y="1930757"/>
                  </a:lnTo>
                  <a:lnTo>
                    <a:pt x="1919224" y="1933490"/>
                  </a:lnTo>
                  <a:lnTo>
                    <a:pt x="1924661" y="1933490"/>
                  </a:lnTo>
                  <a:lnTo>
                    <a:pt x="1924661" y="1937589"/>
                  </a:lnTo>
                  <a:lnTo>
                    <a:pt x="1930098" y="1937589"/>
                  </a:lnTo>
                  <a:lnTo>
                    <a:pt x="1930098" y="1943055"/>
                  </a:lnTo>
                  <a:lnTo>
                    <a:pt x="1935535" y="1943055"/>
                  </a:lnTo>
                  <a:lnTo>
                    <a:pt x="1935535" y="1955369"/>
                  </a:lnTo>
                  <a:lnTo>
                    <a:pt x="1940972" y="1955369"/>
                  </a:lnTo>
                  <a:lnTo>
                    <a:pt x="1940972" y="1960842"/>
                  </a:lnTo>
                  <a:lnTo>
                    <a:pt x="1946409" y="1960842"/>
                  </a:lnTo>
                  <a:lnTo>
                    <a:pt x="1946409" y="1963583"/>
                  </a:lnTo>
                  <a:lnTo>
                    <a:pt x="1951846" y="1963583"/>
                  </a:lnTo>
                  <a:lnTo>
                    <a:pt x="1951846" y="1969067"/>
                  </a:lnTo>
                  <a:lnTo>
                    <a:pt x="1957282" y="1969067"/>
                  </a:lnTo>
                  <a:lnTo>
                    <a:pt x="1957282" y="1971808"/>
                  </a:lnTo>
                  <a:lnTo>
                    <a:pt x="1962719" y="1971808"/>
                  </a:lnTo>
                  <a:lnTo>
                    <a:pt x="1962719" y="1973179"/>
                  </a:lnTo>
                  <a:lnTo>
                    <a:pt x="1968156" y="1973179"/>
                  </a:lnTo>
                  <a:lnTo>
                    <a:pt x="1968156" y="1975923"/>
                  </a:lnTo>
                  <a:lnTo>
                    <a:pt x="1973593" y="1975923"/>
                  </a:lnTo>
                  <a:lnTo>
                    <a:pt x="1973593" y="1978666"/>
                  </a:lnTo>
                  <a:lnTo>
                    <a:pt x="1979030" y="1978666"/>
                  </a:lnTo>
                  <a:lnTo>
                    <a:pt x="1979030" y="1981410"/>
                  </a:lnTo>
                  <a:lnTo>
                    <a:pt x="1984467" y="1981410"/>
                  </a:lnTo>
                  <a:lnTo>
                    <a:pt x="1984467" y="1986908"/>
                  </a:lnTo>
                  <a:lnTo>
                    <a:pt x="1989904" y="1986908"/>
                  </a:lnTo>
                  <a:lnTo>
                    <a:pt x="1989904" y="1989658"/>
                  </a:lnTo>
                  <a:lnTo>
                    <a:pt x="1995341" y="1989658"/>
                  </a:lnTo>
                  <a:lnTo>
                    <a:pt x="1995341" y="1996532"/>
                  </a:lnTo>
                  <a:lnTo>
                    <a:pt x="2000778" y="1996532"/>
                  </a:lnTo>
                  <a:lnTo>
                    <a:pt x="2000778" y="1999283"/>
                  </a:lnTo>
                  <a:lnTo>
                    <a:pt x="2006215" y="1999283"/>
                  </a:lnTo>
                  <a:lnTo>
                    <a:pt x="2006215" y="2000659"/>
                  </a:lnTo>
                  <a:lnTo>
                    <a:pt x="2011651" y="2000659"/>
                  </a:lnTo>
                  <a:lnTo>
                    <a:pt x="2011651" y="2002035"/>
                  </a:lnTo>
                  <a:lnTo>
                    <a:pt x="2017088" y="2002035"/>
                  </a:lnTo>
                  <a:lnTo>
                    <a:pt x="2017088" y="2004786"/>
                  </a:lnTo>
                  <a:lnTo>
                    <a:pt x="2027962" y="2004786"/>
                  </a:lnTo>
                  <a:lnTo>
                    <a:pt x="2027962" y="2011672"/>
                  </a:lnTo>
                  <a:lnTo>
                    <a:pt x="2033399" y="2011672"/>
                  </a:lnTo>
                  <a:lnTo>
                    <a:pt x="2033399" y="2015807"/>
                  </a:lnTo>
                  <a:lnTo>
                    <a:pt x="2038836" y="2015807"/>
                  </a:lnTo>
                  <a:lnTo>
                    <a:pt x="2038836" y="2018566"/>
                  </a:lnTo>
                  <a:lnTo>
                    <a:pt x="2049710" y="2018566"/>
                  </a:lnTo>
                  <a:lnTo>
                    <a:pt x="2049710" y="2021326"/>
                  </a:lnTo>
                  <a:lnTo>
                    <a:pt x="2055147" y="2021326"/>
                  </a:lnTo>
                  <a:lnTo>
                    <a:pt x="2055147" y="2022706"/>
                  </a:lnTo>
                  <a:lnTo>
                    <a:pt x="2060584" y="2022706"/>
                  </a:lnTo>
                  <a:lnTo>
                    <a:pt x="2060584" y="2028231"/>
                  </a:lnTo>
                  <a:lnTo>
                    <a:pt x="2066020" y="2028231"/>
                  </a:lnTo>
                  <a:lnTo>
                    <a:pt x="2066020" y="2032379"/>
                  </a:lnTo>
                  <a:lnTo>
                    <a:pt x="2071457" y="2032379"/>
                  </a:lnTo>
                  <a:lnTo>
                    <a:pt x="2071457" y="2039294"/>
                  </a:lnTo>
                  <a:lnTo>
                    <a:pt x="2076894" y="2039294"/>
                  </a:lnTo>
                  <a:lnTo>
                    <a:pt x="2076894" y="2040677"/>
                  </a:lnTo>
                  <a:lnTo>
                    <a:pt x="2082331" y="2040677"/>
                  </a:lnTo>
                  <a:lnTo>
                    <a:pt x="2082331" y="2044828"/>
                  </a:lnTo>
                  <a:lnTo>
                    <a:pt x="2087768" y="2044828"/>
                  </a:lnTo>
                  <a:lnTo>
                    <a:pt x="2087768" y="2048981"/>
                  </a:lnTo>
                  <a:lnTo>
                    <a:pt x="2093205" y="2048981"/>
                  </a:lnTo>
                  <a:lnTo>
                    <a:pt x="2093205" y="2050366"/>
                  </a:lnTo>
                  <a:lnTo>
                    <a:pt x="2098642" y="2050366"/>
                  </a:lnTo>
                  <a:lnTo>
                    <a:pt x="2098642" y="2051751"/>
                  </a:lnTo>
                  <a:lnTo>
                    <a:pt x="2104079" y="2051751"/>
                  </a:lnTo>
                  <a:lnTo>
                    <a:pt x="2104079" y="2054521"/>
                  </a:lnTo>
                  <a:lnTo>
                    <a:pt x="2109516" y="2054521"/>
                  </a:lnTo>
                  <a:lnTo>
                    <a:pt x="2109516" y="2060063"/>
                  </a:lnTo>
                  <a:lnTo>
                    <a:pt x="2114953" y="2060063"/>
                  </a:lnTo>
                  <a:lnTo>
                    <a:pt x="2114953" y="2064219"/>
                  </a:lnTo>
                  <a:lnTo>
                    <a:pt x="2120389" y="2064219"/>
                  </a:lnTo>
                  <a:lnTo>
                    <a:pt x="2120389" y="2065606"/>
                  </a:lnTo>
                  <a:lnTo>
                    <a:pt x="2125826" y="2065606"/>
                  </a:lnTo>
                  <a:lnTo>
                    <a:pt x="2125826" y="2068378"/>
                  </a:lnTo>
                  <a:lnTo>
                    <a:pt x="2131263" y="2068378"/>
                  </a:lnTo>
                  <a:lnTo>
                    <a:pt x="2131263" y="2071151"/>
                  </a:lnTo>
                  <a:lnTo>
                    <a:pt x="2136700" y="2071151"/>
                  </a:lnTo>
                  <a:lnTo>
                    <a:pt x="2136700" y="2075316"/>
                  </a:lnTo>
                  <a:lnTo>
                    <a:pt x="2142137" y="2075316"/>
                  </a:lnTo>
                  <a:lnTo>
                    <a:pt x="2142137" y="2082258"/>
                  </a:lnTo>
                  <a:lnTo>
                    <a:pt x="2147574" y="2082258"/>
                  </a:lnTo>
                  <a:lnTo>
                    <a:pt x="2147574" y="2083647"/>
                  </a:lnTo>
                  <a:lnTo>
                    <a:pt x="2153011" y="2083647"/>
                  </a:lnTo>
                  <a:lnTo>
                    <a:pt x="2153011" y="2086426"/>
                  </a:lnTo>
                  <a:lnTo>
                    <a:pt x="2158448" y="2086426"/>
                  </a:lnTo>
                  <a:lnTo>
                    <a:pt x="2158448" y="2090598"/>
                  </a:lnTo>
                  <a:lnTo>
                    <a:pt x="2163885" y="2090598"/>
                  </a:lnTo>
                  <a:lnTo>
                    <a:pt x="2163885" y="2096164"/>
                  </a:lnTo>
                  <a:lnTo>
                    <a:pt x="2169321" y="2096164"/>
                  </a:lnTo>
                  <a:lnTo>
                    <a:pt x="2169321" y="2096164"/>
                  </a:lnTo>
                  <a:lnTo>
                    <a:pt x="2174758" y="2096164"/>
                  </a:lnTo>
                  <a:lnTo>
                    <a:pt x="2174758" y="2103124"/>
                  </a:lnTo>
                  <a:lnTo>
                    <a:pt x="2180195" y="2103124"/>
                  </a:lnTo>
                  <a:lnTo>
                    <a:pt x="2180195" y="2107300"/>
                  </a:lnTo>
                  <a:lnTo>
                    <a:pt x="2185632" y="2107300"/>
                  </a:lnTo>
                  <a:lnTo>
                    <a:pt x="2185632" y="2108693"/>
                  </a:lnTo>
                  <a:lnTo>
                    <a:pt x="2191069" y="2108693"/>
                  </a:lnTo>
                  <a:lnTo>
                    <a:pt x="2191069" y="2114266"/>
                  </a:lnTo>
                  <a:lnTo>
                    <a:pt x="2196506" y="2114266"/>
                  </a:lnTo>
                  <a:lnTo>
                    <a:pt x="2196506" y="2117052"/>
                  </a:lnTo>
                  <a:lnTo>
                    <a:pt x="2201943" y="2117052"/>
                  </a:lnTo>
                  <a:lnTo>
                    <a:pt x="2201943" y="2121232"/>
                  </a:lnTo>
                  <a:lnTo>
                    <a:pt x="2207380" y="2121232"/>
                  </a:lnTo>
                  <a:lnTo>
                    <a:pt x="2207380" y="2125414"/>
                  </a:lnTo>
                  <a:lnTo>
                    <a:pt x="2212817" y="2125414"/>
                  </a:lnTo>
                  <a:lnTo>
                    <a:pt x="2212817" y="2129595"/>
                  </a:lnTo>
                  <a:lnTo>
                    <a:pt x="2218254" y="2129595"/>
                  </a:lnTo>
                  <a:lnTo>
                    <a:pt x="2218254" y="2130990"/>
                  </a:lnTo>
                  <a:lnTo>
                    <a:pt x="2223690" y="2130990"/>
                  </a:lnTo>
                  <a:lnTo>
                    <a:pt x="2223690" y="2135173"/>
                  </a:lnTo>
                  <a:lnTo>
                    <a:pt x="2229127" y="2135173"/>
                  </a:lnTo>
                  <a:lnTo>
                    <a:pt x="2229127" y="2135173"/>
                  </a:lnTo>
                  <a:lnTo>
                    <a:pt x="2234564" y="2135173"/>
                  </a:lnTo>
                  <a:lnTo>
                    <a:pt x="2234564" y="2139360"/>
                  </a:lnTo>
                  <a:lnTo>
                    <a:pt x="2240001" y="2139360"/>
                  </a:lnTo>
                  <a:lnTo>
                    <a:pt x="2240001" y="2144946"/>
                  </a:lnTo>
                  <a:lnTo>
                    <a:pt x="2245438" y="2144946"/>
                  </a:lnTo>
                  <a:lnTo>
                    <a:pt x="2245438" y="2146343"/>
                  </a:lnTo>
                  <a:lnTo>
                    <a:pt x="2250875" y="2146343"/>
                  </a:lnTo>
                  <a:lnTo>
                    <a:pt x="2250875" y="2146343"/>
                  </a:lnTo>
                  <a:lnTo>
                    <a:pt x="2256312" y="2146343"/>
                  </a:lnTo>
                  <a:lnTo>
                    <a:pt x="2256312" y="2151940"/>
                  </a:lnTo>
                  <a:lnTo>
                    <a:pt x="2261749" y="2151940"/>
                  </a:lnTo>
                  <a:lnTo>
                    <a:pt x="2261749" y="2153340"/>
                  </a:lnTo>
                  <a:lnTo>
                    <a:pt x="2267186" y="2153340"/>
                  </a:lnTo>
                  <a:lnTo>
                    <a:pt x="2267186" y="2156141"/>
                  </a:lnTo>
                  <a:lnTo>
                    <a:pt x="2272623" y="2156141"/>
                  </a:lnTo>
                  <a:lnTo>
                    <a:pt x="2272623" y="2160343"/>
                  </a:lnTo>
                  <a:lnTo>
                    <a:pt x="2278059" y="2160343"/>
                  </a:lnTo>
                  <a:lnTo>
                    <a:pt x="2278059" y="2160343"/>
                  </a:lnTo>
                  <a:lnTo>
                    <a:pt x="2283496" y="2160343"/>
                  </a:lnTo>
                  <a:lnTo>
                    <a:pt x="2283496" y="2161744"/>
                  </a:lnTo>
                  <a:lnTo>
                    <a:pt x="2288933" y="2161744"/>
                  </a:lnTo>
                  <a:lnTo>
                    <a:pt x="2288933" y="2163147"/>
                  </a:lnTo>
                  <a:lnTo>
                    <a:pt x="2294370" y="2163147"/>
                  </a:lnTo>
                  <a:lnTo>
                    <a:pt x="2294370" y="2165956"/>
                  </a:lnTo>
                  <a:lnTo>
                    <a:pt x="2299807" y="2165956"/>
                  </a:lnTo>
                  <a:lnTo>
                    <a:pt x="2299807" y="2167361"/>
                  </a:lnTo>
                  <a:lnTo>
                    <a:pt x="2305244" y="2167361"/>
                  </a:lnTo>
                  <a:lnTo>
                    <a:pt x="2305244" y="2168765"/>
                  </a:lnTo>
                  <a:lnTo>
                    <a:pt x="2310681" y="2168765"/>
                  </a:lnTo>
                  <a:lnTo>
                    <a:pt x="2310681" y="2171574"/>
                  </a:lnTo>
                  <a:lnTo>
                    <a:pt x="2316118" y="2171574"/>
                  </a:lnTo>
                  <a:lnTo>
                    <a:pt x="2316118" y="2175787"/>
                  </a:lnTo>
                  <a:lnTo>
                    <a:pt x="2321555" y="2175787"/>
                  </a:lnTo>
                  <a:lnTo>
                    <a:pt x="2321555" y="2180003"/>
                  </a:lnTo>
                  <a:lnTo>
                    <a:pt x="2326991" y="2180003"/>
                  </a:lnTo>
                  <a:lnTo>
                    <a:pt x="2326991" y="2184220"/>
                  </a:lnTo>
                  <a:lnTo>
                    <a:pt x="2332428" y="2184220"/>
                  </a:lnTo>
                  <a:lnTo>
                    <a:pt x="2332428" y="2185625"/>
                  </a:lnTo>
                  <a:lnTo>
                    <a:pt x="2337865" y="2185625"/>
                  </a:lnTo>
                  <a:lnTo>
                    <a:pt x="2337865" y="2187031"/>
                  </a:lnTo>
                  <a:lnTo>
                    <a:pt x="2343302" y="2187031"/>
                  </a:lnTo>
                  <a:lnTo>
                    <a:pt x="2343302" y="2189842"/>
                  </a:lnTo>
                  <a:lnTo>
                    <a:pt x="2348739" y="2189842"/>
                  </a:lnTo>
                  <a:lnTo>
                    <a:pt x="2348739" y="2198280"/>
                  </a:lnTo>
                  <a:lnTo>
                    <a:pt x="2359613" y="2198280"/>
                  </a:lnTo>
                  <a:lnTo>
                    <a:pt x="2359613" y="2199687"/>
                  </a:lnTo>
                  <a:lnTo>
                    <a:pt x="2365050" y="2199687"/>
                  </a:lnTo>
                  <a:lnTo>
                    <a:pt x="2365050" y="2199687"/>
                  </a:lnTo>
                  <a:lnTo>
                    <a:pt x="2370487" y="2199687"/>
                  </a:lnTo>
                  <a:lnTo>
                    <a:pt x="2370487" y="2202506"/>
                  </a:lnTo>
                  <a:lnTo>
                    <a:pt x="2375924" y="2202506"/>
                  </a:lnTo>
                  <a:lnTo>
                    <a:pt x="2375924" y="2206735"/>
                  </a:lnTo>
                  <a:lnTo>
                    <a:pt x="2381360" y="2206735"/>
                  </a:lnTo>
                  <a:lnTo>
                    <a:pt x="2381360" y="2212376"/>
                  </a:lnTo>
                  <a:lnTo>
                    <a:pt x="2386797" y="2212376"/>
                  </a:lnTo>
                  <a:lnTo>
                    <a:pt x="2386797" y="2215196"/>
                  </a:lnTo>
                  <a:lnTo>
                    <a:pt x="2392234" y="2215196"/>
                  </a:lnTo>
                  <a:lnTo>
                    <a:pt x="2392234" y="2219427"/>
                  </a:lnTo>
                  <a:lnTo>
                    <a:pt x="2397671" y="2219427"/>
                  </a:lnTo>
                  <a:lnTo>
                    <a:pt x="2397671" y="2222247"/>
                  </a:lnTo>
                  <a:lnTo>
                    <a:pt x="2403108" y="2222247"/>
                  </a:lnTo>
                  <a:lnTo>
                    <a:pt x="2403108" y="2232127"/>
                  </a:lnTo>
                  <a:lnTo>
                    <a:pt x="2408545" y="2232127"/>
                  </a:lnTo>
                  <a:lnTo>
                    <a:pt x="2408545" y="2236366"/>
                  </a:lnTo>
                  <a:lnTo>
                    <a:pt x="2413982" y="2236366"/>
                  </a:lnTo>
                  <a:lnTo>
                    <a:pt x="2413982" y="2237778"/>
                  </a:lnTo>
                  <a:lnTo>
                    <a:pt x="2419419" y="2237778"/>
                  </a:lnTo>
                  <a:lnTo>
                    <a:pt x="2419419" y="2246255"/>
                  </a:lnTo>
                  <a:lnTo>
                    <a:pt x="2424856" y="2246255"/>
                  </a:lnTo>
                  <a:lnTo>
                    <a:pt x="2424856" y="2247668"/>
                  </a:lnTo>
                  <a:lnTo>
                    <a:pt x="2435729" y="2247668"/>
                  </a:lnTo>
                  <a:lnTo>
                    <a:pt x="2435729" y="2249082"/>
                  </a:lnTo>
                  <a:lnTo>
                    <a:pt x="2441166" y="2249082"/>
                  </a:lnTo>
                  <a:lnTo>
                    <a:pt x="2441166" y="2253324"/>
                  </a:lnTo>
                  <a:lnTo>
                    <a:pt x="2446603" y="2253324"/>
                  </a:lnTo>
                  <a:lnTo>
                    <a:pt x="2446603" y="2256152"/>
                  </a:lnTo>
                  <a:lnTo>
                    <a:pt x="2452040" y="2256152"/>
                  </a:lnTo>
                  <a:lnTo>
                    <a:pt x="2452040" y="2260396"/>
                  </a:lnTo>
                  <a:lnTo>
                    <a:pt x="2457477" y="2260396"/>
                  </a:lnTo>
                  <a:lnTo>
                    <a:pt x="2457477" y="2263226"/>
                  </a:lnTo>
                  <a:lnTo>
                    <a:pt x="2462914" y="2263226"/>
                  </a:lnTo>
                  <a:lnTo>
                    <a:pt x="2462914" y="2267470"/>
                  </a:lnTo>
                  <a:lnTo>
                    <a:pt x="2468351" y="2267470"/>
                  </a:lnTo>
                  <a:lnTo>
                    <a:pt x="2468351" y="2268885"/>
                  </a:lnTo>
                  <a:lnTo>
                    <a:pt x="2473788" y="2268885"/>
                  </a:lnTo>
                  <a:lnTo>
                    <a:pt x="2473788" y="2270301"/>
                  </a:lnTo>
                  <a:lnTo>
                    <a:pt x="2479225" y="2270301"/>
                  </a:lnTo>
                  <a:lnTo>
                    <a:pt x="2479225" y="2271717"/>
                  </a:lnTo>
                  <a:lnTo>
                    <a:pt x="2484662" y="2271717"/>
                  </a:lnTo>
                  <a:lnTo>
                    <a:pt x="2484662" y="2274550"/>
                  </a:lnTo>
                  <a:lnTo>
                    <a:pt x="2490098" y="2274550"/>
                  </a:lnTo>
                  <a:lnTo>
                    <a:pt x="2490098" y="2280217"/>
                  </a:lnTo>
                  <a:lnTo>
                    <a:pt x="2495535" y="2280217"/>
                  </a:lnTo>
                  <a:lnTo>
                    <a:pt x="2495535" y="2283052"/>
                  </a:lnTo>
                  <a:lnTo>
                    <a:pt x="2500972" y="2283052"/>
                  </a:lnTo>
                  <a:lnTo>
                    <a:pt x="2500972" y="2285887"/>
                  </a:lnTo>
                  <a:lnTo>
                    <a:pt x="2506409" y="2285887"/>
                  </a:lnTo>
                  <a:lnTo>
                    <a:pt x="2506409" y="2288723"/>
                  </a:lnTo>
                  <a:lnTo>
                    <a:pt x="2511846" y="2288723"/>
                  </a:lnTo>
                  <a:lnTo>
                    <a:pt x="2511846" y="2290141"/>
                  </a:lnTo>
                  <a:lnTo>
                    <a:pt x="2517283" y="2290141"/>
                  </a:lnTo>
                  <a:lnTo>
                    <a:pt x="2517283" y="2291560"/>
                  </a:lnTo>
                  <a:lnTo>
                    <a:pt x="2522720" y="2291560"/>
                  </a:lnTo>
                  <a:lnTo>
                    <a:pt x="2522720" y="2295816"/>
                  </a:lnTo>
                  <a:lnTo>
                    <a:pt x="2528157" y="2295816"/>
                  </a:lnTo>
                  <a:lnTo>
                    <a:pt x="2528157" y="2298653"/>
                  </a:lnTo>
                  <a:lnTo>
                    <a:pt x="2533594" y="2298653"/>
                  </a:lnTo>
                  <a:lnTo>
                    <a:pt x="2533594" y="2304331"/>
                  </a:lnTo>
                  <a:lnTo>
                    <a:pt x="2539030" y="2304331"/>
                  </a:lnTo>
                  <a:lnTo>
                    <a:pt x="2539030" y="2305750"/>
                  </a:lnTo>
                  <a:lnTo>
                    <a:pt x="2544467" y="2305750"/>
                  </a:lnTo>
                  <a:lnTo>
                    <a:pt x="2544467" y="2308590"/>
                  </a:lnTo>
                  <a:lnTo>
                    <a:pt x="2549904" y="2308590"/>
                  </a:lnTo>
                  <a:lnTo>
                    <a:pt x="2549904" y="2312855"/>
                  </a:lnTo>
                  <a:lnTo>
                    <a:pt x="2555341" y="2312855"/>
                  </a:lnTo>
                  <a:lnTo>
                    <a:pt x="2555341" y="2314277"/>
                  </a:lnTo>
                  <a:lnTo>
                    <a:pt x="2560778" y="2314277"/>
                  </a:lnTo>
                  <a:lnTo>
                    <a:pt x="2560778" y="2317124"/>
                  </a:lnTo>
                  <a:lnTo>
                    <a:pt x="2566215" y="2317124"/>
                  </a:lnTo>
                  <a:lnTo>
                    <a:pt x="2566215" y="2321399"/>
                  </a:lnTo>
                  <a:lnTo>
                    <a:pt x="2577089" y="2321399"/>
                  </a:lnTo>
                  <a:lnTo>
                    <a:pt x="2577089" y="2322824"/>
                  </a:lnTo>
                  <a:lnTo>
                    <a:pt x="2587963" y="2322824"/>
                  </a:lnTo>
                  <a:lnTo>
                    <a:pt x="2587963" y="2324249"/>
                  </a:lnTo>
                  <a:lnTo>
                    <a:pt x="2593399" y="2324249"/>
                  </a:lnTo>
                  <a:lnTo>
                    <a:pt x="2593399" y="2327104"/>
                  </a:lnTo>
                  <a:lnTo>
                    <a:pt x="2598836" y="2327104"/>
                  </a:lnTo>
                  <a:lnTo>
                    <a:pt x="2598836" y="2331387"/>
                  </a:lnTo>
                  <a:lnTo>
                    <a:pt x="2604273" y="2331387"/>
                  </a:lnTo>
                  <a:lnTo>
                    <a:pt x="2604273" y="2337097"/>
                  </a:lnTo>
                  <a:lnTo>
                    <a:pt x="2609710" y="2337097"/>
                  </a:lnTo>
                  <a:lnTo>
                    <a:pt x="2609710" y="2341380"/>
                  </a:lnTo>
                  <a:lnTo>
                    <a:pt x="2615147" y="2341380"/>
                  </a:lnTo>
                  <a:lnTo>
                    <a:pt x="2615147" y="2342807"/>
                  </a:lnTo>
                  <a:lnTo>
                    <a:pt x="2620584" y="2342807"/>
                  </a:lnTo>
                  <a:lnTo>
                    <a:pt x="2620584" y="2345664"/>
                  </a:lnTo>
                  <a:lnTo>
                    <a:pt x="2626021" y="2345664"/>
                  </a:lnTo>
                  <a:lnTo>
                    <a:pt x="2626021" y="2348523"/>
                  </a:lnTo>
                  <a:lnTo>
                    <a:pt x="2631458" y="2348523"/>
                  </a:lnTo>
                  <a:lnTo>
                    <a:pt x="2631458" y="2349955"/>
                  </a:lnTo>
                  <a:lnTo>
                    <a:pt x="2636895" y="2349955"/>
                  </a:lnTo>
                  <a:lnTo>
                    <a:pt x="2636895" y="2352821"/>
                  </a:lnTo>
                  <a:lnTo>
                    <a:pt x="2647768" y="2352821"/>
                  </a:lnTo>
                  <a:lnTo>
                    <a:pt x="2647768" y="2357122"/>
                  </a:lnTo>
                  <a:lnTo>
                    <a:pt x="2653205" y="2357122"/>
                  </a:lnTo>
                  <a:lnTo>
                    <a:pt x="2653205" y="2359994"/>
                  </a:lnTo>
                  <a:lnTo>
                    <a:pt x="2658642" y="2359994"/>
                  </a:lnTo>
                  <a:lnTo>
                    <a:pt x="2658642" y="2361430"/>
                  </a:lnTo>
                  <a:lnTo>
                    <a:pt x="2664079" y="2361430"/>
                  </a:lnTo>
                  <a:lnTo>
                    <a:pt x="2664079" y="2364305"/>
                  </a:lnTo>
                  <a:lnTo>
                    <a:pt x="2669516" y="2364305"/>
                  </a:lnTo>
                  <a:lnTo>
                    <a:pt x="2669516" y="2365743"/>
                  </a:lnTo>
                  <a:lnTo>
                    <a:pt x="2674953" y="2365743"/>
                  </a:lnTo>
                  <a:lnTo>
                    <a:pt x="2674953" y="2368621"/>
                  </a:lnTo>
                  <a:lnTo>
                    <a:pt x="2680390" y="2368621"/>
                  </a:lnTo>
                  <a:lnTo>
                    <a:pt x="2680390" y="2371500"/>
                  </a:lnTo>
                  <a:lnTo>
                    <a:pt x="2685827" y="2371500"/>
                  </a:lnTo>
                  <a:lnTo>
                    <a:pt x="2685827" y="2372940"/>
                  </a:lnTo>
                  <a:lnTo>
                    <a:pt x="2691264" y="2372940"/>
                  </a:lnTo>
                  <a:lnTo>
                    <a:pt x="2691264" y="2374383"/>
                  </a:lnTo>
                  <a:lnTo>
                    <a:pt x="2696701" y="2374383"/>
                  </a:lnTo>
                  <a:lnTo>
                    <a:pt x="2696701" y="2380152"/>
                  </a:lnTo>
                  <a:lnTo>
                    <a:pt x="2702137" y="2380152"/>
                  </a:lnTo>
                  <a:lnTo>
                    <a:pt x="2702137" y="2383036"/>
                  </a:lnTo>
                  <a:lnTo>
                    <a:pt x="2707574" y="2383036"/>
                  </a:lnTo>
                  <a:lnTo>
                    <a:pt x="2707574" y="2384478"/>
                  </a:lnTo>
                  <a:lnTo>
                    <a:pt x="2713011" y="2384478"/>
                  </a:lnTo>
                  <a:lnTo>
                    <a:pt x="2713011" y="2387366"/>
                  </a:lnTo>
                  <a:lnTo>
                    <a:pt x="2718448" y="2387366"/>
                  </a:lnTo>
                  <a:lnTo>
                    <a:pt x="2718448" y="2390253"/>
                  </a:lnTo>
                  <a:lnTo>
                    <a:pt x="2723885" y="2390253"/>
                  </a:lnTo>
                  <a:lnTo>
                    <a:pt x="2723885" y="2391698"/>
                  </a:lnTo>
                  <a:lnTo>
                    <a:pt x="2729322" y="2391698"/>
                  </a:lnTo>
                  <a:lnTo>
                    <a:pt x="2729322" y="2397475"/>
                  </a:lnTo>
                  <a:lnTo>
                    <a:pt x="2740196" y="2397475"/>
                  </a:lnTo>
                  <a:lnTo>
                    <a:pt x="2740196" y="2400365"/>
                  </a:lnTo>
                  <a:lnTo>
                    <a:pt x="2745633" y="2400365"/>
                  </a:lnTo>
                  <a:lnTo>
                    <a:pt x="2745633" y="2404705"/>
                  </a:lnTo>
                  <a:lnTo>
                    <a:pt x="2751069" y="2404705"/>
                  </a:lnTo>
                  <a:lnTo>
                    <a:pt x="2751069" y="2409047"/>
                  </a:lnTo>
                  <a:lnTo>
                    <a:pt x="2756506" y="2409047"/>
                  </a:lnTo>
                  <a:lnTo>
                    <a:pt x="2756506" y="2414839"/>
                  </a:lnTo>
                  <a:lnTo>
                    <a:pt x="2761943" y="2414839"/>
                  </a:lnTo>
                  <a:lnTo>
                    <a:pt x="2761943" y="2416287"/>
                  </a:lnTo>
                  <a:lnTo>
                    <a:pt x="2767380" y="2416287"/>
                  </a:lnTo>
                  <a:lnTo>
                    <a:pt x="2767380" y="2420631"/>
                  </a:lnTo>
                  <a:lnTo>
                    <a:pt x="2778254" y="2420631"/>
                  </a:lnTo>
                  <a:lnTo>
                    <a:pt x="2778254" y="2422081"/>
                  </a:lnTo>
                  <a:lnTo>
                    <a:pt x="2783691" y="2422081"/>
                  </a:lnTo>
                  <a:lnTo>
                    <a:pt x="2783691" y="2424984"/>
                  </a:lnTo>
                  <a:lnTo>
                    <a:pt x="2789128" y="2424984"/>
                  </a:lnTo>
                  <a:lnTo>
                    <a:pt x="2789128" y="2427887"/>
                  </a:lnTo>
                  <a:lnTo>
                    <a:pt x="2794565" y="2427887"/>
                  </a:lnTo>
                  <a:lnTo>
                    <a:pt x="2794565" y="2429340"/>
                  </a:lnTo>
                  <a:lnTo>
                    <a:pt x="2800002" y="2429340"/>
                  </a:lnTo>
                  <a:lnTo>
                    <a:pt x="2800002" y="2433697"/>
                  </a:lnTo>
                  <a:lnTo>
                    <a:pt x="2805438" y="2433697"/>
                  </a:lnTo>
                  <a:lnTo>
                    <a:pt x="2805438" y="2436603"/>
                  </a:lnTo>
                  <a:lnTo>
                    <a:pt x="2810875" y="2436603"/>
                  </a:lnTo>
                  <a:lnTo>
                    <a:pt x="2810875" y="2436603"/>
                  </a:lnTo>
                  <a:lnTo>
                    <a:pt x="2816312" y="2436603"/>
                  </a:lnTo>
                  <a:lnTo>
                    <a:pt x="2816312" y="2440967"/>
                  </a:lnTo>
                  <a:lnTo>
                    <a:pt x="2827186" y="2440967"/>
                  </a:lnTo>
                  <a:lnTo>
                    <a:pt x="2827186" y="2443882"/>
                  </a:lnTo>
                  <a:lnTo>
                    <a:pt x="2832623" y="2443882"/>
                  </a:lnTo>
                  <a:lnTo>
                    <a:pt x="2832623" y="2443882"/>
                  </a:lnTo>
                  <a:lnTo>
                    <a:pt x="2838060" y="2443882"/>
                  </a:lnTo>
                  <a:lnTo>
                    <a:pt x="2838060" y="2446799"/>
                  </a:lnTo>
                  <a:lnTo>
                    <a:pt x="2848934" y="2446799"/>
                  </a:lnTo>
                  <a:lnTo>
                    <a:pt x="2848934" y="2451176"/>
                  </a:lnTo>
                  <a:lnTo>
                    <a:pt x="2854371" y="2451176"/>
                  </a:lnTo>
                  <a:lnTo>
                    <a:pt x="2854371" y="2454094"/>
                  </a:lnTo>
                  <a:lnTo>
                    <a:pt x="2859807" y="2454094"/>
                  </a:lnTo>
                  <a:lnTo>
                    <a:pt x="2859807" y="2455554"/>
                  </a:lnTo>
                  <a:lnTo>
                    <a:pt x="2865244" y="2455554"/>
                  </a:lnTo>
                  <a:lnTo>
                    <a:pt x="2865244" y="2457015"/>
                  </a:lnTo>
                  <a:lnTo>
                    <a:pt x="2870681" y="2457015"/>
                  </a:lnTo>
                  <a:lnTo>
                    <a:pt x="2870681" y="2458475"/>
                  </a:lnTo>
                  <a:lnTo>
                    <a:pt x="2876118" y="2458475"/>
                  </a:lnTo>
                  <a:lnTo>
                    <a:pt x="2876118" y="2462859"/>
                  </a:lnTo>
                  <a:lnTo>
                    <a:pt x="2881555" y="2462859"/>
                  </a:lnTo>
                  <a:lnTo>
                    <a:pt x="2881555" y="2464322"/>
                  </a:lnTo>
                  <a:lnTo>
                    <a:pt x="2886992" y="2464322"/>
                  </a:lnTo>
                  <a:lnTo>
                    <a:pt x="2886992" y="2464322"/>
                  </a:lnTo>
                  <a:lnTo>
                    <a:pt x="2892429" y="2464322"/>
                  </a:lnTo>
                  <a:lnTo>
                    <a:pt x="2892429" y="2467252"/>
                  </a:lnTo>
                  <a:lnTo>
                    <a:pt x="2897866" y="2467252"/>
                  </a:lnTo>
                  <a:lnTo>
                    <a:pt x="2897866" y="2468720"/>
                  </a:lnTo>
                  <a:lnTo>
                    <a:pt x="2903303" y="2468720"/>
                  </a:lnTo>
                  <a:lnTo>
                    <a:pt x="2903303" y="2470188"/>
                  </a:lnTo>
                  <a:lnTo>
                    <a:pt x="2908739" y="2470188"/>
                  </a:lnTo>
                  <a:lnTo>
                    <a:pt x="2908739" y="2476063"/>
                  </a:lnTo>
                  <a:lnTo>
                    <a:pt x="2914176" y="2476063"/>
                  </a:lnTo>
                  <a:lnTo>
                    <a:pt x="2914176" y="2479001"/>
                  </a:lnTo>
                  <a:lnTo>
                    <a:pt x="2919613" y="2479001"/>
                  </a:lnTo>
                  <a:lnTo>
                    <a:pt x="2919613" y="2480470"/>
                  </a:lnTo>
                  <a:lnTo>
                    <a:pt x="2925050" y="2480470"/>
                  </a:lnTo>
                  <a:lnTo>
                    <a:pt x="2925050" y="2484877"/>
                  </a:lnTo>
                  <a:lnTo>
                    <a:pt x="2930487" y="2484877"/>
                  </a:lnTo>
                  <a:lnTo>
                    <a:pt x="2930487" y="2492225"/>
                  </a:lnTo>
                  <a:lnTo>
                    <a:pt x="2935924" y="2492225"/>
                  </a:lnTo>
                  <a:lnTo>
                    <a:pt x="2935924" y="2496639"/>
                  </a:lnTo>
                  <a:lnTo>
                    <a:pt x="2941361" y="2496639"/>
                  </a:lnTo>
                  <a:lnTo>
                    <a:pt x="2941361" y="2499581"/>
                  </a:lnTo>
                  <a:lnTo>
                    <a:pt x="2946798" y="2499581"/>
                  </a:lnTo>
                  <a:lnTo>
                    <a:pt x="2946798" y="2502524"/>
                  </a:lnTo>
                  <a:lnTo>
                    <a:pt x="2952235" y="2502524"/>
                  </a:lnTo>
                  <a:lnTo>
                    <a:pt x="2952235" y="2502524"/>
                  </a:lnTo>
                  <a:lnTo>
                    <a:pt x="2957672" y="2502524"/>
                  </a:lnTo>
                  <a:lnTo>
                    <a:pt x="2957672" y="2505469"/>
                  </a:lnTo>
                  <a:lnTo>
                    <a:pt x="2963108" y="2505469"/>
                  </a:lnTo>
                  <a:lnTo>
                    <a:pt x="2963108" y="2508415"/>
                  </a:lnTo>
                  <a:lnTo>
                    <a:pt x="2968545" y="2508415"/>
                  </a:lnTo>
                  <a:lnTo>
                    <a:pt x="2968545" y="2509888"/>
                  </a:lnTo>
                  <a:lnTo>
                    <a:pt x="2973982" y="2509888"/>
                  </a:lnTo>
                  <a:lnTo>
                    <a:pt x="2973982" y="2512842"/>
                  </a:lnTo>
                  <a:lnTo>
                    <a:pt x="2979419" y="2512842"/>
                  </a:lnTo>
                  <a:lnTo>
                    <a:pt x="2979419" y="2515797"/>
                  </a:lnTo>
                  <a:lnTo>
                    <a:pt x="2984856" y="2515797"/>
                  </a:lnTo>
                  <a:lnTo>
                    <a:pt x="2984856" y="2520231"/>
                  </a:lnTo>
                  <a:lnTo>
                    <a:pt x="2990293" y="2520231"/>
                  </a:lnTo>
                  <a:lnTo>
                    <a:pt x="2990293" y="2521710"/>
                  </a:lnTo>
                  <a:lnTo>
                    <a:pt x="2995730" y="2521710"/>
                  </a:lnTo>
                  <a:lnTo>
                    <a:pt x="2995730" y="2524668"/>
                  </a:lnTo>
                  <a:lnTo>
                    <a:pt x="3001167" y="2524668"/>
                  </a:lnTo>
                  <a:lnTo>
                    <a:pt x="3001167" y="2526147"/>
                  </a:lnTo>
                  <a:lnTo>
                    <a:pt x="3006604" y="2526147"/>
                  </a:lnTo>
                  <a:lnTo>
                    <a:pt x="3006604" y="2526147"/>
                  </a:lnTo>
                  <a:lnTo>
                    <a:pt x="3012041" y="2526147"/>
                  </a:lnTo>
                  <a:lnTo>
                    <a:pt x="3012041" y="2527630"/>
                  </a:lnTo>
                  <a:lnTo>
                    <a:pt x="3017477" y="2527630"/>
                  </a:lnTo>
                  <a:lnTo>
                    <a:pt x="3017477" y="2530598"/>
                  </a:lnTo>
                  <a:lnTo>
                    <a:pt x="3022914" y="2530598"/>
                  </a:lnTo>
                  <a:lnTo>
                    <a:pt x="3022914" y="2535052"/>
                  </a:lnTo>
                  <a:lnTo>
                    <a:pt x="3028351" y="2535052"/>
                  </a:lnTo>
                  <a:lnTo>
                    <a:pt x="3028351" y="2536536"/>
                  </a:lnTo>
                  <a:lnTo>
                    <a:pt x="3033788" y="2536536"/>
                  </a:lnTo>
                  <a:lnTo>
                    <a:pt x="3033788" y="2538022"/>
                  </a:lnTo>
                  <a:lnTo>
                    <a:pt x="3039225" y="2538022"/>
                  </a:lnTo>
                  <a:lnTo>
                    <a:pt x="3039225" y="2539507"/>
                  </a:lnTo>
                  <a:lnTo>
                    <a:pt x="3044662" y="2539507"/>
                  </a:lnTo>
                  <a:lnTo>
                    <a:pt x="3044662" y="2539507"/>
                  </a:lnTo>
                  <a:lnTo>
                    <a:pt x="3050099" y="2539507"/>
                  </a:lnTo>
                  <a:lnTo>
                    <a:pt x="3050099" y="2542479"/>
                  </a:lnTo>
                  <a:lnTo>
                    <a:pt x="3055536" y="2542479"/>
                  </a:lnTo>
                  <a:lnTo>
                    <a:pt x="3055536" y="2543968"/>
                  </a:lnTo>
                  <a:lnTo>
                    <a:pt x="3060973" y="2543968"/>
                  </a:lnTo>
                  <a:lnTo>
                    <a:pt x="3060973" y="2543968"/>
                  </a:lnTo>
                  <a:lnTo>
                    <a:pt x="3066410" y="2543968"/>
                  </a:lnTo>
                  <a:lnTo>
                    <a:pt x="3066410" y="2545458"/>
                  </a:lnTo>
                  <a:lnTo>
                    <a:pt x="3071846" y="2545458"/>
                  </a:lnTo>
                  <a:lnTo>
                    <a:pt x="3071846" y="2548440"/>
                  </a:lnTo>
                  <a:lnTo>
                    <a:pt x="3082720" y="2548440"/>
                  </a:lnTo>
                  <a:lnTo>
                    <a:pt x="3082720" y="2555899"/>
                  </a:lnTo>
                  <a:lnTo>
                    <a:pt x="3088157" y="2555899"/>
                  </a:lnTo>
                  <a:lnTo>
                    <a:pt x="3088157" y="2560382"/>
                  </a:lnTo>
                  <a:lnTo>
                    <a:pt x="3093594" y="2560382"/>
                  </a:lnTo>
                  <a:lnTo>
                    <a:pt x="3093594" y="2561876"/>
                  </a:lnTo>
                  <a:lnTo>
                    <a:pt x="3099031" y="2561876"/>
                  </a:lnTo>
                  <a:lnTo>
                    <a:pt x="3099031" y="2561876"/>
                  </a:lnTo>
                  <a:lnTo>
                    <a:pt x="3104468" y="2561876"/>
                  </a:lnTo>
                  <a:lnTo>
                    <a:pt x="3104468" y="2564869"/>
                  </a:lnTo>
                  <a:lnTo>
                    <a:pt x="3115342" y="2564869"/>
                  </a:lnTo>
                  <a:lnTo>
                    <a:pt x="3115342" y="2566367"/>
                  </a:lnTo>
                  <a:lnTo>
                    <a:pt x="3120778" y="2566367"/>
                  </a:lnTo>
                  <a:lnTo>
                    <a:pt x="3120778" y="2570862"/>
                  </a:lnTo>
                  <a:lnTo>
                    <a:pt x="3126215" y="2570862"/>
                  </a:lnTo>
                  <a:lnTo>
                    <a:pt x="3126215" y="2573869"/>
                  </a:lnTo>
                  <a:lnTo>
                    <a:pt x="3131652" y="2573869"/>
                  </a:lnTo>
                  <a:lnTo>
                    <a:pt x="3131652" y="2579882"/>
                  </a:lnTo>
                  <a:lnTo>
                    <a:pt x="3137089" y="2579882"/>
                  </a:lnTo>
                  <a:lnTo>
                    <a:pt x="3137089" y="2582888"/>
                  </a:lnTo>
                  <a:lnTo>
                    <a:pt x="3142526" y="2582888"/>
                  </a:lnTo>
                  <a:lnTo>
                    <a:pt x="3142526" y="2582888"/>
                  </a:lnTo>
                  <a:lnTo>
                    <a:pt x="3147963" y="2582888"/>
                  </a:lnTo>
                  <a:lnTo>
                    <a:pt x="3147963" y="2585898"/>
                  </a:lnTo>
                  <a:lnTo>
                    <a:pt x="3153400" y="2585898"/>
                  </a:lnTo>
                  <a:lnTo>
                    <a:pt x="3153400" y="2588908"/>
                  </a:lnTo>
                  <a:lnTo>
                    <a:pt x="3158837" y="2588908"/>
                  </a:lnTo>
                  <a:lnTo>
                    <a:pt x="3158837" y="2591920"/>
                  </a:lnTo>
                  <a:lnTo>
                    <a:pt x="3164274" y="2591920"/>
                  </a:lnTo>
                  <a:lnTo>
                    <a:pt x="3164274" y="2594936"/>
                  </a:lnTo>
                  <a:lnTo>
                    <a:pt x="3169711" y="2594936"/>
                  </a:lnTo>
                  <a:lnTo>
                    <a:pt x="3169711" y="2599464"/>
                  </a:lnTo>
                  <a:lnTo>
                    <a:pt x="3175147" y="2599464"/>
                  </a:lnTo>
                  <a:lnTo>
                    <a:pt x="3175147" y="2602484"/>
                  </a:lnTo>
                  <a:lnTo>
                    <a:pt x="3180584" y="2602484"/>
                  </a:lnTo>
                  <a:lnTo>
                    <a:pt x="3180584" y="2602484"/>
                  </a:lnTo>
                  <a:lnTo>
                    <a:pt x="3191458" y="2602484"/>
                  </a:lnTo>
                  <a:lnTo>
                    <a:pt x="3191458" y="2602484"/>
                  </a:lnTo>
                  <a:lnTo>
                    <a:pt x="3196895" y="2602484"/>
                  </a:lnTo>
                  <a:lnTo>
                    <a:pt x="3196895" y="2603996"/>
                  </a:lnTo>
                  <a:lnTo>
                    <a:pt x="3202332" y="2603996"/>
                  </a:lnTo>
                  <a:lnTo>
                    <a:pt x="3202332" y="2607022"/>
                  </a:lnTo>
                  <a:lnTo>
                    <a:pt x="3207769" y="2607022"/>
                  </a:lnTo>
                  <a:lnTo>
                    <a:pt x="3207769" y="2611564"/>
                  </a:lnTo>
                  <a:lnTo>
                    <a:pt x="3213206" y="2611564"/>
                  </a:lnTo>
                  <a:lnTo>
                    <a:pt x="3213206" y="2613080"/>
                  </a:lnTo>
                  <a:lnTo>
                    <a:pt x="3218643" y="2613080"/>
                  </a:lnTo>
                  <a:lnTo>
                    <a:pt x="3218643" y="2616112"/>
                  </a:lnTo>
                  <a:lnTo>
                    <a:pt x="3224080" y="2616112"/>
                  </a:lnTo>
                  <a:lnTo>
                    <a:pt x="3224080" y="2617629"/>
                  </a:lnTo>
                  <a:lnTo>
                    <a:pt x="3229516" y="2617629"/>
                  </a:lnTo>
                  <a:lnTo>
                    <a:pt x="3229516" y="2619146"/>
                  </a:lnTo>
                  <a:lnTo>
                    <a:pt x="3234953" y="2619146"/>
                  </a:lnTo>
                  <a:lnTo>
                    <a:pt x="3234953" y="2622181"/>
                  </a:lnTo>
                  <a:lnTo>
                    <a:pt x="3240390" y="2622181"/>
                  </a:lnTo>
                  <a:lnTo>
                    <a:pt x="3240390" y="2625218"/>
                  </a:lnTo>
                  <a:lnTo>
                    <a:pt x="3245827" y="2625218"/>
                  </a:lnTo>
                  <a:lnTo>
                    <a:pt x="3245827" y="2629774"/>
                  </a:lnTo>
                  <a:lnTo>
                    <a:pt x="3251264" y="2629774"/>
                  </a:lnTo>
                  <a:lnTo>
                    <a:pt x="3251264" y="2631293"/>
                  </a:lnTo>
                  <a:lnTo>
                    <a:pt x="3256701" y="2631293"/>
                  </a:lnTo>
                  <a:lnTo>
                    <a:pt x="3256701" y="2634334"/>
                  </a:lnTo>
                  <a:lnTo>
                    <a:pt x="3262138" y="2634334"/>
                  </a:lnTo>
                  <a:lnTo>
                    <a:pt x="3262138" y="2638897"/>
                  </a:lnTo>
                  <a:lnTo>
                    <a:pt x="3273012" y="2638897"/>
                  </a:lnTo>
                  <a:lnTo>
                    <a:pt x="3273012" y="2640420"/>
                  </a:lnTo>
                  <a:lnTo>
                    <a:pt x="3278449" y="2640420"/>
                  </a:lnTo>
                  <a:lnTo>
                    <a:pt x="3278449" y="2643471"/>
                  </a:lnTo>
                  <a:lnTo>
                    <a:pt x="3283885" y="2643471"/>
                  </a:lnTo>
                  <a:lnTo>
                    <a:pt x="3283885" y="2644996"/>
                  </a:lnTo>
                  <a:lnTo>
                    <a:pt x="3289322" y="2644996"/>
                  </a:lnTo>
                  <a:lnTo>
                    <a:pt x="3289322" y="2644996"/>
                  </a:lnTo>
                  <a:lnTo>
                    <a:pt x="3294759" y="2644996"/>
                  </a:lnTo>
                  <a:lnTo>
                    <a:pt x="3294759" y="2648051"/>
                  </a:lnTo>
                  <a:lnTo>
                    <a:pt x="3300196" y="2648051"/>
                  </a:lnTo>
                  <a:lnTo>
                    <a:pt x="3300196" y="2649578"/>
                  </a:lnTo>
                  <a:lnTo>
                    <a:pt x="3305633" y="2649578"/>
                  </a:lnTo>
                  <a:lnTo>
                    <a:pt x="3305633" y="2652635"/>
                  </a:lnTo>
                  <a:lnTo>
                    <a:pt x="3311070" y="2652635"/>
                  </a:lnTo>
                  <a:lnTo>
                    <a:pt x="3311070" y="2654164"/>
                  </a:lnTo>
                  <a:lnTo>
                    <a:pt x="3316507" y="2654164"/>
                  </a:lnTo>
                  <a:lnTo>
                    <a:pt x="3316507" y="2657231"/>
                  </a:lnTo>
                  <a:lnTo>
                    <a:pt x="3321944" y="2657231"/>
                  </a:lnTo>
                  <a:lnTo>
                    <a:pt x="3321944" y="2658767"/>
                  </a:lnTo>
                  <a:lnTo>
                    <a:pt x="3327381" y="2658767"/>
                  </a:lnTo>
                  <a:lnTo>
                    <a:pt x="3327381" y="2658767"/>
                  </a:lnTo>
                  <a:lnTo>
                    <a:pt x="3332817" y="2658767"/>
                  </a:lnTo>
                  <a:lnTo>
                    <a:pt x="3332817" y="2663378"/>
                  </a:lnTo>
                  <a:lnTo>
                    <a:pt x="3338254" y="2663378"/>
                  </a:lnTo>
                  <a:lnTo>
                    <a:pt x="3338254" y="2667989"/>
                  </a:lnTo>
                  <a:lnTo>
                    <a:pt x="3343691" y="2667989"/>
                  </a:lnTo>
                  <a:lnTo>
                    <a:pt x="3343691" y="2667989"/>
                  </a:lnTo>
                  <a:lnTo>
                    <a:pt x="3349128" y="2667989"/>
                  </a:lnTo>
                  <a:lnTo>
                    <a:pt x="3349128" y="2667989"/>
                  </a:lnTo>
                  <a:lnTo>
                    <a:pt x="3354565" y="2667989"/>
                  </a:lnTo>
                  <a:lnTo>
                    <a:pt x="3354565" y="2667989"/>
                  </a:lnTo>
                  <a:lnTo>
                    <a:pt x="3360002" y="2667989"/>
                  </a:lnTo>
                  <a:lnTo>
                    <a:pt x="3360002" y="2669531"/>
                  </a:lnTo>
                  <a:lnTo>
                    <a:pt x="3365439" y="2669531"/>
                  </a:lnTo>
                  <a:lnTo>
                    <a:pt x="3365439" y="2671076"/>
                  </a:lnTo>
                  <a:lnTo>
                    <a:pt x="3370876" y="2671076"/>
                  </a:lnTo>
                  <a:lnTo>
                    <a:pt x="3370876" y="2674167"/>
                  </a:lnTo>
                  <a:lnTo>
                    <a:pt x="3376313" y="2674167"/>
                  </a:lnTo>
                  <a:lnTo>
                    <a:pt x="3376313" y="2675712"/>
                  </a:lnTo>
                  <a:lnTo>
                    <a:pt x="3381750" y="2675712"/>
                  </a:lnTo>
                  <a:lnTo>
                    <a:pt x="3381750" y="2677261"/>
                  </a:lnTo>
                  <a:lnTo>
                    <a:pt x="3387186" y="2677261"/>
                  </a:lnTo>
                  <a:lnTo>
                    <a:pt x="3387186" y="2677261"/>
                  </a:lnTo>
                  <a:lnTo>
                    <a:pt x="3392623" y="2677261"/>
                  </a:lnTo>
                  <a:lnTo>
                    <a:pt x="3392623" y="2677261"/>
                  </a:lnTo>
                  <a:lnTo>
                    <a:pt x="3398060" y="2677261"/>
                  </a:lnTo>
                  <a:lnTo>
                    <a:pt x="3398060" y="2678816"/>
                  </a:lnTo>
                  <a:lnTo>
                    <a:pt x="3403497" y="2678816"/>
                  </a:lnTo>
                  <a:lnTo>
                    <a:pt x="3403497" y="2678816"/>
                  </a:lnTo>
                  <a:lnTo>
                    <a:pt x="3408934" y="2678816"/>
                  </a:lnTo>
                  <a:lnTo>
                    <a:pt x="3408934" y="2681930"/>
                  </a:lnTo>
                  <a:lnTo>
                    <a:pt x="3419808" y="2681930"/>
                  </a:lnTo>
                  <a:lnTo>
                    <a:pt x="3419808" y="2681930"/>
                  </a:lnTo>
                  <a:lnTo>
                    <a:pt x="3425245" y="2681930"/>
                  </a:lnTo>
                  <a:lnTo>
                    <a:pt x="3425245" y="2685050"/>
                  </a:lnTo>
                  <a:lnTo>
                    <a:pt x="3430682" y="2685050"/>
                  </a:lnTo>
                  <a:lnTo>
                    <a:pt x="3430682" y="2685050"/>
                  </a:lnTo>
                  <a:lnTo>
                    <a:pt x="3436119" y="2685050"/>
                  </a:lnTo>
                  <a:lnTo>
                    <a:pt x="3436119" y="2686614"/>
                  </a:lnTo>
                  <a:lnTo>
                    <a:pt x="3452429" y="2686614"/>
                  </a:lnTo>
                  <a:lnTo>
                    <a:pt x="3452429" y="2688179"/>
                  </a:lnTo>
                  <a:lnTo>
                    <a:pt x="3457866" y="2688179"/>
                  </a:lnTo>
                  <a:lnTo>
                    <a:pt x="3457866" y="2691315"/>
                  </a:lnTo>
                  <a:lnTo>
                    <a:pt x="3463303" y="2691315"/>
                  </a:lnTo>
                  <a:lnTo>
                    <a:pt x="3463303" y="2694452"/>
                  </a:lnTo>
                  <a:lnTo>
                    <a:pt x="3468740" y="2694452"/>
                  </a:lnTo>
                  <a:lnTo>
                    <a:pt x="3468740" y="2700729"/>
                  </a:lnTo>
                  <a:lnTo>
                    <a:pt x="3474177" y="2700729"/>
                  </a:lnTo>
                  <a:lnTo>
                    <a:pt x="3474177" y="2707006"/>
                  </a:lnTo>
                  <a:lnTo>
                    <a:pt x="3485051" y="2707006"/>
                  </a:lnTo>
                  <a:lnTo>
                    <a:pt x="3485051" y="2711719"/>
                  </a:lnTo>
                  <a:lnTo>
                    <a:pt x="3490487" y="2711719"/>
                  </a:lnTo>
                  <a:lnTo>
                    <a:pt x="3490487" y="2711719"/>
                  </a:lnTo>
                  <a:lnTo>
                    <a:pt x="3495924" y="2711719"/>
                  </a:lnTo>
                  <a:lnTo>
                    <a:pt x="3495924" y="2713295"/>
                  </a:lnTo>
                  <a:lnTo>
                    <a:pt x="3501361" y="2713295"/>
                  </a:lnTo>
                  <a:lnTo>
                    <a:pt x="3501361" y="2714873"/>
                  </a:lnTo>
                  <a:lnTo>
                    <a:pt x="3506798" y="2714873"/>
                  </a:lnTo>
                  <a:lnTo>
                    <a:pt x="3506798" y="2716454"/>
                  </a:lnTo>
                  <a:lnTo>
                    <a:pt x="3512235" y="2716454"/>
                  </a:lnTo>
                  <a:lnTo>
                    <a:pt x="3512235" y="2718036"/>
                  </a:lnTo>
                  <a:lnTo>
                    <a:pt x="3517672" y="2718036"/>
                  </a:lnTo>
                  <a:lnTo>
                    <a:pt x="3517672" y="2721203"/>
                  </a:lnTo>
                  <a:lnTo>
                    <a:pt x="3523109" y="2721203"/>
                  </a:lnTo>
                  <a:lnTo>
                    <a:pt x="3523109" y="2725960"/>
                  </a:lnTo>
                  <a:lnTo>
                    <a:pt x="3528546" y="2725960"/>
                  </a:lnTo>
                  <a:lnTo>
                    <a:pt x="3528546" y="2727546"/>
                  </a:lnTo>
                  <a:lnTo>
                    <a:pt x="3533983" y="2727546"/>
                  </a:lnTo>
                  <a:lnTo>
                    <a:pt x="3533983" y="2727546"/>
                  </a:lnTo>
                  <a:lnTo>
                    <a:pt x="3539420" y="2727546"/>
                  </a:lnTo>
                  <a:lnTo>
                    <a:pt x="3539420" y="2727546"/>
                  </a:lnTo>
                  <a:lnTo>
                    <a:pt x="3544856" y="2727546"/>
                  </a:lnTo>
                  <a:lnTo>
                    <a:pt x="3544856" y="2732323"/>
                  </a:lnTo>
                  <a:lnTo>
                    <a:pt x="3550293" y="2732323"/>
                  </a:lnTo>
                  <a:lnTo>
                    <a:pt x="3550293" y="2732323"/>
                  </a:lnTo>
                  <a:lnTo>
                    <a:pt x="3555730" y="2732323"/>
                  </a:lnTo>
                  <a:lnTo>
                    <a:pt x="3555730" y="2737109"/>
                  </a:lnTo>
                  <a:lnTo>
                    <a:pt x="3561167" y="2737109"/>
                  </a:lnTo>
                  <a:lnTo>
                    <a:pt x="3561167" y="2738707"/>
                  </a:lnTo>
                  <a:lnTo>
                    <a:pt x="3566604" y="2738707"/>
                  </a:lnTo>
                  <a:lnTo>
                    <a:pt x="3566604" y="2741902"/>
                  </a:lnTo>
                  <a:lnTo>
                    <a:pt x="3572041" y="2741902"/>
                  </a:lnTo>
                  <a:lnTo>
                    <a:pt x="3572041" y="2743502"/>
                  </a:lnTo>
                  <a:lnTo>
                    <a:pt x="3577478" y="2743502"/>
                  </a:lnTo>
                  <a:lnTo>
                    <a:pt x="3577478" y="2746703"/>
                  </a:lnTo>
                  <a:lnTo>
                    <a:pt x="3582915" y="2746703"/>
                  </a:lnTo>
                  <a:lnTo>
                    <a:pt x="3582915" y="2748310"/>
                  </a:lnTo>
                  <a:lnTo>
                    <a:pt x="3588352" y="2748310"/>
                  </a:lnTo>
                  <a:lnTo>
                    <a:pt x="3588352" y="2749917"/>
                  </a:lnTo>
                  <a:lnTo>
                    <a:pt x="3599225" y="2749917"/>
                  </a:lnTo>
                  <a:lnTo>
                    <a:pt x="3599225" y="2751525"/>
                  </a:lnTo>
                  <a:lnTo>
                    <a:pt x="3604662" y="2751525"/>
                  </a:lnTo>
                  <a:lnTo>
                    <a:pt x="3604662" y="2751525"/>
                  </a:lnTo>
                  <a:lnTo>
                    <a:pt x="3610099" y="2751525"/>
                  </a:lnTo>
                  <a:lnTo>
                    <a:pt x="3610099" y="2751525"/>
                  </a:lnTo>
                  <a:lnTo>
                    <a:pt x="3615536" y="2751525"/>
                  </a:lnTo>
                  <a:lnTo>
                    <a:pt x="3615536" y="2756369"/>
                  </a:lnTo>
                  <a:lnTo>
                    <a:pt x="3620973" y="2756369"/>
                  </a:lnTo>
                  <a:lnTo>
                    <a:pt x="3620973" y="2757987"/>
                  </a:lnTo>
                  <a:lnTo>
                    <a:pt x="3626410" y="2757987"/>
                  </a:lnTo>
                  <a:lnTo>
                    <a:pt x="3626410" y="2759605"/>
                  </a:lnTo>
                  <a:lnTo>
                    <a:pt x="3631847" y="2759605"/>
                  </a:lnTo>
                  <a:lnTo>
                    <a:pt x="3631847" y="2762843"/>
                  </a:lnTo>
                  <a:lnTo>
                    <a:pt x="3637284" y="2762843"/>
                  </a:lnTo>
                  <a:lnTo>
                    <a:pt x="3637284" y="2766080"/>
                  </a:lnTo>
                  <a:lnTo>
                    <a:pt x="3648158" y="2766080"/>
                  </a:lnTo>
                  <a:lnTo>
                    <a:pt x="3648158" y="2770940"/>
                  </a:lnTo>
                  <a:lnTo>
                    <a:pt x="3653594" y="2770940"/>
                  </a:lnTo>
                  <a:lnTo>
                    <a:pt x="3653594" y="2775799"/>
                  </a:lnTo>
                  <a:lnTo>
                    <a:pt x="3659031" y="2775799"/>
                  </a:lnTo>
                  <a:lnTo>
                    <a:pt x="3659031" y="2777422"/>
                  </a:lnTo>
                  <a:lnTo>
                    <a:pt x="3675342" y="2777422"/>
                  </a:lnTo>
                  <a:lnTo>
                    <a:pt x="3675342" y="2782297"/>
                  </a:lnTo>
                  <a:lnTo>
                    <a:pt x="3680779" y="2782297"/>
                  </a:lnTo>
                  <a:lnTo>
                    <a:pt x="3680779" y="2785547"/>
                  </a:lnTo>
                  <a:lnTo>
                    <a:pt x="3686216" y="2785547"/>
                  </a:lnTo>
                  <a:lnTo>
                    <a:pt x="3686216" y="2787172"/>
                  </a:lnTo>
                  <a:lnTo>
                    <a:pt x="3691653" y="2787172"/>
                  </a:lnTo>
                  <a:lnTo>
                    <a:pt x="3691653" y="2790424"/>
                  </a:lnTo>
                  <a:lnTo>
                    <a:pt x="3697090" y="2790424"/>
                  </a:lnTo>
                  <a:lnTo>
                    <a:pt x="3697090" y="2792054"/>
                  </a:lnTo>
                  <a:lnTo>
                    <a:pt x="3702526" y="2792054"/>
                  </a:lnTo>
                  <a:lnTo>
                    <a:pt x="3702526" y="2793687"/>
                  </a:lnTo>
                  <a:lnTo>
                    <a:pt x="3707963" y="2793687"/>
                  </a:lnTo>
                  <a:lnTo>
                    <a:pt x="3707963" y="2795321"/>
                  </a:lnTo>
                  <a:lnTo>
                    <a:pt x="3713400" y="2795321"/>
                  </a:lnTo>
                  <a:lnTo>
                    <a:pt x="3713400" y="2795321"/>
                  </a:lnTo>
                  <a:lnTo>
                    <a:pt x="3718837" y="2795321"/>
                  </a:lnTo>
                  <a:lnTo>
                    <a:pt x="3718837" y="2798590"/>
                  </a:lnTo>
                  <a:lnTo>
                    <a:pt x="3724274" y="2798590"/>
                  </a:lnTo>
                  <a:lnTo>
                    <a:pt x="3724274" y="2798590"/>
                  </a:lnTo>
                  <a:lnTo>
                    <a:pt x="3729711" y="2798590"/>
                  </a:lnTo>
                  <a:lnTo>
                    <a:pt x="3729711" y="2800227"/>
                  </a:lnTo>
                  <a:lnTo>
                    <a:pt x="3735148" y="2800227"/>
                  </a:lnTo>
                  <a:lnTo>
                    <a:pt x="3735148" y="2801864"/>
                  </a:lnTo>
                  <a:lnTo>
                    <a:pt x="3740585" y="2801864"/>
                  </a:lnTo>
                  <a:lnTo>
                    <a:pt x="3740585" y="2801864"/>
                  </a:lnTo>
                  <a:lnTo>
                    <a:pt x="3746022" y="2801864"/>
                  </a:lnTo>
                  <a:lnTo>
                    <a:pt x="3746022" y="2803503"/>
                  </a:lnTo>
                  <a:lnTo>
                    <a:pt x="3751459" y="2803503"/>
                  </a:lnTo>
                  <a:lnTo>
                    <a:pt x="3751459" y="2805143"/>
                  </a:lnTo>
                  <a:lnTo>
                    <a:pt x="3756895" y="2805143"/>
                  </a:lnTo>
                  <a:lnTo>
                    <a:pt x="3756895" y="2808423"/>
                  </a:lnTo>
                  <a:lnTo>
                    <a:pt x="3762332" y="2808423"/>
                  </a:lnTo>
                  <a:lnTo>
                    <a:pt x="3762332" y="2810064"/>
                  </a:lnTo>
                  <a:lnTo>
                    <a:pt x="3767769" y="2810064"/>
                  </a:lnTo>
                  <a:lnTo>
                    <a:pt x="3767769" y="2811705"/>
                  </a:lnTo>
                  <a:lnTo>
                    <a:pt x="3773206" y="2811705"/>
                  </a:lnTo>
                  <a:lnTo>
                    <a:pt x="3773206" y="2813351"/>
                  </a:lnTo>
                  <a:lnTo>
                    <a:pt x="3778643" y="2813351"/>
                  </a:lnTo>
                  <a:lnTo>
                    <a:pt x="3778643" y="2814999"/>
                  </a:lnTo>
                  <a:lnTo>
                    <a:pt x="3784080" y="2814999"/>
                  </a:lnTo>
                  <a:lnTo>
                    <a:pt x="3784080" y="2814999"/>
                  </a:lnTo>
                  <a:lnTo>
                    <a:pt x="3789517" y="2814999"/>
                  </a:lnTo>
                  <a:lnTo>
                    <a:pt x="3789517" y="2816650"/>
                  </a:lnTo>
                  <a:lnTo>
                    <a:pt x="3794954" y="2816650"/>
                  </a:lnTo>
                  <a:lnTo>
                    <a:pt x="3794954" y="2818302"/>
                  </a:lnTo>
                  <a:lnTo>
                    <a:pt x="3800391" y="2818302"/>
                  </a:lnTo>
                  <a:lnTo>
                    <a:pt x="3800391" y="2819957"/>
                  </a:lnTo>
                  <a:lnTo>
                    <a:pt x="3805828" y="2819957"/>
                  </a:lnTo>
                  <a:lnTo>
                    <a:pt x="3805828" y="2821615"/>
                  </a:lnTo>
                  <a:lnTo>
                    <a:pt x="3816701" y="2821615"/>
                  </a:lnTo>
                  <a:lnTo>
                    <a:pt x="3816701" y="2824937"/>
                  </a:lnTo>
                  <a:lnTo>
                    <a:pt x="3822138" y="2824937"/>
                  </a:lnTo>
                  <a:lnTo>
                    <a:pt x="3822138" y="2826599"/>
                  </a:lnTo>
                  <a:lnTo>
                    <a:pt x="3827575" y="2826599"/>
                  </a:lnTo>
                  <a:lnTo>
                    <a:pt x="3827575" y="2829923"/>
                  </a:lnTo>
                  <a:lnTo>
                    <a:pt x="3833012" y="2829923"/>
                  </a:lnTo>
                  <a:lnTo>
                    <a:pt x="3833012" y="2829923"/>
                  </a:lnTo>
                  <a:lnTo>
                    <a:pt x="3838449" y="2829923"/>
                  </a:lnTo>
                  <a:lnTo>
                    <a:pt x="3838449" y="2834915"/>
                  </a:lnTo>
                  <a:lnTo>
                    <a:pt x="3843886" y="2834915"/>
                  </a:lnTo>
                  <a:lnTo>
                    <a:pt x="3843886" y="2836579"/>
                  </a:lnTo>
                  <a:lnTo>
                    <a:pt x="3849323" y="2836579"/>
                  </a:lnTo>
                  <a:lnTo>
                    <a:pt x="3849323" y="2838243"/>
                  </a:lnTo>
                  <a:lnTo>
                    <a:pt x="3854760" y="2838243"/>
                  </a:lnTo>
                  <a:lnTo>
                    <a:pt x="3854760" y="2839912"/>
                  </a:lnTo>
                  <a:lnTo>
                    <a:pt x="3860197" y="2839912"/>
                  </a:lnTo>
                  <a:lnTo>
                    <a:pt x="3860197" y="2843252"/>
                  </a:lnTo>
                  <a:lnTo>
                    <a:pt x="3865633" y="2843252"/>
                  </a:lnTo>
                  <a:lnTo>
                    <a:pt x="3865633" y="2844924"/>
                  </a:lnTo>
                  <a:lnTo>
                    <a:pt x="3871070" y="2844924"/>
                  </a:lnTo>
                  <a:lnTo>
                    <a:pt x="3871070" y="2846596"/>
                  </a:lnTo>
                  <a:lnTo>
                    <a:pt x="3876507" y="2846596"/>
                  </a:lnTo>
                  <a:lnTo>
                    <a:pt x="3876507" y="2848269"/>
                  </a:lnTo>
                  <a:lnTo>
                    <a:pt x="3881944" y="2848269"/>
                  </a:lnTo>
                  <a:lnTo>
                    <a:pt x="3881944" y="2849943"/>
                  </a:lnTo>
                  <a:lnTo>
                    <a:pt x="3887381" y="2849943"/>
                  </a:lnTo>
                  <a:lnTo>
                    <a:pt x="3887381" y="2851623"/>
                  </a:lnTo>
                  <a:lnTo>
                    <a:pt x="3892818" y="2851623"/>
                  </a:lnTo>
                  <a:lnTo>
                    <a:pt x="3892818" y="2851623"/>
                  </a:lnTo>
                  <a:lnTo>
                    <a:pt x="3898255" y="2851623"/>
                  </a:lnTo>
                  <a:lnTo>
                    <a:pt x="3898255" y="2853306"/>
                  </a:lnTo>
                  <a:lnTo>
                    <a:pt x="3903692" y="2853306"/>
                  </a:lnTo>
                  <a:lnTo>
                    <a:pt x="3903692" y="2856671"/>
                  </a:lnTo>
                  <a:lnTo>
                    <a:pt x="3909129" y="2856671"/>
                  </a:lnTo>
                  <a:lnTo>
                    <a:pt x="3909129" y="2861721"/>
                  </a:lnTo>
                  <a:lnTo>
                    <a:pt x="3914565" y="2861721"/>
                  </a:lnTo>
                  <a:lnTo>
                    <a:pt x="3914565" y="2863406"/>
                  </a:lnTo>
                  <a:lnTo>
                    <a:pt x="3920002" y="2863406"/>
                  </a:lnTo>
                  <a:lnTo>
                    <a:pt x="3920002" y="2863406"/>
                  </a:lnTo>
                  <a:lnTo>
                    <a:pt x="3925439" y="2863406"/>
                  </a:lnTo>
                  <a:lnTo>
                    <a:pt x="3925439" y="2866778"/>
                  </a:lnTo>
                  <a:lnTo>
                    <a:pt x="3930876" y="2866778"/>
                  </a:lnTo>
                  <a:lnTo>
                    <a:pt x="3930876" y="2868465"/>
                  </a:lnTo>
                  <a:lnTo>
                    <a:pt x="3936313" y="2868465"/>
                  </a:lnTo>
                  <a:lnTo>
                    <a:pt x="3936313" y="2870152"/>
                  </a:lnTo>
                  <a:lnTo>
                    <a:pt x="3941750" y="2870152"/>
                  </a:lnTo>
                  <a:lnTo>
                    <a:pt x="3941750" y="2873526"/>
                  </a:lnTo>
                  <a:lnTo>
                    <a:pt x="3947187" y="2873526"/>
                  </a:lnTo>
                  <a:lnTo>
                    <a:pt x="3947187" y="2875213"/>
                  </a:lnTo>
                  <a:lnTo>
                    <a:pt x="3952624" y="2875213"/>
                  </a:lnTo>
                  <a:lnTo>
                    <a:pt x="3952624" y="2876900"/>
                  </a:lnTo>
                  <a:lnTo>
                    <a:pt x="3958061" y="2876900"/>
                  </a:lnTo>
                  <a:lnTo>
                    <a:pt x="3958061" y="2878592"/>
                  </a:lnTo>
                  <a:lnTo>
                    <a:pt x="3963498" y="2878592"/>
                  </a:lnTo>
                  <a:lnTo>
                    <a:pt x="3963498" y="2878592"/>
                  </a:lnTo>
                  <a:lnTo>
                    <a:pt x="3968934" y="2878592"/>
                  </a:lnTo>
                  <a:lnTo>
                    <a:pt x="3968934" y="2883685"/>
                  </a:lnTo>
                  <a:lnTo>
                    <a:pt x="3985245" y="2883685"/>
                  </a:lnTo>
                  <a:lnTo>
                    <a:pt x="3985245" y="2883685"/>
                  </a:lnTo>
                  <a:lnTo>
                    <a:pt x="3990682" y="2883685"/>
                  </a:lnTo>
                  <a:lnTo>
                    <a:pt x="3990682" y="2883685"/>
                  </a:lnTo>
                  <a:lnTo>
                    <a:pt x="3996119" y="2883685"/>
                  </a:lnTo>
                  <a:lnTo>
                    <a:pt x="3996119" y="2888789"/>
                  </a:lnTo>
                  <a:lnTo>
                    <a:pt x="4001556" y="2888789"/>
                  </a:lnTo>
                  <a:lnTo>
                    <a:pt x="4001556" y="2892192"/>
                  </a:lnTo>
                  <a:lnTo>
                    <a:pt x="4006993" y="2892192"/>
                  </a:lnTo>
                  <a:lnTo>
                    <a:pt x="4006993" y="2893894"/>
                  </a:lnTo>
                  <a:lnTo>
                    <a:pt x="4023303" y="2893894"/>
                  </a:lnTo>
                  <a:lnTo>
                    <a:pt x="4023303" y="2893894"/>
                  </a:lnTo>
                  <a:lnTo>
                    <a:pt x="4028740" y="2893894"/>
                  </a:lnTo>
                  <a:lnTo>
                    <a:pt x="4028740" y="2895601"/>
                  </a:lnTo>
                  <a:lnTo>
                    <a:pt x="4034177" y="2895601"/>
                  </a:lnTo>
                  <a:lnTo>
                    <a:pt x="4034177" y="2899019"/>
                  </a:lnTo>
                  <a:lnTo>
                    <a:pt x="4039614" y="2899019"/>
                  </a:lnTo>
                  <a:lnTo>
                    <a:pt x="4039614" y="2899019"/>
                  </a:lnTo>
                  <a:lnTo>
                    <a:pt x="4045051" y="2899019"/>
                  </a:lnTo>
                  <a:lnTo>
                    <a:pt x="4045051" y="2899019"/>
                  </a:lnTo>
                  <a:lnTo>
                    <a:pt x="4050488" y="2899019"/>
                  </a:lnTo>
                  <a:lnTo>
                    <a:pt x="4050488" y="2900734"/>
                  </a:lnTo>
                  <a:lnTo>
                    <a:pt x="4055925" y="2900734"/>
                  </a:lnTo>
                  <a:lnTo>
                    <a:pt x="4055925" y="2904166"/>
                  </a:lnTo>
                  <a:lnTo>
                    <a:pt x="4061362" y="2904166"/>
                  </a:lnTo>
                  <a:lnTo>
                    <a:pt x="4061362" y="2904166"/>
                  </a:lnTo>
                  <a:lnTo>
                    <a:pt x="4066799" y="2904166"/>
                  </a:lnTo>
                  <a:lnTo>
                    <a:pt x="4066799" y="2909321"/>
                  </a:lnTo>
                  <a:lnTo>
                    <a:pt x="4072235" y="2909321"/>
                  </a:lnTo>
                  <a:lnTo>
                    <a:pt x="4072235" y="2916195"/>
                  </a:lnTo>
                  <a:lnTo>
                    <a:pt x="4077672" y="2916195"/>
                  </a:lnTo>
                  <a:lnTo>
                    <a:pt x="4077672" y="2916195"/>
                  </a:lnTo>
                  <a:lnTo>
                    <a:pt x="4093983" y="2916195"/>
                  </a:lnTo>
                  <a:lnTo>
                    <a:pt x="4093983" y="2917917"/>
                  </a:lnTo>
                  <a:lnTo>
                    <a:pt x="4099420" y="2917917"/>
                  </a:lnTo>
                  <a:lnTo>
                    <a:pt x="4099420" y="2917917"/>
                  </a:lnTo>
                  <a:lnTo>
                    <a:pt x="4104857" y="2917917"/>
                  </a:lnTo>
                  <a:lnTo>
                    <a:pt x="4104857" y="2917917"/>
                  </a:lnTo>
                  <a:lnTo>
                    <a:pt x="4110294" y="2917917"/>
                  </a:lnTo>
                  <a:lnTo>
                    <a:pt x="4110294" y="2917917"/>
                  </a:lnTo>
                  <a:lnTo>
                    <a:pt x="4115731" y="2917917"/>
                  </a:lnTo>
                  <a:lnTo>
                    <a:pt x="4115731" y="2917917"/>
                  </a:lnTo>
                  <a:lnTo>
                    <a:pt x="4121168" y="2917917"/>
                  </a:lnTo>
                  <a:lnTo>
                    <a:pt x="4121168" y="2919655"/>
                  </a:lnTo>
                  <a:lnTo>
                    <a:pt x="4126604" y="2919655"/>
                  </a:lnTo>
                  <a:lnTo>
                    <a:pt x="4126604" y="2919655"/>
                  </a:lnTo>
                  <a:lnTo>
                    <a:pt x="4132041" y="2919655"/>
                  </a:lnTo>
                  <a:lnTo>
                    <a:pt x="4132041" y="2921398"/>
                  </a:lnTo>
                  <a:lnTo>
                    <a:pt x="4148352" y="2921398"/>
                  </a:lnTo>
                  <a:lnTo>
                    <a:pt x="4148352" y="2924882"/>
                  </a:lnTo>
                  <a:lnTo>
                    <a:pt x="4153789" y="2924882"/>
                  </a:lnTo>
                  <a:lnTo>
                    <a:pt x="4153789" y="2931861"/>
                  </a:lnTo>
                  <a:lnTo>
                    <a:pt x="4159226" y="2931861"/>
                  </a:lnTo>
                  <a:lnTo>
                    <a:pt x="4159226" y="2931861"/>
                  </a:lnTo>
                  <a:lnTo>
                    <a:pt x="4164663" y="2931861"/>
                  </a:lnTo>
                  <a:lnTo>
                    <a:pt x="4164663" y="2935354"/>
                  </a:lnTo>
                  <a:lnTo>
                    <a:pt x="4170100" y="2935354"/>
                  </a:lnTo>
                  <a:lnTo>
                    <a:pt x="4170100" y="2935354"/>
                  </a:lnTo>
                  <a:lnTo>
                    <a:pt x="4175537" y="2935354"/>
                  </a:lnTo>
                  <a:lnTo>
                    <a:pt x="4175537" y="2935354"/>
                  </a:lnTo>
                  <a:lnTo>
                    <a:pt x="4180973" y="2935354"/>
                  </a:lnTo>
                  <a:lnTo>
                    <a:pt x="4180973" y="2935354"/>
                  </a:lnTo>
                  <a:lnTo>
                    <a:pt x="4186410" y="2935354"/>
                  </a:lnTo>
                  <a:lnTo>
                    <a:pt x="4186410" y="2938859"/>
                  </a:lnTo>
                  <a:lnTo>
                    <a:pt x="4191847" y="2938859"/>
                  </a:lnTo>
                  <a:lnTo>
                    <a:pt x="4191847" y="2940615"/>
                  </a:lnTo>
                  <a:lnTo>
                    <a:pt x="4197284" y="2940615"/>
                  </a:lnTo>
                  <a:lnTo>
                    <a:pt x="4197284" y="2940615"/>
                  </a:lnTo>
                  <a:lnTo>
                    <a:pt x="4202721" y="2940615"/>
                  </a:lnTo>
                  <a:lnTo>
                    <a:pt x="4202721" y="2944136"/>
                  </a:lnTo>
                  <a:lnTo>
                    <a:pt x="4208158" y="2944136"/>
                  </a:lnTo>
                  <a:lnTo>
                    <a:pt x="4208158" y="2945897"/>
                  </a:lnTo>
                  <a:lnTo>
                    <a:pt x="4213595" y="2945897"/>
                  </a:lnTo>
                  <a:lnTo>
                    <a:pt x="4213595" y="2947658"/>
                  </a:lnTo>
                  <a:lnTo>
                    <a:pt x="4219032" y="2947658"/>
                  </a:lnTo>
                  <a:lnTo>
                    <a:pt x="4219032" y="2947658"/>
                  </a:lnTo>
                  <a:lnTo>
                    <a:pt x="4224469" y="2947658"/>
                  </a:lnTo>
                  <a:lnTo>
                    <a:pt x="4224469" y="2949424"/>
                  </a:lnTo>
                  <a:lnTo>
                    <a:pt x="4229906" y="2949424"/>
                  </a:lnTo>
                  <a:lnTo>
                    <a:pt x="4229906" y="2952963"/>
                  </a:lnTo>
                  <a:lnTo>
                    <a:pt x="4235342" y="2952963"/>
                  </a:lnTo>
                  <a:lnTo>
                    <a:pt x="4235342" y="2956503"/>
                  </a:lnTo>
                  <a:lnTo>
                    <a:pt x="4240779" y="2956503"/>
                  </a:lnTo>
                  <a:lnTo>
                    <a:pt x="4240779" y="2956503"/>
                  </a:lnTo>
                  <a:lnTo>
                    <a:pt x="4246216" y="2956503"/>
                  </a:lnTo>
                  <a:lnTo>
                    <a:pt x="4246216" y="2958275"/>
                  </a:lnTo>
                  <a:lnTo>
                    <a:pt x="4251653" y="2958275"/>
                  </a:lnTo>
                  <a:lnTo>
                    <a:pt x="4251653" y="2961823"/>
                  </a:lnTo>
                  <a:lnTo>
                    <a:pt x="4257090" y="2961823"/>
                  </a:lnTo>
                  <a:lnTo>
                    <a:pt x="4257090" y="2963596"/>
                  </a:lnTo>
                  <a:lnTo>
                    <a:pt x="4267964" y="2963596"/>
                  </a:lnTo>
                  <a:lnTo>
                    <a:pt x="4267964" y="2965374"/>
                  </a:lnTo>
                  <a:lnTo>
                    <a:pt x="4273401" y="2965374"/>
                  </a:lnTo>
                  <a:lnTo>
                    <a:pt x="4273401" y="2967153"/>
                  </a:lnTo>
                  <a:lnTo>
                    <a:pt x="4278838" y="2967153"/>
                  </a:lnTo>
                  <a:lnTo>
                    <a:pt x="4278838" y="2967153"/>
                  </a:lnTo>
                  <a:lnTo>
                    <a:pt x="4284274" y="2967153"/>
                  </a:lnTo>
                  <a:lnTo>
                    <a:pt x="4284274" y="2970717"/>
                  </a:lnTo>
                  <a:lnTo>
                    <a:pt x="4289711" y="2970717"/>
                  </a:lnTo>
                  <a:lnTo>
                    <a:pt x="4289711" y="2970717"/>
                  </a:lnTo>
                  <a:lnTo>
                    <a:pt x="4295148" y="2970717"/>
                  </a:lnTo>
                  <a:lnTo>
                    <a:pt x="4295148" y="2976079"/>
                  </a:lnTo>
                  <a:lnTo>
                    <a:pt x="4300585" y="2976079"/>
                  </a:lnTo>
                  <a:lnTo>
                    <a:pt x="4300585" y="2979657"/>
                  </a:lnTo>
                  <a:lnTo>
                    <a:pt x="4306022" y="2979657"/>
                  </a:lnTo>
                  <a:lnTo>
                    <a:pt x="4306022" y="2979657"/>
                  </a:lnTo>
                  <a:lnTo>
                    <a:pt x="4311459" y="2979657"/>
                  </a:lnTo>
                  <a:lnTo>
                    <a:pt x="4311459" y="2981451"/>
                  </a:lnTo>
                  <a:lnTo>
                    <a:pt x="4322333" y="2981451"/>
                  </a:lnTo>
                  <a:lnTo>
                    <a:pt x="4322333" y="2983247"/>
                  </a:lnTo>
                  <a:lnTo>
                    <a:pt x="4327770" y="2983247"/>
                  </a:lnTo>
                  <a:lnTo>
                    <a:pt x="4327770" y="2986843"/>
                  </a:lnTo>
                  <a:lnTo>
                    <a:pt x="4333207" y="2986843"/>
                  </a:lnTo>
                  <a:lnTo>
                    <a:pt x="4333207" y="2992243"/>
                  </a:lnTo>
                  <a:lnTo>
                    <a:pt x="4338643" y="2992243"/>
                  </a:lnTo>
                  <a:lnTo>
                    <a:pt x="4338643" y="2994044"/>
                  </a:lnTo>
                  <a:lnTo>
                    <a:pt x="4344080" y="2994044"/>
                  </a:lnTo>
                  <a:lnTo>
                    <a:pt x="4344080" y="2994044"/>
                  </a:lnTo>
                  <a:lnTo>
                    <a:pt x="4349517" y="2994044"/>
                  </a:lnTo>
                  <a:lnTo>
                    <a:pt x="4349517" y="2999469"/>
                  </a:lnTo>
                  <a:lnTo>
                    <a:pt x="4354954" y="2999469"/>
                  </a:lnTo>
                  <a:lnTo>
                    <a:pt x="4354954" y="2999469"/>
                  </a:lnTo>
                  <a:lnTo>
                    <a:pt x="4360391" y="2999469"/>
                  </a:lnTo>
                  <a:lnTo>
                    <a:pt x="4360391" y="3003089"/>
                  </a:lnTo>
                  <a:lnTo>
                    <a:pt x="4365828" y="3003089"/>
                  </a:lnTo>
                  <a:lnTo>
                    <a:pt x="4365828" y="3004898"/>
                  </a:lnTo>
                  <a:lnTo>
                    <a:pt x="4371265" y="3004898"/>
                  </a:lnTo>
                  <a:lnTo>
                    <a:pt x="4371265" y="3006714"/>
                  </a:lnTo>
                  <a:lnTo>
                    <a:pt x="4376702" y="3006714"/>
                  </a:lnTo>
                  <a:lnTo>
                    <a:pt x="4376702" y="3006714"/>
                  </a:lnTo>
                  <a:lnTo>
                    <a:pt x="4382139" y="3006714"/>
                  </a:lnTo>
                  <a:lnTo>
                    <a:pt x="4382139" y="3008538"/>
                  </a:lnTo>
                  <a:lnTo>
                    <a:pt x="4387576" y="3008538"/>
                  </a:lnTo>
                  <a:lnTo>
                    <a:pt x="4387576" y="3010366"/>
                  </a:lnTo>
                  <a:lnTo>
                    <a:pt x="4393012" y="3010366"/>
                  </a:lnTo>
                  <a:lnTo>
                    <a:pt x="4393012" y="3010366"/>
                  </a:lnTo>
                  <a:lnTo>
                    <a:pt x="4398449" y="3010366"/>
                  </a:lnTo>
                  <a:lnTo>
                    <a:pt x="4398449" y="3012198"/>
                  </a:lnTo>
                  <a:lnTo>
                    <a:pt x="4403886" y="3012198"/>
                  </a:lnTo>
                  <a:lnTo>
                    <a:pt x="4403886" y="3014031"/>
                  </a:lnTo>
                  <a:lnTo>
                    <a:pt x="4409323" y="3014031"/>
                  </a:lnTo>
                  <a:lnTo>
                    <a:pt x="4409323" y="3014031"/>
                  </a:lnTo>
                  <a:lnTo>
                    <a:pt x="4414760" y="3014031"/>
                  </a:lnTo>
                  <a:lnTo>
                    <a:pt x="4414760" y="3017700"/>
                  </a:lnTo>
                  <a:lnTo>
                    <a:pt x="4420197" y="3017700"/>
                  </a:lnTo>
                  <a:lnTo>
                    <a:pt x="4420197" y="3019534"/>
                  </a:lnTo>
                  <a:lnTo>
                    <a:pt x="4425634" y="3019534"/>
                  </a:lnTo>
                  <a:lnTo>
                    <a:pt x="4425634" y="3021368"/>
                  </a:lnTo>
                  <a:lnTo>
                    <a:pt x="4441945" y="3021368"/>
                  </a:lnTo>
                  <a:lnTo>
                    <a:pt x="4441945" y="3021368"/>
                  </a:lnTo>
                  <a:lnTo>
                    <a:pt x="4447381" y="3021368"/>
                  </a:lnTo>
                  <a:lnTo>
                    <a:pt x="4447381" y="3023209"/>
                  </a:lnTo>
                  <a:lnTo>
                    <a:pt x="4452818" y="3023209"/>
                  </a:lnTo>
                  <a:lnTo>
                    <a:pt x="4452818" y="3026895"/>
                  </a:lnTo>
                  <a:lnTo>
                    <a:pt x="4458255" y="3026895"/>
                  </a:lnTo>
                  <a:lnTo>
                    <a:pt x="4458255" y="3028743"/>
                  </a:lnTo>
                  <a:lnTo>
                    <a:pt x="4463692" y="3028743"/>
                  </a:lnTo>
                  <a:lnTo>
                    <a:pt x="4463692" y="3030592"/>
                  </a:lnTo>
                  <a:lnTo>
                    <a:pt x="4480003" y="3030592"/>
                  </a:lnTo>
                  <a:lnTo>
                    <a:pt x="4480003" y="3030592"/>
                  </a:lnTo>
                  <a:lnTo>
                    <a:pt x="4485440" y="3030592"/>
                  </a:lnTo>
                  <a:lnTo>
                    <a:pt x="4485440" y="3030592"/>
                  </a:lnTo>
                  <a:lnTo>
                    <a:pt x="4490877" y="3030592"/>
                  </a:lnTo>
                  <a:lnTo>
                    <a:pt x="4490877" y="3032446"/>
                  </a:lnTo>
                  <a:lnTo>
                    <a:pt x="4496313" y="3032446"/>
                  </a:lnTo>
                  <a:lnTo>
                    <a:pt x="4496313" y="3036157"/>
                  </a:lnTo>
                  <a:lnTo>
                    <a:pt x="4501750" y="3036157"/>
                  </a:lnTo>
                  <a:lnTo>
                    <a:pt x="4501750" y="3036157"/>
                  </a:lnTo>
                  <a:lnTo>
                    <a:pt x="4507187" y="3036157"/>
                  </a:lnTo>
                  <a:lnTo>
                    <a:pt x="4507187" y="3038014"/>
                  </a:lnTo>
                  <a:lnTo>
                    <a:pt x="4512624" y="3038014"/>
                  </a:lnTo>
                  <a:lnTo>
                    <a:pt x="4512624" y="3039872"/>
                  </a:lnTo>
                  <a:lnTo>
                    <a:pt x="4518061" y="3039872"/>
                  </a:lnTo>
                  <a:lnTo>
                    <a:pt x="4518061" y="3041731"/>
                  </a:lnTo>
                  <a:lnTo>
                    <a:pt x="4528935" y="3041731"/>
                  </a:lnTo>
                  <a:lnTo>
                    <a:pt x="4528935" y="3041731"/>
                  </a:lnTo>
                  <a:lnTo>
                    <a:pt x="4539809" y="3041731"/>
                  </a:lnTo>
                  <a:lnTo>
                    <a:pt x="4539809" y="3043595"/>
                  </a:lnTo>
                  <a:lnTo>
                    <a:pt x="4545246" y="3043595"/>
                  </a:lnTo>
                  <a:lnTo>
                    <a:pt x="4545246" y="3045463"/>
                  </a:lnTo>
                  <a:lnTo>
                    <a:pt x="4550682" y="3045463"/>
                  </a:lnTo>
                  <a:lnTo>
                    <a:pt x="4550682" y="3049198"/>
                  </a:lnTo>
                  <a:lnTo>
                    <a:pt x="4561556" y="3049198"/>
                  </a:lnTo>
                  <a:lnTo>
                    <a:pt x="4561556" y="3049198"/>
                  </a:lnTo>
                  <a:lnTo>
                    <a:pt x="4566993" y="3049198"/>
                  </a:lnTo>
                  <a:lnTo>
                    <a:pt x="4566993" y="3051070"/>
                  </a:lnTo>
                  <a:lnTo>
                    <a:pt x="4572430" y="3051070"/>
                  </a:lnTo>
                  <a:lnTo>
                    <a:pt x="4572430" y="3052947"/>
                  </a:lnTo>
                  <a:lnTo>
                    <a:pt x="4577867" y="3052947"/>
                  </a:lnTo>
                  <a:lnTo>
                    <a:pt x="4577867" y="3054824"/>
                  </a:lnTo>
                  <a:lnTo>
                    <a:pt x="4583304" y="3054824"/>
                  </a:lnTo>
                  <a:lnTo>
                    <a:pt x="4583304" y="3056701"/>
                  </a:lnTo>
                  <a:lnTo>
                    <a:pt x="4588741" y="3056701"/>
                  </a:lnTo>
                  <a:lnTo>
                    <a:pt x="4588741" y="3058578"/>
                  </a:lnTo>
                  <a:lnTo>
                    <a:pt x="4594178" y="3058578"/>
                  </a:lnTo>
                  <a:lnTo>
                    <a:pt x="4594178" y="3058578"/>
                  </a:lnTo>
                  <a:lnTo>
                    <a:pt x="4599615" y="3058578"/>
                  </a:lnTo>
                  <a:lnTo>
                    <a:pt x="4599615" y="3060457"/>
                  </a:lnTo>
                  <a:lnTo>
                    <a:pt x="4605051" y="3060457"/>
                  </a:lnTo>
                  <a:lnTo>
                    <a:pt x="4605051" y="3060457"/>
                  </a:lnTo>
                  <a:lnTo>
                    <a:pt x="4615925" y="3060457"/>
                  </a:lnTo>
                  <a:lnTo>
                    <a:pt x="4615925" y="3060457"/>
                  </a:lnTo>
                  <a:lnTo>
                    <a:pt x="4621362" y="3060457"/>
                  </a:lnTo>
                  <a:lnTo>
                    <a:pt x="4621362" y="3062340"/>
                  </a:lnTo>
                  <a:lnTo>
                    <a:pt x="4626799" y="3062340"/>
                  </a:lnTo>
                  <a:lnTo>
                    <a:pt x="4626799" y="3064225"/>
                  </a:lnTo>
                  <a:lnTo>
                    <a:pt x="4632236" y="3064225"/>
                  </a:lnTo>
                  <a:lnTo>
                    <a:pt x="4632236" y="3064225"/>
                  </a:lnTo>
                  <a:lnTo>
                    <a:pt x="4637673" y="3064225"/>
                  </a:lnTo>
                  <a:lnTo>
                    <a:pt x="4637673" y="3066115"/>
                  </a:lnTo>
                  <a:lnTo>
                    <a:pt x="4643110" y="3066115"/>
                  </a:lnTo>
                  <a:lnTo>
                    <a:pt x="4643110" y="3068005"/>
                  </a:lnTo>
                  <a:lnTo>
                    <a:pt x="4648547" y="3068005"/>
                  </a:lnTo>
                  <a:lnTo>
                    <a:pt x="4648547" y="3068005"/>
                  </a:lnTo>
                  <a:lnTo>
                    <a:pt x="4653983" y="3068005"/>
                  </a:lnTo>
                  <a:lnTo>
                    <a:pt x="4653983" y="3069901"/>
                  </a:lnTo>
                  <a:lnTo>
                    <a:pt x="4659420" y="3069901"/>
                  </a:lnTo>
                  <a:lnTo>
                    <a:pt x="4659420" y="3071798"/>
                  </a:lnTo>
                  <a:lnTo>
                    <a:pt x="4670294" y="3071798"/>
                  </a:lnTo>
                  <a:lnTo>
                    <a:pt x="4670294" y="3075594"/>
                  </a:lnTo>
                  <a:lnTo>
                    <a:pt x="4675731" y="3075594"/>
                  </a:lnTo>
                  <a:lnTo>
                    <a:pt x="4675731" y="3077493"/>
                  </a:lnTo>
                  <a:lnTo>
                    <a:pt x="4681168" y="3077493"/>
                  </a:lnTo>
                  <a:lnTo>
                    <a:pt x="4681168" y="3077493"/>
                  </a:lnTo>
                  <a:lnTo>
                    <a:pt x="4686605" y="3077493"/>
                  </a:lnTo>
                  <a:lnTo>
                    <a:pt x="4686605" y="3079396"/>
                  </a:lnTo>
                  <a:lnTo>
                    <a:pt x="4692042" y="3079396"/>
                  </a:lnTo>
                  <a:lnTo>
                    <a:pt x="4692042" y="3085104"/>
                  </a:lnTo>
                  <a:lnTo>
                    <a:pt x="4708352" y="3085104"/>
                  </a:lnTo>
                  <a:lnTo>
                    <a:pt x="4708352" y="3087008"/>
                  </a:lnTo>
                  <a:lnTo>
                    <a:pt x="4719226" y="3087008"/>
                  </a:lnTo>
                  <a:lnTo>
                    <a:pt x="4719226" y="3088912"/>
                  </a:lnTo>
                  <a:lnTo>
                    <a:pt x="4724663" y="3088912"/>
                  </a:lnTo>
                  <a:lnTo>
                    <a:pt x="4724663" y="3088912"/>
                  </a:lnTo>
                  <a:lnTo>
                    <a:pt x="4730100" y="3088912"/>
                  </a:lnTo>
                  <a:lnTo>
                    <a:pt x="4730100" y="3090823"/>
                  </a:lnTo>
                  <a:lnTo>
                    <a:pt x="4735537" y="3090823"/>
                  </a:lnTo>
                  <a:lnTo>
                    <a:pt x="4735537" y="3090823"/>
                  </a:lnTo>
                  <a:lnTo>
                    <a:pt x="4740974" y="3090823"/>
                  </a:lnTo>
                  <a:lnTo>
                    <a:pt x="4740974" y="3092737"/>
                  </a:lnTo>
                  <a:lnTo>
                    <a:pt x="4746411" y="3092737"/>
                  </a:lnTo>
                  <a:lnTo>
                    <a:pt x="4746411" y="3096569"/>
                  </a:lnTo>
                  <a:lnTo>
                    <a:pt x="4751848" y="3096569"/>
                  </a:lnTo>
                  <a:lnTo>
                    <a:pt x="4751848" y="3098488"/>
                  </a:lnTo>
                  <a:lnTo>
                    <a:pt x="4757285" y="3098488"/>
                  </a:lnTo>
                  <a:lnTo>
                    <a:pt x="4757285" y="3098488"/>
                  </a:lnTo>
                  <a:lnTo>
                    <a:pt x="4762721" y="3098488"/>
                  </a:lnTo>
                  <a:lnTo>
                    <a:pt x="4762721" y="3102336"/>
                  </a:lnTo>
                  <a:lnTo>
                    <a:pt x="4773595" y="3102336"/>
                  </a:lnTo>
                  <a:lnTo>
                    <a:pt x="4773595" y="3102336"/>
                  </a:lnTo>
                  <a:lnTo>
                    <a:pt x="4779032" y="3102336"/>
                  </a:lnTo>
                  <a:lnTo>
                    <a:pt x="4779032" y="3104264"/>
                  </a:lnTo>
                  <a:lnTo>
                    <a:pt x="4784469" y="3104264"/>
                  </a:lnTo>
                  <a:lnTo>
                    <a:pt x="4784469" y="3108119"/>
                  </a:lnTo>
                  <a:lnTo>
                    <a:pt x="4789906" y="3108119"/>
                  </a:lnTo>
                  <a:lnTo>
                    <a:pt x="4789906" y="3111974"/>
                  </a:lnTo>
                  <a:lnTo>
                    <a:pt x="4795343" y="3111974"/>
                  </a:lnTo>
                  <a:lnTo>
                    <a:pt x="4795343" y="3113903"/>
                  </a:lnTo>
                  <a:lnTo>
                    <a:pt x="4800780" y="3113903"/>
                  </a:lnTo>
                  <a:lnTo>
                    <a:pt x="4800780" y="3115834"/>
                  </a:lnTo>
                  <a:lnTo>
                    <a:pt x="4811654" y="3115834"/>
                  </a:lnTo>
                  <a:lnTo>
                    <a:pt x="4811654" y="3117767"/>
                  </a:lnTo>
                  <a:lnTo>
                    <a:pt x="4817090" y="3117767"/>
                  </a:lnTo>
                  <a:lnTo>
                    <a:pt x="4817090" y="3117767"/>
                  </a:lnTo>
                  <a:lnTo>
                    <a:pt x="4827964" y="3117767"/>
                  </a:lnTo>
                  <a:lnTo>
                    <a:pt x="4827964" y="3117767"/>
                  </a:lnTo>
                  <a:lnTo>
                    <a:pt x="4833401" y="3117767"/>
                  </a:lnTo>
                  <a:lnTo>
                    <a:pt x="4833401" y="3119705"/>
                  </a:lnTo>
                  <a:lnTo>
                    <a:pt x="4844275" y="3119705"/>
                  </a:lnTo>
                  <a:lnTo>
                    <a:pt x="4844275" y="3119705"/>
                  </a:lnTo>
                  <a:lnTo>
                    <a:pt x="4849712" y="3119705"/>
                  </a:lnTo>
                  <a:lnTo>
                    <a:pt x="4849712" y="3119705"/>
                  </a:lnTo>
                  <a:lnTo>
                    <a:pt x="4855149" y="3119705"/>
                  </a:lnTo>
                  <a:lnTo>
                    <a:pt x="4855149" y="3123594"/>
                  </a:lnTo>
                  <a:lnTo>
                    <a:pt x="4860586" y="3123594"/>
                  </a:lnTo>
                  <a:lnTo>
                    <a:pt x="4860586" y="3123594"/>
                  </a:lnTo>
                  <a:lnTo>
                    <a:pt x="4866022" y="3123594"/>
                  </a:lnTo>
                  <a:lnTo>
                    <a:pt x="4866022" y="3125543"/>
                  </a:lnTo>
                  <a:lnTo>
                    <a:pt x="4871459" y="3125543"/>
                  </a:lnTo>
                  <a:lnTo>
                    <a:pt x="4871459" y="3127493"/>
                  </a:lnTo>
                  <a:lnTo>
                    <a:pt x="4876896" y="3127493"/>
                  </a:lnTo>
                  <a:lnTo>
                    <a:pt x="4876896" y="3129446"/>
                  </a:lnTo>
                  <a:lnTo>
                    <a:pt x="4882333" y="3129446"/>
                  </a:lnTo>
                  <a:lnTo>
                    <a:pt x="4882333" y="3129446"/>
                  </a:lnTo>
                  <a:lnTo>
                    <a:pt x="4893207" y="3129446"/>
                  </a:lnTo>
                  <a:lnTo>
                    <a:pt x="4893207" y="3131403"/>
                  </a:lnTo>
                  <a:lnTo>
                    <a:pt x="4898644" y="3131403"/>
                  </a:lnTo>
                  <a:lnTo>
                    <a:pt x="4898644" y="3133362"/>
                  </a:lnTo>
                  <a:lnTo>
                    <a:pt x="4904081" y="3133362"/>
                  </a:lnTo>
                  <a:lnTo>
                    <a:pt x="4904081" y="3135321"/>
                  </a:lnTo>
                  <a:lnTo>
                    <a:pt x="4909518" y="3135321"/>
                  </a:lnTo>
                  <a:lnTo>
                    <a:pt x="4909518" y="3137283"/>
                  </a:lnTo>
                  <a:lnTo>
                    <a:pt x="4914955" y="3137283"/>
                  </a:lnTo>
                  <a:lnTo>
                    <a:pt x="4914955" y="3141229"/>
                  </a:lnTo>
                  <a:lnTo>
                    <a:pt x="4920391" y="3141229"/>
                  </a:lnTo>
                  <a:lnTo>
                    <a:pt x="4920391" y="3143204"/>
                  </a:lnTo>
                  <a:lnTo>
                    <a:pt x="4925828" y="3143204"/>
                  </a:lnTo>
                  <a:lnTo>
                    <a:pt x="4925828" y="3147154"/>
                  </a:lnTo>
                  <a:lnTo>
                    <a:pt x="4931265" y="3147154"/>
                  </a:lnTo>
                  <a:lnTo>
                    <a:pt x="4931265" y="3147154"/>
                  </a:lnTo>
                  <a:lnTo>
                    <a:pt x="4936702" y="3147154"/>
                  </a:lnTo>
                  <a:lnTo>
                    <a:pt x="4936702" y="3147154"/>
                  </a:lnTo>
                  <a:lnTo>
                    <a:pt x="4947576" y="3147154"/>
                  </a:lnTo>
                  <a:lnTo>
                    <a:pt x="4947576" y="3147154"/>
                  </a:lnTo>
                  <a:lnTo>
                    <a:pt x="4958450" y="3147154"/>
                  </a:lnTo>
                  <a:lnTo>
                    <a:pt x="4958450" y="3151126"/>
                  </a:lnTo>
                  <a:lnTo>
                    <a:pt x="4963887" y="3151126"/>
                  </a:lnTo>
                  <a:lnTo>
                    <a:pt x="4963887" y="3151126"/>
                  </a:lnTo>
                  <a:lnTo>
                    <a:pt x="4969324" y="3151126"/>
                  </a:lnTo>
                  <a:lnTo>
                    <a:pt x="4969324" y="3157089"/>
                  </a:lnTo>
                  <a:lnTo>
                    <a:pt x="4974760" y="3157089"/>
                  </a:lnTo>
                  <a:lnTo>
                    <a:pt x="4974760" y="3157089"/>
                  </a:lnTo>
                  <a:lnTo>
                    <a:pt x="4980197" y="3157089"/>
                  </a:lnTo>
                  <a:lnTo>
                    <a:pt x="4980197" y="3161068"/>
                  </a:lnTo>
                  <a:lnTo>
                    <a:pt x="4985634" y="3161068"/>
                  </a:lnTo>
                  <a:lnTo>
                    <a:pt x="4985634" y="3163058"/>
                  </a:lnTo>
                  <a:lnTo>
                    <a:pt x="4991071" y="3163058"/>
                  </a:lnTo>
                  <a:lnTo>
                    <a:pt x="4991071" y="3165047"/>
                  </a:lnTo>
                  <a:lnTo>
                    <a:pt x="4996508" y="3165047"/>
                  </a:lnTo>
                  <a:lnTo>
                    <a:pt x="4996508" y="3167040"/>
                  </a:lnTo>
                  <a:lnTo>
                    <a:pt x="5001945" y="3167040"/>
                  </a:lnTo>
                  <a:lnTo>
                    <a:pt x="5001945" y="3169035"/>
                  </a:lnTo>
                  <a:lnTo>
                    <a:pt x="5012819" y="3169035"/>
                  </a:lnTo>
                  <a:lnTo>
                    <a:pt x="5012819" y="3169035"/>
                  </a:lnTo>
                  <a:lnTo>
                    <a:pt x="5018256" y="3169035"/>
                  </a:lnTo>
                  <a:lnTo>
                    <a:pt x="5018256" y="3173029"/>
                  </a:lnTo>
                  <a:lnTo>
                    <a:pt x="5023693" y="3173029"/>
                  </a:lnTo>
                  <a:lnTo>
                    <a:pt x="5023693" y="3177023"/>
                  </a:lnTo>
                  <a:lnTo>
                    <a:pt x="5034566" y="3177023"/>
                  </a:lnTo>
                  <a:lnTo>
                    <a:pt x="5034566" y="3179020"/>
                  </a:lnTo>
                  <a:lnTo>
                    <a:pt x="5045440" y="3179020"/>
                  </a:lnTo>
                  <a:lnTo>
                    <a:pt x="5045440" y="3179020"/>
                  </a:lnTo>
                  <a:lnTo>
                    <a:pt x="5050877" y="3179020"/>
                  </a:lnTo>
                  <a:lnTo>
                    <a:pt x="5050877" y="3181023"/>
                  </a:lnTo>
                  <a:lnTo>
                    <a:pt x="5056314" y="3181023"/>
                  </a:lnTo>
                  <a:lnTo>
                    <a:pt x="5056314" y="3183026"/>
                  </a:lnTo>
                  <a:lnTo>
                    <a:pt x="5061751" y="3183026"/>
                  </a:lnTo>
                  <a:lnTo>
                    <a:pt x="5061751" y="3183026"/>
                  </a:lnTo>
                  <a:lnTo>
                    <a:pt x="5067188" y="3183026"/>
                  </a:lnTo>
                  <a:lnTo>
                    <a:pt x="5067188" y="3185032"/>
                  </a:lnTo>
                  <a:lnTo>
                    <a:pt x="5072625" y="3185032"/>
                  </a:lnTo>
                  <a:lnTo>
                    <a:pt x="5072625" y="3187043"/>
                  </a:lnTo>
                  <a:lnTo>
                    <a:pt x="5083498" y="3187043"/>
                  </a:lnTo>
                  <a:lnTo>
                    <a:pt x="5083498" y="3189055"/>
                  </a:lnTo>
                  <a:lnTo>
                    <a:pt x="5088935" y="3189055"/>
                  </a:lnTo>
                  <a:lnTo>
                    <a:pt x="5088935" y="3189055"/>
                  </a:lnTo>
                  <a:lnTo>
                    <a:pt x="5094372" y="3189055"/>
                  </a:lnTo>
                  <a:lnTo>
                    <a:pt x="5094372" y="3191071"/>
                  </a:lnTo>
                  <a:lnTo>
                    <a:pt x="5099809" y="3191071"/>
                  </a:lnTo>
                  <a:lnTo>
                    <a:pt x="5099809" y="3191071"/>
                  </a:lnTo>
                  <a:lnTo>
                    <a:pt x="5105246" y="3191071"/>
                  </a:lnTo>
                  <a:lnTo>
                    <a:pt x="5105246" y="3193093"/>
                  </a:lnTo>
                  <a:lnTo>
                    <a:pt x="5116120" y="3193093"/>
                  </a:lnTo>
                  <a:lnTo>
                    <a:pt x="5116120" y="3197136"/>
                  </a:lnTo>
                  <a:lnTo>
                    <a:pt x="5121557" y="3197136"/>
                  </a:lnTo>
                  <a:lnTo>
                    <a:pt x="5121557" y="3199158"/>
                  </a:lnTo>
                  <a:lnTo>
                    <a:pt x="5132430" y="3199158"/>
                  </a:lnTo>
                  <a:lnTo>
                    <a:pt x="5132430" y="3199158"/>
                  </a:lnTo>
                  <a:lnTo>
                    <a:pt x="5137867" y="3199158"/>
                  </a:lnTo>
                  <a:lnTo>
                    <a:pt x="5137867" y="3203214"/>
                  </a:lnTo>
                  <a:lnTo>
                    <a:pt x="5143304" y="3203214"/>
                  </a:lnTo>
                  <a:lnTo>
                    <a:pt x="5143304" y="3205243"/>
                  </a:lnTo>
                  <a:lnTo>
                    <a:pt x="5154178" y="3205243"/>
                  </a:lnTo>
                  <a:lnTo>
                    <a:pt x="5154178" y="3205243"/>
                  </a:lnTo>
                  <a:lnTo>
                    <a:pt x="5159615" y="3205243"/>
                  </a:lnTo>
                  <a:lnTo>
                    <a:pt x="5159615" y="3209307"/>
                  </a:lnTo>
                  <a:lnTo>
                    <a:pt x="5165052" y="3209307"/>
                  </a:lnTo>
                  <a:lnTo>
                    <a:pt x="5165052" y="3215401"/>
                  </a:lnTo>
                  <a:lnTo>
                    <a:pt x="5170489" y="3215401"/>
                  </a:lnTo>
                  <a:lnTo>
                    <a:pt x="5170489" y="3217435"/>
                  </a:lnTo>
                  <a:lnTo>
                    <a:pt x="5175926" y="3217435"/>
                  </a:lnTo>
                  <a:lnTo>
                    <a:pt x="5175926" y="3221506"/>
                  </a:lnTo>
                  <a:lnTo>
                    <a:pt x="5192236" y="3221506"/>
                  </a:lnTo>
                  <a:lnTo>
                    <a:pt x="5192236" y="3223542"/>
                  </a:lnTo>
                  <a:lnTo>
                    <a:pt x="5197673" y="3223542"/>
                  </a:lnTo>
                  <a:lnTo>
                    <a:pt x="5197673" y="3225582"/>
                  </a:lnTo>
                  <a:lnTo>
                    <a:pt x="5203110" y="3225582"/>
                  </a:lnTo>
                  <a:lnTo>
                    <a:pt x="5203110" y="3225582"/>
                  </a:lnTo>
                  <a:lnTo>
                    <a:pt x="5213984" y="3225582"/>
                  </a:lnTo>
                  <a:lnTo>
                    <a:pt x="5213984" y="3227625"/>
                  </a:lnTo>
                  <a:lnTo>
                    <a:pt x="5224858" y="3227625"/>
                  </a:lnTo>
                  <a:lnTo>
                    <a:pt x="5224858" y="3229671"/>
                  </a:lnTo>
                  <a:lnTo>
                    <a:pt x="5230295" y="3229671"/>
                  </a:lnTo>
                  <a:lnTo>
                    <a:pt x="5230295" y="3229671"/>
                  </a:lnTo>
                  <a:lnTo>
                    <a:pt x="5235731" y="3229671"/>
                  </a:lnTo>
                  <a:lnTo>
                    <a:pt x="5235731" y="3231721"/>
                  </a:lnTo>
                  <a:lnTo>
                    <a:pt x="5241168" y="3231721"/>
                  </a:lnTo>
                  <a:lnTo>
                    <a:pt x="5241168" y="3233772"/>
                  </a:lnTo>
                  <a:lnTo>
                    <a:pt x="5246605" y="3233772"/>
                  </a:lnTo>
                  <a:lnTo>
                    <a:pt x="5246605" y="3233772"/>
                  </a:lnTo>
                  <a:lnTo>
                    <a:pt x="5252042" y="3233772"/>
                  </a:lnTo>
                  <a:lnTo>
                    <a:pt x="5252042" y="3235830"/>
                  </a:lnTo>
                  <a:lnTo>
                    <a:pt x="5279227" y="3235830"/>
                  </a:lnTo>
                  <a:lnTo>
                    <a:pt x="5279227" y="3235830"/>
                  </a:lnTo>
                  <a:lnTo>
                    <a:pt x="5284664" y="3235830"/>
                  </a:lnTo>
                  <a:lnTo>
                    <a:pt x="5284664" y="3235830"/>
                  </a:lnTo>
                  <a:lnTo>
                    <a:pt x="5290100" y="3235830"/>
                  </a:lnTo>
                  <a:lnTo>
                    <a:pt x="5290100" y="3239963"/>
                  </a:lnTo>
                  <a:lnTo>
                    <a:pt x="5306411" y="3239963"/>
                  </a:lnTo>
                  <a:lnTo>
                    <a:pt x="5306411" y="3239963"/>
                  </a:lnTo>
                  <a:lnTo>
                    <a:pt x="5311848" y="3239963"/>
                  </a:lnTo>
                  <a:lnTo>
                    <a:pt x="5311848" y="3239963"/>
                  </a:lnTo>
                  <a:lnTo>
                    <a:pt x="5317285" y="3239963"/>
                  </a:lnTo>
                  <a:lnTo>
                    <a:pt x="5317285" y="3242037"/>
                  </a:lnTo>
                  <a:lnTo>
                    <a:pt x="5322722" y="3242037"/>
                  </a:lnTo>
                  <a:lnTo>
                    <a:pt x="5322722" y="3242037"/>
                  </a:lnTo>
                  <a:lnTo>
                    <a:pt x="5328159" y="3242037"/>
                  </a:lnTo>
                  <a:lnTo>
                    <a:pt x="5328159" y="3242037"/>
                  </a:lnTo>
                  <a:lnTo>
                    <a:pt x="5333596" y="3242037"/>
                  </a:lnTo>
                  <a:lnTo>
                    <a:pt x="5333596" y="3246203"/>
                  </a:lnTo>
                  <a:lnTo>
                    <a:pt x="5344469" y="3246203"/>
                  </a:lnTo>
                  <a:lnTo>
                    <a:pt x="5344469" y="3246203"/>
                  </a:lnTo>
                  <a:lnTo>
                    <a:pt x="5349906" y="3246203"/>
                  </a:lnTo>
                  <a:lnTo>
                    <a:pt x="5349906" y="3248290"/>
                  </a:lnTo>
                  <a:lnTo>
                    <a:pt x="5355343" y="3248290"/>
                  </a:lnTo>
                  <a:lnTo>
                    <a:pt x="5355343" y="3248290"/>
                  </a:lnTo>
                  <a:lnTo>
                    <a:pt x="5360780" y="3248290"/>
                  </a:lnTo>
                  <a:lnTo>
                    <a:pt x="5360780" y="3250381"/>
                  </a:lnTo>
                  <a:lnTo>
                    <a:pt x="5366217" y="3250381"/>
                  </a:lnTo>
                  <a:lnTo>
                    <a:pt x="5366217" y="3250381"/>
                  </a:lnTo>
                  <a:lnTo>
                    <a:pt x="5371654" y="3250381"/>
                  </a:lnTo>
                  <a:lnTo>
                    <a:pt x="5371654" y="3252477"/>
                  </a:lnTo>
                  <a:lnTo>
                    <a:pt x="5382528" y="3252477"/>
                  </a:lnTo>
                  <a:lnTo>
                    <a:pt x="5382528" y="3252477"/>
                  </a:lnTo>
                  <a:lnTo>
                    <a:pt x="5393402" y="3252477"/>
                  </a:lnTo>
                  <a:lnTo>
                    <a:pt x="5393402" y="3252477"/>
                  </a:lnTo>
                  <a:lnTo>
                    <a:pt x="5398838" y="3252477"/>
                  </a:lnTo>
                  <a:lnTo>
                    <a:pt x="5398838" y="3254586"/>
                  </a:lnTo>
                  <a:lnTo>
                    <a:pt x="5404275" y="3254586"/>
                  </a:lnTo>
                  <a:lnTo>
                    <a:pt x="5404275" y="3256694"/>
                  </a:lnTo>
                  <a:lnTo>
                    <a:pt x="5409712" y="3256694"/>
                  </a:lnTo>
                  <a:lnTo>
                    <a:pt x="5409712" y="3265155"/>
                  </a:lnTo>
                  <a:lnTo>
                    <a:pt x="5415149" y="3265155"/>
                  </a:lnTo>
                  <a:lnTo>
                    <a:pt x="5415149" y="3267270"/>
                  </a:lnTo>
                  <a:lnTo>
                    <a:pt x="5420586" y="3267270"/>
                  </a:lnTo>
                  <a:lnTo>
                    <a:pt x="5420586" y="3269385"/>
                  </a:lnTo>
                  <a:lnTo>
                    <a:pt x="5426023" y="3269385"/>
                  </a:lnTo>
                  <a:lnTo>
                    <a:pt x="5426023" y="3271503"/>
                  </a:lnTo>
                  <a:lnTo>
                    <a:pt x="5431460" y="3271503"/>
                  </a:lnTo>
                  <a:lnTo>
                    <a:pt x="5431460" y="3271503"/>
                  </a:lnTo>
                  <a:lnTo>
                    <a:pt x="5442334" y="3271503"/>
                  </a:lnTo>
                  <a:lnTo>
                    <a:pt x="5442334" y="3271503"/>
                  </a:lnTo>
                  <a:lnTo>
                    <a:pt x="5447770" y="3271503"/>
                  </a:lnTo>
                  <a:lnTo>
                    <a:pt x="5447770" y="3271503"/>
                  </a:lnTo>
                  <a:lnTo>
                    <a:pt x="5469518" y="3271503"/>
                  </a:lnTo>
                  <a:lnTo>
                    <a:pt x="5469518" y="3271503"/>
                  </a:lnTo>
                  <a:lnTo>
                    <a:pt x="5480392" y="3271503"/>
                  </a:lnTo>
                  <a:lnTo>
                    <a:pt x="5480392" y="3273636"/>
                  </a:lnTo>
                  <a:lnTo>
                    <a:pt x="5491266" y="3273636"/>
                  </a:lnTo>
                  <a:lnTo>
                    <a:pt x="5491266" y="3275775"/>
                  </a:lnTo>
                  <a:lnTo>
                    <a:pt x="5496703" y="3275775"/>
                  </a:lnTo>
                  <a:lnTo>
                    <a:pt x="5496703" y="3280059"/>
                  </a:lnTo>
                  <a:lnTo>
                    <a:pt x="5513013" y="3280059"/>
                  </a:lnTo>
                  <a:lnTo>
                    <a:pt x="5513013" y="3280059"/>
                  </a:lnTo>
                  <a:lnTo>
                    <a:pt x="5518450" y="3280059"/>
                  </a:lnTo>
                  <a:lnTo>
                    <a:pt x="5518450" y="3280059"/>
                  </a:lnTo>
                  <a:lnTo>
                    <a:pt x="5529324" y="3280059"/>
                  </a:lnTo>
                  <a:lnTo>
                    <a:pt x="5529324" y="3280059"/>
                  </a:lnTo>
                  <a:lnTo>
                    <a:pt x="5534761" y="3280059"/>
                  </a:lnTo>
                  <a:lnTo>
                    <a:pt x="5534761" y="3282220"/>
                  </a:lnTo>
                  <a:lnTo>
                    <a:pt x="5545635" y="3282220"/>
                  </a:lnTo>
                  <a:lnTo>
                    <a:pt x="5545635" y="3284380"/>
                  </a:lnTo>
                  <a:lnTo>
                    <a:pt x="5556508" y="3284380"/>
                  </a:lnTo>
                  <a:lnTo>
                    <a:pt x="5556508" y="3290861"/>
                  </a:lnTo>
                  <a:lnTo>
                    <a:pt x="5578256" y="3290861"/>
                  </a:lnTo>
                  <a:lnTo>
                    <a:pt x="5578256" y="3293024"/>
                  </a:lnTo>
                  <a:lnTo>
                    <a:pt x="5583693" y="3293024"/>
                  </a:lnTo>
                  <a:lnTo>
                    <a:pt x="5583693" y="3293024"/>
                  </a:lnTo>
                  <a:lnTo>
                    <a:pt x="5589130" y="3293024"/>
                  </a:lnTo>
                  <a:lnTo>
                    <a:pt x="5589130" y="3293024"/>
                  </a:lnTo>
                  <a:lnTo>
                    <a:pt x="5600004" y="3293024"/>
                  </a:lnTo>
                  <a:lnTo>
                    <a:pt x="5600004" y="3295191"/>
                  </a:lnTo>
                  <a:lnTo>
                    <a:pt x="5605440" y="3295191"/>
                  </a:lnTo>
                  <a:lnTo>
                    <a:pt x="5605440" y="3299526"/>
                  </a:lnTo>
                  <a:lnTo>
                    <a:pt x="5616314" y="3299526"/>
                  </a:lnTo>
                  <a:lnTo>
                    <a:pt x="5616314" y="3299526"/>
                  </a:lnTo>
                  <a:lnTo>
                    <a:pt x="5621751" y="3299526"/>
                  </a:lnTo>
                  <a:lnTo>
                    <a:pt x="5621751" y="3301698"/>
                  </a:lnTo>
                  <a:lnTo>
                    <a:pt x="5627188" y="3301698"/>
                  </a:lnTo>
                  <a:lnTo>
                    <a:pt x="5627188" y="3301698"/>
                  </a:lnTo>
                  <a:lnTo>
                    <a:pt x="5632625" y="3301698"/>
                  </a:lnTo>
                  <a:lnTo>
                    <a:pt x="5632625" y="3301698"/>
                  </a:lnTo>
                  <a:lnTo>
                    <a:pt x="5643499" y="3301698"/>
                  </a:lnTo>
                  <a:lnTo>
                    <a:pt x="5643499" y="3303877"/>
                  </a:lnTo>
                  <a:lnTo>
                    <a:pt x="5648936" y="3303877"/>
                  </a:lnTo>
                  <a:lnTo>
                    <a:pt x="5648936" y="3306059"/>
                  </a:lnTo>
                  <a:lnTo>
                    <a:pt x="5654373" y="3306059"/>
                  </a:lnTo>
                  <a:lnTo>
                    <a:pt x="5654373" y="3306059"/>
                  </a:lnTo>
                  <a:lnTo>
                    <a:pt x="5670683" y="3306059"/>
                  </a:lnTo>
                  <a:lnTo>
                    <a:pt x="5670683" y="3306059"/>
                  </a:lnTo>
                  <a:lnTo>
                    <a:pt x="5681557" y="3306059"/>
                  </a:lnTo>
                  <a:lnTo>
                    <a:pt x="5681557" y="3308250"/>
                  </a:lnTo>
                  <a:lnTo>
                    <a:pt x="5692431" y="3308250"/>
                  </a:lnTo>
                  <a:lnTo>
                    <a:pt x="5692431" y="3308250"/>
                  </a:lnTo>
                  <a:lnTo>
                    <a:pt x="5708742" y="3308250"/>
                  </a:lnTo>
                  <a:lnTo>
                    <a:pt x="5708742" y="3308250"/>
                  </a:lnTo>
                  <a:lnTo>
                    <a:pt x="5714178" y="3308250"/>
                  </a:lnTo>
                  <a:lnTo>
                    <a:pt x="5714178" y="3308250"/>
                  </a:lnTo>
                  <a:lnTo>
                    <a:pt x="5730489" y="3308250"/>
                  </a:lnTo>
                  <a:lnTo>
                    <a:pt x="5730489" y="3308250"/>
                  </a:lnTo>
                  <a:lnTo>
                    <a:pt x="5735926" y="3308250"/>
                  </a:lnTo>
                  <a:lnTo>
                    <a:pt x="5735926" y="3308250"/>
                  </a:lnTo>
                  <a:lnTo>
                    <a:pt x="5757674" y="3308250"/>
                  </a:lnTo>
                  <a:lnTo>
                    <a:pt x="5757674" y="3308250"/>
                  </a:lnTo>
                  <a:lnTo>
                    <a:pt x="5763111" y="3308250"/>
                  </a:lnTo>
                  <a:lnTo>
                    <a:pt x="5763111" y="3310463"/>
                  </a:lnTo>
                  <a:lnTo>
                    <a:pt x="5773984" y="3310463"/>
                  </a:lnTo>
                  <a:lnTo>
                    <a:pt x="5773984" y="3310463"/>
                  </a:lnTo>
                  <a:lnTo>
                    <a:pt x="5779421" y="3310463"/>
                  </a:lnTo>
                  <a:lnTo>
                    <a:pt x="5779421" y="3310463"/>
                  </a:lnTo>
                  <a:lnTo>
                    <a:pt x="5784858" y="3310463"/>
                  </a:lnTo>
                  <a:lnTo>
                    <a:pt x="5784858" y="3310463"/>
                  </a:lnTo>
                  <a:lnTo>
                    <a:pt x="5801169" y="3310463"/>
                  </a:lnTo>
                  <a:lnTo>
                    <a:pt x="5801169" y="3312691"/>
                  </a:lnTo>
                  <a:lnTo>
                    <a:pt x="5817479" y="3312691"/>
                  </a:lnTo>
                  <a:lnTo>
                    <a:pt x="5817479" y="3312691"/>
                  </a:lnTo>
                  <a:lnTo>
                    <a:pt x="5822916" y="3312691"/>
                  </a:lnTo>
                  <a:lnTo>
                    <a:pt x="5822916" y="3312691"/>
                  </a:lnTo>
                  <a:lnTo>
                    <a:pt x="5833790" y="3312691"/>
                  </a:lnTo>
                  <a:lnTo>
                    <a:pt x="5833790" y="3314927"/>
                  </a:lnTo>
                  <a:lnTo>
                    <a:pt x="5844664" y="3314927"/>
                  </a:lnTo>
                  <a:lnTo>
                    <a:pt x="5844664" y="3317170"/>
                  </a:lnTo>
                  <a:lnTo>
                    <a:pt x="5850101" y="3317170"/>
                  </a:lnTo>
                  <a:lnTo>
                    <a:pt x="5850101" y="3319415"/>
                  </a:lnTo>
                  <a:lnTo>
                    <a:pt x="5860975" y="3319415"/>
                  </a:lnTo>
                  <a:lnTo>
                    <a:pt x="5860975" y="3321664"/>
                  </a:lnTo>
                  <a:lnTo>
                    <a:pt x="5877285" y="3321664"/>
                  </a:lnTo>
                  <a:lnTo>
                    <a:pt x="5877285" y="3321664"/>
                  </a:lnTo>
                  <a:lnTo>
                    <a:pt x="5888159" y="3321664"/>
                  </a:lnTo>
                  <a:lnTo>
                    <a:pt x="5888159" y="3323925"/>
                  </a:lnTo>
                  <a:lnTo>
                    <a:pt x="5893596" y="3323925"/>
                  </a:lnTo>
                  <a:lnTo>
                    <a:pt x="5893596" y="3326186"/>
                  </a:lnTo>
                  <a:lnTo>
                    <a:pt x="5909907" y="3326186"/>
                  </a:lnTo>
                  <a:lnTo>
                    <a:pt x="5909907" y="3328447"/>
                  </a:lnTo>
                  <a:lnTo>
                    <a:pt x="5915344" y="3328447"/>
                  </a:lnTo>
                  <a:lnTo>
                    <a:pt x="5915344" y="3328447"/>
                  </a:lnTo>
                  <a:lnTo>
                    <a:pt x="5920781" y="3328447"/>
                  </a:lnTo>
                  <a:lnTo>
                    <a:pt x="5920781" y="3330713"/>
                  </a:lnTo>
                  <a:lnTo>
                    <a:pt x="5926217" y="3330713"/>
                  </a:lnTo>
                  <a:lnTo>
                    <a:pt x="5926217" y="3330713"/>
                  </a:lnTo>
                  <a:lnTo>
                    <a:pt x="5937091" y="3330713"/>
                  </a:lnTo>
                  <a:lnTo>
                    <a:pt x="5937091" y="3332990"/>
                  </a:lnTo>
                  <a:lnTo>
                    <a:pt x="5947965" y="3332990"/>
                  </a:lnTo>
                  <a:lnTo>
                    <a:pt x="5947965" y="3332990"/>
                  </a:lnTo>
                  <a:lnTo>
                    <a:pt x="5953402" y="3332990"/>
                  </a:lnTo>
                  <a:lnTo>
                    <a:pt x="5953402" y="3335285"/>
                  </a:lnTo>
                  <a:lnTo>
                    <a:pt x="5969713" y="3335285"/>
                  </a:lnTo>
                  <a:lnTo>
                    <a:pt x="5969713" y="3337581"/>
                  </a:lnTo>
                  <a:lnTo>
                    <a:pt x="5986023" y="3337581"/>
                  </a:lnTo>
                  <a:lnTo>
                    <a:pt x="5986023" y="3339876"/>
                  </a:lnTo>
                  <a:lnTo>
                    <a:pt x="5991460" y="3339876"/>
                  </a:lnTo>
                  <a:lnTo>
                    <a:pt x="5991460" y="3339876"/>
                  </a:lnTo>
                  <a:lnTo>
                    <a:pt x="5996897" y="3339876"/>
                  </a:lnTo>
                  <a:lnTo>
                    <a:pt x="5996897" y="3339876"/>
                  </a:lnTo>
                  <a:lnTo>
                    <a:pt x="6013208" y="3339876"/>
                  </a:lnTo>
                  <a:lnTo>
                    <a:pt x="6013208" y="3339876"/>
                  </a:lnTo>
                  <a:lnTo>
                    <a:pt x="6018645" y="3339876"/>
                  </a:lnTo>
                  <a:lnTo>
                    <a:pt x="6018645" y="3342182"/>
                  </a:lnTo>
                  <a:lnTo>
                    <a:pt x="6024082" y="3342182"/>
                  </a:lnTo>
                  <a:lnTo>
                    <a:pt x="6024082" y="3342182"/>
                  </a:lnTo>
                  <a:lnTo>
                    <a:pt x="6029518" y="3342182"/>
                  </a:lnTo>
                  <a:lnTo>
                    <a:pt x="6029518" y="3346800"/>
                  </a:lnTo>
                  <a:lnTo>
                    <a:pt x="6040392" y="3346800"/>
                  </a:lnTo>
                  <a:lnTo>
                    <a:pt x="6040392" y="3346800"/>
                  </a:lnTo>
                  <a:lnTo>
                    <a:pt x="6045829" y="3346800"/>
                  </a:lnTo>
                  <a:lnTo>
                    <a:pt x="6045829" y="3346800"/>
                  </a:lnTo>
                  <a:lnTo>
                    <a:pt x="6051266" y="3346800"/>
                  </a:lnTo>
                  <a:lnTo>
                    <a:pt x="6051266" y="3346800"/>
                  </a:lnTo>
                  <a:lnTo>
                    <a:pt x="6067577" y="3346800"/>
                  </a:lnTo>
                  <a:lnTo>
                    <a:pt x="6067577" y="3349123"/>
                  </a:lnTo>
                  <a:lnTo>
                    <a:pt x="6073014" y="3349123"/>
                  </a:lnTo>
                  <a:lnTo>
                    <a:pt x="6073014" y="3349123"/>
                  </a:lnTo>
                  <a:lnTo>
                    <a:pt x="6083887" y="3349123"/>
                  </a:lnTo>
                  <a:lnTo>
                    <a:pt x="6083887" y="3349123"/>
                  </a:lnTo>
                  <a:lnTo>
                    <a:pt x="6089324" y="3349123"/>
                  </a:lnTo>
                  <a:lnTo>
                    <a:pt x="6089324" y="3349123"/>
                  </a:lnTo>
                  <a:lnTo>
                    <a:pt x="6094761" y="3349123"/>
                  </a:lnTo>
                  <a:lnTo>
                    <a:pt x="6094761" y="3351459"/>
                  </a:lnTo>
                  <a:lnTo>
                    <a:pt x="6100198" y="3351459"/>
                  </a:lnTo>
                  <a:lnTo>
                    <a:pt x="6100198" y="3353796"/>
                  </a:lnTo>
                  <a:lnTo>
                    <a:pt x="6121946" y="3353796"/>
                  </a:lnTo>
                  <a:lnTo>
                    <a:pt x="6121946" y="3356132"/>
                  </a:lnTo>
                  <a:lnTo>
                    <a:pt x="6127383" y="3356132"/>
                  </a:lnTo>
                  <a:lnTo>
                    <a:pt x="6127383" y="3356132"/>
                  </a:lnTo>
                  <a:lnTo>
                    <a:pt x="6132820" y="3356132"/>
                  </a:lnTo>
                  <a:lnTo>
                    <a:pt x="6132820" y="3356132"/>
                  </a:lnTo>
                  <a:lnTo>
                    <a:pt x="6138256" y="3356132"/>
                  </a:lnTo>
                  <a:lnTo>
                    <a:pt x="6138256" y="3360840"/>
                  </a:lnTo>
                  <a:lnTo>
                    <a:pt x="6143693" y="3360840"/>
                  </a:lnTo>
                  <a:lnTo>
                    <a:pt x="6143693" y="3360840"/>
                  </a:lnTo>
                  <a:lnTo>
                    <a:pt x="6149130" y="3360840"/>
                  </a:lnTo>
                  <a:lnTo>
                    <a:pt x="6149130" y="3360840"/>
                  </a:lnTo>
                  <a:lnTo>
                    <a:pt x="6160004" y="3360840"/>
                  </a:lnTo>
                  <a:lnTo>
                    <a:pt x="6160004" y="3360840"/>
                  </a:lnTo>
                  <a:lnTo>
                    <a:pt x="6165441" y="3360840"/>
                  </a:lnTo>
                  <a:lnTo>
                    <a:pt x="6165441" y="3363202"/>
                  </a:lnTo>
                  <a:lnTo>
                    <a:pt x="6170878" y="3363202"/>
                  </a:lnTo>
                  <a:lnTo>
                    <a:pt x="6170878" y="3365573"/>
                  </a:lnTo>
                  <a:lnTo>
                    <a:pt x="6176315" y="3365573"/>
                  </a:lnTo>
                  <a:lnTo>
                    <a:pt x="6176315" y="3370314"/>
                  </a:lnTo>
                  <a:lnTo>
                    <a:pt x="6181752" y="3370314"/>
                  </a:lnTo>
                  <a:lnTo>
                    <a:pt x="6181752" y="3372685"/>
                  </a:lnTo>
                  <a:lnTo>
                    <a:pt x="6192625" y="3372685"/>
                  </a:lnTo>
                  <a:lnTo>
                    <a:pt x="6192625" y="3375056"/>
                  </a:lnTo>
                  <a:lnTo>
                    <a:pt x="6198062" y="3375056"/>
                  </a:lnTo>
                  <a:lnTo>
                    <a:pt x="6198062" y="3377430"/>
                  </a:lnTo>
                  <a:lnTo>
                    <a:pt x="6203499" y="3377430"/>
                  </a:lnTo>
                  <a:lnTo>
                    <a:pt x="6203499" y="3377430"/>
                  </a:lnTo>
                  <a:lnTo>
                    <a:pt x="6208936" y="3377430"/>
                  </a:lnTo>
                  <a:lnTo>
                    <a:pt x="6208936" y="3377430"/>
                  </a:lnTo>
                  <a:lnTo>
                    <a:pt x="6214373" y="3377430"/>
                  </a:lnTo>
                  <a:lnTo>
                    <a:pt x="6214373" y="3379816"/>
                  </a:lnTo>
                  <a:lnTo>
                    <a:pt x="6219810" y="3379816"/>
                  </a:lnTo>
                  <a:lnTo>
                    <a:pt x="6219810" y="3379816"/>
                  </a:lnTo>
                  <a:lnTo>
                    <a:pt x="6230684" y="3379816"/>
                  </a:lnTo>
                  <a:lnTo>
                    <a:pt x="6230684" y="3379816"/>
                  </a:lnTo>
                  <a:lnTo>
                    <a:pt x="6236121" y="3379816"/>
                  </a:lnTo>
                  <a:lnTo>
                    <a:pt x="6236121" y="3379816"/>
                  </a:lnTo>
                  <a:lnTo>
                    <a:pt x="6241557" y="3379816"/>
                  </a:lnTo>
                  <a:lnTo>
                    <a:pt x="6241557" y="3382213"/>
                  </a:lnTo>
                  <a:lnTo>
                    <a:pt x="6246994" y="3382213"/>
                  </a:lnTo>
                  <a:lnTo>
                    <a:pt x="6246994" y="3382213"/>
                  </a:lnTo>
                  <a:lnTo>
                    <a:pt x="6257868" y="3382213"/>
                  </a:lnTo>
                  <a:lnTo>
                    <a:pt x="6257868" y="3387020"/>
                  </a:lnTo>
                  <a:lnTo>
                    <a:pt x="6263305" y="3387020"/>
                  </a:lnTo>
                  <a:lnTo>
                    <a:pt x="6263305" y="3389424"/>
                  </a:lnTo>
                  <a:lnTo>
                    <a:pt x="6268742" y="3389424"/>
                  </a:lnTo>
                  <a:lnTo>
                    <a:pt x="6268742" y="3391827"/>
                  </a:lnTo>
                  <a:lnTo>
                    <a:pt x="6285053" y="3391827"/>
                  </a:lnTo>
                  <a:lnTo>
                    <a:pt x="6285053" y="3391827"/>
                  </a:lnTo>
                  <a:lnTo>
                    <a:pt x="6290490" y="3391827"/>
                  </a:lnTo>
                  <a:lnTo>
                    <a:pt x="6290490" y="3394240"/>
                  </a:lnTo>
                  <a:lnTo>
                    <a:pt x="6301363" y="3394240"/>
                  </a:lnTo>
                  <a:lnTo>
                    <a:pt x="6301363" y="3394240"/>
                  </a:lnTo>
                  <a:lnTo>
                    <a:pt x="6306800" y="3394240"/>
                  </a:lnTo>
                  <a:lnTo>
                    <a:pt x="6306800" y="3394240"/>
                  </a:lnTo>
                  <a:lnTo>
                    <a:pt x="6312237" y="3394240"/>
                  </a:lnTo>
                  <a:lnTo>
                    <a:pt x="6312237" y="3396665"/>
                  </a:lnTo>
                  <a:lnTo>
                    <a:pt x="6317674" y="3396665"/>
                  </a:lnTo>
                  <a:lnTo>
                    <a:pt x="6317674" y="3396665"/>
                  </a:lnTo>
                  <a:lnTo>
                    <a:pt x="6323111" y="3396665"/>
                  </a:lnTo>
                  <a:lnTo>
                    <a:pt x="6323111" y="3396665"/>
                  </a:lnTo>
                  <a:lnTo>
                    <a:pt x="6333985" y="3396665"/>
                  </a:lnTo>
                  <a:lnTo>
                    <a:pt x="6333985" y="3396665"/>
                  </a:lnTo>
                  <a:lnTo>
                    <a:pt x="6339422" y="3396665"/>
                  </a:lnTo>
                  <a:lnTo>
                    <a:pt x="6339422" y="3399102"/>
                  </a:lnTo>
                  <a:lnTo>
                    <a:pt x="6350295" y="3399102"/>
                  </a:lnTo>
                  <a:lnTo>
                    <a:pt x="6350295" y="3399102"/>
                  </a:lnTo>
                  <a:lnTo>
                    <a:pt x="6366606" y="3399102"/>
                  </a:lnTo>
                  <a:lnTo>
                    <a:pt x="6366606" y="3403990"/>
                  </a:lnTo>
                  <a:lnTo>
                    <a:pt x="6377480" y="3403990"/>
                  </a:lnTo>
                  <a:lnTo>
                    <a:pt x="6377480" y="3403990"/>
                  </a:lnTo>
                  <a:lnTo>
                    <a:pt x="6388354" y="3403990"/>
                  </a:lnTo>
                  <a:lnTo>
                    <a:pt x="6388354" y="3408883"/>
                  </a:lnTo>
                  <a:lnTo>
                    <a:pt x="6393791" y="3408883"/>
                  </a:lnTo>
                  <a:lnTo>
                    <a:pt x="6393791" y="3411333"/>
                  </a:lnTo>
                  <a:lnTo>
                    <a:pt x="6399227" y="3411333"/>
                  </a:lnTo>
                  <a:lnTo>
                    <a:pt x="6399227" y="3413790"/>
                  </a:lnTo>
                  <a:lnTo>
                    <a:pt x="6415538" y="3413790"/>
                  </a:lnTo>
                  <a:lnTo>
                    <a:pt x="6415538" y="3416246"/>
                  </a:lnTo>
                  <a:lnTo>
                    <a:pt x="6426412" y="3416246"/>
                  </a:lnTo>
                  <a:lnTo>
                    <a:pt x="6426412" y="3418706"/>
                  </a:lnTo>
                  <a:lnTo>
                    <a:pt x="6448160" y="3418706"/>
                  </a:lnTo>
                  <a:lnTo>
                    <a:pt x="6448160" y="3418706"/>
                  </a:lnTo>
                  <a:lnTo>
                    <a:pt x="6459033" y="3418706"/>
                  </a:lnTo>
                  <a:lnTo>
                    <a:pt x="6459033" y="3418706"/>
                  </a:lnTo>
                  <a:lnTo>
                    <a:pt x="6464470" y="3418706"/>
                  </a:lnTo>
                  <a:lnTo>
                    <a:pt x="6464470" y="3421172"/>
                  </a:lnTo>
                  <a:lnTo>
                    <a:pt x="6469907" y="3421172"/>
                  </a:lnTo>
                  <a:lnTo>
                    <a:pt x="6469907" y="3423638"/>
                  </a:lnTo>
                  <a:lnTo>
                    <a:pt x="6475344" y="3423638"/>
                  </a:lnTo>
                  <a:lnTo>
                    <a:pt x="6475344" y="3423638"/>
                  </a:lnTo>
                  <a:lnTo>
                    <a:pt x="6486218" y="3423638"/>
                  </a:lnTo>
                  <a:lnTo>
                    <a:pt x="6486218" y="3426117"/>
                  </a:lnTo>
                  <a:lnTo>
                    <a:pt x="6491655" y="3426117"/>
                  </a:lnTo>
                  <a:lnTo>
                    <a:pt x="6491655" y="3426117"/>
                  </a:lnTo>
                  <a:lnTo>
                    <a:pt x="6497092" y="3426117"/>
                  </a:lnTo>
                  <a:lnTo>
                    <a:pt x="6497092" y="3428603"/>
                  </a:lnTo>
                  <a:lnTo>
                    <a:pt x="6502529" y="3428603"/>
                  </a:lnTo>
                  <a:lnTo>
                    <a:pt x="6502529" y="3428603"/>
                  </a:lnTo>
                  <a:lnTo>
                    <a:pt x="6507965" y="3428603"/>
                  </a:lnTo>
                  <a:lnTo>
                    <a:pt x="6507965" y="3428603"/>
                  </a:lnTo>
                  <a:lnTo>
                    <a:pt x="6513402" y="3428603"/>
                  </a:lnTo>
                  <a:lnTo>
                    <a:pt x="6513402" y="3431098"/>
                  </a:lnTo>
                  <a:lnTo>
                    <a:pt x="6546024" y="3431098"/>
                  </a:lnTo>
                  <a:lnTo>
                    <a:pt x="6546024" y="3436089"/>
                  </a:lnTo>
                  <a:lnTo>
                    <a:pt x="6551461" y="3436089"/>
                  </a:lnTo>
                  <a:lnTo>
                    <a:pt x="6551461" y="3436089"/>
                  </a:lnTo>
                  <a:lnTo>
                    <a:pt x="6556898" y="3436089"/>
                  </a:lnTo>
                  <a:lnTo>
                    <a:pt x="6556898" y="3436089"/>
                  </a:lnTo>
                  <a:lnTo>
                    <a:pt x="6573208" y="3436089"/>
                  </a:lnTo>
                  <a:lnTo>
                    <a:pt x="6573208" y="3436089"/>
                  </a:lnTo>
                  <a:lnTo>
                    <a:pt x="6578645" y="3436089"/>
                  </a:lnTo>
                  <a:lnTo>
                    <a:pt x="6578645" y="3436089"/>
                  </a:lnTo>
                  <a:lnTo>
                    <a:pt x="6589519" y="3436089"/>
                  </a:lnTo>
                  <a:lnTo>
                    <a:pt x="6589519" y="3438602"/>
                  </a:lnTo>
                  <a:lnTo>
                    <a:pt x="6600393" y="3438602"/>
                  </a:lnTo>
                  <a:lnTo>
                    <a:pt x="6600393" y="3438602"/>
                  </a:lnTo>
                  <a:lnTo>
                    <a:pt x="6605830" y="3438602"/>
                  </a:lnTo>
                  <a:lnTo>
                    <a:pt x="6605830" y="3441121"/>
                  </a:lnTo>
                  <a:lnTo>
                    <a:pt x="6611266" y="3441121"/>
                  </a:lnTo>
                  <a:lnTo>
                    <a:pt x="6611266" y="3441121"/>
                  </a:lnTo>
                  <a:lnTo>
                    <a:pt x="6616703" y="3441121"/>
                  </a:lnTo>
                  <a:lnTo>
                    <a:pt x="6616703" y="3441121"/>
                  </a:lnTo>
                  <a:lnTo>
                    <a:pt x="6622140" y="3441121"/>
                  </a:lnTo>
                  <a:lnTo>
                    <a:pt x="6622140" y="3441121"/>
                  </a:lnTo>
                  <a:lnTo>
                    <a:pt x="6627577" y="3441121"/>
                  </a:lnTo>
                  <a:lnTo>
                    <a:pt x="6627577" y="3441121"/>
                  </a:lnTo>
                  <a:lnTo>
                    <a:pt x="6633014" y="3441121"/>
                  </a:lnTo>
                  <a:lnTo>
                    <a:pt x="6633014" y="3443665"/>
                  </a:lnTo>
                  <a:lnTo>
                    <a:pt x="6638451" y="3443665"/>
                  </a:lnTo>
                  <a:lnTo>
                    <a:pt x="6638451" y="3443665"/>
                  </a:lnTo>
                  <a:lnTo>
                    <a:pt x="6649325" y="3443665"/>
                  </a:lnTo>
                  <a:lnTo>
                    <a:pt x="6649325" y="3443665"/>
                  </a:lnTo>
                  <a:lnTo>
                    <a:pt x="6654762" y="3443665"/>
                  </a:lnTo>
                  <a:lnTo>
                    <a:pt x="6654762" y="3443665"/>
                  </a:lnTo>
                  <a:lnTo>
                    <a:pt x="6660199" y="3443665"/>
                  </a:lnTo>
                  <a:lnTo>
                    <a:pt x="6660199" y="3443665"/>
                  </a:lnTo>
                  <a:lnTo>
                    <a:pt x="6665635" y="3443665"/>
                  </a:lnTo>
                  <a:lnTo>
                    <a:pt x="6665635" y="3443665"/>
                  </a:lnTo>
                  <a:lnTo>
                    <a:pt x="6671072" y="3443665"/>
                  </a:lnTo>
                  <a:lnTo>
                    <a:pt x="6671072" y="3446240"/>
                  </a:lnTo>
                  <a:lnTo>
                    <a:pt x="6676509" y="3446240"/>
                  </a:lnTo>
                  <a:lnTo>
                    <a:pt x="6676509" y="3446240"/>
                  </a:lnTo>
                  <a:lnTo>
                    <a:pt x="6687383" y="3446240"/>
                  </a:lnTo>
                  <a:lnTo>
                    <a:pt x="6687383" y="3446240"/>
                  </a:lnTo>
                  <a:lnTo>
                    <a:pt x="6692820" y="3446240"/>
                  </a:lnTo>
                  <a:lnTo>
                    <a:pt x="6692820" y="3448822"/>
                  </a:lnTo>
                  <a:lnTo>
                    <a:pt x="6698257" y="3448822"/>
                  </a:lnTo>
                  <a:lnTo>
                    <a:pt x="6698257" y="3448822"/>
                  </a:lnTo>
                  <a:lnTo>
                    <a:pt x="6703694" y="3448822"/>
                  </a:lnTo>
                  <a:lnTo>
                    <a:pt x="6703694" y="3448822"/>
                  </a:lnTo>
                  <a:lnTo>
                    <a:pt x="6709131" y="3448822"/>
                  </a:lnTo>
                  <a:lnTo>
                    <a:pt x="6709131" y="3451412"/>
                  </a:lnTo>
                  <a:lnTo>
                    <a:pt x="6720004" y="3451412"/>
                  </a:lnTo>
                  <a:lnTo>
                    <a:pt x="6720004" y="3451412"/>
                  </a:lnTo>
                  <a:lnTo>
                    <a:pt x="6725441" y="3451412"/>
                  </a:lnTo>
                  <a:lnTo>
                    <a:pt x="6725441" y="3454009"/>
                  </a:lnTo>
                  <a:lnTo>
                    <a:pt x="6730878" y="3454009"/>
                  </a:lnTo>
                  <a:lnTo>
                    <a:pt x="6730878" y="3454009"/>
                  </a:lnTo>
                  <a:lnTo>
                    <a:pt x="6736315" y="3454009"/>
                  </a:lnTo>
                  <a:lnTo>
                    <a:pt x="6736315" y="3454009"/>
                  </a:lnTo>
                  <a:lnTo>
                    <a:pt x="6741752" y="3454009"/>
                  </a:lnTo>
                  <a:lnTo>
                    <a:pt x="6741752" y="3454009"/>
                  </a:lnTo>
                  <a:lnTo>
                    <a:pt x="6747189" y="3454009"/>
                  </a:lnTo>
                  <a:lnTo>
                    <a:pt x="6747189" y="3454009"/>
                  </a:lnTo>
                  <a:lnTo>
                    <a:pt x="6763500" y="3454009"/>
                  </a:lnTo>
                  <a:lnTo>
                    <a:pt x="6763500" y="3454009"/>
                  </a:lnTo>
                  <a:lnTo>
                    <a:pt x="6774373" y="3454009"/>
                  </a:lnTo>
                  <a:lnTo>
                    <a:pt x="6774373" y="3454009"/>
                  </a:lnTo>
                  <a:lnTo>
                    <a:pt x="6790684" y="3454009"/>
                  </a:lnTo>
                  <a:lnTo>
                    <a:pt x="6790684" y="3456643"/>
                  </a:lnTo>
                  <a:lnTo>
                    <a:pt x="6801558" y="3456643"/>
                  </a:lnTo>
                  <a:lnTo>
                    <a:pt x="6801558" y="3456643"/>
                  </a:lnTo>
                  <a:lnTo>
                    <a:pt x="6817869" y="3456643"/>
                  </a:lnTo>
                  <a:lnTo>
                    <a:pt x="6817869" y="3459285"/>
                  </a:lnTo>
                  <a:lnTo>
                    <a:pt x="6834179" y="3459285"/>
                  </a:lnTo>
                  <a:lnTo>
                    <a:pt x="6834179" y="3459285"/>
                  </a:lnTo>
                  <a:lnTo>
                    <a:pt x="6839616" y="3459285"/>
                  </a:lnTo>
                  <a:lnTo>
                    <a:pt x="6839616" y="3459285"/>
                  </a:lnTo>
                  <a:lnTo>
                    <a:pt x="6855927" y="3459285"/>
                  </a:lnTo>
                  <a:lnTo>
                    <a:pt x="6855927" y="3459285"/>
                  </a:lnTo>
                  <a:lnTo>
                    <a:pt x="6872238" y="3459285"/>
                  </a:lnTo>
                  <a:lnTo>
                    <a:pt x="6872238" y="3461945"/>
                  </a:lnTo>
                  <a:lnTo>
                    <a:pt x="6877674" y="3461945"/>
                  </a:lnTo>
                  <a:lnTo>
                    <a:pt x="6877674" y="3461945"/>
                  </a:lnTo>
                  <a:lnTo>
                    <a:pt x="6883111" y="3461945"/>
                  </a:lnTo>
                  <a:lnTo>
                    <a:pt x="6883111" y="3461945"/>
                  </a:lnTo>
                  <a:lnTo>
                    <a:pt x="6888548" y="3461945"/>
                  </a:lnTo>
                  <a:lnTo>
                    <a:pt x="6888548" y="3464618"/>
                  </a:lnTo>
                  <a:lnTo>
                    <a:pt x="6893985" y="3464618"/>
                  </a:lnTo>
                  <a:lnTo>
                    <a:pt x="6893985" y="3467294"/>
                  </a:lnTo>
                  <a:lnTo>
                    <a:pt x="6942917" y="3467294"/>
                  </a:lnTo>
                  <a:lnTo>
                    <a:pt x="6942917" y="3469982"/>
                  </a:lnTo>
                  <a:lnTo>
                    <a:pt x="6964665" y="3469982"/>
                  </a:lnTo>
                  <a:lnTo>
                    <a:pt x="6964665" y="3472674"/>
                  </a:lnTo>
                  <a:lnTo>
                    <a:pt x="6970102" y="3472674"/>
                  </a:lnTo>
                  <a:lnTo>
                    <a:pt x="6970102" y="3478058"/>
                  </a:lnTo>
                  <a:lnTo>
                    <a:pt x="6986412" y="3478058"/>
                  </a:lnTo>
                  <a:lnTo>
                    <a:pt x="6986412" y="3478058"/>
                  </a:lnTo>
                  <a:lnTo>
                    <a:pt x="6997286" y="3478058"/>
                  </a:lnTo>
                  <a:lnTo>
                    <a:pt x="6997286" y="3480758"/>
                  </a:lnTo>
                  <a:lnTo>
                    <a:pt x="7013597" y="3480758"/>
                  </a:lnTo>
                  <a:lnTo>
                    <a:pt x="7013597" y="3483462"/>
                  </a:lnTo>
                  <a:lnTo>
                    <a:pt x="7019034" y="3483462"/>
                  </a:lnTo>
                  <a:lnTo>
                    <a:pt x="7019034" y="3483462"/>
                  </a:lnTo>
                  <a:lnTo>
                    <a:pt x="7024471" y="3483462"/>
                  </a:lnTo>
                  <a:lnTo>
                    <a:pt x="7024471" y="3483462"/>
                  </a:lnTo>
                  <a:lnTo>
                    <a:pt x="7029908" y="3483462"/>
                  </a:lnTo>
                  <a:lnTo>
                    <a:pt x="7029908" y="3483462"/>
                  </a:lnTo>
                  <a:lnTo>
                    <a:pt x="7035344" y="3483462"/>
                  </a:lnTo>
                  <a:lnTo>
                    <a:pt x="7035344" y="3486178"/>
                  </a:lnTo>
                  <a:lnTo>
                    <a:pt x="7040781" y="3486178"/>
                  </a:lnTo>
                  <a:lnTo>
                    <a:pt x="7040781" y="3486178"/>
                  </a:lnTo>
                  <a:lnTo>
                    <a:pt x="7046218" y="3486178"/>
                  </a:lnTo>
                  <a:lnTo>
                    <a:pt x="7046218" y="3486178"/>
                  </a:lnTo>
                  <a:lnTo>
                    <a:pt x="7051655" y="3486178"/>
                  </a:lnTo>
                  <a:lnTo>
                    <a:pt x="7051655" y="3488915"/>
                  </a:lnTo>
                  <a:lnTo>
                    <a:pt x="7062529" y="3488915"/>
                  </a:lnTo>
                  <a:lnTo>
                    <a:pt x="7062529" y="3488915"/>
                  </a:lnTo>
                  <a:lnTo>
                    <a:pt x="7073403" y="3488915"/>
                  </a:lnTo>
                  <a:lnTo>
                    <a:pt x="7073403" y="3488915"/>
                  </a:lnTo>
                  <a:lnTo>
                    <a:pt x="7111461" y="3488915"/>
                  </a:lnTo>
                  <a:lnTo>
                    <a:pt x="7111461" y="3491659"/>
                  </a:lnTo>
                  <a:lnTo>
                    <a:pt x="7138646" y="3491659"/>
                  </a:lnTo>
                  <a:lnTo>
                    <a:pt x="7138646" y="3494404"/>
                  </a:lnTo>
                  <a:lnTo>
                    <a:pt x="7144082" y="3494404"/>
                  </a:lnTo>
                  <a:lnTo>
                    <a:pt x="7144082" y="3497149"/>
                  </a:lnTo>
                  <a:lnTo>
                    <a:pt x="7149519" y="3497149"/>
                  </a:lnTo>
                  <a:lnTo>
                    <a:pt x="7149519" y="3497149"/>
                  </a:lnTo>
                  <a:lnTo>
                    <a:pt x="7154956" y="3497149"/>
                  </a:lnTo>
                  <a:lnTo>
                    <a:pt x="7154956" y="3497149"/>
                  </a:lnTo>
                  <a:lnTo>
                    <a:pt x="7165830" y="3497149"/>
                  </a:lnTo>
                  <a:lnTo>
                    <a:pt x="7165830" y="3499903"/>
                  </a:lnTo>
                  <a:lnTo>
                    <a:pt x="7176704" y="3499903"/>
                  </a:lnTo>
                  <a:lnTo>
                    <a:pt x="7176704" y="3502656"/>
                  </a:lnTo>
                  <a:lnTo>
                    <a:pt x="7182141" y="3502656"/>
                  </a:lnTo>
                  <a:lnTo>
                    <a:pt x="7182141" y="3502656"/>
                  </a:lnTo>
                  <a:lnTo>
                    <a:pt x="7193014" y="3502656"/>
                  </a:lnTo>
                  <a:lnTo>
                    <a:pt x="7193014" y="3502656"/>
                  </a:lnTo>
                  <a:lnTo>
                    <a:pt x="7198451" y="3502656"/>
                  </a:lnTo>
                  <a:lnTo>
                    <a:pt x="7198451" y="3505418"/>
                  </a:lnTo>
                  <a:lnTo>
                    <a:pt x="7220199" y="3505418"/>
                  </a:lnTo>
                  <a:lnTo>
                    <a:pt x="7220199" y="3505418"/>
                  </a:lnTo>
                  <a:lnTo>
                    <a:pt x="7231073" y="3505418"/>
                  </a:lnTo>
                  <a:lnTo>
                    <a:pt x="7231073" y="3505418"/>
                  </a:lnTo>
                  <a:lnTo>
                    <a:pt x="7252820" y="3505418"/>
                  </a:lnTo>
                  <a:lnTo>
                    <a:pt x="7252820" y="3505418"/>
                  </a:lnTo>
                  <a:lnTo>
                    <a:pt x="7258257" y="3505418"/>
                  </a:lnTo>
                  <a:lnTo>
                    <a:pt x="7258257" y="3505418"/>
                  </a:lnTo>
                  <a:lnTo>
                    <a:pt x="7263694" y="3505418"/>
                  </a:lnTo>
                  <a:lnTo>
                    <a:pt x="7263694" y="3508219"/>
                  </a:lnTo>
                  <a:lnTo>
                    <a:pt x="7269131" y="3508219"/>
                  </a:lnTo>
                  <a:lnTo>
                    <a:pt x="7269131" y="3508219"/>
                  </a:lnTo>
                  <a:lnTo>
                    <a:pt x="7274568" y="3508219"/>
                  </a:lnTo>
                  <a:lnTo>
                    <a:pt x="7274568" y="3508219"/>
                  </a:lnTo>
                  <a:lnTo>
                    <a:pt x="7280005" y="3508219"/>
                  </a:lnTo>
                  <a:lnTo>
                    <a:pt x="7280005" y="3511037"/>
                  </a:lnTo>
                  <a:lnTo>
                    <a:pt x="7290879" y="3511037"/>
                  </a:lnTo>
                  <a:lnTo>
                    <a:pt x="7290879" y="3516691"/>
                  </a:lnTo>
                  <a:lnTo>
                    <a:pt x="7301752" y="3516691"/>
                  </a:lnTo>
                  <a:lnTo>
                    <a:pt x="7301752" y="3516691"/>
                  </a:lnTo>
                  <a:lnTo>
                    <a:pt x="7307189" y="3516691"/>
                  </a:lnTo>
                  <a:lnTo>
                    <a:pt x="7307189" y="3516691"/>
                  </a:lnTo>
                  <a:lnTo>
                    <a:pt x="7312626" y="3516691"/>
                  </a:lnTo>
                  <a:lnTo>
                    <a:pt x="7312626" y="3516691"/>
                  </a:lnTo>
                  <a:lnTo>
                    <a:pt x="7318063" y="3516691"/>
                  </a:lnTo>
                  <a:lnTo>
                    <a:pt x="7318063" y="3516691"/>
                  </a:lnTo>
                  <a:lnTo>
                    <a:pt x="7323500" y="3516691"/>
                  </a:lnTo>
                  <a:lnTo>
                    <a:pt x="7323500" y="3516691"/>
                  </a:lnTo>
                  <a:lnTo>
                    <a:pt x="7339811" y="3516691"/>
                  </a:lnTo>
                  <a:lnTo>
                    <a:pt x="7339811" y="3516691"/>
                  </a:lnTo>
                  <a:lnTo>
                    <a:pt x="7345248" y="3516691"/>
                  </a:lnTo>
                  <a:lnTo>
                    <a:pt x="7345248" y="3519559"/>
                  </a:lnTo>
                  <a:lnTo>
                    <a:pt x="7350684" y="3519559"/>
                  </a:lnTo>
                  <a:lnTo>
                    <a:pt x="7350684" y="3519559"/>
                  </a:lnTo>
                  <a:lnTo>
                    <a:pt x="7356121" y="3519559"/>
                  </a:lnTo>
                  <a:lnTo>
                    <a:pt x="7356121" y="3519559"/>
                  </a:lnTo>
                  <a:lnTo>
                    <a:pt x="7366995" y="3519559"/>
                  </a:lnTo>
                  <a:lnTo>
                    <a:pt x="7366995" y="3522442"/>
                  </a:lnTo>
                  <a:lnTo>
                    <a:pt x="7377869" y="3522442"/>
                  </a:lnTo>
                  <a:lnTo>
                    <a:pt x="7377869" y="3528215"/>
                  </a:lnTo>
                  <a:lnTo>
                    <a:pt x="7383306" y="3528215"/>
                  </a:lnTo>
                  <a:lnTo>
                    <a:pt x="7383306" y="3528215"/>
                  </a:lnTo>
                  <a:lnTo>
                    <a:pt x="7388743" y="3528215"/>
                  </a:lnTo>
                  <a:lnTo>
                    <a:pt x="7388743" y="3531107"/>
                  </a:lnTo>
                  <a:lnTo>
                    <a:pt x="7399617" y="3531107"/>
                  </a:lnTo>
                  <a:lnTo>
                    <a:pt x="7399617" y="3533998"/>
                  </a:lnTo>
                  <a:lnTo>
                    <a:pt x="7405053" y="3533998"/>
                  </a:lnTo>
                  <a:lnTo>
                    <a:pt x="7405053" y="3536890"/>
                  </a:lnTo>
                  <a:lnTo>
                    <a:pt x="7415927" y="3536890"/>
                  </a:lnTo>
                  <a:lnTo>
                    <a:pt x="7415927" y="3539781"/>
                  </a:lnTo>
                  <a:lnTo>
                    <a:pt x="7421364" y="3539781"/>
                  </a:lnTo>
                  <a:lnTo>
                    <a:pt x="7421364" y="3542673"/>
                  </a:lnTo>
                  <a:lnTo>
                    <a:pt x="7426801" y="3542673"/>
                  </a:lnTo>
                  <a:lnTo>
                    <a:pt x="7426801" y="3542673"/>
                  </a:lnTo>
                  <a:lnTo>
                    <a:pt x="7437675" y="3542673"/>
                  </a:lnTo>
                  <a:lnTo>
                    <a:pt x="7437675" y="3545584"/>
                  </a:lnTo>
                  <a:lnTo>
                    <a:pt x="7443112" y="3545584"/>
                  </a:lnTo>
                  <a:lnTo>
                    <a:pt x="7443112" y="3545584"/>
                  </a:lnTo>
                  <a:lnTo>
                    <a:pt x="7459422" y="3545584"/>
                  </a:lnTo>
                  <a:lnTo>
                    <a:pt x="7459422" y="3545584"/>
                  </a:lnTo>
                  <a:lnTo>
                    <a:pt x="7464859" y="3545584"/>
                  </a:lnTo>
                  <a:lnTo>
                    <a:pt x="7464859" y="3548504"/>
                  </a:lnTo>
                  <a:lnTo>
                    <a:pt x="7470296" y="3548504"/>
                  </a:lnTo>
                  <a:lnTo>
                    <a:pt x="7470296" y="3551424"/>
                  </a:lnTo>
                  <a:lnTo>
                    <a:pt x="7497481" y="3551424"/>
                  </a:lnTo>
                  <a:lnTo>
                    <a:pt x="7497481" y="3551424"/>
                  </a:lnTo>
                  <a:lnTo>
                    <a:pt x="7502918" y="3551424"/>
                  </a:lnTo>
                  <a:lnTo>
                    <a:pt x="7502918" y="3551424"/>
                  </a:lnTo>
                  <a:lnTo>
                    <a:pt x="7519228" y="3551424"/>
                  </a:lnTo>
                  <a:lnTo>
                    <a:pt x="7519228" y="3551424"/>
                  </a:lnTo>
                  <a:lnTo>
                    <a:pt x="7524665" y="3551424"/>
                  </a:lnTo>
                  <a:lnTo>
                    <a:pt x="7524665" y="3551424"/>
                  </a:lnTo>
                  <a:lnTo>
                    <a:pt x="7530102" y="3551424"/>
                  </a:lnTo>
                  <a:lnTo>
                    <a:pt x="7530102" y="3551424"/>
                  </a:lnTo>
                  <a:lnTo>
                    <a:pt x="7535539" y="3551424"/>
                  </a:lnTo>
                  <a:lnTo>
                    <a:pt x="7535539" y="3551424"/>
                  </a:lnTo>
                  <a:lnTo>
                    <a:pt x="7568160" y="3551424"/>
                  </a:lnTo>
                  <a:lnTo>
                    <a:pt x="7568160" y="3551424"/>
                  </a:lnTo>
                  <a:lnTo>
                    <a:pt x="7573597" y="3551424"/>
                  </a:lnTo>
                  <a:lnTo>
                    <a:pt x="7573597" y="3554395"/>
                  </a:lnTo>
                  <a:lnTo>
                    <a:pt x="7589908" y="3554395"/>
                  </a:lnTo>
                  <a:lnTo>
                    <a:pt x="7589908" y="3557380"/>
                  </a:lnTo>
                  <a:lnTo>
                    <a:pt x="7600782" y="3557380"/>
                  </a:lnTo>
                  <a:lnTo>
                    <a:pt x="7600782" y="3560370"/>
                  </a:lnTo>
                  <a:lnTo>
                    <a:pt x="7611656" y="3560370"/>
                  </a:lnTo>
                  <a:lnTo>
                    <a:pt x="7611656" y="3560370"/>
                  </a:lnTo>
                  <a:lnTo>
                    <a:pt x="7633403" y="3560370"/>
                  </a:lnTo>
                  <a:lnTo>
                    <a:pt x="7633403" y="3560370"/>
                  </a:lnTo>
                  <a:lnTo>
                    <a:pt x="7638840" y="3560370"/>
                  </a:lnTo>
                  <a:lnTo>
                    <a:pt x="7638840" y="3560370"/>
                  </a:lnTo>
                  <a:lnTo>
                    <a:pt x="7649714" y="3560370"/>
                  </a:lnTo>
                  <a:lnTo>
                    <a:pt x="7649714" y="3560370"/>
                  </a:lnTo>
                  <a:lnTo>
                    <a:pt x="7655151" y="3560370"/>
                  </a:lnTo>
                  <a:lnTo>
                    <a:pt x="7655151" y="3560370"/>
                  </a:lnTo>
                  <a:lnTo>
                    <a:pt x="7671461" y="3560370"/>
                  </a:lnTo>
                  <a:lnTo>
                    <a:pt x="7671461" y="3563387"/>
                  </a:lnTo>
                  <a:lnTo>
                    <a:pt x="7676898" y="3563387"/>
                  </a:lnTo>
                  <a:lnTo>
                    <a:pt x="7676898" y="3563387"/>
                  </a:lnTo>
                  <a:lnTo>
                    <a:pt x="7682335" y="3563387"/>
                  </a:lnTo>
                  <a:lnTo>
                    <a:pt x="7682335" y="3563387"/>
                  </a:lnTo>
                  <a:lnTo>
                    <a:pt x="7687772" y="3563387"/>
                  </a:lnTo>
                  <a:lnTo>
                    <a:pt x="7687772" y="3563387"/>
                  </a:lnTo>
                  <a:lnTo>
                    <a:pt x="7693209" y="3563387"/>
                  </a:lnTo>
                  <a:lnTo>
                    <a:pt x="7693209" y="3563387"/>
                  </a:lnTo>
                  <a:lnTo>
                    <a:pt x="7709520" y="3563387"/>
                  </a:lnTo>
                  <a:lnTo>
                    <a:pt x="7709520" y="3566440"/>
                  </a:lnTo>
                  <a:lnTo>
                    <a:pt x="7720394" y="3566440"/>
                  </a:lnTo>
                  <a:lnTo>
                    <a:pt x="7720394" y="3569494"/>
                  </a:lnTo>
                  <a:lnTo>
                    <a:pt x="7731267" y="3569494"/>
                  </a:lnTo>
                  <a:lnTo>
                    <a:pt x="7731267" y="3572548"/>
                  </a:lnTo>
                  <a:lnTo>
                    <a:pt x="7736704" y="3572548"/>
                  </a:lnTo>
                  <a:lnTo>
                    <a:pt x="7736704" y="3575607"/>
                  </a:lnTo>
                  <a:lnTo>
                    <a:pt x="7747578" y="3575607"/>
                  </a:lnTo>
                  <a:lnTo>
                    <a:pt x="7747578" y="3575607"/>
                  </a:lnTo>
                  <a:lnTo>
                    <a:pt x="7780199" y="3575607"/>
                  </a:lnTo>
                  <a:lnTo>
                    <a:pt x="7780199" y="3575607"/>
                  </a:lnTo>
                  <a:lnTo>
                    <a:pt x="7791073" y="3575607"/>
                  </a:lnTo>
                  <a:lnTo>
                    <a:pt x="7791073" y="3578688"/>
                  </a:lnTo>
                  <a:lnTo>
                    <a:pt x="7796510" y="3578688"/>
                  </a:lnTo>
                  <a:lnTo>
                    <a:pt x="7796510" y="3578688"/>
                  </a:lnTo>
                  <a:lnTo>
                    <a:pt x="7812821" y="3578688"/>
                  </a:lnTo>
                  <a:lnTo>
                    <a:pt x="7812821" y="3578688"/>
                  </a:lnTo>
                  <a:lnTo>
                    <a:pt x="7829131" y="3578688"/>
                  </a:lnTo>
                  <a:lnTo>
                    <a:pt x="7829131" y="3584872"/>
                  </a:lnTo>
                  <a:lnTo>
                    <a:pt x="7840005" y="3584872"/>
                  </a:lnTo>
                  <a:lnTo>
                    <a:pt x="7840005" y="3587964"/>
                  </a:lnTo>
                  <a:lnTo>
                    <a:pt x="7845442" y="3587964"/>
                  </a:lnTo>
                  <a:lnTo>
                    <a:pt x="7845442" y="3591061"/>
                  </a:lnTo>
                  <a:lnTo>
                    <a:pt x="7850879" y="3591061"/>
                  </a:lnTo>
                  <a:lnTo>
                    <a:pt x="7850879" y="3597279"/>
                  </a:lnTo>
                  <a:lnTo>
                    <a:pt x="7856316" y="3597279"/>
                  </a:lnTo>
                  <a:lnTo>
                    <a:pt x="7856316" y="3600399"/>
                  </a:lnTo>
                  <a:lnTo>
                    <a:pt x="7872627" y="3600399"/>
                  </a:lnTo>
                  <a:lnTo>
                    <a:pt x="7872627" y="3603520"/>
                  </a:lnTo>
                  <a:lnTo>
                    <a:pt x="7878064" y="3603520"/>
                  </a:lnTo>
                  <a:lnTo>
                    <a:pt x="7878064" y="3603520"/>
                  </a:lnTo>
                  <a:lnTo>
                    <a:pt x="7910685" y="3603520"/>
                  </a:lnTo>
                  <a:lnTo>
                    <a:pt x="7910685" y="3603520"/>
                  </a:lnTo>
                  <a:lnTo>
                    <a:pt x="7921559" y="3603520"/>
                  </a:lnTo>
                  <a:lnTo>
                    <a:pt x="7921559" y="3603520"/>
                  </a:lnTo>
                  <a:lnTo>
                    <a:pt x="7926996" y="3603520"/>
                  </a:lnTo>
                  <a:lnTo>
                    <a:pt x="7926996" y="3609806"/>
                  </a:lnTo>
                  <a:lnTo>
                    <a:pt x="7943306" y="3609806"/>
                  </a:lnTo>
                  <a:lnTo>
                    <a:pt x="7943306" y="3609806"/>
                  </a:lnTo>
                  <a:lnTo>
                    <a:pt x="7954180" y="3609806"/>
                  </a:lnTo>
                  <a:lnTo>
                    <a:pt x="7954180" y="3609806"/>
                  </a:lnTo>
                  <a:lnTo>
                    <a:pt x="7959617" y="3609806"/>
                  </a:lnTo>
                  <a:lnTo>
                    <a:pt x="7959617" y="3609806"/>
                  </a:lnTo>
                  <a:lnTo>
                    <a:pt x="7981365" y="3609806"/>
                  </a:lnTo>
                  <a:lnTo>
                    <a:pt x="7981365" y="3609806"/>
                  </a:lnTo>
                  <a:lnTo>
                    <a:pt x="7986801" y="3609806"/>
                  </a:lnTo>
                  <a:lnTo>
                    <a:pt x="7986801" y="3612991"/>
                  </a:lnTo>
                  <a:lnTo>
                    <a:pt x="7992238" y="3612991"/>
                  </a:lnTo>
                  <a:lnTo>
                    <a:pt x="7992238" y="3612991"/>
                  </a:lnTo>
                  <a:lnTo>
                    <a:pt x="8003112" y="3612991"/>
                  </a:lnTo>
                  <a:lnTo>
                    <a:pt x="8003112" y="3612991"/>
                  </a:lnTo>
                  <a:lnTo>
                    <a:pt x="8024860" y="3612991"/>
                  </a:lnTo>
                  <a:lnTo>
                    <a:pt x="8024860" y="3616188"/>
                  </a:lnTo>
                  <a:lnTo>
                    <a:pt x="8030297" y="3616188"/>
                  </a:lnTo>
                  <a:lnTo>
                    <a:pt x="8030297" y="3616188"/>
                  </a:lnTo>
                  <a:lnTo>
                    <a:pt x="8041170" y="3616188"/>
                  </a:lnTo>
                  <a:lnTo>
                    <a:pt x="8041170" y="3619392"/>
                  </a:lnTo>
                  <a:lnTo>
                    <a:pt x="8046607" y="3619392"/>
                  </a:lnTo>
                  <a:lnTo>
                    <a:pt x="8046607" y="3619392"/>
                  </a:lnTo>
                  <a:lnTo>
                    <a:pt x="8052044" y="3619392"/>
                  </a:lnTo>
                  <a:lnTo>
                    <a:pt x="8052044" y="3619392"/>
                  </a:lnTo>
                  <a:lnTo>
                    <a:pt x="8057481" y="3619392"/>
                  </a:lnTo>
                  <a:lnTo>
                    <a:pt x="8057481" y="3619392"/>
                  </a:lnTo>
                  <a:lnTo>
                    <a:pt x="8062918" y="3619392"/>
                  </a:lnTo>
                  <a:lnTo>
                    <a:pt x="8062918" y="3622613"/>
                  </a:lnTo>
                  <a:lnTo>
                    <a:pt x="8068355" y="3622613"/>
                  </a:lnTo>
                  <a:lnTo>
                    <a:pt x="8068355" y="3622613"/>
                  </a:lnTo>
                  <a:lnTo>
                    <a:pt x="8106413" y="3622613"/>
                  </a:lnTo>
                  <a:lnTo>
                    <a:pt x="8106413" y="3625841"/>
                  </a:lnTo>
                  <a:lnTo>
                    <a:pt x="8117287" y="3625841"/>
                  </a:lnTo>
                  <a:lnTo>
                    <a:pt x="8117287" y="3629069"/>
                  </a:lnTo>
                  <a:lnTo>
                    <a:pt x="8133598" y="3629069"/>
                  </a:lnTo>
                  <a:lnTo>
                    <a:pt x="8133598" y="3629069"/>
                  </a:lnTo>
                  <a:lnTo>
                    <a:pt x="8144471" y="3629069"/>
                  </a:lnTo>
                  <a:lnTo>
                    <a:pt x="8144471" y="3629069"/>
                  </a:lnTo>
                  <a:lnTo>
                    <a:pt x="8149908" y="3629069"/>
                  </a:lnTo>
                  <a:lnTo>
                    <a:pt x="8149908" y="3632328"/>
                  </a:lnTo>
                  <a:lnTo>
                    <a:pt x="8155345" y="3632328"/>
                  </a:lnTo>
                  <a:lnTo>
                    <a:pt x="8155345" y="3635587"/>
                  </a:lnTo>
                  <a:lnTo>
                    <a:pt x="8166219" y="3635587"/>
                  </a:lnTo>
                  <a:lnTo>
                    <a:pt x="8166219" y="3638847"/>
                  </a:lnTo>
                  <a:lnTo>
                    <a:pt x="8177093" y="3638847"/>
                  </a:lnTo>
                  <a:lnTo>
                    <a:pt x="8177093" y="3638847"/>
                  </a:lnTo>
                  <a:lnTo>
                    <a:pt x="8182530" y="3638847"/>
                  </a:lnTo>
                  <a:lnTo>
                    <a:pt x="8182530" y="3642112"/>
                  </a:lnTo>
                  <a:lnTo>
                    <a:pt x="8187967" y="3642112"/>
                  </a:lnTo>
                  <a:lnTo>
                    <a:pt x="8187967" y="3642112"/>
                  </a:lnTo>
                  <a:lnTo>
                    <a:pt x="8193404" y="3642112"/>
                  </a:lnTo>
                  <a:lnTo>
                    <a:pt x="8193404" y="3645385"/>
                  </a:lnTo>
                  <a:lnTo>
                    <a:pt x="8198840" y="3645385"/>
                  </a:lnTo>
                  <a:lnTo>
                    <a:pt x="8198840" y="3645385"/>
                  </a:lnTo>
                  <a:lnTo>
                    <a:pt x="8204277" y="3645385"/>
                  </a:lnTo>
                  <a:lnTo>
                    <a:pt x="8204277" y="3645385"/>
                  </a:lnTo>
                  <a:lnTo>
                    <a:pt x="8220588" y="3645385"/>
                  </a:lnTo>
                  <a:lnTo>
                    <a:pt x="8220588" y="3645385"/>
                  </a:lnTo>
                  <a:lnTo>
                    <a:pt x="8236899" y="3645385"/>
                  </a:lnTo>
                  <a:lnTo>
                    <a:pt x="8236899" y="3645385"/>
                  </a:lnTo>
                  <a:lnTo>
                    <a:pt x="8274957" y="3645385"/>
                  </a:lnTo>
                  <a:lnTo>
                    <a:pt x="8274957" y="3645385"/>
                  </a:lnTo>
                  <a:lnTo>
                    <a:pt x="8285831" y="3645385"/>
                  </a:lnTo>
                  <a:lnTo>
                    <a:pt x="8285831" y="3645385"/>
                  </a:lnTo>
                  <a:lnTo>
                    <a:pt x="8291268" y="3645385"/>
                  </a:lnTo>
                  <a:lnTo>
                    <a:pt x="8291268" y="3645385"/>
                  </a:lnTo>
                  <a:lnTo>
                    <a:pt x="8302142" y="3645385"/>
                  </a:lnTo>
                  <a:lnTo>
                    <a:pt x="8302142" y="3645385"/>
                  </a:lnTo>
                  <a:lnTo>
                    <a:pt x="8307578" y="3645385"/>
                  </a:lnTo>
                  <a:lnTo>
                    <a:pt x="8307578" y="3648757"/>
                  </a:lnTo>
                  <a:lnTo>
                    <a:pt x="8329326" y="3648757"/>
                  </a:lnTo>
                  <a:lnTo>
                    <a:pt x="8329326" y="3648757"/>
                  </a:lnTo>
                  <a:lnTo>
                    <a:pt x="8345637" y="3648757"/>
                  </a:lnTo>
                  <a:lnTo>
                    <a:pt x="8345637" y="3648757"/>
                  </a:lnTo>
                  <a:lnTo>
                    <a:pt x="8356510" y="3648757"/>
                  </a:lnTo>
                  <a:lnTo>
                    <a:pt x="8356510" y="3652143"/>
                  </a:lnTo>
                  <a:lnTo>
                    <a:pt x="8361947" y="3652143"/>
                  </a:lnTo>
                  <a:lnTo>
                    <a:pt x="8361947" y="3652143"/>
                  </a:lnTo>
                  <a:lnTo>
                    <a:pt x="8367384" y="3652143"/>
                  </a:lnTo>
                  <a:lnTo>
                    <a:pt x="8367384" y="3655536"/>
                  </a:lnTo>
                  <a:lnTo>
                    <a:pt x="8372821" y="3655536"/>
                  </a:lnTo>
                  <a:lnTo>
                    <a:pt x="8372821" y="3655536"/>
                  </a:lnTo>
                  <a:lnTo>
                    <a:pt x="8400006" y="3655536"/>
                  </a:lnTo>
                  <a:lnTo>
                    <a:pt x="8400006" y="3655536"/>
                  </a:lnTo>
                  <a:lnTo>
                    <a:pt x="8410879" y="3655536"/>
                  </a:lnTo>
                  <a:lnTo>
                    <a:pt x="8410879" y="3655536"/>
                  </a:lnTo>
                  <a:lnTo>
                    <a:pt x="8416316" y="3655536"/>
                  </a:lnTo>
                  <a:lnTo>
                    <a:pt x="8416316" y="3655536"/>
                  </a:lnTo>
                  <a:lnTo>
                    <a:pt x="8438064" y="3655536"/>
                  </a:lnTo>
                  <a:lnTo>
                    <a:pt x="8438064" y="3655536"/>
                  </a:lnTo>
                  <a:lnTo>
                    <a:pt x="8448938" y="3655536"/>
                  </a:lnTo>
                  <a:lnTo>
                    <a:pt x="8448938" y="3655536"/>
                  </a:lnTo>
                  <a:lnTo>
                    <a:pt x="8454375" y="3655536"/>
                  </a:lnTo>
                  <a:lnTo>
                    <a:pt x="8454375" y="3655536"/>
                  </a:lnTo>
                  <a:lnTo>
                    <a:pt x="8470685" y="3655536"/>
                  </a:lnTo>
                  <a:lnTo>
                    <a:pt x="8470685" y="3659001"/>
                  </a:lnTo>
                  <a:lnTo>
                    <a:pt x="8481559" y="3659001"/>
                  </a:lnTo>
                  <a:lnTo>
                    <a:pt x="8481559" y="3662466"/>
                  </a:lnTo>
                  <a:lnTo>
                    <a:pt x="8503307" y="3662466"/>
                  </a:lnTo>
                  <a:lnTo>
                    <a:pt x="8503307" y="3665938"/>
                  </a:lnTo>
                  <a:lnTo>
                    <a:pt x="8508744" y="3665938"/>
                  </a:lnTo>
                  <a:lnTo>
                    <a:pt x="8508744" y="3665938"/>
                  </a:lnTo>
                  <a:lnTo>
                    <a:pt x="8514180" y="3665938"/>
                  </a:lnTo>
                  <a:lnTo>
                    <a:pt x="8514180" y="3669425"/>
                  </a:lnTo>
                  <a:lnTo>
                    <a:pt x="8519617" y="3669425"/>
                  </a:lnTo>
                  <a:lnTo>
                    <a:pt x="8519617" y="3676399"/>
                  </a:lnTo>
                  <a:lnTo>
                    <a:pt x="8541365" y="3676399"/>
                  </a:lnTo>
                  <a:lnTo>
                    <a:pt x="8541365" y="3679886"/>
                  </a:lnTo>
                  <a:lnTo>
                    <a:pt x="8557676" y="3679886"/>
                  </a:lnTo>
                  <a:lnTo>
                    <a:pt x="8557676" y="3679886"/>
                  </a:lnTo>
                  <a:lnTo>
                    <a:pt x="8568549" y="3679886"/>
                  </a:lnTo>
                  <a:lnTo>
                    <a:pt x="8568549" y="3679886"/>
                  </a:lnTo>
                  <a:lnTo>
                    <a:pt x="8573986" y="3679886"/>
                  </a:lnTo>
                  <a:lnTo>
                    <a:pt x="8573986" y="3679886"/>
                  </a:lnTo>
                  <a:lnTo>
                    <a:pt x="8584860" y="3679886"/>
                  </a:lnTo>
                  <a:lnTo>
                    <a:pt x="8584860" y="3679886"/>
                  </a:lnTo>
                  <a:lnTo>
                    <a:pt x="8595734" y="3679886"/>
                  </a:lnTo>
                  <a:lnTo>
                    <a:pt x="8595734" y="3679886"/>
                  </a:lnTo>
                  <a:lnTo>
                    <a:pt x="8601171" y="3679886"/>
                  </a:lnTo>
                  <a:lnTo>
                    <a:pt x="8601171" y="3683411"/>
                  </a:lnTo>
                  <a:lnTo>
                    <a:pt x="8617482" y="3683411"/>
                  </a:lnTo>
                  <a:lnTo>
                    <a:pt x="8617482" y="3683411"/>
                  </a:lnTo>
                  <a:lnTo>
                    <a:pt x="8655540" y="3683411"/>
                  </a:lnTo>
                  <a:lnTo>
                    <a:pt x="8655540" y="3683411"/>
                  </a:lnTo>
                  <a:lnTo>
                    <a:pt x="8671851" y="3683411"/>
                  </a:lnTo>
                  <a:lnTo>
                    <a:pt x="8671851" y="3686959"/>
                  </a:lnTo>
                  <a:lnTo>
                    <a:pt x="8677287" y="3686959"/>
                  </a:lnTo>
                  <a:lnTo>
                    <a:pt x="8677287" y="3690515"/>
                  </a:lnTo>
                  <a:lnTo>
                    <a:pt x="8693598" y="3690515"/>
                  </a:lnTo>
                  <a:lnTo>
                    <a:pt x="8693598" y="3690515"/>
                  </a:lnTo>
                  <a:lnTo>
                    <a:pt x="8709909" y="3690515"/>
                  </a:lnTo>
                  <a:lnTo>
                    <a:pt x="8709909" y="3690515"/>
                  </a:lnTo>
                  <a:lnTo>
                    <a:pt x="8715346" y="3690515"/>
                  </a:lnTo>
                  <a:lnTo>
                    <a:pt x="8715346" y="3694095"/>
                  </a:lnTo>
                  <a:lnTo>
                    <a:pt x="8726219" y="3694095"/>
                  </a:lnTo>
                  <a:lnTo>
                    <a:pt x="8726219" y="3697675"/>
                  </a:lnTo>
                  <a:lnTo>
                    <a:pt x="8742530" y="3697675"/>
                  </a:lnTo>
                  <a:lnTo>
                    <a:pt x="8742530" y="3697675"/>
                  </a:lnTo>
                  <a:lnTo>
                    <a:pt x="8747967" y="3697675"/>
                  </a:lnTo>
                  <a:lnTo>
                    <a:pt x="8747967" y="3701262"/>
                  </a:lnTo>
                  <a:lnTo>
                    <a:pt x="8753404" y="3701262"/>
                  </a:lnTo>
                  <a:lnTo>
                    <a:pt x="8753404" y="3701262"/>
                  </a:lnTo>
                  <a:lnTo>
                    <a:pt x="8769715" y="3701262"/>
                  </a:lnTo>
                  <a:lnTo>
                    <a:pt x="8769715" y="3701262"/>
                  </a:lnTo>
                  <a:lnTo>
                    <a:pt x="8775152" y="3701262"/>
                  </a:lnTo>
                  <a:lnTo>
                    <a:pt x="8775152" y="3701262"/>
                  </a:lnTo>
                  <a:lnTo>
                    <a:pt x="8780588" y="3701262"/>
                  </a:lnTo>
                  <a:lnTo>
                    <a:pt x="8780588" y="3701262"/>
                  </a:lnTo>
                  <a:lnTo>
                    <a:pt x="8807773" y="3701262"/>
                  </a:lnTo>
                  <a:lnTo>
                    <a:pt x="8807773" y="3704899"/>
                  </a:lnTo>
                  <a:lnTo>
                    <a:pt x="8818647" y="3704899"/>
                  </a:lnTo>
                  <a:lnTo>
                    <a:pt x="8818647" y="3712173"/>
                  </a:lnTo>
                  <a:lnTo>
                    <a:pt x="8834957" y="3712173"/>
                  </a:lnTo>
                  <a:lnTo>
                    <a:pt x="8834957" y="3712173"/>
                  </a:lnTo>
                  <a:lnTo>
                    <a:pt x="8856705" y="3712173"/>
                  </a:lnTo>
                  <a:lnTo>
                    <a:pt x="8856705" y="3712173"/>
                  </a:lnTo>
                  <a:lnTo>
                    <a:pt x="8867579" y="3712173"/>
                  </a:lnTo>
                  <a:lnTo>
                    <a:pt x="8867579" y="3712173"/>
                  </a:lnTo>
                  <a:lnTo>
                    <a:pt x="8873016" y="3712173"/>
                  </a:lnTo>
                  <a:lnTo>
                    <a:pt x="8873016" y="3712173"/>
                  </a:lnTo>
                  <a:lnTo>
                    <a:pt x="8894763" y="3712173"/>
                  </a:lnTo>
                  <a:lnTo>
                    <a:pt x="8894763" y="3712173"/>
                  </a:lnTo>
                  <a:lnTo>
                    <a:pt x="8900200" y="3712173"/>
                  </a:lnTo>
                  <a:lnTo>
                    <a:pt x="8900200" y="3712173"/>
                  </a:lnTo>
                  <a:lnTo>
                    <a:pt x="8905637" y="3712173"/>
                  </a:lnTo>
                  <a:lnTo>
                    <a:pt x="8905637" y="3715869"/>
                  </a:lnTo>
                  <a:lnTo>
                    <a:pt x="8911074" y="3715869"/>
                  </a:lnTo>
                  <a:lnTo>
                    <a:pt x="8911074" y="3719574"/>
                  </a:lnTo>
                  <a:lnTo>
                    <a:pt x="8970880" y="3719574"/>
                  </a:lnTo>
                  <a:lnTo>
                    <a:pt x="8970880" y="3727001"/>
                  </a:lnTo>
                  <a:lnTo>
                    <a:pt x="8981754" y="3727001"/>
                  </a:lnTo>
                  <a:lnTo>
                    <a:pt x="8981754" y="3727001"/>
                  </a:lnTo>
                  <a:lnTo>
                    <a:pt x="9019812" y="3727001"/>
                  </a:lnTo>
                  <a:lnTo>
                    <a:pt x="9019812" y="3727001"/>
                  </a:lnTo>
                  <a:lnTo>
                    <a:pt x="9025249" y="3727001"/>
                  </a:lnTo>
                  <a:lnTo>
                    <a:pt x="9025249" y="3730750"/>
                  </a:lnTo>
                  <a:lnTo>
                    <a:pt x="9041560" y="3730750"/>
                  </a:lnTo>
                  <a:lnTo>
                    <a:pt x="9041560" y="3730750"/>
                  </a:lnTo>
                  <a:lnTo>
                    <a:pt x="9074181" y="3730750"/>
                  </a:lnTo>
                  <a:lnTo>
                    <a:pt x="9074181" y="3734517"/>
                  </a:lnTo>
                  <a:lnTo>
                    <a:pt x="9095928" y="3734517"/>
                  </a:lnTo>
                  <a:lnTo>
                    <a:pt x="9095928" y="3734517"/>
                  </a:lnTo>
                  <a:lnTo>
                    <a:pt x="9106802" y="3734517"/>
                  </a:lnTo>
                  <a:lnTo>
                    <a:pt x="9106802" y="3738302"/>
                  </a:lnTo>
                  <a:lnTo>
                    <a:pt x="9112239" y="3738302"/>
                  </a:lnTo>
                  <a:lnTo>
                    <a:pt x="9112239" y="3745873"/>
                  </a:lnTo>
                  <a:lnTo>
                    <a:pt x="9128550" y="3745873"/>
                  </a:lnTo>
                  <a:lnTo>
                    <a:pt x="9128550" y="3745873"/>
                  </a:lnTo>
                  <a:lnTo>
                    <a:pt x="9161171" y="3745873"/>
                  </a:lnTo>
                  <a:lnTo>
                    <a:pt x="9161171" y="3745873"/>
                  </a:lnTo>
                  <a:lnTo>
                    <a:pt x="9188356" y="3745873"/>
                  </a:lnTo>
                  <a:lnTo>
                    <a:pt x="9188356" y="3745873"/>
                  </a:lnTo>
                  <a:lnTo>
                    <a:pt x="9193793" y="3745873"/>
                  </a:lnTo>
                  <a:lnTo>
                    <a:pt x="9193793" y="3745873"/>
                  </a:lnTo>
                  <a:lnTo>
                    <a:pt x="9199230" y="3745873"/>
                  </a:lnTo>
                  <a:lnTo>
                    <a:pt x="9199230" y="3745873"/>
                  </a:lnTo>
                  <a:lnTo>
                    <a:pt x="9215540" y="3745873"/>
                  </a:lnTo>
                  <a:lnTo>
                    <a:pt x="9215540" y="3745873"/>
                  </a:lnTo>
                  <a:lnTo>
                    <a:pt x="9237288" y="3745873"/>
                  </a:lnTo>
                  <a:lnTo>
                    <a:pt x="9237288" y="3749724"/>
                  </a:lnTo>
                  <a:lnTo>
                    <a:pt x="9242725" y="3749724"/>
                  </a:lnTo>
                  <a:lnTo>
                    <a:pt x="9242725" y="3749724"/>
                  </a:lnTo>
                  <a:lnTo>
                    <a:pt x="9248162" y="3749724"/>
                  </a:lnTo>
                  <a:lnTo>
                    <a:pt x="9248162" y="3749724"/>
                  </a:lnTo>
                  <a:lnTo>
                    <a:pt x="9253599" y="3749724"/>
                  </a:lnTo>
                  <a:lnTo>
                    <a:pt x="9253599" y="3753594"/>
                  </a:lnTo>
                  <a:lnTo>
                    <a:pt x="9259035" y="3753594"/>
                  </a:lnTo>
                  <a:lnTo>
                    <a:pt x="9259035" y="3753594"/>
                  </a:lnTo>
                  <a:lnTo>
                    <a:pt x="9264472" y="3753594"/>
                  </a:lnTo>
                  <a:lnTo>
                    <a:pt x="9264472" y="3753594"/>
                  </a:lnTo>
                  <a:lnTo>
                    <a:pt x="9302531" y="3753594"/>
                  </a:lnTo>
                  <a:lnTo>
                    <a:pt x="9302531" y="3753594"/>
                  </a:lnTo>
                  <a:lnTo>
                    <a:pt x="9335152" y="3753594"/>
                  </a:lnTo>
                  <a:lnTo>
                    <a:pt x="9335152" y="3757514"/>
                  </a:lnTo>
                  <a:lnTo>
                    <a:pt x="9346026" y="3757514"/>
                  </a:lnTo>
                  <a:lnTo>
                    <a:pt x="9346026" y="3761433"/>
                  </a:lnTo>
                  <a:lnTo>
                    <a:pt x="9362336" y="3761433"/>
                  </a:lnTo>
                  <a:lnTo>
                    <a:pt x="9362336" y="3765362"/>
                  </a:lnTo>
                  <a:lnTo>
                    <a:pt x="9367773" y="3765362"/>
                  </a:lnTo>
                  <a:lnTo>
                    <a:pt x="9367773" y="3765362"/>
                  </a:lnTo>
                  <a:lnTo>
                    <a:pt x="9373210" y="3765362"/>
                  </a:lnTo>
                  <a:lnTo>
                    <a:pt x="9373210" y="3765362"/>
                  </a:lnTo>
                  <a:lnTo>
                    <a:pt x="9378647" y="3765362"/>
                  </a:lnTo>
                  <a:lnTo>
                    <a:pt x="9378647" y="3765362"/>
                  </a:lnTo>
                  <a:lnTo>
                    <a:pt x="9389521" y="3765362"/>
                  </a:lnTo>
                  <a:lnTo>
                    <a:pt x="9389521" y="3769333"/>
                  </a:lnTo>
                  <a:lnTo>
                    <a:pt x="9405832" y="3769333"/>
                  </a:lnTo>
                  <a:lnTo>
                    <a:pt x="9405832" y="3769333"/>
                  </a:lnTo>
                  <a:lnTo>
                    <a:pt x="9427579" y="3769333"/>
                  </a:lnTo>
                  <a:lnTo>
                    <a:pt x="9427579" y="3769333"/>
                  </a:lnTo>
                  <a:lnTo>
                    <a:pt x="9438453" y="3769333"/>
                  </a:lnTo>
                  <a:lnTo>
                    <a:pt x="9438453" y="3769333"/>
                  </a:lnTo>
                  <a:lnTo>
                    <a:pt x="9454764" y="3769333"/>
                  </a:lnTo>
                  <a:lnTo>
                    <a:pt x="9454764" y="3769333"/>
                  </a:lnTo>
                  <a:lnTo>
                    <a:pt x="9460201" y="3769333"/>
                  </a:lnTo>
                  <a:lnTo>
                    <a:pt x="9460201" y="3769333"/>
                  </a:lnTo>
                  <a:lnTo>
                    <a:pt x="9481948" y="3769333"/>
                  </a:lnTo>
                  <a:lnTo>
                    <a:pt x="9481948" y="3769333"/>
                  </a:lnTo>
                  <a:lnTo>
                    <a:pt x="9498259" y="3769333"/>
                  </a:lnTo>
                  <a:lnTo>
                    <a:pt x="9498259" y="3769333"/>
                  </a:lnTo>
                  <a:lnTo>
                    <a:pt x="9503696" y="3769333"/>
                  </a:lnTo>
                  <a:lnTo>
                    <a:pt x="9503696" y="3781464"/>
                  </a:lnTo>
                  <a:lnTo>
                    <a:pt x="9509133" y="3781464"/>
                  </a:lnTo>
                  <a:lnTo>
                    <a:pt x="9509133" y="3781464"/>
                  </a:lnTo>
                  <a:lnTo>
                    <a:pt x="9558065" y="3781464"/>
                  </a:lnTo>
                  <a:lnTo>
                    <a:pt x="9558065" y="3785540"/>
                  </a:lnTo>
                  <a:lnTo>
                    <a:pt x="9574375" y="3785540"/>
                  </a:lnTo>
                  <a:lnTo>
                    <a:pt x="9574375" y="3789616"/>
                  </a:lnTo>
                  <a:lnTo>
                    <a:pt x="9590686" y="3789616"/>
                  </a:lnTo>
                  <a:lnTo>
                    <a:pt x="9590686" y="3793692"/>
                  </a:lnTo>
                  <a:lnTo>
                    <a:pt x="9623308" y="3793692"/>
                  </a:lnTo>
                  <a:lnTo>
                    <a:pt x="9623308" y="3797802"/>
                  </a:lnTo>
                  <a:lnTo>
                    <a:pt x="9634181" y="3797802"/>
                  </a:lnTo>
                  <a:lnTo>
                    <a:pt x="9634181" y="3797802"/>
                  </a:lnTo>
                  <a:lnTo>
                    <a:pt x="9650492" y="3797802"/>
                  </a:lnTo>
                  <a:lnTo>
                    <a:pt x="9650492" y="3797802"/>
                  </a:lnTo>
                  <a:lnTo>
                    <a:pt x="9655929" y="3797802"/>
                  </a:lnTo>
                  <a:lnTo>
                    <a:pt x="9655929" y="3801946"/>
                  </a:lnTo>
                  <a:lnTo>
                    <a:pt x="9672240" y="3801946"/>
                  </a:lnTo>
                  <a:lnTo>
                    <a:pt x="9672240" y="3801946"/>
                  </a:lnTo>
                  <a:lnTo>
                    <a:pt x="9693987" y="3801946"/>
                  </a:lnTo>
                  <a:lnTo>
                    <a:pt x="9693987" y="3801946"/>
                  </a:lnTo>
                  <a:lnTo>
                    <a:pt x="9704861" y="3801946"/>
                  </a:lnTo>
                  <a:lnTo>
                    <a:pt x="9704861" y="3801946"/>
                  </a:lnTo>
                  <a:lnTo>
                    <a:pt x="9721172" y="3801946"/>
                  </a:lnTo>
                  <a:lnTo>
                    <a:pt x="9721172" y="3806136"/>
                  </a:lnTo>
                  <a:lnTo>
                    <a:pt x="9737482" y="3806136"/>
                  </a:lnTo>
                  <a:lnTo>
                    <a:pt x="9737482" y="3810326"/>
                  </a:lnTo>
                  <a:lnTo>
                    <a:pt x="9742919" y="3810326"/>
                  </a:lnTo>
                  <a:lnTo>
                    <a:pt x="9742919" y="3810326"/>
                  </a:lnTo>
                  <a:lnTo>
                    <a:pt x="9770104" y="3810326"/>
                  </a:lnTo>
                  <a:lnTo>
                    <a:pt x="9770104" y="3810326"/>
                  </a:lnTo>
                  <a:lnTo>
                    <a:pt x="9780978" y="3810326"/>
                  </a:lnTo>
                  <a:lnTo>
                    <a:pt x="9780978" y="3810326"/>
                  </a:lnTo>
                  <a:lnTo>
                    <a:pt x="9802725" y="3810326"/>
                  </a:lnTo>
                  <a:lnTo>
                    <a:pt x="9802725" y="3810326"/>
                  </a:lnTo>
                  <a:lnTo>
                    <a:pt x="9808162" y="3810326"/>
                  </a:lnTo>
                  <a:lnTo>
                    <a:pt x="9808162" y="3814564"/>
                  </a:lnTo>
                  <a:lnTo>
                    <a:pt x="9867968" y="3814564"/>
                  </a:lnTo>
                  <a:lnTo>
                    <a:pt x="9867968" y="3814564"/>
                  </a:lnTo>
                  <a:lnTo>
                    <a:pt x="9873405" y="3814564"/>
                  </a:lnTo>
                  <a:lnTo>
                    <a:pt x="9873405" y="3818826"/>
                  </a:lnTo>
                  <a:lnTo>
                    <a:pt x="9895152" y="3818826"/>
                  </a:lnTo>
                  <a:lnTo>
                    <a:pt x="9895152" y="3818826"/>
                  </a:lnTo>
                  <a:lnTo>
                    <a:pt x="9900589" y="3818826"/>
                  </a:lnTo>
                  <a:lnTo>
                    <a:pt x="9900589" y="3818826"/>
                  </a:lnTo>
                </a:path>
              </a:pathLst>
            </a:custGeom>
            <a:ln w="13550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11026" y="791001"/>
              <a:ext cx="9911463" cy="4175279"/>
            </a:xfrm>
            <a:custGeom>
              <a:avLst/>
              <a:pathLst>
                <a:path w="9911463" h="4175279">
                  <a:moveTo>
                    <a:pt x="0" y="0"/>
                  </a:moveTo>
                  <a:lnTo>
                    <a:pt x="10873" y="0"/>
                  </a:lnTo>
                  <a:lnTo>
                    <a:pt x="10873" y="5453"/>
                  </a:lnTo>
                  <a:lnTo>
                    <a:pt x="16310" y="5453"/>
                  </a:lnTo>
                  <a:lnTo>
                    <a:pt x="16310" y="7635"/>
                  </a:lnTo>
                  <a:lnTo>
                    <a:pt x="21747" y="7635"/>
                  </a:lnTo>
                  <a:lnTo>
                    <a:pt x="21747" y="11998"/>
                  </a:lnTo>
                  <a:lnTo>
                    <a:pt x="27184" y="11998"/>
                  </a:lnTo>
                  <a:lnTo>
                    <a:pt x="27184" y="20726"/>
                  </a:lnTo>
                  <a:lnTo>
                    <a:pt x="32621" y="20726"/>
                  </a:lnTo>
                  <a:lnTo>
                    <a:pt x="32621" y="28363"/>
                  </a:lnTo>
                  <a:lnTo>
                    <a:pt x="38058" y="28363"/>
                  </a:lnTo>
                  <a:lnTo>
                    <a:pt x="38058" y="32728"/>
                  </a:lnTo>
                  <a:lnTo>
                    <a:pt x="43495" y="32728"/>
                  </a:lnTo>
                  <a:lnTo>
                    <a:pt x="43495" y="44735"/>
                  </a:lnTo>
                  <a:lnTo>
                    <a:pt x="48932" y="44735"/>
                  </a:lnTo>
                  <a:lnTo>
                    <a:pt x="48932" y="55654"/>
                  </a:lnTo>
                  <a:lnTo>
                    <a:pt x="54368" y="55654"/>
                  </a:lnTo>
                  <a:lnTo>
                    <a:pt x="54368" y="68757"/>
                  </a:lnTo>
                  <a:lnTo>
                    <a:pt x="59805" y="68757"/>
                  </a:lnTo>
                  <a:lnTo>
                    <a:pt x="59805" y="76402"/>
                  </a:lnTo>
                  <a:lnTo>
                    <a:pt x="65242" y="76402"/>
                  </a:lnTo>
                  <a:lnTo>
                    <a:pt x="65242" y="82956"/>
                  </a:lnTo>
                  <a:lnTo>
                    <a:pt x="70679" y="82956"/>
                  </a:lnTo>
                  <a:lnTo>
                    <a:pt x="70679" y="88418"/>
                  </a:lnTo>
                  <a:lnTo>
                    <a:pt x="76116" y="88418"/>
                  </a:lnTo>
                  <a:lnTo>
                    <a:pt x="76116" y="97157"/>
                  </a:lnTo>
                  <a:lnTo>
                    <a:pt x="81553" y="97157"/>
                  </a:lnTo>
                  <a:lnTo>
                    <a:pt x="81553" y="105911"/>
                  </a:lnTo>
                  <a:lnTo>
                    <a:pt x="86990" y="105911"/>
                  </a:lnTo>
                  <a:lnTo>
                    <a:pt x="86990" y="122331"/>
                  </a:lnTo>
                  <a:lnTo>
                    <a:pt x="92427" y="122331"/>
                  </a:lnTo>
                  <a:lnTo>
                    <a:pt x="92427" y="132183"/>
                  </a:lnTo>
                  <a:lnTo>
                    <a:pt x="97864" y="132183"/>
                  </a:lnTo>
                  <a:lnTo>
                    <a:pt x="97864" y="145322"/>
                  </a:lnTo>
                  <a:lnTo>
                    <a:pt x="103301" y="145322"/>
                  </a:lnTo>
                  <a:lnTo>
                    <a:pt x="103301" y="149702"/>
                  </a:lnTo>
                  <a:lnTo>
                    <a:pt x="108737" y="149702"/>
                  </a:lnTo>
                  <a:lnTo>
                    <a:pt x="108737" y="168323"/>
                  </a:lnTo>
                  <a:lnTo>
                    <a:pt x="114174" y="168323"/>
                  </a:lnTo>
                  <a:lnTo>
                    <a:pt x="114174" y="172706"/>
                  </a:lnTo>
                  <a:lnTo>
                    <a:pt x="119611" y="172706"/>
                  </a:lnTo>
                  <a:lnTo>
                    <a:pt x="119611" y="183681"/>
                  </a:lnTo>
                  <a:lnTo>
                    <a:pt x="125048" y="183681"/>
                  </a:lnTo>
                  <a:lnTo>
                    <a:pt x="125048" y="189171"/>
                  </a:lnTo>
                  <a:lnTo>
                    <a:pt x="130485" y="189171"/>
                  </a:lnTo>
                  <a:lnTo>
                    <a:pt x="130485" y="200153"/>
                  </a:lnTo>
                  <a:lnTo>
                    <a:pt x="135922" y="200153"/>
                  </a:lnTo>
                  <a:lnTo>
                    <a:pt x="135922" y="213331"/>
                  </a:lnTo>
                  <a:lnTo>
                    <a:pt x="141359" y="213331"/>
                  </a:lnTo>
                  <a:lnTo>
                    <a:pt x="141359" y="232005"/>
                  </a:lnTo>
                  <a:lnTo>
                    <a:pt x="146796" y="232005"/>
                  </a:lnTo>
                  <a:lnTo>
                    <a:pt x="146796" y="241897"/>
                  </a:lnTo>
                  <a:lnTo>
                    <a:pt x="152233" y="241897"/>
                  </a:lnTo>
                  <a:lnTo>
                    <a:pt x="152233" y="257288"/>
                  </a:lnTo>
                  <a:lnTo>
                    <a:pt x="157670" y="257288"/>
                  </a:lnTo>
                  <a:lnTo>
                    <a:pt x="157670" y="271590"/>
                  </a:lnTo>
                  <a:lnTo>
                    <a:pt x="163106" y="271590"/>
                  </a:lnTo>
                  <a:lnTo>
                    <a:pt x="163106" y="278195"/>
                  </a:lnTo>
                  <a:lnTo>
                    <a:pt x="168543" y="278195"/>
                  </a:lnTo>
                  <a:lnTo>
                    <a:pt x="168543" y="296917"/>
                  </a:lnTo>
                  <a:lnTo>
                    <a:pt x="173980" y="296917"/>
                  </a:lnTo>
                  <a:lnTo>
                    <a:pt x="173980" y="312342"/>
                  </a:lnTo>
                  <a:lnTo>
                    <a:pt x="179417" y="312342"/>
                  </a:lnTo>
                  <a:lnTo>
                    <a:pt x="179417" y="323360"/>
                  </a:lnTo>
                  <a:lnTo>
                    <a:pt x="184854" y="323360"/>
                  </a:lnTo>
                  <a:lnTo>
                    <a:pt x="184854" y="335480"/>
                  </a:lnTo>
                  <a:lnTo>
                    <a:pt x="190291" y="335480"/>
                  </a:lnTo>
                  <a:lnTo>
                    <a:pt x="190291" y="342092"/>
                  </a:lnTo>
                  <a:lnTo>
                    <a:pt x="195728" y="342092"/>
                  </a:lnTo>
                  <a:lnTo>
                    <a:pt x="195728" y="349811"/>
                  </a:lnTo>
                  <a:lnTo>
                    <a:pt x="201165" y="349811"/>
                  </a:lnTo>
                  <a:lnTo>
                    <a:pt x="201165" y="359739"/>
                  </a:lnTo>
                  <a:lnTo>
                    <a:pt x="206602" y="359739"/>
                  </a:lnTo>
                  <a:lnTo>
                    <a:pt x="206602" y="375181"/>
                  </a:lnTo>
                  <a:lnTo>
                    <a:pt x="212038" y="375181"/>
                  </a:lnTo>
                  <a:lnTo>
                    <a:pt x="212038" y="388420"/>
                  </a:lnTo>
                  <a:lnTo>
                    <a:pt x="217475" y="388420"/>
                  </a:lnTo>
                  <a:lnTo>
                    <a:pt x="217475" y="398350"/>
                  </a:lnTo>
                  <a:lnTo>
                    <a:pt x="222912" y="398350"/>
                  </a:lnTo>
                  <a:lnTo>
                    <a:pt x="222912" y="403866"/>
                  </a:lnTo>
                  <a:lnTo>
                    <a:pt x="228349" y="403866"/>
                  </a:lnTo>
                  <a:lnTo>
                    <a:pt x="228349" y="409384"/>
                  </a:lnTo>
                  <a:lnTo>
                    <a:pt x="233786" y="409384"/>
                  </a:lnTo>
                  <a:lnTo>
                    <a:pt x="233786" y="421558"/>
                  </a:lnTo>
                  <a:lnTo>
                    <a:pt x="239223" y="421558"/>
                  </a:lnTo>
                  <a:lnTo>
                    <a:pt x="239223" y="425987"/>
                  </a:lnTo>
                  <a:lnTo>
                    <a:pt x="244660" y="425987"/>
                  </a:lnTo>
                  <a:lnTo>
                    <a:pt x="244660" y="433745"/>
                  </a:lnTo>
                  <a:lnTo>
                    <a:pt x="250097" y="433745"/>
                  </a:lnTo>
                  <a:lnTo>
                    <a:pt x="250097" y="442615"/>
                  </a:lnTo>
                  <a:lnTo>
                    <a:pt x="255534" y="442615"/>
                  </a:lnTo>
                  <a:lnTo>
                    <a:pt x="255534" y="454812"/>
                  </a:lnTo>
                  <a:lnTo>
                    <a:pt x="260971" y="454812"/>
                  </a:lnTo>
                  <a:lnTo>
                    <a:pt x="260971" y="463682"/>
                  </a:lnTo>
                  <a:lnTo>
                    <a:pt x="266407" y="463682"/>
                  </a:lnTo>
                  <a:lnTo>
                    <a:pt x="266407" y="478096"/>
                  </a:lnTo>
                  <a:lnTo>
                    <a:pt x="271844" y="478096"/>
                  </a:lnTo>
                  <a:lnTo>
                    <a:pt x="271844" y="490304"/>
                  </a:lnTo>
                  <a:lnTo>
                    <a:pt x="277281" y="490304"/>
                  </a:lnTo>
                  <a:lnTo>
                    <a:pt x="277281" y="501410"/>
                  </a:lnTo>
                  <a:lnTo>
                    <a:pt x="282718" y="501410"/>
                  </a:lnTo>
                  <a:lnTo>
                    <a:pt x="282718" y="511405"/>
                  </a:lnTo>
                  <a:lnTo>
                    <a:pt x="288155" y="511405"/>
                  </a:lnTo>
                  <a:lnTo>
                    <a:pt x="288155" y="522513"/>
                  </a:lnTo>
                  <a:lnTo>
                    <a:pt x="293592" y="522513"/>
                  </a:lnTo>
                  <a:lnTo>
                    <a:pt x="293592" y="528069"/>
                  </a:lnTo>
                  <a:lnTo>
                    <a:pt x="299029" y="528069"/>
                  </a:lnTo>
                  <a:lnTo>
                    <a:pt x="299029" y="535852"/>
                  </a:lnTo>
                  <a:lnTo>
                    <a:pt x="304466" y="535852"/>
                  </a:lnTo>
                  <a:lnTo>
                    <a:pt x="304466" y="545858"/>
                  </a:lnTo>
                  <a:lnTo>
                    <a:pt x="309903" y="545858"/>
                  </a:lnTo>
                  <a:lnTo>
                    <a:pt x="309903" y="555872"/>
                  </a:lnTo>
                  <a:lnTo>
                    <a:pt x="315340" y="555872"/>
                  </a:lnTo>
                  <a:lnTo>
                    <a:pt x="315340" y="564778"/>
                  </a:lnTo>
                  <a:lnTo>
                    <a:pt x="320776" y="564778"/>
                  </a:lnTo>
                  <a:lnTo>
                    <a:pt x="320776" y="567004"/>
                  </a:lnTo>
                  <a:lnTo>
                    <a:pt x="326213" y="567004"/>
                  </a:lnTo>
                  <a:lnTo>
                    <a:pt x="326213" y="581479"/>
                  </a:lnTo>
                  <a:lnTo>
                    <a:pt x="331650" y="581479"/>
                  </a:lnTo>
                  <a:lnTo>
                    <a:pt x="331650" y="590388"/>
                  </a:lnTo>
                  <a:lnTo>
                    <a:pt x="337087" y="590388"/>
                  </a:lnTo>
                  <a:lnTo>
                    <a:pt x="337087" y="599302"/>
                  </a:lnTo>
                  <a:lnTo>
                    <a:pt x="342524" y="599302"/>
                  </a:lnTo>
                  <a:lnTo>
                    <a:pt x="342524" y="607101"/>
                  </a:lnTo>
                  <a:lnTo>
                    <a:pt x="347961" y="607101"/>
                  </a:lnTo>
                  <a:lnTo>
                    <a:pt x="347961" y="620485"/>
                  </a:lnTo>
                  <a:lnTo>
                    <a:pt x="353398" y="620485"/>
                  </a:lnTo>
                  <a:lnTo>
                    <a:pt x="353398" y="642790"/>
                  </a:lnTo>
                  <a:lnTo>
                    <a:pt x="358835" y="642790"/>
                  </a:lnTo>
                  <a:lnTo>
                    <a:pt x="358835" y="650599"/>
                  </a:lnTo>
                  <a:lnTo>
                    <a:pt x="364272" y="650599"/>
                  </a:lnTo>
                  <a:lnTo>
                    <a:pt x="364272" y="663989"/>
                  </a:lnTo>
                  <a:lnTo>
                    <a:pt x="369709" y="663989"/>
                  </a:lnTo>
                  <a:lnTo>
                    <a:pt x="369709" y="670687"/>
                  </a:lnTo>
                  <a:lnTo>
                    <a:pt x="375145" y="670687"/>
                  </a:lnTo>
                  <a:lnTo>
                    <a:pt x="375145" y="681861"/>
                  </a:lnTo>
                  <a:lnTo>
                    <a:pt x="380582" y="681861"/>
                  </a:lnTo>
                  <a:lnTo>
                    <a:pt x="380582" y="689685"/>
                  </a:lnTo>
                  <a:lnTo>
                    <a:pt x="386019" y="689685"/>
                  </a:lnTo>
                  <a:lnTo>
                    <a:pt x="386019" y="698633"/>
                  </a:lnTo>
                  <a:lnTo>
                    <a:pt x="391456" y="698633"/>
                  </a:lnTo>
                  <a:lnTo>
                    <a:pt x="391456" y="703107"/>
                  </a:lnTo>
                  <a:lnTo>
                    <a:pt x="396893" y="703107"/>
                  </a:lnTo>
                  <a:lnTo>
                    <a:pt x="396893" y="710937"/>
                  </a:lnTo>
                  <a:lnTo>
                    <a:pt x="402330" y="710937"/>
                  </a:lnTo>
                  <a:lnTo>
                    <a:pt x="402330" y="722128"/>
                  </a:lnTo>
                  <a:lnTo>
                    <a:pt x="407767" y="722128"/>
                  </a:lnTo>
                  <a:lnTo>
                    <a:pt x="407767" y="728844"/>
                  </a:lnTo>
                  <a:lnTo>
                    <a:pt x="413204" y="728844"/>
                  </a:lnTo>
                  <a:lnTo>
                    <a:pt x="413204" y="740040"/>
                  </a:lnTo>
                  <a:lnTo>
                    <a:pt x="418641" y="740040"/>
                  </a:lnTo>
                  <a:lnTo>
                    <a:pt x="418641" y="750119"/>
                  </a:lnTo>
                  <a:lnTo>
                    <a:pt x="424077" y="750119"/>
                  </a:lnTo>
                  <a:lnTo>
                    <a:pt x="424077" y="757960"/>
                  </a:lnTo>
                  <a:lnTo>
                    <a:pt x="429514" y="757960"/>
                  </a:lnTo>
                  <a:lnTo>
                    <a:pt x="429514" y="765801"/>
                  </a:lnTo>
                  <a:lnTo>
                    <a:pt x="434951" y="765801"/>
                  </a:lnTo>
                  <a:lnTo>
                    <a:pt x="434951" y="773644"/>
                  </a:lnTo>
                  <a:lnTo>
                    <a:pt x="440388" y="773644"/>
                  </a:lnTo>
                  <a:lnTo>
                    <a:pt x="440388" y="780368"/>
                  </a:lnTo>
                  <a:lnTo>
                    <a:pt x="445825" y="780368"/>
                  </a:lnTo>
                  <a:lnTo>
                    <a:pt x="445825" y="787093"/>
                  </a:lnTo>
                  <a:lnTo>
                    <a:pt x="451262" y="787093"/>
                  </a:lnTo>
                  <a:lnTo>
                    <a:pt x="451262" y="794940"/>
                  </a:lnTo>
                  <a:lnTo>
                    <a:pt x="456699" y="794940"/>
                  </a:lnTo>
                  <a:lnTo>
                    <a:pt x="456699" y="808402"/>
                  </a:lnTo>
                  <a:lnTo>
                    <a:pt x="462136" y="808402"/>
                  </a:lnTo>
                  <a:lnTo>
                    <a:pt x="462136" y="817381"/>
                  </a:lnTo>
                  <a:lnTo>
                    <a:pt x="467573" y="817381"/>
                  </a:lnTo>
                  <a:lnTo>
                    <a:pt x="467573" y="824118"/>
                  </a:lnTo>
                  <a:lnTo>
                    <a:pt x="473010" y="824118"/>
                  </a:lnTo>
                  <a:lnTo>
                    <a:pt x="473010" y="829733"/>
                  </a:lnTo>
                  <a:lnTo>
                    <a:pt x="478446" y="829733"/>
                  </a:lnTo>
                  <a:lnTo>
                    <a:pt x="478446" y="834225"/>
                  </a:lnTo>
                  <a:lnTo>
                    <a:pt x="483883" y="834225"/>
                  </a:lnTo>
                  <a:lnTo>
                    <a:pt x="483883" y="836471"/>
                  </a:lnTo>
                  <a:lnTo>
                    <a:pt x="489320" y="836471"/>
                  </a:lnTo>
                  <a:lnTo>
                    <a:pt x="489320" y="843211"/>
                  </a:lnTo>
                  <a:lnTo>
                    <a:pt x="494757" y="843211"/>
                  </a:lnTo>
                  <a:lnTo>
                    <a:pt x="494757" y="854446"/>
                  </a:lnTo>
                  <a:lnTo>
                    <a:pt x="500194" y="854446"/>
                  </a:lnTo>
                  <a:lnTo>
                    <a:pt x="500194" y="860067"/>
                  </a:lnTo>
                  <a:lnTo>
                    <a:pt x="505631" y="860067"/>
                  </a:lnTo>
                  <a:lnTo>
                    <a:pt x="505631" y="878052"/>
                  </a:lnTo>
                  <a:lnTo>
                    <a:pt x="511068" y="878052"/>
                  </a:lnTo>
                  <a:lnTo>
                    <a:pt x="511068" y="888171"/>
                  </a:lnTo>
                  <a:lnTo>
                    <a:pt x="516505" y="888171"/>
                  </a:lnTo>
                  <a:lnTo>
                    <a:pt x="516505" y="903917"/>
                  </a:lnTo>
                  <a:lnTo>
                    <a:pt x="521942" y="903917"/>
                  </a:lnTo>
                  <a:lnTo>
                    <a:pt x="521942" y="912914"/>
                  </a:lnTo>
                  <a:lnTo>
                    <a:pt x="527379" y="912914"/>
                  </a:lnTo>
                  <a:lnTo>
                    <a:pt x="527379" y="918539"/>
                  </a:lnTo>
                  <a:lnTo>
                    <a:pt x="532815" y="918539"/>
                  </a:lnTo>
                  <a:lnTo>
                    <a:pt x="532815" y="926415"/>
                  </a:lnTo>
                  <a:lnTo>
                    <a:pt x="538252" y="926415"/>
                  </a:lnTo>
                  <a:lnTo>
                    <a:pt x="538252" y="928667"/>
                  </a:lnTo>
                  <a:lnTo>
                    <a:pt x="543689" y="928667"/>
                  </a:lnTo>
                  <a:lnTo>
                    <a:pt x="543689" y="934299"/>
                  </a:lnTo>
                  <a:lnTo>
                    <a:pt x="549126" y="934299"/>
                  </a:lnTo>
                  <a:lnTo>
                    <a:pt x="549126" y="942184"/>
                  </a:lnTo>
                  <a:lnTo>
                    <a:pt x="554563" y="942184"/>
                  </a:lnTo>
                  <a:lnTo>
                    <a:pt x="554563" y="952324"/>
                  </a:lnTo>
                  <a:lnTo>
                    <a:pt x="560000" y="952324"/>
                  </a:lnTo>
                  <a:lnTo>
                    <a:pt x="560000" y="962467"/>
                  </a:lnTo>
                  <a:lnTo>
                    <a:pt x="565437" y="962467"/>
                  </a:lnTo>
                  <a:lnTo>
                    <a:pt x="565437" y="965849"/>
                  </a:lnTo>
                  <a:lnTo>
                    <a:pt x="570874" y="965849"/>
                  </a:lnTo>
                  <a:lnTo>
                    <a:pt x="570874" y="970359"/>
                  </a:lnTo>
                  <a:lnTo>
                    <a:pt x="576311" y="970359"/>
                  </a:lnTo>
                  <a:lnTo>
                    <a:pt x="576311" y="980513"/>
                  </a:lnTo>
                  <a:lnTo>
                    <a:pt x="581747" y="980513"/>
                  </a:lnTo>
                  <a:lnTo>
                    <a:pt x="581747" y="986155"/>
                  </a:lnTo>
                  <a:lnTo>
                    <a:pt x="587184" y="986155"/>
                  </a:lnTo>
                  <a:lnTo>
                    <a:pt x="587184" y="992926"/>
                  </a:lnTo>
                  <a:lnTo>
                    <a:pt x="592621" y="992926"/>
                  </a:lnTo>
                  <a:lnTo>
                    <a:pt x="592621" y="1001958"/>
                  </a:lnTo>
                  <a:lnTo>
                    <a:pt x="598058" y="1001958"/>
                  </a:lnTo>
                  <a:lnTo>
                    <a:pt x="598058" y="1009861"/>
                  </a:lnTo>
                  <a:lnTo>
                    <a:pt x="603495" y="1009861"/>
                  </a:lnTo>
                  <a:lnTo>
                    <a:pt x="603495" y="1015508"/>
                  </a:lnTo>
                  <a:lnTo>
                    <a:pt x="608932" y="1015508"/>
                  </a:lnTo>
                  <a:lnTo>
                    <a:pt x="608932" y="1020027"/>
                  </a:lnTo>
                  <a:lnTo>
                    <a:pt x="614369" y="1020027"/>
                  </a:lnTo>
                  <a:lnTo>
                    <a:pt x="614369" y="1024546"/>
                  </a:lnTo>
                  <a:lnTo>
                    <a:pt x="619806" y="1024546"/>
                  </a:lnTo>
                  <a:lnTo>
                    <a:pt x="619806" y="1031326"/>
                  </a:lnTo>
                  <a:lnTo>
                    <a:pt x="625243" y="1031326"/>
                  </a:lnTo>
                  <a:lnTo>
                    <a:pt x="625243" y="1036979"/>
                  </a:lnTo>
                  <a:lnTo>
                    <a:pt x="630680" y="1036979"/>
                  </a:lnTo>
                  <a:lnTo>
                    <a:pt x="630680" y="1040373"/>
                  </a:lnTo>
                  <a:lnTo>
                    <a:pt x="636116" y="1040373"/>
                  </a:lnTo>
                  <a:lnTo>
                    <a:pt x="636116" y="1051690"/>
                  </a:lnTo>
                  <a:lnTo>
                    <a:pt x="641553" y="1051690"/>
                  </a:lnTo>
                  <a:lnTo>
                    <a:pt x="641553" y="1058481"/>
                  </a:lnTo>
                  <a:lnTo>
                    <a:pt x="646990" y="1058481"/>
                  </a:lnTo>
                  <a:lnTo>
                    <a:pt x="646990" y="1069798"/>
                  </a:lnTo>
                  <a:lnTo>
                    <a:pt x="652427" y="1069798"/>
                  </a:lnTo>
                  <a:lnTo>
                    <a:pt x="652427" y="1075457"/>
                  </a:lnTo>
                  <a:lnTo>
                    <a:pt x="657864" y="1075457"/>
                  </a:lnTo>
                  <a:lnTo>
                    <a:pt x="657864" y="1081119"/>
                  </a:lnTo>
                  <a:lnTo>
                    <a:pt x="663301" y="1081119"/>
                  </a:lnTo>
                  <a:lnTo>
                    <a:pt x="663301" y="1087913"/>
                  </a:lnTo>
                  <a:lnTo>
                    <a:pt x="668738" y="1087913"/>
                  </a:lnTo>
                  <a:lnTo>
                    <a:pt x="668738" y="1094709"/>
                  </a:lnTo>
                  <a:lnTo>
                    <a:pt x="674175" y="1094709"/>
                  </a:lnTo>
                  <a:lnTo>
                    <a:pt x="674175" y="1099240"/>
                  </a:lnTo>
                  <a:lnTo>
                    <a:pt x="679612" y="1099240"/>
                  </a:lnTo>
                  <a:lnTo>
                    <a:pt x="679612" y="1103772"/>
                  </a:lnTo>
                  <a:lnTo>
                    <a:pt x="685049" y="1103772"/>
                  </a:lnTo>
                  <a:lnTo>
                    <a:pt x="685049" y="1111703"/>
                  </a:lnTo>
                  <a:lnTo>
                    <a:pt x="690485" y="1111703"/>
                  </a:lnTo>
                  <a:lnTo>
                    <a:pt x="690485" y="1120774"/>
                  </a:lnTo>
                  <a:lnTo>
                    <a:pt x="695922" y="1120774"/>
                  </a:lnTo>
                  <a:lnTo>
                    <a:pt x="695922" y="1127577"/>
                  </a:lnTo>
                  <a:lnTo>
                    <a:pt x="701359" y="1127577"/>
                  </a:lnTo>
                  <a:lnTo>
                    <a:pt x="701359" y="1134384"/>
                  </a:lnTo>
                  <a:lnTo>
                    <a:pt x="706796" y="1134384"/>
                  </a:lnTo>
                  <a:lnTo>
                    <a:pt x="706796" y="1138922"/>
                  </a:lnTo>
                  <a:lnTo>
                    <a:pt x="712233" y="1138922"/>
                  </a:lnTo>
                  <a:lnTo>
                    <a:pt x="712233" y="1144598"/>
                  </a:lnTo>
                  <a:lnTo>
                    <a:pt x="717670" y="1144598"/>
                  </a:lnTo>
                  <a:lnTo>
                    <a:pt x="717670" y="1151408"/>
                  </a:lnTo>
                  <a:lnTo>
                    <a:pt x="723107" y="1151408"/>
                  </a:lnTo>
                  <a:lnTo>
                    <a:pt x="723107" y="1152543"/>
                  </a:lnTo>
                  <a:lnTo>
                    <a:pt x="728544" y="1152543"/>
                  </a:lnTo>
                  <a:lnTo>
                    <a:pt x="728544" y="1161629"/>
                  </a:lnTo>
                  <a:lnTo>
                    <a:pt x="733981" y="1161629"/>
                  </a:lnTo>
                  <a:lnTo>
                    <a:pt x="733981" y="1169582"/>
                  </a:lnTo>
                  <a:lnTo>
                    <a:pt x="739418" y="1169582"/>
                  </a:lnTo>
                  <a:lnTo>
                    <a:pt x="739418" y="1174126"/>
                  </a:lnTo>
                  <a:lnTo>
                    <a:pt x="744854" y="1174126"/>
                  </a:lnTo>
                  <a:lnTo>
                    <a:pt x="744854" y="1178670"/>
                  </a:lnTo>
                  <a:lnTo>
                    <a:pt x="750291" y="1178670"/>
                  </a:lnTo>
                  <a:lnTo>
                    <a:pt x="750291" y="1188894"/>
                  </a:lnTo>
                  <a:lnTo>
                    <a:pt x="755728" y="1188894"/>
                  </a:lnTo>
                  <a:lnTo>
                    <a:pt x="755728" y="1193439"/>
                  </a:lnTo>
                  <a:lnTo>
                    <a:pt x="761165" y="1193439"/>
                  </a:lnTo>
                  <a:lnTo>
                    <a:pt x="761165" y="1205935"/>
                  </a:lnTo>
                  <a:lnTo>
                    <a:pt x="766602" y="1205935"/>
                  </a:lnTo>
                  <a:lnTo>
                    <a:pt x="766602" y="1217299"/>
                  </a:lnTo>
                  <a:lnTo>
                    <a:pt x="772039" y="1217299"/>
                  </a:lnTo>
                  <a:lnTo>
                    <a:pt x="772039" y="1225255"/>
                  </a:lnTo>
                  <a:lnTo>
                    <a:pt x="777476" y="1225255"/>
                  </a:lnTo>
                  <a:lnTo>
                    <a:pt x="777476" y="1234351"/>
                  </a:lnTo>
                  <a:lnTo>
                    <a:pt x="782913" y="1234351"/>
                  </a:lnTo>
                  <a:lnTo>
                    <a:pt x="782913" y="1238899"/>
                  </a:lnTo>
                  <a:lnTo>
                    <a:pt x="788350" y="1238899"/>
                  </a:lnTo>
                  <a:lnTo>
                    <a:pt x="788350" y="1244584"/>
                  </a:lnTo>
                  <a:lnTo>
                    <a:pt x="793786" y="1244584"/>
                  </a:lnTo>
                  <a:lnTo>
                    <a:pt x="793786" y="1247995"/>
                  </a:lnTo>
                  <a:lnTo>
                    <a:pt x="799223" y="1247995"/>
                  </a:lnTo>
                  <a:lnTo>
                    <a:pt x="799223" y="1259372"/>
                  </a:lnTo>
                  <a:lnTo>
                    <a:pt x="804660" y="1259372"/>
                  </a:lnTo>
                  <a:lnTo>
                    <a:pt x="804660" y="1265061"/>
                  </a:lnTo>
                  <a:lnTo>
                    <a:pt x="810097" y="1265061"/>
                  </a:lnTo>
                  <a:lnTo>
                    <a:pt x="810097" y="1267338"/>
                  </a:lnTo>
                  <a:lnTo>
                    <a:pt x="815534" y="1267338"/>
                  </a:lnTo>
                  <a:lnTo>
                    <a:pt x="815534" y="1275306"/>
                  </a:lnTo>
                  <a:lnTo>
                    <a:pt x="820971" y="1275306"/>
                  </a:lnTo>
                  <a:lnTo>
                    <a:pt x="820971" y="1285550"/>
                  </a:lnTo>
                  <a:lnTo>
                    <a:pt x="826408" y="1285550"/>
                  </a:lnTo>
                  <a:lnTo>
                    <a:pt x="826408" y="1293518"/>
                  </a:lnTo>
                  <a:lnTo>
                    <a:pt x="831845" y="1293518"/>
                  </a:lnTo>
                  <a:lnTo>
                    <a:pt x="831845" y="1298071"/>
                  </a:lnTo>
                  <a:lnTo>
                    <a:pt x="837282" y="1298071"/>
                  </a:lnTo>
                  <a:lnTo>
                    <a:pt x="837282" y="1302624"/>
                  </a:lnTo>
                  <a:lnTo>
                    <a:pt x="842719" y="1302624"/>
                  </a:lnTo>
                  <a:lnTo>
                    <a:pt x="842719" y="1307180"/>
                  </a:lnTo>
                  <a:lnTo>
                    <a:pt x="848155" y="1307180"/>
                  </a:lnTo>
                  <a:lnTo>
                    <a:pt x="848155" y="1312878"/>
                  </a:lnTo>
                  <a:lnTo>
                    <a:pt x="853592" y="1312878"/>
                  </a:lnTo>
                  <a:lnTo>
                    <a:pt x="853592" y="1323134"/>
                  </a:lnTo>
                  <a:lnTo>
                    <a:pt x="859029" y="1323134"/>
                  </a:lnTo>
                  <a:lnTo>
                    <a:pt x="859029" y="1331111"/>
                  </a:lnTo>
                  <a:lnTo>
                    <a:pt x="864466" y="1331111"/>
                  </a:lnTo>
                  <a:lnTo>
                    <a:pt x="864466" y="1336811"/>
                  </a:lnTo>
                  <a:lnTo>
                    <a:pt x="869903" y="1336811"/>
                  </a:lnTo>
                  <a:lnTo>
                    <a:pt x="869903" y="1345930"/>
                  </a:lnTo>
                  <a:lnTo>
                    <a:pt x="875340" y="1345930"/>
                  </a:lnTo>
                  <a:lnTo>
                    <a:pt x="875340" y="1356189"/>
                  </a:lnTo>
                  <a:lnTo>
                    <a:pt x="880777" y="1356189"/>
                  </a:lnTo>
                  <a:lnTo>
                    <a:pt x="880777" y="1363028"/>
                  </a:lnTo>
                  <a:lnTo>
                    <a:pt x="886214" y="1363028"/>
                  </a:lnTo>
                  <a:lnTo>
                    <a:pt x="886214" y="1377856"/>
                  </a:lnTo>
                  <a:lnTo>
                    <a:pt x="891651" y="1377856"/>
                  </a:lnTo>
                  <a:lnTo>
                    <a:pt x="891651" y="1385842"/>
                  </a:lnTo>
                  <a:lnTo>
                    <a:pt x="897088" y="1385842"/>
                  </a:lnTo>
                  <a:lnTo>
                    <a:pt x="897088" y="1390406"/>
                  </a:lnTo>
                  <a:lnTo>
                    <a:pt x="902524" y="1390406"/>
                  </a:lnTo>
                  <a:lnTo>
                    <a:pt x="902524" y="1397253"/>
                  </a:lnTo>
                  <a:lnTo>
                    <a:pt x="907961" y="1397253"/>
                  </a:lnTo>
                  <a:lnTo>
                    <a:pt x="907961" y="1401818"/>
                  </a:lnTo>
                  <a:lnTo>
                    <a:pt x="913398" y="1401818"/>
                  </a:lnTo>
                  <a:lnTo>
                    <a:pt x="913398" y="1409806"/>
                  </a:lnTo>
                  <a:lnTo>
                    <a:pt x="918835" y="1409806"/>
                  </a:lnTo>
                  <a:lnTo>
                    <a:pt x="918835" y="1414374"/>
                  </a:lnTo>
                  <a:lnTo>
                    <a:pt x="924272" y="1414374"/>
                  </a:lnTo>
                  <a:lnTo>
                    <a:pt x="924272" y="1418944"/>
                  </a:lnTo>
                  <a:lnTo>
                    <a:pt x="929709" y="1418944"/>
                  </a:lnTo>
                  <a:lnTo>
                    <a:pt x="929709" y="1425800"/>
                  </a:lnTo>
                  <a:lnTo>
                    <a:pt x="935146" y="1425800"/>
                  </a:lnTo>
                  <a:lnTo>
                    <a:pt x="935146" y="1432655"/>
                  </a:lnTo>
                  <a:lnTo>
                    <a:pt x="940583" y="1432655"/>
                  </a:lnTo>
                  <a:lnTo>
                    <a:pt x="940583" y="1438370"/>
                  </a:lnTo>
                  <a:lnTo>
                    <a:pt x="946020" y="1438370"/>
                  </a:lnTo>
                  <a:lnTo>
                    <a:pt x="946020" y="1447518"/>
                  </a:lnTo>
                  <a:lnTo>
                    <a:pt x="951457" y="1447518"/>
                  </a:lnTo>
                  <a:lnTo>
                    <a:pt x="951457" y="1449806"/>
                  </a:lnTo>
                  <a:lnTo>
                    <a:pt x="956893" y="1449806"/>
                  </a:lnTo>
                  <a:lnTo>
                    <a:pt x="956893" y="1454383"/>
                  </a:lnTo>
                  <a:lnTo>
                    <a:pt x="962330" y="1454383"/>
                  </a:lnTo>
                  <a:lnTo>
                    <a:pt x="962330" y="1460108"/>
                  </a:lnTo>
                  <a:lnTo>
                    <a:pt x="967767" y="1460108"/>
                  </a:lnTo>
                  <a:lnTo>
                    <a:pt x="967767" y="1469268"/>
                  </a:lnTo>
                  <a:lnTo>
                    <a:pt x="973204" y="1469268"/>
                  </a:lnTo>
                  <a:lnTo>
                    <a:pt x="973204" y="1473849"/>
                  </a:lnTo>
                  <a:lnTo>
                    <a:pt x="978641" y="1473849"/>
                  </a:lnTo>
                  <a:lnTo>
                    <a:pt x="978641" y="1476139"/>
                  </a:lnTo>
                  <a:lnTo>
                    <a:pt x="984078" y="1476139"/>
                  </a:lnTo>
                  <a:lnTo>
                    <a:pt x="984078" y="1480722"/>
                  </a:lnTo>
                  <a:lnTo>
                    <a:pt x="989515" y="1480722"/>
                  </a:lnTo>
                  <a:lnTo>
                    <a:pt x="989515" y="1483013"/>
                  </a:lnTo>
                  <a:lnTo>
                    <a:pt x="994952" y="1483013"/>
                  </a:lnTo>
                  <a:lnTo>
                    <a:pt x="994952" y="1486451"/>
                  </a:lnTo>
                  <a:lnTo>
                    <a:pt x="1000389" y="1486451"/>
                  </a:lnTo>
                  <a:lnTo>
                    <a:pt x="1000389" y="1494473"/>
                  </a:lnTo>
                  <a:lnTo>
                    <a:pt x="1005825" y="1494473"/>
                  </a:lnTo>
                  <a:lnTo>
                    <a:pt x="1005825" y="1503643"/>
                  </a:lnTo>
                  <a:lnTo>
                    <a:pt x="1011262" y="1503643"/>
                  </a:lnTo>
                  <a:lnTo>
                    <a:pt x="1011262" y="1507082"/>
                  </a:lnTo>
                  <a:lnTo>
                    <a:pt x="1016699" y="1507082"/>
                  </a:lnTo>
                  <a:lnTo>
                    <a:pt x="1016699" y="1513960"/>
                  </a:lnTo>
                  <a:lnTo>
                    <a:pt x="1022136" y="1513960"/>
                  </a:lnTo>
                  <a:lnTo>
                    <a:pt x="1022136" y="1518546"/>
                  </a:lnTo>
                  <a:lnTo>
                    <a:pt x="1027573" y="1518546"/>
                  </a:lnTo>
                  <a:lnTo>
                    <a:pt x="1027573" y="1525428"/>
                  </a:lnTo>
                  <a:lnTo>
                    <a:pt x="1033010" y="1525428"/>
                  </a:lnTo>
                  <a:lnTo>
                    <a:pt x="1033010" y="1533457"/>
                  </a:lnTo>
                  <a:lnTo>
                    <a:pt x="1038447" y="1533457"/>
                  </a:lnTo>
                  <a:lnTo>
                    <a:pt x="1038447" y="1540339"/>
                  </a:lnTo>
                  <a:lnTo>
                    <a:pt x="1043884" y="1540339"/>
                  </a:lnTo>
                  <a:lnTo>
                    <a:pt x="1043884" y="1551809"/>
                  </a:lnTo>
                  <a:lnTo>
                    <a:pt x="1049321" y="1551809"/>
                  </a:lnTo>
                  <a:lnTo>
                    <a:pt x="1049321" y="1563283"/>
                  </a:lnTo>
                  <a:lnTo>
                    <a:pt x="1054758" y="1563283"/>
                  </a:lnTo>
                  <a:lnTo>
                    <a:pt x="1054758" y="1569020"/>
                  </a:lnTo>
                  <a:lnTo>
                    <a:pt x="1060194" y="1569020"/>
                  </a:lnTo>
                  <a:lnTo>
                    <a:pt x="1060194" y="1575906"/>
                  </a:lnTo>
                  <a:lnTo>
                    <a:pt x="1065631" y="1575906"/>
                  </a:lnTo>
                  <a:lnTo>
                    <a:pt x="1065631" y="1581645"/>
                  </a:lnTo>
                  <a:lnTo>
                    <a:pt x="1071068" y="1581645"/>
                  </a:lnTo>
                  <a:lnTo>
                    <a:pt x="1071068" y="1586238"/>
                  </a:lnTo>
                  <a:lnTo>
                    <a:pt x="1076505" y="1586238"/>
                  </a:lnTo>
                  <a:lnTo>
                    <a:pt x="1076505" y="1593131"/>
                  </a:lnTo>
                  <a:lnTo>
                    <a:pt x="1081942" y="1593131"/>
                  </a:lnTo>
                  <a:lnTo>
                    <a:pt x="1081942" y="1596577"/>
                  </a:lnTo>
                  <a:lnTo>
                    <a:pt x="1087379" y="1596577"/>
                  </a:lnTo>
                  <a:lnTo>
                    <a:pt x="1087379" y="1605768"/>
                  </a:lnTo>
                  <a:lnTo>
                    <a:pt x="1092816" y="1605768"/>
                  </a:lnTo>
                  <a:lnTo>
                    <a:pt x="1092816" y="1613809"/>
                  </a:lnTo>
                  <a:lnTo>
                    <a:pt x="1098253" y="1613809"/>
                  </a:lnTo>
                  <a:lnTo>
                    <a:pt x="1098253" y="1627595"/>
                  </a:lnTo>
                  <a:lnTo>
                    <a:pt x="1103690" y="1627595"/>
                  </a:lnTo>
                  <a:lnTo>
                    <a:pt x="1103690" y="1633340"/>
                  </a:lnTo>
                  <a:lnTo>
                    <a:pt x="1109127" y="1633340"/>
                  </a:lnTo>
                  <a:lnTo>
                    <a:pt x="1109127" y="1637937"/>
                  </a:lnTo>
                  <a:lnTo>
                    <a:pt x="1114563" y="1637937"/>
                  </a:lnTo>
                  <a:lnTo>
                    <a:pt x="1114563" y="1647133"/>
                  </a:lnTo>
                  <a:lnTo>
                    <a:pt x="1120000" y="1647133"/>
                  </a:lnTo>
                  <a:lnTo>
                    <a:pt x="1120000" y="1650583"/>
                  </a:lnTo>
                  <a:lnTo>
                    <a:pt x="1125437" y="1650583"/>
                  </a:lnTo>
                  <a:lnTo>
                    <a:pt x="1125437" y="1656332"/>
                  </a:lnTo>
                  <a:lnTo>
                    <a:pt x="1130874" y="1656332"/>
                  </a:lnTo>
                  <a:lnTo>
                    <a:pt x="1130874" y="1662081"/>
                  </a:lnTo>
                  <a:lnTo>
                    <a:pt x="1136311" y="1662081"/>
                  </a:lnTo>
                  <a:lnTo>
                    <a:pt x="1136311" y="1670133"/>
                  </a:lnTo>
                  <a:lnTo>
                    <a:pt x="1141748" y="1670133"/>
                  </a:lnTo>
                  <a:lnTo>
                    <a:pt x="1141748" y="1674734"/>
                  </a:lnTo>
                  <a:lnTo>
                    <a:pt x="1147185" y="1674734"/>
                  </a:lnTo>
                  <a:lnTo>
                    <a:pt x="1147185" y="1681640"/>
                  </a:lnTo>
                  <a:lnTo>
                    <a:pt x="1152622" y="1681640"/>
                  </a:lnTo>
                  <a:lnTo>
                    <a:pt x="1152622" y="1687396"/>
                  </a:lnTo>
                  <a:lnTo>
                    <a:pt x="1158059" y="1687396"/>
                  </a:lnTo>
                  <a:lnTo>
                    <a:pt x="1158059" y="1697758"/>
                  </a:lnTo>
                  <a:lnTo>
                    <a:pt x="1163495" y="1697758"/>
                  </a:lnTo>
                  <a:lnTo>
                    <a:pt x="1163495" y="1706969"/>
                  </a:lnTo>
                  <a:lnTo>
                    <a:pt x="1168932" y="1706969"/>
                  </a:lnTo>
                  <a:lnTo>
                    <a:pt x="1168932" y="1713877"/>
                  </a:lnTo>
                  <a:lnTo>
                    <a:pt x="1174369" y="1713877"/>
                  </a:lnTo>
                  <a:lnTo>
                    <a:pt x="1174369" y="1716180"/>
                  </a:lnTo>
                  <a:lnTo>
                    <a:pt x="1179806" y="1716180"/>
                  </a:lnTo>
                  <a:lnTo>
                    <a:pt x="1179806" y="1720785"/>
                  </a:lnTo>
                  <a:lnTo>
                    <a:pt x="1185243" y="1720785"/>
                  </a:lnTo>
                  <a:lnTo>
                    <a:pt x="1185243" y="1728844"/>
                  </a:lnTo>
                  <a:lnTo>
                    <a:pt x="1190680" y="1728844"/>
                  </a:lnTo>
                  <a:lnTo>
                    <a:pt x="1190680" y="1731148"/>
                  </a:lnTo>
                  <a:lnTo>
                    <a:pt x="1196117" y="1731148"/>
                  </a:lnTo>
                  <a:lnTo>
                    <a:pt x="1196117" y="1740361"/>
                  </a:lnTo>
                  <a:lnTo>
                    <a:pt x="1201554" y="1740361"/>
                  </a:lnTo>
                  <a:lnTo>
                    <a:pt x="1201554" y="1743816"/>
                  </a:lnTo>
                  <a:lnTo>
                    <a:pt x="1206991" y="1743816"/>
                  </a:lnTo>
                  <a:lnTo>
                    <a:pt x="1206991" y="1750726"/>
                  </a:lnTo>
                  <a:lnTo>
                    <a:pt x="1212428" y="1750726"/>
                  </a:lnTo>
                  <a:lnTo>
                    <a:pt x="1212428" y="1753031"/>
                  </a:lnTo>
                  <a:lnTo>
                    <a:pt x="1217864" y="1753031"/>
                  </a:lnTo>
                  <a:lnTo>
                    <a:pt x="1217864" y="1758793"/>
                  </a:lnTo>
                  <a:lnTo>
                    <a:pt x="1223301" y="1758793"/>
                  </a:lnTo>
                  <a:lnTo>
                    <a:pt x="1223301" y="1761099"/>
                  </a:lnTo>
                  <a:lnTo>
                    <a:pt x="1228738" y="1761099"/>
                  </a:lnTo>
                  <a:lnTo>
                    <a:pt x="1228738" y="1768018"/>
                  </a:lnTo>
                  <a:lnTo>
                    <a:pt x="1234175" y="1768018"/>
                  </a:lnTo>
                  <a:lnTo>
                    <a:pt x="1234175" y="1774939"/>
                  </a:lnTo>
                  <a:lnTo>
                    <a:pt x="1239612" y="1774939"/>
                  </a:lnTo>
                  <a:lnTo>
                    <a:pt x="1239612" y="1778400"/>
                  </a:lnTo>
                  <a:lnTo>
                    <a:pt x="1245049" y="1778400"/>
                  </a:lnTo>
                  <a:lnTo>
                    <a:pt x="1245049" y="1780707"/>
                  </a:lnTo>
                  <a:lnTo>
                    <a:pt x="1250486" y="1780707"/>
                  </a:lnTo>
                  <a:lnTo>
                    <a:pt x="1250486" y="1784169"/>
                  </a:lnTo>
                  <a:lnTo>
                    <a:pt x="1255923" y="1784169"/>
                  </a:lnTo>
                  <a:lnTo>
                    <a:pt x="1255923" y="1789941"/>
                  </a:lnTo>
                  <a:lnTo>
                    <a:pt x="1261360" y="1789941"/>
                  </a:lnTo>
                  <a:lnTo>
                    <a:pt x="1261360" y="1799181"/>
                  </a:lnTo>
                  <a:lnTo>
                    <a:pt x="1266797" y="1799181"/>
                  </a:lnTo>
                  <a:lnTo>
                    <a:pt x="1266797" y="1800337"/>
                  </a:lnTo>
                  <a:lnTo>
                    <a:pt x="1272233" y="1800337"/>
                  </a:lnTo>
                  <a:lnTo>
                    <a:pt x="1272233" y="1806114"/>
                  </a:lnTo>
                  <a:lnTo>
                    <a:pt x="1277670" y="1806114"/>
                  </a:lnTo>
                  <a:lnTo>
                    <a:pt x="1277670" y="1809582"/>
                  </a:lnTo>
                  <a:lnTo>
                    <a:pt x="1283107" y="1809582"/>
                  </a:lnTo>
                  <a:lnTo>
                    <a:pt x="1283107" y="1813051"/>
                  </a:lnTo>
                  <a:lnTo>
                    <a:pt x="1288544" y="1813051"/>
                  </a:lnTo>
                  <a:lnTo>
                    <a:pt x="1288544" y="1818836"/>
                  </a:lnTo>
                  <a:lnTo>
                    <a:pt x="1293981" y="1818836"/>
                  </a:lnTo>
                  <a:lnTo>
                    <a:pt x="1293981" y="1826937"/>
                  </a:lnTo>
                  <a:lnTo>
                    <a:pt x="1299418" y="1826937"/>
                  </a:lnTo>
                  <a:lnTo>
                    <a:pt x="1299418" y="1832730"/>
                  </a:lnTo>
                  <a:lnTo>
                    <a:pt x="1304855" y="1832730"/>
                  </a:lnTo>
                  <a:lnTo>
                    <a:pt x="1304855" y="1833890"/>
                  </a:lnTo>
                  <a:lnTo>
                    <a:pt x="1310292" y="1833890"/>
                  </a:lnTo>
                  <a:lnTo>
                    <a:pt x="1310292" y="1839686"/>
                  </a:lnTo>
                  <a:lnTo>
                    <a:pt x="1315729" y="1839686"/>
                  </a:lnTo>
                  <a:lnTo>
                    <a:pt x="1315729" y="1842006"/>
                  </a:lnTo>
                  <a:lnTo>
                    <a:pt x="1321166" y="1842006"/>
                  </a:lnTo>
                  <a:lnTo>
                    <a:pt x="1321166" y="1846645"/>
                  </a:lnTo>
                  <a:lnTo>
                    <a:pt x="1326602" y="1846645"/>
                  </a:lnTo>
                  <a:lnTo>
                    <a:pt x="1326602" y="1850125"/>
                  </a:lnTo>
                  <a:lnTo>
                    <a:pt x="1332039" y="1850125"/>
                  </a:lnTo>
                  <a:lnTo>
                    <a:pt x="1332039" y="1853605"/>
                  </a:lnTo>
                  <a:lnTo>
                    <a:pt x="1337476" y="1853605"/>
                  </a:lnTo>
                  <a:lnTo>
                    <a:pt x="1337476" y="1859408"/>
                  </a:lnTo>
                  <a:lnTo>
                    <a:pt x="1342913" y="1859408"/>
                  </a:lnTo>
                  <a:lnTo>
                    <a:pt x="1342913" y="1862890"/>
                  </a:lnTo>
                  <a:lnTo>
                    <a:pt x="1348350" y="1862890"/>
                  </a:lnTo>
                  <a:lnTo>
                    <a:pt x="1348350" y="1868695"/>
                  </a:lnTo>
                  <a:lnTo>
                    <a:pt x="1353787" y="1868695"/>
                  </a:lnTo>
                  <a:lnTo>
                    <a:pt x="1353787" y="1871017"/>
                  </a:lnTo>
                  <a:lnTo>
                    <a:pt x="1359224" y="1871017"/>
                  </a:lnTo>
                  <a:lnTo>
                    <a:pt x="1359224" y="1880304"/>
                  </a:lnTo>
                  <a:lnTo>
                    <a:pt x="1364661" y="1880304"/>
                  </a:lnTo>
                  <a:lnTo>
                    <a:pt x="1364661" y="1884947"/>
                  </a:lnTo>
                  <a:lnTo>
                    <a:pt x="1370098" y="1884947"/>
                  </a:lnTo>
                  <a:lnTo>
                    <a:pt x="1370098" y="1888431"/>
                  </a:lnTo>
                  <a:lnTo>
                    <a:pt x="1375534" y="1888431"/>
                  </a:lnTo>
                  <a:lnTo>
                    <a:pt x="1375534" y="1893078"/>
                  </a:lnTo>
                  <a:lnTo>
                    <a:pt x="1380971" y="1893078"/>
                  </a:lnTo>
                  <a:lnTo>
                    <a:pt x="1380971" y="1900048"/>
                  </a:lnTo>
                  <a:lnTo>
                    <a:pt x="1386408" y="1900048"/>
                  </a:lnTo>
                  <a:lnTo>
                    <a:pt x="1386408" y="1902371"/>
                  </a:lnTo>
                  <a:lnTo>
                    <a:pt x="1391845" y="1902371"/>
                  </a:lnTo>
                  <a:lnTo>
                    <a:pt x="1391845" y="1910503"/>
                  </a:lnTo>
                  <a:lnTo>
                    <a:pt x="1397282" y="1910503"/>
                  </a:lnTo>
                  <a:lnTo>
                    <a:pt x="1397282" y="1916312"/>
                  </a:lnTo>
                  <a:lnTo>
                    <a:pt x="1402719" y="1916312"/>
                  </a:lnTo>
                  <a:lnTo>
                    <a:pt x="1402719" y="1918635"/>
                  </a:lnTo>
                  <a:lnTo>
                    <a:pt x="1408156" y="1918635"/>
                  </a:lnTo>
                  <a:lnTo>
                    <a:pt x="1408156" y="1922125"/>
                  </a:lnTo>
                  <a:lnTo>
                    <a:pt x="1413593" y="1922125"/>
                  </a:lnTo>
                  <a:lnTo>
                    <a:pt x="1413593" y="1923288"/>
                  </a:lnTo>
                  <a:lnTo>
                    <a:pt x="1419030" y="1923288"/>
                  </a:lnTo>
                  <a:lnTo>
                    <a:pt x="1419030" y="1927945"/>
                  </a:lnTo>
                  <a:lnTo>
                    <a:pt x="1424467" y="1927945"/>
                  </a:lnTo>
                  <a:lnTo>
                    <a:pt x="1424467" y="1929109"/>
                  </a:lnTo>
                  <a:lnTo>
                    <a:pt x="1429903" y="1929109"/>
                  </a:lnTo>
                  <a:lnTo>
                    <a:pt x="1429903" y="1936093"/>
                  </a:lnTo>
                  <a:lnTo>
                    <a:pt x="1435340" y="1936093"/>
                  </a:lnTo>
                  <a:lnTo>
                    <a:pt x="1435340" y="1940750"/>
                  </a:lnTo>
                  <a:lnTo>
                    <a:pt x="1440777" y="1940750"/>
                  </a:lnTo>
                  <a:lnTo>
                    <a:pt x="1440777" y="1943078"/>
                  </a:lnTo>
                  <a:lnTo>
                    <a:pt x="1446214" y="1943078"/>
                  </a:lnTo>
                  <a:lnTo>
                    <a:pt x="1446214" y="1951226"/>
                  </a:lnTo>
                  <a:lnTo>
                    <a:pt x="1451651" y="1951226"/>
                  </a:lnTo>
                  <a:lnTo>
                    <a:pt x="1451651" y="1954719"/>
                  </a:lnTo>
                  <a:lnTo>
                    <a:pt x="1457088" y="1954719"/>
                  </a:lnTo>
                  <a:lnTo>
                    <a:pt x="1457088" y="1960541"/>
                  </a:lnTo>
                  <a:lnTo>
                    <a:pt x="1462525" y="1960541"/>
                  </a:lnTo>
                  <a:lnTo>
                    <a:pt x="1462525" y="1965201"/>
                  </a:lnTo>
                  <a:lnTo>
                    <a:pt x="1467962" y="1965201"/>
                  </a:lnTo>
                  <a:lnTo>
                    <a:pt x="1467962" y="1973355"/>
                  </a:lnTo>
                  <a:lnTo>
                    <a:pt x="1473399" y="1973355"/>
                  </a:lnTo>
                  <a:lnTo>
                    <a:pt x="1473399" y="1976850"/>
                  </a:lnTo>
                  <a:lnTo>
                    <a:pt x="1478836" y="1976850"/>
                  </a:lnTo>
                  <a:lnTo>
                    <a:pt x="1478836" y="1980347"/>
                  </a:lnTo>
                  <a:lnTo>
                    <a:pt x="1484272" y="1980347"/>
                  </a:lnTo>
                  <a:lnTo>
                    <a:pt x="1484272" y="1987344"/>
                  </a:lnTo>
                  <a:lnTo>
                    <a:pt x="1489709" y="1987344"/>
                  </a:lnTo>
                  <a:lnTo>
                    <a:pt x="1489709" y="1990843"/>
                  </a:lnTo>
                  <a:lnTo>
                    <a:pt x="1495146" y="1990843"/>
                  </a:lnTo>
                  <a:lnTo>
                    <a:pt x="1495146" y="1996678"/>
                  </a:lnTo>
                  <a:lnTo>
                    <a:pt x="1500583" y="1996678"/>
                  </a:lnTo>
                  <a:lnTo>
                    <a:pt x="1500583" y="1997845"/>
                  </a:lnTo>
                  <a:lnTo>
                    <a:pt x="1506020" y="1997845"/>
                  </a:lnTo>
                  <a:lnTo>
                    <a:pt x="1506020" y="2006013"/>
                  </a:lnTo>
                  <a:lnTo>
                    <a:pt x="1511457" y="2006013"/>
                  </a:lnTo>
                  <a:lnTo>
                    <a:pt x="1511457" y="2010681"/>
                  </a:lnTo>
                  <a:lnTo>
                    <a:pt x="1516894" y="2010681"/>
                  </a:lnTo>
                  <a:lnTo>
                    <a:pt x="1516894" y="2014183"/>
                  </a:lnTo>
                  <a:lnTo>
                    <a:pt x="1522331" y="2014183"/>
                  </a:lnTo>
                  <a:lnTo>
                    <a:pt x="1522331" y="2015351"/>
                  </a:lnTo>
                  <a:lnTo>
                    <a:pt x="1527768" y="2015351"/>
                  </a:lnTo>
                  <a:lnTo>
                    <a:pt x="1527768" y="2020020"/>
                  </a:lnTo>
                  <a:lnTo>
                    <a:pt x="1533205" y="2020020"/>
                  </a:lnTo>
                  <a:lnTo>
                    <a:pt x="1533205" y="2029359"/>
                  </a:lnTo>
                  <a:lnTo>
                    <a:pt x="1538641" y="2029359"/>
                  </a:lnTo>
                  <a:lnTo>
                    <a:pt x="1538641" y="2032862"/>
                  </a:lnTo>
                  <a:lnTo>
                    <a:pt x="1544078" y="2032862"/>
                  </a:lnTo>
                  <a:lnTo>
                    <a:pt x="1544078" y="2035198"/>
                  </a:lnTo>
                  <a:lnTo>
                    <a:pt x="1549515" y="2035198"/>
                  </a:lnTo>
                  <a:lnTo>
                    <a:pt x="1549515" y="2041037"/>
                  </a:lnTo>
                  <a:lnTo>
                    <a:pt x="1554952" y="2041037"/>
                  </a:lnTo>
                  <a:lnTo>
                    <a:pt x="1554952" y="2045708"/>
                  </a:lnTo>
                  <a:lnTo>
                    <a:pt x="1560389" y="2045708"/>
                  </a:lnTo>
                  <a:lnTo>
                    <a:pt x="1560389" y="2049212"/>
                  </a:lnTo>
                  <a:lnTo>
                    <a:pt x="1565826" y="2049212"/>
                  </a:lnTo>
                  <a:lnTo>
                    <a:pt x="1565826" y="2050381"/>
                  </a:lnTo>
                  <a:lnTo>
                    <a:pt x="1571263" y="2050381"/>
                  </a:lnTo>
                  <a:lnTo>
                    <a:pt x="1571263" y="2053888"/>
                  </a:lnTo>
                  <a:lnTo>
                    <a:pt x="1576700" y="2053888"/>
                  </a:lnTo>
                  <a:lnTo>
                    <a:pt x="1576700" y="2057397"/>
                  </a:lnTo>
                  <a:lnTo>
                    <a:pt x="1582137" y="2057397"/>
                  </a:lnTo>
                  <a:lnTo>
                    <a:pt x="1582137" y="2060905"/>
                  </a:lnTo>
                  <a:lnTo>
                    <a:pt x="1587573" y="2060905"/>
                  </a:lnTo>
                  <a:lnTo>
                    <a:pt x="1587573" y="2062074"/>
                  </a:lnTo>
                  <a:lnTo>
                    <a:pt x="1593010" y="2062074"/>
                  </a:lnTo>
                  <a:lnTo>
                    <a:pt x="1593010" y="2064413"/>
                  </a:lnTo>
                  <a:lnTo>
                    <a:pt x="1598447" y="2064413"/>
                  </a:lnTo>
                  <a:lnTo>
                    <a:pt x="1598447" y="2069091"/>
                  </a:lnTo>
                  <a:lnTo>
                    <a:pt x="1603884" y="2069091"/>
                  </a:lnTo>
                  <a:lnTo>
                    <a:pt x="1603884" y="2077280"/>
                  </a:lnTo>
                  <a:lnTo>
                    <a:pt x="1609321" y="2077280"/>
                  </a:lnTo>
                  <a:lnTo>
                    <a:pt x="1609321" y="2083130"/>
                  </a:lnTo>
                  <a:lnTo>
                    <a:pt x="1614758" y="2083130"/>
                  </a:lnTo>
                  <a:lnTo>
                    <a:pt x="1614758" y="2084300"/>
                  </a:lnTo>
                  <a:lnTo>
                    <a:pt x="1620195" y="2084300"/>
                  </a:lnTo>
                  <a:lnTo>
                    <a:pt x="1620195" y="2087809"/>
                  </a:lnTo>
                  <a:lnTo>
                    <a:pt x="1625632" y="2087809"/>
                  </a:lnTo>
                  <a:lnTo>
                    <a:pt x="1625632" y="2094829"/>
                  </a:lnTo>
                  <a:lnTo>
                    <a:pt x="1636506" y="2094829"/>
                  </a:lnTo>
                  <a:lnTo>
                    <a:pt x="1636506" y="2104195"/>
                  </a:lnTo>
                  <a:lnTo>
                    <a:pt x="1641942" y="2104195"/>
                  </a:lnTo>
                  <a:lnTo>
                    <a:pt x="1641942" y="2110052"/>
                  </a:lnTo>
                  <a:lnTo>
                    <a:pt x="1652816" y="2110052"/>
                  </a:lnTo>
                  <a:lnTo>
                    <a:pt x="1652816" y="2113569"/>
                  </a:lnTo>
                  <a:lnTo>
                    <a:pt x="1658253" y="2113569"/>
                  </a:lnTo>
                  <a:lnTo>
                    <a:pt x="1658253" y="2115913"/>
                  </a:lnTo>
                  <a:lnTo>
                    <a:pt x="1663690" y="2115913"/>
                  </a:lnTo>
                  <a:lnTo>
                    <a:pt x="1663690" y="2119430"/>
                  </a:lnTo>
                  <a:lnTo>
                    <a:pt x="1669127" y="2119430"/>
                  </a:lnTo>
                  <a:lnTo>
                    <a:pt x="1669127" y="2124120"/>
                  </a:lnTo>
                  <a:lnTo>
                    <a:pt x="1674564" y="2124120"/>
                  </a:lnTo>
                  <a:lnTo>
                    <a:pt x="1674564" y="2129984"/>
                  </a:lnTo>
                  <a:lnTo>
                    <a:pt x="1680001" y="2129984"/>
                  </a:lnTo>
                  <a:lnTo>
                    <a:pt x="1680001" y="2137024"/>
                  </a:lnTo>
                  <a:lnTo>
                    <a:pt x="1685438" y="2137024"/>
                  </a:lnTo>
                  <a:lnTo>
                    <a:pt x="1685438" y="2138198"/>
                  </a:lnTo>
                  <a:lnTo>
                    <a:pt x="1690875" y="2138198"/>
                  </a:lnTo>
                  <a:lnTo>
                    <a:pt x="1690875" y="2141721"/>
                  </a:lnTo>
                  <a:lnTo>
                    <a:pt x="1696311" y="2141721"/>
                  </a:lnTo>
                  <a:lnTo>
                    <a:pt x="1696311" y="2142895"/>
                  </a:lnTo>
                  <a:lnTo>
                    <a:pt x="1701748" y="2142895"/>
                  </a:lnTo>
                  <a:lnTo>
                    <a:pt x="1701748" y="2147594"/>
                  </a:lnTo>
                  <a:lnTo>
                    <a:pt x="1707185" y="2147594"/>
                  </a:lnTo>
                  <a:lnTo>
                    <a:pt x="1707185" y="2151118"/>
                  </a:lnTo>
                  <a:lnTo>
                    <a:pt x="1712622" y="2151118"/>
                  </a:lnTo>
                  <a:lnTo>
                    <a:pt x="1712622" y="2153469"/>
                  </a:lnTo>
                  <a:lnTo>
                    <a:pt x="1718059" y="2153469"/>
                  </a:lnTo>
                  <a:lnTo>
                    <a:pt x="1718059" y="2160522"/>
                  </a:lnTo>
                  <a:lnTo>
                    <a:pt x="1723496" y="2160522"/>
                  </a:lnTo>
                  <a:lnTo>
                    <a:pt x="1723496" y="2162873"/>
                  </a:lnTo>
                  <a:lnTo>
                    <a:pt x="1728933" y="2162873"/>
                  </a:lnTo>
                  <a:lnTo>
                    <a:pt x="1728933" y="2166399"/>
                  </a:lnTo>
                  <a:lnTo>
                    <a:pt x="1734370" y="2166399"/>
                  </a:lnTo>
                  <a:lnTo>
                    <a:pt x="1734370" y="2168751"/>
                  </a:lnTo>
                  <a:lnTo>
                    <a:pt x="1739807" y="2168751"/>
                  </a:lnTo>
                  <a:lnTo>
                    <a:pt x="1739807" y="2173455"/>
                  </a:lnTo>
                  <a:lnTo>
                    <a:pt x="1745243" y="2173455"/>
                  </a:lnTo>
                  <a:lnTo>
                    <a:pt x="1745243" y="2179337"/>
                  </a:lnTo>
                  <a:lnTo>
                    <a:pt x="1750680" y="2179337"/>
                  </a:lnTo>
                  <a:lnTo>
                    <a:pt x="1750680" y="2181691"/>
                  </a:lnTo>
                  <a:lnTo>
                    <a:pt x="1756117" y="2181691"/>
                  </a:lnTo>
                  <a:lnTo>
                    <a:pt x="1756117" y="2185221"/>
                  </a:lnTo>
                  <a:lnTo>
                    <a:pt x="1761554" y="2185221"/>
                  </a:lnTo>
                  <a:lnTo>
                    <a:pt x="1761554" y="2188752"/>
                  </a:lnTo>
                  <a:lnTo>
                    <a:pt x="1766991" y="2188752"/>
                  </a:lnTo>
                  <a:lnTo>
                    <a:pt x="1766991" y="2196993"/>
                  </a:lnTo>
                  <a:lnTo>
                    <a:pt x="1772428" y="2196993"/>
                  </a:lnTo>
                  <a:lnTo>
                    <a:pt x="1772428" y="2200526"/>
                  </a:lnTo>
                  <a:lnTo>
                    <a:pt x="1777865" y="2200526"/>
                  </a:lnTo>
                  <a:lnTo>
                    <a:pt x="1777865" y="2208770"/>
                  </a:lnTo>
                  <a:lnTo>
                    <a:pt x="1783302" y="2208770"/>
                  </a:lnTo>
                  <a:lnTo>
                    <a:pt x="1783302" y="2211127"/>
                  </a:lnTo>
                  <a:lnTo>
                    <a:pt x="1788739" y="2211127"/>
                  </a:lnTo>
                  <a:lnTo>
                    <a:pt x="1788739" y="2213483"/>
                  </a:lnTo>
                  <a:lnTo>
                    <a:pt x="1794176" y="2213483"/>
                  </a:lnTo>
                  <a:lnTo>
                    <a:pt x="1794176" y="2220555"/>
                  </a:lnTo>
                  <a:lnTo>
                    <a:pt x="1799612" y="2220555"/>
                  </a:lnTo>
                  <a:lnTo>
                    <a:pt x="1799612" y="2224091"/>
                  </a:lnTo>
                  <a:lnTo>
                    <a:pt x="1805049" y="2224091"/>
                  </a:lnTo>
                  <a:lnTo>
                    <a:pt x="1805049" y="2225269"/>
                  </a:lnTo>
                  <a:lnTo>
                    <a:pt x="1810486" y="2225269"/>
                  </a:lnTo>
                  <a:lnTo>
                    <a:pt x="1810486" y="2231162"/>
                  </a:lnTo>
                  <a:lnTo>
                    <a:pt x="1815923" y="2231162"/>
                  </a:lnTo>
                  <a:lnTo>
                    <a:pt x="1815923" y="2238234"/>
                  </a:lnTo>
                  <a:lnTo>
                    <a:pt x="1821360" y="2238234"/>
                  </a:lnTo>
                  <a:lnTo>
                    <a:pt x="1821360" y="2244127"/>
                  </a:lnTo>
                  <a:lnTo>
                    <a:pt x="1826797" y="2244127"/>
                  </a:lnTo>
                  <a:lnTo>
                    <a:pt x="1826797" y="2248846"/>
                  </a:lnTo>
                  <a:lnTo>
                    <a:pt x="1832234" y="2248846"/>
                  </a:lnTo>
                  <a:lnTo>
                    <a:pt x="1832234" y="2252386"/>
                  </a:lnTo>
                  <a:lnTo>
                    <a:pt x="1837671" y="2252386"/>
                  </a:lnTo>
                  <a:lnTo>
                    <a:pt x="1837671" y="2255927"/>
                  </a:lnTo>
                  <a:lnTo>
                    <a:pt x="1843108" y="2255927"/>
                  </a:lnTo>
                  <a:lnTo>
                    <a:pt x="1843108" y="2258289"/>
                  </a:lnTo>
                  <a:lnTo>
                    <a:pt x="1848545" y="2258289"/>
                  </a:lnTo>
                  <a:lnTo>
                    <a:pt x="1848545" y="2261832"/>
                  </a:lnTo>
                  <a:lnTo>
                    <a:pt x="1853981" y="2261832"/>
                  </a:lnTo>
                  <a:lnTo>
                    <a:pt x="1853981" y="2272460"/>
                  </a:lnTo>
                  <a:lnTo>
                    <a:pt x="1859418" y="2272460"/>
                  </a:lnTo>
                  <a:lnTo>
                    <a:pt x="1859418" y="2276004"/>
                  </a:lnTo>
                  <a:lnTo>
                    <a:pt x="1864855" y="2276004"/>
                  </a:lnTo>
                  <a:lnTo>
                    <a:pt x="1864855" y="2278367"/>
                  </a:lnTo>
                  <a:lnTo>
                    <a:pt x="1870292" y="2278367"/>
                  </a:lnTo>
                  <a:lnTo>
                    <a:pt x="1870292" y="2281914"/>
                  </a:lnTo>
                  <a:lnTo>
                    <a:pt x="1875729" y="2281914"/>
                  </a:lnTo>
                  <a:lnTo>
                    <a:pt x="1875729" y="2284278"/>
                  </a:lnTo>
                  <a:lnTo>
                    <a:pt x="1881166" y="2284278"/>
                  </a:lnTo>
                  <a:lnTo>
                    <a:pt x="1881166" y="2290192"/>
                  </a:lnTo>
                  <a:lnTo>
                    <a:pt x="1886603" y="2290192"/>
                  </a:lnTo>
                  <a:lnTo>
                    <a:pt x="1886603" y="2297289"/>
                  </a:lnTo>
                  <a:lnTo>
                    <a:pt x="1897477" y="2297289"/>
                  </a:lnTo>
                  <a:lnTo>
                    <a:pt x="1897477" y="2305568"/>
                  </a:lnTo>
                  <a:lnTo>
                    <a:pt x="1902914" y="2305568"/>
                  </a:lnTo>
                  <a:lnTo>
                    <a:pt x="1902914" y="2309116"/>
                  </a:lnTo>
                  <a:lnTo>
                    <a:pt x="1908350" y="2309116"/>
                  </a:lnTo>
                  <a:lnTo>
                    <a:pt x="1908350" y="2313847"/>
                  </a:lnTo>
                  <a:lnTo>
                    <a:pt x="1913787" y="2313847"/>
                  </a:lnTo>
                  <a:lnTo>
                    <a:pt x="1913787" y="2316214"/>
                  </a:lnTo>
                  <a:lnTo>
                    <a:pt x="1919224" y="2316214"/>
                  </a:lnTo>
                  <a:lnTo>
                    <a:pt x="1919224" y="2319765"/>
                  </a:lnTo>
                  <a:lnTo>
                    <a:pt x="1924661" y="2319765"/>
                  </a:lnTo>
                  <a:lnTo>
                    <a:pt x="1924661" y="2322132"/>
                  </a:lnTo>
                  <a:lnTo>
                    <a:pt x="1930098" y="2322132"/>
                  </a:lnTo>
                  <a:lnTo>
                    <a:pt x="1930098" y="2323316"/>
                  </a:lnTo>
                  <a:lnTo>
                    <a:pt x="1935535" y="2323316"/>
                  </a:lnTo>
                  <a:lnTo>
                    <a:pt x="1935535" y="2329235"/>
                  </a:lnTo>
                  <a:lnTo>
                    <a:pt x="1940972" y="2329235"/>
                  </a:lnTo>
                  <a:lnTo>
                    <a:pt x="1940972" y="2329235"/>
                  </a:lnTo>
                  <a:lnTo>
                    <a:pt x="1946409" y="2329235"/>
                  </a:lnTo>
                  <a:lnTo>
                    <a:pt x="1946409" y="2332789"/>
                  </a:lnTo>
                  <a:lnTo>
                    <a:pt x="1951846" y="2332789"/>
                  </a:lnTo>
                  <a:lnTo>
                    <a:pt x="1951846" y="2336343"/>
                  </a:lnTo>
                  <a:lnTo>
                    <a:pt x="1957282" y="2336343"/>
                  </a:lnTo>
                  <a:lnTo>
                    <a:pt x="1957282" y="2338712"/>
                  </a:lnTo>
                  <a:lnTo>
                    <a:pt x="1962719" y="2338712"/>
                  </a:lnTo>
                  <a:lnTo>
                    <a:pt x="1962719" y="2345820"/>
                  </a:lnTo>
                  <a:lnTo>
                    <a:pt x="1968156" y="2345820"/>
                  </a:lnTo>
                  <a:lnTo>
                    <a:pt x="1968156" y="2345820"/>
                  </a:lnTo>
                  <a:lnTo>
                    <a:pt x="1973593" y="2345820"/>
                  </a:lnTo>
                  <a:lnTo>
                    <a:pt x="1973593" y="2349375"/>
                  </a:lnTo>
                  <a:lnTo>
                    <a:pt x="1979030" y="2349375"/>
                  </a:lnTo>
                  <a:lnTo>
                    <a:pt x="1979030" y="2354116"/>
                  </a:lnTo>
                  <a:lnTo>
                    <a:pt x="1984467" y="2354116"/>
                  </a:lnTo>
                  <a:lnTo>
                    <a:pt x="1984467" y="2355302"/>
                  </a:lnTo>
                  <a:lnTo>
                    <a:pt x="1989904" y="2355302"/>
                  </a:lnTo>
                  <a:lnTo>
                    <a:pt x="1989904" y="2357675"/>
                  </a:lnTo>
                  <a:lnTo>
                    <a:pt x="1995341" y="2357675"/>
                  </a:lnTo>
                  <a:lnTo>
                    <a:pt x="1995341" y="2364794"/>
                  </a:lnTo>
                  <a:lnTo>
                    <a:pt x="2000778" y="2364794"/>
                  </a:lnTo>
                  <a:lnTo>
                    <a:pt x="2000778" y="2364794"/>
                  </a:lnTo>
                  <a:lnTo>
                    <a:pt x="2006215" y="2364794"/>
                  </a:lnTo>
                  <a:lnTo>
                    <a:pt x="2006215" y="2367169"/>
                  </a:lnTo>
                  <a:lnTo>
                    <a:pt x="2011651" y="2367169"/>
                  </a:lnTo>
                  <a:lnTo>
                    <a:pt x="2011651" y="2367169"/>
                  </a:lnTo>
                  <a:lnTo>
                    <a:pt x="2017088" y="2367169"/>
                  </a:lnTo>
                  <a:lnTo>
                    <a:pt x="2017088" y="2373109"/>
                  </a:lnTo>
                  <a:lnTo>
                    <a:pt x="2022525" y="2373109"/>
                  </a:lnTo>
                  <a:lnTo>
                    <a:pt x="2022525" y="2377861"/>
                  </a:lnTo>
                  <a:lnTo>
                    <a:pt x="2027962" y="2377861"/>
                  </a:lnTo>
                  <a:lnTo>
                    <a:pt x="2027962" y="2381425"/>
                  </a:lnTo>
                  <a:lnTo>
                    <a:pt x="2033399" y="2381425"/>
                  </a:lnTo>
                  <a:lnTo>
                    <a:pt x="2033399" y="2387370"/>
                  </a:lnTo>
                  <a:lnTo>
                    <a:pt x="2038836" y="2387370"/>
                  </a:lnTo>
                  <a:lnTo>
                    <a:pt x="2038836" y="2388559"/>
                  </a:lnTo>
                  <a:lnTo>
                    <a:pt x="2044273" y="2388559"/>
                  </a:lnTo>
                  <a:lnTo>
                    <a:pt x="2044273" y="2393315"/>
                  </a:lnTo>
                  <a:lnTo>
                    <a:pt x="2049710" y="2393315"/>
                  </a:lnTo>
                  <a:lnTo>
                    <a:pt x="2049710" y="2398073"/>
                  </a:lnTo>
                  <a:lnTo>
                    <a:pt x="2055147" y="2398073"/>
                  </a:lnTo>
                  <a:lnTo>
                    <a:pt x="2055147" y="2405209"/>
                  </a:lnTo>
                  <a:lnTo>
                    <a:pt x="2060584" y="2405209"/>
                  </a:lnTo>
                  <a:lnTo>
                    <a:pt x="2060584" y="2407589"/>
                  </a:lnTo>
                  <a:lnTo>
                    <a:pt x="2066020" y="2407589"/>
                  </a:lnTo>
                  <a:lnTo>
                    <a:pt x="2066020" y="2413539"/>
                  </a:lnTo>
                  <a:lnTo>
                    <a:pt x="2071457" y="2413539"/>
                  </a:lnTo>
                  <a:lnTo>
                    <a:pt x="2071457" y="2417110"/>
                  </a:lnTo>
                  <a:lnTo>
                    <a:pt x="2076894" y="2417110"/>
                  </a:lnTo>
                  <a:lnTo>
                    <a:pt x="2076894" y="2419491"/>
                  </a:lnTo>
                  <a:lnTo>
                    <a:pt x="2082331" y="2419491"/>
                  </a:lnTo>
                  <a:lnTo>
                    <a:pt x="2082331" y="2420682"/>
                  </a:lnTo>
                  <a:lnTo>
                    <a:pt x="2087768" y="2420682"/>
                  </a:lnTo>
                  <a:lnTo>
                    <a:pt x="2087768" y="2423063"/>
                  </a:lnTo>
                  <a:lnTo>
                    <a:pt x="2093205" y="2423063"/>
                  </a:lnTo>
                  <a:lnTo>
                    <a:pt x="2093205" y="2424253"/>
                  </a:lnTo>
                  <a:lnTo>
                    <a:pt x="2098642" y="2424253"/>
                  </a:lnTo>
                  <a:lnTo>
                    <a:pt x="2098642" y="2425443"/>
                  </a:lnTo>
                  <a:lnTo>
                    <a:pt x="2104079" y="2425443"/>
                  </a:lnTo>
                  <a:lnTo>
                    <a:pt x="2104079" y="2429015"/>
                  </a:lnTo>
                  <a:lnTo>
                    <a:pt x="2109516" y="2429015"/>
                  </a:lnTo>
                  <a:lnTo>
                    <a:pt x="2109516" y="2431396"/>
                  </a:lnTo>
                  <a:lnTo>
                    <a:pt x="2114953" y="2431396"/>
                  </a:lnTo>
                  <a:lnTo>
                    <a:pt x="2114953" y="2434967"/>
                  </a:lnTo>
                  <a:lnTo>
                    <a:pt x="2120389" y="2434967"/>
                  </a:lnTo>
                  <a:lnTo>
                    <a:pt x="2120389" y="2439731"/>
                  </a:lnTo>
                  <a:lnTo>
                    <a:pt x="2125826" y="2439731"/>
                  </a:lnTo>
                  <a:lnTo>
                    <a:pt x="2125826" y="2440922"/>
                  </a:lnTo>
                  <a:lnTo>
                    <a:pt x="2131263" y="2440922"/>
                  </a:lnTo>
                  <a:lnTo>
                    <a:pt x="2131263" y="2445685"/>
                  </a:lnTo>
                  <a:lnTo>
                    <a:pt x="2136700" y="2445685"/>
                  </a:lnTo>
                  <a:lnTo>
                    <a:pt x="2136700" y="2452831"/>
                  </a:lnTo>
                  <a:lnTo>
                    <a:pt x="2142137" y="2452831"/>
                  </a:lnTo>
                  <a:lnTo>
                    <a:pt x="2142137" y="2456404"/>
                  </a:lnTo>
                  <a:lnTo>
                    <a:pt x="2147574" y="2456404"/>
                  </a:lnTo>
                  <a:lnTo>
                    <a:pt x="2147574" y="2462361"/>
                  </a:lnTo>
                  <a:lnTo>
                    <a:pt x="2153011" y="2462361"/>
                  </a:lnTo>
                  <a:lnTo>
                    <a:pt x="2153011" y="2464745"/>
                  </a:lnTo>
                  <a:lnTo>
                    <a:pt x="2158448" y="2464745"/>
                  </a:lnTo>
                  <a:lnTo>
                    <a:pt x="2158448" y="2469513"/>
                  </a:lnTo>
                  <a:lnTo>
                    <a:pt x="2163885" y="2469513"/>
                  </a:lnTo>
                  <a:lnTo>
                    <a:pt x="2163885" y="2471896"/>
                  </a:lnTo>
                  <a:lnTo>
                    <a:pt x="2169321" y="2471896"/>
                  </a:lnTo>
                  <a:lnTo>
                    <a:pt x="2169321" y="2474280"/>
                  </a:lnTo>
                  <a:lnTo>
                    <a:pt x="2174758" y="2474280"/>
                  </a:lnTo>
                  <a:lnTo>
                    <a:pt x="2174758" y="2476665"/>
                  </a:lnTo>
                  <a:lnTo>
                    <a:pt x="2180195" y="2476665"/>
                  </a:lnTo>
                  <a:lnTo>
                    <a:pt x="2180195" y="2481437"/>
                  </a:lnTo>
                  <a:lnTo>
                    <a:pt x="2185632" y="2481437"/>
                  </a:lnTo>
                  <a:lnTo>
                    <a:pt x="2185632" y="2485016"/>
                  </a:lnTo>
                  <a:lnTo>
                    <a:pt x="2191069" y="2485016"/>
                  </a:lnTo>
                  <a:lnTo>
                    <a:pt x="2191069" y="2487402"/>
                  </a:lnTo>
                  <a:lnTo>
                    <a:pt x="2196506" y="2487402"/>
                  </a:lnTo>
                  <a:lnTo>
                    <a:pt x="2196506" y="2489788"/>
                  </a:lnTo>
                  <a:lnTo>
                    <a:pt x="2201943" y="2489788"/>
                  </a:lnTo>
                  <a:lnTo>
                    <a:pt x="2201943" y="2494562"/>
                  </a:lnTo>
                  <a:lnTo>
                    <a:pt x="2207380" y="2494562"/>
                  </a:lnTo>
                  <a:lnTo>
                    <a:pt x="2207380" y="2498144"/>
                  </a:lnTo>
                  <a:lnTo>
                    <a:pt x="2212817" y="2498144"/>
                  </a:lnTo>
                  <a:lnTo>
                    <a:pt x="2212817" y="2501726"/>
                  </a:lnTo>
                  <a:lnTo>
                    <a:pt x="2218254" y="2501726"/>
                  </a:lnTo>
                  <a:lnTo>
                    <a:pt x="2218254" y="2507698"/>
                  </a:lnTo>
                  <a:lnTo>
                    <a:pt x="2223690" y="2507698"/>
                  </a:lnTo>
                  <a:lnTo>
                    <a:pt x="2223690" y="2510088"/>
                  </a:lnTo>
                  <a:lnTo>
                    <a:pt x="2229127" y="2510088"/>
                  </a:lnTo>
                  <a:lnTo>
                    <a:pt x="2229127" y="2511283"/>
                  </a:lnTo>
                  <a:lnTo>
                    <a:pt x="2234564" y="2511283"/>
                  </a:lnTo>
                  <a:lnTo>
                    <a:pt x="2234564" y="2512479"/>
                  </a:lnTo>
                  <a:lnTo>
                    <a:pt x="2240001" y="2512479"/>
                  </a:lnTo>
                  <a:lnTo>
                    <a:pt x="2240001" y="2514872"/>
                  </a:lnTo>
                  <a:lnTo>
                    <a:pt x="2245438" y="2514872"/>
                  </a:lnTo>
                  <a:lnTo>
                    <a:pt x="2245438" y="2514872"/>
                  </a:lnTo>
                  <a:lnTo>
                    <a:pt x="2250875" y="2514872"/>
                  </a:lnTo>
                  <a:lnTo>
                    <a:pt x="2250875" y="2516070"/>
                  </a:lnTo>
                  <a:lnTo>
                    <a:pt x="2256312" y="2516070"/>
                  </a:lnTo>
                  <a:lnTo>
                    <a:pt x="2256312" y="2520865"/>
                  </a:lnTo>
                  <a:lnTo>
                    <a:pt x="2261749" y="2520865"/>
                  </a:lnTo>
                  <a:lnTo>
                    <a:pt x="2261749" y="2523262"/>
                  </a:lnTo>
                  <a:lnTo>
                    <a:pt x="2267186" y="2523262"/>
                  </a:lnTo>
                  <a:lnTo>
                    <a:pt x="2267186" y="2524460"/>
                  </a:lnTo>
                  <a:lnTo>
                    <a:pt x="2272623" y="2524460"/>
                  </a:lnTo>
                  <a:lnTo>
                    <a:pt x="2272623" y="2525659"/>
                  </a:lnTo>
                  <a:lnTo>
                    <a:pt x="2278059" y="2525659"/>
                  </a:lnTo>
                  <a:lnTo>
                    <a:pt x="2278059" y="2530455"/>
                  </a:lnTo>
                  <a:lnTo>
                    <a:pt x="2283496" y="2530455"/>
                  </a:lnTo>
                  <a:lnTo>
                    <a:pt x="2283496" y="2531655"/>
                  </a:lnTo>
                  <a:lnTo>
                    <a:pt x="2288933" y="2531655"/>
                  </a:lnTo>
                  <a:lnTo>
                    <a:pt x="2288933" y="2537661"/>
                  </a:lnTo>
                  <a:lnTo>
                    <a:pt x="2294370" y="2537661"/>
                  </a:lnTo>
                  <a:lnTo>
                    <a:pt x="2294370" y="2542468"/>
                  </a:lnTo>
                  <a:lnTo>
                    <a:pt x="2299807" y="2542468"/>
                  </a:lnTo>
                  <a:lnTo>
                    <a:pt x="2299807" y="2544873"/>
                  </a:lnTo>
                  <a:lnTo>
                    <a:pt x="2305244" y="2544873"/>
                  </a:lnTo>
                  <a:lnTo>
                    <a:pt x="2305244" y="2546075"/>
                  </a:lnTo>
                  <a:lnTo>
                    <a:pt x="2310681" y="2546075"/>
                  </a:lnTo>
                  <a:lnTo>
                    <a:pt x="2310681" y="2548479"/>
                  </a:lnTo>
                  <a:lnTo>
                    <a:pt x="2316118" y="2548479"/>
                  </a:lnTo>
                  <a:lnTo>
                    <a:pt x="2316118" y="2550884"/>
                  </a:lnTo>
                  <a:lnTo>
                    <a:pt x="2321555" y="2550884"/>
                  </a:lnTo>
                  <a:lnTo>
                    <a:pt x="2321555" y="2554494"/>
                  </a:lnTo>
                  <a:lnTo>
                    <a:pt x="2326991" y="2554494"/>
                  </a:lnTo>
                  <a:lnTo>
                    <a:pt x="2326991" y="2558105"/>
                  </a:lnTo>
                  <a:lnTo>
                    <a:pt x="2332428" y="2558105"/>
                  </a:lnTo>
                  <a:lnTo>
                    <a:pt x="2332428" y="2561716"/>
                  </a:lnTo>
                  <a:lnTo>
                    <a:pt x="2337865" y="2561716"/>
                  </a:lnTo>
                  <a:lnTo>
                    <a:pt x="2337865" y="2567735"/>
                  </a:lnTo>
                  <a:lnTo>
                    <a:pt x="2343302" y="2567735"/>
                  </a:lnTo>
                  <a:lnTo>
                    <a:pt x="2343302" y="2571347"/>
                  </a:lnTo>
                  <a:lnTo>
                    <a:pt x="2348739" y="2571347"/>
                  </a:lnTo>
                  <a:lnTo>
                    <a:pt x="2348739" y="2572551"/>
                  </a:lnTo>
                  <a:lnTo>
                    <a:pt x="2354176" y="2572551"/>
                  </a:lnTo>
                  <a:lnTo>
                    <a:pt x="2354176" y="2573754"/>
                  </a:lnTo>
                  <a:lnTo>
                    <a:pt x="2359613" y="2573754"/>
                  </a:lnTo>
                  <a:lnTo>
                    <a:pt x="2359613" y="2573754"/>
                  </a:lnTo>
                  <a:lnTo>
                    <a:pt x="2365050" y="2573754"/>
                  </a:lnTo>
                  <a:lnTo>
                    <a:pt x="2365050" y="2576165"/>
                  </a:lnTo>
                  <a:lnTo>
                    <a:pt x="2370487" y="2576165"/>
                  </a:lnTo>
                  <a:lnTo>
                    <a:pt x="2370487" y="2577371"/>
                  </a:lnTo>
                  <a:lnTo>
                    <a:pt x="2375924" y="2577371"/>
                  </a:lnTo>
                  <a:lnTo>
                    <a:pt x="2375924" y="2580987"/>
                  </a:lnTo>
                  <a:lnTo>
                    <a:pt x="2381360" y="2580987"/>
                  </a:lnTo>
                  <a:lnTo>
                    <a:pt x="2381360" y="2583398"/>
                  </a:lnTo>
                  <a:lnTo>
                    <a:pt x="2386797" y="2583398"/>
                  </a:lnTo>
                  <a:lnTo>
                    <a:pt x="2386797" y="2585809"/>
                  </a:lnTo>
                  <a:lnTo>
                    <a:pt x="2392234" y="2585809"/>
                  </a:lnTo>
                  <a:lnTo>
                    <a:pt x="2392234" y="2587014"/>
                  </a:lnTo>
                  <a:lnTo>
                    <a:pt x="2397671" y="2587014"/>
                  </a:lnTo>
                  <a:lnTo>
                    <a:pt x="2397671" y="2589425"/>
                  </a:lnTo>
                  <a:lnTo>
                    <a:pt x="2403108" y="2589425"/>
                  </a:lnTo>
                  <a:lnTo>
                    <a:pt x="2403108" y="2589425"/>
                  </a:lnTo>
                  <a:lnTo>
                    <a:pt x="2408545" y="2589425"/>
                  </a:lnTo>
                  <a:lnTo>
                    <a:pt x="2408545" y="2595460"/>
                  </a:lnTo>
                  <a:lnTo>
                    <a:pt x="2413982" y="2595460"/>
                  </a:lnTo>
                  <a:lnTo>
                    <a:pt x="2413982" y="2599081"/>
                  </a:lnTo>
                  <a:lnTo>
                    <a:pt x="2419419" y="2599081"/>
                  </a:lnTo>
                  <a:lnTo>
                    <a:pt x="2419419" y="2600288"/>
                  </a:lnTo>
                  <a:lnTo>
                    <a:pt x="2424856" y="2600288"/>
                  </a:lnTo>
                  <a:lnTo>
                    <a:pt x="2424856" y="2609948"/>
                  </a:lnTo>
                  <a:lnTo>
                    <a:pt x="2430293" y="2609948"/>
                  </a:lnTo>
                  <a:lnTo>
                    <a:pt x="2430293" y="2614779"/>
                  </a:lnTo>
                  <a:lnTo>
                    <a:pt x="2435729" y="2614779"/>
                  </a:lnTo>
                  <a:lnTo>
                    <a:pt x="2435729" y="2617194"/>
                  </a:lnTo>
                  <a:lnTo>
                    <a:pt x="2441166" y="2617194"/>
                  </a:lnTo>
                  <a:lnTo>
                    <a:pt x="2441166" y="2620816"/>
                  </a:lnTo>
                  <a:lnTo>
                    <a:pt x="2446603" y="2620816"/>
                  </a:lnTo>
                  <a:lnTo>
                    <a:pt x="2446603" y="2623231"/>
                  </a:lnTo>
                  <a:lnTo>
                    <a:pt x="2452040" y="2623231"/>
                  </a:lnTo>
                  <a:lnTo>
                    <a:pt x="2452040" y="2625647"/>
                  </a:lnTo>
                  <a:lnTo>
                    <a:pt x="2457477" y="2625647"/>
                  </a:lnTo>
                  <a:lnTo>
                    <a:pt x="2457477" y="2628063"/>
                  </a:lnTo>
                  <a:lnTo>
                    <a:pt x="2462914" y="2628063"/>
                  </a:lnTo>
                  <a:lnTo>
                    <a:pt x="2462914" y="2634103"/>
                  </a:lnTo>
                  <a:lnTo>
                    <a:pt x="2468351" y="2634103"/>
                  </a:lnTo>
                  <a:lnTo>
                    <a:pt x="2468351" y="2635311"/>
                  </a:lnTo>
                  <a:lnTo>
                    <a:pt x="2473788" y="2635311"/>
                  </a:lnTo>
                  <a:lnTo>
                    <a:pt x="2473788" y="2637728"/>
                  </a:lnTo>
                  <a:lnTo>
                    <a:pt x="2479225" y="2637728"/>
                  </a:lnTo>
                  <a:lnTo>
                    <a:pt x="2479225" y="2641352"/>
                  </a:lnTo>
                  <a:lnTo>
                    <a:pt x="2484662" y="2641352"/>
                  </a:lnTo>
                  <a:lnTo>
                    <a:pt x="2484662" y="2642561"/>
                  </a:lnTo>
                  <a:lnTo>
                    <a:pt x="2490098" y="2642561"/>
                  </a:lnTo>
                  <a:lnTo>
                    <a:pt x="2490098" y="2646189"/>
                  </a:lnTo>
                  <a:lnTo>
                    <a:pt x="2495535" y="2646189"/>
                  </a:lnTo>
                  <a:lnTo>
                    <a:pt x="2495535" y="2646189"/>
                  </a:lnTo>
                  <a:lnTo>
                    <a:pt x="2500972" y="2646189"/>
                  </a:lnTo>
                  <a:lnTo>
                    <a:pt x="2500972" y="2649820"/>
                  </a:lnTo>
                  <a:lnTo>
                    <a:pt x="2506409" y="2649820"/>
                  </a:lnTo>
                  <a:lnTo>
                    <a:pt x="2506409" y="2651030"/>
                  </a:lnTo>
                  <a:lnTo>
                    <a:pt x="2511846" y="2651030"/>
                  </a:lnTo>
                  <a:lnTo>
                    <a:pt x="2511846" y="2651030"/>
                  </a:lnTo>
                  <a:lnTo>
                    <a:pt x="2517283" y="2651030"/>
                  </a:lnTo>
                  <a:lnTo>
                    <a:pt x="2517283" y="2654664"/>
                  </a:lnTo>
                  <a:lnTo>
                    <a:pt x="2522720" y="2654664"/>
                  </a:lnTo>
                  <a:lnTo>
                    <a:pt x="2522720" y="2654664"/>
                  </a:lnTo>
                  <a:lnTo>
                    <a:pt x="2528157" y="2654664"/>
                  </a:lnTo>
                  <a:lnTo>
                    <a:pt x="2528157" y="2660730"/>
                  </a:lnTo>
                  <a:lnTo>
                    <a:pt x="2533594" y="2660730"/>
                  </a:lnTo>
                  <a:lnTo>
                    <a:pt x="2533594" y="2661943"/>
                  </a:lnTo>
                  <a:lnTo>
                    <a:pt x="2539030" y="2661943"/>
                  </a:lnTo>
                  <a:lnTo>
                    <a:pt x="2539030" y="2663157"/>
                  </a:lnTo>
                  <a:lnTo>
                    <a:pt x="2544467" y="2663157"/>
                  </a:lnTo>
                  <a:lnTo>
                    <a:pt x="2544467" y="2664370"/>
                  </a:lnTo>
                  <a:lnTo>
                    <a:pt x="2549904" y="2664370"/>
                  </a:lnTo>
                  <a:lnTo>
                    <a:pt x="2549904" y="2665585"/>
                  </a:lnTo>
                  <a:lnTo>
                    <a:pt x="2555341" y="2665585"/>
                  </a:lnTo>
                  <a:lnTo>
                    <a:pt x="2555341" y="2666799"/>
                  </a:lnTo>
                  <a:lnTo>
                    <a:pt x="2560778" y="2666799"/>
                  </a:lnTo>
                  <a:lnTo>
                    <a:pt x="2560778" y="2671658"/>
                  </a:lnTo>
                  <a:lnTo>
                    <a:pt x="2566215" y="2671658"/>
                  </a:lnTo>
                  <a:lnTo>
                    <a:pt x="2566215" y="2674088"/>
                  </a:lnTo>
                  <a:lnTo>
                    <a:pt x="2571652" y="2674088"/>
                  </a:lnTo>
                  <a:lnTo>
                    <a:pt x="2571652" y="2676518"/>
                  </a:lnTo>
                  <a:lnTo>
                    <a:pt x="2577089" y="2676518"/>
                  </a:lnTo>
                  <a:lnTo>
                    <a:pt x="2577089" y="2680162"/>
                  </a:lnTo>
                  <a:lnTo>
                    <a:pt x="2582526" y="2680162"/>
                  </a:lnTo>
                  <a:lnTo>
                    <a:pt x="2582526" y="2685021"/>
                  </a:lnTo>
                  <a:lnTo>
                    <a:pt x="2587963" y="2685021"/>
                  </a:lnTo>
                  <a:lnTo>
                    <a:pt x="2587963" y="2687450"/>
                  </a:lnTo>
                  <a:lnTo>
                    <a:pt x="2593399" y="2687450"/>
                  </a:lnTo>
                  <a:lnTo>
                    <a:pt x="2593399" y="2688665"/>
                  </a:lnTo>
                  <a:lnTo>
                    <a:pt x="2598836" y="2688665"/>
                  </a:lnTo>
                  <a:lnTo>
                    <a:pt x="2598836" y="2695957"/>
                  </a:lnTo>
                  <a:lnTo>
                    <a:pt x="2604273" y="2695957"/>
                  </a:lnTo>
                  <a:lnTo>
                    <a:pt x="2604273" y="2698388"/>
                  </a:lnTo>
                  <a:lnTo>
                    <a:pt x="2609710" y="2698388"/>
                  </a:lnTo>
                  <a:lnTo>
                    <a:pt x="2609710" y="2702034"/>
                  </a:lnTo>
                  <a:lnTo>
                    <a:pt x="2615147" y="2702034"/>
                  </a:lnTo>
                  <a:lnTo>
                    <a:pt x="2615147" y="2703250"/>
                  </a:lnTo>
                  <a:lnTo>
                    <a:pt x="2620584" y="2703250"/>
                  </a:lnTo>
                  <a:lnTo>
                    <a:pt x="2620584" y="2706899"/>
                  </a:lnTo>
                  <a:lnTo>
                    <a:pt x="2626021" y="2706899"/>
                  </a:lnTo>
                  <a:lnTo>
                    <a:pt x="2626021" y="2714198"/>
                  </a:lnTo>
                  <a:lnTo>
                    <a:pt x="2631458" y="2714198"/>
                  </a:lnTo>
                  <a:lnTo>
                    <a:pt x="2631458" y="2720280"/>
                  </a:lnTo>
                  <a:lnTo>
                    <a:pt x="2636895" y="2720280"/>
                  </a:lnTo>
                  <a:lnTo>
                    <a:pt x="2636895" y="2722713"/>
                  </a:lnTo>
                  <a:lnTo>
                    <a:pt x="2642332" y="2722713"/>
                  </a:lnTo>
                  <a:lnTo>
                    <a:pt x="2642332" y="2731228"/>
                  </a:lnTo>
                  <a:lnTo>
                    <a:pt x="2647768" y="2731228"/>
                  </a:lnTo>
                  <a:lnTo>
                    <a:pt x="2647768" y="2733661"/>
                  </a:lnTo>
                  <a:lnTo>
                    <a:pt x="2653205" y="2733661"/>
                  </a:lnTo>
                  <a:lnTo>
                    <a:pt x="2653205" y="2736095"/>
                  </a:lnTo>
                  <a:lnTo>
                    <a:pt x="2658642" y="2736095"/>
                  </a:lnTo>
                  <a:lnTo>
                    <a:pt x="2658642" y="2739746"/>
                  </a:lnTo>
                  <a:lnTo>
                    <a:pt x="2664079" y="2739746"/>
                  </a:lnTo>
                  <a:lnTo>
                    <a:pt x="2664079" y="2742180"/>
                  </a:lnTo>
                  <a:lnTo>
                    <a:pt x="2669516" y="2742180"/>
                  </a:lnTo>
                  <a:lnTo>
                    <a:pt x="2669516" y="2743398"/>
                  </a:lnTo>
                  <a:lnTo>
                    <a:pt x="2674953" y="2743398"/>
                  </a:lnTo>
                  <a:lnTo>
                    <a:pt x="2674953" y="2745833"/>
                  </a:lnTo>
                  <a:lnTo>
                    <a:pt x="2680390" y="2745833"/>
                  </a:lnTo>
                  <a:lnTo>
                    <a:pt x="2680390" y="2747051"/>
                  </a:lnTo>
                  <a:lnTo>
                    <a:pt x="2685827" y="2747051"/>
                  </a:lnTo>
                  <a:lnTo>
                    <a:pt x="2685827" y="2751924"/>
                  </a:lnTo>
                  <a:lnTo>
                    <a:pt x="2691264" y="2751924"/>
                  </a:lnTo>
                  <a:lnTo>
                    <a:pt x="2691264" y="2751924"/>
                  </a:lnTo>
                  <a:lnTo>
                    <a:pt x="2696701" y="2751924"/>
                  </a:lnTo>
                  <a:lnTo>
                    <a:pt x="2696701" y="2755580"/>
                  </a:lnTo>
                  <a:lnTo>
                    <a:pt x="2702137" y="2755580"/>
                  </a:lnTo>
                  <a:lnTo>
                    <a:pt x="2702137" y="2759238"/>
                  </a:lnTo>
                  <a:lnTo>
                    <a:pt x="2707574" y="2759238"/>
                  </a:lnTo>
                  <a:lnTo>
                    <a:pt x="2707574" y="2760458"/>
                  </a:lnTo>
                  <a:lnTo>
                    <a:pt x="2713011" y="2760458"/>
                  </a:lnTo>
                  <a:lnTo>
                    <a:pt x="2713011" y="2762896"/>
                  </a:lnTo>
                  <a:lnTo>
                    <a:pt x="2718448" y="2762896"/>
                  </a:lnTo>
                  <a:lnTo>
                    <a:pt x="2718448" y="2765335"/>
                  </a:lnTo>
                  <a:lnTo>
                    <a:pt x="2723885" y="2765335"/>
                  </a:lnTo>
                  <a:lnTo>
                    <a:pt x="2723885" y="2771435"/>
                  </a:lnTo>
                  <a:lnTo>
                    <a:pt x="2729322" y="2771435"/>
                  </a:lnTo>
                  <a:lnTo>
                    <a:pt x="2729322" y="2775095"/>
                  </a:lnTo>
                  <a:lnTo>
                    <a:pt x="2734759" y="2775095"/>
                  </a:lnTo>
                  <a:lnTo>
                    <a:pt x="2734759" y="2777535"/>
                  </a:lnTo>
                  <a:lnTo>
                    <a:pt x="2740196" y="2777535"/>
                  </a:lnTo>
                  <a:lnTo>
                    <a:pt x="2740196" y="2781195"/>
                  </a:lnTo>
                  <a:lnTo>
                    <a:pt x="2745633" y="2781195"/>
                  </a:lnTo>
                  <a:lnTo>
                    <a:pt x="2745633" y="2782415"/>
                  </a:lnTo>
                  <a:lnTo>
                    <a:pt x="2751069" y="2782415"/>
                  </a:lnTo>
                  <a:lnTo>
                    <a:pt x="2751069" y="2788514"/>
                  </a:lnTo>
                  <a:lnTo>
                    <a:pt x="2756506" y="2788514"/>
                  </a:lnTo>
                  <a:lnTo>
                    <a:pt x="2756506" y="2793394"/>
                  </a:lnTo>
                  <a:lnTo>
                    <a:pt x="2761943" y="2793394"/>
                  </a:lnTo>
                  <a:lnTo>
                    <a:pt x="2761943" y="2795834"/>
                  </a:lnTo>
                  <a:lnTo>
                    <a:pt x="2767380" y="2795834"/>
                  </a:lnTo>
                  <a:lnTo>
                    <a:pt x="2767380" y="2798274"/>
                  </a:lnTo>
                  <a:lnTo>
                    <a:pt x="2778254" y="2798274"/>
                  </a:lnTo>
                  <a:lnTo>
                    <a:pt x="2778254" y="2801934"/>
                  </a:lnTo>
                  <a:lnTo>
                    <a:pt x="2783691" y="2801934"/>
                  </a:lnTo>
                  <a:lnTo>
                    <a:pt x="2783691" y="2805594"/>
                  </a:lnTo>
                  <a:lnTo>
                    <a:pt x="2789128" y="2805594"/>
                  </a:lnTo>
                  <a:lnTo>
                    <a:pt x="2789128" y="2810474"/>
                  </a:lnTo>
                  <a:lnTo>
                    <a:pt x="2794565" y="2810474"/>
                  </a:lnTo>
                  <a:lnTo>
                    <a:pt x="2794565" y="2811694"/>
                  </a:lnTo>
                  <a:lnTo>
                    <a:pt x="2800002" y="2811694"/>
                  </a:lnTo>
                  <a:lnTo>
                    <a:pt x="2800002" y="2814133"/>
                  </a:lnTo>
                  <a:lnTo>
                    <a:pt x="2805438" y="2814133"/>
                  </a:lnTo>
                  <a:lnTo>
                    <a:pt x="2805438" y="2817793"/>
                  </a:lnTo>
                  <a:lnTo>
                    <a:pt x="2810875" y="2817793"/>
                  </a:lnTo>
                  <a:lnTo>
                    <a:pt x="2810875" y="2820233"/>
                  </a:lnTo>
                  <a:lnTo>
                    <a:pt x="2816312" y="2820233"/>
                  </a:lnTo>
                  <a:lnTo>
                    <a:pt x="2816312" y="2822674"/>
                  </a:lnTo>
                  <a:lnTo>
                    <a:pt x="2821749" y="2822674"/>
                  </a:lnTo>
                  <a:lnTo>
                    <a:pt x="2821749" y="2826336"/>
                  </a:lnTo>
                  <a:lnTo>
                    <a:pt x="2827186" y="2826336"/>
                  </a:lnTo>
                  <a:lnTo>
                    <a:pt x="2827186" y="2832445"/>
                  </a:lnTo>
                  <a:lnTo>
                    <a:pt x="2832623" y="2832445"/>
                  </a:lnTo>
                  <a:lnTo>
                    <a:pt x="2832623" y="2833667"/>
                  </a:lnTo>
                  <a:lnTo>
                    <a:pt x="2838060" y="2833667"/>
                  </a:lnTo>
                  <a:lnTo>
                    <a:pt x="2838060" y="2836112"/>
                  </a:lnTo>
                  <a:lnTo>
                    <a:pt x="2843497" y="2836112"/>
                  </a:lnTo>
                  <a:lnTo>
                    <a:pt x="2843497" y="2837335"/>
                  </a:lnTo>
                  <a:lnTo>
                    <a:pt x="2848934" y="2837335"/>
                  </a:lnTo>
                  <a:lnTo>
                    <a:pt x="2848934" y="2839781"/>
                  </a:lnTo>
                  <a:lnTo>
                    <a:pt x="2854371" y="2839781"/>
                  </a:lnTo>
                  <a:lnTo>
                    <a:pt x="2854371" y="2844673"/>
                  </a:lnTo>
                  <a:lnTo>
                    <a:pt x="2859807" y="2844673"/>
                  </a:lnTo>
                  <a:lnTo>
                    <a:pt x="2859807" y="2848344"/>
                  </a:lnTo>
                  <a:lnTo>
                    <a:pt x="2865244" y="2848344"/>
                  </a:lnTo>
                  <a:lnTo>
                    <a:pt x="2865244" y="2850791"/>
                  </a:lnTo>
                  <a:lnTo>
                    <a:pt x="2876118" y="2850791"/>
                  </a:lnTo>
                  <a:lnTo>
                    <a:pt x="2876118" y="2853238"/>
                  </a:lnTo>
                  <a:lnTo>
                    <a:pt x="2881555" y="2853238"/>
                  </a:lnTo>
                  <a:lnTo>
                    <a:pt x="2881555" y="2854462"/>
                  </a:lnTo>
                  <a:lnTo>
                    <a:pt x="2886992" y="2854462"/>
                  </a:lnTo>
                  <a:lnTo>
                    <a:pt x="2886992" y="2855686"/>
                  </a:lnTo>
                  <a:lnTo>
                    <a:pt x="2892429" y="2855686"/>
                  </a:lnTo>
                  <a:lnTo>
                    <a:pt x="2892429" y="2858135"/>
                  </a:lnTo>
                  <a:lnTo>
                    <a:pt x="2897866" y="2858135"/>
                  </a:lnTo>
                  <a:lnTo>
                    <a:pt x="2897866" y="2865492"/>
                  </a:lnTo>
                  <a:lnTo>
                    <a:pt x="2903303" y="2865492"/>
                  </a:lnTo>
                  <a:lnTo>
                    <a:pt x="2903303" y="2866718"/>
                  </a:lnTo>
                  <a:lnTo>
                    <a:pt x="2908739" y="2866718"/>
                  </a:lnTo>
                  <a:lnTo>
                    <a:pt x="2908739" y="2871622"/>
                  </a:lnTo>
                  <a:lnTo>
                    <a:pt x="2914176" y="2871622"/>
                  </a:lnTo>
                  <a:lnTo>
                    <a:pt x="2914176" y="2872848"/>
                  </a:lnTo>
                  <a:lnTo>
                    <a:pt x="2919613" y="2872848"/>
                  </a:lnTo>
                  <a:lnTo>
                    <a:pt x="2919613" y="2872848"/>
                  </a:lnTo>
                  <a:lnTo>
                    <a:pt x="2925050" y="2872848"/>
                  </a:lnTo>
                  <a:lnTo>
                    <a:pt x="2925050" y="2874075"/>
                  </a:lnTo>
                  <a:lnTo>
                    <a:pt x="2930487" y="2874075"/>
                  </a:lnTo>
                  <a:lnTo>
                    <a:pt x="2930487" y="2880208"/>
                  </a:lnTo>
                  <a:lnTo>
                    <a:pt x="2935924" y="2880208"/>
                  </a:lnTo>
                  <a:lnTo>
                    <a:pt x="2935924" y="2883892"/>
                  </a:lnTo>
                  <a:lnTo>
                    <a:pt x="2946798" y="2883892"/>
                  </a:lnTo>
                  <a:lnTo>
                    <a:pt x="2946798" y="2885120"/>
                  </a:lnTo>
                  <a:lnTo>
                    <a:pt x="2952235" y="2885120"/>
                  </a:lnTo>
                  <a:lnTo>
                    <a:pt x="2952235" y="2886349"/>
                  </a:lnTo>
                  <a:lnTo>
                    <a:pt x="2957672" y="2886349"/>
                  </a:lnTo>
                  <a:lnTo>
                    <a:pt x="2957672" y="2887579"/>
                  </a:lnTo>
                  <a:lnTo>
                    <a:pt x="2963108" y="2887579"/>
                  </a:lnTo>
                  <a:lnTo>
                    <a:pt x="2963108" y="2888809"/>
                  </a:lnTo>
                  <a:lnTo>
                    <a:pt x="2968545" y="2888809"/>
                  </a:lnTo>
                  <a:lnTo>
                    <a:pt x="2968545" y="2892504"/>
                  </a:lnTo>
                  <a:lnTo>
                    <a:pt x="2973982" y="2892504"/>
                  </a:lnTo>
                  <a:lnTo>
                    <a:pt x="2973982" y="2893738"/>
                  </a:lnTo>
                  <a:lnTo>
                    <a:pt x="2979419" y="2893738"/>
                  </a:lnTo>
                  <a:lnTo>
                    <a:pt x="2979419" y="2899912"/>
                  </a:lnTo>
                  <a:lnTo>
                    <a:pt x="2984856" y="2899912"/>
                  </a:lnTo>
                  <a:lnTo>
                    <a:pt x="2984856" y="2903616"/>
                  </a:lnTo>
                  <a:lnTo>
                    <a:pt x="2990293" y="2903616"/>
                  </a:lnTo>
                  <a:lnTo>
                    <a:pt x="2990293" y="2904851"/>
                  </a:lnTo>
                  <a:lnTo>
                    <a:pt x="2995730" y="2904851"/>
                  </a:lnTo>
                  <a:lnTo>
                    <a:pt x="2995730" y="2906086"/>
                  </a:lnTo>
                  <a:lnTo>
                    <a:pt x="3001167" y="2906086"/>
                  </a:lnTo>
                  <a:lnTo>
                    <a:pt x="3001167" y="2909790"/>
                  </a:lnTo>
                  <a:lnTo>
                    <a:pt x="3006604" y="2909790"/>
                  </a:lnTo>
                  <a:lnTo>
                    <a:pt x="3006604" y="2911025"/>
                  </a:lnTo>
                  <a:lnTo>
                    <a:pt x="3012041" y="2911025"/>
                  </a:lnTo>
                  <a:lnTo>
                    <a:pt x="3012041" y="2911025"/>
                  </a:lnTo>
                  <a:lnTo>
                    <a:pt x="3017477" y="2911025"/>
                  </a:lnTo>
                  <a:lnTo>
                    <a:pt x="3017477" y="2913499"/>
                  </a:lnTo>
                  <a:lnTo>
                    <a:pt x="3022914" y="2913499"/>
                  </a:lnTo>
                  <a:lnTo>
                    <a:pt x="3022914" y="2917209"/>
                  </a:lnTo>
                  <a:lnTo>
                    <a:pt x="3028351" y="2917209"/>
                  </a:lnTo>
                  <a:lnTo>
                    <a:pt x="3028351" y="2920919"/>
                  </a:lnTo>
                  <a:lnTo>
                    <a:pt x="3033788" y="2920919"/>
                  </a:lnTo>
                  <a:lnTo>
                    <a:pt x="3033788" y="2920919"/>
                  </a:lnTo>
                  <a:lnTo>
                    <a:pt x="3039225" y="2920919"/>
                  </a:lnTo>
                  <a:lnTo>
                    <a:pt x="3039225" y="2923394"/>
                  </a:lnTo>
                  <a:lnTo>
                    <a:pt x="3044662" y="2923394"/>
                  </a:lnTo>
                  <a:lnTo>
                    <a:pt x="3044662" y="2924632"/>
                  </a:lnTo>
                  <a:lnTo>
                    <a:pt x="3050099" y="2924632"/>
                  </a:lnTo>
                  <a:lnTo>
                    <a:pt x="3050099" y="2927113"/>
                  </a:lnTo>
                  <a:lnTo>
                    <a:pt x="3055536" y="2927113"/>
                  </a:lnTo>
                  <a:lnTo>
                    <a:pt x="3055536" y="2929595"/>
                  </a:lnTo>
                  <a:lnTo>
                    <a:pt x="3060973" y="2929595"/>
                  </a:lnTo>
                  <a:lnTo>
                    <a:pt x="3060973" y="2932076"/>
                  </a:lnTo>
                  <a:lnTo>
                    <a:pt x="3071846" y="2932076"/>
                  </a:lnTo>
                  <a:lnTo>
                    <a:pt x="3071846" y="2932076"/>
                  </a:lnTo>
                  <a:lnTo>
                    <a:pt x="3077283" y="2932076"/>
                  </a:lnTo>
                  <a:lnTo>
                    <a:pt x="3077283" y="2935802"/>
                  </a:lnTo>
                  <a:lnTo>
                    <a:pt x="3088157" y="2935802"/>
                  </a:lnTo>
                  <a:lnTo>
                    <a:pt x="3088157" y="2938286"/>
                  </a:lnTo>
                  <a:lnTo>
                    <a:pt x="3093594" y="2938286"/>
                  </a:lnTo>
                  <a:lnTo>
                    <a:pt x="3093594" y="2940770"/>
                  </a:lnTo>
                  <a:lnTo>
                    <a:pt x="3099031" y="2940770"/>
                  </a:lnTo>
                  <a:lnTo>
                    <a:pt x="3099031" y="2943256"/>
                  </a:lnTo>
                  <a:lnTo>
                    <a:pt x="3104468" y="2943256"/>
                  </a:lnTo>
                  <a:lnTo>
                    <a:pt x="3104468" y="2946986"/>
                  </a:lnTo>
                  <a:lnTo>
                    <a:pt x="3109905" y="2946986"/>
                  </a:lnTo>
                  <a:lnTo>
                    <a:pt x="3109905" y="2949472"/>
                  </a:lnTo>
                  <a:lnTo>
                    <a:pt x="3115342" y="2949472"/>
                  </a:lnTo>
                  <a:lnTo>
                    <a:pt x="3115342" y="2956932"/>
                  </a:lnTo>
                  <a:lnTo>
                    <a:pt x="3126215" y="2956932"/>
                  </a:lnTo>
                  <a:lnTo>
                    <a:pt x="3126215" y="2956932"/>
                  </a:lnTo>
                  <a:lnTo>
                    <a:pt x="3131652" y="2956932"/>
                  </a:lnTo>
                  <a:lnTo>
                    <a:pt x="3131652" y="2959422"/>
                  </a:lnTo>
                  <a:lnTo>
                    <a:pt x="3137089" y="2959422"/>
                  </a:lnTo>
                  <a:lnTo>
                    <a:pt x="3137089" y="2961913"/>
                  </a:lnTo>
                  <a:lnTo>
                    <a:pt x="3142526" y="2961913"/>
                  </a:lnTo>
                  <a:lnTo>
                    <a:pt x="3142526" y="2961913"/>
                  </a:lnTo>
                  <a:lnTo>
                    <a:pt x="3147963" y="2961913"/>
                  </a:lnTo>
                  <a:lnTo>
                    <a:pt x="3147963" y="2965652"/>
                  </a:lnTo>
                  <a:lnTo>
                    <a:pt x="3153400" y="2965652"/>
                  </a:lnTo>
                  <a:lnTo>
                    <a:pt x="3153400" y="2966899"/>
                  </a:lnTo>
                  <a:lnTo>
                    <a:pt x="3158837" y="2966899"/>
                  </a:lnTo>
                  <a:lnTo>
                    <a:pt x="3158837" y="2968147"/>
                  </a:lnTo>
                  <a:lnTo>
                    <a:pt x="3164274" y="2968147"/>
                  </a:lnTo>
                  <a:lnTo>
                    <a:pt x="3164274" y="2975642"/>
                  </a:lnTo>
                  <a:lnTo>
                    <a:pt x="3175147" y="2975642"/>
                  </a:lnTo>
                  <a:lnTo>
                    <a:pt x="3175147" y="2978141"/>
                  </a:lnTo>
                  <a:lnTo>
                    <a:pt x="3180584" y="2978141"/>
                  </a:lnTo>
                  <a:lnTo>
                    <a:pt x="3180584" y="2986885"/>
                  </a:lnTo>
                  <a:lnTo>
                    <a:pt x="3186021" y="2986885"/>
                  </a:lnTo>
                  <a:lnTo>
                    <a:pt x="3186021" y="2988135"/>
                  </a:lnTo>
                  <a:lnTo>
                    <a:pt x="3191458" y="2988135"/>
                  </a:lnTo>
                  <a:lnTo>
                    <a:pt x="3191458" y="2990635"/>
                  </a:lnTo>
                  <a:lnTo>
                    <a:pt x="3196895" y="2990635"/>
                  </a:lnTo>
                  <a:lnTo>
                    <a:pt x="3196895" y="2991886"/>
                  </a:lnTo>
                  <a:lnTo>
                    <a:pt x="3202332" y="2991886"/>
                  </a:lnTo>
                  <a:lnTo>
                    <a:pt x="3202332" y="2994394"/>
                  </a:lnTo>
                  <a:lnTo>
                    <a:pt x="3207769" y="2994394"/>
                  </a:lnTo>
                  <a:lnTo>
                    <a:pt x="3207769" y="2995648"/>
                  </a:lnTo>
                  <a:lnTo>
                    <a:pt x="3213206" y="2995648"/>
                  </a:lnTo>
                  <a:lnTo>
                    <a:pt x="3213206" y="3000666"/>
                  </a:lnTo>
                  <a:lnTo>
                    <a:pt x="3218643" y="3000666"/>
                  </a:lnTo>
                  <a:lnTo>
                    <a:pt x="3218643" y="3004430"/>
                  </a:lnTo>
                  <a:lnTo>
                    <a:pt x="3224080" y="3004430"/>
                  </a:lnTo>
                  <a:lnTo>
                    <a:pt x="3224080" y="3008194"/>
                  </a:lnTo>
                  <a:lnTo>
                    <a:pt x="3229516" y="3008194"/>
                  </a:lnTo>
                  <a:lnTo>
                    <a:pt x="3229516" y="3008194"/>
                  </a:lnTo>
                  <a:lnTo>
                    <a:pt x="3234953" y="3008194"/>
                  </a:lnTo>
                  <a:lnTo>
                    <a:pt x="3234953" y="3013219"/>
                  </a:lnTo>
                  <a:lnTo>
                    <a:pt x="3240390" y="3013219"/>
                  </a:lnTo>
                  <a:lnTo>
                    <a:pt x="3240390" y="3013219"/>
                  </a:lnTo>
                  <a:lnTo>
                    <a:pt x="3245827" y="3013219"/>
                  </a:lnTo>
                  <a:lnTo>
                    <a:pt x="3245827" y="3016995"/>
                  </a:lnTo>
                  <a:lnTo>
                    <a:pt x="3251264" y="3016995"/>
                  </a:lnTo>
                  <a:lnTo>
                    <a:pt x="3251264" y="3019515"/>
                  </a:lnTo>
                  <a:lnTo>
                    <a:pt x="3256701" y="3019515"/>
                  </a:lnTo>
                  <a:lnTo>
                    <a:pt x="3256701" y="3019515"/>
                  </a:lnTo>
                  <a:lnTo>
                    <a:pt x="3262138" y="3019515"/>
                  </a:lnTo>
                  <a:lnTo>
                    <a:pt x="3262138" y="3020776"/>
                  </a:lnTo>
                  <a:lnTo>
                    <a:pt x="3267575" y="3020776"/>
                  </a:lnTo>
                  <a:lnTo>
                    <a:pt x="3267575" y="3022037"/>
                  </a:lnTo>
                  <a:lnTo>
                    <a:pt x="3273012" y="3022037"/>
                  </a:lnTo>
                  <a:lnTo>
                    <a:pt x="3273012" y="3023299"/>
                  </a:lnTo>
                  <a:lnTo>
                    <a:pt x="3278449" y="3023299"/>
                  </a:lnTo>
                  <a:lnTo>
                    <a:pt x="3278449" y="3025828"/>
                  </a:lnTo>
                  <a:lnTo>
                    <a:pt x="3283885" y="3025828"/>
                  </a:lnTo>
                  <a:lnTo>
                    <a:pt x="3283885" y="3029621"/>
                  </a:lnTo>
                  <a:lnTo>
                    <a:pt x="3289322" y="3029621"/>
                  </a:lnTo>
                  <a:lnTo>
                    <a:pt x="3289322" y="3032151"/>
                  </a:lnTo>
                  <a:lnTo>
                    <a:pt x="3294759" y="3032151"/>
                  </a:lnTo>
                  <a:lnTo>
                    <a:pt x="3294759" y="3033418"/>
                  </a:lnTo>
                  <a:lnTo>
                    <a:pt x="3300196" y="3033418"/>
                  </a:lnTo>
                  <a:lnTo>
                    <a:pt x="3300196" y="3037219"/>
                  </a:lnTo>
                  <a:lnTo>
                    <a:pt x="3305633" y="3037219"/>
                  </a:lnTo>
                  <a:lnTo>
                    <a:pt x="3305633" y="3039754"/>
                  </a:lnTo>
                  <a:lnTo>
                    <a:pt x="3311070" y="3039754"/>
                  </a:lnTo>
                  <a:lnTo>
                    <a:pt x="3311070" y="3042291"/>
                  </a:lnTo>
                  <a:lnTo>
                    <a:pt x="3316507" y="3042291"/>
                  </a:lnTo>
                  <a:lnTo>
                    <a:pt x="3316507" y="3044833"/>
                  </a:lnTo>
                  <a:lnTo>
                    <a:pt x="3321944" y="3044833"/>
                  </a:lnTo>
                  <a:lnTo>
                    <a:pt x="3321944" y="3044833"/>
                  </a:lnTo>
                  <a:lnTo>
                    <a:pt x="3332817" y="3044833"/>
                  </a:lnTo>
                  <a:lnTo>
                    <a:pt x="3332817" y="3046105"/>
                  </a:lnTo>
                  <a:lnTo>
                    <a:pt x="3343691" y="3046105"/>
                  </a:lnTo>
                  <a:lnTo>
                    <a:pt x="3343691" y="3049922"/>
                  </a:lnTo>
                  <a:lnTo>
                    <a:pt x="3349128" y="3049922"/>
                  </a:lnTo>
                  <a:lnTo>
                    <a:pt x="3349128" y="3053738"/>
                  </a:lnTo>
                  <a:lnTo>
                    <a:pt x="3354565" y="3053738"/>
                  </a:lnTo>
                  <a:lnTo>
                    <a:pt x="3354565" y="3056286"/>
                  </a:lnTo>
                  <a:lnTo>
                    <a:pt x="3360002" y="3056286"/>
                  </a:lnTo>
                  <a:lnTo>
                    <a:pt x="3360002" y="3058835"/>
                  </a:lnTo>
                  <a:lnTo>
                    <a:pt x="3365439" y="3058835"/>
                  </a:lnTo>
                  <a:lnTo>
                    <a:pt x="3365439" y="3062658"/>
                  </a:lnTo>
                  <a:lnTo>
                    <a:pt x="3370876" y="3062658"/>
                  </a:lnTo>
                  <a:lnTo>
                    <a:pt x="3370876" y="3066481"/>
                  </a:lnTo>
                  <a:lnTo>
                    <a:pt x="3381750" y="3066481"/>
                  </a:lnTo>
                  <a:lnTo>
                    <a:pt x="3381750" y="3067755"/>
                  </a:lnTo>
                  <a:lnTo>
                    <a:pt x="3387186" y="3067755"/>
                  </a:lnTo>
                  <a:lnTo>
                    <a:pt x="3387186" y="3069031"/>
                  </a:lnTo>
                  <a:lnTo>
                    <a:pt x="3392623" y="3069031"/>
                  </a:lnTo>
                  <a:lnTo>
                    <a:pt x="3392623" y="3070311"/>
                  </a:lnTo>
                  <a:lnTo>
                    <a:pt x="3398060" y="3070311"/>
                  </a:lnTo>
                  <a:lnTo>
                    <a:pt x="3398060" y="3071591"/>
                  </a:lnTo>
                  <a:lnTo>
                    <a:pt x="3403497" y="3071591"/>
                  </a:lnTo>
                  <a:lnTo>
                    <a:pt x="3403497" y="3074153"/>
                  </a:lnTo>
                  <a:lnTo>
                    <a:pt x="3408934" y="3074153"/>
                  </a:lnTo>
                  <a:lnTo>
                    <a:pt x="3408934" y="3075436"/>
                  </a:lnTo>
                  <a:lnTo>
                    <a:pt x="3414371" y="3075436"/>
                  </a:lnTo>
                  <a:lnTo>
                    <a:pt x="3414371" y="3079283"/>
                  </a:lnTo>
                  <a:lnTo>
                    <a:pt x="3419808" y="3079283"/>
                  </a:lnTo>
                  <a:lnTo>
                    <a:pt x="3419808" y="3081848"/>
                  </a:lnTo>
                  <a:lnTo>
                    <a:pt x="3425245" y="3081848"/>
                  </a:lnTo>
                  <a:lnTo>
                    <a:pt x="3425245" y="3083132"/>
                  </a:lnTo>
                  <a:lnTo>
                    <a:pt x="3430682" y="3083132"/>
                  </a:lnTo>
                  <a:lnTo>
                    <a:pt x="3430682" y="3086990"/>
                  </a:lnTo>
                  <a:lnTo>
                    <a:pt x="3436119" y="3086990"/>
                  </a:lnTo>
                  <a:lnTo>
                    <a:pt x="3436119" y="3089563"/>
                  </a:lnTo>
                  <a:lnTo>
                    <a:pt x="3446992" y="3089563"/>
                  </a:lnTo>
                  <a:lnTo>
                    <a:pt x="3446992" y="3090849"/>
                  </a:lnTo>
                  <a:lnTo>
                    <a:pt x="3452429" y="3090849"/>
                  </a:lnTo>
                  <a:lnTo>
                    <a:pt x="3452429" y="3092135"/>
                  </a:lnTo>
                  <a:lnTo>
                    <a:pt x="3457866" y="3092135"/>
                  </a:lnTo>
                  <a:lnTo>
                    <a:pt x="3457866" y="3097286"/>
                  </a:lnTo>
                  <a:lnTo>
                    <a:pt x="3463303" y="3097286"/>
                  </a:lnTo>
                  <a:lnTo>
                    <a:pt x="3463303" y="3099862"/>
                  </a:lnTo>
                  <a:lnTo>
                    <a:pt x="3468740" y="3099862"/>
                  </a:lnTo>
                  <a:lnTo>
                    <a:pt x="3468740" y="3102443"/>
                  </a:lnTo>
                  <a:lnTo>
                    <a:pt x="3474177" y="3102443"/>
                  </a:lnTo>
                  <a:lnTo>
                    <a:pt x="3474177" y="3105024"/>
                  </a:lnTo>
                  <a:lnTo>
                    <a:pt x="3479614" y="3105024"/>
                  </a:lnTo>
                  <a:lnTo>
                    <a:pt x="3479614" y="3107606"/>
                  </a:lnTo>
                  <a:lnTo>
                    <a:pt x="3485051" y="3107606"/>
                  </a:lnTo>
                  <a:lnTo>
                    <a:pt x="3485051" y="3108897"/>
                  </a:lnTo>
                  <a:lnTo>
                    <a:pt x="3490487" y="3108897"/>
                  </a:lnTo>
                  <a:lnTo>
                    <a:pt x="3490487" y="3108897"/>
                  </a:lnTo>
                  <a:lnTo>
                    <a:pt x="3495924" y="3108897"/>
                  </a:lnTo>
                  <a:lnTo>
                    <a:pt x="3495924" y="3111483"/>
                  </a:lnTo>
                  <a:lnTo>
                    <a:pt x="3501361" y="3111483"/>
                  </a:lnTo>
                  <a:lnTo>
                    <a:pt x="3501361" y="3112778"/>
                  </a:lnTo>
                  <a:lnTo>
                    <a:pt x="3506798" y="3112778"/>
                  </a:lnTo>
                  <a:lnTo>
                    <a:pt x="3506798" y="3114075"/>
                  </a:lnTo>
                  <a:lnTo>
                    <a:pt x="3512235" y="3114075"/>
                  </a:lnTo>
                  <a:lnTo>
                    <a:pt x="3512235" y="3116672"/>
                  </a:lnTo>
                  <a:lnTo>
                    <a:pt x="3517672" y="3116672"/>
                  </a:lnTo>
                  <a:lnTo>
                    <a:pt x="3517672" y="3117970"/>
                  </a:lnTo>
                  <a:lnTo>
                    <a:pt x="3523109" y="3117970"/>
                  </a:lnTo>
                  <a:lnTo>
                    <a:pt x="3523109" y="3120570"/>
                  </a:lnTo>
                  <a:lnTo>
                    <a:pt x="3528546" y="3120570"/>
                  </a:lnTo>
                  <a:lnTo>
                    <a:pt x="3528546" y="3120570"/>
                  </a:lnTo>
                  <a:lnTo>
                    <a:pt x="3533983" y="3120570"/>
                  </a:lnTo>
                  <a:lnTo>
                    <a:pt x="3533983" y="3120570"/>
                  </a:lnTo>
                  <a:lnTo>
                    <a:pt x="3539420" y="3120570"/>
                  </a:lnTo>
                  <a:lnTo>
                    <a:pt x="3539420" y="3120570"/>
                  </a:lnTo>
                  <a:lnTo>
                    <a:pt x="3550293" y="3120570"/>
                  </a:lnTo>
                  <a:lnTo>
                    <a:pt x="3550293" y="3124486"/>
                  </a:lnTo>
                  <a:lnTo>
                    <a:pt x="3555730" y="3124486"/>
                  </a:lnTo>
                  <a:lnTo>
                    <a:pt x="3555730" y="3127102"/>
                  </a:lnTo>
                  <a:lnTo>
                    <a:pt x="3561167" y="3127102"/>
                  </a:lnTo>
                  <a:lnTo>
                    <a:pt x="3561167" y="3128409"/>
                  </a:lnTo>
                  <a:lnTo>
                    <a:pt x="3566604" y="3128409"/>
                  </a:lnTo>
                  <a:lnTo>
                    <a:pt x="3566604" y="3129717"/>
                  </a:lnTo>
                  <a:lnTo>
                    <a:pt x="3572041" y="3129717"/>
                  </a:lnTo>
                  <a:lnTo>
                    <a:pt x="3572041" y="3131026"/>
                  </a:lnTo>
                  <a:lnTo>
                    <a:pt x="3577478" y="3131026"/>
                  </a:lnTo>
                  <a:lnTo>
                    <a:pt x="3577478" y="3131026"/>
                  </a:lnTo>
                  <a:lnTo>
                    <a:pt x="3582915" y="3131026"/>
                  </a:lnTo>
                  <a:lnTo>
                    <a:pt x="3582915" y="3133649"/>
                  </a:lnTo>
                  <a:lnTo>
                    <a:pt x="3588352" y="3133649"/>
                  </a:lnTo>
                  <a:lnTo>
                    <a:pt x="3588352" y="3134961"/>
                  </a:lnTo>
                  <a:lnTo>
                    <a:pt x="3593789" y="3134961"/>
                  </a:lnTo>
                  <a:lnTo>
                    <a:pt x="3593789" y="3138899"/>
                  </a:lnTo>
                  <a:lnTo>
                    <a:pt x="3599225" y="3138899"/>
                  </a:lnTo>
                  <a:lnTo>
                    <a:pt x="3599225" y="3141524"/>
                  </a:lnTo>
                  <a:lnTo>
                    <a:pt x="3604662" y="3141524"/>
                  </a:lnTo>
                  <a:lnTo>
                    <a:pt x="3604662" y="3142836"/>
                  </a:lnTo>
                  <a:lnTo>
                    <a:pt x="3615536" y="3142836"/>
                  </a:lnTo>
                  <a:lnTo>
                    <a:pt x="3615536" y="3142836"/>
                  </a:lnTo>
                  <a:lnTo>
                    <a:pt x="3620973" y="3142836"/>
                  </a:lnTo>
                  <a:lnTo>
                    <a:pt x="3620973" y="3144151"/>
                  </a:lnTo>
                  <a:lnTo>
                    <a:pt x="3626410" y="3144151"/>
                  </a:lnTo>
                  <a:lnTo>
                    <a:pt x="3626410" y="3146779"/>
                  </a:lnTo>
                  <a:lnTo>
                    <a:pt x="3631847" y="3146779"/>
                  </a:lnTo>
                  <a:lnTo>
                    <a:pt x="3631847" y="3148094"/>
                  </a:lnTo>
                  <a:lnTo>
                    <a:pt x="3637284" y="3148094"/>
                  </a:lnTo>
                  <a:lnTo>
                    <a:pt x="3637284" y="3149409"/>
                  </a:lnTo>
                  <a:lnTo>
                    <a:pt x="3648158" y="3149409"/>
                  </a:lnTo>
                  <a:lnTo>
                    <a:pt x="3648158" y="3150724"/>
                  </a:lnTo>
                  <a:lnTo>
                    <a:pt x="3653594" y="3150724"/>
                  </a:lnTo>
                  <a:lnTo>
                    <a:pt x="3653594" y="3152041"/>
                  </a:lnTo>
                  <a:lnTo>
                    <a:pt x="3659031" y="3152041"/>
                  </a:lnTo>
                  <a:lnTo>
                    <a:pt x="3659031" y="3155998"/>
                  </a:lnTo>
                  <a:lnTo>
                    <a:pt x="3675342" y="3155998"/>
                  </a:lnTo>
                  <a:lnTo>
                    <a:pt x="3675342" y="3157317"/>
                  </a:lnTo>
                  <a:lnTo>
                    <a:pt x="3680779" y="3157317"/>
                  </a:lnTo>
                  <a:lnTo>
                    <a:pt x="3680779" y="3158638"/>
                  </a:lnTo>
                  <a:lnTo>
                    <a:pt x="3686216" y="3158638"/>
                  </a:lnTo>
                  <a:lnTo>
                    <a:pt x="3686216" y="3161279"/>
                  </a:lnTo>
                  <a:lnTo>
                    <a:pt x="3691653" y="3161279"/>
                  </a:lnTo>
                  <a:lnTo>
                    <a:pt x="3691653" y="3163920"/>
                  </a:lnTo>
                  <a:lnTo>
                    <a:pt x="3697090" y="3163920"/>
                  </a:lnTo>
                  <a:lnTo>
                    <a:pt x="3697090" y="3166568"/>
                  </a:lnTo>
                  <a:lnTo>
                    <a:pt x="3702526" y="3166568"/>
                  </a:lnTo>
                  <a:lnTo>
                    <a:pt x="3702526" y="3166568"/>
                  </a:lnTo>
                  <a:lnTo>
                    <a:pt x="3707963" y="3166568"/>
                  </a:lnTo>
                  <a:lnTo>
                    <a:pt x="3707963" y="3169222"/>
                  </a:lnTo>
                  <a:lnTo>
                    <a:pt x="3713400" y="3169222"/>
                  </a:lnTo>
                  <a:lnTo>
                    <a:pt x="3713400" y="3171877"/>
                  </a:lnTo>
                  <a:lnTo>
                    <a:pt x="3718837" y="3171877"/>
                  </a:lnTo>
                  <a:lnTo>
                    <a:pt x="3718837" y="3174533"/>
                  </a:lnTo>
                  <a:lnTo>
                    <a:pt x="3724274" y="3174533"/>
                  </a:lnTo>
                  <a:lnTo>
                    <a:pt x="3724274" y="3177189"/>
                  </a:lnTo>
                  <a:lnTo>
                    <a:pt x="3729711" y="3177189"/>
                  </a:lnTo>
                  <a:lnTo>
                    <a:pt x="3729711" y="3181172"/>
                  </a:lnTo>
                  <a:lnTo>
                    <a:pt x="3735148" y="3181172"/>
                  </a:lnTo>
                  <a:lnTo>
                    <a:pt x="3735148" y="3182501"/>
                  </a:lnTo>
                  <a:lnTo>
                    <a:pt x="3746022" y="3182501"/>
                  </a:lnTo>
                  <a:lnTo>
                    <a:pt x="3746022" y="3185164"/>
                  </a:lnTo>
                  <a:lnTo>
                    <a:pt x="3751459" y="3185164"/>
                  </a:lnTo>
                  <a:lnTo>
                    <a:pt x="3751459" y="3186495"/>
                  </a:lnTo>
                  <a:lnTo>
                    <a:pt x="3756895" y="3186495"/>
                  </a:lnTo>
                  <a:lnTo>
                    <a:pt x="3756895" y="3190497"/>
                  </a:lnTo>
                  <a:lnTo>
                    <a:pt x="3767769" y="3190497"/>
                  </a:lnTo>
                  <a:lnTo>
                    <a:pt x="3767769" y="3191831"/>
                  </a:lnTo>
                  <a:lnTo>
                    <a:pt x="3773206" y="3191831"/>
                  </a:lnTo>
                  <a:lnTo>
                    <a:pt x="3773206" y="3194503"/>
                  </a:lnTo>
                  <a:lnTo>
                    <a:pt x="3778643" y="3194503"/>
                  </a:lnTo>
                  <a:lnTo>
                    <a:pt x="3778643" y="3195839"/>
                  </a:lnTo>
                  <a:lnTo>
                    <a:pt x="3784080" y="3195839"/>
                  </a:lnTo>
                  <a:lnTo>
                    <a:pt x="3784080" y="3197176"/>
                  </a:lnTo>
                  <a:lnTo>
                    <a:pt x="3789517" y="3197176"/>
                  </a:lnTo>
                  <a:lnTo>
                    <a:pt x="3789517" y="3199854"/>
                  </a:lnTo>
                  <a:lnTo>
                    <a:pt x="3794954" y="3199854"/>
                  </a:lnTo>
                  <a:lnTo>
                    <a:pt x="3794954" y="3199854"/>
                  </a:lnTo>
                  <a:lnTo>
                    <a:pt x="3805828" y="3199854"/>
                  </a:lnTo>
                  <a:lnTo>
                    <a:pt x="3805828" y="3202534"/>
                  </a:lnTo>
                  <a:lnTo>
                    <a:pt x="3811264" y="3202534"/>
                  </a:lnTo>
                  <a:lnTo>
                    <a:pt x="3811264" y="3202534"/>
                  </a:lnTo>
                  <a:lnTo>
                    <a:pt x="3816701" y="3202534"/>
                  </a:lnTo>
                  <a:lnTo>
                    <a:pt x="3816701" y="3203878"/>
                  </a:lnTo>
                  <a:lnTo>
                    <a:pt x="3827575" y="3203878"/>
                  </a:lnTo>
                  <a:lnTo>
                    <a:pt x="3827575" y="3203878"/>
                  </a:lnTo>
                  <a:lnTo>
                    <a:pt x="3838449" y="3203878"/>
                  </a:lnTo>
                  <a:lnTo>
                    <a:pt x="3838449" y="3206569"/>
                  </a:lnTo>
                  <a:lnTo>
                    <a:pt x="3843886" y="3206569"/>
                  </a:lnTo>
                  <a:lnTo>
                    <a:pt x="3843886" y="3209263"/>
                  </a:lnTo>
                  <a:lnTo>
                    <a:pt x="3849323" y="3209263"/>
                  </a:lnTo>
                  <a:lnTo>
                    <a:pt x="3849323" y="3211961"/>
                  </a:lnTo>
                  <a:lnTo>
                    <a:pt x="3854760" y="3211961"/>
                  </a:lnTo>
                  <a:lnTo>
                    <a:pt x="3854760" y="3214660"/>
                  </a:lnTo>
                  <a:lnTo>
                    <a:pt x="3860197" y="3214660"/>
                  </a:lnTo>
                  <a:lnTo>
                    <a:pt x="3860197" y="3214660"/>
                  </a:lnTo>
                  <a:lnTo>
                    <a:pt x="3865633" y="3214660"/>
                  </a:lnTo>
                  <a:lnTo>
                    <a:pt x="3865633" y="3216011"/>
                  </a:lnTo>
                  <a:lnTo>
                    <a:pt x="3871070" y="3216011"/>
                  </a:lnTo>
                  <a:lnTo>
                    <a:pt x="3871070" y="3218715"/>
                  </a:lnTo>
                  <a:lnTo>
                    <a:pt x="3876507" y="3218715"/>
                  </a:lnTo>
                  <a:lnTo>
                    <a:pt x="3876507" y="3221419"/>
                  </a:lnTo>
                  <a:lnTo>
                    <a:pt x="3881944" y="3221419"/>
                  </a:lnTo>
                  <a:lnTo>
                    <a:pt x="3881944" y="3222770"/>
                  </a:lnTo>
                  <a:lnTo>
                    <a:pt x="3887381" y="3222770"/>
                  </a:lnTo>
                  <a:lnTo>
                    <a:pt x="3887381" y="3224124"/>
                  </a:lnTo>
                  <a:lnTo>
                    <a:pt x="3892818" y="3224124"/>
                  </a:lnTo>
                  <a:lnTo>
                    <a:pt x="3892818" y="3225479"/>
                  </a:lnTo>
                  <a:lnTo>
                    <a:pt x="3898255" y="3225479"/>
                  </a:lnTo>
                  <a:lnTo>
                    <a:pt x="3898255" y="3228188"/>
                  </a:lnTo>
                  <a:lnTo>
                    <a:pt x="3909129" y="3228188"/>
                  </a:lnTo>
                  <a:lnTo>
                    <a:pt x="3909129" y="3230899"/>
                  </a:lnTo>
                  <a:lnTo>
                    <a:pt x="3914565" y="3230899"/>
                  </a:lnTo>
                  <a:lnTo>
                    <a:pt x="3914565" y="3233611"/>
                  </a:lnTo>
                  <a:lnTo>
                    <a:pt x="3920002" y="3233611"/>
                  </a:lnTo>
                  <a:lnTo>
                    <a:pt x="3920002" y="3237683"/>
                  </a:lnTo>
                  <a:lnTo>
                    <a:pt x="3925439" y="3237683"/>
                  </a:lnTo>
                  <a:lnTo>
                    <a:pt x="3925439" y="3237683"/>
                  </a:lnTo>
                  <a:lnTo>
                    <a:pt x="3930876" y="3237683"/>
                  </a:lnTo>
                  <a:lnTo>
                    <a:pt x="3930876" y="3237683"/>
                  </a:lnTo>
                  <a:lnTo>
                    <a:pt x="3936313" y="3237683"/>
                  </a:lnTo>
                  <a:lnTo>
                    <a:pt x="3936313" y="3241771"/>
                  </a:lnTo>
                  <a:lnTo>
                    <a:pt x="3947187" y="3241771"/>
                  </a:lnTo>
                  <a:lnTo>
                    <a:pt x="3947187" y="3243134"/>
                  </a:lnTo>
                  <a:lnTo>
                    <a:pt x="3958061" y="3243134"/>
                  </a:lnTo>
                  <a:lnTo>
                    <a:pt x="3958061" y="3245859"/>
                  </a:lnTo>
                  <a:lnTo>
                    <a:pt x="3963498" y="3245859"/>
                  </a:lnTo>
                  <a:lnTo>
                    <a:pt x="3963498" y="3249950"/>
                  </a:lnTo>
                  <a:lnTo>
                    <a:pt x="3968934" y="3249950"/>
                  </a:lnTo>
                  <a:lnTo>
                    <a:pt x="3968934" y="3249950"/>
                  </a:lnTo>
                  <a:lnTo>
                    <a:pt x="3974371" y="3249950"/>
                  </a:lnTo>
                  <a:lnTo>
                    <a:pt x="3974371" y="3254048"/>
                  </a:lnTo>
                  <a:lnTo>
                    <a:pt x="3979808" y="3254048"/>
                  </a:lnTo>
                  <a:lnTo>
                    <a:pt x="3979808" y="3255415"/>
                  </a:lnTo>
                  <a:lnTo>
                    <a:pt x="3985245" y="3255415"/>
                  </a:lnTo>
                  <a:lnTo>
                    <a:pt x="3985245" y="3256784"/>
                  </a:lnTo>
                  <a:lnTo>
                    <a:pt x="3990682" y="3256784"/>
                  </a:lnTo>
                  <a:lnTo>
                    <a:pt x="3990682" y="3258153"/>
                  </a:lnTo>
                  <a:lnTo>
                    <a:pt x="3996119" y="3258153"/>
                  </a:lnTo>
                  <a:lnTo>
                    <a:pt x="3996119" y="3258153"/>
                  </a:lnTo>
                  <a:lnTo>
                    <a:pt x="4001556" y="3258153"/>
                  </a:lnTo>
                  <a:lnTo>
                    <a:pt x="4001556" y="3259525"/>
                  </a:lnTo>
                  <a:lnTo>
                    <a:pt x="4006993" y="3259525"/>
                  </a:lnTo>
                  <a:lnTo>
                    <a:pt x="4006993" y="3262272"/>
                  </a:lnTo>
                  <a:lnTo>
                    <a:pt x="4012430" y="3262272"/>
                  </a:lnTo>
                  <a:lnTo>
                    <a:pt x="4012430" y="3263648"/>
                  </a:lnTo>
                  <a:lnTo>
                    <a:pt x="4017867" y="3263648"/>
                  </a:lnTo>
                  <a:lnTo>
                    <a:pt x="4017867" y="3267780"/>
                  </a:lnTo>
                  <a:lnTo>
                    <a:pt x="4023303" y="3267780"/>
                  </a:lnTo>
                  <a:lnTo>
                    <a:pt x="4023303" y="3270536"/>
                  </a:lnTo>
                  <a:lnTo>
                    <a:pt x="4028740" y="3270536"/>
                  </a:lnTo>
                  <a:lnTo>
                    <a:pt x="4028740" y="3274671"/>
                  </a:lnTo>
                  <a:lnTo>
                    <a:pt x="4034177" y="3274671"/>
                  </a:lnTo>
                  <a:lnTo>
                    <a:pt x="4034177" y="3274671"/>
                  </a:lnTo>
                  <a:lnTo>
                    <a:pt x="4039614" y="3274671"/>
                  </a:lnTo>
                  <a:lnTo>
                    <a:pt x="4039614" y="3276055"/>
                  </a:lnTo>
                  <a:lnTo>
                    <a:pt x="4045051" y="3276055"/>
                  </a:lnTo>
                  <a:lnTo>
                    <a:pt x="4045051" y="3277441"/>
                  </a:lnTo>
                  <a:lnTo>
                    <a:pt x="4055925" y="3277441"/>
                  </a:lnTo>
                  <a:lnTo>
                    <a:pt x="4055925" y="3280213"/>
                  </a:lnTo>
                  <a:lnTo>
                    <a:pt x="4061362" y="3280213"/>
                  </a:lnTo>
                  <a:lnTo>
                    <a:pt x="4061362" y="3281599"/>
                  </a:lnTo>
                  <a:lnTo>
                    <a:pt x="4066799" y="3281599"/>
                  </a:lnTo>
                  <a:lnTo>
                    <a:pt x="4066799" y="3284375"/>
                  </a:lnTo>
                  <a:lnTo>
                    <a:pt x="4072235" y="3284375"/>
                  </a:lnTo>
                  <a:lnTo>
                    <a:pt x="4072235" y="3288547"/>
                  </a:lnTo>
                  <a:lnTo>
                    <a:pt x="4077672" y="3288547"/>
                  </a:lnTo>
                  <a:lnTo>
                    <a:pt x="4077672" y="3288547"/>
                  </a:lnTo>
                  <a:lnTo>
                    <a:pt x="4083109" y="3288547"/>
                  </a:lnTo>
                  <a:lnTo>
                    <a:pt x="4083109" y="3289939"/>
                  </a:lnTo>
                  <a:lnTo>
                    <a:pt x="4088546" y="3289939"/>
                  </a:lnTo>
                  <a:lnTo>
                    <a:pt x="4088546" y="3292724"/>
                  </a:lnTo>
                  <a:lnTo>
                    <a:pt x="4093983" y="3292724"/>
                  </a:lnTo>
                  <a:lnTo>
                    <a:pt x="4093983" y="3292724"/>
                  </a:lnTo>
                  <a:lnTo>
                    <a:pt x="4099420" y="3292724"/>
                  </a:lnTo>
                  <a:lnTo>
                    <a:pt x="4099420" y="3294119"/>
                  </a:lnTo>
                  <a:lnTo>
                    <a:pt x="4110294" y="3294119"/>
                  </a:lnTo>
                  <a:lnTo>
                    <a:pt x="4110294" y="3295515"/>
                  </a:lnTo>
                  <a:lnTo>
                    <a:pt x="4115731" y="3295515"/>
                  </a:lnTo>
                  <a:lnTo>
                    <a:pt x="4115731" y="3296914"/>
                  </a:lnTo>
                  <a:lnTo>
                    <a:pt x="4126604" y="3296914"/>
                  </a:lnTo>
                  <a:lnTo>
                    <a:pt x="4126604" y="3298313"/>
                  </a:lnTo>
                  <a:lnTo>
                    <a:pt x="4137478" y="3298313"/>
                  </a:lnTo>
                  <a:lnTo>
                    <a:pt x="4137478" y="3301113"/>
                  </a:lnTo>
                  <a:lnTo>
                    <a:pt x="4148352" y="3301113"/>
                  </a:lnTo>
                  <a:lnTo>
                    <a:pt x="4148352" y="3302514"/>
                  </a:lnTo>
                  <a:lnTo>
                    <a:pt x="4153789" y="3302514"/>
                  </a:lnTo>
                  <a:lnTo>
                    <a:pt x="4153789" y="3303915"/>
                  </a:lnTo>
                  <a:lnTo>
                    <a:pt x="4159226" y="3303915"/>
                  </a:lnTo>
                  <a:lnTo>
                    <a:pt x="4159226" y="3305318"/>
                  </a:lnTo>
                  <a:lnTo>
                    <a:pt x="4170100" y="3305318"/>
                  </a:lnTo>
                  <a:lnTo>
                    <a:pt x="4170100" y="3306723"/>
                  </a:lnTo>
                  <a:lnTo>
                    <a:pt x="4180973" y="3306723"/>
                  </a:lnTo>
                  <a:lnTo>
                    <a:pt x="4180973" y="3309533"/>
                  </a:lnTo>
                  <a:lnTo>
                    <a:pt x="4186410" y="3309533"/>
                  </a:lnTo>
                  <a:lnTo>
                    <a:pt x="4186410" y="3310938"/>
                  </a:lnTo>
                  <a:lnTo>
                    <a:pt x="4191847" y="3310938"/>
                  </a:lnTo>
                  <a:lnTo>
                    <a:pt x="4191847" y="3312347"/>
                  </a:lnTo>
                  <a:lnTo>
                    <a:pt x="4197284" y="3312347"/>
                  </a:lnTo>
                  <a:lnTo>
                    <a:pt x="4197284" y="3313756"/>
                  </a:lnTo>
                  <a:lnTo>
                    <a:pt x="4208158" y="3313756"/>
                  </a:lnTo>
                  <a:lnTo>
                    <a:pt x="4208158" y="3316576"/>
                  </a:lnTo>
                  <a:lnTo>
                    <a:pt x="4213595" y="3316576"/>
                  </a:lnTo>
                  <a:lnTo>
                    <a:pt x="4213595" y="3317987"/>
                  </a:lnTo>
                  <a:lnTo>
                    <a:pt x="4219032" y="3317987"/>
                  </a:lnTo>
                  <a:lnTo>
                    <a:pt x="4219032" y="3322217"/>
                  </a:lnTo>
                  <a:lnTo>
                    <a:pt x="4224469" y="3322217"/>
                  </a:lnTo>
                  <a:lnTo>
                    <a:pt x="4224469" y="3322217"/>
                  </a:lnTo>
                  <a:lnTo>
                    <a:pt x="4229906" y="3322217"/>
                  </a:lnTo>
                  <a:lnTo>
                    <a:pt x="4229906" y="3323636"/>
                  </a:lnTo>
                  <a:lnTo>
                    <a:pt x="4235342" y="3323636"/>
                  </a:lnTo>
                  <a:lnTo>
                    <a:pt x="4235342" y="3329309"/>
                  </a:lnTo>
                  <a:lnTo>
                    <a:pt x="4246216" y="3329309"/>
                  </a:lnTo>
                  <a:lnTo>
                    <a:pt x="4246216" y="3333564"/>
                  </a:lnTo>
                  <a:lnTo>
                    <a:pt x="4257090" y="3333564"/>
                  </a:lnTo>
                  <a:lnTo>
                    <a:pt x="4257090" y="3339242"/>
                  </a:lnTo>
                  <a:lnTo>
                    <a:pt x="4262527" y="3339242"/>
                  </a:lnTo>
                  <a:lnTo>
                    <a:pt x="4262527" y="3340663"/>
                  </a:lnTo>
                  <a:lnTo>
                    <a:pt x="4267964" y="3340663"/>
                  </a:lnTo>
                  <a:lnTo>
                    <a:pt x="4267964" y="3342086"/>
                  </a:lnTo>
                  <a:lnTo>
                    <a:pt x="4273401" y="3342086"/>
                  </a:lnTo>
                  <a:lnTo>
                    <a:pt x="4273401" y="3342086"/>
                  </a:lnTo>
                  <a:lnTo>
                    <a:pt x="4278838" y="3342086"/>
                  </a:lnTo>
                  <a:lnTo>
                    <a:pt x="4278838" y="3343511"/>
                  </a:lnTo>
                  <a:lnTo>
                    <a:pt x="4284274" y="3343511"/>
                  </a:lnTo>
                  <a:lnTo>
                    <a:pt x="4284274" y="3346360"/>
                  </a:lnTo>
                  <a:lnTo>
                    <a:pt x="4289711" y="3346360"/>
                  </a:lnTo>
                  <a:lnTo>
                    <a:pt x="4289711" y="3349209"/>
                  </a:lnTo>
                  <a:lnTo>
                    <a:pt x="4295148" y="3349209"/>
                  </a:lnTo>
                  <a:lnTo>
                    <a:pt x="4295148" y="3352058"/>
                  </a:lnTo>
                  <a:lnTo>
                    <a:pt x="4300585" y="3352058"/>
                  </a:lnTo>
                  <a:lnTo>
                    <a:pt x="4300585" y="3352058"/>
                  </a:lnTo>
                  <a:lnTo>
                    <a:pt x="4306022" y="3352058"/>
                  </a:lnTo>
                  <a:lnTo>
                    <a:pt x="4306022" y="3356335"/>
                  </a:lnTo>
                  <a:lnTo>
                    <a:pt x="4311459" y="3356335"/>
                  </a:lnTo>
                  <a:lnTo>
                    <a:pt x="4311459" y="3357763"/>
                  </a:lnTo>
                  <a:lnTo>
                    <a:pt x="4316896" y="3357763"/>
                  </a:lnTo>
                  <a:lnTo>
                    <a:pt x="4316896" y="3359190"/>
                  </a:lnTo>
                  <a:lnTo>
                    <a:pt x="4322333" y="3359190"/>
                  </a:lnTo>
                  <a:lnTo>
                    <a:pt x="4322333" y="3360618"/>
                  </a:lnTo>
                  <a:lnTo>
                    <a:pt x="4327770" y="3360618"/>
                  </a:lnTo>
                  <a:lnTo>
                    <a:pt x="4327770" y="3362047"/>
                  </a:lnTo>
                  <a:lnTo>
                    <a:pt x="4333207" y="3362047"/>
                  </a:lnTo>
                  <a:lnTo>
                    <a:pt x="4333207" y="3364904"/>
                  </a:lnTo>
                  <a:lnTo>
                    <a:pt x="4338643" y="3364904"/>
                  </a:lnTo>
                  <a:lnTo>
                    <a:pt x="4338643" y="3373476"/>
                  </a:lnTo>
                  <a:lnTo>
                    <a:pt x="4344080" y="3373476"/>
                  </a:lnTo>
                  <a:lnTo>
                    <a:pt x="4344080" y="3373476"/>
                  </a:lnTo>
                  <a:lnTo>
                    <a:pt x="4349517" y="3373476"/>
                  </a:lnTo>
                  <a:lnTo>
                    <a:pt x="4349517" y="3374908"/>
                  </a:lnTo>
                  <a:lnTo>
                    <a:pt x="4354954" y="3374908"/>
                  </a:lnTo>
                  <a:lnTo>
                    <a:pt x="4354954" y="3376341"/>
                  </a:lnTo>
                  <a:lnTo>
                    <a:pt x="4365828" y="3376341"/>
                  </a:lnTo>
                  <a:lnTo>
                    <a:pt x="4365828" y="3382073"/>
                  </a:lnTo>
                  <a:lnTo>
                    <a:pt x="4371265" y="3382073"/>
                  </a:lnTo>
                  <a:lnTo>
                    <a:pt x="4371265" y="3382073"/>
                  </a:lnTo>
                  <a:lnTo>
                    <a:pt x="4376702" y="3382073"/>
                  </a:lnTo>
                  <a:lnTo>
                    <a:pt x="4376702" y="3382073"/>
                  </a:lnTo>
                  <a:lnTo>
                    <a:pt x="4382139" y="3382073"/>
                  </a:lnTo>
                  <a:lnTo>
                    <a:pt x="4382139" y="3383512"/>
                  </a:lnTo>
                  <a:lnTo>
                    <a:pt x="4393012" y="3383512"/>
                  </a:lnTo>
                  <a:lnTo>
                    <a:pt x="4393012" y="3384951"/>
                  </a:lnTo>
                  <a:lnTo>
                    <a:pt x="4403886" y="3384951"/>
                  </a:lnTo>
                  <a:lnTo>
                    <a:pt x="4403886" y="3386393"/>
                  </a:lnTo>
                  <a:lnTo>
                    <a:pt x="4409323" y="3386393"/>
                  </a:lnTo>
                  <a:lnTo>
                    <a:pt x="4409323" y="3386393"/>
                  </a:lnTo>
                  <a:lnTo>
                    <a:pt x="4420197" y="3386393"/>
                  </a:lnTo>
                  <a:lnTo>
                    <a:pt x="4420197" y="3389285"/>
                  </a:lnTo>
                  <a:lnTo>
                    <a:pt x="4425634" y="3389285"/>
                  </a:lnTo>
                  <a:lnTo>
                    <a:pt x="4425634" y="3392177"/>
                  </a:lnTo>
                  <a:lnTo>
                    <a:pt x="4436508" y="3392177"/>
                  </a:lnTo>
                  <a:lnTo>
                    <a:pt x="4436508" y="3393623"/>
                  </a:lnTo>
                  <a:lnTo>
                    <a:pt x="4447381" y="3393623"/>
                  </a:lnTo>
                  <a:lnTo>
                    <a:pt x="4447381" y="3395069"/>
                  </a:lnTo>
                  <a:lnTo>
                    <a:pt x="4452818" y="3395069"/>
                  </a:lnTo>
                  <a:lnTo>
                    <a:pt x="4452818" y="3396517"/>
                  </a:lnTo>
                  <a:lnTo>
                    <a:pt x="4458255" y="3396517"/>
                  </a:lnTo>
                  <a:lnTo>
                    <a:pt x="4458255" y="3400861"/>
                  </a:lnTo>
                  <a:lnTo>
                    <a:pt x="4463692" y="3400861"/>
                  </a:lnTo>
                  <a:lnTo>
                    <a:pt x="4463692" y="3406654"/>
                  </a:lnTo>
                  <a:lnTo>
                    <a:pt x="4469129" y="3406654"/>
                  </a:lnTo>
                  <a:lnTo>
                    <a:pt x="4469129" y="3406654"/>
                  </a:lnTo>
                  <a:lnTo>
                    <a:pt x="4474566" y="3406654"/>
                  </a:lnTo>
                  <a:lnTo>
                    <a:pt x="4474566" y="3408105"/>
                  </a:lnTo>
                  <a:lnTo>
                    <a:pt x="4485440" y="3408105"/>
                  </a:lnTo>
                  <a:lnTo>
                    <a:pt x="4485440" y="3411008"/>
                  </a:lnTo>
                  <a:lnTo>
                    <a:pt x="4490877" y="3411008"/>
                  </a:lnTo>
                  <a:lnTo>
                    <a:pt x="4490877" y="3415363"/>
                  </a:lnTo>
                  <a:lnTo>
                    <a:pt x="4507187" y="3415363"/>
                  </a:lnTo>
                  <a:lnTo>
                    <a:pt x="4507187" y="3416818"/>
                  </a:lnTo>
                  <a:lnTo>
                    <a:pt x="4512624" y="3416818"/>
                  </a:lnTo>
                  <a:lnTo>
                    <a:pt x="4512624" y="3416818"/>
                  </a:lnTo>
                  <a:lnTo>
                    <a:pt x="4518061" y="3416818"/>
                  </a:lnTo>
                  <a:lnTo>
                    <a:pt x="4518061" y="3418277"/>
                  </a:lnTo>
                  <a:lnTo>
                    <a:pt x="4523498" y="3418277"/>
                  </a:lnTo>
                  <a:lnTo>
                    <a:pt x="4523498" y="3419738"/>
                  </a:lnTo>
                  <a:lnTo>
                    <a:pt x="4528935" y="3419738"/>
                  </a:lnTo>
                  <a:lnTo>
                    <a:pt x="4528935" y="3421198"/>
                  </a:lnTo>
                  <a:lnTo>
                    <a:pt x="4534372" y="3421198"/>
                  </a:lnTo>
                  <a:lnTo>
                    <a:pt x="4534372" y="3422660"/>
                  </a:lnTo>
                  <a:lnTo>
                    <a:pt x="4539809" y="3422660"/>
                  </a:lnTo>
                  <a:lnTo>
                    <a:pt x="4539809" y="3425583"/>
                  </a:lnTo>
                  <a:lnTo>
                    <a:pt x="4545246" y="3425583"/>
                  </a:lnTo>
                  <a:lnTo>
                    <a:pt x="4545246" y="3429968"/>
                  </a:lnTo>
                  <a:lnTo>
                    <a:pt x="4550682" y="3429968"/>
                  </a:lnTo>
                  <a:lnTo>
                    <a:pt x="4550682" y="3431430"/>
                  </a:lnTo>
                  <a:lnTo>
                    <a:pt x="4556119" y="3431430"/>
                  </a:lnTo>
                  <a:lnTo>
                    <a:pt x="4556119" y="3432893"/>
                  </a:lnTo>
                  <a:lnTo>
                    <a:pt x="4561556" y="3432893"/>
                  </a:lnTo>
                  <a:lnTo>
                    <a:pt x="4561556" y="3434355"/>
                  </a:lnTo>
                  <a:lnTo>
                    <a:pt x="4566993" y="3434355"/>
                  </a:lnTo>
                  <a:lnTo>
                    <a:pt x="4566993" y="3434355"/>
                  </a:lnTo>
                  <a:lnTo>
                    <a:pt x="4572430" y="3434355"/>
                  </a:lnTo>
                  <a:lnTo>
                    <a:pt x="4572430" y="3437286"/>
                  </a:lnTo>
                  <a:lnTo>
                    <a:pt x="4577867" y="3437286"/>
                  </a:lnTo>
                  <a:lnTo>
                    <a:pt x="4577867" y="3438754"/>
                  </a:lnTo>
                  <a:lnTo>
                    <a:pt x="4588741" y="3438754"/>
                  </a:lnTo>
                  <a:lnTo>
                    <a:pt x="4588741" y="3440223"/>
                  </a:lnTo>
                  <a:lnTo>
                    <a:pt x="4594178" y="3440223"/>
                  </a:lnTo>
                  <a:lnTo>
                    <a:pt x="4594178" y="3441691"/>
                  </a:lnTo>
                  <a:lnTo>
                    <a:pt x="4605051" y="3441691"/>
                  </a:lnTo>
                  <a:lnTo>
                    <a:pt x="4605051" y="3446101"/>
                  </a:lnTo>
                  <a:lnTo>
                    <a:pt x="4610488" y="3446101"/>
                  </a:lnTo>
                  <a:lnTo>
                    <a:pt x="4610488" y="3446101"/>
                  </a:lnTo>
                  <a:lnTo>
                    <a:pt x="4615925" y="3446101"/>
                  </a:lnTo>
                  <a:lnTo>
                    <a:pt x="4615925" y="3446101"/>
                  </a:lnTo>
                  <a:lnTo>
                    <a:pt x="4621362" y="3446101"/>
                  </a:lnTo>
                  <a:lnTo>
                    <a:pt x="4621362" y="3446101"/>
                  </a:lnTo>
                  <a:lnTo>
                    <a:pt x="4626799" y="3446101"/>
                  </a:lnTo>
                  <a:lnTo>
                    <a:pt x="4626799" y="3450531"/>
                  </a:lnTo>
                  <a:lnTo>
                    <a:pt x="4632236" y="3450531"/>
                  </a:lnTo>
                  <a:lnTo>
                    <a:pt x="4632236" y="3453487"/>
                  </a:lnTo>
                  <a:lnTo>
                    <a:pt x="4637673" y="3453487"/>
                  </a:lnTo>
                  <a:lnTo>
                    <a:pt x="4637673" y="3454966"/>
                  </a:lnTo>
                  <a:lnTo>
                    <a:pt x="4643110" y="3454966"/>
                  </a:lnTo>
                  <a:lnTo>
                    <a:pt x="4643110" y="3454966"/>
                  </a:lnTo>
                  <a:lnTo>
                    <a:pt x="4648547" y="3454966"/>
                  </a:lnTo>
                  <a:lnTo>
                    <a:pt x="4648547" y="3454966"/>
                  </a:lnTo>
                  <a:lnTo>
                    <a:pt x="4653983" y="3454966"/>
                  </a:lnTo>
                  <a:lnTo>
                    <a:pt x="4653983" y="3457941"/>
                  </a:lnTo>
                  <a:lnTo>
                    <a:pt x="4664857" y="3457941"/>
                  </a:lnTo>
                  <a:lnTo>
                    <a:pt x="4664857" y="3459428"/>
                  </a:lnTo>
                  <a:lnTo>
                    <a:pt x="4670294" y="3459428"/>
                  </a:lnTo>
                  <a:lnTo>
                    <a:pt x="4670294" y="3460918"/>
                  </a:lnTo>
                  <a:lnTo>
                    <a:pt x="4675731" y="3460918"/>
                  </a:lnTo>
                  <a:lnTo>
                    <a:pt x="4675731" y="3465388"/>
                  </a:lnTo>
                  <a:lnTo>
                    <a:pt x="4681168" y="3465388"/>
                  </a:lnTo>
                  <a:lnTo>
                    <a:pt x="4681168" y="3466878"/>
                  </a:lnTo>
                  <a:lnTo>
                    <a:pt x="4686605" y="3466878"/>
                  </a:lnTo>
                  <a:lnTo>
                    <a:pt x="4686605" y="3466878"/>
                  </a:lnTo>
                  <a:lnTo>
                    <a:pt x="4702916" y="3466878"/>
                  </a:lnTo>
                  <a:lnTo>
                    <a:pt x="4702916" y="3468370"/>
                  </a:lnTo>
                  <a:lnTo>
                    <a:pt x="4713789" y="3468370"/>
                  </a:lnTo>
                  <a:lnTo>
                    <a:pt x="4713789" y="3469865"/>
                  </a:lnTo>
                  <a:lnTo>
                    <a:pt x="4724663" y="3469865"/>
                  </a:lnTo>
                  <a:lnTo>
                    <a:pt x="4724663" y="3471362"/>
                  </a:lnTo>
                  <a:lnTo>
                    <a:pt x="4730100" y="3471362"/>
                  </a:lnTo>
                  <a:lnTo>
                    <a:pt x="4730100" y="3472861"/>
                  </a:lnTo>
                  <a:lnTo>
                    <a:pt x="4735537" y="3472861"/>
                  </a:lnTo>
                  <a:lnTo>
                    <a:pt x="4735537" y="3472861"/>
                  </a:lnTo>
                  <a:lnTo>
                    <a:pt x="4740974" y="3472861"/>
                  </a:lnTo>
                  <a:lnTo>
                    <a:pt x="4740974" y="3475863"/>
                  </a:lnTo>
                  <a:lnTo>
                    <a:pt x="4746411" y="3475863"/>
                  </a:lnTo>
                  <a:lnTo>
                    <a:pt x="4746411" y="3480365"/>
                  </a:lnTo>
                  <a:lnTo>
                    <a:pt x="4751848" y="3480365"/>
                  </a:lnTo>
                  <a:lnTo>
                    <a:pt x="4751848" y="3480365"/>
                  </a:lnTo>
                  <a:lnTo>
                    <a:pt x="4757285" y="3480365"/>
                  </a:lnTo>
                  <a:lnTo>
                    <a:pt x="4757285" y="3484883"/>
                  </a:lnTo>
                  <a:lnTo>
                    <a:pt x="4762721" y="3484883"/>
                  </a:lnTo>
                  <a:lnTo>
                    <a:pt x="4762721" y="3484883"/>
                  </a:lnTo>
                  <a:lnTo>
                    <a:pt x="4768158" y="3484883"/>
                  </a:lnTo>
                  <a:lnTo>
                    <a:pt x="4768158" y="3486391"/>
                  </a:lnTo>
                  <a:lnTo>
                    <a:pt x="4773595" y="3486391"/>
                  </a:lnTo>
                  <a:lnTo>
                    <a:pt x="4773595" y="3486391"/>
                  </a:lnTo>
                  <a:lnTo>
                    <a:pt x="4779032" y="3486391"/>
                  </a:lnTo>
                  <a:lnTo>
                    <a:pt x="4779032" y="3486391"/>
                  </a:lnTo>
                  <a:lnTo>
                    <a:pt x="4795343" y="3486391"/>
                  </a:lnTo>
                  <a:lnTo>
                    <a:pt x="4795343" y="3489418"/>
                  </a:lnTo>
                  <a:lnTo>
                    <a:pt x="4800780" y="3489418"/>
                  </a:lnTo>
                  <a:lnTo>
                    <a:pt x="4800780" y="3490934"/>
                  </a:lnTo>
                  <a:lnTo>
                    <a:pt x="4806217" y="3490934"/>
                  </a:lnTo>
                  <a:lnTo>
                    <a:pt x="4806217" y="3490934"/>
                  </a:lnTo>
                  <a:lnTo>
                    <a:pt x="4811654" y="3490934"/>
                  </a:lnTo>
                  <a:lnTo>
                    <a:pt x="4811654" y="3492451"/>
                  </a:lnTo>
                  <a:lnTo>
                    <a:pt x="4817090" y="3492451"/>
                  </a:lnTo>
                  <a:lnTo>
                    <a:pt x="4817090" y="3495488"/>
                  </a:lnTo>
                  <a:lnTo>
                    <a:pt x="4822527" y="3495488"/>
                  </a:lnTo>
                  <a:lnTo>
                    <a:pt x="4822527" y="3497007"/>
                  </a:lnTo>
                  <a:lnTo>
                    <a:pt x="4827964" y="3497007"/>
                  </a:lnTo>
                  <a:lnTo>
                    <a:pt x="4827964" y="3503086"/>
                  </a:lnTo>
                  <a:lnTo>
                    <a:pt x="4833401" y="3503086"/>
                  </a:lnTo>
                  <a:lnTo>
                    <a:pt x="4833401" y="3504607"/>
                  </a:lnTo>
                  <a:lnTo>
                    <a:pt x="4838838" y="3504607"/>
                  </a:lnTo>
                  <a:lnTo>
                    <a:pt x="4838838" y="3504607"/>
                  </a:lnTo>
                  <a:lnTo>
                    <a:pt x="4849712" y="3504607"/>
                  </a:lnTo>
                  <a:lnTo>
                    <a:pt x="4849712" y="3506132"/>
                  </a:lnTo>
                  <a:lnTo>
                    <a:pt x="4860586" y="3506132"/>
                  </a:lnTo>
                  <a:lnTo>
                    <a:pt x="4860586" y="3506132"/>
                  </a:lnTo>
                  <a:lnTo>
                    <a:pt x="4866022" y="3506132"/>
                  </a:lnTo>
                  <a:lnTo>
                    <a:pt x="4866022" y="3506132"/>
                  </a:lnTo>
                  <a:lnTo>
                    <a:pt x="4871459" y="3506132"/>
                  </a:lnTo>
                  <a:lnTo>
                    <a:pt x="4871459" y="3510723"/>
                  </a:lnTo>
                  <a:lnTo>
                    <a:pt x="4876896" y="3510723"/>
                  </a:lnTo>
                  <a:lnTo>
                    <a:pt x="4876896" y="3510723"/>
                  </a:lnTo>
                  <a:lnTo>
                    <a:pt x="4882333" y="3510723"/>
                  </a:lnTo>
                  <a:lnTo>
                    <a:pt x="4882333" y="3512258"/>
                  </a:lnTo>
                  <a:lnTo>
                    <a:pt x="4887770" y="3512258"/>
                  </a:lnTo>
                  <a:lnTo>
                    <a:pt x="4887770" y="3513794"/>
                  </a:lnTo>
                  <a:lnTo>
                    <a:pt x="4898644" y="3513794"/>
                  </a:lnTo>
                  <a:lnTo>
                    <a:pt x="4898644" y="3513794"/>
                  </a:lnTo>
                  <a:lnTo>
                    <a:pt x="4904081" y="3513794"/>
                  </a:lnTo>
                  <a:lnTo>
                    <a:pt x="4904081" y="3515330"/>
                  </a:lnTo>
                  <a:lnTo>
                    <a:pt x="4909518" y="3515330"/>
                  </a:lnTo>
                  <a:lnTo>
                    <a:pt x="4909518" y="3518409"/>
                  </a:lnTo>
                  <a:lnTo>
                    <a:pt x="4914955" y="3518409"/>
                  </a:lnTo>
                  <a:lnTo>
                    <a:pt x="4914955" y="3521491"/>
                  </a:lnTo>
                  <a:lnTo>
                    <a:pt x="4920391" y="3521491"/>
                  </a:lnTo>
                  <a:lnTo>
                    <a:pt x="4920391" y="3523035"/>
                  </a:lnTo>
                  <a:lnTo>
                    <a:pt x="4925828" y="3523035"/>
                  </a:lnTo>
                  <a:lnTo>
                    <a:pt x="4925828" y="3524582"/>
                  </a:lnTo>
                  <a:lnTo>
                    <a:pt x="4931265" y="3524582"/>
                  </a:lnTo>
                  <a:lnTo>
                    <a:pt x="4931265" y="3524582"/>
                  </a:lnTo>
                  <a:lnTo>
                    <a:pt x="4936702" y="3524582"/>
                  </a:lnTo>
                  <a:lnTo>
                    <a:pt x="4936702" y="3524582"/>
                  </a:lnTo>
                  <a:lnTo>
                    <a:pt x="4942139" y="3524582"/>
                  </a:lnTo>
                  <a:lnTo>
                    <a:pt x="4942139" y="3527687"/>
                  </a:lnTo>
                  <a:lnTo>
                    <a:pt x="4947576" y="3527687"/>
                  </a:lnTo>
                  <a:lnTo>
                    <a:pt x="4947576" y="3530798"/>
                  </a:lnTo>
                  <a:lnTo>
                    <a:pt x="4953013" y="3530798"/>
                  </a:lnTo>
                  <a:lnTo>
                    <a:pt x="4953013" y="3530798"/>
                  </a:lnTo>
                  <a:lnTo>
                    <a:pt x="4958450" y="3530798"/>
                  </a:lnTo>
                  <a:lnTo>
                    <a:pt x="4958450" y="3535482"/>
                  </a:lnTo>
                  <a:lnTo>
                    <a:pt x="4969324" y="3535482"/>
                  </a:lnTo>
                  <a:lnTo>
                    <a:pt x="4969324" y="3537046"/>
                  </a:lnTo>
                  <a:lnTo>
                    <a:pt x="4974760" y="3537046"/>
                  </a:lnTo>
                  <a:lnTo>
                    <a:pt x="4974760" y="3540179"/>
                  </a:lnTo>
                  <a:lnTo>
                    <a:pt x="4980197" y="3540179"/>
                  </a:lnTo>
                  <a:lnTo>
                    <a:pt x="4980197" y="3540179"/>
                  </a:lnTo>
                  <a:lnTo>
                    <a:pt x="4985634" y="3540179"/>
                  </a:lnTo>
                  <a:lnTo>
                    <a:pt x="4985634" y="3540179"/>
                  </a:lnTo>
                  <a:lnTo>
                    <a:pt x="4991071" y="3540179"/>
                  </a:lnTo>
                  <a:lnTo>
                    <a:pt x="4991071" y="3541748"/>
                  </a:lnTo>
                  <a:lnTo>
                    <a:pt x="4996508" y="3541748"/>
                  </a:lnTo>
                  <a:lnTo>
                    <a:pt x="4996508" y="3543319"/>
                  </a:lnTo>
                  <a:lnTo>
                    <a:pt x="5001945" y="3543319"/>
                  </a:lnTo>
                  <a:lnTo>
                    <a:pt x="5001945" y="3546464"/>
                  </a:lnTo>
                  <a:lnTo>
                    <a:pt x="5007382" y="3546464"/>
                  </a:lnTo>
                  <a:lnTo>
                    <a:pt x="5007382" y="3548036"/>
                  </a:lnTo>
                  <a:lnTo>
                    <a:pt x="5012819" y="3548036"/>
                  </a:lnTo>
                  <a:lnTo>
                    <a:pt x="5012819" y="3548036"/>
                  </a:lnTo>
                  <a:lnTo>
                    <a:pt x="5023693" y="3548036"/>
                  </a:lnTo>
                  <a:lnTo>
                    <a:pt x="5023693" y="3548036"/>
                  </a:lnTo>
                  <a:lnTo>
                    <a:pt x="5034566" y="3548036"/>
                  </a:lnTo>
                  <a:lnTo>
                    <a:pt x="5034566" y="3554359"/>
                  </a:lnTo>
                  <a:lnTo>
                    <a:pt x="5040003" y="3554359"/>
                  </a:lnTo>
                  <a:lnTo>
                    <a:pt x="5040003" y="3555940"/>
                  </a:lnTo>
                  <a:lnTo>
                    <a:pt x="5045440" y="3555940"/>
                  </a:lnTo>
                  <a:lnTo>
                    <a:pt x="5045440" y="3555940"/>
                  </a:lnTo>
                  <a:lnTo>
                    <a:pt x="5050877" y="3555940"/>
                  </a:lnTo>
                  <a:lnTo>
                    <a:pt x="5050877" y="3562275"/>
                  </a:lnTo>
                  <a:lnTo>
                    <a:pt x="5056314" y="3562275"/>
                  </a:lnTo>
                  <a:lnTo>
                    <a:pt x="5056314" y="3562275"/>
                  </a:lnTo>
                  <a:lnTo>
                    <a:pt x="5067188" y="3562275"/>
                  </a:lnTo>
                  <a:lnTo>
                    <a:pt x="5067188" y="3562275"/>
                  </a:lnTo>
                  <a:lnTo>
                    <a:pt x="5072625" y="3562275"/>
                  </a:lnTo>
                  <a:lnTo>
                    <a:pt x="5072625" y="3563863"/>
                  </a:lnTo>
                  <a:lnTo>
                    <a:pt x="5078061" y="3563863"/>
                  </a:lnTo>
                  <a:lnTo>
                    <a:pt x="5078061" y="3567039"/>
                  </a:lnTo>
                  <a:lnTo>
                    <a:pt x="5088935" y="3567039"/>
                  </a:lnTo>
                  <a:lnTo>
                    <a:pt x="5088935" y="3568627"/>
                  </a:lnTo>
                  <a:lnTo>
                    <a:pt x="5094372" y="3568627"/>
                  </a:lnTo>
                  <a:lnTo>
                    <a:pt x="5094372" y="3570215"/>
                  </a:lnTo>
                  <a:lnTo>
                    <a:pt x="5099809" y="3570215"/>
                  </a:lnTo>
                  <a:lnTo>
                    <a:pt x="5099809" y="3573394"/>
                  </a:lnTo>
                  <a:lnTo>
                    <a:pt x="5105246" y="3573394"/>
                  </a:lnTo>
                  <a:lnTo>
                    <a:pt x="5105246" y="3573394"/>
                  </a:lnTo>
                  <a:lnTo>
                    <a:pt x="5121557" y="3573394"/>
                  </a:lnTo>
                  <a:lnTo>
                    <a:pt x="5121557" y="3573394"/>
                  </a:lnTo>
                  <a:lnTo>
                    <a:pt x="5126994" y="3573394"/>
                  </a:lnTo>
                  <a:lnTo>
                    <a:pt x="5126994" y="3573394"/>
                  </a:lnTo>
                  <a:lnTo>
                    <a:pt x="5137867" y="3573394"/>
                  </a:lnTo>
                  <a:lnTo>
                    <a:pt x="5137867" y="3573394"/>
                  </a:lnTo>
                  <a:lnTo>
                    <a:pt x="5143304" y="3573394"/>
                  </a:lnTo>
                  <a:lnTo>
                    <a:pt x="5143304" y="3576590"/>
                  </a:lnTo>
                  <a:lnTo>
                    <a:pt x="5148741" y="3576590"/>
                  </a:lnTo>
                  <a:lnTo>
                    <a:pt x="5148741" y="3578192"/>
                  </a:lnTo>
                  <a:lnTo>
                    <a:pt x="5154178" y="3578192"/>
                  </a:lnTo>
                  <a:lnTo>
                    <a:pt x="5154178" y="3579793"/>
                  </a:lnTo>
                  <a:lnTo>
                    <a:pt x="5170489" y="3579793"/>
                  </a:lnTo>
                  <a:lnTo>
                    <a:pt x="5170489" y="3579793"/>
                  </a:lnTo>
                  <a:lnTo>
                    <a:pt x="5175926" y="3579793"/>
                  </a:lnTo>
                  <a:lnTo>
                    <a:pt x="5175926" y="3581397"/>
                  </a:lnTo>
                  <a:lnTo>
                    <a:pt x="5181363" y="3581397"/>
                  </a:lnTo>
                  <a:lnTo>
                    <a:pt x="5181363" y="3581397"/>
                  </a:lnTo>
                  <a:lnTo>
                    <a:pt x="5192236" y="3581397"/>
                  </a:lnTo>
                  <a:lnTo>
                    <a:pt x="5192236" y="3583006"/>
                  </a:lnTo>
                  <a:lnTo>
                    <a:pt x="5197673" y="3583006"/>
                  </a:lnTo>
                  <a:lnTo>
                    <a:pt x="5197673" y="3583006"/>
                  </a:lnTo>
                  <a:lnTo>
                    <a:pt x="5208547" y="3583006"/>
                  </a:lnTo>
                  <a:lnTo>
                    <a:pt x="5208547" y="3584616"/>
                  </a:lnTo>
                  <a:lnTo>
                    <a:pt x="5213984" y="3584616"/>
                  </a:lnTo>
                  <a:lnTo>
                    <a:pt x="5213984" y="3586226"/>
                  </a:lnTo>
                  <a:lnTo>
                    <a:pt x="5219421" y="3586226"/>
                  </a:lnTo>
                  <a:lnTo>
                    <a:pt x="5219421" y="3586226"/>
                  </a:lnTo>
                  <a:lnTo>
                    <a:pt x="5224858" y="3586226"/>
                  </a:lnTo>
                  <a:lnTo>
                    <a:pt x="5224858" y="3587840"/>
                  </a:lnTo>
                  <a:lnTo>
                    <a:pt x="5241168" y="3587840"/>
                  </a:lnTo>
                  <a:lnTo>
                    <a:pt x="5241168" y="3594293"/>
                  </a:lnTo>
                  <a:lnTo>
                    <a:pt x="5246605" y="3594293"/>
                  </a:lnTo>
                  <a:lnTo>
                    <a:pt x="5246605" y="3595908"/>
                  </a:lnTo>
                  <a:lnTo>
                    <a:pt x="5252042" y="3595908"/>
                  </a:lnTo>
                  <a:lnTo>
                    <a:pt x="5252042" y="3595908"/>
                  </a:lnTo>
                  <a:lnTo>
                    <a:pt x="5257479" y="3595908"/>
                  </a:lnTo>
                  <a:lnTo>
                    <a:pt x="5257479" y="3595908"/>
                  </a:lnTo>
                  <a:lnTo>
                    <a:pt x="5262916" y="3595908"/>
                  </a:lnTo>
                  <a:lnTo>
                    <a:pt x="5262916" y="3597527"/>
                  </a:lnTo>
                  <a:lnTo>
                    <a:pt x="5268353" y="3597527"/>
                  </a:lnTo>
                  <a:lnTo>
                    <a:pt x="5268353" y="3599147"/>
                  </a:lnTo>
                  <a:lnTo>
                    <a:pt x="5273790" y="3599147"/>
                  </a:lnTo>
                  <a:lnTo>
                    <a:pt x="5273790" y="3600766"/>
                  </a:lnTo>
                  <a:lnTo>
                    <a:pt x="5284664" y="3600766"/>
                  </a:lnTo>
                  <a:lnTo>
                    <a:pt x="5284664" y="3602387"/>
                  </a:lnTo>
                  <a:lnTo>
                    <a:pt x="5290100" y="3602387"/>
                  </a:lnTo>
                  <a:lnTo>
                    <a:pt x="5290100" y="3604010"/>
                  </a:lnTo>
                  <a:lnTo>
                    <a:pt x="5311848" y="3604010"/>
                  </a:lnTo>
                  <a:lnTo>
                    <a:pt x="5311848" y="3604010"/>
                  </a:lnTo>
                  <a:lnTo>
                    <a:pt x="5317285" y="3604010"/>
                  </a:lnTo>
                  <a:lnTo>
                    <a:pt x="5317285" y="3605636"/>
                  </a:lnTo>
                  <a:lnTo>
                    <a:pt x="5322722" y="3605636"/>
                  </a:lnTo>
                  <a:lnTo>
                    <a:pt x="5322722" y="3608887"/>
                  </a:lnTo>
                  <a:lnTo>
                    <a:pt x="5328159" y="3608887"/>
                  </a:lnTo>
                  <a:lnTo>
                    <a:pt x="5328159" y="3608887"/>
                  </a:lnTo>
                  <a:lnTo>
                    <a:pt x="5333596" y="3608887"/>
                  </a:lnTo>
                  <a:lnTo>
                    <a:pt x="5333596" y="3610521"/>
                  </a:lnTo>
                  <a:lnTo>
                    <a:pt x="5339033" y="3610521"/>
                  </a:lnTo>
                  <a:lnTo>
                    <a:pt x="5339033" y="3610521"/>
                  </a:lnTo>
                  <a:lnTo>
                    <a:pt x="5344469" y="3610521"/>
                  </a:lnTo>
                  <a:lnTo>
                    <a:pt x="5344469" y="3610521"/>
                  </a:lnTo>
                  <a:lnTo>
                    <a:pt x="5349906" y="3610521"/>
                  </a:lnTo>
                  <a:lnTo>
                    <a:pt x="5349906" y="3613797"/>
                  </a:lnTo>
                  <a:lnTo>
                    <a:pt x="5355343" y="3613797"/>
                  </a:lnTo>
                  <a:lnTo>
                    <a:pt x="5355343" y="3615437"/>
                  </a:lnTo>
                  <a:lnTo>
                    <a:pt x="5360780" y="3615437"/>
                  </a:lnTo>
                  <a:lnTo>
                    <a:pt x="5360780" y="3617077"/>
                  </a:lnTo>
                  <a:lnTo>
                    <a:pt x="5366217" y="3617077"/>
                  </a:lnTo>
                  <a:lnTo>
                    <a:pt x="5366217" y="3620363"/>
                  </a:lnTo>
                  <a:lnTo>
                    <a:pt x="5371654" y="3620363"/>
                  </a:lnTo>
                  <a:lnTo>
                    <a:pt x="5371654" y="3622008"/>
                  </a:lnTo>
                  <a:lnTo>
                    <a:pt x="5387965" y="3622008"/>
                  </a:lnTo>
                  <a:lnTo>
                    <a:pt x="5387965" y="3623654"/>
                  </a:lnTo>
                  <a:lnTo>
                    <a:pt x="5393402" y="3623654"/>
                  </a:lnTo>
                  <a:lnTo>
                    <a:pt x="5393402" y="3625300"/>
                  </a:lnTo>
                  <a:lnTo>
                    <a:pt x="5398838" y="3625300"/>
                  </a:lnTo>
                  <a:lnTo>
                    <a:pt x="5398838" y="3626948"/>
                  </a:lnTo>
                  <a:lnTo>
                    <a:pt x="5404275" y="3626948"/>
                  </a:lnTo>
                  <a:lnTo>
                    <a:pt x="5404275" y="3626948"/>
                  </a:lnTo>
                  <a:lnTo>
                    <a:pt x="5409712" y="3626948"/>
                  </a:lnTo>
                  <a:lnTo>
                    <a:pt x="5409712" y="3626948"/>
                  </a:lnTo>
                  <a:lnTo>
                    <a:pt x="5420586" y="3626948"/>
                  </a:lnTo>
                  <a:lnTo>
                    <a:pt x="5420586" y="3630254"/>
                  </a:lnTo>
                  <a:lnTo>
                    <a:pt x="5436897" y="3630254"/>
                  </a:lnTo>
                  <a:lnTo>
                    <a:pt x="5436897" y="3633563"/>
                  </a:lnTo>
                  <a:lnTo>
                    <a:pt x="5442334" y="3633563"/>
                  </a:lnTo>
                  <a:lnTo>
                    <a:pt x="5442334" y="3635219"/>
                  </a:lnTo>
                  <a:lnTo>
                    <a:pt x="5447770" y="3635219"/>
                  </a:lnTo>
                  <a:lnTo>
                    <a:pt x="5447770" y="3635219"/>
                  </a:lnTo>
                  <a:lnTo>
                    <a:pt x="5453207" y="3635219"/>
                  </a:lnTo>
                  <a:lnTo>
                    <a:pt x="5453207" y="3635219"/>
                  </a:lnTo>
                  <a:lnTo>
                    <a:pt x="5458644" y="3635219"/>
                  </a:lnTo>
                  <a:lnTo>
                    <a:pt x="5458644" y="3640202"/>
                  </a:lnTo>
                  <a:lnTo>
                    <a:pt x="5469518" y="3640202"/>
                  </a:lnTo>
                  <a:lnTo>
                    <a:pt x="5469518" y="3641864"/>
                  </a:lnTo>
                  <a:lnTo>
                    <a:pt x="5474955" y="3641864"/>
                  </a:lnTo>
                  <a:lnTo>
                    <a:pt x="5474955" y="3641864"/>
                  </a:lnTo>
                  <a:lnTo>
                    <a:pt x="5480392" y="3641864"/>
                  </a:lnTo>
                  <a:lnTo>
                    <a:pt x="5480392" y="3641864"/>
                  </a:lnTo>
                  <a:lnTo>
                    <a:pt x="5491266" y="3641864"/>
                  </a:lnTo>
                  <a:lnTo>
                    <a:pt x="5491266" y="3641864"/>
                  </a:lnTo>
                  <a:lnTo>
                    <a:pt x="5496703" y="3641864"/>
                  </a:lnTo>
                  <a:lnTo>
                    <a:pt x="5496703" y="3643531"/>
                  </a:lnTo>
                  <a:lnTo>
                    <a:pt x="5507576" y="3643531"/>
                  </a:lnTo>
                  <a:lnTo>
                    <a:pt x="5507576" y="3643531"/>
                  </a:lnTo>
                  <a:lnTo>
                    <a:pt x="5518450" y="3643531"/>
                  </a:lnTo>
                  <a:lnTo>
                    <a:pt x="5518450" y="3643531"/>
                  </a:lnTo>
                  <a:lnTo>
                    <a:pt x="5529324" y="3643531"/>
                  </a:lnTo>
                  <a:lnTo>
                    <a:pt x="5529324" y="3643531"/>
                  </a:lnTo>
                  <a:lnTo>
                    <a:pt x="5534761" y="3643531"/>
                  </a:lnTo>
                  <a:lnTo>
                    <a:pt x="5534761" y="3645209"/>
                  </a:lnTo>
                  <a:lnTo>
                    <a:pt x="5540198" y="3645209"/>
                  </a:lnTo>
                  <a:lnTo>
                    <a:pt x="5540198" y="3646887"/>
                  </a:lnTo>
                  <a:lnTo>
                    <a:pt x="5551072" y="3646887"/>
                  </a:lnTo>
                  <a:lnTo>
                    <a:pt x="5551072" y="3648565"/>
                  </a:lnTo>
                  <a:lnTo>
                    <a:pt x="5556508" y="3648565"/>
                  </a:lnTo>
                  <a:lnTo>
                    <a:pt x="5556508" y="3648565"/>
                  </a:lnTo>
                  <a:lnTo>
                    <a:pt x="5561945" y="3648565"/>
                  </a:lnTo>
                  <a:lnTo>
                    <a:pt x="5561945" y="3648565"/>
                  </a:lnTo>
                  <a:lnTo>
                    <a:pt x="5567382" y="3648565"/>
                  </a:lnTo>
                  <a:lnTo>
                    <a:pt x="5567382" y="3650259"/>
                  </a:lnTo>
                  <a:lnTo>
                    <a:pt x="5572819" y="3650259"/>
                  </a:lnTo>
                  <a:lnTo>
                    <a:pt x="5572819" y="3650259"/>
                  </a:lnTo>
                  <a:lnTo>
                    <a:pt x="5583693" y="3650259"/>
                  </a:lnTo>
                  <a:lnTo>
                    <a:pt x="5583693" y="3651954"/>
                  </a:lnTo>
                  <a:lnTo>
                    <a:pt x="5589130" y="3651954"/>
                  </a:lnTo>
                  <a:lnTo>
                    <a:pt x="5589130" y="3653649"/>
                  </a:lnTo>
                  <a:lnTo>
                    <a:pt x="5594567" y="3653649"/>
                  </a:lnTo>
                  <a:lnTo>
                    <a:pt x="5594567" y="3657043"/>
                  </a:lnTo>
                  <a:lnTo>
                    <a:pt x="5600004" y="3657043"/>
                  </a:lnTo>
                  <a:lnTo>
                    <a:pt x="5600004" y="3657043"/>
                  </a:lnTo>
                  <a:lnTo>
                    <a:pt x="5605440" y="3657043"/>
                  </a:lnTo>
                  <a:lnTo>
                    <a:pt x="5605440" y="3658748"/>
                  </a:lnTo>
                  <a:lnTo>
                    <a:pt x="5632625" y="3658748"/>
                  </a:lnTo>
                  <a:lnTo>
                    <a:pt x="5632625" y="3658748"/>
                  </a:lnTo>
                  <a:lnTo>
                    <a:pt x="5648936" y="3658748"/>
                  </a:lnTo>
                  <a:lnTo>
                    <a:pt x="5648936" y="3658748"/>
                  </a:lnTo>
                  <a:lnTo>
                    <a:pt x="5654373" y="3658748"/>
                  </a:lnTo>
                  <a:lnTo>
                    <a:pt x="5654373" y="3658748"/>
                  </a:lnTo>
                  <a:lnTo>
                    <a:pt x="5659809" y="3658748"/>
                  </a:lnTo>
                  <a:lnTo>
                    <a:pt x="5659809" y="3660463"/>
                  </a:lnTo>
                  <a:lnTo>
                    <a:pt x="5670683" y="3660463"/>
                  </a:lnTo>
                  <a:lnTo>
                    <a:pt x="5670683" y="3660463"/>
                  </a:lnTo>
                  <a:lnTo>
                    <a:pt x="5676120" y="3660463"/>
                  </a:lnTo>
                  <a:lnTo>
                    <a:pt x="5676120" y="3662181"/>
                  </a:lnTo>
                  <a:lnTo>
                    <a:pt x="5681557" y="3662181"/>
                  </a:lnTo>
                  <a:lnTo>
                    <a:pt x="5681557" y="3663900"/>
                  </a:lnTo>
                  <a:lnTo>
                    <a:pt x="5686994" y="3663900"/>
                  </a:lnTo>
                  <a:lnTo>
                    <a:pt x="5686994" y="3665618"/>
                  </a:lnTo>
                  <a:lnTo>
                    <a:pt x="5692431" y="3665618"/>
                  </a:lnTo>
                  <a:lnTo>
                    <a:pt x="5692431" y="3667336"/>
                  </a:lnTo>
                  <a:lnTo>
                    <a:pt x="5697868" y="3667336"/>
                  </a:lnTo>
                  <a:lnTo>
                    <a:pt x="5697868" y="3667336"/>
                  </a:lnTo>
                  <a:lnTo>
                    <a:pt x="5703305" y="3667336"/>
                  </a:lnTo>
                  <a:lnTo>
                    <a:pt x="5703305" y="3667336"/>
                  </a:lnTo>
                  <a:lnTo>
                    <a:pt x="5708742" y="3667336"/>
                  </a:lnTo>
                  <a:lnTo>
                    <a:pt x="5708742" y="3667336"/>
                  </a:lnTo>
                  <a:lnTo>
                    <a:pt x="5714178" y="3667336"/>
                  </a:lnTo>
                  <a:lnTo>
                    <a:pt x="5714178" y="3669064"/>
                  </a:lnTo>
                  <a:lnTo>
                    <a:pt x="5719615" y="3669064"/>
                  </a:lnTo>
                  <a:lnTo>
                    <a:pt x="5719615" y="3669064"/>
                  </a:lnTo>
                  <a:lnTo>
                    <a:pt x="5725052" y="3669064"/>
                  </a:lnTo>
                  <a:lnTo>
                    <a:pt x="5725052" y="3670795"/>
                  </a:lnTo>
                  <a:lnTo>
                    <a:pt x="5730489" y="3670795"/>
                  </a:lnTo>
                  <a:lnTo>
                    <a:pt x="5730489" y="3672526"/>
                  </a:lnTo>
                  <a:lnTo>
                    <a:pt x="5741363" y="3672526"/>
                  </a:lnTo>
                  <a:lnTo>
                    <a:pt x="5741363" y="3681181"/>
                  </a:lnTo>
                  <a:lnTo>
                    <a:pt x="5746800" y="3681181"/>
                  </a:lnTo>
                  <a:lnTo>
                    <a:pt x="5746800" y="3681181"/>
                  </a:lnTo>
                  <a:lnTo>
                    <a:pt x="5752237" y="3681181"/>
                  </a:lnTo>
                  <a:lnTo>
                    <a:pt x="5752237" y="3682917"/>
                  </a:lnTo>
                  <a:lnTo>
                    <a:pt x="5757674" y="3682917"/>
                  </a:lnTo>
                  <a:lnTo>
                    <a:pt x="5757674" y="3684656"/>
                  </a:lnTo>
                  <a:lnTo>
                    <a:pt x="5773984" y="3684656"/>
                  </a:lnTo>
                  <a:lnTo>
                    <a:pt x="5773984" y="3684656"/>
                  </a:lnTo>
                  <a:lnTo>
                    <a:pt x="5779421" y="3684656"/>
                  </a:lnTo>
                  <a:lnTo>
                    <a:pt x="5779421" y="3686396"/>
                  </a:lnTo>
                  <a:lnTo>
                    <a:pt x="5784858" y="3686396"/>
                  </a:lnTo>
                  <a:lnTo>
                    <a:pt x="5784858" y="3686396"/>
                  </a:lnTo>
                  <a:lnTo>
                    <a:pt x="5790295" y="3686396"/>
                  </a:lnTo>
                  <a:lnTo>
                    <a:pt x="5790295" y="3686396"/>
                  </a:lnTo>
                  <a:lnTo>
                    <a:pt x="5795732" y="3686396"/>
                  </a:lnTo>
                  <a:lnTo>
                    <a:pt x="5795732" y="3688140"/>
                  </a:lnTo>
                  <a:lnTo>
                    <a:pt x="5822916" y="3688140"/>
                  </a:lnTo>
                  <a:lnTo>
                    <a:pt x="5822916" y="3688140"/>
                  </a:lnTo>
                  <a:lnTo>
                    <a:pt x="5839227" y="3688140"/>
                  </a:lnTo>
                  <a:lnTo>
                    <a:pt x="5839227" y="3689886"/>
                  </a:lnTo>
                  <a:lnTo>
                    <a:pt x="5850101" y="3689886"/>
                  </a:lnTo>
                  <a:lnTo>
                    <a:pt x="5850101" y="3691634"/>
                  </a:lnTo>
                  <a:lnTo>
                    <a:pt x="5855538" y="3691634"/>
                  </a:lnTo>
                  <a:lnTo>
                    <a:pt x="5855538" y="3695130"/>
                  </a:lnTo>
                  <a:lnTo>
                    <a:pt x="5860975" y="3695130"/>
                  </a:lnTo>
                  <a:lnTo>
                    <a:pt x="5860975" y="3698626"/>
                  </a:lnTo>
                  <a:lnTo>
                    <a:pt x="5866412" y="3698626"/>
                  </a:lnTo>
                  <a:lnTo>
                    <a:pt x="5866412" y="3698626"/>
                  </a:lnTo>
                  <a:lnTo>
                    <a:pt x="5871848" y="3698626"/>
                  </a:lnTo>
                  <a:lnTo>
                    <a:pt x="5871848" y="3702129"/>
                  </a:lnTo>
                  <a:lnTo>
                    <a:pt x="5893596" y="3702129"/>
                  </a:lnTo>
                  <a:lnTo>
                    <a:pt x="5893596" y="3705637"/>
                  </a:lnTo>
                  <a:lnTo>
                    <a:pt x="5904470" y="3705637"/>
                  </a:lnTo>
                  <a:lnTo>
                    <a:pt x="5904470" y="3707390"/>
                  </a:lnTo>
                  <a:lnTo>
                    <a:pt x="5909907" y="3707390"/>
                  </a:lnTo>
                  <a:lnTo>
                    <a:pt x="5909907" y="3709144"/>
                  </a:lnTo>
                  <a:lnTo>
                    <a:pt x="5915344" y="3709144"/>
                  </a:lnTo>
                  <a:lnTo>
                    <a:pt x="5915344" y="3710902"/>
                  </a:lnTo>
                  <a:lnTo>
                    <a:pt x="5920781" y="3710902"/>
                  </a:lnTo>
                  <a:lnTo>
                    <a:pt x="5920781" y="3710902"/>
                  </a:lnTo>
                  <a:lnTo>
                    <a:pt x="5926217" y="3710902"/>
                  </a:lnTo>
                  <a:lnTo>
                    <a:pt x="5926217" y="3710902"/>
                  </a:lnTo>
                  <a:lnTo>
                    <a:pt x="5931654" y="3710902"/>
                  </a:lnTo>
                  <a:lnTo>
                    <a:pt x="5931654" y="3712665"/>
                  </a:lnTo>
                  <a:lnTo>
                    <a:pt x="5937091" y="3712665"/>
                  </a:lnTo>
                  <a:lnTo>
                    <a:pt x="5937091" y="3712665"/>
                  </a:lnTo>
                  <a:lnTo>
                    <a:pt x="5942528" y="3712665"/>
                  </a:lnTo>
                  <a:lnTo>
                    <a:pt x="5942528" y="3716204"/>
                  </a:lnTo>
                  <a:lnTo>
                    <a:pt x="5947965" y="3716204"/>
                  </a:lnTo>
                  <a:lnTo>
                    <a:pt x="5947965" y="3716204"/>
                  </a:lnTo>
                  <a:lnTo>
                    <a:pt x="5953402" y="3716204"/>
                  </a:lnTo>
                  <a:lnTo>
                    <a:pt x="5953402" y="3716204"/>
                  </a:lnTo>
                  <a:lnTo>
                    <a:pt x="5958839" y="3716204"/>
                  </a:lnTo>
                  <a:lnTo>
                    <a:pt x="5958839" y="3717977"/>
                  </a:lnTo>
                  <a:lnTo>
                    <a:pt x="5964276" y="3717977"/>
                  </a:lnTo>
                  <a:lnTo>
                    <a:pt x="5964276" y="3717977"/>
                  </a:lnTo>
                  <a:lnTo>
                    <a:pt x="5980586" y="3717977"/>
                  </a:lnTo>
                  <a:lnTo>
                    <a:pt x="5980586" y="3719756"/>
                  </a:lnTo>
                  <a:lnTo>
                    <a:pt x="5986023" y="3719756"/>
                  </a:lnTo>
                  <a:lnTo>
                    <a:pt x="5986023" y="3719756"/>
                  </a:lnTo>
                  <a:lnTo>
                    <a:pt x="5991460" y="3719756"/>
                  </a:lnTo>
                  <a:lnTo>
                    <a:pt x="5991460" y="3719756"/>
                  </a:lnTo>
                  <a:lnTo>
                    <a:pt x="5996897" y="3719756"/>
                  </a:lnTo>
                  <a:lnTo>
                    <a:pt x="5996897" y="3721540"/>
                  </a:lnTo>
                  <a:lnTo>
                    <a:pt x="6002334" y="3721540"/>
                  </a:lnTo>
                  <a:lnTo>
                    <a:pt x="6002334" y="3721540"/>
                  </a:lnTo>
                  <a:lnTo>
                    <a:pt x="6029518" y="3721540"/>
                  </a:lnTo>
                  <a:lnTo>
                    <a:pt x="6029518" y="3723327"/>
                  </a:lnTo>
                  <a:lnTo>
                    <a:pt x="6040392" y="3723327"/>
                  </a:lnTo>
                  <a:lnTo>
                    <a:pt x="6040392" y="3725114"/>
                  </a:lnTo>
                  <a:lnTo>
                    <a:pt x="6051266" y="3725114"/>
                  </a:lnTo>
                  <a:lnTo>
                    <a:pt x="6051266" y="3726902"/>
                  </a:lnTo>
                  <a:lnTo>
                    <a:pt x="6056703" y="3726902"/>
                  </a:lnTo>
                  <a:lnTo>
                    <a:pt x="6056703" y="3726902"/>
                  </a:lnTo>
                  <a:lnTo>
                    <a:pt x="6062140" y="3726902"/>
                  </a:lnTo>
                  <a:lnTo>
                    <a:pt x="6062140" y="3728693"/>
                  </a:lnTo>
                  <a:lnTo>
                    <a:pt x="6073014" y="3728693"/>
                  </a:lnTo>
                  <a:lnTo>
                    <a:pt x="6073014" y="3732276"/>
                  </a:lnTo>
                  <a:lnTo>
                    <a:pt x="6089324" y="3732276"/>
                  </a:lnTo>
                  <a:lnTo>
                    <a:pt x="6089324" y="3732276"/>
                  </a:lnTo>
                  <a:lnTo>
                    <a:pt x="6094761" y="3732276"/>
                  </a:lnTo>
                  <a:lnTo>
                    <a:pt x="6094761" y="3734069"/>
                  </a:lnTo>
                  <a:lnTo>
                    <a:pt x="6100198" y="3734069"/>
                  </a:lnTo>
                  <a:lnTo>
                    <a:pt x="6100198" y="3734069"/>
                  </a:lnTo>
                  <a:lnTo>
                    <a:pt x="6105635" y="3734069"/>
                  </a:lnTo>
                  <a:lnTo>
                    <a:pt x="6105635" y="3735865"/>
                  </a:lnTo>
                  <a:lnTo>
                    <a:pt x="6111072" y="3735865"/>
                  </a:lnTo>
                  <a:lnTo>
                    <a:pt x="6111072" y="3737660"/>
                  </a:lnTo>
                  <a:lnTo>
                    <a:pt x="6116509" y="3737660"/>
                  </a:lnTo>
                  <a:lnTo>
                    <a:pt x="6116509" y="3737660"/>
                  </a:lnTo>
                  <a:lnTo>
                    <a:pt x="6121946" y="3737660"/>
                  </a:lnTo>
                  <a:lnTo>
                    <a:pt x="6121946" y="3737660"/>
                  </a:lnTo>
                  <a:lnTo>
                    <a:pt x="6127383" y="3737660"/>
                  </a:lnTo>
                  <a:lnTo>
                    <a:pt x="6127383" y="3739460"/>
                  </a:lnTo>
                  <a:lnTo>
                    <a:pt x="6138256" y="3739460"/>
                  </a:lnTo>
                  <a:lnTo>
                    <a:pt x="6138256" y="3739460"/>
                  </a:lnTo>
                  <a:lnTo>
                    <a:pt x="6149130" y="3739460"/>
                  </a:lnTo>
                  <a:lnTo>
                    <a:pt x="6149130" y="3739460"/>
                  </a:lnTo>
                  <a:lnTo>
                    <a:pt x="6154567" y="3739460"/>
                  </a:lnTo>
                  <a:lnTo>
                    <a:pt x="6154567" y="3741270"/>
                  </a:lnTo>
                  <a:lnTo>
                    <a:pt x="6160004" y="3741270"/>
                  </a:lnTo>
                  <a:lnTo>
                    <a:pt x="6160004" y="3743082"/>
                  </a:lnTo>
                  <a:lnTo>
                    <a:pt x="6165441" y="3743082"/>
                  </a:lnTo>
                  <a:lnTo>
                    <a:pt x="6165441" y="3744899"/>
                  </a:lnTo>
                  <a:lnTo>
                    <a:pt x="6170878" y="3744899"/>
                  </a:lnTo>
                  <a:lnTo>
                    <a:pt x="6170878" y="3746717"/>
                  </a:lnTo>
                  <a:lnTo>
                    <a:pt x="6176315" y="3746717"/>
                  </a:lnTo>
                  <a:lnTo>
                    <a:pt x="6176315" y="3746717"/>
                  </a:lnTo>
                  <a:lnTo>
                    <a:pt x="6181752" y="3746717"/>
                  </a:lnTo>
                  <a:lnTo>
                    <a:pt x="6181752" y="3748538"/>
                  </a:lnTo>
                  <a:lnTo>
                    <a:pt x="6208936" y="3748538"/>
                  </a:lnTo>
                  <a:lnTo>
                    <a:pt x="6208936" y="3754000"/>
                  </a:lnTo>
                  <a:lnTo>
                    <a:pt x="6219810" y="3754000"/>
                  </a:lnTo>
                  <a:lnTo>
                    <a:pt x="6219810" y="3755823"/>
                  </a:lnTo>
                  <a:lnTo>
                    <a:pt x="6225247" y="3755823"/>
                  </a:lnTo>
                  <a:lnTo>
                    <a:pt x="6225247" y="3757646"/>
                  </a:lnTo>
                  <a:lnTo>
                    <a:pt x="6230684" y="3757646"/>
                  </a:lnTo>
                  <a:lnTo>
                    <a:pt x="6230684" y="3759469"/>
                  </a:lnTo>
                  <a:lnTo>
                    <a:pt x="6236121" y="3759469"/>
                  </a:lnTo>
                  <a:lnTo>
                    <a:pt x="6236121" y="3761292"/>
                  </a:lnTo>
                  <a:lnTo>
                    <a:pt x="6241557" y="3761292"/>
                  </a:lnTo>
                  <a:lnTo>
                    <a:pt x="6241557" y="3764937"/>
                  </a:lnTo>
                  <a:lnTo>
                    <a:pt x="6246994" y="3764937"/>
                  </a:lnTo>
                  <a:lnTo>
                    <a:pt x="6246994" y="3764937"/>
                  </a:lnTo>
                  <a:lnTo>
                    <a:pt x="6257868" y="3764937"/>
                  </a:lnTo>
                  <a:lnTo>
                    <a:pt x="6257868" y="3766765"/>
                  </a:lnTo>
                  <a:lnTo>
                    <a:pt x="6263305" y="3766765"/>
                  </a:lnTo>
                  <a:lnTo>
                    <a:pt x="6263305" y="3766765"/>
                  </a:lnTo>
                  <a:lnTo>
                    <a:pt x="6268742" y="3766765"/>
                  </a:lnTo>
                  <a:lnTo>
                    <a:pt x="6268742" y="3766765"/>
                  </a:lnTo>
                  <a:lnTo>
                    <a:pt x="6274179" y="3766765"/>
                  </a:lnTo>
                  <a:lnTo>
                    <a:pt x="6274179" y="3768596"/>
                  </a:lnTo>
                  <a:lnTo>
                    <a:pt x="6279616" y="3768596"/>
                  </a:lnTo>
                  <a:lnTo>
                    <a:pt x="6279616" y="3772259"/>
                  </a:lnTo>
                  <a:lnTo>
                    <a:pt x="6285053" y="3772259"/>
                  </a:lnTo>
                  <a:lnTo>
                    <a:pt x="6285053" y="3772259"/>
                  </a:lnTo>
                  <a:lnTo>
                    <a:pt x="6295926" y="3772259"/>
                  </a:lnTo>
                  <a:lnTo>
                    <a:pt x="6295926" y="3772259"/>
                  </a:lnTo>
                  <a:lnTo>
                    <a:pt x="6306800" y="3772259"/>
                  </a:lnTo>
                  <a:lnTo>
                    <a:pt x="6306800" y="3774100"/>
                  </a:lnTo>
                  <a:lnTo>
                    <a:pt x="6312237" y="3774100"/>
                  </a:lnTo>
                  <a:lnTo>
                    <a:pt x="6312237" y="3775940"/>
                  </a:lnTo>
                  <a:lnTo>
                    <a:pt x="6317674" y="3775940"/>
                  </a:lnTo>
                  <a:lnTo>
                    <a:pt x="6317674" y="3777781"/>
                  </a:lnTo>
                  <a:lnTo>
                    <a:pt x="6323111" y="3777781"/>
                  </a:lnTo>
                  <a:lnTo>
                    <a:pt x="6323111" y="3777781"/>
                  </a:lnTo>
                  <a:lnTo>
                    <a:pt x="6355732" y="3777781"/>
                  </a:lnTo>
                  <a:lnTo>
                    <a:pt x="6355732" y="3777781"/>
                  </a:lnTo>
                  <a:lnTo>
                    <a:pt x="6361169" y="3777781"/>
                  </a:lnTo>
                  <a:lnTo>
                    <a:pt x="6361169" y="3777781"/>
                  </a:lnTo>
                  <a:lnTo>
                    <a:pt x="6366606" y="3777781"/>
                  </a:lnTo>
                  <a:lnTo>
                    <a:pt x="6366606" y="3779628"/>
                  </a:lnTo>
                  <a:lnTo>
                    <a:pt x="6382917" y="3779628"/>
                  </a:lnTo>
                  <a:lnTo>
                    <a:pt x="6382917" y="3781475"/>
                  </a:lnTo>
                  <a:lnTo>
                    <a:pt x="6393791" y="3781475"/>
                  </a:lnTo>
                  <a:lnTo>
                    <a:pt x="6393791" y="3783324"/>
                  </a:lnTo>
                  <a:lnTo>
                    <a:pt x="6404664" y="3783324"/>
                  </a:lnTo>
                  <a:lnTo>
                    <a:pt x="6404664" y="3787023"/>
                  </a:lnTo>
                  <a:lnTo>
                    <a:pt x="6431849" y="3787023"/>
                  </a:lnTo>
                  <a:lnTo>
                    <a:pt x="6431849" y="3790722"/>
                  </a:lnTo>
                  <a:lnTo>
                    <a:pt x="6437286" y="3790722"/>
                  </a:lnTo>
                  <a:lnTo>
                    <a:pt x="6437286" y="3792573"/>
                  </a:lnTo>
                  <a:lnTo>
                    <a:pt x="6442723" y="3792573"/>
                  </a:lnTo>
                  <a:lnTo>
                    <a:pt x="6442723" y="3792573"/>
                  </a:lnTo>
                  <a:lnTo>
                    <a:pt x="6448160" y="3792573"/>
                  </a:lnTo>
                  <a:lnTo>
                    <a:pt x="6448160" y="3792573"/>
                  </a:lnTo>
                  <a:lnTo>
                    <a:pt x="6453596" y="3792573"/>
                  </a:lnTo>
                  <a:lnTo>
                    <a:pt x="6453596" y="3792573"/>
                  </a:lnTo>
                  <a:lnTo>
                    <a:pt x="6469907" y="3792573"/>
                  </a:lnTo>
                  <a:lnTo>
                    <a:pt x="6469907" y="3792573"/>
                  </a:lnTo>
                  <a:lnTo>
                    <a:pt x="6480781" y="3792573"/>
                  </a:lnTo>
                  <a:lnTo>
                    <a:pt x="6480781" y="3794434"/>
                  </a:lnTo>
                  <a:lnTo>
                    <a:pt x="6491655" y="3794434"/>
                  </a:lnTo>
                  <a:lnTo>
                    <a:pt x="6491655" y="3794434"/>
                  </a:lnTo>
                  <a:lnTo>
                    <a:pt x="6502529" y="3794434"/>
                  </a:lnTo>
                  <a:lnTo>
                    <a:pt x="6502529" y="3796297"/>
                  </a:lnTo>
                  <a:lnTo>
                    <a:pt x="6507965" y="3796297"/>
                  </a:lnTo>
                  <a:lnTo>
                    <a:pt x="6507965" y="3801887"/>
                  </a:lnTo>
                  <a:lnTo>
                    <a:pt x="6518839" y="3801887"/>
                  </a:lnTo>
                  <a:lnTo>
                    <a:pt x="6518839" y="3801887"/>
                  </a:lnTo>
                  <a:lnTo>
                    <a:pt x="6524276" y="3801887"/>
                  </a:lnTo>
                  <a:lnTo>
                    <a:pt x="6524276" y="3807490"/>
                  </a:lnTo>
                  <a:lnTo>
                    <a:pt x="6535150" y="3807490"/>
                  </a:lnTo>
                  <a:lnTo>
                    <a:pt x="6535150" y="3807490"/>
                  </a:lnTo>
                  <a:lnTo>
                    <a:pt x="6551461" y="3807490"/>
                  </a:lnTo>
                  <a:lnTo>
                    <a:pt x="6551461" y="3809360"/>
                  </a:lnTo>
                  <a:lnTo>
                    <a:pt x="6562334" y="3809360"/>
                  </a:lnTo>
                  <a:lnTo>
                    <a:pt x="6562334" y="3813105"/>
                  </a:lnTo>
                  <a:lnTo>
                    <a:pt x="6573208" y="3813105"/>
                  </a:lnTo>
                  <a:lnTo>
                    <a:pt x="6573208" y="3814980"/>
                  </a:lnTo>
                  <a:lnTo>
                    <a:pt x="6584082" y="3814980"/>
                  </a:lnTo>
                  <a:lnTo>
                    <a:pt x="6584082" y="3814980"/>
                  </a:lnTo>
                  <a:lnTo>
                    <a:pt x="6589519" y="3814980"/>
                  </a:lnTo>
                  <a:lnTo>
                    <a:pt x="6589519" y="3814980"/>
                  </a:lnTo>
                  <a:lnTo>
                    <a:pt x="6600393" y="3814980"/>
                  </a:lnTo>
                  <a:lnTo>
                    <a:pt x="6600393" y="3816859"/>
                  </a:lnTo>
                  <a:lnTo>
                    <a:pt x="6616703" y="3816859"/>
                  </a:lnTo>
                  <a:lnTo>
                    <a:pt x="6616703" y="3820623"/>
                  </a:lnTo>
                  <a:lnTo>
                    <a:pt x="6622140" y="3820623"/>
                  </a:lnTo>
                  <a:lnTo>
                    <a:pt x="6622140" y="3822505"/>
                  </a:lnTo>
                  <a:lnTo>
                    <a:pt x="6633014" y="3822505"/>
                  </a:lnTo>
                  <a:lnTo>
                    <a:pt x="6633014" y="3822505"/>
                  </a:lnTo>
                  <a:lnTo>
                    <a:pt x="6638451" y="3822505"/>
                  </a:lnTo>
                  <a:lnTo>
                    <a:pt x="6638451" y="3824392"/>
                  </a:lnTo>
                  <a:lnTo>
                    <a:pt x="6643888" y="3824392"/>
                  </a:lnTo>
                  <a:lnTo>
                    <a:pt x="6643888" y="3826284"/>
                  </a:lnTo>
                  <a:lnTo>
                    <a:pt x="6649325" y="3826284"/>
                  </a:lnTo>
                  <a:lnTo>
                    <a:pt x="6649325" y="3830072"/>
                  </a:lnTo>
                  <a:lnTo>
                    <a:pt x="6660199" y="3830072"/>
                  </a:lnTo>
                  <a:lnTo>
                    <a:pt x="6660199" y="3831966"/>
                  </a:lnTo>
                  <a:lnTo>
                    <a:pt x="6681946" y="3831966"/>
                  </a:lnTo>
                  <a:lnTo>
                    <a:pt x="6681946" y="3831966"/>
                  </a:lnTo>
                  <a:lnTo>
                    <a:pt x="6692820" y="3831966"/>
                  </a:lnTo>
                  <a:lnTo>
                    <a:pt x="6692820" y="3831966"/>
                  </a:lnTo>
                  <a:lnTo>
                    <a:pt x="6698257" y="3831966"/>
                  </a:lnTo>
                  <a:lnTo>
                    <a:pt x="6698257" y="3833875"/>
                  </a:lnTo>
                  <a:lnTo>
                    <a:pt x="6703694" y="3833875"/>
                  </a:lnTo>
                  <a:lnTo>
                    <a:pt x="6703694" y="3833875"/>
                  </a:lnTo>
                  <a:lnTo>
                    <a:pt x="6714568" y="3833875"/>
                  </a:lnTo>
                  <a:lnTo>
                    <a:pt x="6714568" y="3833875"/>
                  </a:lnTo>
                  <a:lnTo>
                    <a:pt x="6720004" y="3833875"/>
                  </a:lnTo>
                  <a:lnTo>
                    <a:pt x="6720004" y="3835799"/>
                  </a:lnTo>
                  <a:lnTo>
                    <a:pt x="6730878" y="3835799"/>
                  </a:lnTo>
                  <a:lnTo>
                    <a:pt x="6730878" y="3835799"/>
                  </a:lnTo>
                  <a:lnTo>
                    <a:pt x="6736315" y="3835799"/>
                  </a:lnTo>
                  <a:lnTo>
                    <a:pt x="6736315" y="3837725"/>
                  </a:lnTo>
                  <a:lnTo>
                    <a:pt x="6741752" y="3837725"/>
                  </a:lnTo>
                  <a:lnTo>
                    <a:pt x="6741752" y="3837725"/>
                  </a:lnTo>
                  <a:lnTo>
                    <a:pt x="6747189" y="3837725"/>
                  </a:lnTo>
                  <a:lnTo>
                    <a:pt x="6747189" y="3839657"/>
                  </a:lnTo>
                  <a:lnTo>
                    <a:pt x="6752626" y="3839657"/>
                  </a:lnTo>
                  <a:lnTo>
                    <a:pt x="6752626" y="3843520"/>
                  </a:lnTo>
                  <a:lnTo>
                    <a:pt x="6758063" y="3843520"/>
                  </a:lnTo>
                  <a:lnTo>
                    <a:pt x="6758063" y="3845454"/>
                  </a:lnTo>
                  <a:lnTo>
                    <a:pt x="6768936" y="3845454"/>
                  </a:lnTo>
                  <a:lnTo>
                    <a:pt x="6768936" y="3847388"/>
                  </a:lnTo>
                  <a:lnTo>
                    <a:pt x="6779810" y="3847388"/>
                  </a:lnTo>
                  <a:lnTo>
                    <a:pt x="6779810" y="3849327"/>
                  </a:lnTo>
                  <a:lnTo>
                    <a:pt x="6785247" y="3849327"/>
                  </a:lnTo>
                  <a:lnTo>
                    <a:pt x="6785247" y="3851272"/>
                  </a:lnTo>
                  <a:lnTo>
                    <a:pt x="6790684" y="3851272"/>
                  </a:lnTo>
                  <a:lnTo>
                    <a:pt x="6790684" y="3851272"/>
                  </a:lnTo>
                  <a:lnTo>
                    <a:pt x="6806995" y="3851272"/>
                  </a:lnTo>
                  <a:lnTo>
                    <a:pt x="6806995" y="3853219"/>
                  </a:lnTo>
                  <a:lnTo>
                    <a:pt x="6812432" y="3853219"/>
                  </a:lnTo>
                  <a:lnTo>
                    <a:pt x="6812432" y="3853219"/>
                  </a:lnTo>
                  <a:lnTo>
                    <a:pt x="6817869" y="3853219"/>
                  </a:lnTo>
                  <a:lnTo>
                    <a:pt x="6817869" y="3853219"/>
                  </a:lnTo>
                  <a:lnTo>
                    <a:pt x="6823305" y="3853219"/>
                  </a:lnTo>
                  <a:lnTo>
                    <a:pt x="6823305" y="3855171"/>
                  </a:lnTo>
                  <a:lnTo>
                    <a:pt x="6828742" y="3855171"/>
                  </a:lnTo>
                  <a:lnTo>
                    <a:pt x="6828742" y="3855171"/>
                  </a:lnTo>
                  <a:lnTo>
                    <a:pt x="6839616" y="3855171"/>
                  </a:lnTo>
                  <a:lnTo>
                    <a:pt x="6839616" y="3855171"/>
                  </a:lnTo>
                  <a:lnTo>
                    <a:pt x="6845053" y="3855171"/>
                  </a:lnTo>
                  <a:lnTo>
                    <a:pt x="6845053" y="3855171"/>
                  </a:lnTo>
                  <a:lnTo>
                    <a:pt x="6855927" y="3855171"/>
                  </a:lnTo>
                  <a:lnTo>
                    <a:pt x="6855927" y="3861052"/>
                  </a:lnTo>
                  <a:lnTo>
                    <a:pt x="6861364" y="3861052"/>
                  </a:lnTo>
                  <a:lnTo>
                    <a:pt x="6861364" y="3861052"/>
                  </a:lnTo>
                  <a:lnTo>
                    <a:pt x="6866801" y="3861052"/>
                  </a:lnTo>
                  <a:lnTo>
                    <a:pt x="6866801" y="3863015"/>
                  </a:lnTo>
                  <a:lnTo>
                    <a:pt x="6877674" y="3863015"/>
                  </a:lnTo>
                  <a:lnTo>
                    <a:pt x="6877674" y="3864978"/>
                  </a:lnTo>
                  <a:lnTo>
                    <a:pt x="6883111" y="3864978"/>
                  </a:lnTo>
                  <a:lnTo>
                    <a:pt x="6883111" y="3864978"/>
                  </a:lnTo>
                  <a:lnTo>
                    <a:pt x="6888548" y="3864978"/>
                  </a:lnTo>
                  <a:lnTo>
                    <a:pt x="6888548" y="3864978"/>
                  </a:lnTo>
                  <a:lnTo>
                    <a:pt x="6899422" y="3864978"/>
                  </a:lnTo>
                  <a:lnTo>
                    <a:pt x="6899422" y="3868920"/>
                  </a:lnTo>
                  <a:lnTo>
                    <a:pt x="6904859" y="3868920"/>
                  </a:lnTo>
                  <a:lnTo>
                    <a:pt x="6904859" y="3870894"/>
                  </a:lnTo>
                  <a:lnTo>
                    <a:pt x="6910296" y="3870894"/>
                  </a:lnTo>
                  <a:lnTo>
                    <a:pt x="6910296" y="3872874"/>
                  </a:lnTo>
                  <a:lnTo>
                    <a:pt x="6926607" y="3872874"/>
                  </a:lnTo>
                  <a:lnTo>
                    <a:pt x="6926607" y="3872874"/>
                  </a:lnTo>
                  <a:lnTo>
                    <a:pt x="6932043" y="3872874"/>
                  </a:lnTo>
                  <a:lnTo>
                    <a:pt x="6932043" y="3874858"/>
                  </a:lnTo>
                  <a:lnTo>
                    <a:pt x="6948354" y="3874858"/>
                  </a:lnTo>
                  <a:lnTo>
                    <a:pt x="6948354" y="3882798"/>
                  </a:lnTo>
                  <a:lnTo>
                    <a:pt x="6953791" y="3882798"/>
                  </a:lnTo>
                  <a:lnTo>
                    <a:pt x="6953791" y="3884782"/>
                  </a:lnTo>
                  <a:lnTo>
                    <a:pt x="6959228" y="3884782"/>
                  </a:lnTo>
                  <a:lnTo>
                    <a:pt x="6959228" y="3884782"/>
                  </a:lnTo>
                  <a:lnTo>
                    <a:pt x="6964665" y="3884782"/>
                  </a:lnTo>
                  <a:lnTo>
                    <a:pt x="6964665" y="3884782"/>
                  </a:lnTo>
                  <a:lnTo>
                    <a:pt x="6970102" y="3884782"/>
                  </a:lnTo>
                  <a:lnTo>
                    <a:pt x="6970102" y="3884782"/>
                  </a:lnTo>
                  <a:lnTo>
                    <a:pt x="6991849" y="3884782"/>
                  </a:lnTo>
                  <a:lnTo>
                    <a:pt x="6991849" y="3884782"/>
                  </a:lnTo>
                  <a:lnTo>
                    <a:pt x="7008160" y="3884782"/>
                  </a:lnTo>
                  <a:lnTo>
                    <a:pt x="7008160" y="3886787"/>
                  </a:lnTo>
                  <a:lnTo>
                    <a:pt x="7019034" y="3886787"/>
                  </a:lnTo>
                  <a:lnTo>
                    <a:pt x="7019034" y="3886787"/>
                  </a:lnTo>
                  <a:lnTo>
                    <a:pt x="7040781" y="3886787"/>
                  </a:lnTo>
                  <a:lnTo>
                    <a:pt x="7040781" y="3886787"/>
                  </a:lnTo>
                  <a:lnTo>
                    <a:pt x="7057092" y="3886787"/>
                  </a:lnTo>
                  <a:lnTo>
                    <a:pt x="7057092" y="3886787"/>
                  </a:lnTo>
                  <a:lnTo>
                    <a:pt x="7062529" y="3886787"/>
                  </a:lnTo>
                  <a:lnTo>
                    <a:pt x="7062529" y="3888806"/>
                  </a:lnTo>
                  <a:lnTo>
                    <a:pt x="7067966" y="3888806"/>
                  </a:lnTo>
                  <a:lnTo>
                    <a:pt x="7067966" y="3890825"/>
                  </a:lnTo>
                  <a:lnTo>
                    <a:pt x="7084277" y="3890825"/>
                  </a:lnTo>
                  <a:lnTo>
                    <a:pt x="7084277" y="3892846"/>
                  </a:lnTo>
                  <a:lnTo>
                    <a:pt x="7089713" y="3892846"/>
                  </a:lnTo>
                  <a:lnTo>
                    <a:pt x="7089713" y="3892846"/>
                  </a:lnTo>
                  <a:lnTo>
                    <a:pt x="7095150" y="3892846"/>
                  </a:lnTo>
                  <a:lnTo>
                    <a:pt x="7095150" y="3892846"/>
                  </a:lnTo>
                  <a:lnTo>
                    <a:pt x="7100587" y="3892846"/>
                  </a:lnTo>
                  <a:lnTo>
                    <a:pt x="7100587" y="3894877"/>
                  </a:lnTo>
                  <a:lnTo>
                    <a:pt x="7111461" y="3894877"/>
                  </a:lnTo>
                  <a:lnTo>
                    <a:pt x="7111461" y="3896907"/>
                  </a:lnTo>
                  <a:lnTo>
                    <a:pt x="7116898" y="3896907"/>
                  </a:lnTo>
                  <a:lnTo>
                    <a:pt x="7116898" y="3898938"/>
                  </a:lnTo>
                  <a:lnTo>
                    <a:pt x="7127772" y="3898938"/>
                  </a:lnTo>
                  <a:lnTo>
                    <a:pt x="7127772" y="3898938"/>
                  </a:lnTo>
                  <a:lnTo>
                    <a:pt x="7138646" y="3898938"/>
                  </a:lnTo>
                  <a:lnTo>
                    <a:pt x="7138646" y="3898938"/>
                  </a:lnTo>
                  <a:lnTo>
                    <a:pt x="7144082" y="3898938"/>
                  </a:lnTo>
                  <a:lnTo>
                    <a:pt x="7144082" y="3900977"/>
                  </a:lnTo>
                  <a:lnTo>
                    <a:pt x="7149519" y="3900977"/>
                  </a:lnTo>
                  <a:lnTo>
                    <a:pt x="7149519" y="3900977"/>
                  </a:lnTo>
                  <a:lnTo>
                    <a:pt x="7154956" y="3900977"/>
                  </a:lnTo>
                  <a:lnTo>
                    <a:pt x="7154956" y="3907104"/>
                  </a:lnTo>
                  <a:lnTo>
                    <a:pt x="7160393" y="3907104"/>
                  </a:lnTo>
                  <a:lnTo>
                    <a:pt x="7160393" y="3909150"/>
                  </a:lnTo>
                  <a:lnTo>
                    <a:pt x="7165830" y="3909150"/>
                  </a:lnTo>
                  <a:lnTo>
                    <a:pt x="7165830" y="3909150"/>
                  </a:lnTo>
                  <a:lnTo>
                    <a:pt x="7171267" y="3909150"/>
                  </a:lnTo>
                  <a:lnTo>
                    <a:pt x="7171267" y="3909150"/>
                  </a:lnTo>
                  <a:lnTo>
                    <a:pt x="7176704" y="3909150"/>
                  </a:lnTo>
                  <a:lnTo>
                    <a:pt x="7176704" y="3911207"/>
                  </a:lnTo>
                  <a:lnTo>
                    <a:pt x="7182141" y="3911207"/>
                  </a:lnTo>
                  <a:lnTo>
                    <a:pt x="7182141" y="3913265"/>
                  </a:lnTo>
                  <a:lnTo>
                    <a:pt x="7187578" y="3913265"/>
                  </a:lnTo>
                  <a:lnTo>
                    <a:pt x="7187578" y="3915325"/>
                  </a:lnTo>
                  <a:lnTo>
                    <a:pt x="7193014" y="3915325"/>
                  </a:lnTo>
                  <a:lnTo>
                    <a:pt x="7193014" y="3915325"/>
                  </a:lnTo>
                  <a:lnTo>
                    <a:pt x="7231073" y="3915325"/>
                  </a:lnTo>
                  <a:lnTo>
                    <a:pt x="7231073" y="3917389"/>
                  </a:lnTo>
                  <a:lnTo>
                    <a:pt x="7236510" y="3917389"/>
                  </a:lnTo>
                  <a:lnTo>
                    <a:pt x="7236510" y="3919453"/>
                  </a:lnTo>
                  <a:lnTo>
                    <a:pt x="7241947" y="3919453"/>
                  </a:lnTo>
                  <a:lnTo>
                    <a:pt x="7241947" y="3921520"/>
                  </a:lnTo>
                  <a:lnTo>
                    <a:pt x="7263694" y="3921520"/>
                  </a:lnTo>
                  <a:lnTo>
                    <a:pt x="7263694" y="3921520"/>
                  </a:lnTo>
                  <a:lnTo>
                    <a:pt x="7269131" y="3921520"/>
                  </a:lnTo>
                  <a:lnTo>
                    <a:pt x="7269131" y="3921520"/>
                  </a:lnTo>
                  <a:lnTo>
                    <a:pt x="7280005" y="3921520"/>
                  </a:lnTo>
                  <a:lnTo>
                    <a:pt x="7280005" y="3923599"/>
                  </a:lnTo>
                  <a:lnTo>
                    <a:pt x="7285442" y="3923599"/>
                  </a:lnTo>
                  <a:lnTo>
                    <a:pt x="7285442" y="3925681"/>
                  </a:lnTo>
                  <a:lnTo>
                    <a:pt x="7290879" y="3925681"/>
                  </a:lnTo>
                  <a:lnTo>
                    <a:pt x="7290879" y="3927763"/>
                  </a:lnTo>
                  <a:lnTo>
                    <a:pt x="7296316" y="3927763"/>
                  </a:lnTo>
                  <a:lnTo>
                    <a:pt x="7296316" y="3927763"/>
                  </a:lnTo>
                  <a:lnTo>
                    <a:pt x="7307189" y="3927763"/>
                  </a:lnTo>
                  <a:lnTo>
                    <a:pt x="7307189" y="3931935"/>
                  </a:lnTo>
                  <a:lnTo>
                    <a:pt x="7328937" y="3931935"/>
                  </a:lnTo>
                  <a:lnTo>
                    <a:pt x="7328937" y="3931935"/>
                  </a:lnTo>
                  <a:lnTo>
                    <a:pt x="7350684" y="3931935"/>
                  </a:lnTo>
                  <a:lnTo>
                    <a:pt x="7350684" y="3934033"/>
                  </a:lnTo>
                  <a:lnTo>
                    <a:pt x="7366995" y="3934033"/>
                  </a:lnTo>
                  <a:lnTo>
                    <a:pt x="7366995" y="3934033"/>
                  </a:lnTo>
                  <a:lnTo>
                    <a:pt x="7372432" y="3934033"/>
                  </a:lnTo>
                  <a:lnTo>
                    <a:pt x="7372432" y="3936135"/>
                  </a:lnTo>
                  <a:lnTo>
                    <a:pt x="7383306" y="3936135"/>
                  </a:lnTo>
                  <a:lnTo>
                    <a:pt x="7383306" y="3936135"/>
                  </a:lnTo>
                  <a:lnTo>
                    <a:pt x="7388743" y="3936135"/>
                  </a:lnTo>
                  <a:lnTo>
                    <a:pt x="7388743" y="3936135"/>
                  </a:lnTo>
                  <a:lnTo>
                    <a:pt x="7394180" y="3936135"/>
                  </a:lnTo>
                  <a:lnTo>
                    <a:pt x="7394180" y="3936135"/>
                  </a:lnTo>
                  <a:lnTo>
                    <a:pt x="7405053" y="3936135"/>
                  </a:lnTo>
                  <a:lnTo>
                    <a:pt x="7405053" y="3938246"/>
                  </a:lnTo>
                  <a:lnTo>
                    <a:pt x="7415927" y="3938246"/>
                  </a:lnTo>
                  <a:lnTo>
                    <a:pt x="7415927" y="3938246"/>
                  </a:lnTo>
                  <a:lnTo>
                    <a:pt x="7437675" y="3938246"/>
                  </a:lnTo>
                  <a:lnTo>
                    <a:pt x="7437675" y="3938246"/>
                  </a:lnTo>
                  <a:lnTo>
                    <a:pt x="7443112" y="3938246"/>
                  </a:lnTo>
                  <a:lnTo>
                    <a:pt x="7443112" y="3938246"/>
                  </a:lnTo>
                  <a:lnTo>
                    <a:pt x="7448549" y="3938246"/>
                  </a:lnTo>
                  <a:lnTo>
                    <a:pt x="7448549" y="3938246"/>
                  </a:lnTo>
                  <a:lnTo>
                    <a:pt x="7453986" y="3938246"/>
                  </a:lnTo>
                  <a:lnTo>
                    <a:pt x="7453986" y="3938246"/>
                  </a:lnTo>
                  <a:lnTo>
                    <a:pt x="7459422" y="3938246"/>
                  </a:lnTo>
                  <a:lnTo>
                    <a:pt x="7459422" y="3940387"/>
                  </a:lnTo>
                  <a:lnTo>
                    <a:pt x="7464859" y="3940387"/>
                  </a:lnTo>
                  <a:lnTo>
                    <a:pt x="7464859" y="3942535"/>
                  </a:lnTo>
                  <a:lnTo>
                    <a:pt x="7470296" y="3942535"/>
                  </a:lnTo>
                  <a:lnTo>
                    <a:pt x="7470296" y="3944683"/>
                  </a:lnTo>
                  <a:lnTo>
                    <a:pt x="7481170" y="3944683"/>
                  </a:lnTo>
                  <a:lnTo>
                    <a:pt x="7481170" y="3946831"/>
                  </a:lnTo>
                  <a:lnTo>
                    <a:pt x="7492044" y="3946831"/>
                  </a:lnTo>
                  <a:lnTo>
                    <a:pt x="7492044" y="3946831"/>
                  </a:lnTo>
                  <a:lnTo>
                    <a:pt x="7497481" y="3946831"/>
                  </a:lnTo>
                  <a:lnTo>
                    <a:pt x="7497481" y="3946831"/>
                  </a:lnTo>
                  <a:lnTo>
                    <a:pt x="7502918" y="3946831"/>
                  </a:lnTo>
                  <a:lnTo>
                    <a:pt x="7502918" y="3948986"/>
                  </a:lnTo>
                  <a:lnTo>
                    <a:pt x="7530102" y="3948986"/>
                  </a:lnTo>
                  <a:lnTo>
                    <a:pt x="7530102" y="3948986"/>
                  </a:lnTo>
                  <a:lnTo>
                    <a:pt x="7535539" y="3948986"/>
                  </a:lnTo>
                  <a:lnTo>
                    <a:pt x="7535539" y="3951152"/>
                  </a:lnTo>
                  <a:lnTo>
                    <a:pt x="7551850" y="3951152"/>
                  </a:lnTo>
                  <a:lnTo>
                    <a:pt x="7551850" y="3951152"/>
                  </a:lnTo>
                  <a:lnTo>
                    <a:pt x="7573597" y="3951152"/>
                  </a:lnTo>
                  <a:lnTo>
                    <a:pt x="7573597" y="3951152"/>
                  </a:lnTo>
                  <a:lnTo>
                    <a:pt x="7589908" y="3951152"/>
                  </a:lnTo>
                  <a:lnTo>
                    <a:pt x="7589908" y="3953324"/>
                  </a:lnTo>
                  <a:lnTo>
                    <a:pt x="7600782" y="3953324"/>
                  </a:lnTo>
                  <a:lnTo>
                    <a:pt x="7600782" y="3957668"/>
                  </a:lnTo>
                  <a:lnTo>
                    <a:pt x="7611656" y="3957668"/>
                  </a:lnTo>
                  <a:lnTo>
                    <a:pt x="7611656" y="3959841"/>
                  </a:lnTo>
                  <a:lnTo>
                    <a:pt x="7617092" y="3959841"/>
                  </a:lnTo>
                  <a:lnTo>
                    <a:pt x="7617092" y="3959841"/>
                  </a:lnTo>
                  <a:lnTo>
                    <a:pt x="7622529" y="3959841"/>
                  </a:lnTo>
                  <a:lnTo>
                    <a:pt x="7622529" y="3959841"/>
                  </a:lnTo>
                  <a:lnTo>
                    <a:pt x="7633403" y="3959841"/>
                  </a:lnTo>
                  <a:lnTo>
                    <a:pt x="7633403" y="3959841"/>
                  </a:lnTo>
                  <a:lnTo>
                    <a:pt x="7638840" y="3959841"/>
                  </a:lnTo>
                  <a:lnTo>
                    <a:pt x="7638840" y="3962027"/>
                  </a:lnTo>
                  <a:lnTo>
                    <a:pt x="7644277" y="3962027"/>
                  </a:lnTo>
                  <a:lnTo>
                    <a:pt x="7644277" y="3964214"/>
                  </a:lnTo>
                  <a:lnTo>
                    <a:pt x="7649714" y="3964214"/>
                  </a:lnTo>
                  <a:lnTo>
                    <a:pt x="7649714" y="3964214"/>
                  </a:lnTo>
                  <a:lnTo>
                    <a:pt x="7655151" y="3964214"/>
                  </a:lnTo>
                  <a:lnTo>
                    <a:pt x="7655151" y="3966411"/>
                  </a:lnTo>
                  <a:lnTo>
                    <a:pt x="7666025" y="3966411"/>
                  </a:lnTo>
                  <a:lnTo>
                    <a:pt x="7666025" y="3966411"/>
                  </a:lnTo>
                  <a:lnTo>
                    <a:pt x="7671461" y="3966411"/>
                  </a:lnTo>
                  <a:lnTo>
                    <a:pt x="7671461" y="3966411"/>
                  </a:lnTo>
                  <a:lnTo>
                    <a:pt x="7687772" y="3966411"/>
                  </a:lnTo>
                  <a:lnTo>
                    <a:pt x="7687772" y="3966411"/>
                  </a:lnTo>
                  <a:lnTo>
                    <a:pt x="7698646" y="3966411"/>
                  </a:lnTo>
                  <a:lnTo>
                    <a:pt x="7698646" y="3968619"/>
                  </a:lnTo>
                  <a:lnTo>
                    <a:pt x="7709520" y="3968619"/>
                  </a:lnTo>
                  <a:lnTo>
                    <a:pt x="7709520" y="3970827"/>
                  </a:lnTo>
                  <a:lnTo>
                    <a:pt x="7714957" y="3970827"/>
                  </a:lnTo>
                  <a:lnTo>
                    <a:pt x="7714957" y="3970827"/>
                  </a:lnTo>
                  <a:lnTo>
                    <a:pt x="7720394" y="3970827"/>
                  </a:lnTo>
                  <a:lnTo>
                    <a:pt x="7720394" y="3970827"/>
                  </a:lnTo>
                  <a:lnTo>
                    <a:pt x="7725830" y="3970827"/>
                  </a:lnTo>
                  <a:lnTo>
                    <a:pt x="7725830" y="3970827"/>
                  </a:lnTo>
                  <a:lnTo>
                    <a:pt x="7731267" y="3970827"/>
                  </a:lnTo>
                  <a:lnTo>
                    <a:pt x="7731267" y="3973054"/>
                  </a:lnTo>
                  <a:lnTo>
                    <a:pt x="7742141" y="3973054"/>
                  </a:lnTo>
                  <a:lnTo>
                    <a:pt x="7742141" y="3973054"/>
                  </a:lnTo>
                  <a:lnTo>
                    <a:pt x="7753015" y="3973054"/>
                  </a:lnTo>
                  <a:lnTo>
                    <a:pt x="7753015" y="3975285"/>
                  </a:lnTo>
                  <a:lnTo>
                    <a:pt x="7758452" y="3975285"/>
                  </a:lnTo>
                  <a:lnTo>
                    <a:pt x="7758452" y="3977515"/>
                  </a:lnTo>
                  <a:lnTo>
                    <a:pt x="7785636" y="3977515"/>
                  </a:lnTo>
                  <a:lnTo>
                    <a:pt x="7785636" y="3979746"/>
                  </a:lnTo>
                  <a:lnTo>
                    <a:pt x="7807384" y="3979746"/>
                  </a:lnTo>
                  <a:lnTo>
                    <a:pt x="7807384" y="3981980"/>
                  </a:lnTo>
                  <a:lnTo>
                    <a:pt x="7812821" y="3981980"/>
                  </a:lnTo>
                  <a:lnTo>
                    <a:pt x="7812821" y="3981980"/>
                  </a:lnTo>
                  <a:lnTo>
                    <a:pt x="7834568" y="3981980"/>
                  </a:lnTo>
                  <a:lnTo>
                    <a:pt x="7834568" y="3981980"/>
                  </a:lnTo>
                  <a:lnTo>
                    <a:pt x="7845442" y="3981980"/>
                  </a:lnTo>
                  <a:lnTo>
                    <a:pt x="7845442" y="3984237"/>
                  </a:lnTo>
                  <a:lnTo>
                    <a:pt x="7850879" y="3984237"/>
                  </a:lnTo>
                  <a:lnTo>
                    <a:pt x="7850879" y="3986498"/>
                  </a:lnTo>
                  <a:lnTo>
                    <a:pt x="7856316" y="3986498"/>
                  </a:lnTo>
                  <a:lnTo>
                    <a:pt x="7856316" y="3988760"/>
                  </a:lnTo>
                  <a:lnTo>
                    <a:pt x="7861753" y="3988760"/>
                  </a:lnTo>
                  <a:lnTo>
                    <a:pt x="7861753" y="3993282"/>
                  </a:lnTo>
                  <a:lnTo>
                    <a:pt x="7867190" y="3993282"/>
                  </a:lnTo>
                  <a:lnTo>
                    <a:pt x="7867190" y="3995543"/>
                  </a:lnTo>
                  <a:lnTo>
                    <a:pt x="7872627" y="3995543"/>
                  </a:lnTo>
                  <a:lnTo>
                    <a:pt x="7872627" y="3995543"/>
                  </a:lnTo>
                  <a:lnTo>
                    <a:pt x="7878064" y="3995543"/>
                  </a:lnTo>
                  <a:lnTo>
                    <a:pt x="7878064" y="3995543"/>
                  </a:lnTo>
                  <a:lnTo>
                    <a:pt x="7888937" y="3995543"/>
                  </a:lnTo>
                  <a:lnTo>
                    <a:pt x="7888937" y="3997812"/>
                  </a:lnTo>
                  <a:lnTo>
                    <a:pt x="7894374" y="3997812"/>
                  </a:lnTo>
                  <a:lnTo>
                    <a:pt x="7894374" y="3997812"/>
                  </a:lnTo>
                  <a:lnTo>
                    <a:pt x="7916122" y="3997812"/>
                  </a:lnTo>
                  <a:lnTo>
                    <a:pt x="7916122" y="3997812"/>
                  </a:lnTo>
                  <a:lnTo>
                    <a:pt x="7921559" y="3997812"/>
                  </a:lnTo>
                  <a:lnTo>
                    <a:pt x="7921559" y="4000097"/>
                  </a:lnTo>
                  <a:lnTo>
                    <a:pt x="7926996" y="4000097"/>
                  </a:lnTo>
                  <a:lnTo>
                    <a:pt x="7926996" y="4000097"/>
                  </a:lnTo>
                  <a:lnTo>
                    <a:pt x="7932432" y="4000097"/>
                  </a:lnTo>
                  <a:lnTo>
                    <a:pt x="7932432" y="4000097"/>
                  </a:lnTo>
                  <a:lnTo>
                    <a:pt x="7937869" y="4000097"/>
                  </a:lnTo>
                  <a:lnTo>
                    <a:pt x="7937869" y="4002390"/>
                  </a:lnTo>
                  <a:lnTo>
                    <a:pt x="7948743" y="4002390"/>
                  </a:lnTo>
                  <a:lnTo>
                    <a:pt x="7948743" y="4004683"/>
                  </a:lnTo>
                  <a:lnTo>
                    <a:pt x="7954180" y="4004683"/>
                  </a:lnTo>
                  <a:lnTo>
                    <a:pt x="7954180" y="4009269"/>
                  </a:lnTo>
                  <a:lnTo>
                    <a:pt x="7965054" y="4009269"/>
                  </a:lnTo>
                  <a:lnTo>
                    <a:pt x="7965054" y="4011566"/>
                  </a:lnTo>
                  <a:lnTo>
                    <a:pt x="7970491" y="4011566"/>
                  </a:lnTo>
                  <a:lnTo>
                    <a:pt x="7970491" y="4011566"/>
                  </a:lnTo>
                  <a:lnTo>
                    <a:pt x="7981365" y="4011566"/>
                  </a:lnTo>
                  <a:lnTo>
                    <a:pt x="7981365" y="4011566"/>
                  </a:lnTo>
                  <a:lnTo>
                    <a:pt x="7992238" y="4011566"/>
                  </a:lnTo>
                  <a:lnTo>
                    <a:pt x="7992238" y="4011566"/>
                  </a:lnTo>
                  <a:lnTo>
                    <a:pt x="8003112" y="4011566"/>
                  </a:lnTo>
                  <a:lnTo>
                    <a:pt x="8003112" y="4013884"/>
                  </a:lnTo>
                  <a:lnTo>
                    <a:pt x="8024860" y="4013884"/>
                  </a:lnTo>
                  <a:lnTo>
                    <a:pt x="8024860" y="4013884"/>
                  </a:lnTo>
                  <a:lnTo>
                    <a:pt x="8035734" y="4013884"/>
                  </a:lnTo>
                  <a:lnTo>
                    <a:pt x="8035734" y="4013884"/>
                  </a:lnTo>
                  <a:lnTo>
                    <a:pt x="8041170" y="4013884"/>
                  </a:lnTo>
                  <a:lnTo>
                    <a:pt x="8041170" y="4013884"/>
                  </a:lnTo>
                  <a:lnTo>
                    <a:pt x="8052044" y="4013884"/>
                  </a:lnTo>
                  <a:lnTo>
                    <a:pt x="8052044" y="4013884"/>
                  </a:lnTo>
                  <a:lnTo>
                    <a:pt x="8057481" y="4013884"/>
                  </a:lnTo>
                  <a:lnTo>
                    <a:pt x="8057481" y="4016219"/>
                  </a:lnTo>
                  <a:lnTo>
                    <a:pt x="8073792" y="4016219"/>
                  </a:lnTo>
                  <a:lnTo>
                    <a:pt x="8073792" y="4018558"/>
                  </a:lnTo>
                  <a:lnTo>
                    <a:pt x="8084666" y="4018558"/>
                  </a:lnTo>
                  <a:lnTo>
                    <a:pt x="8084666" y="4018558"/>
                  </a:lnTo>
                  <a:lnTo>
                    <a:pt x="8111850" y="4018558"/>
                  </a:lnTo>
                  <a:lnTo>
                    <a:pt x="8111850" y="4018558"/>
                  </a:lnTo>
                  <a:lnTo>
                    <a:pt x="8122724" y="4018558"/>
                  </a:lnTo>
                  <a:lnTo>
                    <a:pt x="8122724" y="4018558"/>
                  </a:lnTo>
                  <a:lnTo>
                    <a:pt x="8133598" y="4018558"/>
                  </a:lnTo>
                  <a:lnTo>
                    <a:pt x="8133598" y="4018558"/>
                  </a:lnTo>
                  <a:lnTo>
                    <a:pt x="8139035" y="4018558"/>
                  </a:lnTo>
                  <a:lnTo>
                    <a:pt x="8139035" y="4020918"/>
                  </a:lnTo>
                  <a:lnTo>
                    <a:pt x="8144471" y="4020918"/>
                  </a:lnTo>
                  <a:lnTo>
                    <a:pt x="8144471" y="4020918"/>
                  </a:lnTo>
                  <a:lnTo>
                    <a:pt x="8160782" y="4020918"/>
                  </a:lnTo>
                  <a:lnTo>
                    <a:pt x="8160782" y="4023297"/>
                  </a:lnTo>
                  <a:lnTo>
                    <a:pt x="8171656" y="4023297"/>
                  </a:lnTo>
                  <a:lnTo>
                    <a:pt x="8171656" y="4025675"/>
                  </a:lnTo>
                  <a:lnTo>
                    <a:pt x="8182530" y="4025675"/>
                  </a:lnTo>
                  <a:lnTo>
                    <a:pt x="8182530" y="4025675"/>
                  </a:lnTo>
                  <a:lnTo>
                    <a:pt x="8187967" y="4025675"/>
                  </a:lnTo>
                  <a:lnTo>
                    <a:pt x="8187967" y="4025675"/>
                  </a:lnTo>
                  <a:lnTo>
                    <a:pt x="8193404" y="4025675"/>
                  </a:lnTo>
                  <a:lnTo>
                    <a:pt x="8193404" y="4025675"/>
                  </a:lnTo>
                  <a:lnTo>
                    <a:pt x="8204277" y="4025675"/>
                  </a:lnTo>
                  <a:lnTo>
                    <a:pt x="8204277" y="4025675"/>
                  </a:lnTo>
                  <a:lnTo>
                    <a:pt x="8215151" y="4025675"/>
                  </a:lnTo>
                  <a:lnTo>
                    <a:pt x="8215151" y="4025675"/>
                  </a:lnTo>
                  <a:lnTo>
                    <a:pt x="8220588" y="4025675"/>
                  </a:lnTo>
                  <a:lnTo>
                    <a:pt x="8220588" y="4025675"/>
                  </a:lnTo>
                  <a:lnTo>
                    <a:pt x="8231462" y="4025675"/>
                  </a:lnTo>
                  <a:lnTo>
                    <a:pt x="8231462" y="4025675"/>
                  </a:lnTo>
                  <a:lnTo>
                    <a:pt x="8242336" y="4025675"/>
                  </a:lnTo>
                  <a:lnTo>
                    <a:pt x="8242336" y="4025675"/>
                  </a:lnTo>
                  <a:lnTo>
                    <a:pt x="8264083" y="4025675"/>
                  </a:lnTo>
                  <a:lnTo>
                    <a:pt x="8264083" y="4028098"/>
                  </a:lnTo>
                  <a:lnTo>
                    <a:pt x="8269520" y="4028098"/>
                  </a:lnTo>
                  <a:lnTo>
                    <a:pt x="8269520" y="4028098"/>
                  </a:lnTo>
                  <a:lnTo>
                    <a:pt x="8280394" y="4028098"/>
                  </a:lnTo>
                  <a:lnTo>
                    <a:pt x="8280394" y="4030535"/>
                  </a:lnTo>
                  <a:lnTo>
                    <a:pt x="8291268" y="4030535"/>
                  </a:lnTo>
                  <a:lnTo>
                    <a:pt x="8291268" y="4032978"/>
                  </a:lnTo>
                  <a:lnTo>
                    <a:pt x="8296705" y="4032978"/>
                  </a:lnTo>
                  <a:lnTo>
                    <a:pt x="8296705" y="4035420"/>
                  </a:lnTo>
                  <a:lnTo>
                    <a:pt x="8307578" y="4035420"/>
                  </a:lnTo>
                  <a:lnTo>
                    <a:pt x="8307578" y="4035420"/>
                  </a:lnTo>
                  <a:lnTo>
                    <a:pt x="8313015" y="4035420"/>
                  </a:lnTo>
                  <a:lnTo>
                    <a:pt x="8313015" y="4037871"/>
                  </a:lnTo>
                  <a:lnTo>
                    <a:pt x="8323889" y="4037871"/>
                  </a:lnTo>
                  <a:lnTo>
                    <a:pt x="8323889" y="4040323"/>
                  </a:lnTo>
                  <a:lnTo>
                    <a:pt x="8334763" y="4040323"/>
                  </a:lnTo>
                  <a:lnTo>
                    <a:pt x="8334763" y="4042774"/>
                  </a:lnTo>
                  <a:lnTo>
                    <a:pt x="8351074" y="4042774"/>
                  </a:lnTo>
                  <a:lnTo>
                    <a:pt x="8351074" y="4042774"/>
                  </a:lnTo>
                  <a:lnTo>
                    <a:pt x="8361947" y="4042774"/>
                  </a:lnTo>
                  <a:lnTo>
                    <a:pt x="8361947" y="4045240"/>
                  </a:lnTo>
                  <a:lnTo>
                    <a:pt x="8378258" y="4045240"/>
                  </a:lnTo>
                  <a:lnTo>
                    <a:pt x="8378258" y="4045240"/>
                  </a:lnTo>
                  <a:lnTo>
                    <a:pt x="8405443" y="4045240"/>
                  </a:lnTo>
                  <a:lnTo>
                    <a:pt x="8405443" y="4045240"/>
                  </a:lnTo>
                  <a:lnTo>
                    <a:pt x="8410879" y="4045240"/>
                  </a:lnTo>
                  <a:lnTo>
                    <a:pt x="8410879" y="4047731"/>
                  </a:lnTo>
                  <a:lnTo>
                    <a:pt x="8432627" y="4047731"/>
                  </a:lnTo>
                  <a:lnTo>
                    <a:pt x="8432627" y="4050226"/>
                  </a:lnTo>
                  <a:lnTo>
                    <a:pt x="8448938" y="4050226"/>
                  </a:lnTo>
                  <a:lnTo>
                    <a:pt x="8448938" y="4050226"/>
                  </a:lnTo>
                  <a:lnTo>
                    <a:pt x="8454375" y="4050226"/>
                  </a:lnTo>
                  <a:lnTo>
                    <a:pt x="8454375" y="4050226"/>
                  </a:lnTo>
                  <a:lnTo>
                    <a:pt x="8481559" y="4050226"/>
                  </a:lnTo>
                  <a:lnTo>
                    <a:pt x="8481559" y="4050226"/>
                  </a:lnTo>
                  <a:lnTo>
                    <a:pt x="8486996" y="4050226"/>
                  </a:lnTo>
                  <a:lnTo>
                    <a:pt x="8486996" y="4052742"/>
                  </a:lnTo>
                  <a:lnTo>
                    <a:pt x="8492433" y="4052742"/>
                  </a:lnTo>
                  <a:lnTo>
                    <a:pt x="8492433" y="4052742"/>
                  </a:lnTo>
                  <a:lnTo>
                    <a:pt x="8514180" y="4052742"/>
                  </a:lnTo>
                  <a:lnTo>
                    <a:pt x="8514180" y="4052742"/>
                  </a:lnTo>
                  <a:lnTo>
                    <a:pt x="8525054" y="4052742"/>
                  </a:lnTo>
                  <a:lnTo>
                    <a:pt x="8525054" y="4052742"/>
                  </a:lnTo>
                  <a:lnTo>
                    <a:pt x="8530491" y="4052742"/>
                  </a:lnTo>
                  <a:lnTo>
                    <a:pt x="8530491" y="4052742"/>
                  </a:lnTo>
                  <a:lnTo>
                    <a:pt x="8535928" y="4052742"/>
                  </a:lnTo>
                  <a:lnTo>
                    <a:pt x="8535928" y="4055278"/>
                  </a:lnTo>
                  <a:lnTo>
                    <a:pt x="8541365" y="4055278"/>
                  </a:lnTo>
                  <a:lnTo>
                    <a:pt x="8541365" y="4057814"/>
                  </a:lnTo>
                  <a:lnTo>
                    <a:pt x="8546802" y="4057814"/>
                  </a:lnTo>
                  <a:lnTo>
                    <a:pt x="8546802" y="4060355"/>
                  </a:lnTo>
                  <a:lnTo>
                    <a:pt x="8584860" y="4060355"/>
                  </a:lnTo>
                  <a:lnTo>
                    <a:pt x="8584860" y="4062897"/>
                  </a:lnTo>
                  <a:lnTo>
                    <a:pt x="8601171" y="4062897"/>
                  </a:lnTo>
                  <a:lnTo>
                    <a:pt x="8601171" y="4062897"/>
                  </a:lnTo>
                  <a:lnTo>
                    <a:pt x="8622918" y="4062897"/>
                  </a:lnTo>
                  <a:lnTo>
                    <a:pt x="8622918" y="4065443"/>
                  </a:lnTo>
                  <a:lnTo>
                    <a:pt x="8633792" y="4065443"/>
                  </a:lnTo>
                  <a:lnTo>
                    <a:pt x="8633792" y="4065443"/>
                  </a:lnTo>
                  <a:lnTo>
                    <a:pt x="8639229" y="4065443"/>
                  </a:lnTo>
                  <a:lnTo>
                    <a:pt x="8639229" y="4065443"/>
                  </a:lnTo>
                  <a:lnTo>
                    <a:pt x="8650103" y="4065443"/>
                  </a:lnTo>
                  <a:lnTo>
                    <a:pt x="8650103" y="4070557"/>
                  </a:lnTo>
                  <a:lnTo>
                    <a:pt x="8666414" y="4070557"/>
                  </a:lnTo>
                  <a:lnTo>
                    <a:pt x="8666414" y="4073115"/>
                  </a:lnTo>
                  <a:lnTo>
                    <a:pt x="8709909" y="4073115"/>
                  </a:lnTo>
                  <a:lnTo>
                    <a:pt x="8709909" y="4073115"/>
                  </a:lnTo>
                  <a:lnTo>
                    <a:pt x="8715346" y="4073115"/>
                  </a:lnTo>
                  <a:lnTo>
                    <a:pt x="8715346" y="4073115"/>
                  </a:lnTo>
                  <a:lnTo>
                    <a:pt x="8726219" y="4073115"/>
                  </a:lnTo>
                  <a:lnTo>
                    <a:pt x="8726219" y="4073115"/>
                  </a:lnTo>
                  <a:lnTo>
                    <a:pt x="8731656" y="4073115"/>
                  </a:lnTo>
                  <a:lnTo>
                    <a:pt x="8731656" y="4075693"/>
                  </a:lnTo>
                  <a:lnTo>
                    <a:pt x="8737093" y="4075693"/>
                  </a:lnTo>
                  <a:lnTo>
                    <a:pt x="8737093" y="4078272"/>
                  </a:lnTo>
                  <a:lnTo>
                    <a:pt x="8758841" y="4078272"/>
                  </a:lnTo>
                  <a:lnTo>
                    <a:pt x="8758841" y="4080850"/>
                  </a:lnTo>
                  <a:lnTo>
                    <a:pt x="8764278" y="4080850"/>
                  </a:lnTo>
                  <a:lnTo>
                    <a:pt x="8764278" y="4083429"/>
                  </a:lnTo>
                  <a:lnTo>
                    <a:pt x="8791462" y="4083429"/>
                  </a:lnTo>
                  <a:lnTo>
                    <a:pt x="8791462" y="4083429"/>
                  </a:lnTo>
                  <a:lnTo>
                    <a:pt x="8796899" y="4083429"/>
                  </a:lnTo>
                  <a:lnTo>
                    <a:pt x="8796899" y="4083429"/>
                  </a:lnTo>
                  <a:lnTo>
                    <a:pt x="8802336" y="4083429"/>
                  </a:lnTo>
                  <a:lnTo>
                    <a:pt x="8802336" y="4083429"/>
                  </a:lnTo>
                  <a:lnTo>
                    <a:pt x="8813210" y="4083429"/>
                  </a:lnTo>
                  <a:lnTo>
                    <a:pt x="8813210" y="4086024"/>
                  </a:lnTo>
                  <a:lnTo>
                    <a:pt x="8824084" y="4086024"/>
                  </a:lnTo>
                  <a:lnTo>
                    <a:pt x="8824084" y="4088619"/>
                  </a:lnTo>
                  <a:lnTo>
                    <a:pt x="8845831" y="4088619"/>
                  </a:lnTo>
                  <a:lnTo>
                    <a:pt x="8845831" y="4091215"/>
                  </a:lnTo>
                  <a:lnTo>
                    <a:pt x="8856705" y="4091215"/>
                  </a:lnTo>
                  <a:lnTo>
                    <a:pt x="8856705" y="4091215"/>
                  </a:lnTo>
                  <a:lnTo>
                    <a:pt x="8867579" y="4091215"/>
                  </a:lnTo>
                  <a:lnTo>
                    <a:pt x="8867579" y="4091215"/>
                  </a:lnTo>
                  <a:lnTo>
                    <a:pt x="8883890" y="4091215"/>
                  </a:lnTo>
                  <a:lnTo>
                    <a:pt x="8883890" y="4093832"/>
                  </a:lnTo>
                  <a:lnTo>
                    <a:pt x="8905637" y="4093832"/>
                  </a:lnTo>
                  <a:lnTo>
                    <a:pt x="8905637" y="4093832"/>
                  </a:lnTo>
                  <a:lnTo>
                    <a:pt x="8921948" y="4093832"/>
                  </a:lnTo>
                  <a:lnTo>
                    <a:pt x="8921948" y="4099079"/>
                  </a:lnTo>
                  <a:lnTo>
                    <a:pt x="8938258" y="4099079"/>
                  </a:lnTo>
                  <a:lnTo>
                    <a:pt x="8938258" y="4101702"/>
                  </a:lnTo>
                  <a:lnTo>
                    <a:pt x="8943695" y="4101702"/>
                  </a:lnTo>
                  <a:lnTo>
                    <a:pt x="8943695" y="4101702"/>
                  </a:lnTo>
                  <a:lnTo>
                    <a:pt x="8965443" y="4101702"/>
                  </a:lnTo>
                  <a:lnTo>
                    <a:pt x="8965443" y="4104332"/>
                  </a:lnTo>
                  <a:lnTo>
                    <a:pt x="8981754" y="4104332"/>
                  </a:lnTo>
                  <a:lnTo>
                    <a:pt x="8981754" y="4104332"/>
                  </a:lnTo>
                  <a:lnTo>
                    <a:pt x="8992627" y="4104332"/>
                  </a:lnTo>
                  <a:lnTo>
                    <a:pt x="8992627" y="4104332"/>
                  </a:lnTo>
                  <a:lnTo>
                    <a:pt x="9008938" y="4104332"/>
                  </a:lnTo>
                  <a:lnTo>
                    <a:pt x="9008938" y="4104332"/>
                  </a:lnTo>
                  <a:lnTo>
                    <a:pt x="9014375" y="4104332"/>
                  </a:lnTo>
                  <a:lnTo>
                    <a:pt x="9014375" y="4106978"/>
                  </a:lnTo>
                  <a:lnTo>
                    <a:pt x="9030686" y="4106978"/>
                  </a:lnTo>
                  <a:lnTo>
                    <a:pt x="9030686" y="4106978"/>
                  </a:lnTo>
                  <a:lnTo>
                    <a:pt x="9052433" y="4106978"/>
                  </a:lnTo>
                  <a:lnTo>
                    <a:pt x="9052433" y="4106978"/>
                  </a:lnTo>
                  <a:lnTo>
                    <a:pt x="9063307" y="4106978"/>
                  </a:lnTo>
                  <a:lnTo>
                    <a:pt x="9063307" y="4109637"/>
                  </a:lnTo>
                  <a:lnTo>
                    <a:pt x="9095928" y="4109637"/>
                  </a:lnTo>
                  <a:lnTo>
                    <a:pt x="9095928" y="4109637"/>
                  </a:lnTo>
                  <a:lnTo>
                    <a:pt x="9101365" y="4109637"/>
                  </a:lnTo>
                  <a:lnTo>
                    <a:pt x="9101365" y="4109637"/>
                  </a:lnTo>
                  <a:lnTo>
                    <a:pt x="9106802" y="4109637"/>
                  </a:lnTo>
                  <a:lnTo>
                    <a:pt x="9106802" y="4109637"/>
                  </a:lnTo>
                  <a:lnTo>
                    <a:pt x="9117676" y="4109637"/>
                  </a:lnTo>
                  <a:lnTo>
                    <a:pt x="9117676" y="4112313"/>
                  </a:lnTo>
                  <a:lnTo>
                    <a:pt x="9133987" y="4112313"/>
                  </a:lnTo>
                  <a:lnTo>
                    <a:pt x="9133987" y="4112313"/>
                  </a:lnTo>
                  <a:lnTo>
                    <a:pt x="9139424" y="4112313"/>
                  </a:lnTo>
                  <a:lnTo>
                    <a:pt x="9139424" y="4112313"/>
                  </a:lnTo>
                  <a:lnTo>
                    <a:pt x="9172045" y="4112313"/>
                  </a:lnTo>
                  <a:lnTo>
                    <a:pt x="9172045" y="4112313"/>
                  </a:lnTo>
                  <a:lnTo>
                    <a:pt x="9210103" y="4112313"/>
                  </a:lnTo>
                  <a:lnTo>
                    <a:pt x="9210103" y="4115014"/>
                  </a:lnTo>
                  <a:lnTo>
                    <a:pt x="9215540" y="4115014"/>
                  </a:lnTo>
                  <a:lnTo>
                    <a:pt x="9215540" y="4115014"/>
                  </a:lnTo>
                  <a:lnTo>
                    <a:pt x="9226414" y="4115014"/>
                  </a:lnTo>
                  <a:lnTo>
                    <a:pt x="9226414" y="4115014"/>
                  </a:lnTo>
                  <a:lnTo>
                    <a:pt x="9237288" y="4115014"/>
                  </a:lnTo>
                  <a:lnTo>
                    <a:pt x="9237288" y="4115014"/>
                  </a:lnTo>
                  <a:lnTo>
                    <a:pt x="9242725" y="4115014"/>
                  </a:lnTo>
                  <a:lnTo>
                    <a:pt x="9242725" y="4117740"/>
                  </a:lnTo>
                  <a:lnTo>
                    <a:pt x="9313404" y="4117740"/>
                  </a:lnTo>
                  <a:lnTo>
                    <a:pt x="9313404" y="4117740"/>
                  </a:lnTo>
                  <a:lnTo>
                    <a:pt x="9318841" y="4117740"/>
                  </a:lnTo>
                  <a:lnTo>
                    <a:pt x="9318841" y="4117740"/>
                  </a:lnTo>
                  <a:lnTo>
                    <a:pt x="9329715" y="4117740"/>
                  </a:lnTo>
                  <a:lnTo>
                    <a:pt x="9329715" y="4120491"/>
                  </a:lnTo>
                  <a:lnTo>
                    <a:pt x="9335152" y="4120491"/>
                  </a:lnTo>
                  <a:lnTo>
                    <a:pt x="9335152" y="4120491"/>
                  </a:lnTo>
                  <a:lnTo>
                    <a:pt x="9367773" y="4120491"/>
                  </a:lnTo>
                  <a:lnTo>
                    <a:pt x="9367773" y="4120491"/>
                  </a:lnTo>
                  <a:lnTo>
                    <a:pt x="9378647" y="4120491"/>
                  </a:lnTo>
                  <a:lnTo>
                    <a:pt x="9378647" y="4123255"/>
                  </a:lnTo>
                  <a:lnTo>
                    <a:pt x="9405832" y="4123255"/>
                  </a:lnTo>
                  <a:lnTo>
                    <a:pt x="9405832" y="4126019"/>
                  </a:lnTo>
                  <a:lnTo>
                    <a:pt x="9427579" y="4126019"/>
                  </a:lnTo>
                  <a:lnTo>
                    <a:pt x="9427579" y="4126019"/>
                  </a:lnTo>
                  <a:lnTo>
                    <a:pt x="9438453" y="4126019"/>
                  </a:lnTo>
                  <a:lnTo>
                    <a:pt x="9438453" y="4126019"/>
                  </a:lnTo>
                  <a:lnTo>
                    <a:pt x="9443890" y="4126019"/>
                  </a:lnTo>
                  <a:lnTo>
                    <a:pt x="9443890" y="4126019"/>
                  </a:lnTo>
                  <a:lnTo>
                    <a:pt x="9465638" y="4126019"/>
                  </a:lnTo>
                  <a:lnTo>
                    <a:pt x="9465638" y="4131613"/>
                  </a:lnTo>
                  <a:lnTo>
                    <a:pt x="9476511" y="4131613"/>
                  </a:lnTo>
                  <a:lnTo>
                    <a:pt x="9476511" y="4131613"/>
                  </a:lnTo>
                  <a:lnTo>
                    <a:pt x="9498259" y="4131613"/>
                  </a:lnTo>
                  <a:lnTo>
                    <a:pt x="9498259" y="4131613"/>
                  </a:lnTo>
                  <a:lnTo>
                    <a:pt x="9503696" y="4131613"/>
                  </a:lnTo>
                  <a:lnTo>
                    <a:pt x="9503696" y="4131613"/>
                  </a:lnTo>
                  <a:lnTo>
                    <a:pt x="9520006" y="4131613"/>
                  </a:lnTo>
                  <a:lnTo>
                    <a:pt x="9520006" y="4137275"/>
                  </a:lnTo>
                  <a:lnTo>
                    <a:pt x="9530880" y="4137275"/>
                  </a:lnTo>
                  <a:lnTo>
                    <a:pt x="9530880" y="4137275"/>
                  </a:lnTo>
                  <a:lnTo>
                    <a:pt x="9558065" y="4137275"/>
                  </a:lnTo>
                  <a:lnTo>
                    <a:pt x="9558065" y="4140120"/>
                  </a:lnTo>
                  <a:lnTo>
                    <a:pt x="9563502" y="4140120"/>
                  </a:lnTo>
                  <a:lnTo>
                    <a:pt x="9563502" y="4142971"/>
                  </a:lnTo>
                  <a:lnTo>
                    <a:pt x="9568939" y="4142971"/>
                  </a:lnTo>
                  <a:lnTo>
                    <a:pt x="9568939" y="4142971"/>
                  </a:lnTo>
                  <a:lnTo>
                    <a:pt x="9574375" y="4142971"/>
                  </a:lnTo>
                  <a:lnTo>
                    <a:pt x="9574375" y="4145837"/>
                  </a:lnTo>
                  <a:lnTo>
                    <a:pt x="9585249" y="4145837"/>
                  </a:lnTo>
                  <a:lnTo>
                    <a:pt x="9585249" y="4148703"/>
                  </a:lnTo>
                  <a:lnTo>
                    <a:pt x="9590686" y="4148703"/>
                  </a:lnTo>
                  <a:lnTo>
                    <a:pt x="9590686" y="4148703"/>
                  </a:lnTo>
                  <a:lnTo>
                    <a:pt x="9601560" y="4148703"/>
                  </a:lnTo>
                  <a:lnTo>
                    <a:pt x="9601560" y="4148703"/>
                  </a:lnTo>
                  <a:lnTo>
                    <a:pt x="9623308" y="4148703"/>
                  </a:lnTo>
                  <a:lnTo>
                    <a:pt x="9623308" y="4148703"/>
                  </a:lnTo>
                  <a:lnTo>
                    <a:pt x="9628744" y="4148703"/>
                  </a:lnTo>
                  <a:lnTo>
                    <a:pt x="9628744" y="4148703"/>
                  </a:lnTo>
                  <a:lnTo>
                    <a:pt x="9645055" y="4148703"/>
                  </a:lnTo>
                  <a:lnTo>
                    <a:pt x="9645055" y="4151613"/>
                  </a:lnTo>
                  <a:lnTo>
                    <a:pt x="9655929" y="4151613"/>
                  </a:lnTo>
                  <a:lnTo>
                    <a:pt x="9655929" y="4157447"/>
                  </a:lnTo>
                  <a:lnTo>
                    <a:pt x="9666803" y="4157447"/>
                  </a:lnTo>
                  <a:lnTo>
                    <a:pt x="9666803" y="4157447"/>
                  </a:lnTo>
                  <a:lnTo>
                    <a:pt x="9677676" y="4157447"/>
                  </a:lnTo>
                  <a:lnTo>
                    <a:pt x="9677676" y="4160371"/>
                  </a:lnTo>
                  <a:lnTo>
                    <a:pt x="9688550" y="4160371"/>
                  </a:lnTo>
                  <a:lnTo>
                    <a:pt x="9688550" y="4160371"/>
                  </a:lnTo>
                  <a:lnTo>
                    <a:pt x="9704861" y="4160371"/>
                  </a:lnTo>
                  <a:lnTo>
                    <a:pt x="9704861" y="4160371"/>
                  </a:lnTo>
                  <a:lnTo>
                    <a:pt x="9710298" y="4160371"/>
                  </a:lnTo>
                  <a:lnTo>
                    <a:pt x="9710298" y="4163311"/>
                  </a:lnTo>
                  <a:lnTo>
                    <a:pt x="9715735" y="4163311"/>
                  </a:lnTo>
                  <a:lnTo>
                    <a:pt x="9715735" y="4163311"/>
                  </a:lnTo>
                  <a:lnTo>
                    <a:pt x="9726609" y="4163311"/>
                  </a:lnTo>
                  <a:lnTo>
                    <a:pt x="9726609" y="4163311"/>
                  </a:lnTo>
                  <a:lnTo>
                    <a:pt x="9737482" y="4163311"/>
                  </a:lnTo>
                  <a:lnTo>
                    <a:pt x="9737482" y="4163311"/>
                  </a:lnTo>
                  <a:lnTo>
                    <a:pt x="9753793" y="4163311"/>
                  </a:lnTo>
                  <a:lnTo>
                    <a:pt x="9753793" y="4166273"/>
                  </a:lnTo>
                  <a:lnTo>
                    <a:pt x="9780978" y="4166273"/>
                  </a:lnTo>
                  <a:lnTo>
                    <a:pt x="9780978" y="4166273"/>
                  </a:lnTo>
                  <a:lnTo>
                    <a:pt x="9791851" y="4166273"/>
                  </a:lnTo>
                  <a:lnTo>
                    <a:pt x="9791851" y="4166273"/>
                  </a:lnTo>
                  <a:lnTo>
                    <a:pt x="9797288" y="4166273"/>
                  </a:lnTo>
                  <a:lnTo>
                    <a:pt x="9797288" y="4166273"/>
                  </a:lnTo>
                  <a:lnTo>
                    <a:pt x="9808162" y="4166273"/>
                  </a:lnTo>
                  <a:lnTo>
                    <a:pt x="9808162" y="4166273"/>
                  </a:lnTo>
                  <a:lnTo>
                    <a:pt x="9813599" y="4166273"/>
                  </a:lnTo>
                  <a:lnTo>
                    <a:pt x="9813599" y="4169267"/>
                  </a:lnTo>
                  <a:lnTo>
                    <a:pt x="9819036" y="4169267"/>
                  </a:lnTo>
                  <a:lnTo>
                    <a:pt x="9819036" y="4172261"/>
                  </a:lnTo>
                  <a:lnTo>
                    <a:pt x="9824473" y="4172261"/>
                  </a:lnTo>
                  <a:lnTo>
                    <a:pt x="9824473" y="4172261"/>
                  </a:lnTo>
                  <a:lnTo>
                    <a:pt x="9840783" y="4172261"/>
                  </a:lnTo>
                  <a:lnTo>
                    <a:pt x="9840783" y="4172261"/>
                  </a:lnTo>
                  <a:lnTo>
                    <a:pt x="9873405" y="4172261"/>
                  </a:lnTo>
                  <a:lnTo>
                    <a:pt x="9873405" y="4175279"/>
                  </a:lnTo>
                  <a:lnTo>
                    <a:pt x="9884279" y="4175279"/>
                  </a:lnTo>
                  <a:lnTo>
                    <a:pt x="9884279" y="4175279"/>
                  </a:lnTo>
                  <a:lnTo>
                    <a:pt x="9889715" y="4175279"/>
                  </a:lnTo>
                  <a:lnTo>
                    <a:pt x="9889715" y="4175279"/>
                  </a:lnTo>
                  <a:lnTo>
                    <a:pt x="9895152" y="4175279"/>
                  </a:lnTo>
                  <a:lnTo>
                    <a:pt x="9895152" y="4175279"/>
                  </a:lnTo>
                  <a:lnTo>
                    <a:pt x="9911463" y="4175279"/>
                  </a:lnTo>
                  <a:lnTo>
                    <a:pt x="9911463" y="4175279"/>
                  </a:lnTo>
                </a:path>
              </a:pathLst>
            </a:custGeom>
            <a:ln w="13550" cap="flat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1011026" y="789916"/>
              <a:ext cx="9900589" cy="2683678"/>
            </a:xfrm>
            <a:custGeom>
              <a:avLst/>
              <a:pathLst>
                <a:path w="9900589" h="2683678">
                  <a:moveTo>
                    <a:pt x="0" y="0"/>
                  </a:moveTo>
                  <a:lnTo>
                    <a:pt x="10873" y="0"/>
                  </a:lnTo>
                  <a:lnTo>
                    <a:pt x="21747" y="0"/>
                  </a:lnTo>
                  <a:lnTo>
                    <a:pt x="21747" y="1185"/>
                  </a:lnTo>
                  <a:lnTo>
                    <a:pt x="27184" y="1185"/>
                  </a:lnTo>
                  <a:lnTo>
                    <a:pt x="27184" y="2301"/>
                  </a:lnTo>
                  <a:lnTo>
                    <a:pt x="32621" y="2301"/>
                  </a:lnTo>
                  <a:lnTo>
                    <a:pt x="32621" y="4717"/>
                  </a:lnTo>
                  <a:lnTo>
                    <a:pt x="38058" y="4717"/>
                  </a:lnTo>
                  <a:lnTo>
                    <a:pt x="38058" y="7303"/>
                  </a:lnTo>
                  <a:lnTo>
                    <a:pt x="43495" y="7303"/>
                  </a:lnTo>
                  <a:lnTo>
                    <a:pt x="43495" y="11401"/>
                  </a:lnTo>
                  <a:lnTo>
                    <a:pt x="48932" y="11401"/>
                  </a:lnTo>
                  <a:lnTo>
                    <a:pt x="48932" y="12811"/>
                  </a:lnTo>
                  <a:lnTo>
                    <a:pt x="54368" y="12811"/>
                  </a:lnTo>
                  <a:lnTo>
                    <a:pt x="54368" y="14239"/>
                  </a:lnTo>
                  <a:lnTo>
                    <a:pt x="59805" y="14239"/>
                  </a:lnTo>
                  <a:lnTo>
                    <a:pt x="59805" y="18617"/>
                  </a:lnTo>
                  <a:lnTo>
                    <a:pt x="65242" y="18617"/>
                  </a:lnTo>
                  <a:lnTo>
                    <a:pt x="65242" y="23108"/>
                  </a:lnTo>
                  <a:lnTo>
                    <a:pt x="70679" y="23108"/>
                  </a:lnTo>
                  <a:lnTo>
                    <a:pt x="70679" y="33909"/>
                  </a:lnTo>
                  <a:lnTo>
                    <a:pt x="76116" y="33909"/>
                  </a:lnTo>
                  <a:lnTo>
                    <a:pt x="76116" y="37059"/>
                  </a:lnTo>
                  <a:lnTo>
                    <a:pt x="81553" y="37059"/>
                  </a:lnTo>
                  <a:lnTo>
                    <a:pt x="81553" y="46645"/>
                  </a:lnTo>
                  <a:lnTo>
                    <a:pt x="86990" y="46645"/>
                  </a:lnTo>
                  <a:lnTo>
                    <a:pt x="86990" y="53131"/>
                  </a:lnTo>
                  <a:lnTo>
                    <a:pt x="92427" y="53131"/>
                  </a:lnTo>
                  <a:lnTo>
                    <a:pt x="92427" y="54763"/>
                  </a:lnTo>
                  <a:lnTo>
                    <a:pt x="97864" y="54763"/>
                  </a:lnTo>
                  <a:lnTo>
                    <a:pt x="97864" y="58038"/>
                  </a:lnTo>
                  <a:lnTo>
                    <a:pt x="103301" y="58038"/>
                  </a:lnTo>
                  <a:lnTo>
                    <a:pt x="103301" y="67942"/>
                  </a:lnTo>
                  <a:lnTo>
                    <a:pt x="108737" y="67942"/>
                  </a:lnTo>
                  <a:lnTo>
                    <a:pt x="108737" y="69603"/>
                  </a:lnTo>
                  <a:lnTo>
                    <a:pt x="114174" y="69603"/>
                  </a:lnTo>
                  <a:lnTo>
                    <a:pt x="114174" y="74605"/>
                  </a:lnTo>
                  <a:lnTo>
                    <a:pt x="119611" y="74605"/>
                  </a:lnTo>
                  <a:lnTo>
                    <a:pt x="119611" y="77954"/>
                  </a:lnTo>
                  <a:lnTo>
                    <a:pt x="125048" y="77954"/>
                  </a:lnTo>
                  <a:lnTo>
                    <a:pt x="125048" y="86370"/>
                  </a:lnTo>
                  <a:lnTo>
                    <a:pt x="130485" y="86370"/>
                  </a:lnTo>
                  <a:lnTo>
                    <a:pt x="130485" y="91447"/>
                  </a:lnTo>
                  <a:lnTo>
                    <a:pt x="135922" y="91447"/>
                  </a:lnTo>
                  <a:lnTo>
                    <a:pt x="135922" y="93143"/>
                  </a:lnTo>
                  <a:lnTo>
                    <a:pt x="141359" y="93143"/>
                  </a:lnTo>
                  <a:lnTo>
                    <a:pt x="141359" y="103363"/>
                  </a:lnTo>
                  <a:lnTo>
                    <a:pt x="146796" y="103363"/>
                  </a:lnTo>
                  <a:lnTo>
                    <a:pt x="146796" y="106785"/>
                  </a:lnTo>
                  <a:lnTo>
                    <a:pt x="152233" y="106785"/>
                  </a:lnTo>
                  <a:lnTo>
                    <a:pt x="152233" y="110214"/>
                  </a:lnTo>
                  <a:lnTo>
                    <a:pt x="157670" y="110214"/>
                  </a:lnTo>
                  <a:lnTo>
                    <a:pt x="157670" y="113651"/>
                  </a:lnTo>
                  <a:lnTo>
                    <a:pt x="163106" y="113651"/>
                  </a:lnTo>
                  <a:lnTo>
                    <a:pt x="163106" y="118820"/>
                  </a:lnTo>
                  <a:lnTo>
                    <a:pt x="168543" y="118820"/>
                  </a:lnTo>
                  <a:lnTo>
                    <a:pt x="168543" y="129200"/>
                  </a:lnTo>
                  <a:lnTo>
                    <a:pt x="173980" y="129200"/>
                  </a:lnTo>
                  <a:lnTo>
                    <a:pt x="173980" y="130935"/>
                  </a:lnTo>
                  <a:lnTo>
                    <a:pt x="179417" y="130935"/>
                  </a:lnTo>
                  <a:lnTo>
                    <a:pt x="179417" y="132672"/>
                  </a:lnTo>
                  <a:lnTo>
                    <a:pt x="184854" y="132672"/>
                  </a:lnTo>
                  <a:lnTo>
                    <a:pt x="184854" y="136149"/>
                  </a:lnTo>
                  <a:lnTo>
                    <a:pt x="190291" y="136149"/>
                  </a:lnTo>
                  <a:lnTo>
                    <a:pt x="190291" y="151852"/>
                  </a:lnTo>
                  <a:lnTo>
                    <a:pt x="195728" y="151852"/>
                  </a:lnTo>
                  <a:lnTo>
                    <a:pt x="195728" y="158862"/>
                  </a:lnTo>
                  <a:lnTo>
                    <a:pt x="201165" y="158862"/>
                  </a:lnTo>
                  <a:lnTo>
                    <a:pt x="201165" y="165887"/>
                  </a:lnTo>
                  <a:lnTo>
                    <a:pt x="206602" y="165887"/>
                  </a:lnTo>
                  <a:lnTo>
                    <a:pt x="206602" y="169406"/>
                  </a:lnTo>
                  <a:lnTo>
                    <a:pt x="212038" y="169406"/>
                  </a:lnTo>
                  <a:lnTo>
                    <a:pt x="212038" y="178224"/>
                  </a:lnTo>
                  <a:lnTo>
                    <a:pt x="217475" y="178224"/>
                  </a:lnTo>
                  <a:lnTo>
                    <a:pt x="217475" y="181759"/>
                  </a:lnTo>
                  <a:lnTo>
                    <a:pt x="222912" y="181759"/>
                  </a:lnTo>
                  <a:lnTo>
                    <a:pt x="222912" y="183529"/>
                  </a:lnTo>
                  <a:lnTo>
                    <a:pt x="228349" y="183529"/>
                  </a:lnTo>
                  <a:lnTo>
                    <a:pt x="228349" y="185300"/>
                  </a:lnTo>
                  <a:lnTo>
                    <a:pt x="233786" y="185300"/>
                  </a:lnTo>
                  <a:lnTo>
                    <a:pt x="233786" y="188846"/>
                  </a:lnTo>
                  <a:lnTo>
                    <a:pt x="239223" y="188846"/>
                  </a:lnTo>
                  <a:lnTo>
                    <a:pt x="239223" y="190621"/>
                  </a:lnTo>
                  <a:lnTo>
                    <a:pt x="244660" y="190621"/>
                  </a:lnTo>
                  <a:lnTo>
                    <a:pt x="244660" y="203064"/>
                  </a:lnTo>
                  <a:lnTo>
                    <a:pt x="250097" y="203064"/>
                  </a:lnTo>
                  <a:lnTo>
                    <a:pt x="250097" y="206628"/>
                  </a:lnTo>
                  <a:lnTo>
                    <a:pt x="255534" y="206628"/>
                  </a:lnTo>
                  <a:lnTo>
                    <a:pt x="255534" y="208410"/>
                  </a:lnTo>
                  <a:lnTo>
                    <a:pt x="260971" y="208410"/>
                  </a:lnTo>
                  <a:lnTo>
                    <a:pt x="260971" y="220909"/>
                  </a:lnTo>
                  <a:lnTo>
                    <a:pt x="266407" y="220909"/>
                  </a:lnTo>
                  <a:lnTo>
                    <a:pt x="266407" y="226275"/>
                  </a:lnTo>
                  <a:lnTo>
                    <a:pt x="271844" y="226275"/>
                  </a:lnTo>
                  <a:lnTo>
                    <a:pt x="271844" y="229856"/>
                  </a:lnTo>
                  <a:lnTo>
                    <a:pt x="277281" y="229856"/>
                  </a:lnTo>
                  <a:lnTo>
                    <a:pt x="277281" y="233440"/>
                  </a:lnTo>
                  <a:lnTo>
                    <a:pt x="282718" y="233440"/>
                  </a:lnTo>
                  <a:lnTo>
                    <a:pt x="282718" y="238822"/>
                  </a:lnTo>
                  <a:lnTo>
                    <a:pt x="288155" y="238822"/>
                  </a:lnTo>
                  <a:lnTo>
                    <a:pt x="288155" y="244210"/>
                  </a:lnTo>
                  <a:lnTo>
                    <a:pt x="293592" y="244210"/>
                  </a:lnTo>
                  <a:lnTo>
                    <a:pt x="293592" y="249604"/>
                  </a:lnTo>
                  <a:lnTo>
                    <a:pt x="299029" y="249604"/>
                  </a:lnTo>
                  <a:lnTo>
                    <a:pt x="299029" y="258604"/>
                  </a:lnTo>
                  <a:lnTo>
                    <a:pt x="304466" y="258604"/>
                  </a:lnTo>
                  <a:lnTo>
                    <a:pt x="304466" y="265814"/>
                  </a:lnTo>
                  <a:lnTo>
                    <a:pt x="309903" y="265814"/>
                  </a:lnTo>
                  <a:lnTo>
                    <a:pt x="309903" y="273040"/>
                  </a:lnTo>
                  <a:lnTo>
                    <a:pt x="315340" y="273040"/>
                  </a:lnTo>
                  <a:lnTo>
                    <a:pt x="315340" y="274848"/>
                  </a:lnTo>
                  <a:lnTo>
                    <a:pt x="320776" y="274848"/>
                  </a:lnTo>
                  <a:lnTo>
                    <a:pt x="320776" y="276658"/>
                  </a:lnTo>
                  <a:lnTo>
                    <a:pt x="326213" y="276658"/>
                  </a:lnTo>
                  <a:lnTo>
                    <a:pt x="326213" y="289352"/>
                  </a:lnTo>
                  <a:lnTo>
                    <a:pt x="331650" y="289352"/>
                  </a:lnTo>
                  <a:lnTo>
                    <a:pt x="331650" y="294802"/>
                  </a:lnTo>
                  <a:lnTo>
                    <a:pt x="337087" y="294802"/>
                  </a:lnTo>
                  <a:lnTo>
                    <a:pt x="337087" y="303896"/>
                  </a:lnTo>
                  <a:lnTo>
                    <a:pt x="342524" y="303896"/>
                  </a:lnTo>
                  <a:lnTo>
                    <a:pt x="342524" y="309358"/>
                  </a:lnTo>
                  <a:lnTo>
                    <a:pt x="347961" y="309358"/>
                  </a:lnTo>
                  <a:lnTo>
                    <a:pt x="353398" y="309358"/>
                  </a:lnTo>
                  <a:lnTo>
                    <a:pt x="353398" y="314836"/>
                  </a:lnTo>
                  <a:lnTo>
                    <a:pt x="358835" y="314836"/>
                  </a:lnTo>
                  <a:lnTo>
                    <a:pt x="358835" y="322146"/>
                  </a:lnTo>
                  <a:lnTo>
                    <a:pt x="364272" y="322146"/>
                  </a:lnTo>
                  <a:lnTo>
                    <a:pt x="364272" y="325803"/>
                  </a:lnTo>
                  <a:lnTo>
                    <a:pt x="369709" y="325803"/>
                  </a:lnTo>
                  <a:lnTo>
                    <a:pt x="369709" y="329463"/>
                  </a:lnTo>
                  <a:lnTo>
                    <a:pt x="375145" y="329463"/>
                  </a:lnTo>
                  <a:lnTo>
                    <a:pt x="375145" y="334958"/>
                  </a:lnTo>
                  <a:lnTo>
                    <a:pt x="380582" y="334958"/>
                  </a:lnTo>
                  <a:lnTo>
                    <a:pt x="380582" y="347804"/>
                  </a:lnTo>
                  <a:lnTo>
                    <a:pt x="386019" y="347804"/>
                  </a:lnTo>
                  <a:lnTo>
                    <a:pt x="386019" y="351478"/>
                  </a:lnTo>
                  <a:lnTo>
                    <a:pt x="391456" y="351478"/>
                  </a:lnTo>
                  <a:lnTo>
                    <a:pt x="391456" y="356991"/>
                  </a:lnTo>
                  <a:lnTo>
                    <a:pt x="396893" y="356991"/>
                  </a:lnTo>
                  <a:lnTo>
                    <a:pt x="396893" y="360668"/>
                  </a:lnTo>
                  <a:lnTo>
                    <a:pt x="402330" y="360668"/>
                  </a:lnTo>
                  <a:lnTo>
                    <a:pt x="402330" y="366189"/>
                  </a:lnTo>
                  <a:lnTo>
                    <a:pt x="407767" y="366189"/>
                  </a:lnTo>
                  <a:lnTo>
                    <a:pt x="407767" y="368030"/>
                  </a:lnTo>
                  <a:lnTo>
                    <a:pt x="418641" y="368030"/>
                  </a:lnTo>
                  <a:lnTo>
                    <a:pt x="418641" y="373559"/>
                  </a:lnTo>
                  <a:lnTo>
                    <a:pt x="424077" y="373559"/>
                  </a:lnTo>
                  <a:lnTo>
                    <a:pt x="424077" y="377247"/>
                  </a:lnTo>
                  <a:lnTo>
                    <a:pt x="429514" y="377247"/>
                  </a:lnTo>
                  <a:lnTo>
                    <a:pt x="429514" y="379091"/>
                  </a:lnTo>
                  <a:lnTo>
                    <a:pt x="434951" y="379091"/>
                  </a:lnTo>
                  <a:lnTo>
                    <a:pt x="434951" y="380936"/>
                  </a:lnTo>
                  <a:lnTo>
                    <a:pt x="440388" y="380936"/>
                  </a:lnTo>
                  <a:lnTo>
                    <a:pt x="440388" y="382783"/>
                  </a:lnTo>
                  <a:lnTo>
                    <a:pt x="445825" y="382783"/>
                  </a:lnTo>
                  <a:lnTo>
                    <a:pt x="445825" y="390172"/>
                  </a:lnTo>
                  <a:lnTo>
                    <a:pt x="451262" y="390172"/>
                  </a:lnTo>
                  <a:lnTo>
                    <a:pt x="451262" y="392021"/>
                  </a:lnTo>
                  <a:lnTo>
                    <a:pt x="456699" y="392021"/>
                  </a:lnTo>
                  <a:lnTo>
                    <a:pt x="456699" y="393871"/>
                  </a:lnTo>
                  <a:lnTo>
                    <a:pt x="462136" y="393871"/>
                  </a:lnTo>
                  <a:lnTo>
                    <a:pt x="467573" y="393871"/>
                  </a:lnTo>
                  <a:lnTo>
                    <a:pt x="467573" y="399431"/>
                  </a:lnTo>
                  <a:lnTo>
                    <a:pt x="473010" y="399431"/>
                  </a:lnTo>
                  <a:lnTo>
                    <a:pt x="473010" y="401285"/>
                  </a:lnTo>
                  <a:lnTo>
                    <a:pt x="478446" y="401285"/>
                  </a:lnTo>
                  <a:lnTo>
                    <a:pt x="478446" y="406848"/>
                  </a:lnTo>
                  <a:lnTo>
                    <a:pt x="483883" y="406848"/>
                  </a:lnTo>
                  <a:lnTo>
                    <a:pt x="483883" y="410561"/>
                  </a:lnTo>
                  <a:lnTo>
                    <a:pt x="489320" y="410561"/>
                  </a:lnTo>
                  <a:lnTo>
                    <a:pt x="489320" y="419850"/>
                  </a:lnTo>
                  <a:lnTo>
                    <a:pt x="494757" y="419850"/>
                  </a:lnTo>
                  <a:lnTo>
                    <a:pt x="494757" y="423569"/>
                  </a:lnTo>
                  <a:lnTo>
                    <a:pt x="500194" y="423569"/>
                  </a:lnTo>
                  <a:lnTo>
                    <a:pt x="500194" y="429154"/>
                  </a:lnTo>
                  <a:lnTo>
                    <a:pt x="511068" y="429154"/>
                  </a:lnTo>
                  <a:lnTo>
                    <a:pt x="511068" y="432878"/>
                  </a:lnTo>
                  <a:lnTo>
                    <a:pt x="516505" y="432878"/>
                  </a:lnTo>
                  <a:lnTo>
                    <a:pt x="516505" y="438467"/>
                  </a:lnTo>
                  <a:lnTo>
                    <a:pt x="521942" y="438467"/>
                  </a:lnTo>
                  <a:lnTo>
                    <a:pt x="521942" y="442195"/>
                  </a:lnTo>
                  <a:lnTo>
                    <a:pt x="527379" y="442195"/>
                  </a:lnTo>
                  <a:lnTo>
                    <a:pt x="527379" y="451522"/>
                  </a:lnTo>
                  <a:lnTo>
                    <a:pt x="532815" y="451522"/>
                  </a:lnTo>
                  <a:lnTo>
                    <a:pt x="532815" y="455255"/>
                  </a:lnTo>
                  <a:lnTo>
                    <a:pt x="538252" y="455255"/>
                  </a:lnTo>
                  <a:lnTo>
                    <a:pt x="538252" y="460859"/>
                  </a:lnTo>
                  <a:lnTo>
                    <a:pt x="543689" y="460859"/>
                  </a:lnTo>
                  <a:lnTo>
                    <a:pt x="543689" y="462727"/>
                  </a:lnTo>
                  <a:lnTo>
                    <a:pt x="549126" y="462727"/>
                  </a:lnTo>
                  <a:lnTo>
                    <a:pt x="549126" y="464596"/>
                  </a:lnTo>
                  <a:lnTo>
                    <a:pt x="554563" y="464596"/>
                  </a:lnTo>
                  <a:lnTo>
                    <a:pt x="554563" y="468334"/>
                  </a:lnTo>
                  <a:lnTo>
                    <a:pt x="560000" y="468334"/>
                  </a:lnTo>
                  <a:lnTo>
                    <a:pt x="560000" y="472073"/>
                  </a:lnTo>
                  <a:lnTo>
                    <a:pt x="565437" y="472073"/>
                  </a:lnTo>
                  <a:lnTo>
                    <a:pt x="565437" y="475813"/>
                  </a:lnTo>
                  <a:lnTo>
                    <a:pt x="570874" y="475813"/>
                  </a:lnTo>
                  <a:lnTo>
                    <a:pt x="570874" y="481426"/>
                  </a:lnTo>
                  <a:lnTo>
                    <a:pt x="576311" y="481426"/>
                  </a:lnTo>
                  <a:lnTo>
                    <a:pt x="576311" y="483300"/>
                  </a:lnTo>
                  <a:lnTo>
                    <a:pt x="581747" y="483300"/>
                  </a:lnTo>
                  <a:lnTo>
                    <a:pt x="581747" y="487050"/>
                  </a:lnTo>
                  <a:lnTo>
                    <a:pt x="603495" y="487050"/>
                  </a:lnTo>
                  <a:lnTo>
                    <a:pt x="603495" y="490802"/>
                  </a:lnTo>
                  <a:lnTo>
                    <a:pt x="608932" y="490802"/>
                  </a:lnTo>
                  <a:lnTo>
                    <a:pt x="608932" y="498308"/>
                  </a:lnTo>
                  <a:lnTo>
                    <a:pt x="614369" y="498308"/>
                  </a:lnTo>
                  <a:lnTo>
                    <a:pt x="614369" y="500186"/>
                  </a:lnTo>
                  <a:lnTo>
                    <a:pt x="625243" y="500186"/>
                  </a:lnTo>
                  <a:lnTo>
                    <a:pt x="625243" y="503942"/>
                  </a:lnTo>
                  <a:lnTo>
                    <a:pt x="636116" y="503942"/>
                  </a:lnTo>
                  <a:lnTo>
                    <a:pt x="636116" y="509579"/>
                  </a:lnTo>
                  <a:lnTo>
                    <a:pt x="641553" y="509579"/>
                  </a:lnTo>
                  <a:lnTo>
                    <a:pt x="641553" y="511458"/>
                  </a:lnTo>
                  <a:lnTo>
                    <a:pt x="646990" y="511458"/>
                  </a:lnTo>
                  <a:lnTo>
                    <a:pt x="646990" y="517098"/>
                  </a:lnTo>
                  <a:lnTo>
                    <a:pt x="652427" y="517098"/>
                  </a:lnTo>
                  <a:lnTo>
                    <a:pt x="652427" y="518979"/>
                  </a:lnTo>
                  <a:lnTo>
                    <a:pt x="657864" y="518979"/>
                  </a:lnTo>
                  <a:lnTo>
                    <a:pt x="657864" y="522743"/>
                  </a:lnTo>
                  <a:lnTo>
                    <a:pt x="663301" y="522743"/>
                  </a:lnTo>
                  <a:lnTo>
                    <a:pt x="663301" y="526509"/>
                  </a:lnTo>
                  <a:lnTo>
                    <a:pt x="668738" y="526509"/>
                  </a:lnTo>
                  <a:lnTo>
                    <a:pt x="668738" y="528391"/>
                  </a:lnTo>
                  <a:lnTo>
                    <a:pt x="674175" y="528391"/>
                  </a:lnTo>
                  <a:lnTo>
                    <a:pt x="674175" y="530275"/>
                  </a:lnTo>
                  <a:lnTo>
                    <a:pt x="679612" y="530275"/>
                  </a:lnTo>
                  <a:lnTo>
                    <a:pt x="679612" y="539697"/>
                  </a:lnTo>
                  <a:lnTo>
                    <a:pt x="685049" y="539697"/>
                  </a:lnTo>
                  <a:lnTo>
                    <a:pt x="685049" y="549133"/>
                  </a:lnTo>
                  <a:lnTo>
                    <a:pt x="690485" y="549133"/>
                  </a:lnTo>
                  <a:lnTo>
                    <a:pt x="690485" y="551021"/>
                  </a:lnTo>
                  <a:lnTo>
                    <a:pt x="695922" y="551021"/>
                  </a:lnTo>
                  <a:lnTo>
                    <a:pt x="695922" y="558574"/>
                  </a:lnTo>
                  <a:lnTo>
                    <a:pt x="701359" y="558574"/>
                  </a:lnTo>
                  <a:lnTo>
                    <a:pt x="701359" y="566134"/>
                  </a:lnTo>
                  <a:lnTo>
                    <a:pt x="706796" y="566134"/>
                  </a:lnTo>
                  <a:lnTo>
                    <a:pt x="706796" y="573698"/>
                  </a:lnTo>
                  <a:lnTo>
                    <a:pt x="717670" y="573698"/>
                  </a:lnTo>
                  <a:lnTo>
                    <a:pt x="717670" y="577480"/>
                  </a:lnTo>
                  <a:lnTo>
                    <a:pt x="723107" y="577480"/>
                  </a:lnTo>
                  <a:lnTo>
                    <a:pt x="728544" y="577480"/>
                  </a:lnTo>
                  <a:lnTo>
                    <a:pt x="728544" y="581269"/>
                  </a:lnTo>
                  <a:lnTo>
                    <a:pt x="733981" y="581269"/>
                  </a:lnTo>
                  <a:lnTo>
                    <a:pt x="733981" y="586953"/>
                  </a:lnTo>
                  <a:lnTo>
                    <a:pt x="739418" y="586953"/>
                  </a:lnTo>
                  <a:lnTo>
                    <a:pt x="739418" y="588848"/>
                  </a:lnTo>
                  <a:lnTo>
                    <a:pt x="744854" y="588848"/>
                  </a:lnTo>
                  <a:lnTo>
                    <a:pt x="744854" y="594534"/>
                  </a:lnTo>
                  <a:lnTo>
                    <a:pt x="750291" y="594534"/>
                  </a:lnTo>
                  <a:lnTo>
                    <a:pt x="750291" y="596430"/>
                  </a:lnTo>
                  <a:lnTo>
                    <a:pt x="755728" y="596430"/>
                  </a:lnTo>
                  <a:lnTo>
                    <a:pt x="755728" y="600222"/>
                  </a:lnTo>
                  <a:lnTo>
                    <a:pt x="761165" y="600222"/>
                  </a:lnTo>
                  <a:lnTo>
                    <a:pt x="761165" y="602119"/>
                  </a:lnTo>
                  <a:lnTo>
                    <a:pt x="766602" y="602119"/>
                  </a:lnTo>
                  <a:lnTo>
                    <a:pt x="766602" y="607819"/>
                  </a:lnTo>
                  <a:lnTo>
                    <a:pt x="772039" y="607819"/>
                  </a:lnTo>
                  <a:lnTo>
                    <a:pt x="772039" y="613523"/>
                  </a:lnTo>
                  <a:lnTo>
                    <a:pt x="777476" y="613523"/>
                  </a:lnTo>
                  <a:lnTo>
                    <a:pt x="777476" y="615425"/>
                  </a:lnTo>
                  <a:lnTo>
                    <a:pt x="782913" y="615425"/>
                  </a:lnTo>
                  <a:lnTo>
                    <a:pt x="782913" y="617326"/>
                  </a:lnTo>
                  <a:lnTo>
                    <a:pt x="788350" y="617326"/>
                  </a:lnTo>
                  <a:lnTo>
                    <a:pt x="788350" y="621131"/>
                  </a:lnTo>
                  <a:lnTo>
                    <a:pt x="793786" y="621131"/>
                  </a:lnTo>
                  <a:lnTo>
                    <a:pt x="793786" y="626841"/>
                  </a:lnTo>
                  <a:lnTo>
                    <a:pt x="799223" y="626841"/>
                  </a:lnTo>
                  <a:lnTo>
                    <a:pt x="799223" y="628745"/>
                  </a:lnTo>
                  <a:lnTo>
                    <a:pt x="804660" y="628745"/>
                  </a:lnTo>
                  <a:lnTo>
                    <a:pt x="804660" y="630649"/>
                  </a:lnTo>
                  <a:lnTo>
                    <a:pt x="810097" y="630649"/>
                  </a:lnTo>
                  <a:lnTo>
                    <a:pt x="810097" y="632554"/>
                  </a:lnTo>
                  <a:lnTo>
                    <a:pt x="815534" y="632554"/>
                  </a:lnTo>
                  <a:lnTo>
                    <a:pt x="815534" y="638270"/>
                  </a:lnTo>
                  <a:lnTo>
                    <a:pt x="820971" y="638270"/>
                  </a:lnTo>
                  <a:lnTo>
                    <a:pt x="820971" y="642082"/>
                  </a:lnTo>
                  <a:lnTo>
                    <a:pt x="826408" y="642082"/>
                  </a:lnTo>
                  <a:lnTo>
                    <a:pt x="826408" y="647800"/>
                  </a:lnTo>
                  <a:lnTo>
                    <a:pt x="831845" y="647800"/>
                  </a:lnTo>
                  <a:lnTo>
                    <a:pt x="831845" y="655428"/>
                  </a:lnTo>
                  <a:lnTo>
                    <a:pt x="837282" y="655428"/>
                  </a:lnTo>
                  <a:lnTo>
                    <a:pt x="853592" y="655428"/>
                  </a:lnTo>
                  <a:lnTo>
                    <a:pt x="853592" y="657336"/>
                  </a:lnTo>
                  <a:lnTo>
                    <a:pt x="859029" y="657336"/>
                  </a:lnTo>
                  <a:lnTo>
                    <a:pt x="859029" y="661155"/>
                  </a:lnTo>
                  <a:lnTo>
                    <a:pt x="864466" y="661155"/>
                  </a:lnTo>
                  <a:lnTo>
                    <a:pt x="869903" y="661155"/>
                  </a:lnTo>
                  <a:lnTo>
                    <a:pt x="875340" y="661155"/>
                  </a:lnTo>
                  <a:lnTo>
                    <a:pt x="880777" y="661155"/>
                  </a:lnTo>
                  <a:lnTo>
                    <a:pt x="880777" y="663067"/>
                  </a:lnTo>
                  <a:lnTo>
                    <a:pt x="886214" y="663067"/>
                  </a:lnTo>
                  <a:lnTo>
                    <a:pt x="886214" y="666893"/>
                  </a:lnTo>
                  <a:lnTo>
                    <a:pt x="897088" y="666893"/>
                  </a:lnTo>
                  <a:lnTo>
                    <a:pt x="897088" y="670719"/>
                  </a:lnTo>
                  <a:lnTo>
                    <a:pt x="902524" y="670719"/>
                  </a:lnTo>
                  <a:lnTo>
                    <a:pt x="902524" y="674546"/>
                  </a:lnTo>
                  <a:lnTo>
                    <a:pt x="907961" y="674546"/>
                  </a:lnTo>
                  <a:lnTo>
                    <a:pt x="907961" y="676460"/>
                  </a:lnTo>
                  <a:lnTo>
                    <a:pt x="913398" y="676460"/>
                  </a:lnTo>
                  <a:lnTo>
                    <a:pt x="913398" y="680288"/>
                  </a:lnTo>
                  <a:lnTo>
                    <a:pt x="918835" y="680288"/>
                  </a:lnTo>
                  <a:lnTo>
                    <a:pt x="918835" y="682204"/>
                  </a:lnTo>
                  <a:lnTo>
                    <a:pt x="924272" y="682204"/>
                  </a:lnTo>
                  <a:lnTo>
                    <a:pt x="924272" y="689875"/>
                  </a:lnTo>
                  <a:lnTo>
                    <a:pt x="929709" y="689875"/>
                  </a:lnTo>
                  <a:lnTo>
                    <a:pt x="929709" y="691794"/>
                  </a:lnTo>
                  <a:lnTo>
                    <a:pt x="935146" y="691794"/>
                  </a:lnTo>
                  <a:lnTo>
                    <a:pt x="935146" y="693712"/>
                  </a:lnTo>
                  <a:lnTo>
                    <a:pt x="940583" y="693712"/>
                  </a:lnTo>
                  <a:lnTo>
                    <a:pt x="940583" y="695631"/>
                  </a:lnTo>
                  <a:lnTo>
                    <a:pt x="946020" y="695631"/>
                  </a:lnTo>
                  <a:lnTo>
                    <a:pt x="946020" y="699470"/>
                  </a:lnTo>
                  <a:lnTo>
                    <a:pt x="951457" y="699470"/>
                  </a:lnTo>
                  <a:lnTo>
                    <a:pt x="951457" y="703310"/>
                  </a:lnTo>
                  <a:lnTo>
                    <a:pt x="956893" y="703310"/>
                  </a:lnTo>
                  <a:lnTo>
                    <a:pt x="956893" y="707151"/>
                  </a:lnTo>
                  <a:lnTo>
                    <a:pt x="962330" y="707151"/>
                  </a:lnTo>
                  <a:lnTo>
                    <a:pt x="962330" y="710996"/>
                  </a:lnTo>
                  <a:lnTo>
                    <a:pt x="973204" y="710996"/>
                  </a:lnTo>
                  <a:lnTo>
                    <a:pt x="973204" y="714843"/>
                  </a:lnTo>
                  <a:lnTo>
                    <a:pt x="978641" y="714843"/>
                  </a:lnTo>
                  <a:lnTo>
                    <a:pt x="978641" y="720615"/>
                  </a:lnTo>
                  <a:lnTo>
                    <a:pt x="984078" y="720615"/>
                  </a:lnTo>
                  <a:lnTo>
                    <a:pt x="984078" y="724463"/>
                  </a:lnTo>
                  <a:lnTo>
                    <a:pt x="989515" y="724463"/>
                  </a:lnTo>
                  <a:lnTo>
                    <a:pt x="989515" y="728312"/>
                  </a:lnTo>
                  <a:lnTo>
                    <a:pt x="994952" y="728312"/>
                  </a:lnTo>
                  <a:lnTo>
                    <a:pt x="994952" y="736016"/>
                  </a:lnTo>
                  <a:lnTo>
                    <a:pt x="1005825" y="736016"/>
                  </a:lnTo>
                  <a:lnTo>
                    <a:pt x="1005825" y="739869"/>
                  </a:lnTo>
                  <a:lnTo>
                    <a:pt x="1016699" y="739869"/>
                  </a:lnTo>
                  <a:lnTo>
                    <a:pt x="1016699" y="743724"/>
                  </a:lnTo>
                  <a:lnTo>
                    <a:pt x="1022136" y="743724"/>
                  </a:lnTo>
                  <a:lnTo>
                    <a:pt x="1022136" y="747583"/>
                  </a:lnTo>
                  <a:lnTo>
                    <a:pt x="1027573" y="747583"/>
                  </a:lnTo>
                  <a:lnTo>
                    <a:pt x="1038447" y="747583"/>
                  </a:lnTo>
                  <a:lnTo>
                    <a:pt x="1038447" y="749515"/>
                  </a:lnTo>
                  <a:lnTo>
                    <a:pt x="1049321" y="749515"/>
                  </a:lnTo>
                  <a:lnTo>
                    <a:pt x="1049321" y="751447"/>
                  </a:lnTo>
                  <a:lnTo>
                    <a:pt x="1054758" y="751447"/>
                  </a:lnTo>
                  <a:lnTo>
                    <a:pt x="1054758" y="755312"/>
                  </a:lnTo>
                  <a:lnTo>
                    <a:pt x="1060194" y="755312"/>
                  </a:lnTo>
                  <a:lnTo>
                    <a:pt x="1060194" y="759178"/>
                  </a:lnTo>
                  <a:lnTo>
                    <a:pt x="1071068" y="759178"/>
                  </a:lnTo>
                  <a:lnTo>
                    <a:pt x="1071068" y="764978"/>
                  </a:lnTo>
                  <a:lnTo>
                    <a:pt x="1087379" y="764978"/>
                  </a:lnTo>
                  <a:lnTo>
                    <a:pt x="1087379" y="768845"/>
                  </a:lnTo>
                  <a:lnTo>
                    <a:pt x="1092816" y="768845"/>
                  </a:lnTo>
                  <a:lnTo>
                    <a:pt x="1092816" y="770779"/>
                  </a:lnTo>
                  <a:lnTo>
                    <a:pt x="1098253" y="770779"/>
                  </a:lnTo>
                  <a:lnTo>
                    <a:pt x="1098253" y="774647"/>
                  </a:lnTo>
                  <a:lnTo>
                    <a:pt x="1103690" y="774647"/>
                  </a:lnTo>
                  <a:lnTo>
                    <a:pt x="1103690" y="778516"/>
                  </a:lnTo>
                  <a:lnTo>
                    <a:pt x="1109127" y="778516"/>
                  </a:lnTo>
                  <a:lnTo>
                    <a:pt x="1109127" y="782386"/>
                  </a:lnTo>
                  <a:lnTo>
                    <a:pt x="1114563" y="782386"/>
                  </a:lnTo>
                  <a:lnTo>
                    <a:pt x="1114563" y="784321"/>
                  </a:lnTo>
                  <a:lnTo>
                    <a:pt x="1120000" y="784321"/>
                  </a:lnTo>
                  <a:lnTo>
                    <a:pt x="1120000" y="786256"/>
                  </a:lnTo>
                  <a:lnTo>
                    <a:pt x="1125437" y="786256"/>
                  </a:lnTo>
                  <a:lnTo>
                    <a:pt x="1125437" y="792062"/>
                  </a:lnTo>
                  <a:lnTo>
                    <a:pt x="1130874" y="792062"/>
                  </a:lnTo>
                  <a:lnTo>
                    <a:pt x="1130874" y="793998"/>
                  </a:lnTo>
                  <a:lnTo>
                    <a:pt x="1136311" y="793998"/>
                  </a:lnTo>
                  <a:lnTo>
                    <a:pt x="1141748" y="793998"/>
                  </a:lnTo>
                  <a:lnTo>
                    <a:pt x="1141748" y="795937"/>
                  </a:lnTo>
                  <a:lnTo>
                    <a:pt x="1147185" y="795937"/>
                  </a:lnTo>
                  <a:lnTo>
                    <a:pt x="1147185" y="797877"/>
                  </a:lnTo>
                  <a:lnTo>
                    <a:pt x="1152622" y="797877"/>
                  </a:lnTo>
                  <a:lnTo>
                    <a:pt x="1152622" y="805639"/>
                  </a:lnTo>
                  <a:lnTo>
                    <a:pt x="1163495" y="805639"/>
                  </a:lnTo>
                  <a:lnTo>
                    <a:pt x="1163495" y="807580"/>
                  </a:lnTo>
                  <a:lnTo>
                    <a:pt x="1168932" y="807580"/>
                  </a:lnTo>
                  <a:lnTo>
                    <a:pt x="1168932" y="811462"/>
                  </a:lnTo>
                  <a:lnTo>
                    <a:pt x="1174369" y="811462"/>
                  </a:lnTo>
                  <a:lnTo>
                    <a:pt x="1174369" y="815345"/>
                  </a:lnTo>
                  <a:lnTo>
                    <a:pt x="1179806" y="815345"/>
                  </a:lnTo>
                  <a:lnTo>
                    <a:pt x="1179806" y="819230"/>
                  </a:lnTo>
                  <a:lnTo>
                    <a:pt x="1190680" y="819230"/>
                  </a:lnTo>
                  <a:lnTo>
                    <a:pt x="1190680" y="821173"/>
                  </a:lnTo>
                  <a:lnTo>
                    <a:pt x="1201554" y="821173"/>
                  </a:lnTo>
                  <a:lnTo>
                    <a:pt x="1201554" y="827007"/>
                  </a:lnTo>
                  <a:lnTo>
                    <a:pt x="1212428" y="827007"/>
                  </a:lnTo>
                  <a:lnTo>
                    <a:pt x="1212428" y="830898"/>
                  </a:lnTo>
                  <a:lnTo>
                    <a:pt x="1217864" y="830898"/>
                  </a:lnTo>
                  <a:lnTo>
                    <a:pt x="1217864" y="834788"/>
                  </a:lnTo>
                  <a:lnTo>
                    <a:pt x="1223301" y="834788"/>
                  </a:lnTo>
                  <a:lnTo>
                    <a:pt x="1228738" y="834788"/>
                  </a:lnTo>
                  <a:lnTo>
                    <a:pt x="1228738" y="836736"/>
                  </a:lnTo>
                  <a:lnTo>
                    <a:pt x="1234175" y="836736"/>
                  </a:lnTo>
                  <a:lnTo>
                    <a:pt x="1234175" y="842581"/>
                  </a:lnTo>
                  <a:lnTo>
                    <a:pt x="1239612" y="842581"/>
                  </a:lnTo>
                  <a:lnTo>
                    <a:pt x="1239612" y="844530"/>
                  </a:lnTo>
                  <a:lnTo>
                    <a:pt x="1245049" y="844530"/>
                  </a:lnTo>
                  <a:lnTo>
                    <a:pt x="1245049" y="846479"/>
                  </a:lnTo>
                  <a:lnTo>
                    <a:pt x="1255923" y="846479"/>
                  </a:lnTo>
                  <a:lnTo>
                    <a:pt x="1255923" y="850377"/>
                  </a:lnTo>
                  <a:lnTo>
                    <a:pt x="1261360" y="850377"/>
                  </a:lnTo>
                  <a:lnTo>
                    <a:pt x="1261360" y="852326"/>
                  </a:lnTo>
                  <a:lnTo>
                    <a:pt x="1272233" y="852326"/>
                  </a:lnTo>
                  <a:lnTo>
                    <a:pt x="1272233" y="858177"/>
                  </a:lnTo>
                  <a:lnTo>
                    <a:pt x="1277670" y="858177"/>
                  </a:lnTo>
                  <a:lnTo>
                    <a:pt x="1277670" y="862079"/>
                  </a:lnTo>
                  <a:lnTo>
                    <a:pt x="1293981" y="862079"/>
                  </a:lnTo>
                  <a:lnTo>
                    <a:pt x="1293981" y="867932"/>
                  </a:lnTo>
                  <a:lnTo>
                    <a:pt x="1299418" y="867932"/>
                  </a:lnTo>
                  <a:lnTo>
                    <a:pt x="1299418" y="871838"/>
                  </a:lnTo>
                  <a:lnTo>
                    <a:pt x="1304855" y="871838"/>
                  </a:lnTo>
                  <a:lnTo>
                    <a:pt x="1304855" y="873792"/>
                  </a:lnTo>
                  <a:lnTo>
                    <a:pt x="1310292" y="873792"/>
                  </a:lnTo>
                  <a:lnTo>
                    <a:pt x="1310292" y="877701"/>
                  </a:lnTo>
                  <a:lnTo>
                    <a:pt x="1315729" y="877701"/>
                  </a:lnTo>
                  <a:lnTo>
                    <a:pt x="1315729" y="879655"/>
                  </a:lnTo>
                  <a:lnTo>
                    <a:pt x="1321166" y="879655"/>
                  </a:lnTo>
                  <a:lnTo>
                    <a:pt x="1321166" y="881611"/>
                  </a:lnTo>
                  <a:lnTo>
                    <a:pt x="1326602" y="881611"/>
                  </a:lnTo>
                  <a:lnTo>
                    <a:pt x="1326602" y="887484"/>
                  </a:lnTo>
                  <a:lnTo>
                    <a:pt x="1332039" y="887484"/>
                  </a:lnTo>
                  <a:lnTo>
                    <a:pt x="1337476" y="887484"/>
                  </a:lnTo>
                  <a:lnTo>
                    <a:pt x="1337476" y="891401"/>
                  </a:lnTo>
                  <a:lnTo>
                    <a:pt x="1342913" y="891401"/>
                  </a:lnTo>
                  <a:lnTo>
                    <a:pt x="1342913" y="893360"/>
                  </a:lnTo>
                  <a:lnTo>
                    <a:pt x="1348350" y="893360"/>
                  </a:lnTo>
                  <a:lnTo>
                    <a:pt x="1348350" y="897280"/>
                  </a:lnTo>
                  <a:lnTo>
                    <a:pt x="1353787" y="897280"/>
                  </a:lnTo>
                  <a:lnTo>
                    <a:pt x="1353787" y="899240"/>
                  </a:lnTo>
                  <a:lnTo>
                    <a:pt x="1359224" y="899240"/>
                  </a:lnTo>
                  <a:lnTo>
                    <a:pt x="1359224" y="905127"/>
                  </a:lnTo>
                  <a:lnTo>
                    <a:pt x="1364661" y="905127"/>
                  </a:lnTo>
                  <a:lnTo>
                    <a:pt x="1364661" y="911015"/>
                  </a:lnTo>
                  <a:lnTo>
                    <a:pt x="1370098" y="911015"/>
                  </a:lnTo>
                  <a:lnTo>
                    <a:pt x="1375534" y="911015"/>
                  </a:lnTo>
                  <a:lnTo>
                    <a:pt x="1380971" y="911015"/>
                  </a:lnTo>
                  <a:lnTo>
                    <a:pt x="1397282" y="911015"/>
                  </a:lnTo>
                  <a:lnTo>
                    <a:pt x="1397282" y="914946"/>
                  </a:lnTo>
                  <a:lnTo>
                    <a:pt x="1413593" y="914946"/>
                  </a:lnTo>
                  <a:lnTo>
                    <a:pt x="1413593" y="922817"/>
                  </a:lnTo>
                  <a:lnTo>
                    <a:pt x="1419030" y="922817"/>
                  </a:lnTo>
                  <a:lnTo>
                    <a:pt x="1419030" y="924785"/>
                  </a:lnTo>
                  <a:lnTo>
                    <a:pt x="1424467" y="924785"/>
                  </a:lnTo>
                  <a:lnTo>
                    <a:pt x="1424467" y="926754"/>
                  </a:lnTo>
                  <a:lnTo>
                    <a:pt x="1435340" y="926754"/>
                  </a:lnTo>
                  <a:lnTo>
                    <a:pt x="1446214" y="926754"/>
                  </a:lnTo>
                  <a:lnTo>
                    <a:pt x="1446214" y="928723"/>
                  </a:lnTo>
                  <a:lnTo>
                    <a:pt x="1457088" y="928723"/>
                  </a:lnTo>
                  <a:lnTo>
                    <a:pt x="1457088" y="930694"/>
                  </a:lnTo>
                  <a:lnTo>
                    <a:pt x="1462525" y="930694"/>
                  </a:lnTo>
                  <a:lnTo>
                    <a:pt x="1462525" y="934637"/>
                  </a:lnTo>
                  <a:lnTo>
                    <a:pt x="1467962" y="934637"/>
                  </a:lnTo>
                  <a:lnTo>
                    <a:pt x="1473399" y="934637"/>
                  </a:lnTo>
                  <a:lnTo>
                    <a:pt x="1473399" y="936609"/>
                  </a:lnTo>
                  <a:lnTo>
                    <a:pt x="1484272" y="936609"/>
                  </a:lnTo>
                  <a:lnTo>
                    <a:pt x="1484272" y="940556"/>
                  </a:lnTo>
                  <a:lnTo>
                    <a:pt x="1489709" y="940556"/>
                  </a:lnTo>
                  <a:lnTo>
                    <a:pt x="1500583" y="940556"/>
                  </a:lnTo>
                  <a:lnTo>
                    <a:pt x="1500583" y="942531"/>
                  </a:lnTo>
                  <a:lnTo>
                    <a:pt x="1506020" y="942531"/>
                  </a:lnTo>
                  <a:lnTo>
                    <a:pt x="1506020" y="948459"/>
                  </a:lnTo>
                  <a:lnTo>
                    <a:pt x="1511457" y="948459"/>
                  </a:lnTo>
                  <a:lnTo>
                    <a:pt x="1511457" y="952411"/>
                  </a:lnTo>
                  <a:lnTo>
                    <a:pt x="1516894" y="952411"/>
                  </a:lnTo>
                  <a:lnTo>
                    <a:pt x="1516894" y="954387"/>
                  </a:lnTo>
                  <a:lnTo>
                    <a:pt x="1522331" y="954387"/>
                  </a:lnTo>
                  <a:lnTo>
                    <a:pt x="1527768" y="954387"/>
                  </a:lnTo>
                  <a:lnTo>
                    <a:pt x="1527768" y="958343"/>
                  </a:lnTo>
                  <a:lnTo>
                    <a:pt x="1538641" y="958343"/>
                  </a:lnTo>
                  <a:lnTo>
                    <a:pt x="1538641" y="962302"/>
                  </a:lnTo>
                  <a:lnTo>
                    <a:pt x="1549515" y="962302"/>
                  </a:lnTo>
                  <a:lnTo>
                    <a:pt x="1549515" y="964282"/>
                  </a:lnTo>
                  <a:lnTo>
                    <a:pt x="1560389" y="964282"/>
                  </a:lnTo>
                  <a:lnTo>
                    <a:pt x="1560389" y="970221"/>
                  </a:lnTo>
                  <a:lnTo>
                    <a:pt x="1571263" y="970221"/>
                  </a:lnTo>
                  <a:lnTo>
                    <a:pt x="1571263" y="972201"/>
                  </a:lnTo>
                  <a:lnTo>
                    <a:pt x="1576700" y="972201"/>
                  </a:lnTo>
                  <a:lnTo>
                    <a:pt x="1576700" y="976162"/>
                  </a:lnTo>
                  <a:lnTo>
                    <a:pt x="1582137" y="976162"/>
                  </a:lnTo>
                  <a:lnTo>
                    <a:pt x="1582137" y="978142"/>
                  </a:lnTo>
                  <a:lnTo>
                    <a:pt x="1587573" y="978142"/>
                  </a:lnTo>
                  <a:lnTo>
                    <a:pt x="1587573" y="980124"/>
                  </a:lnTo>
                  <a:lnTo>
                    <a:pt x="1593010" y="980124"/>
                  </a:lnTo>
                  <a:lnTo>
                    <a:pt x="1593010" y="984089"/>
                  </a:lnTo>
                  <a:lnTo>
                    <a:pt x="1598447" y="984089"/>
                  </a:lnTo>
                  <a:lnTo>
                    <a:pt x="1598447" y="990038"/>
                  </a:lnTo>
                  <a:lnTo>
                    <a:pt x="1603884" y="990038"/>
                  </a:lnTo>
                  <a:lnTo>
                    <a:pt x="1603884" y="994004"/>
                  </a:lnTo>
                  <a:lnTo>
                    <a:pt x="1614758" y="994004"/>
                  </a:lnTo>
                  <a:lnTo>
                    <a:pt x="1614758" y="995987"/>
                  </a:lnTo>
                  <a:lnTo>
                    <a:pt x="1620195" y="995987"/>
                  </a:lnTo>
                  <a:lnTo>
                    <a:pt x="1620195" y="1001938"/>
                  </a:lnTo>
                  <a:lnTo>
                    <a:pt x="1625632" y="1001938"/>
                  </a:lnTo>
                  <a:lnTo>
                    <a:pt x="1625632" y="1003923"/>
                  </a:lnTo>
                  <a:lnTo>
                    <a:pt x="1631069" y="1003923"/>
                  </a:lnTo>
                  <a:lnTo>
                    <a:pt x="1631069" y="1007893"/>
                  </a:lnTo>
                  <a:lnTo>
                    <a:pt x="1636506" y="1007893"/>
                  </a:lnTo>
                  <a:lnTo>
                    <a:pt x="1641942" y="1007893"/>
                  </a:lnTo>
                  <a:lnTo>
                    <a:pt x="1641942" y="1011869"/>
                  </a:lnTo>
                  <a:lnTo>
                    <a:pt x="1647379" y="1011869"/>
                  </a:lnTo>
                  <a:lnTo>
                    <a:pt x="1647379" y="1013857"/>
                  </a:lnTo>
                  <a:lnTo>
                    <a:pt x="1652816" y="1013857"/>
                  </a:lnTo>
                  <a:lnTo>
                    <a:pt x="1652816" y="1015845"/>
                  </a:lnTo>
                  <a:lnTo>
                    <a:pt x="1658253" y="1015845"/>
                  </a:lnTo>
                  <a:lnTo>
                    <a:pt x="1658253" y="1017834"/>
                  </a:lnTo>
                  <a:lnTo>
                    <a:pt x="1663690" y="1017834"/>
                  </a:lnTo>
                  <a:lnTo>
                    <a:pt x="1663690" y="1019822"/>
                  </a:lnTo>
                  <a:lnTo>
                    <a:pt x="1669127" y="1019822"/>
                  </a:lnTo>
                  <a:lnTo>
                    <a:pt x="1669127" y="1021812"/>
                  </a:lnTo>
                  <a:lnTo>
                    <a:pt x="1674564" y="1021812"/>
                  </a:lnTo>
                  <a:lnTo>
                    <a:pt x="1674564" y="1025791"/>
                  </a:lnTo>
                  <a:lnTo>
                    <a:pt x="1685438" y="1025791"/>
                  </a:lnTo>
                  <a:lnTo>
                    <a:pt x="1685438" y="1027781"/>
                  </a:lnTo>
                  <a:lnTo>
                    <a:pt x="1696311" y="1027781"/>
                  </a:lnTo>
                  <a:lnTo>
                    <a:pt x="1696311" y="1029772"/>
                  </a:lnTo>
                  <a:lnTo>
                    <a:pt x="1707185" y="1029772"/>
                  </a:lnTo>
                  <a:lnTo>
                    <a:pt x="1707185" y="1035745"/>
                  </a:lnTo>
                  <a:lnTo>
                    <a:pt x="1712622" y="1035745"/>
                  </a:lnTo>
                  <a:lnTo>
                    <a:pt x="1712622" y="1041723"/>
                  </a:lnTo>
                  <a:lnTo>
                    <a:pt x="1718059" y="1041723"/>
                  </a:lnTo>
                  <a:lnTo>
                    <a:pt x="1718059" y="1043715"/>
                  </a:lnTo>
                  <a:lnTo>
                    <a:pt x="1728933" y="1043715"/>
                  </a:lnTo>
                  <a:lnTo>
                    <a:pt x="1728933" y="1045709"/>
                  </a:lnTo>
                  <a:lnTo>
                    <a:pt x="1739807" y="1045709"/>
                  </a:lnTo>
                  <a:lnTo>
                    <a:pt x="1739807" y="1047703"/>
                  </a:lnTo>
                  <a:lnTo>
                    <a:pt x="1745243" y="1047703"/>
                  </a:lnTo>
                  <a:lnTo>
                    <a:pt x="1750680" y="1047703"/>
                  </a:lnTo>
                  <a:lnTo>
                    <a:pt x="1750680" y="1051693"/>
                  </a:lnTo>
                  <a:lnTo>
                    <a:pt x="1756117" y="1051693"/>
                  </a:lnTo>
                  <a:lnTo>
                    <a:pt x="1756117" y="1055687"/>
                  </a:lnTo>
                  <a:lnTo>
                    <a:pt x="1777865" y="1055687"/>
                  </a:lnTo>
                  <a:lnTo>
                    <a:pt x="1777865" y="1059682"/>
                  </a:lnTo>
                  <a:lnTo>
                    <a:pt x="1783302" y="1059682"/>
                  </a:lnTo>
                  <a:lnTo>
                    <a:pt x="1783302" y="1063677"/>
                  </a:lnTo>
                  <a:lnTo>
                    <a:pt x="1788739" y="1063677"/>
                  </a:lnTo>
                  <a:lnTo>
                    <a:pt x="1788739" y="1065675"/>
                  </a:lnTo>
                  <a:lnTo>
                    <a:pt x="1799612" y="1065675"/>
                  </a:lnTo>
                  <a:lnTo>
                    <a:pt x="1799612" y="1067673"/>
                  </a:lnTo>
                  <a:lnTo>
                    <a:pt x="1805049" y="1067673"/>
                  </a:lnTo>
                  <a:lnTo>
                    <a:pt x="1805049" y="1069671"/>
                  </a:lnTo>
                  <a:lnTo>
                    <a:pt x="1810486" y="1069671"/>
                  </a:lnTo>
                  <a:lnTo>
                    <a:pt x="1810486" y="1077668"/>
                  </a:lnTo>
                  <a:lnTo>
                    <a:pt x="1815923" y="1077668"/>
                  </a:lnTo>
                  <a:lnTo>
                    <a:pt x="1815923" y="1079668"/>
                  </a:lnTo>
                  <a:lnTo>
                    <a:pt x="1821360" y="1079668"/>
                  </a:lnTo>
                  <a:lnTo>
                    <a:pt x="1826797" y="1079668"/>
                  </a:lnTo>
                  <a:lnTo>
                    <a:pt x="1826797" y="1081669"/>
                  </a:lnTo>
                  <a:lnTo>
                    <a:pt x="1832234" y="1081669"/>
                  </a:lnTo>
                  <a:lnTo>
                    <a:pt x="1832234" y="1085678"/>
                  </a:lnTo>
                  <a:lnTo>
                    <a:pt x="1843108" y="1085678"/>
                  </a:lnTo>
                  <a:lnTo>
                    <a:pt x="1843108" y="1093698"/>
                  </a:lnTo>
                  <a:lnTo>
                    <a:pt x="1848545" y="1093698"/>
                  </a:lnTo>
                  <a:lnTo>
                    <a:pt x="1848545" y="1095703"/>
                  </a:lnTo>
                  <a:lnTo>
                    <a:pt x="1864855" y="1095703"/>
                  </a:lnTo>
                  <a:lnTo>
                    <a:pt x="1864855" y="1097708"/>
                  </a:lnTo>
                  <a:lnTo>
                    <a:pt x="1870292" y="1097708"/>
                  </a:lnTo>
                  <a:lnTo>
                    <a:pt x="1870292" y="1099713"/>
                  </a:lnTo>
                  <a:lnTo>
                    <a:pt x="1875729" y="1099713"/>
                  </a:lnTo>
                  <a:lnTo>
                    <a:pt x="1875729" y="1103724"/>
                  </a:lnTo>
                  <a:lnTo>
                    <a:pt x="1886603" y="1103724"/>
                  </a:lnTo>
                  <a:lnTo>
                    <a:pt x="1886603" y="1105730"/>
                  </a:lnTo>
                  <a:lnTo>
                    <a:pt x="1892040" y="1105730"/>
                  </a:lnTo>
                  <a:lnTo>
                    <a:pt x="1897477" y="1105730"/>
                  </a:lnTo>
                  <a:lnTo>
                    <a:pt x="1897477" y="1107737"/>
                  </a:lnTo>
                  <a:lnTo>
                    <a:pt x="1902914" y="1107737"/>
                  </a:lnTo>
                  <a:lnTo>
                    <a:pt x="1908350" y="1107737"/>
                  </a:lnTo>
                  <a:lnTo>
                    <a:pt x="1908350" y="1109747"/>
                  </a:lnTo>
                  <a:lnTo>
                    <a:pt x="1913787" y="1109747"/>
                  </a:lnTo>
                  <a:lnTo>
                    <a:pt x="1919224" y="1109747"/>
                  </a:lnTo>
                  <a:lnTo>
                    <a:pt x="1919224" y="1111758"/>
                  </a:lnTo>
                  <a:lnTo>
                    <a:pt x="1924661" y="1111758"/>
                  </a:lnTo>
                  <a:lnTo>
                    <a:pt x="1924661" y="1117797"/>
                  </a:lnTo>
                  <a:lnTo>
                    <a:pt x="1930098" y="1117797"/>
                  </a:lnTo>
                  <a:lnTo>
                    <a:pt x="1930098" y="1119811"/>
                  </a:lnTo>
                  <a:lnTo>
                    <a:pt x="1935535" y="1119811"/>
                  </a:lnTo>
                  <a:lnTo>
                    <a:pt x="1935535" y="1121824"/>
                  </a:lnTo>
                  <a:lnTo>
                    <a:pt x="1951846" y="1121824"/>
                  </a:lnTo>
                  <a:lnTo>
                    <a:pt x="1951846" y="1123838"/>
                  </a:lnTo>
                  <a:lnTo>
                    <a:pt x="1968156" y="1123838"/>
                  </a:lnTo>
                  <a:lnTo>
                    <a:pt x="1968156" y="1125853"/>
                  </a:lnTo>
                  <a:lnTo>
                    <a:pt x="1973593" y="1125853"/>
                  </a:lnTo>
                  <a:lnTo>
                    <a:pt x="1973593" y="1127869"/>
                  </a:lnTo>
                  <a:lnTo>
                    <a:pt x="1984467" y="1127869"/>
                  </a:lnTo>
                  <a:lnTo>
                    <a:pt x="1984467" y="1131900"/>
                  </a:lnTo>
                  <a:lnTo>
                    <a:pt x="1989904" y="1131900"/>
                  </a:lnTo>
                  <a:lnTo>
                    <a:pt x="1989904" y="1133917"/>
                  </a:lnTo>
                  <a:lnTo>
                    <a:pt x="1995341" y="1133917"/>
                  </a:lnTo>
                  <a:lnTo>
                    <a:pt x="1995341" y="1135934"/>
                  </a:lnTo>
                  <a:lnTo>
                    <a:pt x="2000778" y="1135934"/>
                  </a:lnTo>
                  <a:lnTo>
                    <a:pt x="2006215" y="1135934"/>
                  </a:lnTo>
                  <a:lnTo>
                    <a:pt x="2006215" y="1137952"/>
                  </a:lnTo>
                  <a:lnTo>
                    <a:pt x="2011651" y="1137952"/>
                  </a:lnTo>
                  <a:lnTo>
                    <a:pt x="2011651" y="1141989"/>
                  </a:lnTo>
                  <a:lnTo>
                    <a:pt x="2017088" y="1141989"/>
                  </a:lnTo>
                  <a:lnTo>
                    <a:pt x="2017088" y="1144010"/>
                  </a:lnTo>
                  <a:lnTo>
                    <a:pt x="2022525" y="1144010"/>
                  </a:lnTo>
                  <a:lnTo>
                    <a:pt x="2022525" y="1146032"/>
                  </a:lnTo>
                  <a:lnTo>
                    <a:pt x="2027962" y="1146032"/>
                  </a:lnTo>
                  <a:lnTo>
                    <a:pt x="2027962" y="1148053"/>
                  </a:lnTo>
                  <a:lnTo>
                    <a:pt x="2033399" y="1148053"/>
                  </a:lnTo>
                  <a:lnTo>
                    <a:pt x="2033399" y="1150076"/>
                  </a:lnTo>
                  <a:lnTo>
                    <a:pt x="2038836" y="1150076"/>
                  </a:lnTo>
                  <a:lnTo>
                    <a:pt x="2038836" y="1154122"/>
                  </a:lnTo>
                  <a:lnTo>
                    <a:pt x="2044273" y="1154122"/>
                  </a:lnTo>
                  <a:lnTo>
                    <a:pt x="2044273" y="1156145"/>
                  </a:lnTo>
                  <a:lnTo>
                    <a:pt x="2055147" y="1156145"/>
                  </a:lnTo>
                  <a:lnTo>
                    <a:pt x="2055147" y="1158168"/>
                  </a:lnTo>
                  <a:lnTo>
                    <a:pt x="2066020" y="1158168"/>
                  </a:lnTo>
                  <a:lnTo>
                    <a:pt x="2066020" y="1160192"/>
                  </a:lnTo>
                  <a:lnTo>
                    <a:pt x="2071457" y="1160192"/>
                  </a:lnTo>
                  <a:lnTo>
                    <a:pt x="2071457" y="1168290"/>
                  </a:lnTo>
                  <a:lnTo>
                    <a:pt x="2082331" y="1168290"/>
                  </a:lnTo>
                  <a:lnTo>
                    <a:pt x="2082331" y="1170315"/>
                  </a:lnTo>
                  <a:lnTo>
                    <a:pt x="2087768" y="1170315"/>
                  </a:lnTo>
                  <a:lnTo>
                    <a:pt x="2093205" y="1170315"/>
                  </a:lnTo>
                  <a:lnTo>
                    <a:pt x="2093205" y="1172343"/>
                  </a:lnTo>
                  <a:lnTo>
                    <a:pt x="2098642" y="1172343"/>
                  </a:lnTo>
                  <a:lnTo>
                    <a:pt x="2098642" y="1174371"/>
                  </a:lnTo>
                  <a:lnTo>
                    <a:pt x="2104079" y="1174371"/>
                  </a:lnTo>
                  <a:lnTo>
                    <a:pt x="2109516" y="1174371"/>
                  </a:lnTo>
                  <a:lnTo>
                    <a:pt x="2109516" y="1178431"/>
                  </a:lnTo>
                  <a:lnTo>
                    <a:pt x="2114953" y="1178431"/>
                  </a:lnTo>
                  <a:lnTo>
                    <a:pt x="2114953" y="1180462"/>
                  </a:lnTo>
                  <a:lnTo>
                    <a:pt x="2120389" y="1180462"/>
                  </a:lnTo>
                  <a:lnTo>
                    <a:pt x="2120389" y="1182492"/>
                  </a:lnTo>
                  <a:lnTo>
                    <a:pt x="2125826" y="1182492"/>
                  </a:lnTo>
                  <a:lnTo>
                    <a:pt x="2125826" y="1184523"/>
                  </a:lnTo>
                  <a:lnTo>
                    <a:pt x="2131263" y="1184523"/>
                  </a:lnTo>
                  <a:lnTo>
                    <a:pt x="2131263" y="1188586"/>
                  </a:lnTo>
                  <a:lnTo>
                    <a:pt x="2142137" y="1188586"/>
                  </a:lnTo>
                  <a:lnTo>
                    <a:pt x="2142137" y="1190618"/>
                  </a:lnTo>
                  <a:lnTo>
                    <a:pt x="2153011" y="1190618"/>
                  </a:lnTo>
                  <a:lnTo>
                    <a:pt x="2153011" y="1196717"/>
                  </a:lnTo>
                  <a:lnTo>
                    <a:pt x="2163885" y="1196717"/>
                  </a:lnTo>
                  <a:lnTo>
                    <a:pt x="2163885" y="1200788"/>
                  </a:lnTo>
                  <a:lnTo>
                    <a:pt x="2169321" y="1200788"/>
                  </a:lnTo>
                  <a:lnTo>
                    <a:pt x="2180195" y="1200788"/>
                  </a:lnTo>
                  <a:lnTo>
                    <a:pt x="2180195" y="1206901"/>
                  </a:lnTo>
                  <a:lnTo>
                    <a:pt x="2185632" y="1206901"/>
                  </a:lnTo>
                  <a:lnTo>
                    <a:pt x="2185632" y="1210979"/>
                  </a:lnTo>
                  <a:lnTo>
                    <a:pt x="2191069" y="1210979"/>
                  </a:lnTo>
                  <a:lnTo>
                    <a:pt x="2191069" y="1213018"/>
                  </a:lnTo>
                  <a:lnTo>
                    <a:pt x="2196506" y="1213018"/>
                  </a:lnTo>
                  <a:lnTo>
                    <a:pt x="2196506" y="1215058"/>
                  </a:lnTo>
                  <a:lnTo>
                    <a:pt x="2207380" y="1215058"/>
                  </a:lnTo>
                  <a:lnTo>
                    <a:pt x="2207380" y="1221180"/>
                  </a:lnTo>
                  <a:lnTo>
                    <a:pt x="2212817" y="1221180"/>
                  </a:lnTo>
                  <a:lnTo>
                    <a:pt x="2212817" y="1223220"/>
                  </a:lnTo>
                  <a:lnTo>
                    <a:pt x="2218254" y="1223220"/>
                  </a:lnTo>
                  <a:lnTo>
                    <a:pt x="2218254" y="1225261"/>
                  </a:lnTo>
                  <a:lnTo>
                    <a:pt x="2223690" y="1225261"/>
                  </a:lnTo>
                  <a:lnTo>
                    <a:pt x="2223690" y="1229347"/>
                  </a:lnTo>
                  <a:lnTo>
                    <a:pt x="2229127" y="1229347"/>
                  </a:lnTo>
                  <a:lnTo>
                    <a:pt x="2229127" y="1231391"/>
                  </a:lnTo>
                  <a:lnTo>
                    <a:pt x="2234564" y="1231391"/>
                  </a:lnTo>
                  <a:lnTo>
                    <a:pt x="2234564" y="1233436"/>
                  </a:lnTo>
                  <a:lnTo>
                    <a:pt x="2240001" y="1233436"/>
                  </a:lnTo>
                  <a:lnTo>
                    <a:pt x="2240001" y="1241619"/>
                  </a:lnTo>
                  <a:lnTo>
                    <a:pt x="2245438" y="1241619"/>
                  </a:lnTo>
                  <a:lnTo>
                    <a:pt x="2250875" y="1241619"/>
                  </a:lnTo>
                  <a:lnTo>
                    <a:pt x="2250875" y="1243665"/>
                  </a:lnTo>
                  <a:lnTo>
                    <a:pt x="2267186" y="1243665"/>
                  </a:lnTo>
                  <a:lnTo>
                    <a:pt x="2267186" y="1245712"/>
                  </a:lnTo>
                  <a:lnTo>
                    <a:pt x="2272623" y="1245712"/>
                  </a:lnTo>
                  <a:lnTo>
                    <a:pt x="2272623" y="1247761"/>
                  </a:lnTo>
                  <a:lnTo>
                    <a:pt x="2278059" y="1247761"/>
                  </a:lnTo>
                  <a:lnTo>
                    <a:pt x="2278059" y="1249809"/>
                  </a:lnTo>
                  <a:lnTo>
                    <a:pt x="2294370" y="1249809"/>
                  </a:lnTo>
                  <a:lnTo>
                    <a:pt x="2294370" y="1251857"/>
                  </a:lnTo>
                  <a:lnTo>
                    <a:pt x="2310681" y="1251857"/>
                  </a:lnTo>
                  <a:lnTo>
                    <a:pt x="2310681" y="1253906"/>
                  </a:lnTo>
                  <a:lnTo>
                    <a:pt x="2316118" y="1253906"/>
                  </a:lnTo>
                  <a:lnTo>
                    <a:pt x="2316118" y="1255954"/>
                  </a:lnTo>
                  <a:lnTo>
                    <a:pt x="2321555" y="1255954"/>
                  </a:lnTo>
                  <a:lnTo>
                    <a:pt x="2321555" y="1258003"/>
                  </a:lnTo>
                  <a:lnTo>
                    <a:pt x="2326991" y="1258003"/>
                  </a:lnTo>
                  <a:lnTo>
                    <a:pt x="2337865" y="1258003"/>
                  </a:lnTo>
                  <a:lnTo>
                    <a:pt x="2337865" y="1260054"/>
                  </a:lnTo>
                  <a:lnTo>
                    <a:pt x="2343302" y="1260054"/>
                  </a:lnTo>
                  <a:lnTo>
                    <a:pt x="2343302" y="1262104"/>
                  </a:lnTo>
                  <a:lnTo>
                    <a:pt x="2348739" y="1262104"/>
                  </a:lnTo>
                  <a:lnTo>
                    <a:pt x="2348739" y="1266207"/>
                  </a:lnTo>
                  <a:lnTo>
                    <a:pt x="2354176" y="1266207"/>
                  </a:lnTo>
                  <a:lnTo>
                    <a:pt x="2354176" y="1268258"/>
                  </a:lnTo>
                  <a:lnTo>
                    <a:pt x="2365050" y="1268258"/>
                  </a:lnTo>
                  <a:lnTo>
                    <a:pt x="2370487" y="1268258"/>
                  </a:lnTo>
                  <a:lnTo>
                    <a:pt x="2370487" y="1272363"/>
                  </a:lnTo>
                  <a:lnTo>
                    <a:pt x="2381360" y="1272363"/>
                  </a:lnTo>
                  <a:lnTo>
                    <a:pt x="2381360" y="1276468"/>
                  </a:lnTo>
                  <a:lnTo>
                    <a:pt x="2386797" y="1276468"/>
                  </a:lnTo>
                  <a:lnTo>
                    <a:pt x="2386797" y="1278522"/>
                  </a:lnTo>
                  <a:lnTo>
                    <a:pt x="2397671" y="1278522"/>
                  </a:lnTo>
                  <a:lnTo>
                    <a:pt x="2408545" y="1278522"/>
                  </a:lnTo>
                  <a:lnTo>
                    <a:pt x="2408545" y="1280579"/>
                  </a:lnTo>
                  <a:lnTo>
                    <a:pt x="2413982" y="1280579"/>
                  </a:lnTo>
                  <a:lnTo>
                    <a:pt x="2413982" y="1282636"/>
                  </a:lnTo>
                  <a:lnTo>
                    <a:pt x="2424856" y="1282636"/>
                  </a:lnTo>
                  <a:lnTo>
                    <a:pt x="2424856" y="1286753"/>
                  </a:lnTo>
                  <a:lnTo>
                    <a:pt x="2430293" y="1286753"/>
                  </a:lnTo>
                  <a:lnTo>
                    <a:pt x="2430293" y="1288812"/>
                  </a:lnTo>
                  <a:lnTo>
                    <a:pt x="2435729" y="1288812"/>
                  </a:lnTo>
                  <a:lnTo>
                    <a:pt x="2435729" y="1290870"/>
                  </a:lnTo>
                  <a:lnTo>
                    <a:pt x="2446603" y="1290870"/>
                  </a:lnTo>
                  <a:lnTo>
                    <a:pt x="2446603" y="1292930"/>
                  </a:lnTo>
                  <a:lnTo>
                    <a:pt x="2452040" y="1292930"/>
                  </a:lnTo>
                  <a:lnTo>
                    <a:pt x="2452040" y="1294990"/>
                  </a:lnTo>
                  <a:lnTo>
                    <a:pt x="2457477" y="1294990"/>
                  </a:lnTo>
                  <a:lnTo>
                    <a:pt x="2457477" y="1297050"/>
                  </a:lnTo>
                  <a:lnTo>
                    <a:pt x="2462914" y="1297050"/>
                  </a:lnTo>
                  <a:lnTo>
                    <a:pt x="2468351" y="1297050"/>
                  </a:lnTo>
                  <a:lnTo>
                    <a:pt x="2468351" y="1299112"/>
                  </a:lnTo>
                  <a:lnTo>
                    <a:pt x="2473788" y="1299112"/>
                  </a:lnTo>
                  <a:lnTo>
                    <a:pt x="2473788" y="1303237"/>
                  </a:lnTo>
                  <a:lnTo>
                    <a:pt x="2484662" y="1303237"/>
                  </a:lnTo>
                  <a:lnTo>
                    <a:pt x="2484662" y="1305301"/>
                  </a:lnTo>
                  <a:lnTo>
                    <a:pt x="2490098" y="1305301"/>
                  </a:lnTo>
                  <a:lnTo>
                    <a:pt x="2490098" y="1307365"/>
                  </a:lnTo>
                  <a:lnTo>
                    <a:pt x="2495535" y="1307365"/>
                  </a:lnTo>
                  <a:lnTo>
                    <a:pt x="2495535" y="1309428"/>
                  </a:lnTo>
                  <a:lnTo>
                    <a:pt x="2511846" y="1309428"/>
                  </a:lnTo>
                  <a:lnTo>
                    <a:pt x="2511846" y="1311492"/>
                  </a:lnTo>
                  <a:lnTo>
                    <a:pt x="2517283" y="1311492"/>
                  </a:lnTo>
                  <a:lnTo>
                    <a:pt x="2528157" y="1311492"/>
                  </a:lnTo>
                  <a:lnTo>
                    <a:pt x="2539030" y="1311492"/>
                  </a:lnTo>
                  <a:lnTo>
                    <a:pt x="2539030" y="1315627"/>
                  </a:lnTo>
                  <a:lnTo>
                    <a:pt x="2544467" y="1315627"/>
                  </a:lnTo>
                  <a:lnTo>
                    <a:pt x="2544467" y="1319762"/>
                  </a:lnTo>
                  <a:lnTo>
                    <a:pt x="2549904" y="1319762"/>
                  </a:lnTo>
                  <a:lnTo>
                    <a:pt x="2549904" y="1321830"/>
                  </a:lnTo>
                  <a:lnTo>
                    <a:pt x="2560778" y="1321830"/>
                  </a:lnTo>
                  <a:lnTo>
                    <a:pt x="2560778" y="1325970"/>
                  </a:lnTo>
                  <a:lnTo>
                    <a:pt x="2566215" y="1325970"/>
                  </a:lnTo>
                  <a:lnTo>
                    <a:pt x="2566215" y="1332184"/>
                  </a:lnTo>
                  <a:lnTo>
                    <a:pt x="2577089" y="1332184"/>
                  </a:lnTo>
                  <a:lnTo>
                    <a:pt x="2577089" y="1336327"/>
                  </a:lnTo>
                  <a:lnTo>
                    <a:pt x="2587963" y="1336327"/>
                  </a:lnTo>
                  <a:lnTo>
                    <a:pt x="2587963" y="1340470"/>
                  </a:lnTo>
                  <a:lnTo>
                    <a:pt x="2593399" y="1340470"/>
                  </a:lnTo>
                  <a:lnTo>
                    <a:pt x="2593399" y="1342542"/>
                  </a:lnTo>
                  <a:lnTo>
                    <a:pt x="2598836" y="1342542"/>
                  </a:lnTo>
                  <a:lnTo>
                    <a:pt x="2598836" y="1344614"/>
                  </a:lnTo>
                  <a:lnTo>
                    <a:pt x="2604273" y="1344614"/>
                  </a:lnTo>
                  <a:lnTo>
                    <a:pt x="2604273" y="1346687"/>
                  </a:lnTo>
                  <a:lnTo>
                    <a:pt x="2609710" y="1346687"/>
                  </a:lnTo>
                  <a:lnTo>
                    <a:pt x="2609710" y="1348759"/>
                  </a:lnTo>
                  <a:lnTo>
                    <a:pt x="2615147" y="1348759"/>
                  </a:lnTo>
                  <a:lnTo>
                    <a:pt x="2615147" y="1350832"/>
                  </a:lnTo>
                  <a:lnTo>
                    <a:pt x="2620584" y="1350832"/>
                  </a:lnTo>
                  <a:lnTo>
                    <a:pt x="2631458" y="1350832"/>
                  </a:lnTo>
                  <a:lnTo>
                    <a:pt x="2631458" y="1352907"/>
                  </a:lnTo>
                  <a:lnTo>
                    <a:pt x="2647768" y="1352907"/>
                  </a:lnTo>
                  <a:lnTo>
                    <a:pt x="2647768" y="1357056"/>
                  </a:lnTo>
                  <a:lnTo>
                    <a:pt x="2653205" y="1357056"/>
                  </a:lnTo>
                  <a:lnTo>
                    <a:pt x="2664079" y="1357056"/>
                  </a:lnTo>
                  <a:lnTo>
                    <a:pt x="2664079" y="1359132"/>
                  </a:lnTo>
                  <a:lnTo>
                    <a:pt x="2674953" y="1359132"/>
                  </a:lnTo>
                  <a:lnTo>
                    <a:pt x="2674953" y="1363285"/>
                  </a:lnTo>
                  <a:lnTo>
                    <a:pt x="2685827" y="1363285"/>
                  </a:lnTo>
                  <a:lnTo>
                    <a:pt x="2685827" y="1369517"/>
                  </a:lnTo>
                  <a:lnTo>
                    <a:pt x="2691264" y="1369517"/>
                  </a:lnTo>
                  <a:lnTo>
                    <a:pt x="2691264" y="1377833"/>
                  </a:lnTo>
                  <a:lnTo>
                    <a:pt x="2696701" y="1377833"/>
                  </a:lnTo>
                  <a:lnTo>
                    <a:pt x="2696701" y="1379913"/>
                  </a:lnTo>
                  <a:lnTo>
                    <a:pt x="2702137" y="1379913"/>
                  </a:lnTo>
                  <a:lnTo>
                    <a:pt x="2702137" y="1386157"/>
                  </a:lnTo>
                  <a:lnTo>
                    <a:pt x="2713011" y="1386157"/>
                  </a:lnTo>
                  <a:lnTo>
                    <a:pt x="2713011" y="1390321"/>
                  </a:lnTo>
                  <a:lnTo>
                    <a:pt x="2740196" y="1390321"/>
                  </a:lnTo>
                  <a:lnTo>
                    <a:pt x="2740196" y="1392403"/>
                  </a:lnTo>
                  <a:lnTo>
                    <a:pt x="2745633" y="1392403"/>
                  </a:lnTo>
                  <a:lnTo>
                    <a:pt x="2751069" y="1392403"/>
                  </a:lnTo>
                  <a:lnTo>
                    <a:pt x="2751069" y="1398660"/>
                  </a:lnTo>
                  <a:lnTo>
                    <a:pt x="2767380" y="1398660"/>
                  </a:lnTo>
                  <a:lnTo>
                    <a:pt x="2767380" y="1400746"/>
                  </a:lnTo>
                  <a:lnTo>
                    <a:pt x="2772817" y="1400746"/>
                  </a:lnTo>
                  <a:lnTo>
                    <a:pt x="2778254" y="1400746"/>
                  </a:lnTo>
                  <a:lnTo>
                    <a:pt x="2778254" y="1402834"/>
                  </a:lnTo>
                  <a:lnTo>
                    <a:pt x="2783691" y="1402834"/>
                  </a:lnTo>
                  <a:lnTo>
                    <a:pt x="2783691" y="1404923"/>
                  </a:lnTo>
                  <a:lnTo>
                    <a:pt x="2800002" y="1404923"/>
                  </a:lnTo>
                  <a:lnTo>
                    <a:pt x="2800002" y="1407014"/>
                  </a:lnTo>
                  <a:lnTo>
                    <a:pt x="2805438" y="1407014"/>
                  </a:lnTo>
                  <a:lnTo>
                    <a:pt x="2805438" y="1409104"/>
                  </a:lnTo>
                  <a:lnTo>
                    <a:pt x="2816312" y="1409104"/>
                  </a:lnTo>
                  <a:lnTo>
                    <a:pt x="2816312" y="1415377"/>
                  </a:lnTo>
                  <a:lnTo>
                    <a:pt x="2821749" y="1415377"/>
                  </a:lnTo>
                  <a:lnTo>
                    <a:pt x="2821749" y="1417470"/>
                  </a:lnTo>
                  <a:lnTo>
                    <a:pt x="2827186" y="1417470"/>
                  </a:lnTo>
                  <a:lnTo>
                    <a:pt x="2838060" y="1417470"/>
                  </a:lnTo>
                  <a:lnTo>
                    <a:pt x="2838060" y="1419566"/>
                  </a:lnTo>
                  <a:lnTo>
                    <a:pt x="2854371" y="1419566"/>
                  </a:lnTo>
                  <a:lnTo>
                    <a:pt x="2859807" y="1419566"/>
                  </a:lnTo>
                  <a:lnTo>
                    <a:pt x="2865244" y="1419566"/>
                  </a:lnTo>
                  <a:lnTo>
                    <a:pt x="2865244" y="1421664"/>
                  </a:lnTo>
                  <a:lnTo>
                    <a:pt x="2870681" y="1421664"/>
                  </a:lnTo>
                  <a:lnTo>
                    <a:pt x="2870681" y="1423762"/>
                  </a:lnTo>
                  <a:lnTo>
                    <a:pt x="2876118" y="1423762"/>
                  </a:lnTo>
                  <a:lnTo>
                    <a:pt x="2876118" y="1430057"/>
                  </a:lnTo>
                  <a:lnTo>
                    <a:pt x="2881555" y="1430057"/>
                  </a:lnTo>
                  <a:lnTo>
                    <a:pt x="2881555" y="1432159"/>
                  </a:lnTo>
                  <a:lnTo>
                    <a:pt x="2886992" y="1432159"/>
                  </a:lnTo>
                  <a:lnTo>
                    <a:pt x="2892429" y="1432159"/>
                  </a:lnTo>
                  <a:lnTo>
                    <a:pt x="2892429" y="1436365"/>
                  </a:lnTo>
                  <a:lnTo>
                    <a:pt x="2897866" y="1436365"/>
                  </a:lnTo>
                  <a:lnTo>
                    <a:pt x="2903303" y="1436365"/>
                  </a:lnTo>
                  <a:lnTo>
                    <a:pt x="2908739" y="1436365"/>
                  </a:lnTo>
                  <a:lnTo>
                    <a:pt x="2908739" y="1440579"/>
                  </a:lnTo>
                  <a:lnTo>
                    <a:pt x="2914176" y="1440579"/>
                  </a:lnTo>
                  <a:lnTo>
                    <a:pt x="2925050" y="1440579"/>
                  </a:lnTo>
                  <a:lnTo>
                    <a:pt x="2925050" y="1444798"/>
                  </a:lnTo>
                  <a:lnTo>
                    <a:pt x="2930487" y="1444798"/>
                  </a:lnTo>
                  <a:lnTo>
                    <a:pt x="2930487" y="1446907"/>
                  </a:lnTo>
                  <a:lnTo>
                    <a:pt x="2935924" y="1446907"/>
                  </a:lnTo>
                  <a:lnTo>
                    <a:pt x="2935924" y="1449020"/>
                  </a:lnTo>
                  <a:lnTo>
                    <a:pt x="2941361" y="1449020"/>
                  </a:lnTo>
                  <a:lnTo>
                    <a:pt x="2941361" y="1453251"/>
                  </a:lnTo>
                  <a:lnTo>
                    <a:pt x="2946798" y="1453251"/>
                  </a:lnTo>
                  <a:lnTo>
                    <a:pt x="2946798" y="1461715"/>
                  </a:lnTo>
                  <a:lnTo>
                    <a:pt x="2952235" y="1461715"/>
                  </a:lnTo>
                  <a:lnTo>
                    <a:pt x="2952235" y="1465949"/>
                  </a:lnTo>
                  <a:lnTo>
                    <a:pt x="2963108" y="1465949"/>
                  </a:lnTo>
                  <a:lnTo>
                    <a:pt x="2968545" y="1465949"/>
                  </a:lnTo>
                  <a:lnTo>
                    <a:pt x="2973982" y="1465949"/>
                  </a:lnTo>
                  <a:lnTo>
                    <a:pt x="2973982" y="1470194"/>
                  </a:lnTo>
                  <a:lnTo>
                    <a:pt x="2979419" y="1470194"/>
                  </a:lnTo>
                  <a:lnTo>
                    <a:pt x="2979419" y="1472316"/>
                  </a:lnTo>
                  <a:lnTo>
                    <a:pt x="2984856" y="1472316"/>
                  </a:lnTo>
                  <a:lnTo>
                    <a:pt x="2995730" y="1472316"/>
                  </a:lnTo>
                  <a:lnTo>
                    <a:pt x="3012041" y="1472316"/>
                  </a:lnTo>
                  <a:lnTo>
                    <a:pt x="3017477" y="1472316"/>
                  </a:lnTo>
                  <a:lnTo>
                    <a:pt x="3022914" y="1472316"/>
                  </a:lnTo>
                  <a:lnTo>
                    <a:pt x="3022914" y="1474445"/>
                  </a:lnTo>
                  <a:lnTo>
                    <a:pt x="3028351" y="1474445"/>
                  </a:lnTo>
                  <a:lnTo>
                    <a:pt x="3033788" y="1474445"/>
                  </a:lnTo>
                  <a:lnTo>
                    <a:pt x="3033788" y="1476574"/>
                  </a:lnTo>
                  <a:lnTo>
                    <a:pt x="3039225" y="1476574"/>
                  </a:lnTo>
                  <a:lnTo>
                    <a:pt x="3044662" y="1476574"/>
                  </a:lnTo>
                  <a:lnTo>
                    <a:pt x="3055536" y="1476574"/>
                  </a:lnTo>
                  <a:lnTo>
                    <a:pt x="3055536" y="1478706"/>
                  </a:lnTo>
                  <a:lnTo>
                    <a:pt x="3071846" y="1478706"/>
                  </a:lnTo>
                  <a:lnTo>
                    <a:pt x="3071846" y="1480839"/>
                  </a:lnTo>
                  <a:lnTo>
                    <a:pt x="3077283" y="1480839"/>
                  </a:lnTo>
                  <a:lnTo>
                    <a:pt x="3082720" y="1480839"/>
                  </a:lnTo>
                  <a:lnTo>
                    <a:pt x="3082720" y="1482972"/>
                  </a:lnTo>
                  <a:lnTo>
                    <a:pt x="3093594" y="1482972"/>
                  </a:lnTo>
                  <a:lnTo>
                    <a:pt x="3104468" y="1482972"/>
                  </a:lnTo>
                  <a:lnTo>
                    <a:pt x="3104468" y="1485109"/>
                  </a:lnTo>
                  <a:lnTo>
                    <a:pt x="3115342" y="1485109"/>
                  </a:lnTo>
                  <a:lnTo>
                    <a:pt x="3115342" y="1487247"/>
                  </a:lnTo>
                  <a:lnTo>
                    <a:pt x="3120778" y="1487247"/>
                  </a:lnTo>
                  <a:lnTo>
                    <a:pt x="3120778" y="1489384"/>
                  </a:lnTo>
                  <a:lnTo>
                    <a:pt x="3126215" y="1489384"/>
                  </a:lnTo>
                  <a:lnTo>
                    <a:pt x="3126215" y="1491524"/>
                  </a:lnTo>
                  <a:lnTo>
                    <a:pt x="3142526" y="1491524"/>
                  </a:lnTo>
                  <a:lnTo>
                    <a:pt x="3153400" y="1491524"/>
                  </a:lnTo>
                  <a:lnTo>
                    <a:pt x="3153400" y="1495809"/>
                  </a:lnTo>
                  <a:lnTo>
                    <a:pt x="3164274" y="1495809"/>
                  </a:lnTo>
                  <a:lnTo>
                    <a:pt x="3169711" y="1495809"/>
                  </a:lnTo>
                  <a:lnTo>
                    <a:pt x="3169711" y="1500099"/>
                  </a:lnTo>
                  <a:lnTo>
                    <a:pt x="3180584" y="1500099"/>
                  </a:lnTo>
                  <a:lnTo>
                    <a:pt x="3180584" y="1502244"/>
                  </a:lnTo>
                  <a:lnTo>
                    <a:pt x="3191458" y="1502244"/>
                  </a:lnTo>
                  <a:lnTo>
                    <a:pt x="3196895" y="1502244"/>
                  </a:lnTo>
                  <a:lnTo>
                    <a:pt x="3196895" y="1504391"/>
                  </a:lnTo>
                  <a:lnTo>
                    <a:pt x="3207769" y="1504391"/>
                  </a:lnTo>
                  <a:lnTo>
                    <a:pt x="3218643" y="1504391"/>
                  </a:lnTo>
                  <a:lnTo>
                    <a:pt x="3218643" y="1506545"/>
                  </a:lnTo>
                  <a:lnTo>
                    <a:pt x="3229516" y="1506545"/>
                  </a:lnTo>
                  <a:lnTo>
                    <a:pt x="3229516" y="1508699"/>
                  </a:lnTo>
                  <a:lnTo>
                    <a:pt x="3234953" y="1508699"/>
                  </a:lnTo>
                  <a:lnTo>
                    <a:pt x="3240390" y="1508699"/>
                  </a:lnTo>
                  <a:lnTo>
                    <a:pt x="3245827" y="1508699"/>
                  </a:lnTo>
                  <a:lnTo>
                    <a:pt x="3245827" y="1513024"/>
                  </a:lnTo>
                  <a:lnTo>
                    <a:pt x="3251264" y="1513024"/>
                  </a:lnTo>
                  <a:lnTo>
                    <a:pt x="3256701" y="1513024"/>
                  </a:lnTo>
                  <a:lnTo>
                    <a:pt x="3256701" y="1515190"/>
                  </a:lnTo>
                  <a:lnTo>
                    <a:pt x="3262138" y="1515190"/>
                  </a:lnTo>
                  <a:lnTo>
                    <a:pt x="3267575" y="1515190"/>
                  </a:lnTo>
                  <a:lnTo>
                    <a:pt x="3273012" y="1515190"/>
                  </a:lnTo>
                  <a:lnTo>
                    <a:pt x="3273012" y="1517358"/>
                  </a:lnTo>
                  <a:lnTo>
                    <a:pt x="3283885" y="1517358"/>
                  </a:lnTo>
                  <a:lnTo>
                    <a:pt x="3289322" y="1517358"/>
                  </a:lnTo>
                  <a:lnTo>
                    <a:pt x="3294759" y="1517358"/>
                  </a:lnTo>
                  <a:lnTo>
                    <a:pt x="3300196" y="1517358"/>
                  </a:lnTo>
                  <a:lnTo>
                    <a:pt x="3305633" y="1517358"/>
                  </a:lnTo>
                  <a:lnTo>
                    <a:pt x="3311070" y="1517358"/>
                  </a:lnTo>
                  <a:lnTo>
                    <a:pt x="3311070" y="1519538"/>
                  </a:lnTo>
                  <a:lnTo>
                    <a:pt x="3327381" y="1519538"/>
                  </a:lnTo>
                  <a:lnTo>
                    <a:pt x="3327381" y="1521720"/>
                  </a:lnTo>
                  <a:lnTo>
                    <a:pt x="3332817" y="1521720"/>
                  </a:lnTo>
                  <a:lnTo>
                    <a:pt x="3332817" y="1526087"/>
                  </a:lnTo>
                  <a:lnTo>
                    <a:pt x="3338254" y="1526087"/>
                  </a:lnTo>
                  <a:lnTo>
                    <a:pt x="3338254" y="1532638"/>
                  </a:lnTo>
                  <a:lnTo>
                    <a:pt x="3343691" y="1532638"/>
                  </a:lnTo>
                  <a:lnTo>
                    <a:pt x="3349128" y="1532638"/>
                  </a:lnTo>
                  <a:lnTo>
                    <a:pt x="3349128" y="1534825"/>
                  </a:lnTo>
                  <a:lnTo>
                    <a:pt x="3360002" y="1534825"/>
                  </a:lnTo>
                  <a:lnTo>
                    <a:pt x="3360002" y="1537015"/>
                  </a:lnTo>
                  <a:lnTo>
                    <a:pt x="3365439" y="1537015"/>
                  </a:lnTo>
                  <a:lnTo>
                    <a:pt x="3365439" y="1539205"/>
                  </a:lnTo>
                  <a:lnTo>
                    <a:pt x="3376313" y="1539205"/>
                  </a:lnTo>
                  <a:lnTo>
                    <a:pt x="3376313" y="1545781"/>
                  </a:lnTo>
                  <a:lnTo>
                    <a:pt x="3381750" y="1545781"/>
                  </a:lnTo>
                  <a:lnTo>
                    <a:pt x="3381750" y="1547975"/>
                  </a:lnTo>
                  <a:lnTo>
                    <a:pt x="3387186" y="1547975"/>
                  </a:lnTo>
                  <a:lnTo>
                    <a:pt x="3392623" y="1547975"/>
                  </a:lnTo>
                  <a:lnTo>
                    <a:pt x="3392623" y="1554571"/>
                  </a:lnTo>
                  <a:lnTo>
                    <a:pt x="3398060" y="1554571"/>
                  </a:lnTo>
                  <a:lnTo>
                    <a:pt x="3398060" y="1558972"/>
                  </a:lnTo>
                  <a:lnTo>
                    <a:pt x="3408934" y="1558972"/>
                  </a:lnTo>
                  <a:lnTo>
                    <a:pt x="3408934" y="1563378"/>
                  </a:lnTo>
                  <a:lnTo>
                    <a:pt x="3425245" y="1563378"/>
                  </a:lnTo>
                  <a:lnTo>
                    <a:pt x="3425245" y="1565583"/>
                  </a:lnTo>
                  <a:lnTo>
                    <a:pt x="3430682" y="1565583"/>
                  </a:lnTo>
                  <a:lnTo>
                    <a:pt x="3430682" y="1567789"/>
                  </a:lnTo>
                  <a:lnTo>
                    <a:pt x="3436119" y="1567789"/>
                  </a:lnTo>
                  <a:lnTo>
                    <a:pt x="3436119" y="1569998"/>
                  </a:lnTo>
                  <a:lnTo>
                    <a:pt x="3441555" y="1569998"/>
                  </a:lnTo>
                  <a:lnTo>
                    <a:pt x="3441555" y="1572207"/>
                  </a:lnTo>
                  <a:lnTo>
                    <a:pt x="3446992" y="1572207"/>
                  </a:lnTo>
                  <a:lnTo>
                    <a:pt x="3446992" y="1576625"/>
                  </a:lnTo>
                  <a:lnTo>
                    <a:pt x="3452429" y="1576625"/>
                  </a:lnTo>
                  <a:lnTo>
                    <a:pt x="3457866" y="1576625"/>
                  </a:lnTo>
                  <a:lnTo>
                    <a:pt x="3457866" y="1578837"/>
                  </a:lnTo>
                  <a:lnTo>
                    <a:pt x="3463303" y="1578837"/>
                  </a:lnTo>
                  <a:lnTo>
                    <a:pt x="3468740" y="1578837"/>
                  </a:lnTo>
                  <a:lnTo>
                    <a:pt x="3468740" y="1581054"/>
                  </a:lnTo>
                  <a:lnTo>
                    <a:pt x="3479614" y="1581054"/>
                  </a:lnTo>
                  <a:lnTo>
                    <a:pt x="3485051" y="1581054"/>
                  </a:lnTo>
                  <a:lnTo>
                    <a:pt x="3495924" y="1581054"/>
                  </a:lnTo>
                  <a:lnTo>
                    <a:pt x="3495924" y="1583276"/>
                  </a:lnTo>
                  <a:lnTo>
                    <a:pt x="3501361" y="1583276"/>
                  </a:lnTo>
                  <a:lnTo>
                    <a:pt x="3512235" y="1583276"/>
                  </a:lnTo>
                  <a:lnTo>
                    <a:pt x="3512235" y="1585503"/>
                  </a:lnTo>
                  <a:lnTo>
                    <a:pt x="3517672" y="1585503"/>
                  </a:lnTo>
                  <a:lnTo>
                    <a:pt x="3523109" y="1585503"/>
                  </a:lnTo>
                  <a:lnTo>
                    <a:pt x="3523109" y="1587733"/>
                  </a:lnTo>
                  <a:lnTo>
                    <a:pt x="3528546" y="1587733"/>
                  </a:lnTo>
                  <a:lnTo>
                    <a:pt x="3533983" y="1587733"/>
                  </a:lnTo>
                  <a:lnTo>
                    <a:pt x="3539420" y="1587733"/>
                  </a:lnTo>
                  <a:lnTo>
                    <a:pt x="3539420" y="1589966"/>
                  </a:lnTo>
                  <a:lnTo>
                    <a:pt x="3544856" y="1589966"/>
                  </a:lnTo>
                  <a:lnTo>
                    <a:pt x="3544856" y="1592204"/>
                  </a:lnTo>
                  <a:lnTo>
                    <a:pt x="3555730" y="1592204"/>
                  </a:lnTo>
                  <a:lnTo>
                    <a:pt x="3555730" y="1594442"/>
                  </a:lnTo>
                  <a:lnTo>
                    <a:pt x="3561167" y="1594442"/>
                  </a:lnTo>
                  <a:lnTo>
                    <a:pt x="3566604" y="1594442"/>
                  </a:lnTo>
                  <a:lnTo>
                    <a:pt x="3566604" y="1596683"/>
                  </a:lnTo>
                  <a:lnTo>
                    <a:pt x="3577478" y="1596683"/>
                  </a:lnTo>
                  <a:lnTo>
                    <a:pt x="3582915" y="1596683"/>
                  </a:lnTo>
                  <a:lnTo>
                    <a:pt x="3582915" y="1598928"/>
                  </a:lnTo>
                  <a:lnTo>
                    <a:pt x="3588352" y="1598928"/>
                  </a:lnTo>
                  <a:lnTo>
                    <a:pt x="3588352" y="1601173"/>
                  </a:lnTo>
                  <a:lnTo>
                    <a:pt x="3599225" y="1601173"/>
                  </a:lnTo>
                  <a:lnTo>
                    <a:pt x="3604662" y="1601173"/>
                  </a:lnTo>
                  <a:lnTo>
                    <a:pt x="3610099" y="1601173"/>
                  </a:lnTo>
                  <a:lnTo>
                    <a:pt x="3615536" y="1601173"/>
                  </a:lnTo>
                  <a:lnTo>
                    <a:pt x="3620973" y="1601173"/>
                  </a:lnTo>
                  <a:lnTo>
                    <a:pt x="3620973" y="1603429"/>
                  </a:lnTo>
                  <a:lnTo>
                    <a:pt x="3631847" y="1603429"/>
                  </a:lnTo>
                  <a:lnTo>
                    <a:pt x="3631847" y="1605686"/>
                  </a:lnTo>
                  <a:lnTo>
                    <a:pt x="3637284" y="1605686"/>
                  </a:lnTo>
                  <a:lnTo>
                    <a:pt x="3637284" y="1607944"/>
                  </a:lnTo>
                  <a:lnTo>
                    <a:pt x="3642721" y="1607944"/>
                  </a:lnTo>
                  <a:lnTo>
                    <a:pt x="3648158" y="1607944"/>
                  </a:lnTo>
                  <a:lnTo>
                    <a:pt x="3648158" y="1612463"/>
                  </a:lnTo>
                  <a:lnTo>
                    <a:pt x="3653594" y="1612463"/>
                  </a:lnTo>
                  <a:lnTo>
                    <a:pt x="3653594" y="1614723"/>
                  </a:lnTo>
                  <a:lnTo>
                    <a:pt x="3659031" y="1614723"/>
                  </a:lnTo>
                  <a:lnTo>
                    <a:pt x="3659031" y="1616990"/>
                  </a:lnTo>
                  <a:lnTo>
                    <a:pt x="3664468" y="1616990"/>
                  </a:lnTo>
                  <a:lnTo>
                    <a:pt x="3664468" y="1619258"/>
                  </a:lnTo>
                  <a:lnTo>
                    <a:pt x="3675342" y="1619258"/>
                  </a:lnTo>
                  <a:lnTo>
                    <a:pt x="3675342" y="1621526"/>
                  </a:lnTo>
                  <a:lnTo>
                    <a:pt x="3680779" y="1621526"/>
                  </a:lnTo>
                  <a:lnTo>
                    <a:pt x="3680779" y="1623794"/>
                  </a:lnTo>
                  <a:lnTo>
                    <a:pt x="3686216" y="1623794"/>
                  </a:lnTo>
                  <a:lnTo>
                    <a:pt x="3691653" y="1623794"/>
                  </a:lnTo>
                  <a:lnTo>
                    <a:pt x="3691653" y="1626064"/>
                  </a:lnTo>
                  <a:lnTo>
                    <a:pt x="3718837" y="1626064"/>
                  </a:lnTo>
                  <a:lnTo>
                    <a:pt x="3718837" y="1628335"/>
                  </a:lnTo>
                  <a:lnTo>
                    <a:pt x="3724274" y="1628335"/>
                  </a:lnTo>
                  <a:lnTo>
                    <a:pt x="3729711" y="1628335"/>
                  </a:lnTo>
                  <a:lnTo>
                    <a:pt x="3729711" y="1630609"/>
                  </a:lnTo>
                  <a:lnTo>
                    <a:pt x="3740585" y="1630609"/>
                  </a:lnTo>
                  <a:lnTo>
                    <a:pt x="3751459" y="1630609"/>
                  </a:lnTo>
                  <a:lnTo>
                    <a:pt x="3751459" y="1632891"/>
                  </a:lnTo>
                  <a:lnTo>
                    <a:pt x="3762332" y="1632891"/>
                  </a:lnTo>
                  <a:lnTo>
                    <a:pt x="3762332" y="1635172"/>
                  </a:lnTo>
                  <a:lnTo>
                    <a:pt x="3767769" y="1635172"/>
                  </a:lnTo>
                  <a:lnTo>
                    <a:pt x="3773206" y="1635172"/>
                  </a:lnTo>
                  <a:lnTo>
                    <a:pt x="3773206" y="1639744"/>
                  </a:lnTo>
                  <a:lnTo>
                    <a:pt x="3778643" y="1639744"/>
                  </a:lnTo>
                  <a:lnTo>
                    <a:pt x="3778643" y="1642030"/>
                  </a:lnTo>
                  <a:lnTo>
                    <a:pt x="3794954" y="1642030"/>
                  </a:lnTo>
                  <a:lnTo>
                    <a:pt x="3805828" y="1642030"/>
                  </a:lnTo>
                  <a:lnTo>
                    <a:pt x="3805828" y="1648907"/>
                  </a:lnTo>
                  <a:lnTo>
                    <a:pt x="3811264" y="1648907"/>
                  </a:lnTo>
                  <a:lnTo>
                    <a:pt x="3822138" y="1648907"/>
                  </a:lnTo>
                  <a:lnTo>
                    <a:pt x="3822138" y="1651206"/>
                  </a:lnTo>
                  <a:lnTo>
                    <a:pt x="3827575" y="1651206"/>
                  </a:lnTo>
                  <a:lnTo>
                    <a:pt x="3827575" y="1653507"/>
                  </a:lnTo>
                  <a:lnTo>
                    <a:pt x="3833012" y="1653507"/>
                  </a:lnTo>
                  <a:lnTo>
                    <a:pt x="3838449" y="1653507"/>
                  </a:lnTo>
                  <a:lnTo>
                    <a:pt x="3843886" y="1653507"/>
                  </a:lnTo>
                  <a:lnTo>
                    <a:pt x="3854760" y="1653507"/>
                  </a:lnTo>
                  <a:lnTo>
                    <a:pt x="3854760" y="1655817"/>
                  </a:lnTo>
                  <a:lnTo>
                    <a:pt x="3860197" y="1655817"/>
                  </a:lnTo>
                  <a:lnTo>
                    <a:pt x="3860197" y="1658129"/>
                  </a:lnTo>
                  <a:lnTo>
                    <a:pt x="3865633" y="1658129"/>
                  </a:lnTo>
                  <a:lnTo>
                    <a:pt x="3871070" y="1658129"/>
                  </a:lnTo>
                  <a:lnTo>
                    <a:pt x="3876507" y="1658129"/>
                  </a:lnTo>
                  <a:lnTo>
                    <a:pt x="3876507" y="1660449"/>
                  </a:lnTo>
                  <a:lnTo>
                    <a:pt x="3881944" y="1660449"/>
                  </a:lnTo>
                  <a:lnTo>
                    <a:pt x="3887381" y="1660449"/>
                  </a:lnTo>
                  <a:lnTo>
                    <a:pt x="3903692" y="1660449"/>
                  </a:lnTo>
                  <a:lnTo>
                    <a:pt x="3909129" y="1660449"/>
                  </a:lnTo>
                  <a:lnTo>
                    <a:pt x="3909129" y="1662780"/>
                  </a:lnTo>
                  <a:lnTo>
                    <a:pt x="3914565" y="1662780"/>
                  </a:lnTo>
                  <a:lnTo>
                    <a:pt x="3914565" y="1665112"/>
                  </a:lnTo>
                  <a:lnTo>
                    <a:pt x="3920002" y="1665112"/>
                  </a:lnTo>
                  <a:lnTo>
                    <a:pt x="3925439" y="1665112"/>
                  </a:lnTo>
                  <a:lnTo>
                    <a:pt x="3925439" y="1667447"/>
                  </a:lnTo>
                  <a:lnTo>
                    <a:pt x="3930876" y="1667447"/>
                  </a:lnTo>
                  <a:lnTo>
                    <a:pt x="3936313" y="1667447"/>
                  </a:lnTo>
                  <a:lnTo>
                    <a:pt x="3936313" y="1669788"/>
                  </a:lnTo>
                  <a:lnTo>
                    <a:pt x="3941750" y="1669788"/>
                  </a:lnTo>
                  <a:lnTo>
                    <a:pt x="3941750" y="1672128"/>
                  </a:lnTo>
                  <a:lnTo>
                    <a:pt x="3952624" y="1672128"/>
                  </a:lnTo>
                  <a:lnTo>
                    <a:pt x="3952624" y="1674469"/>
                  </a:lnTo>
                  <a:lnTo>
                    <a:pt x="3974371" y="1674469"/>
                  </a:lnTo>
                  <a:lnTo>
                    <a:pt x="3974371" y="1681492"/>
                  </a:lnTo>
                  <a:lnTo>
                    <a:pt x="3990682" y="1681492"/>
                  </a:lnTo>
                  <a:lnTo>
                    <a:pt x="3996119" y="1681492"/>
                  </a:lnTo>
                  <a:lnTo>
                    <a:pt x="4017867" y="1681492"/>
                  </a:lnTo>
                  <a:lnTo>
                    <a:pt x="4023303" y="1681492"/>
                  </a:lnTo>
                  <a:lnTo>
                    <a:pt x="4034177" y="1681492"/>
                  </a:lnTo>
                  <a:lnTo>
                    <a:pt x="4034177" y="1683845"/>
                  </a:lnTo>
                  <a:lnTo>
                    <a:pt x="4055925" y="1683845"/>
                  </a:lnTo>
                  <a:lnTo>
                    <a:pt x="4066799" y="1683845"/>
                  </a:lnTo>
                  <a:lnTo>
                    <a:pt x="4066799" y="1686203"/>
                  </a:lnTo>
                  <a:lnTo>
                    <a:pt x="4077672" y="1686203"/>
                  </a:lnTo>
                  <a:lnTo>
                    <a:pt x="4077672" y="1690923"/>
                  </a:lnTo>
                  <a:lnTo>
                    <a:pt x="4099420" y="1690923"/>
                  </a:lnTo>
                  <a:lnTo>
                    <a:pt x="4099420" y="1693283"/>
                  </a:lnTo>
                  <a:lnTo>
                    <a:pt x="4104857" y="1693283"/>
                  </a:lnTo>
                  <a:lnTo>
                    <a:pt x="4104857" y="1695643"/>
                  </a:lnTo>
                  <a:lnTo>
                    <a:pt x="4110294" y="1695643"/>
                  </a:lnTo>
                  <a:lnTo>
                    <a:pt x="4115731" y="1695643"/>
                  </a:lnTo>
                  <a:lnTo>
                    <a:pt x="4115731" y="1698008"/>
                  </a:lnTo>
                  <a:lnTo>
                    <a:pt x="4126604" y="1698008"/>
                  </a:lnTo>
                  <a:lnTo>
                    <a:pt x="4126604" y="1700373"/>
                  </a:lnTo>
                  <a:lnTo>
                    <a:pt x="4132041" y="1700373"/>
                  </a:lnTo>
                  <a:lnTo>
                    <a:pt x="4132041" y="1702738"/>
                  </a:lnTo>
                  <a:lnTo>
                    <a:pt x="4137478" y="1702738"/>
                  </a:lnTo>
                  <a:lnTo>
                    <a:pt x="4137478" y="1705105"/>
                  </a:lnTo>
                  <a:lnTo>
                    <a:pt x="4142915" y="1705105"/>
                  </a:lnTo>
                  <a:lnTo>
                    <a:pt x="4153789" y="1705105"/>
                  </a:lnTo>
                  <a:lnTo>
                    <a:pt x="4164663" y="1705105"/>
                  </a:lnTo>
                  <a:lnTo>
                    <a:pt x="4164663" y="1707477"/>
                  </a:lnTo>
                  <a:lnTo>
                    <a:pt x="4170100" y="1707477"/>
                  </a:lnTo>
                  <a:lnTo>
                    <a:pt x="4170100" y="1709849"/>
                  </a:lnTo>
                  <a:lnTo>
                    <a:pt x="4175537" y="1709849"/>
                  </a:lnTo>
                  <a:lnTo>
                    <a:pt x="4180973" y="1709849"/>
                  </a:lnTo>
                  <a:lnTo>
                    <a:pt x="4180973" y="1712226"/>
                  </a:lnTo>
                  <a:lnTo>
                    <a:pt x="4186410" y="1712226"/>
                  </a:lnTo>
                  <a:lnTo>
                    <a:pt x="4191847" y="1712226"/>
                  </a:lnTo>
                  <a:lnTo>
                    <a:pt x="4191847" y="1714606"/>
                  </a:lnTo>
                  <a:lnTo>
                    <a:pt x="4202721" y="1714606"/>
                  </a:lnTo>
                  <a:lnTo>
                    <a:pt x="4202721" y="1716986"/>
                  </a:lnTo>
                  <a:lnTo>
                    <a:pt x="4208158" y="1716986"/>
                  </a:lnTo>
                  <a:lnTo>
                    <a:pt x="4213595" y="1716986"/>
                  </a:lnTo>
                  <a:lnTo>
                    <a:pt x="4213595" y="1721750"/>
                  </a:lnTo>
                  <a:lnTo>
                    <a:pt x="4224469" y="1721750"/>
                  </a:lnTo>
                  <a:lnTo>
                    <a:pt x="4229906" y="1721750"/>
                  </a:lnTo>
                  <a:lnTo>
                    <a:pt x="4229906" y="1724135"/>
                  </a:lnTo>
                  <a:lnTo>
                    <a:pt x="4235342" y="1724135"/>
                  </a:lnTo>
                  <a:lnTo>
                    <a:pt x="4235342" y="1726520"/>
                  </a:lnTo>
                  <a:lnTo>
                    <a:pt x="4240779" y="1726520"/>
                  </a:lnTo>
                  <a:lnTo>
                    <a:pt x="4240779" y="1728909"/>
                  </a:lnTo>
                  <a:lnTo>
                    <a:pt x="4257090" y="1728909"/>
                  </a:lnTo>
                  <a:lnTo>
                    <a:pt x="4257090" y="1733690"/>
                  </a:lnTo>
                  <a:lnTo>
                    <a:pt x="4267964" y="1733690"/>
                  </a:lnTo>
                  <a:lnTo>
                    <a:pt x="4267964" y="1738475"/>
                  </a:lnTo>
                  <a:lnTo>
                    <a:pt x="4273401" y="1738475"/>
                  </a:lnTo>
                  <a:lnTo>
                    <a:pt x="4273401" y="1743260"/>
                  </a:lnTo>
                  <a:lnTo>
                    <a:pt x="4278838" y="1743260"/>
                  </a:lnTo>
                  <a:lnTo>
                    <a:pt x="4278838" y="1745655"/>
                  </a:lnTo>
                  <a:lnTo>
                    <a:pt x="4284274" y="1745655"/>
                  </a:lnTo>
                  <a:lnTo>
                    <a:pt x="4295148" y="1745655"/>
                  </a:lnTo>
                  <a:lnTo>
                    <a:pt x="4295148" y="1750451"/>
                  </a:lnTo>
                  <a:lnTo>
                    <a:pt x="4300585" y="1750451"/>
                  </a:lnTo>
                  <a:lnTo>
                    <a:pt x="4306022" y="1750451"/>
                  </a:lnTo>
                  <a:lnTo>
                    <a:pt x="4306022" y="1752852"/>
                  </a:lnTo>
                  <a:lnTo>
                    <a:pt x="4316896" y="1752852"/>
                  </a:lnTo>
                  <a:lnTo>
                    <a:pt x="4316896" y="1755257"/>
                  </a:lnTo>
                  <a:lnTo>
                    <a:pt x="4322333" y="1755257"/>
                  </a:lnTo>
                  <a:lnTo>
                    <a:pt x="4322333" y="1757664"/>
                  </a:lnTo>
                  <a:lnTo>
                    <a:pt x="4327770" y="1757664"/>
                  </a:lnTo>
                  <a:lnTo>
                    <a:pt x="4333207" y="1757664"/>
                  </a:lnTo>
                  <a:lnTo>
                    <a:pt x="4333207" y="1762487"/>
                  </a:lnTo>
                  <a:lnTo>
                    <a:pt x="4338643" y="1762487"/>
                  </a:lnTo>
                  <a:lnTo>
                    <a:pt x="4344080" y="1762487"/>
                  </a:lnTo>
                  <a:lnTo>
                    <a:pt x="4344080" y="1764902"/>
                  </a:lnTo>
                  <a:lnTo>
                    <a:pt x="4349517" y="1764902"/>
                  </a:lnTo>
                  <a:lnTo>
                    <a:pt x="4349517" y="1767317"/>
                  </a:lnTo>
                  <a:lnTo>
                    <a:pt x="4354954" y="1767317"/>
                  </a:lnTo>
                  <a:lnTo>
                    <a:pt x="4360391" y="1767317"/>
                  </a:lnTo>
                  <a:lnTo>
                    <a:pt x="4365828" y="1767317"/>
                  </a:lnTo>
                  <a:lnTo>
                    <a:pt x="4371265" y="1767317"/>
                  </a:lnTo>
                  <a:lnTo>
                    <a:pt x="4376702" y="1767317"/>
                  </a:lnTo>
                  <a:lnTo>
                    <a:pt x="4387576" y="1767317"/>
                  </a:lnTo>
                  <a:lnTo>
                    <a:pt x="4387576" y="1772185"/>
                  </a:lnTo>
                  <a:lnTo>
                    <a:pt x="4398449" y="1772185"/>
                  </a:lnTo>
                  <a:lnTo>
                    <a:pt x="4398449" y="1774619"/>
                  </a:lnTo>
                  <a:lnTo>
                    <a:pt x="4409323" y="1774619"/>
                  </a:lnTo>
                  <a:lnTo>
                    <a:pt x="4420197" y="1774619"/>
                  </a:lnTo>
                  <a:lnTo>
                    <a:pt x="4420197" y="1779491"/>
                  </a:lnTo>
                  <a:lnTo>
                    <a:pt x="4425634" y="1779491"/>
                  </a:lnTo>
                  <a:lnTo>
                    <a:pt x="4431071" y="1779491"/>
                  </a:lnTo>
                  <a:lnTo>
                    <a:pt x="4431071" y="1781929"/>
                  </a:lnTo>
                  <a:lnTo>
                    <a:pt x="4436508" y="1781929"/>
                  </a:lnTo>
                  <a:lnTo>
                    <a:pt x="4436508" y="1784367"/>
                  </a:lnTo>
                  <a:lnTo>
                    <a:pt x="4447381" y="1784367"/>
                  </a:lnTo>
                  <a:lnTo>
                    <a:pt x="4447381" y="1786805"/>
                  </a:lnTo>
                  <a:lnTo>
                    <a:pt x="4463692" y="1786805"/>
                  </a:lnTo>
                  <a:lnTo>
                    <a:pt x="4469129" y="1786805"/>
                  </a:lnTo>
                  <a:lnTo>
                    <a:pt x="4469129" y="1789246"/>
                  </a:lnTo>
                  <a:lnTo>
                    <a:pt x="4474566" y="1789246"/>
                  </a:lnTo>
                  <a:lnTo>
                    <a:pt x="4480003" y="1789246"/>
                  </a:lnTo>
                  <a:lnTo>
                    <a:pt x="4480003" y="1791690"/>
                  </a:lnTo>
                  <a:lnTo>
                    <a:pt x="4490877" y="1791690"/>
                  </a:lnTo>
                  <a:lnTo>
                    <a:pt x="4496313" y="1791690"/>
                  </a:lnTo>
                  <a:lnTo>
                    <a:pt x="4507187" y="1791690"/>
                  </a:lnTo>
                  <a:lnTo>
                    <a:pt x="4507187" y="1794138"/>
                  </a:lnTo>
                  <a:lnTo>
                    <a:pt x="4512624" y="1794138"/>
                  </a:lnTo>
                  <a:lnTo>
                    <a:pt x="4512624" y="1796589"/>
                  </a:lnTo>
                  <a:lnTo>
                    <a:pt x="4518061" y="1796589"/>
                  </a:lnTo>
                  <a:lnTo>
                    <a:pt x="4518061" y="1799041"/>
                  </a:lnTo>
                  <a:lnTo>
                    <a:pt x="4528935" y="1799041"/>
                  </a:lnTo>
                  <a:lnTo>
                    <a:pt x="4528935" y="1801496"/>
                  </a:lnTo>
                  <a:lnTo>
                    <a:pt x="4545246" y="1801496"/>
                  </a:lnTo>
                  <a:lnTo>
                    <a:pt x="4556119" y="1801496"/>
                  </a:lnTo>
                  <a:lnTo>
                    <a:pt x="4566993" y="1801496"/>
                  </a:lnTo>
                  <a:lnTo>
                    <a:pt x="4566993" y="1803955"/>
                  </a:lnTo>
                  <a:lnTo>
                    <a:pt x="4577867" y="1803955"/>
                  </a:lnTo>
                  <a:lnTo>
                    <a:pt x="4577867" y="1806419"/>
                  </a:lnTo>
                  <a:lnTo>
                    <a:pt x="4583304" y="1806419"/>
                  </a:lnTo>
                  <a:lnTo>
                    <a:pt x="4583304" y="1808882"/>
                  </a:lnTo>
                  <a:lnTo>
                    <a:pt x="4588741" y="1808882"/>
                  </a:lnTo>
                  <a:lnTo>
                    <a:pt x="4588741" y="1811345"/>
                  </a:lnTo>
                  <a:lnTo>
                    <a:pt x="4599615" y="1811345"/>
                  </a:lnTo>
                  <a:lnTo>
                    <a:pt x="4599615" y="1813811"/>
                  </a:lnTo>
                  <a:lnTo>
                    <a:pt x="4605051" y="1813811"/>
                  </a:lnTo>
                  <a:lnTo>
                    <a:pt x="4605051" y="1816278"/>
                  </a:lnTo>
                  <a:lnTo>
                    <a:pt x="4610488" y="1816278"/>
                  </a:lnTo>
                  <a:lnTo>
                    <a:pt x="4621362" y="1816278"/>
                  </a:lnTo>
                  <a:lnTo>
                    <a:pt x="4626799" y="1816278"/>
                  </a:lnTo>
                  <a:lnTo>
                    <a:pt x="4637673" y="1816278"/>
                  </a:lnTo>
                  <a:lnTo>
                    <a:pt x="4643110" y="1816278"/>
                  </a:lnTo>
                  <a:lnTo>
                    <a:pt x="4681168" y="1816278"/>
                  </a:lnTo>
                  <a:lnTo>
                    <a:pt x="4697479" y="1816278"/>
                  </a:lnTo>
                  <a:lnTo>
                    <a:pt x="4697479" y="1818763"/>
                  </a:lnTo>
                  <a:lnTo>
                    <a:pt x="4702916" y="1818763"/>
                  </a:lnTo>
                  <a:lnTo>
                    <a:pt x="4702916" y="1826219"/>
                  </a:lnTo>
                  <a:lnTo>
                    <a:pt x="4713789" y="1826219"/>
                  </a:lnTo>
                  <a:lnTo>
                    <a:pt x="4719226" y="1826219"/>
                  </a:lnTo>
                  <a:lnTo>
                    <a:pt x="4719226" y="1828708"/>
                  </a:lnTo>
                  <a:lnTo>
                    <a:pt x="4724663" y="1828708"/>
                  </a:lnTo>
                  <a:lnTo>
                    <a:pt x="4735537" y="1828708"/>
                  </a:lnTo>
                  <a:lnTo>
                    <a:pt x="4735537" y="1831203"/>
                  </a:lnTo>
                  <a:lnTo>
                    <a:pt x="4751848" y="1831203"/>
                  </a:lnTo>
                  <a:lnTo>
                    <a:pt x="4751848" y="1833700"/>
                  </a:lnTo>
                  <a:lnTo>
                    <a:pt x="4757285" y="1833700"/>
                  </a:lnTo>
                  <a:lnTo>
                    <a:pt x="4762721" y="1833700"/>
                  </a:lnTo>
                  <a:lnTo>
                    <a:pt x="4768158" y="1833700"/>
                  </a:lnTo>
                  <a:lnTo>
                    <a:pt x="4779032" y="1833700"/>
                  </a:lnTo>
                  <a:lnTo>
                    <a:pt x="4784469" y="1833700"/>
                  </a:lnTo>
                  <a:lnTo>
                    <a:pt x="4789906" y="1833700"/>
                  </a:lnTo>
                  <a:lnTo>
                    <a:pt x="4795343" y="1833700"/>
                  </a:lnTo>
                  <a:lnTo>
                    <a:pt x="4800780" y="1833700"/>
                  </a:lnTo>
                  <a:lnTo>
                    <a:pt x="4800780" y="1836216"/>
                  </a:lnTo>
                  <a:lnTo>
                    <a:pt x="4806217" y="1836216"/>
                  </a:lnTo>
                  <a:lnTo>
                    <a:pt x="4806217" y="1838735"/>
                  </a:lnTo>
                  <a:lnTo>
                    <a:pt x="4822527" y="1838735"/>
                  </a:lnTo>
                  <a:lnTo>
                    <a:pt x="4827964" y="1838735"/>
                  </a:lnTo>
                  <a:lnTo>
                    <a:pt x="4833401" y="1838735"/>
                  </a:lnTo>
                  <a:lnTo>
                    <a:pt x="4844275" y="1838735"/>
                  </a:lnTo>
                  <a:lnTo>
                    <a:pt x="4849712" y="1838735"/>
                  </a:lnTo>
                  <a:lnTo>
                    <a:pt x="4849712" y="1841265"/>
                  </a:lnTo>
                  <a:lnTo>
                    <a:pt x="4855149" y="1841265"/>
                  </a:lnTo>
                  <a:lnTo>
                    <a:pt x="4855149" y="1843797"/>
                  </a:lnTo>
                  <a:lnTo>
                    <a:pt x="4860586" y="1843797"/>
                  </a:lnTo>
                  <a:lnTo>
                    <a:pt x="4860586" y="1846331"/>
                  </a:lnTo>
                  <a:lnTo>
                    <a:pt x="4866022" y="1846331"/>
                  </a:lnTo>
                  <a:lnTo>
                    <a:pt x="4871459" y="1846331"/>
                  </a:lnTo>
                  <a:lnTo>
                    <a:pt x="4876896" y="1846331"/>
                  </a:lnTo>
                  <a:lnTo>
                    <a:pt x="4876896" y="1848872"/>
                  </a:lnTo>
                  <a:lnTo>
                    <a:pt x="4887770" y="1848872"/>
                  </a:lnTo>
                  <a:lnTo>
                    <a:pt x="4893207" y="1848872"/>
                  </a:lnTo>
                  <a:lnTo>
                    <a:pt x="4898644" y="1848872"/>
                  </a:lnTo>
                  <a:lnTo>
                    <a:pt x="4898644" y="1851421"/>
                  </a:lnTo>
                  <a:lnTo>
                    <a:pt x="4909518" y="1851421"/>
                  </a:lnTo>
                  <a:lnTo>
                    <a:pt x="4914955" y="1851421"/>
                  </a:lnTo>
                  <a:lnTo>
                    <a:pt x="4920391" y="1851421"/>
                  </a:lnTo>
                  <a:lnTo>
                    <a:pt x="4920391" y="1853982"/>
                  </a:lnTo>
                  <a:lnTo>
                    <a:pt x="4931265" y="1853982"/>
                  </a:lnTo>
                  <a:lnTo>
                    <a:pt x="4936702" y="1853982"/>
                  </a:lnTo>
                  <a:lnTo>
                    <a:pt x="4936702" y="1859107"/>
                  </a:lnTo>
                  <a:lnTo>
                    <a:pt x="4953013" y="1859107"/>
                  </a:lnTo>
                  <a:lnTo>
                    <a:pt x="4953013" y="1861670"/>
                  </a:lnTo>
                  <a:lnTo>
                    <a:pt x="4963887" y="1861670"/>
                  </a:lnTo>
                  <a:lnTo>
                    <a:pt x="4963887" y="1864238"/>
                  </a:lnTo>
                  <a:lnTo>
                    <a:pt x="4974760" y="1864238"/>
                  </a:lnTo>
                  <a:lnTo>
                    <a:pt x="4980197" y="1864238"/>
                  </a:lnTo>
                  <a:lnTo>
                    <a:pt x="4985634" y="1864238"/>
                  </a:lnTo>
                  <a:lnTo>
                    <a:pt x="5001945" y="1864238"/>
                  </a:lnTo>
                  <a:lnTo>
                    <a:pt x="5001945" y="1866818"/>
                  </a:lnTo>
                  <a:lnTo>
                    <a:pt x="5007382" y="1866818"/>
                  </a:lnTo>
                  <a:lnTo>
                    <a:pt x="5012819" y="1866818"/>
                  </a:lnTo>
                  <a:lnTo>
                    <a:pt x="5018256" y="1866818"/>
                  </a:lnTo>
                  <a:lnTo>
                    <a:pt x="5018256" y="1869403"/>
                  </a:lnTo>
                  <a:lnTo>
                    <a:pt x="5023693" y="1869403"/>
                  </a:lnTo>
                  <a:lnTo>
                    <a:pt x="5034566" y="1869403"/>
                  </a:lnTo>
                  <a:lnTo>
                    <a:pt x="5045440" y="1869403"/>
                  </a:lnTo>
                  <a:lnTo>
                    <a:pt x="5050877" y="1869403"/>
                  </a:lnTo>
                  <a:lnTo>
                    <a:pt x="5056314" y="1869403"/>
                  </a:lnTo>
                  <a:lnTo>
                    <a:pt x="5056314" y="1871998"/>
                  </a:lnTo>
                  <a:lnTo>
                    <a:pt x="5072625" y="1871998"/>
                  </a:lnTo>
                  <a:lnTo>
                    <a:pt x="5072625" y="1874592"/>
                  </a:lnTo>
                  <a:lnTo>
                    <a:pt x="5078061" y="1874592"/>
                  </a:lnTo>
                  <a:lnTo>
                    <a:pt x="5078061" y="1879783"/>
                  </a:lnTo>
                  <a:lnTo>
                    <a:pt x="5083498" y="1879783"/>
                  </a:lnTo>
                  <a:lnTo>
                    <a:pt x="5088935" y="1879783"/>
                  </a:lnTo>
                  <a:lnTo>
                    <a:pt x="5088935" y="1882380"/>
                  </a:lnTo>
                  <a:lnTo>
                    <a:pt x="5094372" y="1882380"/>
                  </a:lnTo>
                  <a:lnTo>
                    <a:pt x="5094372" y="1884983"/>
                  </a:lnTo>
                  <a:lnTo>
                    <a:pt x="5099809" y="1884983"/>
                  </a:lnTo>
                  <a:lnTo>
                    <a:pt x="5099809" y="1887591"/>
                  </a:lnTo>
                  <a:lnTo>
                    <a:pt x="5105246" y="1887591"/>
                  </a:lnTo>
                  <a:lnTo>
                    <a:pt x="5105246" y="1892807"/>
                  </a:lnTo>
                  <a:lnTo>
                    <a:pt x="5110683" y="1892807"/>
                  </a:lnTo>
                  <a:lnTo>
                    <a:pt x="5116120" y="1892807"/>
                  </a:lnTo>
                  <a:lnTo>
                    <a:pt x="5116120" y="1895419"/>
                  </a:lnTo>
                  <a:lnTo>
                    <a:pt x="5121557" y="1895419"/>
                  </a:lnTo>
                  <a:lnTo>
                    <a:pt x="5121557" y="1898033"/>
                  </a:lnTo>
                  <a:lnTo>
                    <a:pt x="5126994" y="1898033"/>
                  </a:lnTo>
                  <a:lnTo>
                    <a:pt x="5126994" y="1903266"/>
                  </a:lnTo>
                  <a:lnTo>
                    <a:pt x="5132430" y="1903266"/>
                  </a:lnTo>
                  <a:lnTo>
                    <a:pt x="5137867" y="1903266"/>
                  </a:lnTo>
                  <a:lnTo>
                    <a:pt x="5148741" y="1903266"/>
                  </a:lnTo>
                  <a:lnTo>
                    <a:pt x="5154178" y="1903266"/>
                  </a:lnTo>
                  <a:lnTo>
                    <a:pt x="5154178" y="1905895"/>
                  </a:lnTo>
                  <a:lnTo>
                    <a:pt x="5165052" y="1905895"/>
                  </a:lnTo>
                  <a:lnTo>
                    <a:pt x="5170489" y="1905895"/>
                  </a:lnTo>
                  <a:lnTo>
                    <a:pt x="5170489" y="1908526"/>
                  </a:lnTo>
                  <a:lnTo>
                    <a:pt x="5175926" y="1908526"/>
                  </a:lnTo>
                  <a:lnTo>
                    <a:pt x="5192236" y="1908526"/>
                  </a:lnTo>
                  <a:lnTo>
                    <a:pt x="5208547" y="1908526"/>
                  </a:lnTo>
                  <a:lnTo>
                    <a:pt x="5208547" y="1911162"/>
                  </a:lnTo>
                  <a:lnTo>
                    <a:pt x="5213984" y="1911162"/>
                  </a:lnTo>
                  <a:lnTo>
                    <a:pt x="5219421" y="1911162"/>
                  </a:lnTo>
                  <a:lnTo>
                    <a:pt x="5224858" y="1911162"/>
                  </a:lnTo>
                  <a:lnTo>
                    <a:pt x="5224858" y="1913806"/>
                  </a:lnTo>
                  <a:lnTo>
                    <a:pt x="5235731" y="1913806"/>
                  </a:lnTo>
                  <a:lnTo>
                    <a:pt x="5246605" y="1913806"/>
                  </a:lnTo>
                  <a:lnTo>
                    <a:pt x="5246605" y="1916452"/>
                  </a:lnTo>
                  <a:lnTo>
                    <a:pt x="5252042" y="1916452"/>
                  </a:lnTo>
                  <a:lnTo>
                    <a:pt x="5279227" y="1916452"/>
                  </a:lnTo>
                  <a:lnTo>
                    <a:pt x="5284664" y="1916452"/>
                  </a:lnTo>
                  <a:lnTo>
                    <a:pt x="5290100" y="1916452"/>
                  </a:lnTo>
                  <a:lnTo>
                    <a:pt x="5306411" y="1916452"/>
                  </a:lnTo>
                  <a:lnTo>
                    <a:pt x="5306411" y="1919114"/>
                  </a:lnTo>
                  <a:lnTo>
                    <a:pt x="5311848" y="1919114"/>
                  </a:lnTo>
                  <a:lnTo>
                    <a:pt x="5333596" y="1919114"/>
                  </a:lnTo>
                  <a:lnTo>
                    <a:pt x="5333596" y="1921784"/>
                  </a:lnTo>
                  <a:lnTo>
                    <a:pt x="5344469" y="1921784"/>
                  </a:lnTo>
                  <a:lnTo>
                    <a:pt x="5344469" y="1924453"/>
                  </a:lnTo>
                  <a:lnTo>
                    <a:pt x="5355343" y="1924453"/>
                  </a:lnTo>
                  <a:lnTo>
                    <a:pt x="5360780" y="1924453"/>
                  </a:lnTo>
                  <a:lnTo>
                    <a:pt x="5371654" y="1924453"/>
                  </a:lnTo>
                  <a:lnTo>
                    <a:pt x="5377091" y="1924453"/>
                  </a:lnTo>
                  <a:lnTo>
                    <a:pt x="5382528" y="1924453"/>
                  </a:lnTo>
                  <a:lnTo>
                    <a:pt x="5382528" y="1927140"/>
                  </a:lnTo>
                  <a:lnTo>
                    <a:pt x="5387965" y="1927140"/>
                  </a:lnTo>
                  <a:lnTo>
                    <a:pt x="5404275" y="1927140"/>
                  </a:lnTo>
                  <a:lnTo>
                    <a:pt x="5404275" y="1929829"/>
                  </a:lnTo>
                  <a:lnTo>
                    <a:pt x="5409712" y="1929829"/>
                  </a:lnTo>
                  <a:lnTo>
                    <a:pt x="5409712" y="1932523"/>
                  </a:lnTo>
                  <a:lnTo>
                    <a:pt x="5415149" y="1932523"/>
                  </a:lnTo>
                  <a:lnTo>
                    <a:pt x="5420586" y="1932523"/>
                  </a:lnTo>
                  <a:lnTo>
                    <a:pt x="5426023" y="1932523"/>
                  </a:lnTo>
                  <a:lnTo>
                    <a:pt x="5431460" y="1932523"/>
                  </a:lnTo>
                  <a:lnTo>
                    <a:pt x="5436897" y="1932523"/>
                  </a:lnTo>
                  <a:lnTo>
                    <a:pt x="5442334" y="1932523"/>
                  </a:lnTo>
                  <a:lnTo>
                    <a:pt x="5442334" y="1937941"/>
                  </a:lnTo>
                  <a:lnTo>
                    <a:pt x="5464081" y="1937941"/>
                  </a:lnTo>
                  <a:lnTo>
                    <a:pt x="5469518" y="1937941"/>
                  </a:lnTo>
                  <a:lnTo>
                    <a:pt x="5469518" y="1940656"/>
                  </a:lnTo>
                  <a:lnTo>
                    <a:pt x="5474955" y="1940656"/>
                  </a:lnTo>
                  <a:lnTo>
                    <a:pt x="5474955" y="1943372"/>
                  </a:lnTo>
                  <a:lnTo>
                    <a:pt x="5485829" y="1943372"/>
                  </a:lnTo>
                  <a:lnTo>
                    <a:pt x="5502139" y="1943372"/>
                  </a:lnTo>
                  <a:lnTo>
                    <a:pt x="5507576" y="1943372"/>
                  </a:lnTo>
                  <a:lnTo>
                    <a:pt x="5518450" y="1943372"/>
                  </a:lnTo>
                  <a:lnTo>
                    <a:pt x="5523887" y="1943372"/>
                  </a:lnTo>
                  <a:lnTo>
                    <a:pt x="5523887" y="1946102"/>
                  </a:lnTo>
                  <a:lnTo>
                    <a:pt x="5545635" y="1946102"/>
                  </a:lnTo>
                  <a:lnTo>
                    <a:pt x="5556508" y="1946102"/>
                  </a:lnTo>
                  <a:lnTo>
                    <a:pt x="5556508" y="1951570"/>
                  </a:lnTo>
                  <a:lnTo>
                    <a:pt x="5561945" y="1951570"/>
                  </a:lnTo>
                  <a:lnTo>
                    <a:pt x="5567382" y="1951570"/>
                  </a:lnTo>
                  <a:lnTo>
                    <a:pt x="5567382" y="1954316"/>
                  </a:lnTo>
                  <a:lnTo>
                    <a:pt x="5572819" y="1954316"/>
                  </a:lnTo>
                  <a:lnTo>
                    <a:pt x="5589130" y="1954316"/>
                  </a:lnTo>
                  <a:lnTo>
                    <a:pt x="5594567" y="1954316"/>
                  </a:lnTo>
                  <a:lnTo>
                    <a:pt x="5594567" y="1957066"/>
                  </a:lnTo>
                  <a:lnTo>
                    <a:pt x="5600004" y="1957066"/>
                  </a:lnTo>
                  <a:lnTo>
                    <a:pt x="5605440" y="1957066"/>
                  </a:lnTo>
                  <a:lnTo>
                    <a:pt x="5621751" y="1957066"/>
                  </a:lnTo>
                  <a:lnTo>
                    <a:pt x="5621751" y="1959826"/>
                  </a:lnTo>
                  <a:lnTo>
                    <a:pt x="5627188" y="1959826"/>
                  </a:lnTo>
                  <a:lnTo>
                    <a:pt x="5627188" y="1965346"/>
                  </a:lnTo>
                  <a:lnTo>
                    <a:pt x="5632625" y="1965346"/>
                  </a:lnTo>
                  <a:lnTo>
                    <a:pt x="5638062" y="1965346"/>
                  </a:lnTo>
                  <a:lnTo>
                    <a:pt x="5648936" y="1965346"/>
                  </a:lnTo>
                  <a:lnTo>
                    <a:pt x="5654373" y="1965346"/>
                  </a:lnTo>
                  <a:lnTo>
                    <a:pt x="5654373" y="1968118"/>
                  </a:lnTo>
                  <a:lnTo>
                    <a:pt x="5659809" y="1968118"/>
                  </a:lnTo>
                  <a:lnTo>
                    <a:pt x="5659809" y="1970890"/>
                  </a:lnTo>
                  <a:lnTo>
                    <a:pt x="5665246" y="1970890"/>
                  </a:lnTo>
                  <a:lnTo>
                    <a:pt x="5670683" y="1970890"/>
                  </a:lnTo>
                  <a:lnTo>
                    <a:pt x="5670683" y="1973664"/>
                  </a:lnTo>
                  <a:lnTo>
                    <a:pt x="5676120" y="1973664"/>
                  </a:lnTo>
                  <a:lnTo>
                    <a:pt x="5681557" y="1973664"/>
                  </a:lnTo>
                  <a:lnTo>
                    <a:pt x="5692431" y="1973664"/>
                  </a:lnTo>
                  <a:lnTo>
                    <a:pt x="5697868" y="1973664"/>
                  </a:lnTo>
                  <a:lnTo>
                    <a:pt x="5703305" y="1973664"/>
                  </a:lnTo>
                  <a:lnTo>
                    <a:pt x="5708742" y="1973664"/>
                  </a:lnTo>
                  <a:lnTo>
                    <a:pt x="5714178" y="1973664"/>
                  </a:lnTo>
                  <a:lnTo>
                    <a:pt x="5714178" y="1976465"/>
                  </a:lnTo>
                  <a:lnTo>
                    <a:pt x="5719615" y="1976465"/>
                  </a:lnTo>
                  <a:lnTo>
                    <a:pt x="5735926" y="1976465"/>
                  </a:lnTo>
                  <a:lnTo>
                    <a:pt x="5741363" y="1976465"/>
                  </a:lnTo>
                  <a:lnTo>
                    <a:pt x="5741363" y="1979270"/>
                  </a:lnTo>
                  <a:lnTo>
                    <a:pt x="5752237" y="1979270"/>
                  </a:lnTo>
                  <a:lnTo>
                    <a:pt x="5752237" y="1982078"/>
                  </a:lnTo>
                  <a:lnTo>
                    <a:pt x="5763111" y="1982078"/>
                  </a:lnTo>
                  <a:lnTo>
                    <a:pt x="5773984" y="1982078"/>
                  </a:lnTo>
                  <a:lnTo>
                    <a:pt x="5784858" y="1982078"/>
                  </a:lnTo>
                  <a:lnTo>
                    <a:pt x="5817479" y="1982078"/>
                  </a:lnTo>
                  <a:lnTo>
                    <a:pt x="5817479" y="1984900"/>
                  </a:lnTo>
                  <a:lnTo>
                    <a:pt x="5822916" y="1984900"/>
                  </a:lnTo>
                  <a:lnTo>
                    <a:pt x="5822916" y="1987730"/>
                  </a:lnTo>
                  <a:lnTo>
                    <a:pt x="5828353" y="1987730"/>
                  </a:lnTo>
                  <a:lnTo>
                    <a:pt x="5844664" y="1987730"/>
                  </a:lnTo>
                  <a:lnTo>
                    <a:pt x="5860975" y="1987730"/>
                  </a:lnTo>
                  <a:lnTo>
                    <a:pt x="5866412" y="1987730"/>
                  </a:lnTo>
                  <a:lnTo>
                    <a:pt x="5882722" y="1987730"/>
                  </a:lnTo>
                  <a:lnTo>
                    <a:pt x="5888159" y="1987730"/>
                  </a:lnTo>
                  <a:lnTo>
                    <a:pt x="5893596" y="1987730"/>
                  </a:lnTo>
                  <a:lnTo>
                    <a:pt x="5899033" y="1987730"/>
                  </a:lnTo>
                  <a:lnTo>
                    <a:pt x="5899033" y="1990587"/>
                  </a:lnTo>
                  <a:lnTo>
                    <a:pt x="5909907" y="1990587"/>
                  </a:lnTo>
                  <a:lnTo>
                    <a:pt x="5909907" y="1993449"/>
                  </a:lnTo>
                  <a:lnTo>
                    <a:pt x="5915344" y="1993449"/>
                  </a:lnTo>
                  <a:lnTo>
                    <a:pt x="5915344" y="1996314"/>
                  </a:lnTo>
                  <a:lnTo>
                    <a:pt x="5920781" y="1996314"/>
                  </a:lnTo>
                  <a:lnTo>
                    <a:pt x="5931654" y="1996314"/>
                  </a:lnTo>
                  <a:lnTo>
                    <a:pt x="5931654" y="1999181"/>
                  </a:lnTo>
                  <a:lnTo>
                    <a:pt x="5937091" y="1999181"/>
                  </a:lnTo>
                  <a:lnTo>
                    <a:pt x="5937091" y="2002051"/>
                  </a:lnTo>
                  <a:lnTo>
                    <a:pt x="5942528" y="2002051"/>
                  </a:lnTo>
                  <a:lnTo>
                    <a:pt x="5942528" y="2004924"/>
                  </a:lnTo>
                  <a:lnTo>
                    <a:pt x="5969713" y="2004924"/>
                  </a:lnTo>
                  <a:lnTo>
                    <a:pt x="5975150" y="2004924"/>
                  </a:lnTo>
                  <a:lnTo>
                    <a:pt x="5975150" y="2007803"/>
                  </a:lnTo>
                  <a:lnTo>
                    <a:pt x="5980586" y="2007803"/>
                  </a:lnTo>
                  <a:lnTo>
                    <a:pt x="5980586" y="2016446"/>
                  </a:lnTo>
                  <a:lnTo>
                    <a:pt x="5986023" y="2016446"/>
                  </a:lnTo>
                  <a:lnTo>
                    <a:pt x="5991460" y="2016446"/>
                  </a:lnTo>
                  <a:lnTo>
                    <a:pt x="5991460" y="2019330"/>
                  </a:lnTo>
                  <a:lnTo>
                    <a:pt x="5996897" y="2019330"/>
                  </a:lnTo>
                  <a:lnTo>
                    <a:pt x="5996897" y="2022215"/>
                  </a:lnTo>
                  <a:lnTo>
                    <a:pt x="6002334" y="2022215"/>
                  </a:lnTo>
                  <a:lnTo>
                    <a:pt x="6002334" y="2025100"/>
                  </a:lnTo>
                  <a:lnTo>
                    <a:pt x="6013208" y="2025100"/>
                  </a:lnTo>
                  <a:lnTo>
                    <a:pt x="6029518" y="2025100"/>
                  </a:lnTo>
                  <a:lnTo>
                    <a:pt x="6029518" y="2027990"/>
                  </a:lnTo>
                  <a:lnTo>
                    <a:pt x="6034955" y="2027990"/>
                  </a:lnTo>
                  <a:lnTo>
                    <a:pt x="6040392" y="2027990"/>
                  </a:lnTo>
                  <a:lnTo>
                    <a:pt x="6051266" y="2027990"/>
                  </a:lnTo>
                  <a:lnTo>
                    <a:pt x="6051266" y="2030888"/>
                  </a:lnTo>
                  <a:lnTo>
                    <a:pt x="6062140" y="2030888"/>
                  </a:lnTo>
                  <a:lnTo>
                    <a:pt x="6062140" y="2033791"/>
                  </a:lnTo>
                  <a:lnTo>
                    <a:pt x="6073014" y="2033791"/>
                  </a:lnTo>
                  <a:lnTo>
                    <a:pt x="6073014" y="2036695"/>
                  </a:lnTo>
                  <a:lnTo>
                    <a:pt x="6078451" y="2036695"/>
                  </a:lnTo>
                  <a:lnTo>
                    <a:pt x="6078451" y="2039599"/>
                  </a:lnTo>
                  <a:lnTo>
                    <a:pt x="6083887" y="2039599"/>
                  </a:lnTo>
                  <a:lnTo>
                    <a:pt x="6083887" y="2042505"/>
                  </a:lnTo>
                  <a:lnTo>
                    <a:pt x="6089324" y="2042505"/>
                  </a:lnTo>
                  <a:lnTo>
                    <a:pt x="6089324" y="2045415"/>
                  </a:lnTo>
                  <a:lnTo>
                    <a:pt x="6094761" y="2045415"/>
                  </a:lnTo>
                  <a:lnTo>
                    <a:pt x="6094761" y="2048330"/>
                  </a:lnTo>
                  <a:lnTo>
                    <a:pt x="6100198" y="2048330"/>
                  </a:lnTo>
                  <a:lnTo>
                    <a:pt x="6100198" y="2054166"/>
                  </a:lnTo>
                  <a:lnTo>
                    <a:pt x="6105635" y="2054166"/>
                  </a:lnTo>
                  <a:lnTo>
                    <a:pt x="6111072" y="2054166"/>
                  </a:lnTo>
                  <a:lnTo>
                    <a:pt x="6116509" y="2054166"/>
                  </a:lnTo>
                  <a:lnTo>
                    <a:pt x="6116509" y="2057092"/>
                  </a:lnTo>
                  <a:lnTo>
                    <a:pt x="6121946" y="2057092"/>
                  </a:lnTo>
                  <a:lnTo>
                    <a:pt x="6121946" y="2060021"/>
                  </a:lnTo>
                  <a:lnTo>
                    <a:pt x="6127383" y="2060021"/>
                  </a:lnTo>
                  <a:lnTo>
                    <a:pt x="6132820" y="2060021"/>
                  </a:lnTo>
                  <a:lnTo>
                    <a:pt x="6138256" y="2060021"/>
                  </a:lnTo>
                  <a:lnTo>
                    <a:pt x="6138256" y="2062961"/>
                  </a:lnTo>
                  <a:lnTo>
                    <a:pt x="6143693" y="2062961"/>
                  </a:lnTo>
                  <a:lnTo>
                    <a:pt x="6149130" y="2062961"/>
                  </a:lnTo>
                  <a:lnTo>
                    <a:pt x="6160004" y="2062961"/>
                  </a:lnTo>
                  <a:lnTo>
                    <a:pt x="6170878" y="2062961"/>
                  </a:lnTo>
                  <a:lnTo>
                    <a:pt x="6176315" y="2062961"/>
                  </a:lnTo>
                  <a:lnTo>
                    <a:pt x="6176315" y="2065917"/>
                  </a:lnTo>
                  <a:lnTo>
                    <a:pt x="6181752" y="2065917"/>
                  </a:lnTo>
                  <a:lnTo>
                    <a:pt x="6187188" y="2065917"/>
                  </a:lnTo>
                  <a:lnTo>
                    <a:pt x="6192625" y="2065917"/>
                  </a:lnTo>
                  <a:lnTo>
                    <a:pt x="6219810" y="2065917"/>
                  </a:lnTo>
                  <a:lnTo>
                    <a:pt x="6225247" y="2065917"/>
                  </a:lnTo>
                  <a:lnTo>
                    <a:pt x="6225247" y="2068888"/>
                  </a:lnTo>
                  <a:lnTo>
                    <a:pt x="6230684" y="2068888"/>
                  </a:lnTo>
                  <a:lnTo>
                    <a:pt x="6236121" y="2068888"/>
                  </a:lnTo>
                  <a:lnTo>
                    <a:pt x="6241557" y="2068888"/>
                  </a:lnTo>
                  <a:lnTo>
                    <a:pt x="6246994" y="2068888"/>
                  </a:lnTo>
                  <a:lnTo>
                    <a:pt x="6246994" y="2071872"/>
                  </a:lnTo>
                  <a:lnTo>
                    <a:pt x="6252431" y="2071872"/>
                  </a:lnTo>
                  <a:lnTo>
                    <a:pt x="6263305" y="2071872"/>
                  </a:lnTo>
                  <a:lnTo>
                    <a:pt x="6274179" y="2071872"/>
                  </a:lnTo>
                  <a:lnTo>
                    <a:pt x="6285053" y="2071872"/>
                  </a:lnTo>
                  <a:lnTo>
                    <a:pt x="6290490" y="2071872"/>
                  </a:lnTo>
                  <a:lnTo>
                    <a:pt x="6295926" y="2071872"/>
                  </a:lnTo>
                  <a:lnTo>
                    <a:pt x="6312237" y="2071872"/>
                  </a:lnTo>
                  <a:lnTo>
                    <a:pt x="6333985" y="2071872"/>
                  </a:lnTo>
                  <a:lnTo>
                    <a:pt x="6355732" y="2071872"/>
                  </a:lnTo>
                  <a:lnTo>
                    <a:pt x="6355732" y="2074878"/>
                  </a:lnTo>
                  <a:lnTo>
                    <a:pt x="6372043" y="2074878"/>
                  </a:lnTo>
                  <a:lnTo>
                    <a:pt x="6377480" y="2074878"/>
                  </a:lnTo>
                  <a:lnTo>
                    <a:pt x="6377480" y="2077891"/>
                  </a:lnTo>
                  <a:lnTo>
                    <a:pt x="6382917" y="2077891"/>
                  </a:lnTo>
                  <a:lnTo>
                    <a:pt x="6382917" y="2080903"/>
                  </a:lnTo>
                  <a:lnTo>
                    <a:pt x="6388354" y="2080903"/>
                  </a:lnTo>
                  <a:lnTo>
                    <a:pt x="6399227" y="2080903"/>
                  </a:lnTo>
                  <a:lnTo>
                    <a:pt x="6404664" y="2080903"/>
                  </a:lnTo>
                  <a:lnTo>
                    <a:pt x="6404664" y="2083922"/>
                  </a:lnTo>
                  <a:lnTo>
                    <a:pt x="6415538" y="2083922"/>
                  </a:lnTo>
                  <a:lnTo>
                    <a:pt x="6437286" y="2083922"/>
                  </a:lnTo>
                  <a:lnTo>
                    <a:pt x="6437286" y="2086944"/>
                  </a:lnTo>
                  <a:lnTo>
                    <a:pt x="6453596" y="2086944"/>
                  </a:lnTo>
                  <a:lnTo>
                    <a:pt x="6469907" y="2086944"/>
                  </a:lnTo>
                  <a:lnTo>
                    <a:pt x="6491655" y="2086944"/>
                  </a:lnTo>
                  <a:lnTo>
                    <a:pt x="6502529" y="2086944"/>
                  </a:lnTo>
                  <a:lnTo>
                    <a:pt x="6502529" y="2093022"/>
                  </a:lnTo>
                  <a:lnTo>
                    <a:pt x="6507965" y="2093022"/>
                  </a:lnTo>
                  <a:lnTo>
                    <a:pt x="6518839" y="2093022"/>
                  </a:lnTo>
                  <a:lnTo>
                    <a:pt x="6524276" y="2093022"/>
                  </a:lnTo>
                  <a:lnTo>
                    <a:pt x="6524276" y="2096070"/>
                  </a:lnTo>
                  <a:lnTo>
                    <a:pt x="6546024" y="2096070"/>
                  </a:lnTo>
                  <a:lnTo>
                    <a:pt x="6551461" y="2096070"/>
                  </a:lnTo>
                  <a:lnTo>
                    <a:pt x="6551461" y="2099125"/>
                  </a:lnTo>
                  <a:lnTo>
                    <a:pt x="6562334" y="2099125"/>
                  </a:lnTo>
                  <a:lnTo>
                    <a:pt x="6562334" y="2102180"/>
                  </a:lnTo>
                  <a:lnTo>
                    <a:pt x="6573208" y="2102180"/>
                  </a:lnTo>
                  <a:lnTo>
                    <a:pt x="6578645" y="2102180"/>
                  </a:lnTo>
                  <a:lnTo>
                    <a:pt x="6578645" y="2105238"/>
                  </a:lnTo>
                  <a:lnTo>
                    <a:pt x="6584082" y="2105238"/>
                  </a:lnTo>
                  <a:lnTo>
                    <a:pt x="6589519" y="2105238"/>
                  </a:lnTo>
                  <a:lnTo>
                    <a:pt x="6589519" y="2108305"/>
                  </a:lnTo>
                  <a:lnTo>
                    <a:pt x="6611266" y="2108305"/>
                  </a:lnTo>
                  <a:lnTo>
                    <a:pt x="6616703" y="2108305"/>
                  </a:lnTo>
                  <a:lnTo>
                    <a:pt x="6660199" y="2108305"/>
                  </a:lnTo>
                  <a:lnTo>
                    <a:pt x="6681946" y="2108305"/>
                  </a:lnTo>
                  <a:lnTo>
                    <a:pt x="6692820" y="2108305"/>
                  </a:lnTo>
                  <a:lnTo>
                    <a:pt x="6692820" y="2111384"/>
                  </a:lnTo>
                  <a:lnTo>
                    <a:pt x="6698257" y="2111384"/>
                  </a:lnTo>
                  <a:lnTo>
                    <a:pt x="6709131" y="2111384"/>
                  </a:lnTo>
                  <a:lnTo>
                    <a:pt x="6720004" y="2111384"/>
                  </a:lnTo>
                  <a:lnTo>
                    <a:pt x="6720004" y="2114469"/>
                  </a:lnTo>
                  <a:lnTo>
                    <a:pt x="6725441" y="2114469"/>
                  </a:lnTo>
                  <a:lnTo>
                    <a:pt x="6725441" y="2117555"/>
                  </a:lnTo>
                  <a:lnTo>
                    <a:pt x="6730878" y="2117555"/>
                  </a:lnTo>
                  <a:lnTo>
                    <a:pt x="6736315" y="2117555"/>
                  </a:lnTo>
                  <a:lnTo>
                    <a:pt x="6736315" y="2120647"/>
                  </a:lnTo>
                  <a:lnTo>
                    <a:pt x="6741752" y="2120647"/>
                  </a:lnTo>
                  <a:lnTo>
                    <a:pt x="6747189" y="2120647"/>
                  </a:lnTo>
                  <a:lnTo>
                    <a:pt x="6758063" y="2120647"/>
                  </a:lnTo>
                  <a:lnTo>
                    <a:pt x="6790684" y="2120647"/>
                  </a:lnTo>
                  <a:lnTo>
                    <a:pt x="6817869" y="2120647"/>
                  </a:lnTo>
                  <a:lnTo>
                    <a:pt x="6817869" y="2123757"/>
                  </a:lnTo>
                  <a:lnTo>
                    <a:pt x="6823305" y="2123757"/>
                  </a:lnTo>
                  <a:lnTo>
                    <a:pt x="6823305" y="2126868"/>
                  </a:lnTo>
                  <a:lnTo>
                    <a:pt x="6834179" y="2126868"/>
                  </a:lnTo>
                  <a:lnTo>
                    <a:pt x="6839616" y="2126868"/>
                  </a:lnTo>
                  <a:lnTo>
                    <a:pt x="6839616" y="2129982"/>
                  </a:lnTo>
                  <a:lnTo>
                    <a:pt x="6845053" y="2129982"/>
                  </a:lnTo>
                  <a:lnTo>
                    <a:pt x="6850490" y="2129982"/>
                  </a:lnTo>
                  <a:lnTo>
                    <a:pt x="6855927" y="2129982"/>
                  </a:lnTo>
                  <a:lnTo>
                    <a:pt x="6893985" y="2129982"/>
                  </a:lnTo>
                  <a:lnTo>
                    <a:pt x="6893985" y="2133111"/>
                  </a:lnTo>
                  <a:lnTo>
                    <a:pt x="6910296" y="2133111"/>
                  </a:lnTo>
                  <a:lnTo>
                    <a:pt x="6915733" y="2133111"/>
                  </a:lnTo>
                  <a:lnTo>
                    <a:pt x="6915733" y="2136244"/>
                  </a:lnTo>
                  <a:lnTo>
                    <a:pt x="6921170" y="2136244"/>
                  </a:lnTo>
                  <a:lnTo>
                    <a:pt x="6932043" y="2136244"/>
                  </a:lnTo>
                  <a:lnTo>
                    <a:pt x="6937480" y="2136244"/>
                  </a:lnTo>
                  <a:lnTo>
                    <a:pt x="6937480" y="2139390"/>
                  </a:lnTo>
                  <a:lnTo>
                    <a:pt x="6942917" y="2139390"/>
                  </a:lnTo>
                  <a:lnTo>
                    <a:pt x="6942917" y="2145689"/>
                  </a:lnTo>
                  <a:lnTo>
                    <a:pt x="6948354" y="2145689"/>
                  </a:lnTo>
                  <a:lnTo>
                    <a:pt x="6953791" y="2145689"/>
                  </a:lnTo>
                  <a:lnTo>
                    <a:pt x="6953791" y="2148842"/>
                  </a:lnTo>
                  <a:lnTo>
                    <a:pt x="6970102" y="2148842"/>
                  </a:lnTo>
                  <a:lnTo>
                    <a:pt x="6980975" y="2148842"/>
                  </a:lnTo>
                  <a:lnTo>
                    <a:pt x="6997286" y="2148842"/>
                  </a:lnTo>
                  <a:lnTo>
                    <a:pt x="6997286" y="2152002"/>
                  </a:lnTo>
                  <a:lnTo>
                    <a:pt x="7002723" y="2152002"/>
                  </a:lnTo>
                  <a:lnTo>
                    <a:pt x="7008160" y="2152002"/>
                  </a:lnTo>
                  <a:lnTo>
                    <a:pt x="7013597" y="2152002"/>
                  </a:lnTo>
                  <a:lnTo>
                    <a:pt x="7013597" y="2158341"/>
                  </a:lnTo>
                  <a:lnTo>
                    <a:pt x="7024471" y="2158341"/>
                  </a:lnTo>
                  <a:lnTo>
                    <a:pt x="7024471" y="2161512"/>
                  </a:lnTo>
                  <a:lnTo>
                    <a:pt x="7035344" y="2161512"/>
                  </a:lnTo>
                  <a:lnTo>
                    <a:pt x="7040781" y="2161512"/>
                  </a:lnTo>
                  <a:lnTo>
                    <a:pt x="7040781" y="2164685"/>
                  </a:lnTo>
                  <a:lnTo>
                    <a:pt x="7046218" y="2164685"/>
                  </a:lnTo>
                  <a:lnTo>
                    <a:pt x="7046218" y="2167863"/>
                  </a:lnTo>
                  <a:lnTo>
                    <a:pt x="7051655" y="2167863"/>
                  </a:lnTo>
                  <a:lnTo>
                    <a:pt x="7057092" y="2167863"/>
                  </a:lnTo>
                  <a:lnTo>
                    <a:pt x="7057092" y="2171044"/>
                  </a:lnTo>
                  <a:lnTo>
                    <a:pt x="7062529" y="2171044"/>
                  </a:lnTo>
                  <a:lnTo>
                    <a:pt x="7078840" y="2171044"/>
                  </a:lnTo>
                  <a:lnTo>
                    <a:pt x="7095150" y="2171044"/>
                  </a:lnTo>
                  <a:lnTo>
                    <a:pt x="7106024" y="2171044"/>
                  </a:lnTo>
                  <a:lnTo>
                    <a:pt x="7106024" y="2174238"/>
                  </a:lnTo>
                  <a:lnTo>
                    <a:pt x="7111461" y="2174238"/>
                  </a:lnTo>
                  <a:lnTo>
                    <a:pt x="7122335" y="2174238"/>
                  </a:lnTo>
                  <a:lnTo>
                    <a:pt x="7133209" y="2174238"/>
                  </a:lnTo>
                  <a:lnTo>
                    <a:pt x="7149519" y="2174238"/>
                  </a:lnTo>
                  <a:lnTo>
                    <a:pt x="7154956" y="2174238"/>
                  </a:lnTo>
                  <a:lnTo>
                    <a:pt x="7165830" y="2174238"/>
                  </a:lnTo>
                  <a:lnTo>
                    <a:pt x="7165830" y="2180666"/>
                  </a:lnTo>
                  <a:lnTo>
                    <a:pt x="7171267" y="2180666"/>
                  </a:lnTo>
                  <a:lnTo>
                    <a:pt x="7187578" y="2180666"/>
                  </a:lnTo>
                  <a:lnTo>
                    <a:pt x="7193014" y="2180666"/>
                  </a:lnTo>
                  <a:lnTo>
                    <a:pt x="7209325" y="2180666"/>
                  </a:lnTo>
                  <a:lnTo>
                    <a:pt x="7214762" y="2180666"/>
                  </a:lnTo>
                  <a:lnTo>
                    <a:pt x="7231073" y="2180666"/>
                  </a:lnTo>
                  <a:lnTo>
                    <a:pt x="7236510" y="2180666"/>
                  </a:lnTo>
                  <a:lnTo>
                    <a:pt x="7252820" y="2180666"/>
                  </a:lnTo>
                  <a:lnTo>
                    <a:pt x="7269131" y="2180666"/>
                  </a:lnTo>
                  <a:lnTo>
                    <a:pt x="7274568" y="2180666"/>
                  </a:lnTo>
                  <a:lnTo>
                    <a:pt x="7280005" y="2180666"/>
                  </a:lnTo>
                  <a:lnTo>
                    <a:pt x="7280005" y="2183918"/>
                  </a:lnTo>
                  <a:lnTo>
                    <a:pt x="7285442" y="2183918"/>
                  </a:lnTo>
                  <a:lnTo>
                    <a:pt x="7285442" y="2187173"/>
                  </a:lnTo>
                  <a:lnTo>
                    <a:pt x="7307189" y="2187173"/>
                  </a:lnTo>
                  <a:lnTo>
                    <a:pt x="7318063" y="2187173"/>
                  </a:lnTo>
                  <a:lnTo>
                    <a:pt x="7323500" y="2187173"/>
                  </a:lnTo>
                  <a:lnTo>
                    <a:pt x="7328937" y="2187173"/>
                  </a:lnTo>
                  <a:lnTo>
                    <a:pt x="7334374" y="2187173"/>
                  </a:lnTo>
                  <a:lnTo>
                    <a:pt x="7334374" y="2190453"/>
                  </a:lnTo>
                  <a:lnTo>
                    <a:pt x="7339811" y="2190453"/>
                  </a:lnTo>
                  <a:lnTo>
                    <a:pt x="7366995" y="2190453"/>
                  </a:lnTo>
                  <a:lnTo>
                    <a:pt x="7366995" y="2200304"/>
                  </a:lnTo>
                  <a:lnTo>
                    <a:pt x="7372432" y="2200304"/>
                  </a:lnTo>
                  <a:lnTo>
                    <a:pt x="7383306" y="2200304"/>
                  </a:lnTo>
                  <a:lnTo>
                    <a:pt x="7388743" y="2200304"/>
                  </a:lnTo>
                  <a:lnTo>
                    <a:pt x="7394180" y="2200304"/>
                  </a:lnTo>
                  <a:lnTo>
                    <a:pt x="7410490" y="2200304"/>
                  </a:lnTo>
                  <a:lnTo>
                    <a:pt x="7410490" y="2203610"/>
                  </a:lnTo>
                  <a:lnTo>
                    <a:pt x="7415927" y="2203610"/>
                  </a:lnTo>
                  <a:lnTo>
                    <a:pt x="7415927" y="2206919"/>
                  </a:lnTo>
                  <a:lnTo>
                    <a:pt x="7421364" y="2206919"/>
                  </a:lnTo>
                  <a:lnTo>
                    <a:pt x="7432238" y="2206919"/>
                  </a:lnTo>
                  <a:lnTo>
                    <a:pt x="7432238" y="2210239"/>
                  </a:lnTo>
                  <a:lnTo>
                    <a:pt x="7437675" y="2210239"/>
                  </a:lnTo>
                  <a:lnTo>
                    <a:pt x="7437675" y="2213560"/>
                  </a:lnTo>
                  <a:lnTo>
                    <a:pt x="7453986" y="2213560"/>
                  </a:lnTo>
                  <a:lnTo>
                    <a:pt x="7453986" y="2216892"/>
                  </a:lnTo>
                  <a:lnTo>
                    <a:pt x="7459422" y="2216892"/>
                  </a:lnTo>
                  <a:lnTo>
                    <a:pt x="7459422" y="2220224"/>
                  </a:lnTo>
                  <a:lnTo>
                    <a:pt x="7492044" y="2220224"/>
                  </a:lnTo>
                  <a:lnTo>
                    <a:pt x="7492044" y="2223557"/>
                  </a:lnTo>
                  <a:lnTo>
                    <a:pt x="7497481" y="2223557"/>
                  </a:lnTo>
                  <a:lnTo>
                    <a:pt x="7508355" y="2223557"/>
                  </a:lnTo>
                  <a:lnTo>
                    <a:pt x="7513791" y="2223557"/>
                  </a:lnTo>
                  <a:lnTo>
                    <a:pt x="7513791" y="2226901"/>
                  </a:lnTo>
                  <a:lnTo>
                    <a:pt x="7519228" y="2226901"/>
                  </a:lnTo>
                  <a:lnTo>
                    <a:pt x="7519228" y="2230245"/>
                  </a:lnTo>
                  <a:lnTo>
                    <a:pt x="7524665" y="2230245"/>
                  </a:lnTo>
                  <a:lnTo>
                    <a:pt x="7524665" y="2236935"/>
                  </a:lnTo>
                  <a:lnTo>
                    <a:pt x="7535539" y="2236935"/>
                  </a:lnTo>
                  <a:lnTo>
                    <a:pt x="7557287" y="2236935"/>
                  </a:lnTo>
                  <a:lnTo>
                    <a:pt x="7568160" y="2236935"/>
                  </a:lnTo>
                  <a:lnTo>
                    <a:pt x="7568160" y="2240288"/>
                  </a:lnTo>
                  <a:lnTo>
                    <a:pt x="7579034" y="2240288"/>
                  </a:lnTo>
                  <a:lnTo>
                    <a:pt x="7589908" y="2240288"/>
                  </a:lnTo>
                  <a:lnTo>
                    <a:pt x="7589908" y="2243648"/>
                  </a:lnTo>
                  <a:lnTo>
                    <a:pt x="7606219" y="2243648"/>
                  </a:lnTo>
                  <a:lnTo>
                    <a:pt x="7611656" y="2243648"/>
                  </a:lnTo>
                  <a:lnTo>
                    <a:pt x="7627966" y="2243648"/>
                  </a:lnTo>
                  <a:lnTo>
                    <a:pt x="7638840" y="2243648"/>
                  </a:lnTo>
                  <a:lnTo>
                    <a:pt x="7638840" y="2247020"/>
                  </a:lnTo>
                  <a:lnTo>
                    <a:pt x="7644277" y="2247020"/>
                  </a:lnTo>
                  <a:lnTo>
                    <a:pt x="7649714" y="2247020"/>
                  </a:lnTo>
                  <a:lnTo>
                    <a:pt x="7666025" y="2247020"/>
                  </a:lnTo>
                  <a:lnTo>
                    <a:pt x="7671461" y="2247020"/>
                  </a:lnTo>
                  <a:lnTo>
                    <a:pt x="7671461" y="2250408"/>
                  </a:lnTo>
                  <a:lnTo>
                    <a:pt x="7682335" y="2250408"/>
                  </a:lnTo>
                  <a:lnTo>
                    <a:pt x="7687772" y="2250408"/>
                  </a:lnTo>
                  <a:lnTo>
                    <a:pt x="7704083" y="2250408"/>
                  </a:lnTo>
                  <a:lnTo>
                    <a:pt x="7709520" y="2250408"/>
                  </a:lnTo>
                  <a:lnTo>
                    <a:pt x="7709520" y="2253810"/>
                  </a:lnTo>
                  <a:lnTo>
                    <a:pt x="7725830" y="2253810"/>
                  </a:lnTo>
                  <a:lnTo>
                    <a:pt x="7731267" y="2253810"/>
                  </a:lnTo>
                  <a:lnTo>
                    <a:pt x="7731267" y="2257217"/>
                  </a:lnTo>
                  <a:lnTo>
                    <a:pt x="7736704" y="2257217"/>
                  </a:lnTo>
                  <a:lnTo>
                    <a:pt x="7753015" y="2257217"/>
                  </a:lnTo>
                  <a:lnTo>
                    <a:pt x="7758452" y="2257217"/>
                  </a:lnTo>
                  <a:lnTo>
                    <a:pt x="7758452" y="2260632"/>
                  </a:lnTo>
                  <a:lnTo>
                    <a:pt x="7801947" y="2260632"/>
                  </a:lnTo>
                  <a:lnTo>
                    <a:pt x="7812821" y="2260632"/>
                  </a:lnTo>
                  <a:lnTo>
                    <a:pt x="7812821" y="2264052"/>
                  </a:lnTo>
                  <a:lnTo>
                    <a:pt x="7818258" y="2264052"/>
                  </a:lnTo>
                  <a:lnTo>
                    <a:pt x="7818258" y="2267471"/>
                  </a:lnTo>
                  <a:lnTo>
                    <a:pt x="7829131" y="2267471"/>
                  </a:lnTo>
                  <a:lnTo>
                    <a:pt x="7834568" y="2267471"/>
                  </a:lnTo>
                  <a:lnTo>
                    <a:pt x="7834568" y="2270903"/>
                  </a:lnTo>
                  <a:lnTo>
                    <a:pt x="7878064" y="2270903"/>
                  </a:lnTo>
                  <a:lnTo>
                    <a:pt x="7883500" y="2270903"/>
                  </a:lnTo>
                  <a:lnTo>
                    <a:pt x="7910685" y="2270903"/>
                  </a:lnTo>
                  <a:lnTo>
                    <a:pt x="7926996" y="2270903"/>
                  </a:lnTo>
                  <a:lnTo>
                    <a:pt x="7926996" y="2274347"/>
                  </a:lnTo>
                  <a:lnTo>
                    <a:pt x="7954180" y="2274347"/>
                  </a:lnTo>
                  <a:lnTo>
                    <a:pt x="7959617" y="2274347"/>
                  </a:lnTo>
                  <a:lnTo>
                    <a:pt x="7986801" y="2274347"/>
                  </a:lnTo>
                  <a:lnTo>
                    <a:pt x="7986801" y="2277803"/>
                  </a:lnTo>
                  <a:lnTo>
                    <a:pt x="7997675" y="2277803"/>
                  </a:lnTo>
                  <a:lnTo>
                    <a:pt x="8003112" y="2277803"/>
                  </a:lnTo>
                  <a:lnTo>
                    <a:pt x="8035734" y="2277803"/>
                  </a:lnTo>
                  <a:lnTo>
                    <a:pt x="8041170" y="2277803"/>
                  </a:lnTo>
                  <a:lnTo>
                    <a:pt x="8041170" y="2281271"/>
                  </a:lnTo>
                  <a:lnTo>
                    <a:pt x="8052044" y="2281271"/>
                  </a:lnTo>
                  <a:lnTo>
                    <a:pt x="8073792" y="2281271"/>
                  </a:lnTo>
                  <a:lnTo>
                    <a:pt x="8079229" y="2281271"/>
                  </a:lnTo>
                  <a:lnTo>
                    <a:pt x="8084666" y="2281271"/>
                  </a:lnTo>
                  <a:lnTo>
                    <a:pt x="8106413" y="2281271"/>
                  </a:lnTo>
                  <a:lnTo>
                    <a:pt x="8117287" y="2281271"/>
                  </a:lnTo>
                  <a:lnTo>
                    <a:pt x="8166219" y="2281271"/>
                  </a:lnTo>
                  <a:lnTo>
                    <a:pt x="8166219" y="2288273"/>
                  </a:lnTo>
                  <a:lnTo>
                    <a:pt x="8177093" y="2288273"/>
                  </a:lnTo>
                  <a:lnTo>
                    <a:pt x="8182530" y="2288273"/>
                  </a:lnTo>
                  <a:lnTo>
                    <a:pt x="8198840" y="2288273"/>
                  </a:lnTo>
                  <a:lnTo>
                    <a:pt x="8204277" y="2288273"/>
                  </a:lnTo>
                  <a:lnTo>
                    <a:pt x="8204277" y="2291791"/>
                  </a:lnTo>
                  <a:lnTo>
                    <a:pt x="8215151" y="2291791"/>
                  </a:lnTo>
                  <a:lnTo>
                    <a:pt x="8226025" y="2291791"/>
                  </a:lnTo>
                  <a:lnTo>
                    <a:pt x="8236899" y="2291791"/>
                  </a:lnTo>
                  <a:lnTo>
                    <a:pt x="8236899" y="2298853"/>
                  </a:lnTo>
                  <a:lnTo>
                    <a:pt x="8242336" y="2298853"/>
                  </a:lnTo>
                  <a:lnTo>
                    <a:pt x="8253209" y="2298853"/>
                  </a:lnTo>
                  <a:lnTo>
                    <a:pt x="8274957" y="2298853"/>
                  </a:lnTo>
                  <a:lnTo>
                    <a:pt x="8285831" y="2298853"/>
                  </a:lnTo>
                  <a:lnTo>
                    <a:pt x="8285831" y="2302402"/>
                  </a:lnTo>
                  <a:lnTo>
                    <a:pt x="8302142" y="2302402"/>
                  </a:lnTo>
                  <a:lnTo>
                    <a:pt x="8313015" y="2302402"/>
                  </a:lnTo>
                  <a:lnTo>
                    <a:pt x="8318452" y="2302402"/>
                  </a:lnTo>
                  <a:lnTo>
                    <a:pt x="8334763" y="2302402"/>
                  </a:lnTo>
                  <a:lnTo>
                    <a:pt x="8334763" y="2305963"/>
                  </a:lnTo>
                  <a:lnTo>
                    <a:pt x="8361947" y="2305963"/>
                  </a:lnTo>
                  <a:lnTo>
                    <a:pt x="8361947" y="2309529"/>
                  </a:lnTo>
                  <a:lnTo>
                    <a:pt x="8367384" y="2309529"/>
                  </a:lnTo>
                  <a:lnTo>
                    <a:pt x="8378258" y="2309529"/>
                  </a:lnTo>
                  <a:lnTo>
                    <a:pt x="8383695" y="2309529"/>
                  </a:lnTo>
                  <a:lnTo>
                    <a:pt x="8400006" y="2309529"/>
                  </a:lnTo>
                  <a:lnTo>
                    <a:pt x="8405443" y="2309529"/>
                  </a:lnTo>
                  <a:lnTo>
                    <a:pt x="8410879" y="2309529"/>
                  </a:lnTo>
                  <a:lnTo>
                    <a:pt x="8427190" y="2309529"/>
                  </a:lnTo>
                  <a:lnTo>
                    <a:pt x="8438064" y="2309529"/>
                  </a:lnTo>
                  <a:lnTo>
                    <a:pt x="8448938" y="2309529"/>
                  </a:lnTo>
                  <a:lnTo>
                    <a:pt x="8454375" y="2309529"/>
                  </a:lnTo>
                  <a:lnTo>
                    <a:pt x="8459812" y="2309529"/>
                  </a:lnTo>
                  <a:lnTo>
                    <a:pt x="8459812" y="2313152"/>
                  </a:lnTo>
                  <a:lnTo>
                    <a:pt x="8476122" y="2313152"/>
                  </a:lnTo>
                  <a:lnTo>
                    <a:pt x="8481559" y="2313152"/>
                  </a:lnTo>
                  <a:lnTo>
                    <a:pt x="8481559" y="2316779"/>
                  </a:lnTo>
                  <a:lnTo>
                    <a:pt x="8486996" y="2316779"/>
                  </a:lnTo>
                  <a:lnTo>
                    <a:pt x="8486996" y="2320407"/>
                  </a:lnTo>
                  <a:lnTo>
                    <a:pt x="8492433" y="2320407"/>
                  </a:lnTo>
                  <a:lnTo>
                    <a:pt x="8492433" y="2324045"/>
                  </a:lnTo>
                  <a:lnTo>
                    <a:pt x="8503307" y="2324045"/>
                  </a:lnTo>
                  <a:lnTo>
                    <a:pt x="8508744" y="2324045"/>
                  </a:lnTo>
                  <a:lnTo>
                    <a:pt x="8525054" y="2324045"/>
                  </a:lnTo>
                  <a:lnTo>
                    <a:pt x="8546802" y="2324045"/>
                  </a:lnTo>
                  <a:lnTo>
                    <a:pt x="8563113" y="2324045"/>
                  </a:lnTo>
                  <a:lnTo>
                    <a:pt x="8563113" y="2327709"/>
                  </a:lnTo>
                  <a:lnTo>
                    <a:pt x="8573986" y="2327709"/>
                  </a:lnTo>
                  <a:lnTo>
                    <a:pt x="8590297" y="2327709"/>
                  </a:lnTo>
                  <a:lnTo>
                    <a:pt x="8612045" y="2327709"/>
                  </a:lnTo>
                  <a:lnTo>
                    <a:pt x="8612045" y="2331388"/>
                  </a:lnTo>
                  <a:lnTo>
                    <a:pt x="8628355" y="2331388"/>
                  </a:lnTo>
                  <a:lnTo>
                    <a:pt x="8633792" y="2331388"/>
                  </a:lnTo>
                  <a:lnTo>
                    <a:pt x="8639229" y="2331388"/>
                  </a:lnTo>
                  <a:lnTo>
                    <a:pt x="8666414" y="2331388"/>
                  </a:lnTo>
                  <a:lnTo>
                    <a:pt x="8666414" y="2338774"/>
                  </a:lnTo>
                  <a:lnTo>
                    <a:pt x="8671851" y="2338774"/>
                  </a:lnTo>
                  <a:lnTo>
                    <a:pt x="8677287" y="2338774"/>
                  </a:lnTo>
                  <a:lnTo>
                    <a:pt x="8682724" y="2338774"/>
                  </a:lnTo>
                  <a:lnTo>
                    <a:pt x="8709909" y="2338774"/>
                  </a:lnTo>
                  <a:lnTo>
                    <a:pt x="8709909" y="2342482"/>
                  </a:lnTo>
                  <a:lnTo>
                    <a:pt x="8715346" y="2342482"/>
                  </a:lnTo>
                  <a:lnTo>
                    <a:pt x="8720783" y="2342482"/>
                  </a:lnTo>
                  <a:lnTo>
                    <a:pt x="8731656" y="2342482"/>
                  </a:lnTo>
                  <a:lnTo>
                    <a:pt x="8731656" y="2346200"/>
                  </a:lnTo>
                  <a:lnTo>
                    <a:pt x="8742530" y="2346200"/>
                  </a:lnTo>
                  <a:lnTo>
                    <a:pt x="8742530" y="2349923"/>
                  </a:lnTo>
                  <a:lnTo>
                    <a:pt x="8747967" y="2349923"/>
                  </a:lnTo>
                  <a:lnTo>
                    <a:pt x="8775152" y="2349923"/>
                  </a:lnTo>
                  <a:lnTo>
                    <a:pt x="8813210" y="2349923"/>
                  </a:lnTo>
                  <a:lnTo>
                    <a:pt x="8824084" y="2349923"/>
                  </a:lnTo>
                  <a:lnTo>
                    <a:pt x="8829521" y="2349923"/>
                  </a:lnTo>
                  <a:lnTo>
                    <a:pt x="8851268" y="2349923"/>
                  </a:lnTo>
                  <a:lnTo>
                    <a:pt x="8851268" y="2353675"/>
                  </a:lnTo>
                  <a:lnTo>
                    <a:pt x="8867579" y="2353675"/>
                  </a:lnTo>
                  <a:lnTo>
                    <a:pt x="8889326" y="2353675"/>
                  </a:lnTo>
                  <a:lnTo>
                    <a:pt x="8943695" y="2353675"/>
                  </a:lnTo>
                  <a:lnTo>
                    <a:pt x="8943695" y="2357437"/>
                  </a:lnTo>
                  <a:lnTo>
                    <a:pt x="8954569" y="2357437"/>
                  </a:lnTo>
                  <a:lnTo>
                    <a:pt x="8965443" y="2357437"/>
                  </a:lnTo>
                  <a:lnTo>
                    <a:pt x="8965443" y="2361204"/>
                  </a:lnTo>
                  <a:lnTo>
                    <a:pt x="8970880" y="2361204"/>
                  </a:lnTo>
                  <a:lnTo>
                    <a:pt x="8976317" y="2361204"/>
                  </a:lnTo>
                  <a:lnTo>
                    <a:pt x="8976317" y="2368750"/>
                  </a:lnTo>
                  <a:lnTo>
                    <a:pt x="8981754" y="2368750"/>
                  </a:lnTo>
                  <a:lnTo>
                    <a:pt x="8981754" y="2376298"/>
                  </a:lnTo>
                  <a:lnTo>
                    <a:pt x="8992627" y="2376298"/>
                  </a:lnTo>
                  <a:lnTo>
                    <a:pt x="9003501" y="2376298"/>
                  </a:lnTo>
                  <a:lnTo>
                    <a:pt x="9003501" y="2380078"/>
                  </a:lnTo>
                  <a:lnTo>
                    <a:pt x="9041560" y="2380078"/>
                  </a:lnTo>
                  <a:lnTo>
                    <a:pt x="9046996" y="2380078"/>
                  </a:lnTo>
                  <a:lnTo>
                    <a:pt x="9063307" y="2380078"/>
                  </a:lnTo>
                  <a:lnTo>
                    <a:pt x="9074181" y="2380078"/>
                  </a:lnTo>
                  <a:lnTo>
                    <a:pt x="9074181" y="2387669"/>
                  </a:lnTo>
                  <a:lnTo>
                    <a:pt x="9079618" y="2387669"/>
                  </a:lnTo>
                  <a:lnTo>
                    <a:pt x="9079618" y="2391466"/>
                  </a:lnTo>
                  <a:lnTo>
                    <a:pt x="9085055" y="2391466"/>
                  </a:lnTo>
                  <a:lnTo>
                    <a:pt x="9106802" y="2391466"/>
                  </a:lnTo>
                  <a:lnTo>
                    <a:pt x="9106802" y="2395268"/>
                  </a:lnTo>
                  <a:lnTo>
                    <a:pt x="9133987" y="2395268"/>
                  </a:lnTo>
                  <a:lnTo>
                    <a:pt x="9133987" y="2399075"/>
                  </a:lnTo>
                  <a:lnTo>
                    <a:pt x="9139424" y="2399075"/>
                  </a:lnTo>
                  <a:lnTo>
                    <a:pt x="9139424" y="2402888"/>
                  </a:lnTo>
                  <a:lnTo>
                    <a:pt x="9144861" y="2402888"/>
                  </a:lnTo>
                  <a:lnTo>
                    <a:pt x="9144861" y="2406702"/>
                  </a:lnTo>
                  <a:lnTo>
                    <a:pt x="9155734" y="2406702"/>
                  </a:lnTo>
                  <a:lnTo>
                    <a:pt x="9172045" y="2406702"/>
                  </a:lnTo>
                  <a:lnTo>
                    <a:pt x="9199230" y="2406702"/>
                  </a:lnTo>
                  <a:lnTo>
                    <a:pt x="9199230" y="2410536"/>
                  </a:lnTo>
                  <a:lnTo>
                    <a:pt x="9204666" y="2410536"/>
                  </a:lnTo>
                  <a:lnTo>
                    <a:pt x="9237288" y="2410536"/>
                  </a:lnTo>
                  <a:lnTo>
                    <a:pt x="9259035" y="2410536"/>
                  </a:lnTo>
                  <a:lnTo>
                    <a:pt x="9259035" y="2414381"/>
                  </a:lnTo>
                  <a:lnTo>
                    <a:pt x="9264472" y="2414381"/>
                  </a:lnTo>
                  <a:lnTo>
                    <a:pt x="9280783" y="2414381"/>
                  </a:lnTo>
                  <a:lnTo>
                    <a:pt x="9286220" y="2414381"/>
                  </a:lnTo>
                  <a:lnTo>
                    <a:pt x="9291657" y="2414381"/>
                  </a:lnTo>
                  <a:lnTo>
                    <a:pt x="9313404" y="2414381"/>
                  </a:lnTo>
                  <a:lnTo>
                    <a:pt x="9318841" y="2414381"/>
                  </a:lnTo>
                  <a:lnTo>
                    <a:pt x="9324278" y="2414381"/>
                  </a:lnTo>
                  <a:lnTo>
                    <a:pt x="9329715" y="2414381"/>
                  </a:lnTo>
                  <a:lnTo>
                    <a:pt x="9367773" y="2414381"/>
                  </a:lnTo>
                  <a:lnTo>
                    <a:pt x="9400395" y="2414381"/>
                  </a:lnTo>
                  <a:lnTo>
                    <a:pt x="9416705" y="2414381"/>
                  </a:lnTo>
                  <a:lnTo>
                    <a:pt x="9422142" y="2414381"/>
                  </a:lnTo>
                  <a:lnTo>
                    <a:pt x="9427579" y="2414381"/>
                  </a:lnTo>
                  <a:lnTo>
                    <a:pt x="9427579" y="2422198"/>
                  </a:lnTo>
                  <a:lnTo>
                    <a:pt x="9433016" y="2422198"/>
                  </a:lnTo>
                  <a:lnTo>
                    <a:pt x="9443890" y="2422198"/>
                  </a:lnTo>
                  <a:lnTo>
                    <a:pt x="9443890" y="2426123"/>
                  </a:lnTo>
                  <a:lnTo>
                    <a:pt x="9471074" y="2426123"/>
                  </a:lnTo>
                  <a:lnTo>
                    <a:pt x="9471074" y="2430049"/>
                  </a:lnTo>
                  <a:lnTo>
                    <a:pt x="9487385" y="2430049"/>
                  </a:lnTo>
                  <a:lnTo>
                    <a:pt x="9530880" y="2430049"/>
                  </a:lnTo>
                  <a:lnTo>
                    <a:pt x="9530880" y="2433981"/>
                  </a:lnTo>
                  <a:lnTo>
                    <a:pt x="9547191" y="2433981"/>
                  </a:lnTo>
                  <a:lnTo>
                    <a:pt x="9552628" y="2433981"/>
                  </a:lnTo>
                  <a:lnTo>
                    <a:pt x="9552628" y="2437919"/>
                  </a:lnTo>
                  <a:lnTo>
                    <a:pt x="9558065" y="2437919"/>
                  </a:lnTo>
                  <a:lnTo>
                    <a:pt x="9563502" y="2437919"/>
                  </a:lnTo>
                  <a:lnTo>
                    <a:pt x="9579812" y="2437919"/>
                  </a:lnTo>
                  <a:lnTo>
                    <a:pt x="9585249" y="2437919"/>
                  </a:lnTo>
                  <a:lnTo>
                    <a:pt x="9617871" y="2437919"/>
                  </a:lnTo>
                  <a:lnTo>
                    <a:pt x="9645055" y="2437919"/>
                  </a:lnTo>
                  <a:lnTo>
                    <a:pt x="9661366" y="2437919"/>
                  </a:lnTo>
                  <a:lnTo>
                    <a:pt x="9699424" y="2437919"/>
                  </a:lnTo>
                  <a:lnTo>
                    <a:pt x="9710298" y="2437919"/>
                  </a:lnTo>
                  <a:lnTo>
                    <a:pt x="9721172" y="2437919"/>
                  </a:lnTo>
                  <a:lnTo>
                    <a:pt x="9732045" y="2437919"/>
                  </a:lnTo>
                  <a:lnTo>
                    <a:pt x="9732045" y="2441957"/>
                  </a:lnTo>
                  <a:lnTo>
                    <a:pt x="9742919" y="2441957"/>
                  </a:lnTo>
                  <a:lnTo>
                    <a:pt x="9748356" y="2441957"/>
                  </a:lnTo>
                  <a:lnTo>
                    <a:pt x="9748356" y="2446007"/>
                  </a:lnTo>
                  <a:lnTo>
                    <a:pt x="9764667" y="2446007"/>
                  </a:lnTo>
                  <a:lnTo>
                    <a:pt x="9764667" y="2454110"/>
                  </a:lnTo>
                  <a:lnTo>
                    <a:pt x="9775541" y="2454110"/>
                  </a:lnTo>
                  <a:lnTo>
                    <a:pt x="9786414" y="2454110"/>
                  </a:lnTo>
                  <a:lnTo>
                    <a:pt x="9791851" y="2454110"/>
                  </a:lnTo>
                  <a:lnTo>
                    <a:pt x="9846220" y="2454110"/>
                  </a:lnTo>
                  <a:lnTo>
                    <a:pt x="9851657" y="2454110"/>
                  </a:lnTo>
                  <a:lnTo>
                    <a:pt x="9862531" y="2454110"/>
                  </a:lnTo>
                  <a:lnTo>
                    <a:pt x="9889715" y="2454110"/>
                  </a:lnTo>
                  <a:lnTo>
                    <a:pt x="9900589" y="2454110"/>
                  </a:lnTo>
                  <a:lnTo>
                    <a:pt x="9900589" y="2683678"/>
                  </a:lnTo>
                  <a:lnTo>
                    <a:pt x="9889715" y="2683678"/>
                  </a:lnTo>
                  <a:lnTo>
                    <a:pt x="9862531" y="2683678"/>
                  </a:lnTo>
                  <a:lnTo>
                    <a:pt x="9851657" y="2683678"/>
                  </a:lnTo>
                  <a:lnTo>
                    <a:pt x="9846220" y="2683678"/>
                  </a:lnTo>
                  <a:lnTo>
                    <a:pt x="9791851" y="2683678"/>
                  </a:lnTo>
                  <a:lnTo>
                    <a:pt x="9786414" y="2683678"/>
                  </a:lnTo>
                  <a:lnTo>
                    <a:pt x="9775541" y="2683678"/>
                  </a:lnTo>
                  <a:lnTo>
                    <a:pt x="9764667" y="2683678"/>
                  </a:lnTo>
                  <a:lnTo>
                    <a:pt x="9764667" y="2675106"/>
                  </a:lnTo>
                  <a:lnTo>
                    <a:pt x="9748356" y="2675106"/>
                  </a:lnTo>
                  <a:lnTo>
                    <a:pt x="9748356" y="2670819"/>
                  </a:lnTo>
                  <a:lnTo>
                    <a:pt x="9742919" y="2670819"/>
                  </a:lnTo>
                  <a:lnTo>
                    <a:pt x="9732045" y="2670819"/>
                  </a:lnTo>
                  <a:lnTo>
                    <a:pt x="9732045" y="2666545"/>
                  </a:lnTo>
                  <a:lnTo>
                    <a:pt x="9721172" y="2666545"/>
                  </a:lnTo>
                  <a:lnTo>
                    <a:pt x="9710298" y="2666545"/>
                  </a:lnTo>
                  <a:lnTo>
                    <a:pt x="9699424" y="2666545"/>
                  </a:lnTo>
                  <a:lnTo>
                    <a:pt x="9661366" y="2666545"/>
                  </a:lnTo>
                  <a:lnTo>
                    <a:pt x="9645055" y="2666545"/>
                  </a:lnTo>
                  <a:lnTo>
                    <a:pt x="9617871" y="2666545"/>
                  </a:lnTo>
                  <a:lnTo>
                    <a:pt x="9585249" y="2666545"/>
                  </a:lnTo>
                  <a:lnTo>
                    <a:pt x="9579812" y="2666545"/>
                  </a:lnTo>
                  <a:lnTo>
                    <a:pt x="9563502" y="2666545"/>
                  </a:lnTo>
                  <a:lnTo>
                    <a:pt x="9558065" y="2666545"/>
                  </a:lnTo>
                  <a:lnTo>
                    <a:pt x="9552628" y="2666545"/>
                  </a:lnTo>
                  <a:lnTo>
                    <a:pt x="9552628" y="2662391"/>
                  </a:lnTo>
                  <a:lnTo>
                    <a:pt x="9547191" y="2662391"/>
                  </a:lnTo>
                  <a:lnTo>
                    <a:pt x="9530880" y="2662391"/>
                  </a:lnTo>
                  <a:lnTo>
                    <a:pt x="9530880" y="2658243"/>
                  </a:lnTo>
                  <a:lnTo>
                    <a:pt x="9487385" y="2658243"/>
                  </a:lnTo>
                  <a:lnTo>
                    <a:pt x="9471074" y="2658243"/>
                  </a:lnTo>
                  <a:lnTo>
                    <a:pt x="9471074" y="2654101"/>
                  </a:lnTo>
                  <a:lnTo>
                    <a:pt x="9443890" y="2654101"/>
                  </a:lnTo>
                  <a:lnTo>
                    <a:pt x="9443890" y="2649959"/>
                  </a:lnTo>
                  <a:lnTo>
                    <a:pt x="9433016" y="2649959"/>
                  </a:lnTo>
                  <a:lnTo>
                    <a:pt x="9427579" y="2649959"/>
                  </a:lnTo>
                  <a:lnTo>
                    <a:pt x="9427579" y="2641710"/>
                  </a:lnTo>
                  <a:lnTo>
                    <a:pt x="9422142" y="2641710"/>
                  </a:lnTo>
                  <a:lnTo>
                    <a:pt x="9416705" y="2641710"/>
                  </a:lnTo>
                  <a:lnTo>
                    <a:pt x="9400395" y="2641710"/>
                  </a:lnTo>
                  <a:lnTo>
                    <a:pt x="9367773" y="2641710"/>
                  </a:lnTo>
                  <a:lnTo>
                    <a:pt x="9329715" y="2641710"/>
                  </a:lnTo>
                  <a:lnTo>
                    <a:pt x="9324278" y="2641710"/>
                  </a:lnTo>
                  <a:lnTo>
                    <a:pt x="9318841" y="2641710"/>
                  </a:lnTo>
                  <a:lnTo>
                    <a:pt x="9313404" y="2641710"/>
                  </a:lnTo>
                  <a:lnTo>
                    <a:pt x="9291657" y="2641710"/>
                  </a:lnTo>
                  <a:lnTo>
                    <a:pt x="9286220" y="2641710"/>
                  </a:lnTo>
                  <a:lnTo>
                    <a:pt x="9280783" y="2641710"/>
                  </a:lnTo>
                  <a:lnTo>
                    <a:pt x="9264472" y="2641710"/>
                  </a:lnTo>
                  <a:lnTo>
                    <a:pt x="9259035" y="2641710"/>
                  </a:lnTo>
                  <a:lnTo>
                    <a:pt x="9259035" y="2637659"/>
                  </a:lnTo>
                  <a:lnTo>
                    <a:pt x="9237288" y="2637659"/>
                  </a:lnTo>
                  <a:lnTo>
                    <a:pt x="9204666" y="2637659"/>
                  </a:lnTo>
                  <a:lnTo>
                    <a:pt x="9199230" y="2637659"/>
                  </a:lnTo>
                  <a:lnTo>
                    <a:pt x="9199230" y="2633621"/>
                  </a:lnTo>
                  <a:lnTo>
                    <a:pt x="9172045" y="2633621"/>
                  </a:lnTo>
                  <a:lnTo>
                    <a:pt x="9155734" y="2633621"/>
                  </a:lnTo>
                  <a:lnTo>
                    <a:pt x="9144861" y="2633621"/>
                  </a:lnTo>
                  <a:lnTo>
                    <a:pt x="9144861" y="2629605"/>
                  </a:lnTo>
                  <a:lnTo>
                    <a:pt x="9139424" y="2629605"/>
                  </a:lnTo>
                  <a:lnTo>
                    <a:pt x="9139424" y="2625590"/>
                  </a:lnTo>
                  <a:lnTo>
                    <a:pt x="9133987" y="2625590"/>
                  </a:lnTo>
                  <a:lnTo>
                    <a:pt x="9133987" y="2621580"/>
                  </a:lnTo>
                  <a:lnTo>
                    <a:pt x="9106802" y="2621580"/>
                  </a:lnTo>
                  <a:lnTo>
                    <a:pt x="9106802" y="2617575"/>
                  </a:lnTo>
                  <a:lnTo>
                    <a:pt x="9085055" y="2617575"/>
                  </a:lnTo>
                  <a:lnTo>
                    <a:pt x="9079618" y="2617575"/>
                  </a:lnTo>
                  <a:lnTo>
                    <a:pt x="9079618" y="2613575"/>
                  </a:lnTo>
                  <a:lnTo>
                    <a:pt x="9074181" y="2613575"/>
                  </a:lnTo>
                  <a:lnTo>
                    <a:pt x="9074181" y="2605574"/>
                  </a:lnTo>
                  <a:lnTo>
                    <a:pt x="9063307" y="2605574"/>
                  </a:lnTo>
                  <a:lnTo>
                    <a:pt x="9046996" y="2605574"/>
                  </a:lnTo>
                  <a:lnTo>
                    <a:pt x="9041560" y="2605574"/>
                  </a:lnTo>
                  <a:lnTo>
                    <a:pt x="9003501" y="2605574"/>
                  </a:lnTo>
                  <a:lnTo>
                    <a:pt x="9003501" y="2601591"/>
                  </a:lnTo>
                  <a:lnTo>
                    <a:pt x="8992627" y="2601591"/>
                  </a:lnTo>
                  <a:lnTo>
                    <a:pt x="8981754" y="2601591"/>
                  </a:lnTo>
                  <a:lnTo>
                    <a:pt x="8981754" y="2593634"/>
                  </a:lnTo>
                  <a:lnTo>
                    <a:pt x="8976317" y="2593634"/>
                  </a:lnTo>
                  <a:lnTo>
                    <a:pt x="8976317" y="2585674"/>
                  </a:lnTo>
                  <a:lnTo>
                    <a:pt x="8970880" y="2585674"/>
                  </a:lnTo>
                  <a:lnTo>
                    <a:pt x="8965443" y="2585674"/>
                  </a:lnTo>
                  <a:lnTo>
                    <a:pt x="8965443" y="2581699"/>
                  </a:lnTo>
                  <a:lnTo>
                    <a:pt x="8954569" y="2581699"/>
                  </a:lnTo>
                  <a:lnTo>
                    <a:pt x="8943695" y="2581699"/>
                  </a:lnTo>
                  <a:lnTo>
                    <a:pt x="8943695" y="2577729"/>
                  </a:lnTo>
                  <a:lnTo>
                    <a:pt x="8889326" y="2577729"/>
                  </a:lnTo>
                  <a:lnTo>
                    <a:pt x="8867579" y="2577729"/>
                  </a:lnTo>
                  <a:lnTo>
                    <a:pt x="8851268" y="2577729"/>
                  </a:lnTo>
                  <a:lnTo>
                    <a:pt x="8851268" y="2573770"/>
                  </a:lnTo>
                  <a:lnTo>
                    <a:pt x="8829521" y="2573770"/>
                  </a:lnTo>
                  <a:lnTo>
                    <a:pt x="8824084" y="2573770"/>
                  </a:lnTo>
                  <a:lnTo>
                    <a:pt x="8813210" y="2573770"/>
                  </a:lnTo>
                  <a:lnTo>
                    <a:pt x="8775152" y="2573770"/>
                  </a:lnTo>
                  <a:lnTo>
                    <a:pt x="8747967" y="2573770"/>
                  </a:lnTo>
                  <a:lnTo>
                    <a:pt x="8742530" y="2573770"/>
                  </a:lnTo>
                  <a:lnTo>
                    <a:pt x="8742530" y="2569845"/>
                  </a:lnTo>
                  <a:lnTo>
                    <a:pt x="8731656" y="2569845"/>
                  </a:lnTo>
                  <a:lnTo>
                    <a:pt x="8731656" y="2565925"/>
                  </a:lnTo>
                  <a:lnTo>
                    <a:pt x="8720783" y="2565925"/>
                  </a:lnTo>
                  <a:lnTo>
                    <a:pt x="8715346" y="2565925"/>
                  </a:lnTo>
                  <a:lnTo>
                    <a:pt x="8709909" y="2565925"/>
                  </a:lnTo>
                  <a:lnTo>
                    <a:pt x="8709909" y="2562015"/>
                  </a:lnTo>
                  <a:lnTo>
                    <a:pt x="8682724" y="2562015"/>
                  </a:lnTo>
                  <a:lnTo>
                    <a:pt x="8677287" y="2562015"/>
                  </a:lnTo>
                  <a:lnTo>
                    <a:pt x="8671851" y="2562015"/>
                  </a:lnTo>
                  <a:lnTo>
                    <a:pt x="8666414" y="2562015"/>
                  </a:lnTo>
                  <a:lnTo>
                    <a:pt x="8666414" y="2554228"/>
                  </a:lnTo>
                  <a:lnTo>
                    <a:pt x="8639229" y="2554228"/>
                  </a:lnTo>
                  <a:lnTo>
                    <a:pt x="8633792" y="2554228"/>
                  </a:lnTo>
                  <a:lnTo>
                    <a:pt x="8628355" y="2554228"/>
                  </a:lnTo>
                  <a:lnTo>
                    <a:pt x="8612045" y="2554228"/>
                  </a:lnTo>
                  <a:lnTo>
                    <a:pt x="8612045" y="2550349"/>
                  </a:lnTo>
                  <a:lnTo>
                    <a:pt x="8590297" y="2550349"/>
                  </a:lnTo>
                  <a:lnTo>
                    <a:pt x="8573986" y="2550349"/>
                  </a:lnTo>
                  <a:lnTo>
                    <a:pt x="8563113" y="2550349"/>
                  </a:lnTo>
                  <a:lnTo>
                    <a:pt x="8563113" y="2546487"/>
                  </a:lnTo>
                  <a:lnTo>
                    <a:pt x="8546802" y="2546487"/>
                  </a:lnTo>
                  <a:lnTo>
                    <a:pt x="8525054" y="2546487"/>
                  </a:lnTo>
                  <a:lnTo>
                    <a:pt x="8508744" y="2546487"/>
                  </a:lnTo>
                  <a:lnTo>
                    <a:pt x="8503307" y="2546487"/>
                  </a:lnTo>
                  <a:lnTo>
                    <a:pt x="8492433" y="2546487"/>
                  </a:lnTo>
                  <a:lnTo>
                    <a:pt x="8492433" y="2542656"/>
                  </a:lnTo>
                  <a:lnTo>
                    <a:pt x="8486996" y="2542656"/>
                  </a:lnTo>
                  <a:lnTo>
                    <a:pt x="8486996" y="2538835"/>
                  </a:lnTo>
                  <a:lnTo>
                    <a:pt x="8481559" y="2538835"/>
                  </a:lnTo>
                  <a:lnTo>
                    <a:pt x="8481559" y="2535014"/>
                  </a:lnTo>
                  <a:lnTo>
                    <a:pt x="8476122" y="2535014"/>
                  </a:lnTo>
                  <a:lnTo>
                    <a:pt x="8459812" y="2535014"/>
                  </a:lnTo>
                  <a:lnTo>
                    <a:pt x="8459812" y="2531197"/>
                  </a:lnTo>
                  <a:lnTo>
                    <a:pt x="8454375" y="2531197"/>
                  </a:lnTo>
                  <a:lnTo>
                    <a:pt x="8448938" y="2531197"/>
                  </a:lnTo>
                  <a:lnTo>
                    <a:pt x="8438064" y="2531197"/>
                  </a:lnTo>
                  <a:lnTo>
                    <a:pt x="8427190" y="2531197"/>
                  </a:lnTo>
                  <a:lnTo>
                    <a:pt x="8410879" y="2531197"/>
                  </a:lnTo>
                  <a:lnTo>
                    <a:pt x="8405443" y="2531197"/>
                  </a:lnTo>
                  <a:lnTo>
                    <a:pt x="8400006" y="2531197"/>
                  </a:lnTo>
                  <a:lnTo>
                    <a:pt x="8383695" y="2531197"/>
                  </a:lnTo>
                  <a:lnTo>
                    <a:pt x="8378258" y="2531197"/>
                  </a:lnTo>
                  <a:lnTo>
                    <a:pt x="8367384" y="2531197"/>
                  </a:lnTo>
                  <a:lnTo>
                    <a:pt x="8361947" y="2531197"/>
                  </a:lnTo>
                  <a:lnTo>
                    <a:pt x="8361947" y="2527447"/>
                  </a:lnTo>
                  <a:lnTo>
                    <a:pt x="8334763" y="2527447"/>
                  </a:lnTo>
                  <a:lnTo>
                    <a:pt x="8334763" y="2523702"/>
                  </a:lnTo>
                  <a:lnTo>
                    <a:pt x="8318452" y="2523702"/>
                  </a:lnTo>
                  <a:lnTo>
                    <a:pt x="8313015" y="2523702"/>
                  </a:lnTo>
                  <a:lnTo>
                    <a:pt x="8302142" y="2523702"/>
                  </a:lnTo>
                  <a:lnTo>
                    <a:pt x="8285831" y="2523702"/>
                  </a:lnTo>
                  <a:lnTo>
                    <a:pt x="8285831" y="2519971"/>
                  </a:lnTo>
                  <a:lnTo>
                    <a:pt x="8274957" y="2519971"/>
                  </a:lnTo>
                  <a:lnTo>
                    <a:pt x="8253209" y="2519971"/>
                  </a:lnTo>
                  <a:lnTo>
                    <a:pt x="8242336" y="2519971"/>
                  </a:lnTo>
                  <a:lnTo>
                    <a:pt x="8236899" y="2519971"/>
                  </a:lnTo>
                  <a:lnTo>
                    <a:pt x="8236899" y="2512547"/>
                  </a:lnTo>
                  <a:lnTo>
                    <a:pt x="8226025" y="2512547"/>
                  </a:lnTo>
                  <a:lnTo>
                    <a:pt x="8215151" y="2512547"/>
                  </a:lnTo>
                  <a:lnTo>
                    <a:pt x="8204277" y="2512547"/>
                  </a:lnTo>
                  <a:lnTo>
                    <a:pt x="8204277" y="2508849"/>
                  </a:lnTo>
                  <a:lnTo>
                    <a:pt x="8198840" y="2508849"/>
                  </a:lnTo>
                  <a:lnTo>
                    <a:pt x="8182530" y="2508849"/>
                  </a:lnTo>
                  <a:lnTo>
                    <a:pt x="8177093" y="2508849"/>
                  </a:lnTo>
                  <a:lnTo>
                    <a:pt x="8166219" y="2508849"/>
                  </a:lnTo>
                  <a:lnTo>
                    <a:pt x="8166219" y="2501491"/>
                  </a:lnTo>
                  <a:lnTo>
                    <a:pt x="8117287" y="2501491"/>
                  </a:lnTo>
                  <a:lnTo>
                    <a:pt x="8106413" y="2501491"/>
                  </a:lnTo>
                  <a:lnTo>
                    <a:pt x="8084666" y="2501491"/>
                  </a:lnTo>
                  <a:lnTo>
                    <a:pt x="8079229" y="2501491"/>
                  </a:lnTo>
                  <a:lnTo>
                    <a:pt x="8073792" y="2501491"/>
                  </a:lnTo>
                  <a:lnTo>
                    <a:pt x="8052044" y="2501491"/>
                  </a:lnTo>
                  <a:lnTo>
                    <a:pt x="8041170" y="2501491"/>
                  </a:lnTo>
                  <a:lnTo>
                    <a:pt x="8041170" y="2497849"/>
                  </a:lnTo>
                  <a:lnTo>
                    <a:pt x="8035734" y="2497849"/>
                  </a:lnTo>
                  <a:lnTo>
                    <a:pt x="8003112" y="2497849"/>
                  </a:lnTo>
                  <a:lnTo>
                    <a:pt x="7997675" y="2497849"/>
                  </a:lnTo>
                  <a:lnTo>
                    <a:pt x="7986801" y="2497849"/>
                  </a:lnTo>
                  <a:lnTo>
                    <a:pt x="7986801" y="2494221"/>
                  </a:lnTo>
                  <a:lnTo>
                    <a:pt x="7959617" y="2494221"/>
                  </a:lnTo>
                  <a:lnTo>
                    <a:pt x="7954180" y="2494221"/>
                  </a:lnTo>
                  <a:lnTo>
                    <a:pt x="7926996" y="2494221"/>
                  </a:lnTo>
                  <a:lnTo>
                    <a:pt x="7926996" y="2490607"/>
                  </a:lnTo>
                  <a:lnTo>
                    <a:pt x="7910685" y="2490607"/>
                  </a:lnTo>
                  <a:lnTo>
                    <a:pt x="7883500" y="2490607"/>
                  </a:lnTo>
                  <a:lnTo>
                    <a:pt x="7878064" y="2490607"/>
                  </a:lnTo>
                  <a:lnTo>
                    <a:pt x="7834568" y="2490607"/>
                  </a:lnTo>
                  <a:lnTo>
                    <a:pt x="7834568" y="2487006"/>
                  </a:lnTo>
                  <a:lnTo>
                    <a:pt x="7829131" y="2487006"/>
                  </a:lnTo>
                  <a:lnTo>
                    <a:pt x="7818258" y="2487006"/>
                  </a:lnTo>
                  <a:lnTo>
                    <a:pt x="7818258" y="2483418"/>
                  </a:lnTo>
                  <a:lnTo>
                    <a:pt x="7812821" y="2483418"/>
                  </a:lnTo>
                  <a:lnTo>
                    <a:pt x="7812821" y="2479830"/>
                  </a:lnTo>
                  <a:lnTo>
                    <a:pt x="7801947" y="2479830"/>
                  </a:lnTo>
                  <a:lnTo>
                    <a:pt x="7758452" y="2479830"/>
                  </a:lnTo>
                  <a:lnTo>
                    <a:pt x="7758452" y="2476246"/>
                  </a:lnTo>
                  <a:lnTo>
                    <a:pt x="7753015" y="2476246"/>
                  </a:lnTo>
                  <a:lnTo>
                    <a:pt x="7736704" y="2476246"/>
                  </a:lnTo>
                  <a:lnTo>
                    <a:pt x="7731267" y="2476246"/>
                  </a:lnTo>
                  <a:lnTo>
                    <a:pt x="7731267" y="2472671"/>
                  </a:lnTo>
                  <a:lnTo>
                    <a:pt x="7725830" y="2472671"/>
                  </a:lnTo>
                  <a:lnTo>
                    <a:pt x="7709520" y="2472671"/>
                  </a:lnTo>
                  <a:lnTo>
                    <a:pt x="7709520" y="2469099"/>
                  </a:lnTo>
                  <a:lnTo>
                    <a:pt x="7704083" y="2469099"/>
                  </a:lnTo>
                  <a:lnTo>
                    <a:pt x="7687772" y="2469099"/>
                  </a:lnTo>
                  <a:lnTo>
                    <a:pt x="7682335" y="2469099"/>
                  </a:lnTo>
                  <a:lnTo>
                    <a:pt x="7671461" y="2469099"/>
                  </a:lnTo>
                  <a:lnTo>
                    <a:pt x="7671461" y="2465546"/>
                  </a:lnTo>
                  <a:lnTo>
                    <a:pt x="7666025" y="2465546"/>
                  </a:lnTo>
                  <a:lnTo>
                    <a:pt x="7649714" y="2465546"/>
                  </a:lnTo>
                  <a:lnTo>
                    <a:pt x="7644277" y="2465546"/>
                  </a:lnTo>
                  <a:lnTo>
                    <a:pt x="7638840" y="2465546"/>
                  </a:lnTo>
                  <a:lnTo>
                    <a:pt x="7638840" y="2462009"/>
                  </a:lnTo>
                  <a:lnTo>
                    <a:pt x="7627966" y="2462009"/>
                  </a:lnTo>
                  <a:lnTo>
                    <a:pt x="7611656" y="2462009"/>
                  </a:lnTo>
                  <a:lnTo>
                    <a:pt x="7606219" y="2462009"/>
                  </a:lnTo>
                  <a:lnTo>
                    <a:pt x="7589908" y="2462009"/>
                  </a:lnTo>
                  <a:lnTo>
                    <a:pt x="7589908" y="2458485"/>
                  </a:lnTo>
                  <a:lnTo>
                    <a:pt x="7579034" y="2458485"/>
                  </a:lnTo>
                  <a:lnTo>
                    <a:pt x="7568160" y="2458485"/>
                  </a:lnTo>
                  <a:lnTo>
                    <a:pt x="7568160" y="2454970"/>
                  </a:lnTo>
                  <a:lnTo>
                    <a:pt x="7557287" y="2454970"/>
                  </a:lnTo>
                  <a:lnTo>
                    <a:pt x="7535539" y="2454970"/>
                  </a:lnTo>
                  <a:lnTo>
                    <a:pt x="7524665" y="2454970"/>
                  </a:lnTo>
                  <a:lnTo>
                    <a:pt x="7524665" y="2447955"/>
                  </a:lnTo>
                  <a:lnTo>
                    <a:pt x="7519228" y="2447955"/>
                  </a:lnTo>
                  <a:lnTo>
                    <a:pt x="7519228" y="2444447"/>
                  </a:lnTo>
                  <a:lnTo>
                    <a:pt x="7513791" y="2444447"/>
                  </a:lnTo>
                  <a:lnTo>
                    <a:pt x="7513791" y="2440938"/>
                  </a:lnTo>
                  <a:lnTo>
                    <a:pt x="7508355" y="2440938"/>
                  </a:lnTo>
                  <a:lnTo>
                    <a:pt x="7497481" y="2440938"/>
                  </a:lnTo>
                  <a:lnTo>
                    <a:pt x="7492044" y="2440938"/>
                  </a:lnTo>
                  <a:lnTo>
                    <a:pt x="7492044" y="2437442"/>
                  </a:lnTo>
                  <a:lnTo>
                    <a:pt x="7459422" y="2437442"/>
                  </a:lnTo>
                  <a:lnTo>
                    <a:pt x="7459422" y="2433946"/>
                  </a:lnTo>
                  <a:lnTo>
                    <a:pt x="7453986" y="2433946"/>
                  </a:lnTo>
                  <a:lnTo>
                    <a:pt x="7453986" y="2430449"/>
                  </a:lnTo>
                  <a:lnTo>
                    <a:pt x="7437675" y="2430449"/>
                  </a:lnTo>
                  <a:lnTo>
                    <a:pt x="7437675" y="2426965"/>
                  </a:lnTo>
                  <a:lnTo>
                    <a:pt x="7432238" y="2426965"/>
                  </a:lnTo>
                  <a:lnTo>
                    <a:pt x="7432238" y="2423480"/>
                  </a:lnTo>
                  <a:lnTo>
                    <a:pt x="7421364" y="2423480"/>
                  </a:lnTo>
                  <a:lnTo>
                    <a:pt x="7415927" y="2423480"/>
                  </a:lnTo>
                  <a:lnTo>
                    <a:pt x="7415927" y="2420007"/>
                  </a:lnTo>
                  <a:lnTo>
                    <a:pt x="7410490" y="2420007"/>
                  </a:lnTo>
                  <a:lnTo>
                    <a:pt x="7410490" y="2416538"/>
                  </a:lnTo>
                  <a:lnTo>
                    <a:pt x="7394180" y="2416538"/>
                  </a:lnTo>
                  <a:lnTo>
                    <a:pt x="7388743" y="2416538"/>
                  </a:lnTo>
                  <a:lnTo>
                    <a:pt x="7383306" y="2416538"/>
                  </a:lnTo>
                  <a:lnTo>
                    <a:pt x="7372432" y="2416538"/>
                  </a:lnTo>
                  <a:lnTo>
                    <a:pt x="7366995" y="2416538"/>
                  </a:lnTo>
                  <a:lnTo>
                    <a:pt x="7366995" y="2406204"/>
                  </a:lnTo>
                  <a:lnTo>
                    <a:pt x="7339811" y="2406204"/>
                  </a:lnTo>
                  <a:lnTo>
                    <a:pt x="7334374" y="2406204"/>
                  </a:lnTo>
                  <a:lnTo>
                    <a:pt x="7334374" y="2402762"/>
                  </a:lnTo>
                  <a:lnTo>
                    <a:pt x="7328937" y="2402762"/>
                  </a:lnTo>
                  <a:lnTo>
                    <a:pt x="7323500" y="2402762"/>
                  </a:lnTo>
                  <a:lnTo>
                    <a:pt x="7318063" y="2402762"/>
                  </a:lnTo>
                  <a:lnTo>
                    <a:pt x="7307189" y="2402762"/>
                  </a:lnTo>
                  <a:lnTo>
                    <a:pt x="7285442" y="2402762"/>
                  </a:lnTo>
                  <a:lnTo>
                    <a:pt x="7285442" y="2399348"/>
                  </a:lnTo>
                  <a:lnTo>
                    <a:pt x="7280005" y="2399348"/>
                  </a:lnTo>
                  <a:lnTo>
                    <a:pt x="7280005" y="2395939"/>
                  </a:lnTo>
                  <a:lnTo>
                    <a:pt x="7274568" y="2395939"/>
                  </a:lnTo>
                  <a:lnTo>
                    <a:pt x="7269131" y="2395939"/>
                  </a:lnTo>
                  <a:lnTo>
                    <a:pt x="7252820" y="2395939"/>
                  </a:lnTo>
                  <a:lnTo>
                    <a:pt x="7236510" y="2395939"/>
                  </a:lnTo>
                  <a:lnTo>
                    <a:pt x="7231073" y="2395939"/>
                  </a:lnTo>
                  <a:lnTo>
                    <a:pt x="7214762" y="2395939"/>
                  </a:lnTo>
                  <a:lnTo>
                    <a:pt x="7209325" y="2395939"/>
                  </a:lnTo>
                  <a:lnTo>
                    <a:pt x="7193014" y="2395939"/>
                  </a:lnTo>
                  <a:lnTo>
                    <a:pt x="7187578" y="2395939"/>
                  </a:lnTo>
                  <a:lnTo>
                    <a:pt x="7171267" y="2395939"/>
                  </a:lnTo>
                  <a:lnTo>
                    <a:pt x="7165830" y="2395939"/>
                  </a:lnTo>
                  <a:lnTo>
                    <a:pt x="7165830" y="2389204"/>
                  </a:lnTo>
                  <a:lnTo>
                    <a:pt x="7154956" y="2389204"/>
                  </a:lnTo>
                  <a:lnTo>
                    <a:pt x="7149519" y="2389204"/>
                  </a:lnTo>
                  <a:lnTo>
                    <a:pt x="7133209" y="2389204"/>
                  </a:lnTo>
                  <a:lnTo>
                    <a:pt x="7122335" y="2389204"/>
                  </a:lnTo>
                  <a:lnTo>
                    <a:pt x="7111461" y="2389204"/>
                  </a:lnTo>
                  <a:lnTo>
                    <a:pt x="7106024" y="2389204"/>
                  </a:lnTo>
                  <a:lnTo>
                    <a:pt x="7106024" y="2385860"/>
                  </a:lnTo>
                  <a:lnTo>
                    <a:pt x="7095150" y="2385860"/>
                  </a:lnTo>
                  <a:lnTo>
                    <a:pt x="7078840" y="2385860"/>
                  </a:lnTo>
                  <a:lnTo>
                    <a:pt x="7062529" y="2385860"/>
                  </a:lnTo>
                  <a:lnTo>
                    <a:pt x="7057092" y="2385860"/>
                  </a:lnTo>
                  <a:lnTo>
                    <a:pt x="7057092" y="2382530"/>
                  </a:lnTo>
                  <a:lnTo>
                    <a:pt x="7051655" y="2382530"/>
                  </a:lnTo>
                  <a:lnTo>
                    <a:pt x="7046218" y="2382530"/>
                  </a:lnTo>
                  <a:lnTo>
                    <a:pt x="7046218" y="2379204"/>
                  </a:lnTo>
                  <a:lnTo>
                    <a:pt x="7040781" y="2379204"/>
                  </a:lnTo>
                  <a:lnTo>
                    <a:pt x="7040781" y="2375881"/>
                  </a:lnTo>
                  <a:lnTo>
                    <a:pt x="7035344" y="2375881"/>
                  </a:lnTo>
                  <a:lnTo>
                    <a:pt x="7024471" y="2375881"/>
                  </a:lnTo>
                  <a:lnTo>
                    <a:pt x="7024471" y="2372562"/>
                  </a:lnTo>
                  <a:lnTo>
                    <a:pt x="7013597" y="2372562"/>
                  </a:lnTo>
                  <a:lnTo>
                    <a:pt x="7013597" y="2365922"/>
                  </a:lnTo>
                  <a:lnTo>
                    <a:pt x="7008160" y="2365922"/>
                  </a:lnTo>
                  <a:lnTo>
                    <a:pt x="7002723" y="2365922"/>
                  </a:lnTo>
                  <a:lnTo>
                    <a:pt x="6997286" y="2365922"/>
                  </a:lnTo>
                  <a:lnTo>
                    <a:pt x="6997286" y="2362613"/>
                  </a:lnTo>
                  <a:lnTo>
                    <a:pt x="6980975" y="2362613"/>
                  </a:lnTo>
                  <a:lnTo>
                    <a:pt x="6970102" y="2362613"/>
                  </a:lnTo>
                  <a:lnTo>
                    <a:pt x="6953791" y="2362613"/>
                  </a:lnTo>
                  <a:lnTo>
                    <a:pt x="6953791" y="2359311"/>
                  </a:lnTo>
                  <a:lnTo>
                    <a:pt x="6948354" y="2359311"/>
                  </a:lnTo>
                  <a:lnTo>
                    <a:pt x="6942917" y="2359311"/>
                  </a:lnTo>
                  <a:lnTo>
                    <a:pt x="6942917" y="2352714"/>
                  </a:lnTo>
                  <a:lnTo>
                    <a:pt x="6937480" y="2352714"/>
                  </a:lnTo>
                  <a:lnTo>
                    <a:pt x="6937480" y="2349418"/>
                  </a:lnTo>
                  <a:lnTo>
                    <a:pt x="6932043" y="2349418"/>
                  </a:lnTo>
                  <a:lnTo>
                    <a:pt x="6921170" y="2349418"/>
                  </a:lnTo>
                  <a:lnTo>
                    <a:pt x="6915733" y="2349418"/>
                  </a:lnTo>
                  <a:lnTo>
                    <a:pt x="6915733" y="2346137"/>
                  </a:lnTo>
                  <a:lnTo>
                    <a:pt x="6910296" y="2346137"/>
                  </a:lnTo>
                  <a:lnTo>
                    <a:pt x="6893985" y="2346137"/>
                  </a:lnTo>
                  <a:lnTo>
                    <a:pt x="6893985" y="2342859"/>
                  </a:lnTo>
                  <a:lnTo>
                    <a:pt x="6855927" y="2342859"/>
                  </a:lnTo>
                  <a:lnTo>
                    <a:pt x="6850490" y="2342859"/>
                  </a:lnTo>
                  <a:lnTo>
                    <a:pt x="6845053" y="2342859"/>
                  </a:lnTo>
                  <a:lnTo>
                    <a:pt x="6839616" y="2342859"/>
                  </a:lnTo>
                  <a:lnTo>
                    <a:pt x="6839616" y="2339598"/>
                  </a:lnTo>
                  <a:lnTo>
                    <a:pt x="6834179" y="2339598"/>
                  </a:lnTo>
                  <a:lnTo>
                    <a:pt x="6823305" y="2339598"/>
                  </a:lnTo>
                  <a:lnTo>
                    <a:pt x="6823305" y="2336341"/>
                  </a:lnTo>
                  <a:lnTo>
                    <a:pt x="6817869" y="2336341"/>
                  </a:lnTo>
                  <a:lnTo>
                    <a:pt x="6817869" y="2333084"/>
                  </a:lnTo>
                  <a:lnTo>
                    <a:pt x="6790684" y="2333084"/>
                  </a:lnTo>
                  <a:lnTo>
                    <a:pt x="6758063" y="2333084"/>
                  </a:lnTo>
                  <a:lnTo>
                    <a:pt x="6747189" y="2333084"/>
                  </a:lnTo>
                  <a:lnTo>
                    <a:pt x="6741752" y="2333084"/>
                  </a:lnTo>
                  <a:lnTo>
                    <a:pt x="6736315" y="2333084"/>
                  </a:lnTo>
                  <a:lnTo>
                    <a:pt x="6736315" y="2329848"/>
                  </a:lnTo>
                  <a:lnTo>
                    <a:pt x="6730878" y="2329848"/>
                  </a:lnTo>
                  <a:lnTo>
                    <a:pt x="6725441" y="2329848"/>
                  </a:lnTo>
                  <a:lnTo>
                    <a:pt x="6725441" y="2326618"/>
                  </a:lnTo>
                  <a:lnTo>
                    <a:pt x="6720004" y="2326618"/>
                  </a:lnTo>
                  <a:lnTo>
                    <a:pt x="6720004" y="2323388"/>
                  </a:lnTo>
                  <a:lnTo>
                    <a:pt x="6709131" y="2323388"/>
                  </a:lnTo>
                  <a:lnTo>
                    <a:pt x="6698257" y="2323388"/>
                  </a:lnTo>
                  <a:lnTo>
                    <a:pt x="6692820" y="2323388"/>
                  </a:lnTo>
                  <a:lnTo>
                    <a:pt x="6692820" y="2320164"/>
                  </a:lnTo>
                  <a:lnTo>
                    <a:pt x="6681946" y="2320164"/>
                  </a:lnTo>
                  <a:lnTo>
                    <a:pt x="6660199" y="2320164"/>
                  </a:lnTo>
                  <a:lnTo>
                    <a:pt x="6616703" y="2320164"/>
                  </a:lnTo>
                  <a:lnTo>
                    <a:pt x="6611266" y="2320164"/>
                  </a:lnTo>
                  <a:lnTo>
                    <a:pt x="6589519" y="2320164"/>
                  </a:lnTo>
                  <a:lnTo>
                    <a:pt x="6589519" y="2316955"/>
                  </a:lnTo>
                  <a:lnTo>
                    <a:pt x="6584082" y="2316955"/>
                  </a:lnTo>
                  <a:lnTo>
                    <a:pt x="6578645" y="2316955"/>
                  </a:lnTo>
                  <a:lnTo>
                    <a:pt x="6578645" y="2313755"/>
                  </a:lnTo>
                  <a:lnTo>
                    <a:pt x="6573208" y="2313755"/>
                  </a:lnTo>
                  <a:lnTo>
                    <a:pt x="6562334" y="2313755"/>
                  </a:lnTo>
                  <a:lnTo>
                    <a:pt x="6562334" y="2310558"/>
                  </a:lnTo>
                  <a:lnTo>
                    <a:pt x="6551461" y="2310558"/>
                  </a:lnTo>
                  <a:lnTo>
                    <a:pt x="6551461" y="2307361"/>
                  </a:lnTo>
                  <a:lnTo>
                    <a:pt x="6546024" y="2307361"/>
                  </a:lnTo>
                  <a:lnTo>
                    <a:pt x="6524276" y="2307361"/>
                  </a:lnTo>
                  <a:lnTo>
                    <a:pt x="6524276" y="2304171"/>
                  </a:lnTo>
                  <a:lnTo>
                    <a:pt x="6518839" y="2304171"/>
                  </a:lnTo>
                  <a:lnTo>
                    <a:pt x="6507965" y="2304171"/>
                  </a:lnTo>
                  <a:lnTo>
                    <a:pt x="6502529" y="2304171"/>
                  </a:lnTo>
                  <a:lnTo>
                    <a:pt x="6502529" y="2297809"/>
                  </a:lnTo>
                  <a:lnTo>
                    <a:pt x="6491655" y="2297809"/>
                  </a:lnTo>
                  <a:lnTo>
                    <a:pt x="6469907" y="2297809"/>
                  </a:lnTo>
                  <a:lnTo>
                    <a:pt x="6453596" y="2297809"/>
                  </a:lnTo>
                  <a:lnTo>
                    <a:pt x="6437286" y="2297809"/>
                  </a:lnTo>
                  <a:lnTo>
                    <a:pt x="6437286" y="2294648"/>
                  </a:lnTo>
                  <a:lnTo>
                    <a:pt x="6415538" y="2294648"/>
                  </a:lnTo>
                  <a:lnTo>
                    <a:pt x="6404664" y="2294648"/>
                  </a:lnTo>
                  <a:lnTo>
                    <a:pt x="6404664" y="2291490"/>
                  </a:lnTo>
                  <a:lnTo>
                    <a:pt x="6399227" y="2291490"/>
                  </a:lnTo>
                  <a:lnTo>
                    <a:pt x="6388354" y="2291490"/>
                  </a:lnTo>
                  <a:lnTo>
                    <a:pt x="6382917" y="2291490"/>
                  </a:lnTo>
                  <a:lnTo>
                    <a:pt x="6382917" y="2288338"/>
                  </a:lnTo>
                  <a:lnTo>
                    <a:pt x="6377480" y="2288338"/>
                  </a:lnTo>
                  <a:lnTo>
                    <a:pt x="6377480" y="2285186"/>
                  </a:lnTo>
                  <a:lnTo>
                    <a:pt x="6372043" y="2285186"/>
                  </a:lnTo>
                  <a:lnTo>
                    <a:pt x="6355732" y="2285186"/>
                  </a:lnTo>
                  <a:lnTo>
                    <a:pt x="6355732" y="2282040"/>
                  </a:lnTo>
                  <a:lnTo>
                    <a:pt x="6333985" y="2282040"/>
                  </a:lnTo>
                  <a:lnTo>
                    <a:pt x="6312237" y="2282040"/>
                  </a:lnTo>
                  <a:lnTo>
                    <a:pt x="6295926" y="2282040"/>
                  </a:lnTo>
                  <a:lnTo>
                    <a:pt x="6290490" y="2282040"/>
                  </a:lnTo>
                  <a:lnTo>
                    <a:pt x="6285053" y="2282040"/>
                  </a:lnTo>
                  <a:lnTo>
                    <a:pt x="6274179" y="2282040"/>
                  </a:lnTo>
                  <a:lnTo>
                    <a:pt x="6263305" y="2282040"/>
                  </a:lnTo>
                  <a:lnTo>
                    <a:pt x="6252431" y="2282040"/>
                  </a:lnTo>
                  <a:lnTo>
                    <a:pt x="6246994" y="2282040"/>
                  </a:lnTo>
                  <a:lnTo>
                    <a:pt x="6246994" y="2278920"/>
                  </a:lnTo>
                  <a:lnTo>
                    <a:pt x="6241557" y="2278920"/>
                  </a:lnTo>
                  <a:lnTo>
                    <a:pt x="6236121" y="2278920"/>
                  </a:lnTo>
                  <a:lnTo>
                    <a:pt x="6230684" y="2278920"/>
                  </a:lnTo>
                  <a:lnTo>
                    <a:pt x="6225247" y="2278920"/>
                  </a:lnTo>
                  <a:lnTo>
                    <a:pt x="6225247" y="2275815"/>
                  </a:lnTo>
                  <a:lnTo>
                    <a:pt x="6219810" y="2275815"/>
                  </a:lnTo>
                  <a:lnTo>
                    <a:pt x="6192625" y="2275815"/>
                  </a:lnTo>
                  <a:lnTo>
                    <a:pt x="6187188" y="2275815"/>
                  </a:lnTo>
                  <a:lnTo>
                    <a:pt x="6181752" y="2275815"/>
                  </a:lnTo>
                  <a:lnTo>
                    <a:pt x="6176315" y="2275815"/>
                  </a:lnTo>
                  <a:lnTo>
                    <a:pt x="6176315" y="2272726"/>
                  </a:lnTo>
                  <a:lnTo>
                    <a:pt x="6170878" y="2272726"/>
                  </a:lnTo>
                  <a:lnTo>
                    <a:pt x="6160004" y="2272726"/>
                  </a:lnTo>
                  <a:lnTo>
                    <a:pt x="6149130" y="2272726"/>
                  </a:lnTo>
                  <a:lnTo>
                    <a:pt x="6143693" y="2272726"/>
                  </a:lnTo>
                  <a:lnTo>
                    <a:pt x="6138256" y="2272726"/>
                  </a:lnTo>
                  <a:lnTo>
                    <a:pt x="6138256" y="2269656"/>
                  </a:lnTo>
                  <a:lnTo>
                    <a:pt x="6132820" y="2269656"/>
                  </a:lnTo>
                  <a:lnTo>
                    <a:pt x="6127383" y="2269656"/>
                  </a:lnTo>
                  <a:lnTo>
                    <a:pt x="6121946" y="2269656"/>
                  </a:lnTo>
                  <a:lnTo>
                    <a:pt x="6121946" y="2266598"/>
                  </a:lnTo>
                  <a:lnTo>
                    <a:pt x="6116509" y="2266598"/>
                  </a:lnTo>
                  <a:lnTo>
                    <a:pt x="6116509" y="2263542"/>
                  </a:lnTo>
                  <a:lnTo>
                    <a:pt x="6111072" y="2263542"/>
                  </a:lnTo>
                  <a:lnTo>
                    <a:pt x="6105635" y="2263542"/>
                  </a:lnTo>
                  <a:lnTo>
                    <a:pt x="6100198" y="2263542"/>
                  </a:lnTo>
                  <a:lnTo>
                    <a:pt x="6100198" y="2257449"/>
                  </a:lnTo>
                  <a:lnTo>
                    <a:pt x="6094761" y="2257449"/>
                  </a:lnTo>
                  <a:lnTo>
                    <a:pt x="6094761" y="2254404"/>
                  </a:lnTo>
                  <a:lnTo>
                    <a:pt x="6089324" y="2254404"/>
                  </a:lnTo>
                  <a:lnTo>
                    <a:pt x="6089324" y="2251366"/>
                  </a:lnTo>
                  <a:lnTo>
                    <a:pt x="6083887" y="2251366"/>
                  </a:lnTo>
                  <a:lnTo>
                    <a:pt x="6083887" y="2248331"/>
                  </a:lnTo>
                  <a:lnTo>
                    <a:pt x="6078451" y="2248331"/>
                  </a:lnTo>
                  <a:lnTo>
                    <a:pt x="6078451" y="2245298"/>
                  </a:lnTo>
                  <a:lnTo>
                    <a:pt x="6073014" y="2245298"/>
                  </a:lnTo>
                  <a:lnTo>
                    <a:pt x="6073014" y="2242265"/>
                  </a:lnTo>
                  <a:lnTo>
                    <a:pt x="6062140" y="2242265"/>
                  </a:lnTo>
                  <a:lnTo>
                    <a:pt x="6062140" y="2239232"/>
                  </a:lnTo>
                  <a:lnTo>
                    <a:pt x="6051266" y="2239232"/>
                  </a:lnTo>
                  <a:lnTo>
                    <a:pt x="6051266" y="2236204"/>
                  </a:lnTo>
                  <a:lnTo>
                    <a:pt x="6040392" y="2236204"/>
                  </a:lnTo>
                  <a:lnTo>
                    <a:pt x="6034955" y="2236204"/>
                  </a:lnTo>
                  <a:lnTo>
                    <a:pt x="6029518" y="2236204"/>
                  </a:lnTo>
                  <a:lnTo>
                    <a:pt x="6029518" y="2233185"/>
                  </a:lnTo>
                  <a:lnTo>
                    <a:pt x="6013208" y="2233185"/>
                  </a:lnTo>
                  <a:lnTo>
                    <a:pt x="6002334" y="2233185"/>
                  </a:lnTo>
                  <a:lnTo>
                    <a:pt x="6002334" y="2230172"/>
                  </a:lnTo>
                  <a:lnTo>
                    <a:pt x="5996897" y="2230172"/>
                  </a:lnTo>
                  <a:lnTo>
                    <a:pt x="5996897" y="2227159"/>
                  </a:lnTo>
                  <a:lnTo>
                    <a:pt x="5991460" y="2227159"/>
                  </a:lnTo>
                  <a:lnTo>
                    <a:pt x="5991460" y="2224145"/>
                  </a:lnTo>
                  <a:lnTo>
                    <a:pt x="5986023" y="2224145"/>
                  </a:lnTo>
                  <a:lnTo>
                    <a:pt x="5980586" y="2224145"/>
                  </a:lnTo>
                  <a:lnTo>
                    <a:pt x="5980586" y="2215111"/>
                  </a:lnTo>
                  <a:lnTo>
                    <a:pt x="5975150" y="2215111"/>
                  </a:lnTo>
                  <a:lnTo>
                    <a:pt x="5975150" y="2212102"/>
                  </a:lnTo>
                  <a:lnTo>
                    <a:pt x="5969713" y="2212102"/>
                  </a:lnTo>
                  <a:lnTo>
                    <a:pt x="5942528" y="2212102"/>
                  </a:lnTo>
                  <a:lnTo>
                    <a:pt x="5942528" y="2209099"/>
                  </a:lnTo>
                  <a:lnTo>
                    <a:pt x="5937091" y="2209099"/>
                  </a:lnTo>
                  <a:lnTo>
                    <a:pt x="5937091" y="2206099"/>
                  </a:lnTo>
                  <a:lnTo>
                    <a:pt x="5931654" y="2206099"/>
                  </a:lnTo>
                  <a:lnTo>
                    <a:pt x="5931654" y="2203101"/>
                  </a:lnTo>
                  <a:lnTo>
                    <a:pt x="5920781" y="2203101"/>
                  </a:lnTo>
                  <a:lnTo>
                    <a:pt x="5915344" y="2203101"/>
                  </a:lnTo>
                  <a:lnTo>
                    <a:pt x="5915344" y="2200105"/>
                  </a:lnTo>
                  <a:lnTo>
                    <a:pt x="5909907" y="2200105"/>
                  </a:lnTo>
                  <a:lnTo>
                    <a:pt x="5909907" y="2197113"/>
                  </a:lnTo>
                  <a:lnTo>
                    <a:pt x="5899033" y="2197113"/>
                  </a:lnTo>
                  <a:lnTo>
                    <a:pt x="5899033" y="2194126"/>
                  </a:lnTo>
                  <a:lnTo>
                    <a:pt x="5893596" y="2194126"/>
                  </a:lnTo>
                  <a:lnTo>
                    <a:pt x="5888159" y="2194126"/>
                  </a:lnTo>
                  <a:lnTo>
                    <a:pt x="5882722" y="2194126"/>
                  </a:lnTo>
                  <a:lnTo>
                    <a:pt x="5866412" y="2194126"/>
                  </a:lnTo>
                  <a:lnTo>
                    <a:pt x="5860975" y="2194126"/>
                  </a:lnTo>
                  <a:lnTo>
                    <a:pt x="5844664" y="2194126"/>
                  </a:lnTo>
                  <a:lnTo>
                    <a:pt x="5828353" y="2194126"/>
                  </a:lnTo>
                  <a:lnTo>
                    <a:pt x="5822916" y="2194126"/>
                  </a:lnTo>
                  <a:lnTo>
                    <a:pt x="5822916" y="2191170"/>
                  </a:lnTo>
                  <a:lnTo>
                    <a:pt x="5817479" y="2191170"/>
                  </a:lnTo>
                  <a:lnTo>
                    <a:pt x="5817479" y="2188222"/>
                  </a:lnTo>
                  <a:lnTo>
                    <a:pt x="5784858" y="2188222"/>
                  </a:lnTo>
                  <a:lnTo>
                    <a:pt x="5773984" y="2188222"/>
                  </a:lnTo>
                  <a:lnTo>
                    <a:pt x="5763111" y="2188222"/>
                  </a:lnTo>
                  <a:lnTo>
                    <a:pt x="5752237" y="2188222"/>
                  </a:lnTo>
                  <a:lnTo>
                    <a:pt x="5752237" y="2185290"/>
                  </a:lnTo>
                  <a:lnTo>
                    <a:pt x="5741363" y="2185290"/>
                  </a:lnTo>
                  <a:lnTo>
                    <a:pt x="5741363" y="2182361"/>
                  </a:lnTo>
                  <a:lnTo>
                    <a:pt x="5735926" y="2182361"/>
                  </a:lnTo>
                  <a:lnTo>
                    <a:pt x="5719615" y="2182361"/>
                  </a:lnTo>
                  <a:lnTo>
                    <a:pt x="5714178" y="2182361"/>
                  </a:lnTo>
                  <a:lnTo>
                    <a:pt x="5714178" y="2179437"/>
                  </a:lnTo>
                  <a:lnTo>
                    <a:pt x="5708742" y="2179437"/>
                  </a:lnTo>
                  <a:lnTo>
                    <a:pt x="5703305" y="2179437"/>
                  </a:lnTo>
                  <a:lnTo>
                    <a:pt x="5697868" y="2179437"/>
                  </a:lnTo>
                  <a:lnTo>
                    <a:pt x="5692431" y="2179437"/>
                  </a:lnTo>
                  <a:lnTo>
                    <a:pt x="5681557" y="2179437"/>
                  </a:lnTo>
                  <a:lnTo>
                    <a:pt x="5676120" y="2179437"/>
                  </a:lnTo>
                  <a:lnTo>
                    <a:pt x="5670683" y="2179437"/>
                  </a:lnTo>
                  <a:lnTo>
                    <a:pt x="5670683" y="2176543"/>
                  </a:lnTo>
                  <a:lnTo>
                    <a:pt x="5665246" y="2176543"/>
                  </a:lnTo>
                  <a:lnTo>
                    <a:pt x="5659809" y="2176543"/>
                  </a:lnTo>
                  <a:lnTo>
                    <a:pt x="5659809" y="2173651"/>
                  </a:lnTo>
                  <a:lnTo>
                    <a:pt x="5654373" y="2173651"/>
                  </a:lnTo>
                  <a:lnTo>
                    <a:pt x="5654373" y="2170759"/>
                  </a:lnTo>
                  <a:lnTo>
                    <a:pt x="5648936" y="2170759"/>
                  </a:lnTo>
                  <a:lnTo>
                    <a:pt x="5638062" y="2170759"/>
                  </a:lnTo>
                  <a:lnTo>
                    <a:pt x="5632625" y="2170759"/>
                  </a:lnTo>
                  <a:lnTo>
                    <a:pt x="5627188" y="2170759"/>
                  </a:lnTo>
                  <a:lnTo>
                    <a:pt x="5627188" y="2165000"/>
                  </a:lnTo>
                  <a:lnTo>
                    <a:pt x="5621751" y="2165000"/>
                  </a:lnTo>
                  <a:lnTo>
                    <a:pt x="5621751" y="2162121"/>
                  </a:lnTo>
                  <a:lnTo>
                    <a:pt x="5605440" y="2162121"/>
                  </a:lnTo>
                  <a:lnTo>
                    <a:pt x="5600004" y="2162121"/>
                  </a:lnTo>
                  <a:lnTo>
                    <a:pt x="5594567" y="2162121"/>
                  </a:lnTo>
                  <a:lnTo>
                    <a:pt x="5594567" y="2159252"/>
                  </a:lnTo>
                  <a:lnTo>
                    <a:pt x="5589130" y="2159252"/>
                  </a:lnTo>
                  <a:lnTo>
                    <a:pt x="5572819" y="2159252"/>
                  </a:lnTo>
                  <a:lnTo>
                    <a:pt x="5567382" y="2159252"/>
                  </a:lnTo>
                  <a:lnTo>
                    <a:pt x="5567382" y="2156388"/>
                  </a:lnTo>
                  <a:lnTo>
                    <a:pt x="5561945" y="2156388"/>
                  </a:lnTo>
                  <a:lnTo>
                    <a:pt x="5556508" y="2156388"/>
                  </a:lnTo>
                  <a:lnTo>
                    <a:pt x="5556508" y="2150685"/>
                  </a:lnTo>
                  <a:lnTo>
                    <a:pt x="5545635" y="2150685"/>
                  </a:lnTo>
                  <a:lnTo>
                    <a:pt x="5523887" y="2150685"/>
                  </a:lnTo>
                  <a:lnTo>
                    <a:pt x="5523887" y="2147838"/>
                  </a:lnTo>
                  <a:lnTo>
                    <a:pt x="5518450" y="2147838"/>
                  </a:lnTo>
                  <a:lnTo>
                    <a:pt x="5507576" y="2147838"/>
                  </a:lnTo>
                  <a:lnTo>
                    <a:pt x="5502139" y="2147838"/>
                  </a:lnTo>
                  <a:lnTo>
                    <a:pt x="5485829" y="2147838"/>
                  </a:lnTo>
                  <a:lnTo>
                    <a:pt x="5474955" y="2147838"/>
                  </a:lnTo>
                  <a:lnTo>
                    <a:pt x="5474955" y="2145006"/>
                  </a:lnTo>
                  <a:lnTo>
                    <a:pt x="5469518" y="2145006"/>
                  </a:lnTo>
                  <a:lnTo>
                    <a:pt x="5469518" y="2142175"/>
                  </a:lnTo>
                  <a:lnTo>
                    <a:pt x="5464081" y="2142175"/>
                  </a:lnTo>
                  <a:lnTo>
                    <a:pt x="5442334" y="2142175"/>
                  </a:lnTo>
                  <a:lnTo>
                    <a:pt x="5442334" y="2136526"/>
                  </a:lnTo>
                  <a:lnTo>
                    <a:pt x="5436897" y="2136526"/>
                  </a:lnTo>
                  <a:lnTo>
                    <a:pt x="5431460" y="2136526"/>
                  </a:lnTo>
                  <a:lnTo>
                    <a:pt x="5426023" y="2136526"/>
                  </a:lnTo>
                  <a:lnTo>
                    <a:pt x="5420586" y="2136526"/>
                  </a:lnTo>
                  <a:lnTo>
                    <a:pt x="5415149" y="2136526"/>
                  </a:lnTo>
                  <a:lnTo>
                    <a:pt x="5409712" y="2136526"/>
                  </a:lnTo>
                  <a:lnTo>
                    <a:pt x="5409712" y="2133718"/>
                  </a:lnTo>
                  <a:lnTo>
                    <a:pt x="5404275" y="2133718"/>
                  </a:lnTo>
                  <a:lnTo>
                    <a:pt x="5404275" y="2130916"/>
                  </a:lnTo>
                  <a:lnTo>
                    <a:pt x="5387965" y="2130916"/>
                  </a:lnTo>
                  <a:lnTo>
                    <a:pt x="5382528" y="2130916"/>
                  </a:lnTo>
                  <a:lnTo>
                    <a:pt x="5382528" y="2128116"/>
                  </a:lnTo>
                  <a:lnTo>
                    <a:pt x="5377091" y="2128116"/>
                  </a:lnTo>
                  <a:lnTo>
                    <a:pt x="5371654" y="2128116"/>
                  </a:lnTo>
                  <a:lnTo>
                    <a:pt x="5360780" y="2128116"/>
                  </a:lnTo>
                  <a:lnTo>
                    <a:pt x="5355343" y="2128116"/>
                  </a:lnTo>
                  <a:lnTo>
                    <a:pt x="5344469" y="2128116"/>
                  </a:lnTo>
                  <a:lnTo>
                    <a:pt x="5344469" y="2125335"/>
                  </a:lnTo>
                  <a:lnTo>
                    <a:pt x="5333596" y="2125335"/>
                  </a:lnTo>
                  <a:lnTo>
                    <a:pt x="5333596" y="2122554"/>
                  </a:lnTo>
                  <a:lnTo>
                    <a:pt x="5311848" y="2122554"/>
                  </a:lnTo>
                  <a:lnTo>
                    <a:pt x="5306411" y="2122554"/>
                  </a:lnTo>
                  <a:lnTo>
                    <a:pt x="5306411" y="2119780"/>
                  </a:lnTo>
                  <a:lnTo>
                    <a:pt x="5290100" y="2119780"/>
                  </a:lnTo>
                  <a:lnTo>
                    <a:pt x="5284664" y="2119780"/>
                  </a:lnTo>
                  <a:lnTo>
                    <a:pt x="5279227" y="2119780"/>
                  </a:lnTo>
                  <a:lnTo>
                    <a:pt x="5252042" y="2119780"/>
                  </a:lnTo>
                  <a:lnTo>
                    <a:pt x="5246605" y="2119780"/>
                  </a:lnTo>
                  <a:lnTo>
                    <a:pt x="5246605" y="2117025"/>
                  </a:lnTo>
                  <a:lnTo>
                    <a:pt x="5235731" y="2117025"/>
                  </a:lnTo>
                  <a:lnTo>
                    <a:pt x="5224858" y="2117025"/>
                  </a:lnTo>
                  <a:lnTo>
                    <a:pt x="5224858" y="2114272"/>
                  </a:lnTo>
                  <a:lnTo>
                    <a:pt x="5219421" y="2114272"/>
                  </a:lnTo>
                  <a:lnTo>
                    <a:pt x="5213984" y="2114272"/>
                  </a:lnTo>
                  <a:lnTo>
                    <a:pt x="5208547" y="2114272"/>
                  </a:lnTo>
                  <a:lnTo>
                    <a:pt x="5208547" y="2111528"/>
                  </a:lnTo>
                  <a:lnTo>
                    <a:pt x="5192236" y="2111528"/>
                  </a:lnTo>
                  <a:lnTo>
                    <a:pt x="5175926" y="2111528"/>
                  </a:lnTo>
                  <a:lnTo>
                    <a:pt x="5170489" y="2111528"/>
                  </a:lnTo>
                  <a:lnTo>
                    <a:pt x="5170489" y="2108789"/>
                  </a:lnTo>
                  <a:lnTo>
                    <a:pt x="5165052" y="2108789"/>
                  </a:lnTo>
                  <a:lnTo>
                    <a:pt x="5154178" y="2108789"/>
                  </a:lnTo>
                  <a:lnTo>
                    <a:pt x="5154178" y="2106053"/>
                  </a:lnTo>
                  <a:lnTo>
                    <a:pt x="5148741" y="2106053"/>
                  </a:lnTo>
                  <a:lnTo>
                    <a:pt x="5137867" y="2106053"/>
                  </a:lnTo>
                  <a:lnTo>
                    <a:pt x="5132430" y="2106053"/>
                  </a:lnTo>
                  <a:lnTo>
                    <a:pt x="5126994" y="2106053"/>
                  </a:lnTo>
                  <a:lnTo>
                    <a:pt x="5126994" y="2100606"/>
                  </a:lnTo>
                  <a:lnTo>
                    <a:pt x="5121557" y="2100606"/>
                  </a:lnTo>
                  <a:lnTo>
                    <a:pt x="5121557" y="2097885"/>
                  </a:lnTo>
                  <a:lnTo>
                    <a:pt x="5116120" y="2097885"/>
                  </a:lnTo>
                  <a:lnTo>
                    <a:pt x="5116120" y="2095166"/>
                  </a:lnTo>
                  <a:lnTo>
                    <a:pt x="5110683" y="2095166"/>
                  </a:lnTo>
                  <a:lnTo>
                    <a:pt x="5105246" y="2095166"/>
                  </a:lnTo>
                  <a:lnTo>
                    <a:pt x="5105246" y="2089737"/>
                  </a:lnTo>
                  <a:lnTo>
                    <a:pt x="5099809" y="2089737"/>
                  </a:lnTo>
                  <a:lnTo>
                    <a:pt x="5099809" y="2087022"/>
                  </a:lnTo>
                  <a:lnTo>
                    <a:pt x="5094372" y="2087022"/>
                  </a:lnTo>
                  <a:lnTo>
                    <a:pt x="5094372" y="2084311"/>
                  </a:lnTo>
                  <a:lnTo>
                    <a:pt x="5088935" y="2084311"/>
                  </a:lnTo>
                  <a:lnTo>
                    <a:pt x="5088935" y="2081607"/>
                  </a:lnTo>
                  <a:lnTo>
                    <a:pt x="5083498" y="2081607"/>
                  </a:lnTo>
                  <a:lnTo>
                    <a:pt x="5078061" y="2081607"/>
                  </a:lnTo>
                  <a:lnTo>
                    <a:pt x="5078061" y="2076204"/>
                  </a:lnTo>
                  <a:lnTo>
                    <a:pt x="5072625" y="2076204"/>
                  </a:lnTo>
                  <a:lnTo>
                    <a:pt x="5072625" y="2073502"/>
                  </a:lnTo>
                  <a:lnTo>
                    <a:pt x="5056314" y="2073502"/>
                  </a:lnTo>
                  <a:lnTo>
                    <a:pt x="5056314" y="2070799"/>
                  </a:lnTo>
                  <a:lnTo>
                    <a:pt x="5050877" y="2070799"/>
                  </a:lnTo>
                  <a:lnTo>
                    <a:pt x="5045440" y="2070799"/>
                  </a:lnTo>
                  <a:lnTo>
                    <a:pt x="5034566" y="2070799"/>
                  </a:lnTo>
                  <a:lnTo>
                    <a:pt x="5023693" y="2070799"/>
                  </a:lnTo>
                  <a:lnTo>
                    <a:pt x="5018256" y="2070799"/>
                  </a:lnTo>
                  <a:lnTo>
                    <a:pt x="5018256" y="2068108"/>
                  </a:lnTo>
                  <a:lnTo>
                    <a:pt x="5012819" y="2068108"/>
                  </a:lnTo>
                  <a:lnTo>
                    <a:pt x="5007382" y="2068108"/>
                  </a:lnTo>
                  <a:lnTo>
                    <a:pt x="5001945" y="2068108"/>
                  </a:lnTo>
                  <a:lnTo>
                    <a:pt x="5001945" y="2065421"/>
                  </a:lnTo>
                  <a:lnTo>
                    <a:pt x="4985634" y="2065421"/>
                  </a:lnTo>
                  <a:lnTo>
                    <a:pt x="4980197" y="2065421"/>
                  </a:lnTo>
                  <a:lnTo>
                    <a:pt x="4974760" y="2065421"/>
                  </a:lnTo>
                  <a:lnTo>
                    <a:pt x="4963887" y="2065421"/>
                  </a:lnTo>
                  <a:lnTo>
                    <a:pt x="4963887" y="2062749"/>
                  </a:lnTo>
                  <a:lnTo>
                    <a:pt x="4953013" y="2062749"/>
                  </a:lnTo>
                  <a:lnTo>
                    <a:pt x="4953013" y="2060082"/>
                  </a:lnTo>
                  <a:lnTo>
                    <a:pt x="4936702" y="2060082"/>
                  </a:lnTo>
                  <a:lnTo>
                    <a:pt x="4936702" y="2054747"/>
                  </a:lnTo>
                  <a:lnTo>
                    <a:pt x="4931265" y="2054747"/>
                  </a:lnTo>
                  <a:lnTo>
                    <a:pt x="4920391" y="2054747"/>
                  </a:lnTo>
                  <a:lnTo>
                    <a:pt x="4920391" y="2052081"/>
                  </a:lnTo>
                  <a:lnTo>
                    <a:pt x="4914955" y="2052081"/>
                  </a:lnTo>
                  <a:lnTo>
                    <a:pt x="4909518" y="2052081"/>
                  </a:lnTo>
                  <a:lnTo>
                    <a:pt x="4898644" y="2052081"/>
                  </a:lnTo>
                  <a:lnTo>
                    <a:pt x="4898644" y="2049428"/>
                  </a:lnTo>
                  <a:lnTo>
                    <a:pt x="4893207" y="2049428"/>
                  </a:lnTo>
                  <a:lnTo>
                    <a:pt x="4887770" y="2049428"/>
                  </a:lnTo>
                  <a:lnTo>
                    <a:pt x="4876896" y="2049428"/>
                  </a:lnTo>
                  <a:lnTo>
                    <a:pt x="4876896" y="2046783"/>
                  </a:lnTo>
                  <a:lnTo>
                    <a:pt x="4871459" y="2046783"/>
                  </a:lnTo>
                  <a:lnTo>
                    <a:pt x="4866022" y="2046783"/>
                  </a:lnTo>
                  <a:lnTo>
                    <a:pt x="4860586" y="2046783"/>
                  </a:lnTo>
                  <a:lnTo>
                    <a:pt x="4860586" y="2044147"/>
                  </a:lnTo>
                  <a:lnTo>
                    <a:pt x="4855149" y="2044147"/>
                  </a:lnTo>
                  <a:lnTo>
                    <a:pt x="4855149" y="2041513"/>
                  </a:lnTo>
                  <a:lnTo>
                    <a:pt x="4849712" y="2041513"/>
                  </a:lnTo>
                  <a:lnTo>
                    <a:pt x="4849712" y="2038881"/>
                  </a:lnTo>
                  <a:lnTo>
                    <a:pt x="4844275" y="2038881"/>
                  </a:lnTo>
                  <a:lnTo>
                    <a:pt x="4833401" y="2038881"/>
                  </a:lnTo>
                  <a:lnTo>
                    <a:pt x="4827964" y="2038881"/>
                  </a:lnTo>
                  <a:lnTo>
                    <a:pt x="4822527" y="2038881"/>
                  </a:lnTo>
                  <a:lnTo>
                    <a:pt x="4806217" y="2038881"/>
                  </a:lnTo>
                  <a:lnTo>
                    <a:pt x="4806217" y="2036262"/>
                  </a:lnTo>
                  <a:lnTo>
                    <a:pt x="4800780" y="2036262"/>
                  </a:lnTo>
                  <a:lnTo>
                    <a:pt x="4800780" y="2033644"/>
                  </a:lnTo>
                  <a:lnTo>
                    <a:pt x="4795343" y="2033644"/>
                  </a:lnTo>
                  <a:lnTo>
                    <a:pt x="4789906" y="2033644"/>
                  </a:lnTo>
                  <a:lnTo>
                    <a:pt x="4784469" y="2033644"/>
                  </a:lnTo>
                  <a:lnTo>
                    <a:pt x="4779032" y="2033644"/>
                  </a:lnTo>
                  <a:lnTo>
                    <a:pt x="4768158" y="2033644"/>
                  </a:lnTo>
                  <a:lnTo>
                    <a:pt x="4762721" y="2033644"/>
                  </a:lnTo>
                  <a:lnTo>
                    <a:pt x="4757285" y="2033644"/>
                  </a:lnTo>
                  <a:lnTo>
                    <a:pt x="4751848" y="2033644"/>
                  </a:lnTo>
                  <a:lnTo>
                    <a:pt x="4751848" y="2031049"/>
                  </a:lnTo>
                  <a:lnTo>
                    <a:pt x="4735537" y="2031049"/>
                  </a:lnTo>
                  <a:lnTo>
                    <a:pt x="4735537" y="2028456"/>
                  </a:lnTo>
                  <a:lnTo>
                    <a:pt x="4724663" y="2028456"/>
                  </a:lnTo>
                  <a:lnTo>
                    <a:pt x="4719226" y="2028456"/>
                  </a:lnTo>
                  <a:lnTo>
                    <a:pt x="4719226" y="2025869"/>
                  </a:lnTo>
                  <a:lnTo>
                    <a:pt x="4713789" y="2025869"/>
                  </a:lnTo>
                  <a:lnTo>
                    <a:pt x="4702916" y="2025869"/>
                  </a:lnTo>
                  <a:lnTo>
                    <a:pt x="4702916" y="2018119"/>
                  </a:lnTo>
                  <a:lnTo>
                    <a:pt x="4697479" y="2018119"/>
                  </a:lnTo>
                  <a:lnTo>
                    <a:pt x="4697479" y="2015535"/>
                  </a:lnTo>
                  <a:lnTo>
                    <a:pt x="4681168" y="2015535"/>
                  </a:lnTo>
                  <a:lnTo>
                    <a:pt x="4643110" y="2015535"/>
                  </a:lnTo>
                  <a:lnTo>
                    <a:pt x="4637673" y="2015535"/>
                  </a:lnTo>
                  <a:lnTo>
                    <a:pt x="4626799" y="2015535"/>
                  </a:lnTo>
                  <a:lnTo>
                    <a:pt x="4621362" y="2015535"/>
                  </a:lnTo>
                  <a:lnTo>
                    <a:pt x="4610488" y="2015535"/>
                  </a:lnTo>
                  <a:lnTo>
                    <a:pt x="4605051" y="2015535"/>
                  </a:lnTo>
                  <a:lnTo>
                    <a:pt x="4605051" y="2012971"/>
                  </a:lnTo>
                  <a:lnTo>
                    <a:pt x="4599615" y="2012971"/>
                  </a:lnTo>
                  <a:lnTo>
                    <a:pt x="4599615" y="2010409"/>
                  </a:lnTo>
                  <a:lnTo>
                    <a:pt x="4588741" y="2010409"/>
                  </a:lnTo>
                  <a:lnTo>
                    <a:pt x="4588741" y="2007849"/>
                  </a:lnTo>
                  <a:lnTo>
                    <a:pt x="4583304" y="2007849"/>
                  </a:lnTo>
                  <a:lnTo>
                    <a:pt x="4583304" y="2005289"/>
                  </a:lnTo>
                  <a:lnTo>
                    <a:pt x="4577867" y="2005289"/>
                  </a:lnTo>
                  <a:lnTo>
                    <a:pt x="4577867" y="2002729"/>
                  </a:lnTo>
                  <a:lnTo>
                    <a:pt x="4566993" y="2002729"/>
                  </a:lnTo>
                  <a:lnTo>
                    <a:pt x="4566993" y="2000172"/>
                  </a:lnTo>
                  <a:lnTo>
                    <a:pt x="4556119" y="2000172"/>
                  </a:lnTo>
                  <a:lnTo>
                    <a:pt x="4545246" y="2000172"/>
                  </a:lnTo>
                  <a:lnTo>
                    <a:pt x="4528935" y="2000172"/>
                  </a:lnTo>
                  <a:lnTo>
                    <a:pt x="4528935" y="1997622"/>
                  </a:lnTo>
                  <a:lnTo>
                    <a:pt x="4518061" y="1997622"/>
                  </a:lnTo>
                  <a:lnTo>
                    <a:pt x="4518061" y="1995073"/>
                  </a:lnTo>
                  <a:lnTo>
                    <a:pt x="4512624" y="1995073"/>
                  </a:lnTo>
                  <a:lnTo>
                    <a:pt x="4512624" y="1992526"/>
                  </a:lnTo>
                  <a:lnTo>
                    <a:pt x="4507187" y="1992526"/>
                  </a:lnTo>
                  <a:lnTo>
                    <a:pt x="4507187" y="1989980"/>
                  </a:lnTo>
                  <a:lnTo>
                    <a:pt x="4496313" y="1989980"/>
                  </a:lnTo>
                  <a:lnTo>
                    <a:pt x="4490877" y="1989980"/>
                  </a:lnTo>
                  <a:lnTo>
                    <a:pt x="4480003" y="1989980"/>
                  </a:lnTo>
                  <a:lnTo>
                    <a:pt x="4480003" y="1987441"/>
                  </a:lnTo>
                  <a:lnTo>
                    <a:pt x="4474566" y="1987441"/>
                  </a:lnTo>
                  <a:lnTo>
                    <a:pt x="4469129" y="1987441"/>
                  </a:lnTo>
                  <a:lnTo>
                    <a:pt x="4469129" y="1984903"/>
                  </a:lnTo>
                  <a:lnTo>
                    <a:pt x="4463692" y="1984903"/>
                  </a:lnTo>
                  <a:lnTo>
                    <a:pt x="4447381" y="1984903"/>
                  </a:lnTo>
                  <a:lnTo>
                    <a:pt x="4447381" y="1982369"/>
                  </a:lnTo>
                  <a:lnTo>
                    <a:pt x="4436508" y="1982369"/>
                  </a:lnTo>
                  <a:lnTo>
                    <a:pt x="4436508" y="1979835"/>
                  </a:lnTo>
                  <a:lnTo>
                    <a:pt x="4431071" y="1979835"/>
                  </a:lnTo>
                  <a:lnTo>
                    <a:pt x="4431071" y="1977300"/>
                  </a:lnTo>
                  <a:lnTo>
                    <a:pt x="4425634" y="1977300"/>
                  </a:lnTo>
                  <a:lnTo>
                    <a:pt x="4420197" y="1977300"/>
                  </a:lnTo>
                  <a:lnTo>
                    <a:pt x="4420197" y="1972235"/>
                  </a:lnTo>
                  <a:lnTo>
                    <a:pt x="4409323" y="1972235"/>
                  </a:lnTo>
                  <a:lnTo>
                    <a:pt x="4398449" y="1972235"/>
                  </a:lnTo>
                  <a:lnTo>
                    <a:pt x="4398449" y="1969704"/>
                  </a:lnTo>
                  <a:lnTo>
                    <a:pt x="4387576" y="1969704"/>
                  </a:lnTo>
                  <a:lnTo>
                    <a:pt x="4387576" y="1964642"/>
                  </a:lnTo>
                  <a:lnTo>
                    <a:pt x="4376702" y="1964642"/>
                  </a:lnTo>
                  <a:lnTo>
                    <a:pt x="4371265" y="1964642"/>
                  </a:lnTo>
                  <a:lnTo>
                    <a:pt x="4365828" y="1964642"/>
                  </a:lnTo>
                  <a:lnTo>
                    <a:pt x="4360391" y="1964642"/>
                  </a:lnTo>
                  <a:lnTo>
                    <a:pt x="4354954" y="1964642"/>
                  </a:lnTo>
                  <a:lnTo>
                    <a:pt x="4349517" y="1964642"/>
                  </a:lnTo>
                  <a:lnTo>
                    <a:pt x="4349517" y="1962131"/>
                  </a:lnTo>
                  <a:lnTo>
                    <a:pt x="4344080" y="1962131"/>
                  </a:lnTo>
                  <a:lnTo>
                    <a:pt x="4344080" y="1959621"/>
                  </a:lnTo>
                  <a:lnTo>
                    <a:pt x="4338643" y="1959621"/>
                  </a:lnTo>
                  <a:lnTo>
                    <a:pt x="4333207" y="1959621"/>
                  </a:lnTo>
                  <a:lnTo>
                    <a:pt x="4333207" y="1954607"/>
                  </a:lnTo>
                  <a:lnTo>
                    <a:pt x="4327770" y="1954607"/>
                  </a:lnTo>
                  <a:lnTo>
                    <a:pt x="4322333" y="1954607"/>
                  </a:lnTo>
                  <a:lnTo>
                    <a:pt x="4322333" y="1952105"/>
                  </a:lnTo>
                  <a:lnTo>
                    <a:pt x="4316896" y="1952105"/>
                  </a:lnTo>
                  <a:lnTo>
                    <a:pt x="4316896" y="1949605"/>
                  </a:lnTo>
                  <a:lnTo>
                    <a:pt x="4306022" y="1949605"/>
                  </a:lnTo>
                  <a:lnTo>
                    <a:pt x="4306022" y="1947109"/>
                  </a:lnTo>
                  <a:lnTo>
                    <a:pt x="4300585" y="1947109"/>
                  </a:lnTo>
                  <a:lnTo>
                    <a:pt x="4295148" y="1947109"/>
                  </a:lnTo>
                  <a:lnTo>
                    <a:pt x="4295148" y="1942123"/>
                  </a:lnTo>
                  <a:lnTo>
                    <a:pt x="4284274" y="1942123"/>
                  </a:lnTo>
                  <a:lnTo>
                    <a:pt x="4278838" y="1942123"/>
                  </a:lnTo>
                  <a:lnTo>
                    <a:pt x="4278838" y="1939634"/>
                  </a:lnTo>
                  <a:lnTo>
                    <a:pt x="4273401" y="1939634"/>
                  </a:lnTo>
                  <a:lnTo>
                    <a:pt x="4273401" y="1934658"/>
                  </a:lnTo>
                  <a:lnTo>
                    <a:pt x="4267964" y="1934658"/>
                  </a:lnTo>
                  <a:lnTo>
                    <a:pt x="4267964" y="1929682"/>
                  </a:lnTo>
                  <a:lnTo>
                    <a:pt x="4257090" y="1929682"/>
                  </a:lnTo>
                  <a:lnTo>
                    <a:pt x="4257090" y="1924709"/>
                  </a:lnTo>
                  <a:lnTo>
                    <a:pt x="4240779" y="1924709"/>
                  </a:lnTo>
                  <a:lnTo>
                    <a:pt x="4240779" y="1922224"/>
                  </a:lnTo>
                  <a:lnTo>
                    <a:pt x="4235342" y="1922224"/>
                  </a:lnTo>
                  <a:lnTo>
                    <a:pt x="4235342" y="1919743"/>
                  </a:lnTo>
                  <a:lnTo>
                    <a:pt x="4229906" y="1919743"/>
                  </a:lnTo>
                  <a:lnTo>
                    <a:pt x="4229906" y="1917262"/>
                  </a:lnTo>
                  <a:lnTo>
                    <a:pt x="4224469" y="1917262"/>
                  </a:lnTo>
                  <a:lnTo>
                    <a:pt x="4213595" y="1917262"/>
                  </a:lnTo>
                  <a:lnTo>
                    <a:pt x="4213595" y="1912305"/>
                  </a:lnTo>
                  <a:lnTo>
                    <a:pt x="4208158" y="1912305"/>
                  </a:lnTo>
                  <a:lnTo>
                    <a:pt x="4202721" y="1912305"/>
                  </a:lnTo>
                  <a:lnTo>
                    <a:pt x="4202721" y="1909829"/>
                  </a:lnTo>
                  <a:lnTo>
                    <a:pt x="4191847" y="1909829"/>
                  </a:lnTo>
                  <a:lnTo>
                    <a:pt x="4191847" y="1907352"/>
                  </a:lnTo>
                  <a:lnTo>
                    <a:pt x="4186410" y="1907352"/>
                  </a:lnTo>
                  <a:lnTo>
                    <a:pt x="4180973" y="1907352"/>
                  </a:lnTo>
                  <a:lnTo>
                    <a:pt x="4180973" y="1904879"/>
                  </a:lnTo>
                  <a:lnTo>
                    <a:pt x="4175537" y="1904879"/>
                  </a:lnTo>
                  <a:lnTo>
                    <a:pt x="4170100" y="1904879"/>
                  </a:lnTo>
                  <a:lnTo>
                    <a:pt x="4170100" y="1902411"/>
                  </a:lnTo>
                  <a:lnTo>
                    <a:pt x="4164663" y="1902411"/>
                  </a:lnTo>
                  <a:lnTo>
                    <a:pt x="4164663" y="1899943"/>
                  </a:lnTo>
                  <a:lnTo>
                    <a:pt x="4153789" y="1899943"/>
                  </a:lnTo>
                  <a:lnTo>
                    <a:pt x="4142915" y="1899943"/>
                  </a:lnTo>
                  <a:lnTo>
                    <a:pt x="4137478" y="1899943"/>
                  </a:lnTo>
                  <a:lnTo>
                    <a:pt x="4137478" y="1897480"/>
                  </a:lnTo>
                  <a:lnTo>
                    <a:pt x="4132041" y="1897480"/>
                  </a:lnTo>
                  <a:lnTo>
                    <a:pt x="4132041" y="1895019"/>
                  </a:lnTo>
                  <a:lnTo>
                    <a:pt x="4126604" y="1895019"/>
                  </a:lnTo>
                  <a:lnTo>
                    <a:pt x="4126604" y="1892558"/>
                  </a:lnTo>
                  <a:lnTo>
                    <a:pt x="4115731" y="1892558"/>
                  </a:lnTo>
                  <a:lnTo>
                    <a:pt x="4115731" y="1890097"/>
                  </a:lnTo>
                  <a:lnTo>
                    <a:pt x="4110294" y="1890097"/>
                  </a:lnTo>
                  <a:lnTo>
                    <a:pt x="4104857" y="1890097"/>
                  </a:lnTo>
                  <a:lnTo>
                    <a:pt x="4104857" y="1887640"/>
                  </a:lnTo>
                  <a:lnTo>
                    <a:pt x="4099420" y="1887640"/>
                  </a:lnTo>
                  <a:lnTo>
                    <a:pt x="4099420" y="1885184"/>
                  </a:lnTo>
                  <a:lnTo>
                    <a:pt x="4077672" y="1885184"/>
                  </a:lnTo>
                  <a:lnTo>
                    <a:pt x="4077672" y="1880271"/>
                  </a:lnTo>
                  <a:lnTo>
                    <a:pt x="4066799" y="1880271"/>
                  </a:lnTo>
                  <a:lnTo>
                    <a:pt x="4066799" y="1877816"/>
                  </a:lnTo>
                  <a:lnTo>
                    <a:pt x="4055925" y="1877816"/>
                  </a:lnTo>
                  <a:lnTo>
                    <a:pt x="4034177" y="1877816"/>
                  </a:lnTo>
                  <a:lnTo>
                    <a:pt x="4034177" y="1875366"/>
                  </a:lnTo>
                  <a:lnTo>
                    <a:pt x="4023303" y="1875366"/>
                  </a:lnTo>
                  <a:lnTo>
                    <a:pt x="4017867" y="1875366"/>
                  </a:lnTo>
                  <a:lnTo>
                    <a:pt x="3996119" y="1875366"/>
                  </a:lnTo>
                  <a:lnTo>
                    <a:pt x="3990682" y="1875366"/>
                  </a:lnTo>
                  <a:lnTo>
                    <a:pt x="3974371" y="1875366"/>
                  </a:lnTo>
                  <a:lnTo>
                    <a:pt x="3974371" y="1868057"/>
                  </a:lnTo>
                  <a:lnTo>
                    <a:pt x="3952624" y="1868057"/>
                  </a:lnTo>
                  <a:lnTo>
                    <a:pt x="3952624" y="1865620"/>
                  </a:lnTo>
                  <a:lnTo>
                    <a:pt x="3941750" y="1865620"/>
                  </a:lnTo>
                  <a:lnTo>
                    <a:pt x="3941750" y="1863184"/>
                  </a:lnTo>
                  <a:lnTo>
                    <a:pt x="3936313" y="1863184"/>
                  </a:lnTo>
                  <a:lnTo>
                    <a:pt x="3936313" y="1860747"/>
                  </a:lnTo>
                  <a:lnTo>
                    <a:pt x="3930876" y="1860747"/>
                  </a:lnTo>
                  <a:lnTo>
                    <a:pt x="3925439" y="1860747"/>
                  </a:lnTo>
                  <a:lnTo>
                    <a:pt x="3925439" y="1858315"/>
                  </a:lnTo>
                  <a:lnTo>
                    <a:pt x="3920002" y="1858315"/>
                  </a:lnTo>
                  <a:lnTo>
                    <a:pt x="3914565" y="1858315"/>
                  </a:lnTo>
                  <a:lnTo>
                    <a:pt x="3914565" y="1855888"/>
                  </a:lnTo>
                  <a:lnTo>
                    <a:pt x="3909129" y="1855888"/>
                  </a:lnTo>
                  <a:lnTo>
                    <a:pt x="3909129" y="1853461"/>
                  </a:lnTo>
                  <a:lnTo>
                    <a:pt x="3903692" y="1853461"/>
                  </a:lnTo>
                  <a:lnTo>
                    <a:pt x="3887381" y="1853461"/>
                  </a:lnTo>
                  <a:lnTo>
                    <a:pt x="3881944" y="1853461"/>
                  </a:lnTo>
                  <a:lnTo>
                    <a:pt x="3876507" y="1853461"/>
                  </a:lnTo>
                  <a:lnTo>
                    <a:pt x="3876507" y="1851046"/>
                  </a:lnTo>
                  <a:lnTo>
                    <a:pt x="3871070" y="1851046"/>
                  </a:lnTo>
                  <a:lnTo>
                    <a:pt x="3865633" y="1851046"/>
                  </a:lnTo>
                  <a:lnTo>
                    <a:pt x="3860197" y="1851046"/>
                  </a:lnTo>
                  <a:lnTo>
                    <a:pt x="3860197" y="1848641"/>
                  </a:lnTo>
                  <a:lnTo>
                    <a:pt x="3854760" y="1848641"/>
                  </a:lnTo>
                  <a:lnTo>
                    <a:pt x="3854760" y="1846237"/>
                  </a:lnTo>
                  <a:lnTo>
                    <a:pt x="3843886" y="1846237"/>
                  </a:lnTo>
                  <a:lnTo>
                    <a:pt x="3838449" y="1846237"/>
                  </a:lnTo>
                  <a:lnTo>
                    <a:pt x="3833012" y="1846237"/>
                  </a:lnTo>
                  <a:lnTo>
                    <a:pt x="3827575" y="1846237"/>
                  </a:lnTo>
                  <a:lnTo>
                    <a:pt x="3827575" y="1843844"/>
                  </a:lnTo>
                  <a:lnTo>
                    <a:pt x="3822138" y="1843844"/>
                  </a:lnTo>
                  <a:lnTo>
                    <a:pt x="3822138" y="1841451"/>
                  </a:lnTo>
                  <a:lnTo>
                    <a:pt x="3811264" y="1841451"/>
                  </a:lnTo>
                  <a:lnTo>
                    <a:pt x="3805828" y="1841451"/>
                  </a:lnTo>
                  <a:lnTo>
                    <a:pt x="3805828" y="1834299"/>
                  </a:lnTo>
                  <a:lnTo>
                    <a:pt x="3794954" y="1834299"/>
                  </a:lnTo>
                  <a:lnTo>
                    <a:pt x="3778643" y="1834299"/>
                  </a:lnTo>
                  <a:lnTo>
                    <a:pt x="3778643" y="1831921"/>
                  </a:lnTo>
                  <a:lnTo>
                    <a:pt x="3773206" y="1831921"/>
                  </a:lnTo>
                  <a:lnTo>
                    <a:pt x="3773206" y="1827164"/>
                  </a:lnTo>
                  <a:lnTo>
                    <a:pt x="3767769" y="1827164"/>
                  </a:lnTo>
                  <a:lnTo>
                    <a:pt x="3762332" y="1827164"/>
                  </a:lnTo>
                  <a:lnTo>
                    <a:pt x="3762332" y="1824791"/>
                  </a:lnTo>
                  <a:lnTo>
                    <a:pt x="3751459" y="1824791"/>
                  </a:lnTo>
                  <a:lnTo>
                    <a:pt x="3751459" y="1822417"/>
                  </a:lnTo>
                  <a:lnTo>
                    <a:pt x="3740585" y="1822417"/>
                  </a:lnTo>
                  <a:lnTo>
                    <a:pt x="3729711" y="1822417"/>
                  </a:lnTo>
                  <a:lnTo>
                    <a:pt x="3729711" y="1820051"/>
                  </a:lnTo>
                  <a:lnTo>
                    <a:pt x="3724274" y="1820051"/>
                  </a:lnTo>
                  <a:lnTo>
                    <a:pt x="3718837" y="1820051"/>
                  </a:lnTo>
                  <a:lnTo>
                    <a:pt x="3718837" y="1817689"/>
                  </a:lnTo>
                  <a:lnTo>
                    <a:pt x="3691653" y="1817689"/>
                  </a:lnTo>
                  <a:lnTo>
                    <a:pt x="3691653" y="1815328"/>
                  </a:lnTo>
                  <a:lnTo>
                    <a:pt x="3686216" y="1815328"/>
                  </a:lnTo>
                  <a:lnTo>
                    <a:pt x="3680779" y="1815328"/>
                  </a:lnTo>
                  <a:lnTo>
                    <a:pt x="3680779" y="1812968"/>
                  </a:lnTo>
                  <a:lnTo>
                    <a:pt x="3675342" y="1812968"/>
                  </a:lnTo>
                  <a:lnTo>
                    <a:pt x="3675342" y="1810608"/>
                  </a:lnTo>
                  <a:lnTo>
                    <a:pt x="3664468" y="1810608"/>
                  </a:lnTo>
                  <a:lnTo>
                    <a:pt x="3664468" y="1808248"/>
                  </a:lnTo>
                  <a:lnTo>
                    <a:pt x="3659031" y="1808248"/>
                  </a:lnTo>
                  <a:lnTo>
                    <a:pt x="3659031" y="1805890"/>
                  </a:lnTo>
                  <a:lnTo>
                    <a:pt x="3653594" y="1805890"/>
                  </a:lnTo>
                  <a:lnTo>
                    <a:pt x="3653594" y="1803538"/>
                  </a:lnTo>
                  <a:lnTo>
                    <a:pt x="3648158" y="1803538"/>
                  </a:lnTo>
                  <a:lnTo>
                    <a:pt x="3648158" y="1798836"/>
                  </a:lnTo>
                  <a:lnTo>
                    <a:pt x="3642721" y="1798836"/>
                  </a:lnTo>
                  <a:lnTo>
                    <a:pt x="3637284" y="1798836"/>
                  </a:lnTo>
                  <a:lnTo>
                    <a:pt x="3637284" y="1796487"/>
                  </a:lnTo>
                  <a:lnTo>
                    <a:pt x="3631847" y="1796487"/>
                  </a:lnTo>
                  <a:lnTo>
                    <a:pt x="3631847" y="1794137"/>
                  </a:lnTo>
                  <a:lnTo>
                    <a:pt x="3620973" y="1794137"/>
                  </a:lnTo>
                  <a:lnTo>
                    <a:pt x="3620973" y="1791789"/>
                  </a:lnTo>
                  <a:lnTo>
                    <a:pt x="3615536" y="1791789"/>
                  </a:lnTo>
                  <a:lnTo>
                    <a:pt x="3610099" y="1791789"/>
                  </a:lnTo>
                  <a:lnTo>
                    <a:pt x="3604662" y="1791789"/>
                  </a:lnTo>
                  <a:lnTo>
                    <a:pt x="3599225" y="1791789"/>
                  </a:lnTo>
                  <a:lnTo>
                    <a:pt x="3588352" y="1791789"/>
                  </a:lnTo>
                  <a:lnTo>
                    <a:pt x="3588352" y="1789453"/>
                  </a:lnTo>
                  <a:lnTo>
                    <a:pt x="3582915" y="1789453"/>
                  </a:lnTo>
                  <a:lnTo>
                    <a:pt x="3582915" y="1787118"/>
                  </a:lnTo>
                  <a:lnTo>
                    <a:pt x="3577478" y="1787118"/>
                  </a:lnTo>
                  <a:lnTo>
                    <a:pt x="3566604" y="1787118"/>
                  </a:lnTo>
                  <a:lnTo>
                    <a:pt x="3566604" y="1784786"/>
                  </a:lnTo>
                  <a:lnTo>
                    <a:pt x="3561167" y="1784786"/>
                  </a:lnTo>
                  <a:lnTo>
                    <a:pt x="3555730" y="1784786"/>
                  </a:lnTo>
                  <a:lnTo>
                    <a:pt x="3555730" y="1782458"/>
                  </a:lnTo>
                  <a:lnTo>
                    <a:pt x="3544856" y="1782458"/>
                  </a:lnTo>
                  <a:lnTo>
                    <a:pt x="3544856" y="1780129"/>
                  </a:lnTo>
                  <a:lnTo>
                    <a:pt x="3539420" y="1780129"/>
                  </a:lnTo>
                  <a:lnTo>
                    <a:pt x="3539420" y="1777806"/>
                  </a:lnTo>
                  <a:lnTo>
                    <a:pt x="3533983" y="1777806"/>
                  </a:lnTo>
                  <a:lnTo>
                    <a:pt x="3528546" y="1777806"/>
                  </a:lnTo>
                  <a:lnTo>
                    <a:pt x="3523109" y="1777806"/>
                  </a:lnTo>
                  <a:lnTo>
                    <a:pt x="3523109" y="1775486"/>
                  </a:lnTo>
                  <a:lnTo>
                    <a:pt x="3517672" y="1775486"/>
                  </a:lnTo>
                  <a:lnTo>
                    <a:pt x="3512235" y="1775486"/>
                  </a:lnTo>
                  <a:lnTo>
                    <a:pt x="3512235" y="1773169"/>
                  </a:lnTo>
                  <a:lnTo>
                    <a:pt x="3501361" y="1773169"/>
                  </a:lnTo>
                  <a:lnTo>
                    <a:pt x="3495924" y="1773169"/>
                  </a:lnTo>
                  <a:lnTo>
                    <a:pt x="3495924" y="1770857"/>
                  </a:lnTo>
                  <a:lnTo>
                    <a:pt x="3485051" y="1770857"/>
                  </a:lnTo>
                  <a:lnTo>
                    <a:pt x="3479614" y="1770857"/>
                  </a:lnTo>
                  <a:lnTo>
                    <a:pt x="3468740" y="1770857"/>
                  </a:lnTo>
                  <a:lnTo>
                    <a:pt x="3468740" y="1768551"/>
                  </a:lnTo>
                  <a:lnTo>
                    <a:pt x="3463303" y="1768551"/>
                  </a:lnTo>
                  <a:lnTo>
                    <a:pt x="3457866" y="1768551"/>
                  </a:lnTo>
                  <a:lnTo>
                    <a:pt x="3457866" y="1766251"/>
                  </a:lnTo>
                  <a:lnTo>
                    <a:pt x="3452429" y="1766251"/>
                  </a:lnTo>
                  <a:lnTo>
                    <a:pt x="3446992" y="1766251"/>
                  </a:lnTo>
                  <a:lnTo>
                    <a:pt x="3446992" y="1761656"/>
                  </a:lnTo>
                  <a:lnTo>
                    <a:pt x="3441555" y="1761656"/>
                  </a:lnTo>
                  <a:lnTo>
                    <a:pt x="3441555" y="1759358"/>
                  </a:lnTo>
                  <a:lnTo>
                    <a:pt x="3436119" y="1759358"/>
                  </a:lnTo>
                  <a:lnTo>
                    <a:pt x="3436119" y="1757060"/>
                  </a:lnTo>
                  <a:lnTo>
                    <a:pt x="3430682" y="1757060"/>
                  </a:lnTo>
                  <a:lnTo>
                    <a:pt x="3430682" y="1754765"/>
                  </a:lnTo>
                  <a:lnTo>
                    <a:pt x="3425245" y="1754765"/>
                  </a:lnTo>
                  <a:lnTo>
                    <a:pt x="3425245" y="1752472"/>
                  </a:lnTo>
                  <a:lnTo>
                    <a:pt x="3408934" y="1752472"/>
                  </a:lnTo>
                  <a:lnTo>
                    <a:pt x="3408934" y="1747887"/>
                  </a:lnTo>
                  <a:lnTo>
                    <a:pt x="3398060" y="1747887"/>
                  </a:lnTo>
                  <a:lnTo>
                    <a:pt x="3398060" y="1743308"/>
                  </a:lnTo>
                  <a:lnTo>
                    <a:pt x="3392623" y="1743308"/>
                  </a:lnTo>
                  <a:lnTo>
                    <a:pt x="3392623" y="1736443"/>
                  </a:lnTo>
                  <a:lnTo>
                    <a:pt x="3387186" y="1736443"/>
                  </a:lnTo>
                  <a:lnTo>
                    <a:pt x="3381750" y="1736443"/>
                  </a:lnTo>
                  <a:lnTo>
                    <a:pt x="3381750" y="1734160"/>
                  </a:lnTo>
                  <a:lnTo>
                    <a:pt x="3376313" y="1734160"/>
                  </a:lnTo>
                  <a:lnTo>
                    <a:pt x="3376313" y="1727316"/>
                  </a:lnTo>
                  <a:lnTo>
                    <a:pt x="3365439" y="1727316"/>
                  </a:lnTo>
                  <a:lnTo>
                    <a:pt x="3365439" y="1725036"/>
                  </a:lnTo>
                  <a:lnTo>
                    <a:pt x="3360002" y="1725036"/>
                  </a:lnTo>
                  <a:lnTo>
                    <a:pt x="3360002" y="1722755"/>
                  </a:lnTo>
                  <a:lnTo>
                    <a:pt x="3349128" y="1722755"/>
                  </a:lnTo>
                  <a:lnTo>
                    <a:pt x="3349128" y="1720479"/>
                  </a:lnTo>
                  <a:lnTo>
                    <a:pt x="3343691" y="1720479"/>
                  </a:lnTo>
                  <a:lnTo>
                    <a:pt x="3338254" y="1720479"/>
                  </a:lnTo>
                  <a:lnTo>
                    <a:pt x="3338254" y="1713659"/>
                  </a:lnTo>
                  <a:lnTo>
                    <a:pt x="3332817" y="1713659"/>
                  </a:lnTo>
                  <a:lnTo>
                    <a:pt x="3332817" y="1709112"/>
                  </a:lnTo>
                  <a:lnTo>
                    <a:pt x="3327381" y="1709112"/>
                  </a:lnTo>
                  <a:lnTo>
                    <a:pt x="3327381" y="1706839"/>
                  </a:lnTo>
                  <a:lnTo>
                    <a:pt x="3311070" y="1706839"/>
                  </a:lnTo>
                  <a:lnTo>
                    <a:pt x="3311070" y="1704568"/>
                  </a:lnTo>
                  <a:lnTo>
                    <a:pt x="3305633" y="1704568"/>
                  </a:lnTo>
                  <a:lnTo>
                    <a:pt x="3300196" y="1704568"/>
                  </a:lnTo>
                  <a:lnTo>
                    <a:pt x="3294759" y="1704568"/>
                  </a:lnTo>
                  <a:lnTo>
                    <a:pt x="3289322" y="1704568"/>
                  </a:lnTo>
                  <a:lnTo>
                    <a:pt x="3283885" y="1704568"/>
                  </a:lnTo>
                  <a:lnTo>
                    <a:pt x="3273012" y="1704568"/>
                  </a:lnTo>
                  <a:lnTo>
                    <a:pt x="3273012" y="1702311"/>
                  </a:lnTo>
                  <a:lnTo>
                    <a:pt x="3267575" y="1702311"/>
                  </a:lnTo>
                  <a:lnTo>
                    <a:pt x="3262138" y="1702311"/>
                  </a:lnTo>
                  <a:lnTo>
                    <a:pt x="3256701" y="1702311"/>
                  </a:lnTo>
                  <a:lnTo>
                    <a:pt x="3256701" y="1700057"/>
                  </a:lnTo>
                  <a:lnTo>
                    <a:pt x="3251264" y="1700057"/>
                  </a:lnTo>
                  <a:lnTo>
                    <a:pt x="3245827" y="1700057"/>
                  </a:lnTo>
                  <a:lnTo>
                    <a:pt x="3245827" y="1695553"/>
                  </a:lnTo>
                  <a:lnTo>
                    <a:pt x="3240390" y="1695553"/>
                  </a:lnTo>
                  <a:lnTo>
                    <a:pt x="3234953" y="1695553"/>
                  </a:lnTo>
                  <a:lnTo>
                    <a:pt x="3229516" y="1695553"/>
                  </a:lnTo>
                  <a:lnTo>
                    <a:pt x="3229516" y="1693311"/>
                  </a:lnTo>
                  <a:lnTo>
                    <a:pt x="3218643" y="1693311"/>
                  </a:lnTo>
                  <a:lnTo>
                    <a:pt x="3218643" y="1691069"/>
                  </a:lnTo>
                  <a:lnTo>
                    <a:pt x="3207769" y="1691069"/>
                  </a:lnTo>
                  <a:lnTo>
                    <a:pt x="3196895" y="1691069"/>
                  </a:lnTo>
                  <a:lnTo>
                    <a:pt x="3196895" y="1688835"/>
                  </a:lnTo>
                  <a:lnTo>
                    <a:pt x="3191458" y="1688835"/>
                  </a:lnTo>
                  <a:lnTo>
                    <a:pt x="3180584" y="1688835"/>
                  </a:lnTo>
                  <a:lnTo>
                    <a:pt x="3180584" y="1686603"/>
                  </a:lnTo>
                  <a:lnTo>
                    <a:pt x="3169711" y="1686603"/>
                  </a:lnTo>
                  <a:lnTo>
                    <a:pt x="3169711" y="1682137"/>
                  </a:lnTo>
                  <a:lnTo>
                    <a:pt x="3164274" y="1682137"/>
                  </a:lnTo>
                  <a:lnTo>
                    <a:pt x="3153400" y="1682137"/>
                  </a:lnTo>
                  <a:lnTo>
                    <a:pt x="3153400" y="1677677"/>
                  </a:lnTo>
                  <a:lnTo>
                    <a:pt x="3142526" y="1677677"/>
                  </a:lnTo>
                  <a:lnTo>
                    <a:pt x="3126215" y="1677677"/>
                  </a:lnTo>
                  <a:lnTo>
                    <a:pt x="3126215" y="1675449"/>
                  </a:lnTo>
                  <a:lnTo>
                    <a:pt x="3120778" y="1675449"/>
                  </a:lnTo>
                  <a:lnTo>
                    <a:pt x="3120778" y="1673224"/>
                  </a:lnTo>
                  <a:lnTo>
                    <a:pt x="3115342" y="1673224"/>
                  </a:lnTo>
                  <a:lnTo>
                    <a:pt x="3115342" y="1670999"/>
                  </a:lnTo>
                  <a:lnTo>
                    <a:pt x="3104468" y="1670999"/>
                  </a:lnTo>
                  <a:lnTo>
                    <a:pt x="3104468" y="1668774"/>
                  </a:lnTo>
                  <a:lnTo>
                    <a:pt x="3093594" y="1668774"/>
                  </a:lnTo>
                  <a:lnTo>
                    <a:pt x="3082720" y="1668774"/>
                  </a:lnTo>
                  <a:lnTo>
                    <a:pt x="3082720" y="1666552"/>
                  </a:lnTo>
                  <a:lnTo>
                    <a:pt x="3077283" y="1666552"/>
                  </a:lnTo>
                  <a:lnTo>
                    <a:pt x="3071846" y="1666552"/>
                  </a:lnTo>
                  <a:lnTo>
                    <a:pt x="3071846" y="1664332"/>
                  </a:lnTo>
                  <a:lnTo>
                    <a:pt x="3055536" y="1664332"/>
                  </a:lnTo>
                  <a:lnTo>
                    <a:pt x="3055536" y="1662112"/>
                  </a:lnTo>
                  <a:lnTo>
                    <a:pt x="3044662" y="1662112"/>
                  </a:lnTo>
                  <a:lnTo>
                    <a:pt x="3039225" y="1662112"/>
                  </a:lnTo>
                  <a:lnTo>
                    <a:pt x="3033788" y="1662112"/>
                  </a:lnTo>
                  <a:lnTo>
                    <a:pt x="3033788" y="1659895"/>
                  </a:lnTo>
                  <a:lnTo>
                    <a:pt x="3028351" y="1659895"/>
                  </a:lnTo>
                  <a:lnTo>
                    <a:pt x="3022914" y="1659895"/>
                  </a:lnTo>
                  <a:lnTo>
                    <a:pt x="3022914" y="1657678"/>
                  </a:lnTo>
                  <a:lnTo>
                    <a:pt x="3017477" y="1657678"/>
                  </a:lnTo>
                  <a:lnTo>
                    <a:pt x="3012041" y="1657678"/>
                  </a:lnTo>
                  <a:lnTo>
                    <a:pt x="2995730" y="1657678"/>
                  </a:lnTo>
                  <a:lnTo>
                    <a:pt x="2984856" y="1657678"/>
                  </a:lnTo>
                  <a:lnTo>
                    <a:pt x="2979419" y="1657678"/>
                  </a:lnTo>
                  <a:lnTo>
                    <a:pt x="2979419" y="1655469"/>
                  </a:lnTo>
                  <a:lnTo>
                    <a:pt x="2973982" y="1655469"/>
                  </a:lnTo>
                  <a:lnTo>
                    <a:pt x="2973982" y="1651049"/>
                  </a:lnTo>
                  <a:lnTo>
                    <a:pt x="2968545" y="1651049"/>
                  </a:lnTo>
                  <a:lnTo>
                    <a:pt x="2963108" y="1651049"/>
                  </a:lnTo>
                  <a:lnTo>
                    <a:pt x="2952235" y="1651049"/>
                  </a:lnTo>
                  <a:lnTo>
                    <a:pt x="2952235" y="1646640"/>
                  </a:lnTo>
                  <a:lnTo>
                    <a:pt x="2946798" y="1646640"/>
                  </a:lnTo>
                  <a:lnTo>
                    <a:pt x="2946798" y="1637825"/>
                  </a:lnTo>
                  <a:lnTo>
                    <a:pt x="2941361" y="1637825"/>
                  </a:lnTo>
                  <a:lnTo>
                    <a:pt x="2941361" y="1633417"/>
                  </a:lnTo>
                  <a:lnTo>
                    <a:pt x="2935924" y="1633417"/>
                  </a:lnTo>
                  <a:lnTo>
                    <a:pt x="2935924" y="1631215"/>
                  </a:lnTo>
                  <a:lnTo>
                    <a:pt x="2930487" y="1631215"/>
                  </a:lnTo>
                  <a:lnTo>
                    <a:pt x="2930487" y="1629018"/>
                  </a:lnTo>
                  <a:lnTo>
                    <a:pt x="2925050" y="1629018"/>
                  </a:lnTo>
                  <a:lnTo>
                    <a:pt x="2925050" y="1624622"/>
                  </a:lnTo>
                  <a:lnTo>
                    <a:pt x="2914176" y="1624622"/>
                  </a:lnTo>
                  <a:lnTo>
                    <a:pt x="2908739" y="1624622"/>
                  </a:lnTo>
                  <a:lnTo>
                    <a:pt x="2908739" y="1620231"/>
                  </a:lnTo>
                  <a:lnTo>
                    <a:pt x="2903303" y="1620231"/>
                  </a:lnTo>
                  <a:lnTo>
                    <a:pt x="2897866" y="1620231"/>
                  </a:lnTo>
                  <a:lnTo>
                    <a:pt x="2892429" y="1620231"/>
                  </a:lnTo>
                  <a:lnTo>
                    <a:pt x="2892429" y="1615848"/>
                  </a:lnTo>
                  <a:lnTo>
                    <a:pt x="2886992" y="1615848"/>
                  </a:lnTo>
                  <a:lnTo>
                    <a:pt x="2881555" y="1615848"/>
                  </a:lnTo>
                  <a:lnTo>
                    <a:pt x="2881555" y="1613657"/>
                  </a:lnTo>
                  <a:lnTo>
                    <a:pt x="2876118" y="1613657"/>
                  </a:lnTo>
                  <a:lnTo>
                    <a:pt x="2876118" y="1607097"/>
                  </a:lnTo>
                  <a:lnTo>
                    <a:pt x="2870681" y="1607097"/>
                  </a:lnTo>
                  <a:lnTo>
                    <a:pt x="2870681" y="1604910"/>
                  </a:lnTo>
                  <a:lnTo>
                    <a:pt x="2865244" y="1604910"/>
                  </a:lnTo>
                  <a:lnTo>
                    <a:pt x="2865244" y="1602723"/>
                  </a:lnTo>
                  <a:lnTo>
                    <a:pt x="2859807" y="1602723"/>
                  </a:lnTo>
                  <a:lnTo>
                    <a:pt x="2854371" y="1602723"/>
                  </a:lnTo>
                  <a:lnTo>
                    <a:pt x="2838060" y="1602723"/>
                  </a:lnTo>
                  <a:lnTo>
                    <a:pt x="2838060" y="1600538"/>
                  </a:lnTo>
                  <a:lnTo>
                    <a:pt x="2827186" y="1600538"/>
                  </a:lnTo>
                  <a:lnTo>
                    <a:pt x="2821749" y="1600538"/>
                  </a:lnTo>
                  <a:lnTo>
                    <a:pt x="2821749" y="1598356"/>
                  </a:lnTo>
                  <a:lnTo>
                    <a:pt x="2816312" y="1598356"/>
                  </a:lnTo>
                  <a:lnTo>
                    <a:pt x="2816312" y="1591816"/>
                  </a:lnTo>
                  <a:lnTo>
                    <a:pt x="2805438" y="1591816"/>
                  </a:lnTo>
                  <a:lnTo>
                    <a:pt x="2805438" y="1589636"/>
                  </a:lnTo>
                  <a:lnTo>
                    <a:pt x="2800002" y="1589636"/>
                  </a:lnTo>
                  <a:lnTo>
                    <a:pt x="2800002" y="1587456"/>
                  </a:lnTo>
                  <a:lnTo>
                    <a:pt x="2783691" y="1587456"/>
                  </a:lnTo>
                  <a:lnTo>
                    <a:pt x="2783691" y="1585277"/>
                  </a:lnTo>
                  <a:lnTo>
                    <a:pt x="2778254" y="1585277"/>
                  </a:lnTo>
                  <a:lnTo>
                    <a:pt x="2778254" y="1583099"/>
                  </a:lnTo>
                  <a:lnTo>
                    <a:pt x="2772817" y="1583099"/>
                  </a:lnTo>
                  <a:lnTo>
                    <a:pt x="2767380" y="1583099"/>
                  </a:lnTo>
                  <a:lnTo>
                    <a:pt x="2767380" y="1580924"/>
                  </a:lnTo>
                  <a:lnTo>
                    <a:pt x="2751069" y="1580924"/>
                  </a:lnTo>
                  <a:lnTo>
                    <a:pt x="2751069" y="1574398"/>
                  </a:lnTo>
                  <a:lnTo>
                    <a:pt x="2745633" y="1574398"/>
                  </a:lnTo>
                  <a:lnTo>
                    <a:pt x="2740196" y="1574398"/>
                  </a:lnTo>
                  <a:lnTo>
                    <a:pt x="2740196" y="1572226"/>
                  </a:lnTo>
                  <a:lnTo>
                    <a:pt x="2713011" y="1572226"/>
                  </a:lnTo>
                  <a:lnTo>
                    <a:pt x="2713011" y="1567881"/>
                  </a:lnTo>
                  <a:lnTo>
                    <a:pt x="2702137" y="1567881"/>
                  </a:lnTo>
                  <a:lnTo>
                    <a:pt x="2702137" y="1561364"/>
                  </a:lnTo>
                  <a:lnTo>
                    <a:pt x="2696701" y="1561364"/>
                  </a:lnTo>
                  <a:lnTo>
                    <a:pt x="2696701" y="1559194"/>
                  </a:lnTo>
                  <a:lnTo>
                    <a:pt x="2691264" y="1559194"/>
                  </a:lnTo>
                  <a:lnTo>
                    <a:pt x="2691264" y="1550513"/>
                  </a:lnTo>
                  <a:lnTo>
                    <a:pt x="2685827" y="1550513"/>
                  </a:lnTo>
                  <a:lnTo>
                    <a:pt x="2685827" y="1544005"/>
                  </a:lnTo>
                  <a:lnTo>
                    <a:pt x="2674953" y="1544005"/>
                  </a:lnTo>
                  <a:lnTo>
                    <a:pt x="2674953" y="1539668"/>
                  </a:lnTo>
                  <a:lnTo>
                    <a:pt x="2664079" y="1539668"/>
                  </a:lnTo>
                  <a:lnTo>
                    <a:pt x="2664079" y="1537500"/>
                  </a:lnTo>
                  <a:lnTo>
                    <a:pt x="2653205" y="1537500"/>
                  </a:lnTo>
                  <a:lnTo>
                    <a:pt x="2647768" y="1537500"/>
                  </a:lnTo>
                  <a:lnTo>
                    <a:pt x="2647768" y="1533165"/>
                  </a:lnTo>
                  <a:lnTo>
                    <a:pt x="2631458" y="1533165"/>
                  </a:lnTo>
                  <a:lnTo>
                    <a:pt x="2631458" y="1530997"/>
                  </a:lnTo>
                  <a:lnTo>
                    <a:pt x="2620584" y="1530997"/>
                  </a:lnTo>
                  <a:lnTo>
                    <a:pt x="2615147" y="1530997"/>
                  </a:lnTo>
                  <a:lnTo>
                    <a:pt x="2615147" y="1528831"/>
                  </a:lnTo>
                  <a:lnTo>
                    <a:pt x="2609710" y="1528831"/>
                  </a:lnTo>
                  <a:lnTo>
                    <a:pt x="2609710" y="1526665"/>
                  </a:lnTo>
                  <a:lnTo>
                    <a:pt x="2604273" y="1526665"/>
                  </a:lnTo>
                  <a:lnTo>
                    <a:pt x="2604273" y="1524500"/>
                  </a:lnTo>
                  <a:lnTo>
                    <a:pt x="2598836" y="1524500"/>
                  </a:lnTo>
                  <a:lnTo>
                    <a:pt x="2598836" y="1522335"/>
                  </a:lnTo>
                  <a:lnTo>
                    <a:pt x="2593399" y="1522335"/>
                  </a:lnTo>
                  <a:lnTo>
                    <a:pt x="2593399" y="1520169"/>
                  </a:lnTo>
                  <a:lnTo>
                    <a:pt x="2587963" y="1520169"/>
                  </a:lnTo>
                  <a:lnTo>
                    <a:pt x="2587963" y="1515837"/>
                  </a:lnTo>
                  <a:lnTo>
                    <a:pt x="2577089" y="1515837"/>
                  </a:lnTo>
                  <a:lnTo>
                    <a:pt x="2577089" y="1511505"/>
                  </a:lnTo>
                  <a:lnTo>
                    <a:pt x="2566215" y="1511505"/>
                  </a:lnTo>
                  <a:lnTo>
                    <a:pt x="2566215" y="1505007"/>
                  </a:lnTo>
                  <a:lnTo>
                    <a:pt x="2560778" y="1505007"/>
                  </a:lnTo>
                  <a:lnTo>
                    <a:pt x="2560778" y="1500676"/>
                  </a:lnTo>
                  <a:lnTo>
                    <a:pt x="2549904" y="1500676"/>
                  </a:lnTo>
                  <a:lnTo>
                    <a:pt x="2549904" y="1498513"/>
                  </a:lnTo>
                  <a:lnTo>
                    <a:pt x="2544467" y="1498513"/>
                  </a:lnTo>
                  <a:lnTo>
                    <a:pt x="2544467" y="1494187"/>
                  </a:lnTo>
                  <a:lnTo>
                    <a:pt x="2539030" y="1494187"/>
                  </a:lnTo>
                  <a:lnTo>
                    <a:pt x="2539030" y="1489860"/>
                  </a:lnTo>
                  <a:lnTo>
                    <a:pt x="2528157" y="1489860"/>
                  </a:lnTo>
                  <a:lnTo>
                    <a:pt x="2517283" y="1489860"/>
                  </a:lnTo>
                  <a:lnTo>
                    <a:pt x="2511846" y="1489860"/>
                  </a:lnTo>
                  <a:lnTo>
                    <a:pt x="2511846" y="1487700"/>
                  </a:lnTo>
                  <a:lnTo>
                    <a:pt x="2495535" y="1487700"/>
                  </a:lnTo>
                  <a:lnTo>
                    <a:pt x="2495535" y="1485541"/>
                  </a:lnTo>
                  <a:lnTo>
                    <a:pt x="2490098" y="1485541"/>
                  </a:lnTo>
                  <a:lnTo>
                    <a:pt x="2490098" y="1483381"/>
                  </a:lnTo>
                  <a:lnTo>
                    <a:pt x="2484662" y="1483381"/>
                  </a:lnTo>
                  <a:lnTo>
                    <a:pt x="2484662" y="1481220"/>
                  </a:lnTo>
                  <a:lnTo>
                    <a:pt x="2473788" y="1481220"/>
                  </a:lnTo>
                  <a:lnTo>
                    <a:pt x="2473788" y="1476902"/>
                  </a:lnTo>
                  <a:lnTo>
                    <a:pt x="2468351" y="1476902"/>
                  </a:lnTo>
                  <a:lnTo>
                    <a:pt x="2468351" y="1474743"/>
                  </a:lnTo>
                  <a:lnTo>
                    <a:pt x="2462914" y="1474743"/>
                  </a:lnTo>
                  <a:lnTo>
                    <a:pt x="2457477" y="1474743"/>
                  </a:lnTo>
                  <a:lnTo>
                    <a:pt x="2457477" y="1472586"/>
                  </a:lnTo>
                  <a:lnTo>
                    <a:pt x="2452040" y="1472586"/>
                  </a:lnTo>
                  <a:lnTo>
                    <a:pt x="2452040" y="1470429"/>
                  </a:lnTo>
                  <a:lnTo>
                    <a:pt x="2446603" y="1470429"/>
                  </a:lnTo>
                  <a:lnTo>
                    <a:pt x="2446603" y="1468272"/>
                  </a:lnTo>
                  <a:lnTo>
                    <a:pt x="2435729" y="1468272"/>
                  </a:lnTo>
                  <a:lnTo>
                    <a:pt x="2435729" y="1466116"/>
                  </a:lnTo>
                  <a:lnTo>
                    <a:pt x="2430293" y="1466116"/>
                  </a:lnTo>
                  <a:lnTo>
                    <a:pt x="2430293" y="1463960"/>
                  </a:lnTo>
                  <a:lnTo>
                    <a:pt x="2424856" y="1463960"/>
                  </a:lnTo>
                  <a:lnTo>
                    <a:pt x="2424856" y="1459647"/>
                  </a:lnTo>
                  <a:lnTo>
                    <a:pt x="2413982" y="1459647"/>
                  </a:lnTo>
                  <a:lnTo>
                    <a:pt x="2413982" y="1457492"/>
                  </a:lnTo>
                  <a:lnTo>
                    <a:pt x="2408545" y="1457492"/>
                  </a:lnTo>
                  <a:lnTo>
                    <a:pt x="2408545" y="1455337"/>
                  </a:lnTo>
                  <a:lnTo>
                    <a:pt x="2397671" y="1455337"/>
                  </a:lnTo>
                  <a:lnTo>
                    <a:pt x="2386797" y="1455337"/>
                  </a:lnTo>
                  <a:lnTo>
                    <a:pt x="2386797" y="1453185"/>
                  </a:lnTo>
                  <a:lnTo>
                    <a:pt x="2381360" y="1453185"/>
                  </a:lnTo>
                  <a:lnTo>
                    <a:pt x="2381360" y="1448884"/>
                  </a:lnTo>
                  <a:lnTo>
                    <a:pt x="2370487" y="1448884"/>
                  </a:lnTo>
                  <a:lnTo>
                    <a:pt x="2370487" y="1444582"/>
                  </a:lnTo>
                  <a:lnTo>
                    <a:pt x="2365050" y="1444582"/>
                  </a:lnTo>
                  <a:lnTo>
                    <a:pt x="2354176" y="1444582"/>
                  </a:lnTo>
                  <a:lnTo>
                    <a:pt x="2354176" y="1442432"/>
                  </a:lnTo>
                  <a:lnTo>
                    <a:pt x="2348739" y="1442432"/>
                  </a:lnTo>
                  <a:lnTo>
                    <a:pt x="2348739" y="1438132"/>
                  </a:lnTo>
                  <a:lnTo>
                    <a:pt x="2343302" y="1438132"/>
                  </a:lnTo>
                  <a:lnTo>
                    <a:pt x="2343302" y="1435981"/>
                  </a:lnTo>
                  <a:lnTo>
                    <a:pt x="2337865" y="1435981"/>
                  </a:lnTo>
                  <a:lnTo>
                    <a:pt x="2337865" y="1433831"/>
                  </a:lnTo>
                  <a:lnTo>
                    <a:pt x="2326991" y="1433831"/>
                  </a:lnTo>
                  <a:lnTo>
                    <a:pt x="2321555" y="1433831"/>
                  </a:lnTo>
                  <a:lnTo>
                    <a:pt x="2321555" y="1431683"/>
                  </a:lnTo>
                  <a:lnTo>
                    <a:pt x="2316118" y="1431683"/>
                  </a:lnTo>
                  <a:lnTo>
                    <a:pt x="2316118" y="1429535"/>
                  </a:lnTo>
                  <a:lnTo>
                    <a:pt x="2310681" y="1429535"/>
                  </a:lnTo>
                  <a:lnTo>
                    <a:pt x="2310681" y="1427386"/>
                  </a:lnTo>
                  <a:lnTo>
                    <a:pt x="2294370" y="1427386"/>
                  </a:lnTo>
                  <a:lnTo>
                    <a:pt x="2294370" y="1425238"/>
                  </a:lnTo>
                  <a:lnTo>
                    <a:pt x="2278059" y="1425238"/>
                  </a:lnTo>
                  <a:lnTo>
                    <a:pt x="2278059" y="1423090"/>
                  </a:lnTo>
                  <a:lnTo>
                    <a:pt x="2272623" y="1423090"/>
                  </a:lnTo>
                  <a:lnTo>
                    <a:pt x="2272623" y="1420941"/>
                  </a:lnTo>
                  <a:lnTo>
                    <a:pt x="2267186" y="1420941"/>
                  </a:lnTo>
                  <a:lnTo>
                    <a:pt x="2267186" y="1418793"/>
                  </a:lnTo>
                  <a:lnTo>
                    <a:pt x="2250875" y="1418793"/>
                  </a:lnTo>
                  <a:lnTo>
                    <a:pt x="2250875" y="1416646"/>
                  </a:lnTo>
                  <a:lnTo>
                    <a:pt x="2245438" y="1416646"/>
                  </a:lnTo>
                  <a:lnTo>
                    <a:pt x="2240001" y="1416646"/>
                  </a:lnTo>
                  <a:lnTo>
                    <a:pt x="2240001" y="1408059"/>
                  </a:lnTo>
                  <a:lnTo>
                    <a:pt x="2234564" y="1408059"/>
                  </a:lnTo>
                  <a:lnTo>
                    <a:pt x="2234564" y="1405912"/>
                  </a:lnTo>
                  <a:lnTo>
                    <a:pt x="2229127" y="1405912"/>
                  </a:lnTo>
                  <a:lnTo>
                    <a:pt x="2229127" y="1403766"/>
                  </a:lnTo>
                  <a:lnTo>
                    <a:pt x="2223690" y="1403766"/>
                  </a:lnTo>
                  <a:lnTo>
                    <a:pt x="2223690" y="1399476"/>
                  </a:lnTo>
                  <a:lnTo>
                    <a:pt x="2218254" y="1399476"/>
                  </a:lnTo>
                  <a:lnTo>
                    <a:pt x="2218254" y="1397334"/>
                  </a:lnTo>
                  <a:lnTo>
                    <a:pt x="2212817" y="1397334"/>
                  </a:lnTo>
                  <a:lnTo>
                    <a:pt x="2212817" y="1395191"/>
                  </a:lnTo>
                  <a:lnTo>
                    <a:pt x="2207380" y="1395191"/>
                  </a:lnTo>
                  <a:lnTo>
                    <a:pt x="2207380" y="1388762"/>
                  </a:lnTo>
                  <a:lnTo>
                    <a:pt x="2196506" y="1388762"/>
                  </a:lnTo>
                  <a:lnTo>
                    <a:pt x="2196506" y="1386619"/>
                  </a:lnTo>
                  <a:lnTo>
                    <a:pt x="2191069" y="1386619"/>
                  </a:lnTo>
                  <a:lnTo>
                    <a:pt x="2191069" y="1384476"/>
                  </a:lnTo>
                  <a:lnTo>
                    <a:pt x="2185632" y="1384476"/>
                  </a:lnTo>
                  <a:lnTo>
                    <a:pt x="2185632" y="1380192"/>
                  </a:lnTo>
                  <a:lnTo>
                    <a:pt x="2180195" y="1380192"/>
                  </a:lnTo>
                  <a:lnTo>
                    <a:pt x="2180195" y="1373767"/>
                  </a:lnTo>
                  <a:lnTo>
                    <a:pt x="2169321" y="1373767"/>
                  </a:lnTo>
                  <a:lnTo>
                    <a:pt x="2163885" y="1373767"/>
                  </a:lnTo>
                  <a:lnTo>
                    <a:pt x="2163885" y="1369489"/>
                  </a:lnTo>
                  <a:lnTo>
                    <a:pt x="2153011" y="1369489"/>
                  </a:lnTo>
                  <a:lnTo>
                    <a:pt x="2153011" y="1363077"/>
                  </a:lnTo>
                  <a:lnTo>
                    <a:pt x="2142137" y="1363077"/>
                  </a:lnTo>
                  <a:lnTo>
                    <a:pt x="2142137" y="1360940"/>
                  </a:lnTo>
                  <a:lnTo>
                    <a:pt x="2131263" y="1360940"/>
                  </a:lnTo>
                  <a:lnTo>
                    <a:pt x="2131263" y="1356667"/>
                  </a:lnTo>
                  <a:lnTo>
                    <a:pt x="2125826" y="1356667"/>
                  </a:lnTo>
                  <a:lnTo>
                    <a:pt x="2125826" y="1354532"/>
                  </a:lnTo>
                  <a:lnTo>
                    <a:pt x="2120389" y="1354532"/>
                  </a:lnTo>
                  <a:lnTo>
                    <a:pt x="2120389" y="1352396"/>
                  </a:lnTo>
                  <a:lnTo>
                    <a:pt x="2114953" y="1352396"/>
                  </a:lnTo>
                  <a:lnTo>
                    <a:pt x="2114953" y="1350260"/>
                  </a:lnTo>
                  <a:lnTo>
                    <a:pt x="2109516" y="1350260"/>
                  </a:lnTo>
                  <a:lnTo>
                    <a:pt x="2109516" y="1345988"/>
                  </a:lnTo>
                  <a:lnTo>
                    <a:pt x="2104079" y="1345988"/>
                  </a:lnTo>
                  <a:lnTo>
                    <a:pt x="2098642" y="1345988"/>
                  </a:lnTo>
                  <a:lnTo>
                    <a:pt x="2098642" y="1343854"/>
                  </a:lnTo>
                  <a:lnTo>
                    <a:pt x="2093205" y="1343854"/>
                  </a:lnTo>
                  <a:lnTo>
                    <a:pt x="2093205" y="1341721"/>
                  </a:lnTo>
                  <a:lnTo>
                    <a:pt x="2087768" y="1341721"/>
                  </a:lnTo>
                  <a:lnTo>
                    <a:pt x="2082331" y="1341721"/>
                  </a:lnTo>
                  <a:lnTo>
                    <a:pt x="2082331" y="1339590"/>
                  </a:lnTo>
                  <a:lnTo>
                    <a:pt x="2071457" y="1339590"/>
                  </a:lnTo>
                  <a:lnTo>
                    <a:pt x="2071457" y="1331066"/>
                  </a:lnTo>
                  <a:lnTo>
                    <a:pt x="2066020" y="1331066"/>
                  </a:lnTo>
                  <a:lnTo>
                    <a:pt x="2066020" y="1328935"/>
                  </a:lnTo>
                  <a:lnTo>
                    <a:pt x="2055147" y="1328935"/>
                  </a:lnTo>
                  <a:lnTo>
                    <a:pt x="2055147" y="1326805"/>
                  </a:lnTo>
                  <a:lnTo>
                    <a:pt x="2044273" y="1326805"/>
                  </a:lnTo>
                  <a:lnTo>
                    <a:pt x="2044273" y="1324675"/>
                  </a:lnTo>
                  <a:lnTo>
                    <a:pt x="2038836" y="1324675"/>
                  </a:lnTo>
                  <a:lnTo>
                    <a:pt x="2038836" y="1320414"/>
                  </a:lnTo>
                  <a:lnTo>
                    <a:pt x="2033399" y="1320414"/>
                  </a:lnTo>
                  <a:lnTo>
                    <a:pt x="2033399" y="1318284"/>
                  </a:lnTo>
                  <a:lnTo>
                    <a:pt x="2027962" y="1318284"/>
                  </a:lnTo>
                  <a:lnTo>
                    <a:pt x="2027962" y="1316154"/>
                  </a:lnTo>
                  <a:lnTo>
                    <a:pt x="2022525" y="1316154"/>
                  </a:lnTo>
                  <a:lnTo>
                    <a:pt x="2022525" y="1314025"/>
                  </a:lnTo>
                  <a:lnTo>
                    <a:pt x="2017088" y="1314025"/>
                  </a:lnTo>
                  <a:lnTo>
                    <a:pt x="2017088" y="1311895"/>
                  </a:lnTo>
                  <a:lnTo>
                    <a:pt x="2011651" y="1311895"/>
                  </a:lnTo>
                  <a:lnTo>
                    <a:pt x="2011651" y="1307642"/>
                  </a:lnTo>
                  <a:lnTo>
                    <a:pt x="2006215" y="1307642"/>
                  </a:lnTo>
                  <a:lnTo>
                    <a:pt x="2006215" y="1305515"/>
                  </a:lnTo>
                  <a:lnTo>
                    <a:pt x="2000778" y="1305515"/>
                  </a:lnTo>
                  <a:lnTo>
                    <a:pt x="1995341" y="1305515"/>
                  </a:lnTo>
                  <a:lnTo>
                    <a:pt x="1995341" y="1303389"/>
                  </a:lnTo>
                  <a:lnTo>
                    <a:pt x="1989904" y="1303389"/>
                  </a:lnTo>
                  <a:lnTo>
                    <a:pt x="1989904" y="1301264"/>
                  </a:lnTo>
                  <a:lnTo>
                    <a:pt x="1984467" y="1301264"/>
                  </a:lnTo>
                  <a:lnTo>
                    <a:pt x="1984467" y="1297014"/>
                  </a:lnTo>
                  <a:lnTo>
                    <a:pt x="1973593" y="1297014"/>
                  </a:lnTo>
                  <a:lnTo>
                    <a:pt x="1973593" y="1294889"/>
                  </a:lnTo>
                  <a:lnTo>
                    <a:pt x="1968156" y="1294889"/>
                  </a:lnTo>
                  <a:lnTo>
                    <a:pt x="1968156" y="1292765"/>
                  </a:lnTo>
                  <a:lnTo>
                    <a:pt x="1951846" y="1292765"/>
                  </a:lnTo>
                  <a:lnTo>
                    <a:pt x="1951846" y="1290641"/>
                  </a:lnTo>
                  <a:lnTo>
                    <a:pt x="1935535" y="1290641"/>
                  </a:lnTo>
                  <a:lnTo>
                    <a:pt x="1935535" y="1288518"/>
                  </a:lnTo>
                  <a:lnTo>
                    <a:pt x="1930098" y="1288518"/>
                  </a:lnTo>
                  <a:lnTo>
                    <a:pt x="1930098" y="1286395"/>
                  </a:lnTo>
                  <a:lnTo>
                    <a:pt x="1924661" y="1286395"/>
                  </a:lnTo>
                  <a:lnTo>
                    <a:pt x="1924661" y="1280024"/>
                  </a:lnTo>
                  <a:lnTo>
                    <a:pt x="1919224" y="1280024"/>
                  </a:lnTo>
                  <a:lnTo>
                    <a:pt x="1919224" y="1277902"/>
                  </a:lnTo>
                  <a:lnTo>
                    <a:pt x="1913787" y="1277902"/>
                  </a:lnTo>
                  <a:lnTo>
                    <a:pt x="1908350" y="1277902"/>
                  </a:lnTo>
                  <a:lnTo>
                    <a:pt x="1908350" y="1275781"/>
                  </a:lnTo>
                  <a:lnTo>
                    <a:pt x="1902914" y="1275781"/>
                  </a:lnTo>
                  <a:lnTo>
                    <a:pt x="1897477" y="1275781"/>
                  </a:lnTo>
                  <a:lnTo>
                    <a:pt x="1897477" y="1273664"/>
                  </a:lnTo>
                  <a:lnTo>
                    <a:pt x="1892040" y="1273664"/>
                  </a:lnTo>
                  <a:lnTo>
                    <a:pt x="1886603" y="1273664"/>
                  </a:lnTo>
                  <a:lnTo>
                    <a:pt x="1886603" y="1271548"/>
                  </a:lnTo>
                  <a:lnTo>
                    <a:pt x="1875729" y="1271548"/>
                  </a:lnTo>
                  <a:lnTo>
                    <a:pt x="1875729" y="1267315"/>
                  </a:lnTo>
                  <a:lnTo>
                    <a:pt x="1870292" y="1267315"/>
                  </a:lnTo>
                  <a:lnTo>
                    <a:pt x="1870292" y="1265199"/>
                  </a:lnTo>
                  <a:lnTo>
                    <a:pt x="1864855" y="1265199"/>
                  </a:lnTo>
                  <a:lnTo>
                    <a:pt x="1864855" y="1263082"/>
                  </a:lnTo>
                  <a:lnTo>
                    <a:pt x="1848545" y="1263082"/>
                  </a:lnTo>
                  <a:lnTo>
                    <a:pt x="1848545" y="1260965"/>
                  </a:lnTo>
                  <a:lnTo>
                    <a:pt x="1843108" y="1260965"/>
                  </a:lnTo>
                  <a:lnTo>
                    <a:pt x="1843108" y="1252497"/>
                  </a:lnTo>
                  <a:lnTo>
                    <a:pt x="1832234" y="1252497"/>
                  </a:lnTo>
                  <a:lnTo>
                    <a:pt x="1832234" y="1248263"/>
                  </a:lnTo>
                  <a:lnTo>
                    <a:pt x="1826797" y="1248263"/>
                  </a:lnTo>
                  <a:lnTo>
                    <a:pt x="1826797" y="1246148"/>
                  </a:lnTo>
                  <a:lnTo>
                    <a:pt x="1821360" y="1246148"/>
                  </a:lnTo>
                  <a:lnTo>
                    <a:pt x="1815923" y="1246148"/>
                  </a:lnTo>
                  <a:lnTo>
                    <a:pt x="1815923" y="1244036"/>
                  </a:lnTo>
                  <a:lnTo>
                    <a:pt x="1810486" y="1244036"/>
                  </a:lnTo>
                  <a:lnTo>
                    <a:pt x="1810486" y="1235586"/>
                  </a:lnTo>
                  <a:lnTo>
                    <a:pt x="1805049" y="1235586"/>
                  </a:lnTo>
                  <a:lnTo>
                    <a:pt x="1805049" y="1233474"/>
                  </a:lnTo>
                  <a:lnTo>
                    <a:pt x="1799612" y="1233474"/>
                  </a:lnTo>
                  <a:lnTo>
                    <a:pt x="1799612" y="1231362"/>
                  </a:lnTo>
                  <a:lnTo>
                    <a:pt x="1788739" y="1231362"/>
                  </a:lnTo>
                  <a:lnTo>
                    <a:pt x="1788739" y="1229250"/>
                  </a:lnTo>
                  <a:lnTo>
                    <a:pt x="1783302" y="1229250"/>
                  </a:lnTo>
                  <a:lnTo>
                    <a:pt x="1783302" y="1225026"/>
                  </a:lnTo>
                  <a:lnTo>
                    <a:pt x="1777865" y="1225026"/>
                  </a:lnTo>
                  <a:lnTo>
                    <a:pt x="1777865" y="1220801"/>
                  </a:lnTo>
                  <a:lnTo>
                    <a:pt x="1756117" y="1220801"/>
                  </a:lnTo>
                  <a:lnTo>
                    <a:pt x="1756117" y="1216576"/>
                  </a:lnTo>
                  <a:lnTo>
                    <a:pt x="1750680" y="1216576"/>
                  </a:lnTo>
                  <a:lnTo>
                    <a:pt x="1750680" y="1212355"/>
                  </a:lnTo>
                  <a:lnTo>
                    <a:pt x="1745243" y="1212355"/>
                  </a:lnTo>
                  <a:lnTo>
                    <a:pt x="1739807" y="1212355"/>
                  </a:lnTo>
                  <a:lnTo>
                    <a:pt x="1739807" y="1210246"/>
                  </a:lnTo>
                  <a:lnTo>
                    <a:pt x="1728933" y="1210246"/>
                  </a:lnTo>
                  <a:lnTo>
                    <a:pt x="1728933" y="1208136"/>
                  </a:lnTo>
                  <a:lnTo>
                    <a:pt x="1718059" y="1208136"/>
                  </a:lnTo>
                  <a:lnTo>
                    <a:pt x="1718059" y="1206027"/>
                  </a:lnTo>
                  <a:lnTo>
                    <a:pt x="1712622" y="1206027"/>
                  </a:lnTo>
                  <a:lnTo>
                    <a:pt x="1712622" y="1199700"/>
                  </a:lnTo>
                  <a:lnTo>
                    <a:pt x="1707185" y="1199700"/>
                  </a:lnTo>
                  <a:lnTo>
                    <a:pt x="1707185" y="1193375"/>
                  </a:lnTo>
                  <a:lnTo>
                    <a:pt x="1696311" y="1193375"/>
                  </a:lnTo>
                  <a:lnTo>
                    <a:pt x="1696311" y="1191266"/>
                  </a:lnTo>
                  <a:lnTo>
                    <a:pt x="1685438" y="1191266"/>
                  </a:lnTo>
                  <a:lnTo>
                    <a:pt x="1685438" y="1189159"/>
                  </a:lnTo>
                  <a:lnTo>
                    <a:pt x="1674564" y="1189159"/>
                  </a:lnTo>
                  <a:lnTo>
                    <a:pt x="1674564" y="1184943"/>
                  </a:lnTo>
                  <a:lnTo>
                    <a:pt x="1669127" y="1184943"/>
                  </a:lnTo>
                  <a:lnTo>
                    <a:pt x="1669127" y="1182835"/>
                  </a:lnTo>
                  <a:lnTo>
                    <a:pt x="1663690" y="1182835"/>
                  </a:lnTo>
                  <a:lnTo>
                    <a:pt x="1663690" y="1180728"/>
                  </a:lnTo>
                  <a:lnTo>
                    <a:pt x="1658253" y="1180728"/>
                  </a:lnTo>
                  <a:lnTo>
                    <a:pt x="1658253" y="1178621"/>
                  </a:lnTo>
                  <a:lnTo>
                    <a:pt x="1652816" y="1178621"/>
                  </a:lnTo>
                  <a:lnTo>
                    <a:pt x="1652816" y="1176514"/>
                  </a:lnTo>
                  <a:lnTo>
                    <a:pt x="1647379" y="1176514"/>
                  </a:lnTo>
                  <a:lnTo>
                    <a:pt x="1647379" y="1174407"/>
                  </a:lnTo>
                  <a:lnTo>
                    <a:pt x="1641942" y="1174407"/>
                  </a:lnTo>
                  <a:lnTo>
                    <a:pt x="1641942" y="1170191"/>
                  </a:lnTo>
                  <a:lnTo>
                    <a:pt x="1636506" y="1170191"/>
                  </a:lnTo>
                  <a:lnTo>
                    <a:pt x="1631069" y="1170191"/>
                  </a:lnTo>
                  <a:lnTo>
                    <a:pt x="1631069" y="1165982"/>
                  </a:lnTo>
                  <a:lnTo>
                    <a:pt x="1625632" y="1165982"/>
                  </a:lnTo>
                  <a:lnTo>
                    <a:pt x="1625632" y="1163878"/>
                  </a:lnTo>
                  <a:lnTo>
                    <a:pt x="1620195" y="1163878"/>
                  </a:lnTo>
                  <a:lnTo>
                    <a:pt x="1620195" y="1157566"/>
                  </a:lnTo>
                  <a:lnTo>
                    <a:pt x="1614758" y="1157566"/>
                  </a:lnTo>
                  <a:lnTo>
                    <a:pt x="1614758" y="1155462"/>
                  </a:lnTo>
                  <a:lnTo>
                    <a:pt x="1603884" y="1155462"/>
                  </a:lnTo>
                  <a:lnTo>
                    <a:pt x="1603884" y="1151253"/>
                  </a:lnTo>
                  <a:lnTo>
                    <a:pt x="1598447" y="1151253"/>
                  </a:lnTo>
                  <a:lnTo>
                    <a:pt x="1598447" y="1144939"/>
                  </a:lnTo>
                  <a:lnTo>
                    <a:pt x="1593010" y="1144939"/>
                  </a:lnTo>
                  <a:lnTo>
                    <a:pt x="1593010" y="1140729"/>
                  </a:lnTo>
                  <a:lnTo>
                    <a:pt x="1587573" y="1140729"/>
                  </a:lnTo>
                  <a:lnTo>
                    <a:pt x="1587573" y="1138625"/>
                  </a:lnTo>
                  <a:lnTo>
                    <a:pt x="1582137" y="1138625"/>
                  </a:lnTo>
                  <a:lnTo>
                    <a:pt x="1582137" y="1136522"/>
                  </a:lnTo>
                  <a:lnTo>
                    <a:pt x="1576700" y="1136522"/>
                  </a:lnTo>
                  <a:lnTo>
                    <a:pt x="1576700" y="1132315"/>
                  </a:lnTo>
                  <a:lnTo>
                    <a:pt x="1571263" y="1132315"/>
                  </a:lnTo>
                  <a:lnTo>
                    <a:pt x="1571263" y="1130211"/>
                  </a:lnTo>
                  <a:lnTo>
                    <a:pt x="1560389" y="1130211"/>
                  </a:lnTo>
                  <a:lnTo>
                    <a:pt x="1560389" y="1123900"/>
                  </a:lnTo>
                  <a:lnTo>
                    <a:pt x="1549515" y="1123900"/>
                  </a:lnTo>
                  <a:lnTo>
                    <a:pt x="1549515" y="1121796"/>
                  </a:lnTo>
                  <a:lnTo>
                    <a:pt x="1538641" y="1121796"/>
                  </a:lnTo>
                  <a:lnTo>
                    <a:pt x="1538641" y="1117588"/>
                  </a:lnTo>
                  <a:lnTo>
                    <a:pt x="1527768" y="1117588"/>
                  </a:lnTo>
                  <a:lnTo>
                    <a:pt x="1527768" y="1113381"/>
                  </a:lnTo>
                  <a:lnTo>
                    <a:pt x="1522331" y="1113381"/>
                  </a:lnTo>
                  <a:lnTo>
                    <a:pt x="1516894" y="1113381"/>
                  </a:lnTo>
                  <a:lnTo>
                    <a:pt x="1516894" y="1111279"/>
                  </a:lnTo>
                  <a:lnTo>
                    <a:pt x="1511457" y="1111279"/>
                  </a:lnTo>
                  <a:lnTo>
                    <a:pt x="1511457" y="1107076"/>
                  </a:lnTo>
                  <a:lnTo>
                    <a:pt x="1506020" y="1107076"/>
                  </a:lnTo>
                  <a:lnTo>
                    <a:pt x="1506020" y="1100770"/>
                  </a:lnTo>
                  <a:lnTo>
                    <a:pt x="1500583" y="1100770"/>
                  </a:lnTo>
                  <a:lnTo>
                    <a:pt x="1500583" y="1098667"/>
                  </a:lnTo>
                  <a:lnTo>
                    <a:pt x="1489709" y="1098667"/>
                  </a:lnTo>
                  <a:lnTo>
                    <a:pt x="1484272" y="1098667"/>
                  </a:lnTo>
                  <a:lnTo>
                    <a:pt x="1484272" y="1094467"/>
                  </a:lnTo>
                  <a:lnTo>
                    <a:pt x="1473399" y="1094467"/>
                  </a:lnTo>
                  <a:lnTo>
                    <a:pt x="1473399" y="1092367"/>
                  </a:lnTo>
                  <a:lnTo>
                    <a:pt x="1467962" y="1092367"/>
                  </a:lnTo>
                  <a:lnTo>
                    <a:pt x="1462525" y="1092367"/>
                  </a:lnTo>
                  <a:lnTo>
                    <a:pt x="1462525" y="1088170"/>
                  </a:lnTo>
                  <a:lnTo>
                    <a:pt x="1457088" y="1088170"/>
                  </a:lnTo>
                  <a:lnTo>
                    <a:pt x="1457088" y="1086071"/>
                  </a:lnTo>
                  <a:lnTo>
                    <a:pt x="1446214" y="1086071"/>
                  </a:lnTo>
                  <a:lnTo>
                    <a:pt x="1446214" y="1083974"/>
                  </a:lnTo>
                  <a:lnTo>
                    <a:pt x="1435340" y="1083974"/>
                  </a:lnTo>
                  <a:lnTo>
                    <a:pt x="1424467" y="1083974"/>
                  </a:lnTo>
                  <a:lnTo>
                    <a:pt x="1424467" y="1081878"/>
                  </a:lnTo>
                  <a:lnTo>
                    <a:pt x="1419030" y="1081878"/>
                  </a:lnTo>
                  <a:lnTo>
                    <a:pt x="1419030" y="1079782"/>
                  </a:lnTo>
                  <a:lnTo>
                    <a:pt x="1413593" y="1079782"/>
                  </a:lnTo>
                  <a:lnTo>
                    <a:pt x="1413593" y="1071396"/>
                  </a:lnTo>
                  <a:lnTo>
                    <a:pt x="1397282" y="1071396"/>
                  </a:lnTo>
                  <a:lnTo>
                    <a:pt x="1397282" y="1067206"/>
                  </a:lnTo>
                  <a:lnTo>
                    <a:pt x="1380971" y="1067206"/>
                  </a:lnTo>
                  <a:lnTo>
                    <a:pt x="1375534" y="1067206"/>
                  </a:lnTo>
                  <a:lnTo>
                    <a:pt x="1370098" y="1067206"/>
                  </a:lnTo>
                  <a:lnTo>
                    <a:pt x="1364661" y="1067206"/>
                  </a:lnTo>
                  <a:lnTo>
                    <a:pt x="1364661" y="1060930"/>
                  </a:lnTo>
                  <a:lnTo>
                    <a:pt x="1359224" y="1060930"/>
                  </a:lnTo>
                  <a:lnTo>
                    <a:pt x="1359224" y="1054653"/>
                  </a:lnTo>
                  <a:lnTo>
                    <a:pt x="1353787" y="1054653"/>
                  </a:lnTo>
                  <a:lnTo>
                    <a:pt x="1353787" y="1052563"/>
                  </a:lnTo>
                  <a:lnTo>
                    <a:pt x="1348350" y="1052563"/>
                  </a:lnTo>
                  <a:lnTo>
                    <a:pt x="1348350" y="1048381"/>
                  </a:lnTo>
                  <a:lnTo>
                    <a:pt x="1342913" y="1048381"/>
                  </a:lnTo>
                  <a:lnTo>
                    <a:pt x="1342913" y="1046291"/>
                  </a:lnTo>
                  <a:lnTo>
                    <a:pt x="1337476" y="1046291"/>
                  </a:lnTo>
                  <a:lnTo>
                    <a:pt x="1337476" y="1042111"/>
                  </a:lnTo>
                  <a:lnTo>
                    <a:pt x="1332039" y="1042111"/>
                  </a:lnTo>
                  <a:lnTo>
                    <a:pt x="1326602" y="1042111"/>
                  </a:lnTo>
                  <a:lnTo>
                    <a:pt x="1326602" y="1035842"/>
                  </a:lnTo>
                  <a:lnTo>
                    <a:pt x="1321166" y="1035842"/>
                  </a:lnTo>
                  <a:lnTo>
                    <a:pt x="1321166" y="1033754"/>
                  </a:lnTo>
                  <a:lnTo>
                    <a:pt x="1315729" y="1033754"/>
                  </a:lnTo>
                  <a:lnTo>
                    <a:pt x="1315729" y="1031667"/>
                  </a:lnTo>
                  <a:lnTo>
                    <a:pt x="1310292" y="1031667"/>
                  </a:lnTo>
                  <a:lnTo>
                    <a:pt x="1310292" y="1027493"/>
                  </a:lnTo>
                  <a:lnTo>
                    <a:pt x="1304855" y="1027493"/>
                  </a:lnTo>
                  <a:lnTo>
                    <a:pt x="1304855" y="1025406"/>
                  </a:lnTo>
                  <a:lnTo>
                    <a:pt x="1299418" y="1025406"/>
                  </a:lnTo>
                  <a:lnTo>
                    <a:pt x="1299418" y="1021233"/>
                  </a:lnTo>
                  <a:lnTo>
                    <a:pt x="1293981" y="1021233"/>
                  </a:lnTo>
                  <a:lnTo>
                    <a:pt x="1293981" y="1014979"/>
                  </a:lnTo>
                  <a:lnTo>
                    <a:pt x="1277670" y="1014979"/>
                  </a:lnTo>
                  <a:lnTo>
                    <a:pt x="1277670" y="1010809"/>
                  </a:lnTo>
                  <a:lnTo>
                    <a:pt x="1272233" y="1010809"/>
                  </a:lnTo>
                  <a:lnTo>
                    <a:pt x="1272233" y="1004552"/>
                  </a:lnTo>
                  <a:lnTo>
                    <a:pt x="1261360" y="1004552"/>
                  </a:lnTo>
                  <a:lnTo>
                    <a:pt x="1261360" y="1002468"/>
                  </a:lnTo>
                  <a:lnTo>
                    <a:pt x="1255923" y="1002468"/>
                  </a:lnTo>
                  <a:lnTo>
                    <a:pt x="1255923" y="998298"/>
                  </a:lnTo>
                  <a:lnTo>
                    <a:pt x="1245049" y="998298"/>
                  </a:lnTo>
                  <a:lnTo>
                    <a:pt x="1245049" y="996213"/>
                  </a:lnTo>
                  <a:lnTo>
                    <a:pt x="1239612" y="996213"/>
                  </a:lnTo>
                  <a:lnTo>
                    <a:pt x="1239612" y="994127"/>
                  </a:lnTo>
                  <a:lnTo>
                    <a:pt x="1234175" y="994127"/>
                  </a:lnTo>
                  <a:lnTo>
                    <a:pt x="1234175" y="987871"/>
                  </a:lnTo>
                  <a:lnTo>
                    <a:pt x="1228738" y="987871"/>
                  </a:lnTo>
                  <a:lnTo>
                    <a:pt x="1228738" y="985785"/>
                  </a:lnTo>
                  <a:lnTo>
                    <a:pt x="1223301" y="985785"/>
                  </a:lnTo>
                  <a:lnTo>
                    <a:pt x="1217864" y="985785"/>
                  </a:lnTo>
                  <a:lnTo>
                    <a:pt x="1217864" y="981619"/>
                  </a:lnTo>
                  <a:lnTo>
                    <a:pt x="1212428" y="981619"/>
                  </a:lnTo>
                  <a:lnTo>
                    <a:pt x="1212428" y="977452"/>
                  </a:lnTo>
                  <a:lnTo>
                    <a:pt x="1201554" y="977452"/>
                  </a:lnTo>
                  <a:lnTo>
                    <a:pt x="1201554" y="971201"/>
                  </a:lnTo>
                  <a:lnTo>
                    <a:pt x="1190680" y="971201"/>
                  </a:lnTo>
                  <a:lnTo>
                    <a:pt x="1190680" y="969118"/>
                  </a:lnTo>
                  <a:lnTo>
                    <a:pt x="1179806" y="969118"/>
                  </a:lnTo>
                  <a:lnTo>
                    <a:pt x="1179806" y="964954"/>
                  </a:lnTo>
                  <a:lnTo>
                    <a:pt x="1174369" y="964954"/>
                  </a:lnTo>
                  <a:lnTo>
                    <a:pt x="1174369" y="960791"/>
                  </a:lnTo>
                  <a:lnTo>
                    <a:pt x="1168932" y="960791"/>
                  </a:lnTo>
                  <a:lnTo>
                    <a:pt x="1168932" y="956627"/>
                  </a:lnTo>
                  <a:lnTo>
                    <a:pt x="1163495" y="956627"/>
                  </a:lnTo>
                  <a:lnTo>
                    <a:pt x="1163495" y="954545"/>
                  </a:lnTo>
                  <a:lnTo>
                    <a:pt x="1152622" y="954545"/>
                  </a:lnTo>
                  <a:lnTo>
                    <a:pt x="1152622" y="946216"/>
                  </a:lnTo>
                  <a:lnTo>
                    <a:pt x="1147185" y="946216"/>
                  </a:lnTo>
                  <a:lnTo>
                    <a:pt x="1147185" y="944133"/>
                  </a:lnTo>
                  <a:lnTo>
                    <a:pt x="1141748" y="944133"/>
                  </a:lnTo>
                  <a:lnTo>
                    <a:pt x="1141748" y="942052"/>
                  </a:lnTo>
                  <a:lnTo>
                    <a:pt x="1136311" y="942052"/>
                  </a:lnTo>
                  <a:lnTo>
                    <a:pt x="1130874" y="942052"/>
                  </a:lnTo>
                  <a:lnTo>
                    <a:pt x="1130874" y="939973"/>
                  </a:lnTo>
                  <a:lnTo>
                    <a:pt x="1125437" y="939973"/>
                  </a:lnTo>
                  <a:lnTo>
                    <a:pt x="1125437" y="933738"/>
                  </a:lnTo>
                  <a:lnTo>
                    <a:pt x="1120000" y="933738"/>
                  </a:lnTo>
                  <a:lnTo>
                    <a:pt x="1120000" y="931659"/>
                  </a:lnTo>
                  <a:lnTo>
                    <a:pt x="1114563" y="931659"/>
                  </a:lnTo>
                  <a:lnTo>
                    <a:pt x="1114563" y="929581"/>
                  </a:lnTo>
                  <a:lnTo>
                    <a:pt x="1109127" y="929581"/>
                  </a:lnTo>
                  <a:lnTo>
                    <a:pt x="1109127" y="925423"/>
                  </a:lnTo>
                  <a:lnTo>
                    <a:pt x="1103690" y="925423"/>
                  </a:lnTo>
                  <a:lnTo>
                    <a:pt x="1103690" y="921264"/>
                  </a:lnTo>
                  <a:lnTo>
                    <a:pt x="1098253" y="921264"/>
                  </a:lnTo>
                  <a:lnTo>
                    <a:pt x="1098253" y="917105"/>
                  </a:lnTo>
                  <a:lnTo>
                    <a:pt x="1092816" y="917105"/>
                  </a:lnTo>
                  <a:lnTo>
                    <a:pt x="1092816" y="915025"/>
                  </a:lnTo>
                  <a:lnTo>
                    <a:pt x="1087379" y="915025"/>
                  </a:lnTo>
                  <a:lnTo>
                    <a:pt x="1087379" y="910864"/>
                  </a:lnTo>
                  <a:lnTo>
                    <a:pt x="1071068" y="910864"/>
                  </a:lnTo>
                  <a:lnTo>
                    <a:pt x="1071068" y="904623"/>
                  </a:lnTo>
                  <a:lnTo>
                    <a:pt x="1060194" y="904623"/>
                  </a:lnTo>
                  <a:lnTo>
                    <a:pt x="1060194" y="900461"/>
                  </a:lnTo>
                  <a:lnTo>
                    <a:pt x="1054758" y="900461"/>
                  </a:lnTo>
                  <a:lnTo>
                    <a:pt x="1054758" y="896299"/>
                  </a:lnTo>
                  <a:lnTo>
                    <a:pt x="1049321" y="896299"/>
                  </a:lnTo>
                  <a:lnTo>
                    <a:pt x="1049321" y="894217"/>
                  </a:lnTo>
                  <a:lnTo>
                    <a:pt x="1038447" y="894217"/>
                  </a:lnTo>
                  <a:lnTo>
                    <a:pt x="1038447" y="892136"/>
                  </a:lnTo>
                  <a:lnTo>
                    <a:pt x="1027573" y="892136"/>
                  </a:lnTo>
                  <a:lnTo>
                    <a:pt x="1022136" y="892136"/>
                  </a:lnTo>
                  <a:lnTo>
                    <a:pt x="1022136" y="887978"/>
                  </a:lnTo>
                  <a:lnTo>
                    <a:pt x="1016699" y="887978"/>
                  </a:lnTo>
                  <a:lnTo>
                    <a:pt x="1016699" y="883824"/>
                  </a:lnTo>
                  <a:lnTo>
                    <a:pt x="1005825" y="883824"/>
                  </a:lnTo>
                  <a:lnTo>
                    <a:pt x="1005825" y="879670"/>
                  </a:lnTo>
                  <a:lnTo>
                    <a:pt x="994952" y="879670"/>
                  </a:lnTo>
                  <a:lnTo>
                    <a:pt x="994952" y="871362"/>
                  </a:lnTo>
                  <a:lnTo>
                    <a:pt x="989515" y="871362"/>
                  </a:lnTo>
                  <a:lnTo>
                    <a:pt x="989515" y="867209"/>
                  </a:lnTo>
                  <a:lnTo>
                    <a:pt x="984078" y="867209"/>
                  </a:lnTo>
                  <a:lnTo>
                    <a:pt x="984078" y="863055"/>
                  </a:lnTo>
                  <a:lnTo>
                    <a:pt x="978641" y="863055"/>
                  </a:lnTo>
                  <a:lnTo>
                    <a:pt x="978641" y="856823"/>
                  </a:lnTo>
                  <a:lnTo>
                    <a:pt x="973204" y="856823"/>
                  </a:lnTo>
                  <a:lnTo>
                    <a:pt x="973204" y="852667"/>
                  </a:lnTo>
                  <a:lnTo>
                    <a:pt x="962330" y="852667"/>
                  </a:lnTo>
                  <a:lnTo>
                    <a:pt x="962330" y="848513"/>
                  </a:lnTo>
                  <a:lnTo>
                    <a:pt x="956893" y="848513"/>
                  </a:lnTo>
                  <a:lnTo>
                    <a:pt x="956893" y="844362"/>
                  </a:lnTo>
                  <a:lnTo>
                    <a:pt x="951457" y="844362"/>
                  </a:lnTo>
                  <a:lnTo>
                    <a:pt x="951457" y="840210"/>
                  </a:lnTo>
                  <a:lnTo>
                    <a:pt x="946020" y="840210"/>
                  </a:lnTo>
                  <a:lnTo>
                    <a:pt x="946020" y="836058"/>
                  </a:lnTo>
                  <a:lnTo>
                    <a:pt x="940583" y="836058"/>
                  </a:lnTo>
                  <a:lnTo>
                    <a:pt x="940583" y="833983"/>
                  </a:lnTo>
                  <a:lnTo>
                    <a:pt x="935146" y="833983"/>
                  </a:lnTo>
                  <a:lnTo>
                    <a:pt x="935146" y="831907"/>
                  </a:lnTo>
                  <a:lnTo>
                    <a:pt x="929709" y="831907"/>
                  </a:lnTo>
                  <a:lnTo>
                    <a:pt x="929709" y="829831"/>
                  </a:lnTo>
                  <a:lnTo>
                    <a:pt x="924272" y="829831"/>
                  </a:lnTo>
                  <a:lnTo>
                    <a:pt x="924272" y="821526"/>
                  </a:lnTo>
                  <a:lnTo>
                    <a:pt x="918835" y="821526"/>
                  </a:lnTo>
                  <a:lnTo>
                    <a:pt x="918835" y="819451"/>
                  </a:lnTo>
                  <a:lnTo>
                    <a:pt x="913398" y="819451"/>
                  </a:lnTo>
                  <a:lnTo>
                    <a:pt x="913398" y="815305"/>
                  </a:lnTo>
                  <a:lnTo>
                    <a:pt x="907961" y="815305"/>
                  </a:lnTo>
                  <a:lnTo>
                    <a:pt x="907961" y="813232"/>
                  </a:lnTo>
                  <a:lnTo>
                    <a:pt x="902524" y="813232"/>
                  </a:lnTo>
                  <a:lnTo>
                    <a:pt x="902524" y="809084"/>
                  </a:lnTo>
                  <a:lnTo>
                    <a:pt x="897088" y="809084"/>
                  </a:lnTo>
                  <a:lnTo>
                    <a:pt x="897088" y="804936"/>
                  </a:lnTo>
                  <a:lnTo>
                    <a:pt x="886214" y="804936"/>
                  </a:lnTo>
                  <a:lnTo>
                    <a:pt x="886214" y="800788"/>
                  </a:lnTo>
                  <a:lnTo>
                    <a:pt x="880777" y="800788"/>
                  </a:lnTo>
                  <a:lnTo>
                    <a:pt x="880777" y="798713"/>
                  </a:lnTo>
                  <a:lnTo>
                    <a:pt x="875340" y="798713"/>
                  </a:lnTo>
                  <a:lnTo>
                    <a:pt x="869903" y="798713"/>
                  </a:lnTo>
                  <a:lnTo>
                    <a:pt x="864466" y="798713"/>
                  </a:lnTo>
                  <a:lnTo>
                    <a:pt x="859029" y="798713"/>
                  </a:lnTo>
                  <a:lnTo>
                    <a:pt x="859029" y="794571"/>
                  </a:lnTo>
                  <a:lnTo>
                    <a:pt x="853592" y="794571"/>
                  </a:lnTo>
                  <a:lnTo>
                    <a:pt x="853592" y="792500"/>
                  </a:lnTo>
                  <a:lnTo>
                    <a:pt x="837282" y="792500"/>
                  </a:lnTo>
                  <a:lnTo>
                    <a:pt x="831845" y="792500"/>
                  </a:lnTo>
                  <a:lnTo>
                    <a:pt x="831845" y="784220"/>
                  </a:lnTo>
                  <a:lnTo>
                    <a:pt x="826408" y="784220"/>
                  </a:lnTo>
                  <a:lnTo>
                    <a:pt x="826408" y="778008"/>
                  </a:lnTo>
                  <a:lnTo>
                    <a:pt x="820971" y="778008"/>
                  </a:lnTo>
                  <a:lnTo>
                    <a:pt x="820971" y="773866"/>
                  </a:lnTo>
                  <a:lnTo>
                    <a:pt x="815534" y="773866"/>
                  </a:lnTo>
                  <a:lnTo>
                    <a:pt x="815534" y="767652"/>
                  </a:lnTo>
                  <a:lnTo>
                    <a:pt x="810097" y="767652"/>
                  </a:lnTo>
                  <a:lnTo>
                    <a:pt x="810097" y="765580"/>
                  </a:lnTo>
                  <a:lnTo>
                    <a:pt x="804660" y="765580"/>
                  </a:lnTo>
                  <a:lnTo>
                    <a:pt x="804660" y="763508"/>
                  </a:lnTo>
                  <a:lnTo>
                    <a:pt x="799223" y="763508"/>
                  </a:lnTo>
                  <a:lnTo>
                    <a:pt x="799223" y="761437"/>
                  </a:lnTo>
                  <a:lnTo>
                    <a:pt x="793786" y="761437"/>
                  </a:lnTo>
                  <a:lnTo>
                    <a:pt x="793786" y="755222"/>
                  </a:lnTo>
                  <a:lnTo>
                    <a:pt x="788350" y="755222"/>
                  </a:lnTo>
                  <a:lnTo>
                    <a:pt x="788350" y="751080"/>
                  </a:lnTo>
                  <a:lnTo>
                    <a:pt x="782913" y="751080"/>
                  </a:lnTo>
                  <a:lnTo>
                    <a:pt x="782913" y="749008"/>
                  </a:lnTo>
                  <a:lnTo>
                    <a:pt x="777476" y="749008"/>
                  </a:lnTo>
                  <a:lnTo>
                    <a:pt x="777476" y="746936"/>
                  </a:lnTo>
                  <a:lnTo>
                    <a:pt x="772039" y="746936"/>
                  </a:lnTo>
                  <a:lnTo>
                    <a:pt x="772039" y="740720"/>
                  </a:lnTo>
                  <a:lnTo>
                    <a:pt x="766602" y="740720"/>
                  </a:lnTo>
                  <a:lnTo>
                    <a:pt x="766602" y="734505"/>
                  </a:lnTo>
                  <a:lnTo>
                    <a:pt x="761165" y="734505"/>
                  </a:lnTo>
                  <a:lnTo>
                    <a:pt x="761165" y="732436"/>
                  </a:lnTo>
                  <a:lnTo>
                    <a:pt x="755728" y="732436"/>
                  </a:lnTo>
                  <a:lnTo>
                    <a:pt x="755728" y="728299"/>
                  </a:lnTo>
                  <a:lnTo>
                    <a:pt x="750291" y="728299"/>
                  </a:lnTo>
                  <a:lnTo>
                    <a:pt x="750291" y="726230"/>
                  </a:lnTo>
                  <a:lnTo>
                    <a:pt x="744854" y="726230"/>
                  </a:lnTo>
                  <a:lnTo>
                    <a:pt x="744854" y="720022"/>
                  </a:lnTo>
                  <a:lnTo>
                    <a:pt x="739418" y="720022"/>
                  </a:lnTo>
                  <a:lnTo>
                    <a:pt x="739418" y="717952"/>
                  </a:lnTo>
                  <a:lnTo>
                    <a:pt x="733981" y="717952"/>
                  </a:lnTo>
                  <a:lnTo>
                    <a:pt x="733981" y="711741"/>
                  </a:lnTo>
                  <a:lnTo>
                    <a:pt x="728544" y="711741"/>
                  </a:lnTo>
                  <a:lnTo>
                    <a:pt x="728544" y="707600"/>
                  </a:lnTo>
                  <a:lnTo>
                    <a:pt x="723107" y="707600"/>
                  </a:lnTo>
                  <a:lnTo>
                    <a:pt x="717670" y="707600"/>
                  </a:lnTo>
                  <a:lnTo>
                    <a:pt x="717670" y="703463"/>
                  </a:lnTo>
                  <a:lnTo>
                    <a:pt x="706796" y="703463"/>
                  </a:lnTo>
                  <a:lnTo>
                    <a:pt x="706796" y="695188"/>
                  </a:lnTo>
                  <a:lnTo>
                    <a:pt x="701359" y="695188"/>
                  </a:lnTo>
                  <a:lnTo>
                    <a:pt x="701359" y="686909"/>
                  </a:lnTo>
                  <a:lnTo>
                    <a:pt x="695922" y="686909"/>
                  </a:lnTo>
                  <a:lnTo>
                    <a:pt x="695922" y="678630"/>
                  </a:lnTo>
                  <a:lnTo>
                    <a:pt x="690485" y="678630"/>
                  </a:lnTo>
                  <a:lnTo>
                    <a:pt x="690485" y="676559"/>
                  </a:lnTo>
                  <a:lnTo>
                    <a:pt x="685049" y="676559"/>
                  </a:lnTo>
                  <a:lnTo>
                    <a:pt x="685049" y="666205"/>
                  </a:lnTo>
                  <a:lnTo>
                    <a:pt x="679612" y="666205"/>
                  </a:lnTo>
                  <a:lnTo>
                    <a:pt x="679612" y="655854"/>
                  </a:lnTo>
                  <a:lnTo>
                    <a:pt x="674175" y="655854"/>
                  </a:lnTo>
                  <a:lnTo>
                    <a:pt x="674175" y="653784"/>
                  </a:lnTo>
                  <a:lnTo>
                    <a:pt x="668738" y="653784"/>
                  </a:lnTo>
                  <a:lnTo>
                    <a:pt x="668738" y="651714"/>
                  </a:lnTo>
                  <a:lnTo>
                    <a:pt x="663301" y="651714"/>
                  </a:lnTo>
                  <a:lnTo>
                    <a:pt x="663301" y="647573"/>
                  </a:lnTo>
                  <a:lnTo>
                    <a:pt x="657864" y="647573"/>
                  </a:lnTo>
                  <a:lnTo>
                    <a:pt x="657864" y="643431"/>
                  </a:lnTo>
                  <a:lnTo>
                    <a:pt x="652427" y="643431"/>
                  </a:lnTo>
                  <a:lnTo>
                    <a:pt x="652427" y="641359"/>
                  </a:lnTo>
                  <a:lnTo>
                    <a:pt x="646990" y="641359"/>
                  </a:lnTo>
                  <a:lnTo>
                    <a:pt x="646990" y="635149"/>
                  </a:lnTo>
                  <a:lnTo>
                    <a:pt x="641553" y="635149"/>
                  </a:lnTo>
                  <a:lnTo>
                    <a:pt x="641553" y="633079"/>
                  </a:lnTo>
                  <a:lnTo>
                    <a:pt x="636116" y="633079"/>
                  </a:lnTo>
                  <a:lnTo>
                    <a:pt x="636116" y="626866"/>
                  </a:lnTo>
                  <a:lnTo>
                    <a:pt x="625243" y="626866"/>
                  </a:lnTo>
                  <a:lnTo>
                    <a:pt x="625243" y="622723"/>
                  </a:lnTo>
                  <a:lnTo>
                    <a:pt x="614369" y="622723"/>
                  </a:lnTo>
                  <a:lnTo>
                    <a:pt x="614369" y="620651"/>
                  </a:lnTo>
                  <a:lnTo>
                    <a:pt x="608932" y="620651"/>
                  </a:lnTo>
                  <a:lnTo>
                    <a:pt x="608932" y="612365"/>
                  </a:lnTo>
                  <a:lnTo>
                    <a:pt x="603495" y="612365"/>
                  </a:lnTo>
                  <a:lnTo>
                    <a:pt x="603495" y="608220"/>
                  </a:lnTo>
                  <a:lnTo>
                    <a:pt x="581747" y="608220"/>
                  </a:lnTo>
                  <a:lnTo>
                    <a:pt x="581747" y="604074"/>
                  </a:lnTo>
                  <a:lnTo>
                    <a:pt x="576311" y="604074"/>
                  </a:lnTo>
                  <a:lnTo>
                    <a:pt x="576311" y="602002"/>
                  </a:lnTo>
                  <a:lnTo>
                    <a:pt x="570874" y="602002"/>
                  </a:lnTo>
                  <a:lnTo>
                    <a:pt x="570874" y="595794"/>
                  </a:lnTo>
                  <a:lnTo>
                    <a:pt x="565437" y="595794"/>
                  </a:lnTo>
                  <a:lnTo>
                    <a:pt x="565437" y="591655"/>
                  </a:lnTo>
                  <a:lnTo>
                    <a:pt x="560000" y="591655"/>
                  </a:lnTo>
                  <a:lnTo>
                    <a:pt x="560000" y="587514"/>
                  </a:lnTo>
                  <a:lnTo>
                    <a:pt x="554563" y="587514"/>
                  </a:lnTo>
                  <a:lnTo>
                    <a:pt x="554563" y="583372"/>
                  </a:lnTo>
                  <a:lnTo>
                    <a:pt x="549126" y="583372"/>
                  </a:lnTo>
                  <a:lnTo>
                    <a:pt x="549126" y="581301"/>
                  </a:lnTo>
                  <a:lnTo>
                    <a:pt x="543689" y="581301"/>
                  </a:lnTo>
                  <a:lnTo>
                    <a:pt x="543689" y="579229"/>
                  </a:lnTo>
                  <a:lnTo>
                    <a:pt x="538252" y="579229"/>
                  </a:lnTo>
                  <a:lnTo>
                    <a:pt x="538252" y="573013"/>
                  </a:lnTo>
                  <a:lnTo>
                    <a:pt x="532815" y="573013"/>
                  </a:lnTo>
                  <a:lnTo>
                    <a:pt x="532815" y="568869"/>
                  </a:lnTo>
                  <a:lnTo>
                    <a:pt x="527379" y="568869"/>
                  </a:lnTo>
                  <a:lnTo>
                    <a:pt x="527379" y="558505"/>
                  </a:lnTo>
                  <a:lnTo>
                    <a:pt x="521942" y="558505"/>
                  </a:lnTo>
                  <a:lnTo>
                    <a:pt x="521942" y="554359"/>
                  </a:lnTo>
                  <a:lnTo>
                    <a:pt x="516505" y="554359"/>
                  </a:lnTo>
                  <a:lnTo>
                    <a:pt x="516505" y="548138"/>
                  </a:lnTo>
                  <a:lnTo>
                    <a:pt x="511068" y="548138"/>
                  </a:lnTo>
                  <a:lnTo>
                    <a:pt x="511068" y="543989"/>
                  </a:lnTo>
                  <a:lnTo>
                    <a:pt x="500194" y="543989"/>
                  </a:lnTo>
                  <a:lnTo>
                    <a:pt x="500194" y="537764"/>
                  </a:lnTo>
                  <a:lnTo>
                    <a:pt x="494757" y="537764"/>
                  </a:lnTo>
                  <a:lnTo>
                    <a:pt x="494757" y="533616"/>
                  </a:lnTo>
                  <a:lnTo>
                    <a:pt x="489320" y="533616"/>
                  </a:lnTo>
                  <a:lnTo>
                    <a:pt x="489320" y="523245"/>
                  </a:lnTo>
                  <a:lnTo>
                    <a:pt x="483883" y="523245"/>
                  </a:lnTo>
                  <a:lnTo>
                    <a:pt x="483883" y="519094"/>
                  </a:lnTo>
                  <a:lnTo>
                    <a:pt x="478446" y="519094"/>
                  </a:lnTo>
                  <a:lnTo>
                    <a:pt x="478446" y="512872"/>
                  </a:lnTo>
                  <a:lnTo>
                    <a:pt x="473010" y="512872"/>
                  </a:lnTo>
                  <a:lnTo>
                    <a:pt x="473010" y="510797"/>
                  </a:lnTo>
                  <a:lnTo>
                    <a:pt x="467573" y="510797"/>
                  </a:lnTo>
                  <a:lnTo>
                    <a:pt x="467573" y="504570"/>
                  </a:lnTo>
                  <a:lnTo>
                    <a:pt x="462136" y="504570"/>
                  </a:lnTo>
                  <a:lnTo>
                    <a:pt x="456699" y="504570"/>
                  </a:lnTo>
                  <a:lnTo>
                    <a:pt x="456699" y="502497"/>
                  </a:lnTo>
                  <a:lnTo>
                    <a:pt x="451262" y="502497"/>
                  </a:lnTo>
                  <a:lnTo>
                    <a:pt x="451262" y="500424"/>
                  </a:lnTo>
                  <a:lnTo>
                    <a:pt x="445825" y="500424"/>
                  </a:lnTo>
                  <a:lnTo>
                    <a:pt x="445825" y="492136"/>
                  </a:lnTo>
                  <a:lnTo>
                    <a:pt x="440388" y="492136"/>
                  </a:lnTo>
                  <a:lnTo>
                    <a:pt x="440388" y="490063"/>
                  </a:lnTo>
                  <a:lnTo>
                    <a:pt x="434951" y="490063"/>
                  </a:lnTo>
                  <a:lnTo>
                    <a:pt x="434951" y="487991"/>
                  </a:lnTo>
                  <a:lnTo>
                    <a:pt x="429514" y="487991"/>
                  </a:lnTo>
                  <a:lnTo>
                    <a:pt x="429514" y="485919"/>
                  </a:lnTo>
                  <a:lnTo>
                    <a:pt x="424077" y="485919"/>
                  </a:lnTo>
                  <a:lnTo>
                    <a:pt x="424077" y="481775"/>
                  </a:lnTo>
                  <a:lnTo>
                    <a:pt x="418641" y="481775"/>
                  </a:lnTo>
                  <a:lnTo>
                    <a:pt x="418641" y="475555"/>
                  </a:lnTo>
                  <a:lnTo>
                    <a:pt x="407767" y="475555"/>
                  </a:lnTo>
                  <a:lnTo>
                    <a:pt x="407767" y="473483"/>
                  </a:lnTo>
                  <a:lnTo>
                    <a:pt x="402330" y="473483"/>
                  </a:lnTo>
                  <a:lnTo>
                    <a:pt x="402330" y="467265"/>
                  </a:lnTo>
                  <a:lnTo>
                    <a:pt x="396893" y="467265"/>
                  </a:lnTo>
                  <a:lnTo>
                    <a:pt x="396893" y="463119"/>
                  </a:lnTo>
                  <a:lnTo>
                    <a:pt x="391456" y="463119"/>
                  </a:lnTo>
                  <a:lnTo>
                    <a:pt x="391456" y="456898"/>
                  </a:lnTo>
                  <a:lnTo>
                    <a:pt x="386019" y="456898"/>
                  </a:lnTo>
                  <a:lnTo>
                    <a:pt x="386019" y="452749"/>
                  </a:lnTo>
                  <a:lnTo>
                    <a:pt x="380582" y="452749"/>
                  </a:lnTo>
                  <a:lnTo>
                    <a:pt x="380582" y="438216"/>
                  </a:lnTo>
                  <a:lnTo>
                    <a:pt x="375145" y="438216"/>
                  </a:lnTo>
                  <a:lnTo>
                    <a:pt x="375145" y="431986"/>
                  </a:lnTo>
                  <a:lnTo>
                    <a:pt x="369709" y="431986"/>
                  </a:lnTo>
                  <a:lnTo>
                    <a:pt x="369709" y="427833"/>
                  </a:lnTo>
                  <a:lnTo>
                    <a:pt x="364272" y="427833"/>
                  </a:lnTo>
                  <a:lnTo>
                    <a:pt x="364272" y="423680"/>
                  </a:lnTo>
                  <a:lnTo>
                    <a:pt x="358835" y="423680"/>
                  </a:lnTo>
                  <a:lnTo>
                    <a:pt x="358835" y="415370"/>
                  </a:lnTo>
                  <a:lnTo>
                    <a:pt x="353398" y="415370"/>
                  </a:lnTo>
                  <a:lnTo>
                    <a:pt x="353398" y="409132"/>
                  </a:lnTo>
                  <a:lnTo>
                    <a:pt x="347961" y="409132"/>
                  </a:lnTo>
                  <a:lnTo>
                    <a:pt x="342524" y="409132"/>
                  </a:lnTo>
                  <a:lnTo>
                    <a:pt x="342524" y="402906"/>
                  </a:lnTo>
                  <a:lnTo>
                    <a:pt x="337087" y="402906"/>
                  </a:lnTo>
                  <a:lnTo>
                    <a:pt x="337087" y="392522"/>
                  </a:lnTo>
                  <a:lnTo>
                    <a:pt x="331650" y="392522"/>
                  </a:lnTo>
                  <a:lnTo>
                    <a:pt x="331650" y="386288"/>
                  </a:lnTo>
                  <a:lnTo>
                    <a:pt x="326213" y="386288"/>
                  </a:lnTo>
                  <a:lnTo>
                    <a:pt x="326213" y="371732"/>
                  </a:lnTo>
                  <a:lnTo>
                    <a:pt x="320776" y="371732"/>
                  </a:lnTo>
                  <a:lnTo>
                    <a:pt x="320776" y="369652"/>
                  </a:lnTo>
                  <a:lnTo>
                    <a:pt x="315340" y="369652"/>
                  </a:lnTo>
                  <a:lnTo>
                    <a:pt x="315340" y="367574"/>
                  </a:lnTo>
                  <a:lnTo>
                    <a:pt x="309903" y="367574"/>
                  </a:lnTo>
                  <a:lnTo>
                    <a:pt x="309903" y="359259"/>
                  </a:lnTo>
                  <a:lnTo>
                    <a:pt x="304466" y="359259"/>
                  </a:lnTo>
                  <a:lnTo>
                    <a:pt x="304466" y="350946"/>
                  </a:lnTo>
                  <a:lnTo>
                    <a:pt x="299029" y="350946"/>
                  </a:lnTo>
                  <a:lnTo>
                    <a:pt x="299029" y="340544"/>
                  </a:lnTo>
                  <a:lnTo>
                    <a:pt x="293592" y="340544"/>
                  </a:lnTo>
                  <a:lnTo>
                    <a:pt x="293592" y="334295"/>
                  </a:lnTo>
                  <a:lnTo>
                    <a:pt x="288155" y="334295"/>
                  </a:lnTo>
                  <a:lnTo>
                    <a:pt x="288155" y="328042"/>
                  </a:lnTo>
                  <a:lnTo>
                    <a:pt x="282718" y="328042"/>
                  </a:lnTo>
                  <a:lnTo>
                    <a:pt x="282718" y="321785"/>
                  </a:lnTo>
                  <a:lnTo>
                    <a:pt x="277281" y="321785"/>
                  </a:lnTo>
                  <a:lnTo>
                    <a:pt x="277281" y="317611"/>
                  </a:lnTo>
                  <a:lnTo>
                    <a:pt x="271844" y="317611"/>
                  </a:lnTo>
                  <a:lnTo>
                    <a:pt x="271844" y="313437"/>
                  </a:lnTo>
                  <a:lnTo>
                    <a:pt x="266407" y="313437"/>
                  </a:lnTo>
                  <a:lnTo>
                    <a:pt x="266407" y="307170"/>
                  </a:lnTo>
                  <a:lnTo>
                    <a:pt x="260971" y="307170"/>
                  </a:lnTo>
                  <a:lnTo>
                    <a:pt x="260971" y="292525"/>
                  </a:lnTo>
                  <a:lnTo>
                    <a:pt x="255534" y="292525"/>
                  </a:lnTo>
                  <a:lnTo>
                    <a:pt x="255534" y="290430"/>
                  </a:lnTo>
                  <a:lnTo>
                    <a:pt x="250097" y="290430"/>
                  </a:lnTo>
                  <a:lnTo>
                    <a:pt x="250097" y="286238"/>
                  </a:lnTo>
                  <a:lnTo>
                    <a:pt x="244660" y="286238"/>
                  </a:lnTo>
                  <a:lnTo>
                    <a:pt x="244660" y="271548"/>
                  </a:lnTo>
                  <a:lnTo>
                    <a:pt x="239223" y="271548"/>
                  </a:lnTo>
                  <a:lnTo>
                    <a:pt x="239223" y="269447"/>
                  </a:lnTo>
                  <a:lnTo>
                    <a:pt x="233786" y="269447"/>
                  </a:lnTo>
                  <a:lnTo>
                    <a:pt x="233786" y="265243"/>
                  </a:lnTo>
                  <a:lnTo>
                    <a:pt x="228349" y="265243"/>
                  </a:lnTo>
                  <a:lnTo>
                    <a:pt x="228349" y="263141"/>
                  </a:lnTo>
                  <a:lnTo>
                    <a:pt x="222912" y="263141"/>
                  </a:lnTo>
                  <a:lnTo>
                    <a:pt x="222912" y="261038"/>
                  </a:lnTo>
                  <a:lnTo>
                    <a:pt x="217475" y="261038"/>
                  </a:lnTo>
                  <a:lnTo>
                    <a:pt x="217475" y="256832"/>
                  </a:lnTo>
                  <a:lnTo>
                    <a:pt x="212038" y="256832"/>
                  </a:lnTo>
                  <a:lnTo>
                    <a:pt x="212038" y="246313"/>
                  </a:lnTo>
                  <a:lnTo>
                    <a:pt x="206602" y="246313"/>
                  </a:lnTo>
                  <a:lnTo>
                    <a:pt x="206602" y="242101"/>
                  </a:lnTo>
                  <a:lnTo>
                    <a:pt x="201165" y="242101"/>
                  </a:lnTo>
                  <a:lnTo>
                    <a:pt x="201165" y="233668"/>
                  </a:lnTo>
                  <a:lnTo>
                    <a:pt x="195728" y="233668"/>
                  </a:lnTo>
                  <a:lnTo>
                    <a:pt x="195728" y="225220"/>
                  </a:lnTo>
                  <a:lnTo>
                    <a:pt x="190291" y="225220"/>
                  </a:lnTo>
                  <a:lnTo>
                    <a:pt x="190291" y="206157"/>
                  </a:lnTo>
                  <a:lnTo>
                    <a:pt x="184854" y="206157"/>
                  </a:lnTo>
                  <a:lnTo>
                    <a:pt x="184854" y="201908"/>
                  </a:lnTo>
                  <a:lnTo>
                    <a:pt x="179417" y="201908"/>
                  </a:lnTo>
                  <a:lnTo>
                    <a:pt x="179417" y="199782"/>
                  </a:lnTo>
                  <a:lnTo>
                    <a:pt x="173980" y="199782"/>
                  </a:lnTo>
                  <a:lnTo>
                    <a:pt x="173980" y="197655"/>
                  </a:lnTo>
                  <a:lnTo>
                    <a:pt x="168543" y="197655"/>
                  </a:lnTo>
                  <a:lnTo>
                    <a:pt x="168543" y="184867"/>
                  </a:lnTo>
                  <a:lnTo>
                    <a:pt x="163106" y="184867"/>
                  </a:lnTo>
                  <a:lnTo>
                    <a:pt x="163106" y="178460"/>
                  </a:lnTo>
                  <a:lnTo>
                    <a:pt x="157670" y="178460"/>
                  </a:lnTo>
                  <a:lnTo>
                    <a:pt x="157670" y="174180"/>
                  </a:lnTo>
                  <a:lnTo>
                    <a:pt x="152233" y="174180"/>
                  </a:lnTo>
                  <a:lnTo>
                    <a:pt x="152233" y="169900"/>
                  </a:lnTo>
                  <a:lnTo>
                    <a:pt x="146796" y="169900"/>
                  </a:lnTo>
                  <a:lnTo>
                    <a:pt x="146796" y="165613"/>
                  </a:lnTo>
                  <a:lnTo>
                    <a:pt x="141359" y="165613"/>
                  </a:lnTo>
                  <a:lnTo>
                    <a:pt x="141359" y="152717"/>
                  </a:lnTo>
                  <a:lnTo>
                    <a:pt x="135922" y="152717"/>
                  </a:lnTo>
                  <a:lnTo>
                    <a:pt x="135922" y="150562"/>
                  </a:lnTo>
                  <a:lnTo>
                    <a:pt x="130485" y="150562"/>
                  </a:lnTo>
                  <a:lnTo>
                    <a:pt x="130485" y="144085"/>
                  </a:lnTo>
                  <a:lnTo>
                    <a:pt x="125048" y="144085"/>
                  </a:lnTo>
                  <a:lnTo>
                    <a:pt x="125048" y="133251"/>
                  </a:lnTo>
                  <a:lnTo>
                    <a:pt x="119611" y="133251"/>
                  </a:lnTo>
                  <a:lnTo>
                    <a:pt x="119611" y="128903"/>
                  </a:lnTo>
                  <a:lnTo>
                    <a:pt x="114174" y="128903"/>
                  </a:lnTo>
                  <a:lnTo>
                    <a:pt x="114174" y="122367"/>
                  </a:lnTo>
                  <a:lnTo>
                    <a:pt x="108737" y="122367"/>
                  </a:lnTo>
                  <a:lnTo>
                    <a:pt x="108737" y="120184"/>
                  </a:lnTo>
                  <a:lnTo>
                    <a:pt x="103301" y="120184"/>
                  </a:lnTo>
                  <a:lnTo>
                    <a:pt x="103301" y="107022"/>
                  </a:lnTo>
                  <a:lnTo>
                    <a:pt x="97864" y="107022"/>
                  </a:lnTo>
                  <a:lnTo>
                    <a:pt x="97864" y="102609"/>
                  </a:lnTo>
                  <a:lnTo>
                    <a:pt x="92427" y="102609"/>
                  </a:lnTo>
                  <a:lnTo>
                    <a:pt x="92427" y="100396"/>
                  </a:lnTo>
                  <a:lnTo>
                    <a:pt x="86990" y="100396"/>
                  </a:lnTo>
                  <a:lnTo>
                    <a:pt x="86990" y="91511"/>
                  </a:lnTo>
                  <a:lnTo>
                    <a:pt x="81553" y="91511"/>
                  </a:lnTo>
                  <a:lnTo>
                    <a:pt x="81553" y="78057"/>
                  </a:lnTo>
                  <a:lnTo>
                    <a:pt x="76116" y="78057"/>
                  </a:lnTo>
                  <a:lnTo>
                    <a:pt x="76116" y="73530"/>
                  </a:lnTo>
                  <a:lnTo>
                    <a:pt x="70679" y="73530"/>
                  </a:lnTo>
                  <a:lnTo>
                    <a:pt x="70679" y="57460"/>
                  </a:lnTo>
                  <a:lnTo>
                    <a:pt x="65242" y="57460"/>
                  </a:lnTo>
                  <a:lnTo>
                    <a:pt x="65242" y="50436"/>
                  </a:lnTo>
                  <a:lnTo>
                    <a:pt x="59805" y="50436"/>
                  </a:lnTo>
                  <a:lnTo>
                    <a:pt x="59805" y="43298"/>
                  </a:lnTo>
                  <a:lnTo>
                    <a:pt x="54368" y="43298"/>
                  </a:lnTo>
                  <a:lnTo>
                    <a:pt x="54368" y="40887"/>
                  </a:lnTo>
                  <a:lnTo>
                    <a:pt x="48932" y="40887"/>
                  </a:lnTo>
                  <a:lnTo>
                    <a:pt x="48932" y="38460"/>
                  </a:lnTo>
                  <a:lnTo>
                    <a:pt x="43495" y="38460"/>
                  </a:lnTo>
                  <a:lnTo>
                    <a:pt x="43495" y="31046"/>
                  </a:lnTo>
                  <a:lnTo>
                    <a:pt x="38058" y="31046"/>
                  </a:lnTo>
                  <a:lnTo>
                    <a:pt x="38058" y="25958"/>
                  </a:lnTo>
                  <a:lnTo>
                    <a:pt x="32621" y="25958"/>
                  </a:lnTo>
                  <a:lnTo>
                    <a:pt x="32621" y="20699"/>
                  </a:lnTo>
                  <a:lnTo>
                    <a:pt x="27184" y="20699"/>
                  </a:lnTo>
                  <a:lnTo>
                    <a:pt x="27184" y="17980"/>
                  </a:lnTo>
                  <a:lnTo>
                    <a:pt x="21747" y="17980"/>
                  </a:lnTo>
                  <a:lnTo>
                    <a:pt x="21747" y="9147"/>
                  </a:lnTo>
                  <a:lnTo>
                    <a:pt x="10873" y="9147"/>
                  </a:lnTo>
                  <a:lnTo>
                    <a:pt x="10873" y="0"/>
                  </a:lnTo>
                  <a:close/>
                </a:path>
              </a:pathLst>
            </a:custGeom>
            <a:solidFill>
              <a:srgbClr val="F8766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11026" y="789916"/>
              <a:ext cx="9900589" cy="2454110"/>
            </a:xfrm>
            <a:custGeom>
              <a:avLst/>
              <a:pathLst>
                <a:path w="9900589" h="2454110">
                  <a:moveTo>
                    <a:pt x="0" y="0"/>
                  </a:moveTo>
                  <a:lnTo>
                    <a:pt x="10873" y="0"/>
                  </a:lnTo>
                  <a:lnTo>
                    <a:pt x="10873" y="0"/>
                  </a:lnTo>
                  <a:lnTo>
                    <a:pt x="21747" y="0"/>
                  </a:lnTo>
                  <a:lnTo>
                    <a:pt x="21747" y="1185"/>
                  </a:lnTo>
                  <a:lnTo>
                    <a:pt x="27184" y="1185"/>
                  </a:lnTo>
                  <a:lnTo>
                    <a:pt x="27184" y="2301"/>
                  </a:lnTo>
                  <a:lnTo>
                    <a:pt x="32621" y="2301"/>
                  </a:lnTo>
                  <a:lnTo>
                    <a:pt x="32621" y="4717"/>
                  </a:lnTo>
                  <a:lnTo>
                    <a:pt x="38058" y="4717"/>
                  </a:lnTo>
                  <a:lnTo>
                    <a:pt x="38058" y="7303"/>
                  </a:lnTo>
                  <a:lnTo>
                    <a:pt x="43495" y="7303"/>
                  </a:lnTo>
                  <a:lnTo>
                    <a:pt x="43495" y="11401"/>
                  </a:lnTo>
                  <a:lnTo>
                    <a:pt x="48932" y="11401"/>
                  </a:lnTo>
                  <a:lnTo>
                    <a:pt x="48932" y="12811"/>
                  </a:lnTo>
                  <a:lnTo>
                    <a:pt x="54368" y="12811"/>
                  </a:lnTo>
                  <a:lnTo>
                    <a:pt x="54368" y="14239"/>
                  </a:lnTo>
                  <a:lnTo>
                    <a:pt x="59805" y="14239"/>
                  </a:lnTo>
                  <a:lnTo>
                    <a:pt x="59805" y="18617"/>
                  </a:lnTo>
                  <a:lnTo>
                    <a:pt x="65242" y="18617"/>
                  </a:lnTo>
                  <a:lnTo>
                    <a:pt x="65242" y="23108"/>
                  </a:lnTo>
                  <a:lnTo>
                    <a:pt x="70679" y="23108"/>
                  </a:lnTo>
                  <a:lnTo>
                    <a:pt x="70679" y="33909"/>
                  </a:lnTo>
                  <a:lnTo>
                    <a:pt x="76116" y="33909"/>
                  </a:lnTo>
                  <a:lnTo>
                    <a:pt x="76116" y="37059"/>
                  </a:lnTo>
                  <a:lnTo>
                    <a:pt x="81553" y="37059"/>
                  </a:lnTo>
                  <a:lnTo>
                    <a:pt x="81553" y="46645"/>
                  </a:lnTo>
                  <a:lnTo>
                    <a:pt x="86990" y="46645"/>
                  </a:lnTo>
                  <a:lnTo>
                    <a:pt x="86990" y="53131"/>
                  </a:lnTo>
                  <a:lnTo>
                    <a:pt x="92427" y="53131"/>
                  </a:lnTo>
                  <a:lnTo>
                    <a:pt x="92427" y="54763"/>
                  </a:lnTo>
                  <a:lnTo>
                    <a:pt x="97864" y="54763"/>
                  </a:lnTo>
                  <a:lnTo>
                    <a:pt x="97864" y="58038"/>
                  </a:lnTo>
                  <a:lnTo>
                    <a:pt x="103301" y="58038"/>
                  </a:lnTo>
                  <a:lnTo>
                    <a:pt x="103301" y="67942"/>
                  </a:lnTo>
                  <a:lnTo>
                    <a:pt x="108737" y="67942"/>
                  </a:lnTo>
                  <a:lnTo>
                    <a:pt x="108737" y="69603"/>
                  </a:lnTo>
                  <a:lnTo>
                    <a:pt x="114174" y="69603"/>
                  </a:lnTo>
                  <a:lnTo>
                    <a:pt x="114174" y="74605"/>
                  </a:lnTo>
                  <a:lnTo>
                    <a:pt x="119611" y="74605"/>
                  </a:lnTo>
                  <a:lnTo>
                    <a:pt x="119611" y="77954"/>
                  </a:lnTo>
                  <a:lnTo>
                    <a:pt x="125048" y="77954"/>
                  </a:lnTo>
                  <a:lnTo>
                    <a:pt x="125048" y="86370"/>
                  </a:lnTo>
                  <a:lnTo>
                    <a:pt x="130485" y="86370"/>
                  </a:lnTo>
                  <a:lnTo>
                    <a:pt x="130485" y="91447"/>
                  </a:lnTo>
                  <a:lnTo>
                    <a:pt x="135922" y="91447"/>
                  </a:lnTo>
                  <a:lnTo>
                    <a:pt x="135922" y="93143"/>
                  </a:lnTo>
                  <a:lnTo>
                    <a:pt x="141359" y="93143"/>
                  </a:lnTo>
                  <a:lnTo>
                    <a:pt x="141359" y="103363"/>
                  </a:lnTo>
                  <a:lnTo>
                    <a:pt x="146796" y="103363"/>
                  </a:lnTo>
                  <a:lnTo>
                    <a:pt x="146796" y="106785"/>
                  </a:lnTo>
                  <a:lnTo>
                    <a:pt x="152233" y="106785"/>
                  </a:lnTo>
                  <a:lnTo>
                    <a:pt x="152233" y="110214"/>
                  </a:lnTo>
                  <a:lnTo>
                    <a:pt x="157670" y="110214"/>
                  </a:lnTo>
                  <a:lnTo>
                    <a:pt x="157670" y="113651"/>
                  </a:lnTo>
                  <a:lnTo>
                    <a:pt x="163106" y="113651"/>
                  </a:lnTo>
                  <a:lnTo>
                    <a:pt x="163106" y="118820"/>
                  </a:lnTo>
                  <a:lnTo>
                    <a:pt x="168543" y="118820"/>
                  </a:lnTo>
                  <a:lnTo>
                    <a:pt x="168543" y="129200"/>
                  </a:lnTo>
                  <a:lnTo>
                    <a:pt x="173980" y="129200"/>
                  </a:lnTo>
                  <a:lnTo>
                    <a:pt x="173980" y="130935"/>
                  </a:lnTo>
                  <a:lnTo>
                    <a:pt x="179417" y="130935"/>
                  </a:lnTo>
                  <a:lnTo>
                    <a:pt x="179417" y="132672"/>
                  </a:lnTo>
                  <a:lnTo>
                    <a:pt x="184854" y="132672"/>
                  </a:lnTo>
                  <a:lnTo>
                    <a:pt x="184854" y="136149"/>
                  </a:lnTo>
                  <a:lnTo>
                    <a:pt x="190291" y="136149"/>
                  </a:lnTo>
                  <a:lnTo>
                    <a:pt x="190291" y="151852"/>
                  </a:lnTo>
                  <a:lnTo>
                    <a:pt x="195728" y="151852"/>
                  </a:lnTo>
                  <a:lnTo>
                    <a:pt x="195728" y="158862"/>
                  </a:lnTo>
                  <a:lnTo>
                    <a:pt x="201165" y="158862"/>
                  </a:lnTo>
                  <a:lnTo>
                    <a:pt x="201165" y="165887"/>
                  </a:lnTo>
                  <a:lnTo>
                    <a:pt x="206602" y="165887"/>
                  </a:lnTo>
                  <a:lnTo>
                    <a:pt x="206602" y="169406"/>
                  </a:lnTo>
                  <a:lnTo>
                    <a:pt x="212038" y="169406"/>
                  </a:lnTo>
                  <a:lnTo>
                    <a:pt x="212038" y="178224"/>
                  </a:lnTo>
                  <a:lnTo>
                    <a:pt x="217475" y="178224"/>
                  </a:lnTo>
                  <a:lnTo>
                    <a:pt x="217475" y="181759"/>
                  </a:lnTo>
                  <a:lnTo>
                    <a:pt x="222912" y="181759"/>
                  </a:lnTo>
                  <a:lnTo>
                    <a:pt x="222912" y="183529"/>
                  </a:lnTo>
                  <a:lnTo>
                    <a:pt x="228349" y="183529"/>
                  </a:lnTo>
                  <a:lnTo>
                    <a:pt x="228349" y="185300"/>
                  </a:lnTo>
                  <a:lnTo>
                    <a:pt x="233786" y="185300"/>
                  </a:lnTo>
                  <a:lnTo>
                    <a:pt x="233786" y="188846"/>
                  </a:lnTo>
                  <a:lnTo>
                    <a:pt x="239223" y="188846"/>
                  </a:lnTo>
                  <a:lnTo>
                    <a:pt x="239223" y="190621"/>
                  </a:lnTo>
                  <a:lnTo>
                    <a:pt x="244660" y="190621"/>
                  </a:lnTo>
                  <a:lnTo>
                    <a:pt x="244660" y="203064"/>
                  </a:lnTo>
                  <a:lnTo>
                    <a:pt x="250097" y="203064"/>
                  </a:lnTo>
                  <a:lnTo>
                    <a:pt x="250097" y="206628"/>
                  </a:lnTo>
                  <a:lnTo>
                    <a:pt x="255534" y="206628"/>
                  </a:lnTo>
                  <a:lnTo>
                    <a:pt x="255534" y="208410"/>
                  </a:lnTo>
                  <a:lnTo>
                    <a:pt x="260971" y="208410"/>
                  </a:lnTo>
                  <a:lnTo>
                    <a:pt x="260971" y="220909"/>
                  </a:lnTo>
                  <a:lnTo>
                    <a:pt x="266407" y="220909"/>
                  </a:lnTo>
                  <a:lnTo>
                    <a:pt x="266407" y="226275"/>
                  </a:lnTo>
                  <a:lnTo>
                    <a:pt x="271844" y="226275"/>
                  </a:lnTo>
                  <a:lnTo>
                    <a:pt x="271844" y="229856"/>
                  </a:lnTo>
                  <a:lnTo>
                    <a:pt x="277281" y="229856"/>
                  </a:lnTo>
                  <a:lnTo>
                    <a:pt x="277281" y="233440"/>
                  </a:lnTo>
                  <a:lnTo>
                    <a:pt x="282718" y="233440"/>
                  </a:lnTo>
                  <a:lnTo>
                    <a:pt x="282718" y="238822"/>
                  </a:lnTo>
                  <a:lnTo>
                    <a:pt x="288155" y="238822"/>
                  </a:lnTo>
                  <a:lnTo>
                    <a:pt x="288155" y="244210"/>
                  </a:lnTo>
                  <a:lnTo>
                    <a:pt x="293592" y="244210"/>
                  </a:lnTo>
                  <a:lnTo>
                    <a:pt x="293592" y="249604"/>
                  </a:lnTo>
                  <a:lnTo>
                    <a:pt x="299029" y="249604"/>
                  </a:lnTo>
                  <a:lnTo>
                    <a:pt x="299029" y="258604"/>
                  </a:lnTo>
                  <a:lnTo>
                    <a:pt x="304466" y="258604"/>
                  </a:lnTo>
                  <a:lnTo>
                    <a:pt x="304466" y="265814"/>
                  </a:lnTo>
                  <a:lnTo>
                    <a:pt x="309903" y="265814"/>
                  </a:lnTo>
                  <a:lnTo>
                    <a:pt x="309903" y="273040"/>
                  </a:lnTo>
                  <a:lnTo>
                    <a:pt x="315340" y="273040"/>
                  </a:lnTo>
                  <a:lnTo>
                    <a:pt x="315340" y="274848"/>
                  </a:lnTo>
                  <a:lnTo>
                    <a:pt x="320776" y="274848"/>
                  </a:lnTo>
                  <a:lnTo>
                    <a:pt x="320776" y="276658"/>
                  </a:lnTo>
                  <a:lnTo>
                    <a:pt x="326213" y="276658"/>
                  </a:lnTo>
                  <a:lnTo>
                    <a:pt x="326213" y="289352"/>
                  </a:lnTo>
                  <a:lnTo>
                    <a:pt x="331650" y="289352"/>
                  </a:lnTo>
                  <a:lnTo>
                    <a:pt x="331650" y="294802"/>
                  </a:lnTo>
                  <a:lnTo>
                    <a:pt x="337087" y="294802"/>
                  </a:lnTo>
                  <a:lnTo>
                    <a:pt x="337087" y="303896"/>
                  </a:lnTo>
                  <a:lnTo>
                    <a:pt x="342524" y="303896"/>
                  </a:lnTo>
                  <a:lnTo>
                    <a:pt x="342524" y="309358"/>
                  </a:lnTo>
                  <a:lnTo>
                    <a:pt x="347961" y="309358"/>
                  </a:lnTo>
                  <a:lnTo>
                    <a:pt x="347961" y="309358"/>
                  </a:lnTo>
                  <a:lnTo>
                    <a:pt x="353398" y="309358"/>
                  </a:lnTo>
                  <a:lnTo>
                    <a:pt x="353398" y="314836"/>
                  </a:lnTo>
                  <a:lnTo>
                    <a:pt x="358835" y="314836"/>
                  </a:lnTo>
                  <a:lnTo>
                    <a:pt x="358835" y="322146"/>
                  </a:lnTo>
                  <a:lnTo>
                    <a:pt x="364272" y="322146"/>
                  </a:lnTo>
                  <a:lnTo>
                    <a:pt x="364272" y="325803"/>
                  </a:lnTo>
                  <a:lnTo>
                    <a:pt x="369709" y="325803"/>
                  </a:lnTo>
                  <a:lnTo>
                    <a:pt x="369709" y="329463"/>
                  </a:lnTo>
                  <a:lnTo>
                    <a:pt x="375145" y="329463"/>
                  </a:lnTo>
                  <a:lnTo>
                    <a:pt x="375145" y="334958"/>
                  </a:lnTo>
                  <a:lnTo>
                    <a:pt x="380582" y="334958"/>
                  </a:lnTo>
                  <a:lnTo>
                    <a:pt x="380582" y="347804"/>
                  </a:lnTo>
                  <a:lnTo>
                    <a:pt x="386019" y="347804"/>
                  </a:lnTo>
                  <a:lnTo>
                    <a:pt x="386019" y="351478"/>
                  </a:lnTo>
                  <a:lnTo>
                    <a:pt x="391456" y="351478"/>
                  </a:lnTo>
                  <a:lnTo>
                    <a:pt x="391456" y="356991"/>
                  </a:lnTo>
                  <a:lnTo>
                    <a:pt x="396893" y="356991"/>
                  </a:lnTo>
                  <a:lnTo>
                    <a:pt x="396893" y="360668"/>
                  </a:lnTo>
                  <a:lnTo>
                    <a:pt x="402330" y="360668"/>
                  </a:lnTo>
                  <a:lnTo>
                    <a:pt x="402330" y="366189"/>
                  </a:lnTo>
                  <a:lnTo>
                    <a:pt x="407767" y="366189"/>
                  </a:lnTo>
                  <a:lnTo>
                    <a:pt x="407767" y="368030"/>
                  </a:lnTo>
                  <a:lnTo>
                    <a:pt x="418641" y="368030"/>
                  </a:lnTo>
                  <a:lnTo>
                    <a:pt x="418641" y="373559"/>
                  </a:lnTo>
                  <a:lnTo>
                    <a:pt x="424077" y="373559"/>
                  </a:lnTo>
                  <a:lnTo>
                    <a:pt x="424077" y="377247"/>
                  </a:lnTo>
                  <a:lnTo>
                    <a:pt x="429514" y="377247"/>
                  </a:lnTo>
                  <a:lnTo>
                    <a:pt x="429514" y="379091"/>
                  </a:lnTo>
                  <a:lnTo>
                    <a:pt x="434951" y="379091"/>
                  </a:lnTo>
                  <a:lnTo>
                    <a:pt x="434951" y="380936"/>
                  </a:lnTo>
                  <a:lnTo>
                    <a:pt x="440388" y="380936"/>
                  </a:lnTo>
                  <a:lnTo>
                    <a:pt x="440388" y="382783"/>
                  </a:lnTo>
                  <a:lnTo>
                    <a:pt x="445825" y="382783"/>
                  </a:lnTo>
                  <a:lnTo>
                    <a:pt x="445825" y="390172"/>
                  </a:lnTo>
                  <a:lnTo>
                    <a:pt x="451262" y="390172"/>
                  </a:lnTo>
                  <a:lnTo>
                    <a:pt x="451262" y="392021"/>
                  </a:lnTo>
                  <a:lnTo>
                    <a:pt x="456699" y="392021"/>
                  </a:lnTo>
                  <a:lnTo>
                    <a:pt x="456699" y="393871"/>
                  </a:lnTo>
                  <a:lnTo>
                    <a:pt x="462136" y="393871"/>
                  </a:lnTo>
                  <a:lnTo>
                    <a:pt x="462136" y="393871"/>
                  </a:lnTo>
                  <a:lnTo>
                    <a:pt x="467573" y="393871"/>
                  </a:lnTo>
                  <a:lnTo>
                    <a:pt x="467573" y="399431"/>
                  </a:lnTo>
                  <a:lnTo>
                    <a:pt x="473010" y="399431"/>
                  </a:lnTo>
                  <a:lnTo>
                    <a:pt x="473010" y="401285"/>
                  </a:lnTo>
                  <a:lnTo>
                    <a:pt x="478446" y="401285"/>
                  </a:lnTo>
                  <a:lnTo>
                    <a:pt x="478446" y="406848"/>
                  </a:lnTo>
                  <a:lnTo>
                    <a:pt x="483883" y="406848"/>
                  </a:lnTo>
                  <a:lnTo>
                    <a:pt x="483883" y="410561"/>
                  </a:lnTo>
                  <a:lnTo>
                    <a:pt x="489320" y="410561"/>
                  </a:lnTo>
                  <a:lnTo>
                    <a:pt x="489320" y="419850"/>
                  </a:lnTo>
                  <a:lnTo>
                    <a:pt x="494757" y="419850"/>
                  </a:lnTo>
                  <a:lnTo>
                    <a:pt x="494757" y="423569"/>
                  </a:lnTo>
                  <a:lnTo>
                    <a:pt x="500194" y="423569"/>
                  </a:lnTo>
                  <a:lnTo>
                    <a:pt x="500194" y="429154"/>
                  </a:lnTo>
                  <a:lnTo>
                    <a:pt x="511068" y="429154"/>
                  </a:lnTo>
                  <a:lnTo>
                    <a:pt x="511068" y="432878"/>
                  </a:lnTo>
                  <a:lnTo>
                    <a:pt x="516505" y="432878"/>
                  </a:lnTo>
                  <a:lnTo>
                    <a:pt x="516505" y="438467"/>
                  </a:lnTo>
                  <a:lnTo>
                    <a:pt x="521942" y="438467"/>
                  </a:lnTo>
                  <a:lnTo>
                    <a:pt x="521942" y="442195"/>
                  </a:lnTo>
                  <a:lnTo>
                    <a:pt x="527379" y="442195"/>
                  </a:lnTo>
                  <a:lnTo>
                    <a:pt x="527379" y="451522"/>
                  </a:lnTo>
                  <a:lnTo>
                    <a:pt x="532815" y="451522"/>
                  </a:lnTo>
                  <a:lnTo>
                    <a:pt x="532815" y="455255"/>
                  </a:lnTo>
                  <a:lnTo>
                    <a:pt x="538252" y="455255"/>
                  </a:lnTo>
                  <a:lnTo>
                    <a:pt x="538252" y="460859"/>
                  </a:lnTo>
                  <a:lnTo>
                    <a:pt x="543689" y="460859"/>
                  </a:lnTo>
                  <a:lnTo>
                    <a:pt x="543689" y="462727"/>
                  </a:lnTo>
                  <a:lnTo>
                    <a:pt x="549126" y="462727"/>
                  </a:lnTo>
                  <a:lnTo>
                    <a:pt x="549126" y="464596"/>
                  </a:lnTo>
                  <a:lnTo>
                    <a:pt x="554563" y="464596"/>
                  </a:lnTo>
                  <a:lnTo>
                    <a:pt x="554563" y="468334"/>
                  </a:lnTo>
                  <a:lnTo>
                    <a:pt x="560000" y="468334"/>
                  </a:lnTo>
                  <a:lnTo>
                    <a:pt x="560000" y="472073"/>
                  </a:lnTo>
                  <a:lnTo>
                    <a:pt x="565437" y="472073"/>
                  </a:lnTo>
                  <a:lnTo>
                    <a:pt x="565437" y="475813"/>
                  </a:lnTo>
                  <a:lnTo>
                    <a:pt x="570874" y="475813"/>
                  </a:lnTo>
                  <a:lnTo>
                    <a:pt x="570874" y="481426"/>
                  </a:lnTo>
                  <a:lnTo>
                    <a:pt x="576311" y="481426"/>
                  </a:lnTo>
                  <a:lnTo>
                    <a:pt x="576311" y="483300"/>
                  </a:lnTo>
                  <a:lnTo>
                    <a:pt x="581747" y="483300"/>
                  </a:lnTo>
                  <a:lnTo>
                    <a:pt x="581747" y="487050"/>
                  </a:lnTo>
                  <a:lnTo>
                    <a:pt x="603495" y="487050"/>
                  </a:lnTo>
                  <a:lnTo>
                    <a:pt x="603495" y="490802"/>
                  </a:lnTo>
                  <a:lnTo>
                    <a:pt x="608932" y="490802"/>
                  </a:lnTo>
                  <a:lnTo>
                    <a:pt x="608932" y="498308"/>
                  </a:lnTo>
                  <a:lnTo>
                    <a:pt x="614369" y="498308"/>
                  </a:lnTo>
                  <a:lnTo>
                    <a:pt x="614369" y="500186"/>
                  </a:lnTo>
                  <a:lnTo>
                    <a:pt x="625243" y="500186"/>
                  </a:lnTo>
                  <a:lnTo>
                    <a:pt x="625243" y="503942"/>
                  </a:lnTo>
                  <a:lnTo>
                    <a:pt x="636116" y="503942"/>
                  </a:lnTo>
                  <a:lnTo>
                    <a:pt x="636116" y="509579"/>
                  </a:lnTo>
                  <a:lnTo>
                    <a:pt x="641553" y="509579"/>
                  </a:lnTo>
                  <a:lnTo>
                    <a:pt x="641553" y="511458"/>
                  </a:lnTo>
                  <a:lnTo>
                    <a:pt x="646990" y="511458"/>
                  </a:lnTo>
                  <a:lnTo>
                    <a:pt x="646990" y="517098"/>
                  </a:lnTo>
                  <a:lnTo>
                    <a:pt x="652427" y="517098"/>
                  </a:lnTo>
                  <a:lnTo>
                    <a:pt x="652427" y="518979"/>
                  </a:lnTo>
                  <a:lnTo>
                    <a:pt x="657864" y="518979"/>
                  </a:lnTo>
                  <a:lnTo>
                    <a:pt x="657864" y="522743"/>
                  </a:lnTo>
                  <a:lnTo>
                    <a:pt x="663301" y="522743"/>
                  </a:lnTo>
                  <a:lnTo>
                    <a:pt x="663301" y="526509"/>
                  </a:lnTo>
                  <a:lnTo>
                    <a:pt x="668738" y="526509"/>
                  </a:lnTo>
                  <a:lnTo>
                    <a:pt x="668738" y="528391"/>
                  </a:lnTo>
                  <a:lnTo>
                    <a:pt x="674175" y="528391"/>
                  </a:lnTo>
                  <a:lnTo>
                    <a:pt x="674175" y="530275"/>
                  </a:lnTo>
                  <a:lnTo>
                    <a:pt x="679612" y="530275"/>
                  </a:lnTo>
                  <a:lnTo>
                    <a:pt x="679612" y="539697"/>
                  </a:lnTo>
                  <a:lnTo>
                    <a:pt x="685049" y="539697"/>
                  </a:lnTo>
                  <a:lnTo>
                    <a:pt x="685049" y="549133"/>
                  </a:lnTo>
                  <a:lnTo>
                    <a:pt x="690485" y="549133"/>
                  </a:lnTo>
                  <a:lnTo>
                    <a:pt x="690485" y="551021"/>
                  </a:lnTo>
                  <a:lnTo>
                    <a:pt x="695922" y="551021"/>
                  </a:lnTo>
                  <a:lnTo>
                    <a:pt x="695922" y="558574"/>
                  </a:lnTo>
                  <a:lnTo>
                    <a:pt x="701359" y="558574"/>
                  </a:lnTo>
                  <a:lnTo>
                    <a:pt x="701359" y="566134"/>
                  </a:lnTo>
                  <a:lnTo>
                    <a:pt x="706796" y="566134"/>
                  </a:lnTo>
                  <a:lnTo>
                    <a:pt x="706796" y="573698"/>
                  </a:lnTo>
                  <a:lnTo>
                    <a:pt x="717670" y="573698"/>
                  </a:lnTo>
                  <a:lnTo>
                    <a:pt x="717670" y="577480"/>
                  </a:lnTo>
                  <a:lnTo>
                    <a:pt x="723107" y="577480"/>
                  </a:lnTo>
                  <a:lnTo>
                    <a:pt x="723107" y="577480"/>
                  </a:lnTo>
                  <a:lnTo>
                    <a:pt x="728544" y="577480"/>
                  </a:lnTo>
                  <a:lnTo>
                    <a:pt x="728544" y="581269"/>
                  </a:lnTo>
                  <a:lnTo>
                    <a:pt x="733981" y="581269"/>
                  </a:lnTo>
                  <a:lnTo>
                    <a:pt x="733981" y="586953"/>
                  </a:lnTo>
                  <a:lnTo>
                    <a:pt x="739418" y="586953"/>
                  </a:lnTo>
                  <a:lnTo>
                    <a:pt x="739418" y="588848"/>
                  </a:lnTo>
                  <a:lnTo>
                    <a:pt x="744854" y="588848"/>
                  </a:lnTo>
                  <a:lnTo>
                    <a:pt x="744854" y="594534"/>
                  </a:lnTo>
                  <a:lnTo>
                    <a:pt x="750291" y="594534"/>
                  </a:lnTo>
                  <a:lnTo>
                    <a:pt x="750291" y="596430"/>
                  </a:lnTo>
                  <a:lnTo>
                    <a:pt x="755728" y="596430"/>
                  </a:lnTo>
                  <a:lnTo>
                    <a:pt x="755728" y="600222"/>
                  </a:lnTo>
                  <a:lnTo>
                    <a:pt x="761165" y="600222"/>
                  </a:lnTo>
                  <a:lnTo>
                    <a:pt x="761165" y="602119"/>
                  </a:lnTo>
                  <a:lnTo>
                    <a:pt x="766602" y="602119"/>
                  </a:lnTo>
                  <a:lnTo>
                    <a:pt x="766602" y="607819"/>
                  </a:lnTo>
                  <a:lnTo>
                    <a:pt x="772039" y="607819"/>
                  </a:lnTo>
                  <a:lnTo>
                    <a:pt x="772039" y="613523"/>
                  </a:lnTo>
                  <a:lnTo>
                    <a:pt x="777476" y="613523"/>
                  </a:lnTo>
                  <a:lnTo>
                    <a:pt x="777476" y="615425"/>
                  </a:lnTo>
                  <a:lnTo>
                    <a:pt x="782913" y="615425"/>
                  </a:lnTo>
                  <a:lnTo>
                    <a:pt x="782913" y="617326"/>
                  </a:lnTo>
                  <a:lnTo>
                    <a:pt x="788350" y="617326"/>
                  </a:lnTo>
                  <a:lnTo>
                    <a:pt x="788350" y="621131"/>
                  </a:lnTo>
                  <a:lnTo>
                    <a:pt x="793786" y="621131"/>
                  </a:lnTo>
                  <a:lnTo>
                    <a:pt x="793786" y="626841"/>
                  </a:lnTo>
                  <a:lnTo>
                    <a:pt x="799223" y="626841"/>
                  </a:lnTo>
                  <a:lnTo>
                    <a:pt x="799223" y="628745"/>
                  </a:lnTo>
                  <a:lnTo>
                    <a:pt x="804660" y="628745"/>
                  </a:lnTo>
                  <a:lnTo>
                    <a:pt x="804660" y="630649"/>
                  </a:lnTo>
                  <a:lnTo>
                    <a:pt x="810097" y="630649"/>
                  </a:lnTo>
                  <a:lnTo>
                    <a:pt x="810097" y="632554"/>
                  </a:lnTo>
                  <a:lnTo>
                    <a:pt x="815534" y="632554"/>
                  </a:lnTo>
                  <a:lnTo>
                    <a:pt x="815534" y="638270"/>
                  </a:lnTo>
                  <a:lnTo>
                    <a:pt x="820971" y="638270"/>
                  </a:lnTo>
                  <a:lnTo>
                    <a:pt x="820971" y="642082"/>
                  </a:lnTo>
                  <a:lnTo>
                    <a:pt x="826408" y="642082"/>
                  </a:lnTo>
                  <a:lnTo>
                    <a:pt x="826408" y="647800"/>
                  </a:lnTo>
                  <a:lnTo>
                    <a:pt x="831845" y="647800"/>
                  </a:lnTo>
                  <a:lnTo>
                    <a:pt x="831845" y="655428"/>
                  </a:lnTo>
                  <a:lnTo>
                    <a:pt x="837282" y="655428"/>
                  </a:lnTo>
                  <a:lnTo>
                    <a:pt x="837282" y="655428"/>
                  </a:lnTo>
                  <a:lnTo>
                    <a:pt x="853592" y="655428"/>
                  </a:lnTo>
                  <a:lnTo>
                    <a:pt x="853592" y="657336"/>
                  </a:lnTo>
                  <a:lnTo>
                    <a:pt x="859029" y="657336"/>
                  </a:lnTo>
                  <a:lnTo>
                    <a:pt x="859029" y="661155"/>
                  </a:lnTo>
                  <a:lnTo>
                    <a:pt x="864466" y="661155"/>
                  </a:lnTo>
                  <a:lnTo>
                    <a:pt x="864466" y="661155"/>
                  </a:lnTo>
                  <a:lnTo>
                    <a:pt x="869903" y="661155"/>
                  </a:lnTo>
                  <a:lnTo>
                    <a:pt x="869903" y="661155"/>
                  </a:lnTo>
                  <a:lnTo>
                    <a:pt x="875340" y="661155"/>
                  </a:lnTo>
                  <a:lnTo>
                    <a:pt x="875340" y="661155"/>
                  </a:lnTo>
                  <a:lnTo>
                    <a:pt x="880777" y="661155"/>
                  </a:lnTo>
                  <a:lnTo>
                    <a:pt x="880777" y="663067"/>
                  </a:lnTo>
                  <a:lnTo>
                    <a:pt x="886214" y="663067"/>
                  </a:lnTo>
                  <a:lnTo>
                    <a:pt x="886214" y="666893"/>
                  </a:lnTo>
                  <a:lnTo>
                    <a:pt x="897088" y="666893"/>
                  </a:lnTo>
                  <a:lnTo>
                    <a:pt x="897088" y="670719"/>
                  </a:lnTo>
                  <a:lnTo>
                    <a:pt x="902524" y="670719"/>
                  </a:lnTo>
                  <a:lnTo>
                    <a:pt x="902524" y="674546"/>
                  </a:lnTo>
                  <a:lnTo>
                    <a:pt x="907961" y="674546"/>
                  </a:lnTo>
                  <a:lnTo>
                    <a:pt x="907961" y="676460"/>
                  </a:lnTo>
                  <a:lnTo>
                    <a:pt x="913398" y="676460"/>
                  </a:lnTo>
                  <a:lnTo>
                    <a:pt x="913398" y="680288"/>
                  </a:lnTo>
                  <a:lnTo>
                    <a:pt x="918835" y="680288"/>
                  </a:lnTo>
                  <a:lnTo>
                    <a:pt x="918835" y="682204"/>
                  </a:lnTo>
                  <a:lnTo>
                    <a:pt x="924272" y="682204"/>
                  </a:lnTo>
                  <a:lnTo>
                    <a:pt x="924272" y="689875"/>
                  </a:lnTo>
                  <a:lnTo>
                    <a:pt x="929709" y="689875"/>
                  </a:lnTo>
                  <a:lnTo>
                    <a:pt x="929709" y="691794"/>
                  </a:lnTo>
                  <a:lnTo>
                    <a:pt x="935146" y="691794"/>
                  </a:lnTo>
                  <a:lnTo>
                    <a:pt x="935146" y="693712"/>
                  </a:lnTo>
                  <a:lnTo>
                    <a:pt x="940583" y="693712"/>
                  </a:lnTo>
                  <a:lnTo>
                    <a:pt x="940583" y="695631"/>
                  </a:lnTo>
                  <a:lnTo>
                    <a:pt x="946020" y="695631"/>
                  </a:lnTo>
                  <a:lnTo>
                    <a:pt x="946020" y="699470"/>
                  </a:lnTo>
                  <a:lnTo>
                    <a:pt x="951457" y="699470"/>
                  </a:lnTo>
                  <a:lnTo>
                    <a:pt x="951457" y="703310"/>
                  </a:lnTo>
                  <a:lnTo>
                    <a:pt x="956893" y="703310"/>
                  </a:lnTo>
                  <a:lnTo>
                    <a:pt x="956893" y="707151"/>
                  </a:lnTo>
                  <a:lnTo>
                    <a:pt x="962330" y="707151"/>
                  </a:lnTo>
                  <a:lnTo>
                    <a:pt x="962330" y="710996"/>
                  </a:lnTo>
                  <a:lnTo>
                    <a:pt x="973204" y="710996"/>
                  </a:lnTo>
                  <a:lnTo>
                    <a:pt x="973204" y="714843"/>
                  </a:lnTo>
                  <a:lnTo>
                    <a:pt x="978641" y="714843"/>
                  </a:lnTo>
                  <a:lnTo>
                    <a:pt x="978641" y="720615"/>
                  </a:lnTo>
                  <a:lnTo>
                    <a:pt x="984078" y="720615"/>
                  </a:lnTo>
                  <a:lnTo>
                    <a:pt x="984078" y="724463"/>
                  </a:lnTo>
                  <a:lnTo>
                    <a:pt x="989515" y="724463"/>
                  </a:lnTo>
                  <a:lnTo>
                    <a:pt x="989515" y="728312"/>
                  </a:lnTo>
                  <a:lnTo>
                    <a:pt x="994952" y="728312"/>
                  </a:lnTo>
                  <a:lnTo>
                    <a:pt x="994952" y="736016"/>
                  </a:lnTo>
                  <a:lnTo>
                    <a:pt x="1005825" y="736016"/>
                  </a:lnTo>
                  <a:lnTo>
                    <a:pt x="1005825" y="739869"/>
                  </a:lnTo>
                  <a:lnTo>
                    <a:pt x="1016699" y="739869"/>
                  </a:lnTo>
                  <a:lnTo>
                    <a:pt x="1016699" y="743724"/>
                  </a:lnTo>
                  <a:lnTo>
                    <a:pt x="1022136" y="743724"/>
                  </a:lnTo>
                  <a:lnTo>
                    <a:pt x="1022136" y="747583"/>
                  </a:lnTo>
                  <a:lnTo>
                    <a:pt x="1027573" y="747583"/>
                  </a:lnTo>
                  <a:lnTo>
                    <a:pt x="1027573" y="747583"/>
                  </a:lnTo>
                  <a:lnTo>
                    <a:pt x="1038447" y="747583"/>
                  </a:lnTo>
                  <a:lnTo>
                    <a:pt x="1038447" y="749515"/>
                  </a:lnTo>
                  <a:lnTo>
                    <a:pt x="1049321" y="749515"/>
                  </a:lnTo>
                  <a:lnTo>
                    <a:pt x="1049321" y="751447"/>
                  </a:lnTo>
                  <a:lnTo>
                    <a:pt x="1054758" y="751447"/>
                  </a:lnTo>
                  <a:lnTo>
                    <a:pt x="1054758" y="755312"/>
                  </a:lnTo>
                  <a:lnTo>
                    <a:pt x="1060194" y="755312"/>
                  </a:lnTo>
                  <a:lnTo>
                    <a:pt x="1060194" y="759178"/>
                  </a:lnTo>
                  <a:lnTo>
                    <a:pt x="1071068" y="759178"/>
                  </a:lnTo>
                  <a:lnTo>
                    <a:pt x="1071068" y="764978"/>
                  </a:lnTo>
                  <a:lnTo>
                    <a:pt x="1087379" y="764978"/>
                  </a:lnTo>
                  <a:lnTo>
                    <a:pt x="1087379" y="768845"/>
                  </a:lnTo>
                  <a:lnTo>
                    <a:pt x="1092816" y="768845"/>
                  </a:lnTo>
                  <a:lnTo>
                    <a:pt x="1092816" y="770779"/>
                  </a:lnTo>
                  <a:lnTo>
                    <a:pt x="1098253" y="770779"/>
                  </a:lnTo>
                  <a:lnTo>
                    <a:pt x="1098253" y="774647"/>
                  </a:lnTo>
                  <a:lnTo>
                    <a:pt x="1103690" y="774647"/>
                  </a:lnTo>
                  <a:lnTo>
                    <a:pt x="1103690" y="778516"/>
                  </a:lnTo>
                  <a:lnTo>
                    <a:pt x="1109127" y="778516"/>
                  </a:lnTo>
                  <a:lnTo>
                    <a:pt x="1109127" y="782386"/>
                  </a:lnTo>
                  <a:lnTo>
                    <a:pt x="1114563" y="782386"/>
                  </a:lnTo>
                  <a:lnTo>
                    <a:pt x="1114563" y="784321"/>
                  </a:lnTo>
                  <a:lnTo>
                    <a:pt x="1120000" y="784321"/>
                  </a:lnTo>
                  <a:lnTo>
                    <a:pt x="1120000" y="786256"/>
                  </a:lnTo>
                  <a:lnTo>
                    <a:pt x="1125437" y="786256"/>
                  </a:lnTo>
                  <a:lnTo>
                    <a:pt x="1125437" y="792062"/>
                  </a:lnTo>
                  <a:lnTo>
                    <a:pt x="1130874" y="792062"/>
                  </a:lnTo>
                  <a:lnTo>
                    <a:pt x="1130874" y="793998"/>
                  </a:lnTo>
                  <a:lnTo>
                    <a:pt x="1136311" y="793998"/>
                  </a:lnTo>
                  <a:lnTo>
                    <a:pt x="1136311" y="793998"/>
                  </a:lnTo>
                  <a:lnTo>
                    <a:pt x="1141748" y="793998"/>
                  </a:lnTo>
                  <a:lnTo>
                    <a:pt x="1141748" y="795937"/>
                  </a:lnTo>
                  <a:lnTo>
                    <a:pt x="1147185" y="795937"/>
                  </a:lnTo>
                  <a:lnTo>
                    <a:pt x="1147185" y="797877"/>
                  </a:lnTo>
                  <a:lnTo>
                    <a:pt x="1152622" y="797877"/>
                  </a:lnTo>
                  <a:lnTo>
                    <a:pt x="1152622" y="805639"/>
                  </a:lnTo>
                  <a:lnTo>
                    <a:pt x="1163495" y="805639"/>
                  </a:lnTo>
                  <a:lnTo>
                    <a:pt x="1163495" y="807580"/>
                  </a:lnTo>
                  <a:lnTo>
                    <a:pt x="1168932" y="807580"/>
                  </a:lnTo>
                  <a:lnTo>
                    <a:pt x="1168932" y="811462"/>
                  </a:lnTo>
                  <a:lnTo>
                    <a:pt x="1174369" y="811462"/>
                  </a:lnTo>
                  <a:lnTo>
                    <a:pt x="1174369" y="815345"/>
                  </a:lnTo>
                  <a:lnTo>
                    <a:pt x="1179806" y="815345"/>
                  </a:lnTo>
                  <a:lnTo>
                    <a:pt x="1179806" y="819230"/>
                  </a:lnTo>
                  <a:lnTo>
                    <a:pt x="1190680" y="819230"/>
                  </a:lnTo>
                  <a:lnTo>
                    <a:pt x="1190680" y="821173"/>
                  </a:lnTo>
                  <a:lnTo>
                    <a:pt x="1201554" y="821173"/>
                  </a:lnTo>
                  <a:lnTo>
                    <a:pt x="1201554" y="827007"/>
                  </a:lnTo>
                  <a:lnTo>
                    <a:pt x="1212428" y="827007"/>
                  </a:lnTo>
                  <a:lnTo>
                    <a:pt x="1212428" y="830898"/>
                  </a:lnTo>
                  <a:lnTo>
                    <a:pt x="1217864" y="830898"/>
                  </a:lnTo>
                  <a:lnTo>
                    <a:pt x="1217864" y="834788"/>
                  </a:lnTo>
                  <a:lnTo>
                    <a:pt x="1223301" y="834788"/>
                  </a:lnTo>
                  <a:lnTo>
                    <a:pt x="1223301" y="834788"/>
                  </a:lnTo>
                  <a:lnTo>
                    <a:pt x="1228738" y="834788"/>
                  </a:lnTo>
                  <a:lnTo>
                    <a:pt x="1228738" y="836736"/>
                  </a:lnTo>
                  <a:lnTo>
                    <a:pt x="1234175" y="836736"/>
                  </a:lnTo>
                  <a:lnTo>
                    <a:pt x="1234175" y="842581"/>
                  </a:lnTo>
                  <a:lnTo>
                    <a:pt x="1239612" y="842581"/>
                  </a:lnTo>
                  <a:lnTo>
                    <a:pt x="1239612" y="844530"/>
                  </a:lnTo>
                  <a:lnTo>
                    <a:pt x="1245049" y="844530"/>
                  </a:lnTo>
                  <a:lnTo>
                    <a:pt x="1245049" y="846479"/>
                  </a:lnTo>
                  <a:lnTo>
                    <a:pt x="1255923" y="846479"/>
                  </a:lnTo>
                  <a:lnTo>
                    <a:pt x="1255923" y="850377"/>
                  </a:lnTo>
                  <a:lnTo>
                    <a:pt x="1261360" y="850377"/>
                  </a:lnTo>
                  <a:lnTo>
                    <a:pt x="1261360" y="852326"/>
                  </a:lnTo>
                  <a:lnTo>
                    <a:pt x="1272233" y="852326"/>
                  </a:lnTo>
                  <a:lnTo>
                    <a:pt x="1272233" y="858177"/>
                  </a:lnTo>
                  <a:lnTo>
                    <a:pt x="1277670" y="858177"/>
                  </a:lnTo>
                  <a:lnTo>
                    <a:pt x="1277670" y="862079"/>
                  </a:lnTo>
                  <a:lnTo>
                    <a:pt x="1293981" y="862079"/>
                  </a:lnTo>
                  <a:lnTo>
                    <a:pt x="1293981" y="867932"/>
                  </a:lnTo>
                  <a:lnTo>
                    <a:pt x="1299418" y="867932"/>
                  </a:lnTo>
                  <a:lnTo>
                    <a:pt x="1299418" y="871838"/>
                  </a:lnTo>
                  <a:lnTo>
                    <a:pt x="1304855" y="871838"/>
                  </a:lnTo>
                  <a:lnTo>
                    <a:pt x="1304855" y="873792"/>
                  </a:lnTo>
                  <a:lnTo>
                    <a:pt x="1310292" y="873792"/>
                  </a:lnTo>
                  <a:lnTo>
                    <a:pt x="1310292" y="877701"/>
                  </a:lnTo>
                  <a:lnTo>
                    <a:pt x="1315729" y="877701"/>
                  </a:lnTo>
                  <a:lnTo>
                    <a:pt x="1315729" y="879655"/>
                  </a:lnTo>
                  <a:lnTo>
                    <a:pt x="1321166" y="879655"/>
                  </a:lnTo>
                  <a:lnTo>
                    <a:pt x="1321166" y="881611"/>
                  </a:lnTo>
                  <a:lnTo>
                    <a:pt x="1326602" y="881611"/>
                  </a:lnTo>
                  <a:lnTo>
                    <a:pt x="1326602" y="887484"/>
                  </a:lnTo>
                  <a:lnTo>
                    <a:pt x="1332039" y="887484"/>
                  </a:lnTo>
                  <a:lnTo>
                    <a:pt x="1332039" y="887484"/>
                  </a:lnTo>
                  <a:lnTo>
                    <a:pt x="1337476" y="887484"/>
                  </a:lnTo>
                  <a:lnTo>
                    <a:pt x="1337476" y="891401"/>
                  </a:lnTo>
                  <a:lnTo>
                    <a:pt x="1342913" y="891401"/>
                  </a:lnTo>
                  <a:lnTo>
                    <a:pt x="1342913" y="893360"/>
                  </a:lnTo>
                  <a:lnTo>
                    <a:pt x="1348350" y="893360"/>
                  </a:lnTo>
                  <a:lnTo>
                    <a:pt x="1348350" y="897280"/>
                  </a:lnTo>
                  <a:lnTo>
                    <a:pt x="1353787" y="897280"/>
                  </a:lnTo>
                  <a:lnTo>
                    <a:pt x="1353787" y="899240"/>
                  </a:lnTo>
                  <a:lnTo>
                    <a:pt x="1359224" y="899240"/>
                  </a:lnTo>
                  <a:lnTo>
                    <a:pt x="1359224" y="905127"/>
                  </a:lnTo>
                  <a:lnTo>
                    <a:pt x="1364661" y="905127"/>
                  </a:lnTo>
                  <a:lnTo>
                    <a:pt x="1364661" y="911015"/>
                  </a:lnTo>
                  <a:lnTo>
                    <a:pt x="1370098" y="911015"/>
                  </a:lnTo>
                  <a:lnTo>
                    <a:pt x="1370098" y="911015"/>
                  </a:lnTo>
                  <a:lnTo>
                    <a:pt x="1375534" y="911015"/>
                  </a:lnTo>
                  <a:lnTo>
                    <a:pt x="1375534" y="911015"/>
                  </a:lnTo>
                  <a:lnTo>
                    <a:pt x="1380971" y="911015"/>
                  </a:lnTo>
                  <a:lnTo>
                    <a:pt x="1380971" y="911015"/>
                  </a:lnTo>
                  <a:lnTo>
                    <a:pt x="1397282" y="911015"/>
                  </a:lnTo>
                  <a:lnTo>
                    <a:pt x="1397282" y="914946"/>
                  </a:lnTo>
                  <a:lnTo>
                    <a:pt x="1413593" y="914946"/>
                  </a:lnTo>
                  <a:lnTo>
                    <a:pt x="1413593" y="922817"/>
                  </a:lnTo>
                  <a:lnTo>
                    <a:pt x="1419030" y="922817"/>
                  </a:lnTo>
                  <a:lnTo>
                    <a:pt x="1419030" y="924785"/>
                  </a:lnTo>
                  <a:lnTo>
                    <a:pt x="1424467" y="924785"/>
                  </a:lnTo>
                  <a:lnTo>
                    <a:pt x="1424467" y="926754"/>
                  </a:lnTo>
                  <a:lnTo>
                    <a:pt x="1435340" y="926754"/>
                  </a:lnTo>
                  <a:lnTo>
                    <a:pt x="1435340" y="926754"/>
                  </a:lnTo>
                  <a:lnTo>
                    <a:pt x="1446214" y="926754"/>
                  </a:lnTo>
                  <a:lnTo>
                    <a:pt x="1446214" y="928723"/>
                  </a:lnTo>
                  <a:lnTo>
                    <a:pt x="1457088" y="928723"/>
                  </a:lnTo>
                  <a:lnTo>
                    <a:pt x="1457088" y="930694"/>
                  </a:lnTo>
                  <a:lnTo>
                    <a:pt x="1462525" y="930694"/>
                  </a:lnTo>
                  <a:lnTo>
                    <a:pt x="1462525" y="934637"/>
                  </a:lnTo>
                  <a:lnTo>
                    <a:pt x="1467962" y="934637"/>
                  </a:lnTo>
                  <a:lnTo>
                    <a:pt x="1467962" y="934637"/>
                  </a:lnTo>
                  <a:lnTo>
                    <a:pt x="1473399" y="934637"/>
                  </a:lnTo>
                  <a:lnTo>
                    <a:pt x="1473399" y="936609"/>
                  </a:lnTo>
                  <a:lnTo>
                    <a:pt x="1484272" y="936609"/>
                  </a:lnTo>
                  <a:lnTo>
                    <a:pt x="1484272" y="940556"/>
                  </a:lnTo>
                  <a:lnTo>
                    <a:pt x="1489709" y="940556"/>
                  </a:lnTo>
                  <a:lnTo>
                    <a:pt x="1489709" y="940556"/>
                  </a:lnTo>
                  <a:lnTo>
                    <a:pt x="1500583" y="940556"/>
                  </a:lnTo>
                  <a:lnTo>
                    <a:pt x="1500583" y="942531"/>
                  </a:lnTo>
                  <a:lnTo>
                    <a:pt x="1506020" y="942531"/>
                  </a:lnTo>
                  <a:lnTo>
                    <a:pt x="1506020" y="948459"/>
                  </a:lnTo>
                  <a:lnTo>
                    <a:pt x="1511457" y="948459"/>
                  </a:lnTo>
                  <a:lnTo>
                    <a:pt x="1511457" y="952411"/>
                  </a:lnTo>
                  <a:lnTo>
                    <a:pt x="1516894" y="952411"/>
                  </a:lnTo>
                  <a:lnTo>
                    <a:pt x="1516894" y="954387"/>
                  </a:lnTo>
                  <a:lnTo>
                    <a:pt x="1522331" y="954387"/>
                  </a:lnTo>
                  <a:lnTo>
                    <a:pt x="1522331" y="954387"/>
                  </a:lnTo>
                  <a:lnTo>
                    <a:pt x="1527768" y="954387"/>
                  </a:lnTo>
                  <a:lnTo>
                    <a:pt x="1527768" y="958343"/>
                  </a:lnTo>
                  <a:lnTo>
                    <a:pt x="1538641" y="958343"/>
                  </a:lnTo>
                  <a:lnTo>
                    <a:pt x="1538641" y="962302"/>
                  </a:lnTo>
                  <a:lnTo>
                    <a:pt x="1549515" y="962302"/>
                  </a:lnTo>
                  <a:lnTo>
                    <a:pt x="1549515" y="964282"/>
                  </a:lnTo>
                  <a:lnTo>
                    <a:pt x="1560389" y="964282"/>
                  </a:lnTo>
                  <a:lnTo>
                    <a:pt x="1560389" y="970221"/>
                  </a:lnTo>
                  <a:lnTo>
                    <a:pt x="1571263" y="970221"/>
                  </a:lnTo>
                  <a:lnTo>
                    <a:pt x="1571263" y="972201"/>
                  </a:lnTo>
                  <a:lnTo>
                    <a:pt x="1576700" y="972201"/>
                  </a:lnTo>
                  <a:lnTo>
                    <a:pt x="1576700" y="976162"/>
                  </a:lnTo>
                  <a:lnTo>
                    <a:pt x="1582137" y="976162"/>
                  </a:lnTo>
                  <a:lnTo>
                    <a:pt x="1582137" y="978142"/>
                  </a:lnTo>
                  <a:lnTo>
                    <a:pt x="1587573" y="978142"/>
                  </a:lnTo>
                  <a:lnTo>
                    <a:pt x="1587573" y="980124"/>
                  </a:lnTo>
                  <a:lnTo>
                    <a:pt x="1593010" y="980124"/>
                  </a:lnTo>
                  <a:lnTo>
                    <a:pt x="1593010" y="984089"/>
                  </a:lnTo>
                  <a:lnTo>
                    <a:pt x="1598447" y="984089"/>
                  </a:lnTo>
                  <a:lnTo>
                    <a:pt x="1598447" y="990038"/>
                  </a:lnTo>
                  <a:lnTo>
                    <a:pt x="1603884" y="990038"/>
                  </a:lnTo>
                  <a:lnTo>
                    <a:pt x="1603884" y="994004"/>
                  </a:lnTo>
                  <a:lnTo>
                    <a:pt x="1614758" y="994004"/>
                  </a:lnTo>
                  <a:lnTo>
                    <a:pt x="1614758" y="995987"/>
                  </a:lnTo>
                  <a:lnTo>
                    <a:pt x="1620195" y="995987"/>
                  </a:lnTo>
                  <a:lnTo>
                    <a:pt x="1620195" y="1001938"/>
                  </a:lnTo>
                  <a:lnTo>
                    <a:pt x="1625632" y="1001938"/>
                  </a:lnTo>
                  <a:lnTo>
                    <a:pt x="1625632" y="1003923"/>
                  </a:lnTo>
                  <a:lnTo>
                    <a:pt x="1631069" y="1003923"/>
                  </a:lnTo>
                  <a:lnTo>
                    <a:pt x="1631069" y="1007893"/>
                  </a:lnTo>
                  <a:lnTo>
                    <a:pt x="1636506" y="1007893"/>
                  </a:lnTo>
                  <a:lnTo>
                    <a:pt x="1636506" y="1007893"/>
                  </a:lnTo>
                  <a:lnTo>
                    <a:pt x="1641942" y="1007893"/>
                  </a:lnTo>
                  <a:lnTo>
                    <a:pt x="1641942" y="1011869"/>
                  </a:lnTo>
                  <a:lnTo>
                    <a:pt x="1647379" y="1011869"/>
                  </a:lnTo>
                  <a:lnTo>
                    <a:pt x="1647379" y="1013857"/>
                  </a:lnTo>
                  <a:lnTo>
                    <a:pt x="1652816" y="1013857"/>
                  </a:lnTo>
                  <a:lnTo>
                    <a:pt x="1652816" y="1015845"/>
                  </a:lnTo>
                  <a:lnTo>
                    <a:pt x="1658253" y="1015845"/>
                  </a:lnTo>
                  <a:lnTo>
                    <a:pt x="1658253" y="1017834"/>
                  </a:lnTo>
                  <a:lnTo>
                    <a:pt x="1663690" y="1017834"/>
                  </a:lnTo>
                  <a:lnTo>
                    <a:pt x="1663690" y="1019822"/>
                  </a:lnTo>
                  <a:lnTo>
                    <a:pt x="1669127" y="1019822"/>
                  </a:lnTo>
                  <a:lnTo>
                    <a:pt x="1669127" y="1021812"/>
                  </a:lnTo>
                  <a:lnTo>
                    <a:pt x="1674564" y="1021812"/>
                  </a:lnTo>
                  <a:lnTo>
                    <a:pt x="1674564" y="1025791"/>
                  </a:lnTo>
                  <a:lnTo>
                    <a:pt x="1685438" y="1025791"/>
                  </a:lnTo>
                  <a:lnTo>
                    <a:pt x="1685438" y="1027781"/>
                  </a:lnTo>
                  <a:lnTo>
                    <a:pt x="1696311" y="1027781"/>
                  </a:lnTo>
                  <a:lnTo>
                    <a:pt x="1696311" y="1029772"/>
                  </a:lnTo>
                  <a:lnTo>
                    <a:pt x="1707185" y="1029772"/>
                  </a:lnTo>
                  <a:lnTo>
                    <a:pt x="1707185" y="1035745"/>
                  </a:lnTo>
                  <a:lnTo>
                    <a:pt x="1712622" y="1035745"/>
                  </a:lnTo>
                  <a:lnTo>
                    <a:pt x="1712622" y="1041723"/>
                  </a:lnTo>
                  <a:lnTo>
                    <a:pt x="1718059" y="1041723"/>
                  </a:lnTo>
                  <a:lnTo>
                    <a:pt x="1718059" y="1043715"/>
                  </a:lnTo>
                  <a:lnTo>
                    <a:pt x="1728933" y="1043715"/>
                  </a:lnTo>
                  <a:lnTo>
                    <a:pt x="1728933" y="1045709"/>
                  </a:lnTo>
                  <a:lnTo>
                    <a:pt x="1739807" y="1045709"/>
                  </a:lnTo>
                  <a:lnTo>
                    <a:pt x="1739807" y="1047703"/>
                  </a:lnTo>
                  <a:lnTo>
                    <a:pt x="1745243" y="1047703"/>
                  </a:lnTo>
                  <a:lnTo>
                    <a:pt x="1745243" y="1047703"/>
                  </a:lnTo>
                  <a:lnTo>
                    <a:pt x="1750680" y="1047703"/>
                  </a:lnTo>
                  <a:lnTo>
                    <a:pt x="1750680" y="1051693"/>
                  </a:lnTo>
                  <a:lnTo>
                    <a:pt x="1756117" y="1051693"/>
                  </a:lnTo>
                  <a:lnTo>
                    <a:pt x="1756117" y="1055687"/>
                  </a:lnTo>
                  <a:lnTo>
                    <a:pt x="1777865" y="1055687"/>
                  </a:lnTo>
                  <a:lnTo>
                    <a:pt x="1777865" y="1059682"/>
                  </a:lnTo>
                  <a:lnTo>
                    <a:pt x="1783302" y="1059682"/>
                  </a:lnTo>
                  <a:lnTo>
                    <a:pt x="1783302" y="1063677"/>
                  </a:lnTo>
                  <a:lnTo>
                    <a:pt x="1788739" y="1063677"/>
                  </a:lnTo>
                  <a:lnTo>
                    <a:pt x="1788739" y="1065675"/>
                  </a:lnTo>
                  <a:lnTo>
                    <a:pt x="1799612" y="1065675"/>
                  </a:lnTo>
                  <a:lnTo>
                    <a:pt x="1799612" y="1067673"/>
                  </a:lnTo>
                  <a:lnTo>
                    <a:pt x="1805049" y="1067673"/>
                  </a:lnTo>
                  <a:lnTo>
                    <a:pt x="1805049" y="1069671"/>
                  </a:lnTo>
                  <a:lnTo>
                    <a:pt x="1810486" y="1069671"/>
                  </a:lnTo>
                  <a:lnTo>
                    <a:pt x="1810486" y="1077668"/>
                  </a:lnTo>
                  <a:lnTo>
                    <a:pt x="1815923" y="1077668"/>
                  </a:lnTo>
                  <a:lnTo>
                    <a:pt x="1815923" y="1079668"/>
                  </a:lnTo>
                  <a:lnTo>
                    <a:pt x="1821360" y="1079668"/>
                  </a:lnTo>
                  <a:lnTo>
                    <a:pt x="1821360" y="1079668"/>
                  </a:lnTo>
                  <a:lnTo>
                    <a:pt x="1826797" y="1079668"/>
                  </a:lnTo>
                  <a:lnTo>
                    <a:pt x="1826797" y="1081669"/>
                  </a:lnTo>
                  <a:lnTo>
                    <a:pt x="1832234" y="1081669"/>
                  </a:lnTo>
                  <a:lnTo>
                    <a:pt x="1832234" y="1085678"/>
                  </a:lnTo>
                  <a:lnTo>
                    <a:pt x="1843108" y="1085678"/>
                  </a:lnTo>
                  <a:lnTo>
                    <a:pt x="1843108" y="1093698"/>
                  </a:lnTo>
                  <a:lnTo>
                    <a:pt x="1848545" y="1093698"/>
                  </a:lnTo>
                  <a:lnTo>
                    <a:pt x="1848545" y="1095703"/>
                  </a:lnTo>
                  <a:lnTo>
                    <a:pt x="1864855" y="1095703"/>
                  </a:lnTo>
                  <a:lnTo>
                    <a:pt x="1864855" y="1097708"/>
                  </a:lnTo>
                  <a:lnTo>
                    <a:pt x="1870292" y="1097708"/>
                  </a:lnTo>
                  <a:lnTo>
                    <a:pt x="1870292" y="1099713"/>
                  </a:lnTo>
                  <a:lnTo>
                    <a:pt x="1875729" y="1099713"/>
                  </a:lnTo>
                  <a:lnTo>
                    <a:pt x="1875729" y="1103724"/>
                  </a:lnTo>
                  <a:lnTo>
                    <a:pt x="1886603" y="1103724"/>
                  </a:lnTo>
                  <a:lnTo>
                    <a:pt x="1886603" y="1105730"/>
                  </a:lnTo>
                  <a:lnTo>
                    <a:pt x="1892040" y="1105730"/>
                  </a:lnTo>
                  <a:lnTo>
                    <a:pt x="1892040" y="1105730"/>
                  </a:lnTo>
                  <a:lnTo>
                    <a:pt x="1897477" y="1105730"/>
                  </a:lnTo>
                  <a:lnTo>
                    <a:pt x="1897477" y="1107737"/>
                  </a:lnTo>
                  <a:lnTo>
                    <a:pt x="1902914" y="1107737"/>
                  </a:lnTo>
                  <a:lnTo>
                    <a:pt x="1902914" y="1107737"/>
                  </a:lnTo>
                  <a:lnTo>
                    <a:pt x="1908350" y="1107737"/>
                  </a:lnTo>
                  <a:lnTo>
                    <a:pt x="1908350" y="1109747"/>
                  </a:lnTo>
                  <a:lnTo>
                    <a:pt x="1913787" y="1109747"/>
                  </a:lnTo>
                  <a:lnTo>
                    <a:pt x="1913787" y="1109747"/>
                  </a:lnTo>
                  <a:lnTo>
                    <a:pt x="1919224" y="1109747"/>
                  </a:lnTo>
                  <a:lnTo>
                    <a:pt x="1919224" y="1111758"/>
                  </a:lnTo>
                  <a:lnTo>
                    <a:pt x="1924661" y="1111758"/>
                  </a:lnTo>
                  <a:lnTo>
                    <a:pt x="1924661" y="1117797"/>
                  </a:lnTo>
                  <a:lnTo>
                    <a:pt x="1930098" y="1117797"/>
                  </a:lnTo>
                  <a:lnTo>
                    <a:pt x="1930098" y="1119811"/>
                  </a:lnTo>
                  <a:lnTo>
                    <a:pt x="1935535" y="1119811"/>
                  </a:lnTo>
                  <a:lnTo>
                    <a:pt x="1935535" y="1121824"/>
                  </a:lnTo>
                  <a:lnTo>
                    <a:pt x="1951846" y="1121824"/>
                  </a:lnTo>
                  <a:lnTo>
                    <a:pt x="1951846" y="1123838"/>
                  </a:lnTo>
                  <a:lnTo>
                    <a:pt x="1968156" y="1123838"/>
                  </a:lnTo>
                  <a:lnTo>
                    <a:pt x="1968156" y="1125853"/>
                  </a:lnTo>
                  <a:lnTo>
                    <a:pt x="1973593" y="1125853"/>
                  </a:lnTo>
                  <a:lnTo>
                    <a:pt x="1973593" y="1127869"/>
                  </a:lnTo>
                  <a:lnTo>
                    <a:pt x="1984467" y="1127869"/>
                  </a:lnTo>
                  <a:lnTo>
                    <a:pt x="1984467" y="1131900"/>
                  </a:lnTo>
                  <a:lnTo>
                    <a:pt x="1989904" y="1131900"/>
                  </a:lnTo>
                  <a:lnTo>
                    <a:pt x="1989904" y="1133917"/>
                  </a:lnTo>
                  <a:lnTo>
                    <a:pt x="1995341" y="1133917"/>
                  </a:lnTo>
                  <a:lnTo>
                    <a:pt x="1995341" y="1135934"/>
                  </a:lnTo>
                  <a:lnTo>
                    <a:pt x="2000778" y="1135934"/>
                  </a:lnTo>
                  <a:lnTo>
                    <a:pt x="2000778" y="1135934"/>
                  </a:lnTo>
                  <a:lnTo>
                    <a:pt x="2006215" y="1135934"/>
                  </a:lnTo>
                  <a:lnTo>
                    <a:pt x="2006215" y="1137952"/>
                  </a:lnTo>
                  <a:lnTo>
                    <a:pt x="2011651" y="1137952"/>
                  </a:lnTo>
                  <a:lnTo>
                    <a:pt x="2011651" y="1141989"/>
                  </a:lnTo>
                  <a:lnTo>
                    <a:pt x="2017088" y="1141989"/>
                  </a:lnTo>
                  <a:lnTo>
                    <a:pt x="2017088" y="1144010"/>
                  </a:lnTo>
                  <a:lnTo>
                    <a:pt x="2022525" y="1144010"/>
                  </a:lnTo>
                  <a:lnTo>
                    <a:pt x="2022525" y="1146032"/>
                  </a:lnTo>
                  <a:lnTo>
                    <a:pt x="2027962" y="1146032"/>
                  </a:lnTo>
                  <a:lnTo>
                    <a:pt x="2027962" y="1148053"/>
                  </a:lnTo>
                  <a:lnTo>
                    <a:pt x="2033399" y="1148053"/>
                  </a:lnTo>
                  <a:lnTo>
                    <a:pt x="2033399" y="1150076"/>
                  </a:lnTo>
                  <a:lnTo>
                    <a:pt x="2038836" y="1150076"/>
                  </a:lnTo>
                  <a:lnTo>
                    <a:pt x="2038836" y="1154122"/>
                  </a:lnTo>
                  <a:lnTo>
                    <a:pt x="2044273" y="1154122"/>
                  </a:lnTo>
                  <a:lnTo>
                    <a:pt x="2044273" y="1156145"/>
                  </a:lnTo>
                  <a:lnTo>
                    <a:pt x="2055147" y="1156145"/>
                  </a:lnTo>
                  <a:lnTo>
                    <a:pt x="2055147" y="1158168"/>
                  </a:lnTo>
                  <a:lnTo>
                    <a:pt x="2066020" y="1158168"/>
                  </a:lnTo>
                  <a:lnTo>
                    <a:pt x="2066020" y="1160192"/>
                  </a:lnTo>
                  <a:lnTo>
                    <a:pt x="2071457" y="1160192"/>
                  </a:lnTo>
                  <a:lnTo>
                    <a:pt x="2071457" y="1168290"/>
                  </a:lnTo>
                  <a:lnTo>
                    <a:pt x="2082331" y="1168290"/>
                  </a:lnTo>
                  <a:lnTo>
                    <a:pt x="2082331" y="1170315"/>
                  </a:lnTo>
                  <a:lnTo>
                    <a:pt x="2087768" y="1170315"/>
                  </a:lnTo>
                  <a:lnTo>
                    <a:pt x="2087768" y="1170315"/>
                  </a:lnTo>
                  <a:lnTo>
                    <a:pt x="2093205" y="1170315"/>
                  </a:lnTo>
                  <a:lnTo>
                    <a:pt x="2093205" y="1172343"/>
                  </a:lnTo>
                  <a:lnTo>
                    <a:pt x="2098642" y="1172343"/>
                  </a:lnTo>
                  <a:lnTo>
                    <a:pt x="2098642" y="1174371"/>
                  </a:lnTo>
                  <a:lnTo>
                    <a:pt x="2104079" y="1174371"/>
                  </a:lnTo>
                  <a:lnTo>
                    <a:pt x="2104079" y="1174371"/>
                  </a:lnTo>
                  <a:lnTo>
                    <a:pt x="2109516" y="1174371"/>
                  </a:lnTo>
                  <a:lnTo>
                    <a:pt x="2109516" y="1178431"/>
                  </a:lnTo>
                  <a:lnTo>
                    <a:pt x="2114953" y="1178431"/>
                  </a:lnTo>
                  <a:lnTo>
                    <a:pt x="2114953" y="1180462"/>
                  </a:lnTo>
                  <a:lnTo>
                    <a:pt x="2120389" y="1180462"/>
                  </a:lnTo>
                  <a:lnTo>
                    <a:pt x="2120389" y="1182492"/>
                  </a:lnTo>
                  <a:lnTo>
                    <a:pt x="2125826" y="1182492"/>
                  </a:lnTo>
                  <a:lnTo>
                    <a:pt x="2125826" y="1184523"/>
                  </a:lnTo>
                  <a:lnTo>
                    <a:pt x="2131263" y="1184523"/>
                  </a:lnTo>
                  <a:lnTo>
                    <a:pt x="2131263" y="1188586"/>
                  </a:lnTo>
                  <a:lnTo>
                    <a:pt x="2142137" y="1188586"/>
                  </a:lnTo>
                  <a:lnTo>
                    <a:pt x="2142137" y="1190618"/>
                  </a:lnTo>
                  <a:lnTo>
                    <a:pt x="2153011" y="1190618"/>
                  </a:lnTo>
                  <a:lnTo>
                    <a:pt x="2153011" y="1196717"/>
                  </a:lnTo>
                  <a:lnTo>
                    <a:pt x="2163885" y="1196717"/>
                  </a:lnTo>
                  <a:lnTo>
                    <a:pt x="2163885" y="1200788"/>
                  </a:lnTo>
                  <a:lnTo>
                    <a:pt x="2169321" y="1200788"/>
                  </a:lnTo>
                  <a:lnTo>
                    <a:pt x="2169321" y="1200788"/>
                  </a:lnTo>
                  <a:lnTo>
                    <a:pt x="2180195" y="1200788"/>
                  </a:lnTo>
                  <a:lnTo>
                    <a:pt x="2180195" y="1206901"/>
                  </a:lnTo>
                  <a:lnTo>
                    <a:pt x="2185632" y="1206901"/>
                  </a:lnTo>
                  <a:lnTo>
                    <a:pt x="2185632" y="1210979"/>
                  </a:lnTo>
                  <a:lnTo>
                    <a:pt x="2191069" y="1210979"/>
                  </a:lnTo>
                  <a:lnTo>
                    <a:pt x="2191069" y="1213018"/>
                  </a:lnTo>
                  <a:lnTo>
                    <a:pt x="2196506" y="1213018"/>
                  </a:lnTo>
                  <a:lnTo>
                    <a:pt x="2196506" y="1215058"/>
                  </a:lnTo>
                  <a:lnTo>
                    <a:pt x="2207380" y="1215058"/>
                  </a:lnTo>
                  <a:lnTo>
                    <a:pt x="2207380" y="1221180"/>
                  </a:lnTo>
                  <a:lnTo>
                    <a:pt x="2212817" y="1221180"/>
                  </a:lnTo>
                  <a:lnTo>
                    <a:pt x="2212817" y="1223220"/>
                  </a:lnTo>
                  <a:lnTo>
                    <a:pt x="2218254" y="1223220"/>
                  </a:lnTo>
                  <a:lnTo>
                    <a:pt x="2218254" y="1225261"/>
                  </a:lnTo>
                  <a:lnTo>
                    <a:pt x="2223690" y="1225261"/>
                  </a:lnTo>
                  <a:lnTo>
                    <a:pt x="2223690" y="1229347"/>
                  </a:lnTo>
                  <a:lnTo>
                    <a:pt x="2229127" y="1229347"/>
                  </a:lnTo>
                  <a:lnTo>
                    <a:pt x="2229127" y="1231391"/>
                  </a:lnTo>
                  <a:lnTo>
                    <a:pt x="2234564" y="1231391"/>
                  </a:lnTo>
                  <a:lnTo>
                    <a:pt x="2234564" y="1233436"/>
                  </a:lnTo>
                  <a:lnTo>
                    <a:pt x="2240001" y="1233436"/>
                  </a:lnTo>
                  <a:lnTo>
                    <a:pt x="2240001" y="1241619"/>
                  </a:lnTo>
                  <a:lnTo>
                    <a:pt x="2245438" y="1241619"/>
                  </a:lnTo>
                  <a:lnTo>
                    <a:pt x="2245438" y="1241619"/>
                  </a:lnTo>
                  <a:lnTo>
                    <a:pt x="2250875" y="1241619"/>
                  </a:lnTo>
                  <a:lnTo>
                    <a:pt x="2250875" y="1243665"/>
                  </a:lnTo>
                  <a:lnTo>
                    <a:pt x="2267186" y="1243665"/>
                  </a:lnTo>
                  <a:lnTo>
                    <a:pt x="2267186" y="1245712"/>
                  </a:lnTo>
                  <a:lnTo>
                    <a:pt x="2272623" y="1245712"/>
                  </a:lnTo>
                  <a:lnTo>
                    <a:pt x="2272623" y="1247761"/>
                  </a:lnTo>
                  <a:lnTo>
                    <a:pt x="2278059" y="1247761"/>
                  </a:lnTo>
                  <a:lnTo>
                    <a:pt x="2278059" y="1249809"/>
                  </a:lnTo>
                  <a:lnTo>
                    <a:pt x="2294370" y="1249809"/>
                  </a:lnTo>
                  <a:lnTo>
                    <a:pt x="2294370" y="1251857"/>
                  </a:lnTo>
                  <a:lnTo>
                    <a:pt x="2310681" y="1251857"/>
                  </a:lnTo>
                  <a:lnTo>
                    <a:pt x="2310681" y="1253906"/>
                  </a:lnTo>
                  <a:lnTo>
                    <a:pt x="2316118" y="1253906"/>
                  </a:lnTo>
                  <a:lnTo>
                    <a:pt x="2316118" y="1255954"/>
                  </a:lnTo>
                  <a:lnTo>
                    <a:pt x="2321555" y="1255954"/>
                  </a:lnTo>
                  <a:lnTo>
                    <a:pt x="2321555" y="1258003"/>
                  </a:lnTo>
                  <a:lnTo>
                    <a:pt x="2326991" y="1258003"/>
                  </a:lnTo>
                  <a:lnTo>
                    <a:pt x="2326991" y="1258003"/>
                  </a:lnTo>
                  <a:lnTo>
                    <a:pt x="2337865" y="1258003"/>
                  </a:lnTo>
                  <a:lnTo>
                    <a:pt x="2337865" y="1260054"/>
                  </a:lnTo>
                  <a:lnTo>
                    <a:pt x="2343302" y="1260054"/>
                  </a:lnTo>
                  <a:lnTo>
                    <a:pt x="2343302" y="1262104"/>
                  </a:lnTo>
                  <a:lnTo>
                    <a:pt x="2348739" y="1262104"/>
                  </a:lnTo>
                  <a:lnTo>
                    <a:pt x="2348739" y="1266207"/>
                  </a:lnTo>
                  <a:lnTo>
                    <a:pt x="2354176" y="1266207"/>
                  </a:lnTo>
                  <a:lnTo>
                    <a:pt x="2354176" y="1268258"/>
                  </a:lnTo>
                  <a:lnTo>
                    <a:pt x="2365050" y="1268258"/>
                  </a:lnTo>
                  <a:lnTo>
                    <a:pt x="2365050" y="1268258"/>
                  </a:lnTo>
                  <a:lnTo>
                    <a:pt x="2370487" y="1268258"/>
                  </a:lnTo>
                  <a:lnTo>
                    <a:pt x="2370487" y="1272363"/>
                  </a:lnTo>
                  <a:lnTo>
                    <a:pt x="2381360" y="1272363"/>
                  </a:lnTo>
                  <a:lnTo>
                    <a:pt x="2381360" y="1276468"/>
                  </a:lnTo>
                  <a:lnTo>
                    <a:pt x="2386797" y="1276468"/>
                  </a:lnTo>
                  <a:lnTo>
                    <a:pt x="2386797" y="1278522"/>
                  </a:lnTo>
                  <a:lnTo>
                    <a:pt x="2397671" y="1278522"/>
                  </a:lnTo>
                  <a:lnTo>
                    <a:pt x="2397671" y="1278522"/>
                  </a:lnTo>
                  <a:lnTo>
                    <a:pt x="2408545" y="1278522"/>
                  </a:lnTo>
                  <a:lnTo>
                    <a:pt x="2408545" y="1280579"/>
                  </a:lnTo>
                  <a:lnTo>
                    <a:pt x="2413982" y="1280579"/>
                  </a:lnTo>
                  <a:lnTo>
                    <a:pt x="2413982" y="1282636"/>
                  </a:lnTo>
                  <a:lnTo>
                    <a:pt x="2424856" y="1282636"/>
                  </a:lnTo>
                  <a:lnTo>
                    <a:pt x="2424856" y="1286753"/>
                  </a:lnTo>
                  <a:lnTo>
                    <a:pt x="2430293" y="1286753"/>
                  </a:lnTo>
                  <a:lnTo>
                    <a:pt x="2430293" y="1288812"/>
                  </a:lnTo>
                  <a:lnTo>
                    <a:pt x="2435729" y="1288812"/>
                  </a:lnTo>
                  <a:lnTo>
                    <a:pt x="2435729" y="1290870"/>
                  </a:lnTo>
                  <a:lnTo>
                    <a:pt x="2446603" y="1290870"/>
                  </a:lnTo>
                  <a:lnTo>
                    <a:pt x="2446603" y="1292930"/>
                  </a:lnTo>
                  <a:lnTo>
                    <a:pt x="2452040" y="1292930"/>
                  </a:lnTo>
                  <a:lnTo>
                    <a:pt x="2452040" y="1294990"/>
                  </a:lnTo>
                  <a:lnTo>
                    <a:pt x="2457477" y="1294990"/>
                  </a:lnTo>
                  <a:lnTo>
                    <a:pt x="2457477" y="1297050"/>
                  </a:lnTo>
                  <a:lnTo>
                    <a:pt x="2462914" y="1297050"/>
                  </a:lnTo>
                  <a:lnTo>
                    <a:pt x="2462914" y="1297050"/>
                  </a:lnTo>
                  <a:lnTo>
                    <a:pt x="2468351" y="1297050"/>
                  </a:lnTo>
                  <a:lnTo>
                    <a:pt x="2468351" y="1299112"/>
                  </a:lnTo>
                  <a:lnTo>
                    <a:pt x="2473788" y="1299112"/>
                  </a:lnTo>
                  <a:lnTo>
                    <a:pt x="2473788" y="1303237"/>
                  </a:lnTo>
                  <a:lnTo>
                    <a:pt x="2484662" y="1303237"/>
                  </a:lnTo>
                  <a:lnTo>
                    <a:pt x="2484662" y="1305301"/>
                  </a:lnTo>
                  <a:lnTo>
                    <a:pt x="2490098" y="1305301"/>
                  </a:lnTo>
                  <a:lnTo>
                    <a:pt x="2490098" y="1307365"/>
                  </a:lnTo>
                  <a:lnTo>
                    <a:pt x="2495535" y="1307365"/>
                  </a:lnTo>
                  <a:lnTo>
                    <a:pt x="2495535" y="1309428"/>
                  </a:lnTo>
                  <a:lnTo>
                    <a:pt x="2511846" y="1309428"/>
                  </a:lnTo>
                  <a:lnTo>
                    <a:pt x="2511846" y="1311492"/>
                  </a:lnTo>
                  <a:lnTo>
                    <a:pt x="2517283" y="1311492"/>
                  </a:lnTo>
                  <a:lnTo>
                    <a:pt x="2517283" y="1311492"/>
                  </a:lnTo>
                  <a:lnTo>
                    <a:pt x="2528157" y="1311492"/>
                  </a:lnTo>
                  <a:lnTo>
                    <a:pt x="2528157" y="1311492"/>
                  </a:lnTo>
                  <a:lnTo>
                    <a:pt x="2539030" y="1311492"/>
                  </a:lnTo>
                  <a:lnTo>
                    <a:pt x="2539030" y="1315627"/>
                  </a:lnTo>
                  <a:lnTo>
                    <a:pt x="2544467" y="1315627"/>
                  </a:lnTo>
                  <a:lnTo>
                    <a:pt x="2544467" y="1319762"/>
                  </a:lnTo>
                  <a:lnTo>
                    <a:pt x="2549904" y="1319762"/>
                  </a:lnTo>
                  <a:lnTo>
                    <a:pt x="2549904" y="1321830"/>
                  </a:lnTo>
                  <a:lnTo>
                    <a:pt x="2560778" y="1321830"/>
                  </a:lnTo>
                  <a:lnTo>
                    <a:pt x="2560778" y="1325970"/>
                  </a:lnTo>
                  <a:lnTo>
                    <a:pt x="2566215" y="1325970"/>
                  </a:lnTo>
                  <a:lnTo>
                    <a:pt x="2566215" y="1332184"/>
                  </a:lnTo>
                  <a:lnTo>
                    <a:pt x="2577089" y="1332184"/>
                  </a:lnTo>
                  <a:lnTo>
                    <a:pt x="2577089" y="1336327"/>
                  </a:lnTo>
                  <a:lnTo>
                    <a:pt x="2587963" y="1336327"/>
                  </a:lnTo>
                  <a:lnTo>
                    <a:pt x="2587963" y="1340470"/>
                  </a:lnTo>
                  <a:lnTo>
                    <a:pt x="2593399" y="1340470"/>
                  </a:lnTo>
                  <a:lnTo>
                    <a:pt x="2593399" y="1342542"/>
                  </a:lnTo>
                  <a:lnTo>
                    <a:pt x="2598836" y="1342542"/>
                  </a:lnTo>
                  <a:lnTo>
                    <a:pt x="2598836" y="1344614"/>
                  </a:lnTo>
                  <a:lnTo>
                    <a:pt x="2604273" y="1344614"/>
                  </a:lnTo>
                  <a:lnTo>
                    <a:pt x="2604273" y="1346687"/>
                  </a:lnTo>
                  <a:lnTo>
                    <a:pt x="2609710" y="1346687"/>
                  </a:lnTo>
                  <a:lnTo>
                    <a:pt x="2609710" y="1348759"/>
                  </a:lnTo>
                  <a:lnTo>
                    <a:pt x="2615147" y="1348759"/>
                  </a:lnTo>
                  <a:lnTo>
                    <a:pt x="2615147" y="1350832"/>
                  </a:lnTo>
                  <a:lnTo>
                    <a:pt x="2620584" y="1350832"/>
                  </a:lnTo>
                  <a:lnTo>
                    <a:pt x="2620584" y="1350832"/>
                  </a:lnTo>
                  <a:lnTo>
                    <a:pt x="2631458" y="1350832"/>
                  </a:lnTo>
                  <a:lnTo>
                    <a:pt x="2631458" y="1352907"/>
                  </a:lnTo>
                  <a:lnTo>
                    <a:pt x="2647768" y="1352907"/>
                  </a:lnTo>
                  <a:lnTo>
                    <a:pt x="2647768" y="1357056"/>
                  </a:lnTo>
                  <a:lnTo>
                    <a:pt x="2653205" y="1357056"/>
                  </a:lnTo>
                  <a:lnTo>
                    <a:pt x="2653205" y="1357056"/>
                  </a:lnTo>
                  <a:lnTo>
                    <a:pt x="2664079" y="1357056"/>
                  </a:lnTo>
                  <a:lnTo>
                    <a:pt x="2664079" y="1359132"/>
                  </a:lnTo>
                  <a:lnTo>
                    <a:pt x="2674953" y="1359132"/>
                  </a:lnTo>
                  <a:lnTo>
                    <a:pt x="2674953" y="1363285"/>
                  </a:lnTo>
                  <a:lnTo>
                    <a:pt x="2685827" y="1363285"/>
                  </a:lnTo>
                  <a:lnTo>
                    <a:pt x="2685827" y="1369517"/>
                  </a:lnTo>
                  <a:lnTo>
                    <a:pt x="2691264" y="1369517"/>
                  </a:lnTo>
                  <a:lnTo>
                    <a:pt x="2691264" y="1377833"/>
                  </a:lnTo>
                  <a:lnTo>
                    <a:pt x="2696701" y="1377833"/>
                  </a:lnTo>
                  <a:lnTo>
                    <a:pt x="2696701" y="1379913"/>
                  </a:lnTo>
                  <a:lnTo>
                    <a:pt x="2702137" y="1379913"/>
                  </a:lnTo>
                  <a:lnTo>
                    <a:pt x="2702137" y="1386157"/>
                  </a:lnTo>
                  <a:lnTo>
                    <a:pt x="2713011" y="1386157"/>
                  </a:lnTo>
                  <a:lnTo>
                    <a:pt x="2713011" y="1390321"/>
                  </a:lnTo>
                  <a:lnTo>
                    <a:pt x="2740196" y="1390321"/>
                  </a:lnTo>
                  <a:lnTo>
                    <a:pt x="2740196" y="1392403"/>
                  </a:lnTo>
                  <a:lnTo>
                    <a:pt x="2745633" y="1392403"/>
                  </a:lnTo>
                  <a:lnTo>
                    <a:pt x="2745633" y="1392403"/>
                  </a:lnTo>
                  <a:lnTo>
                    <a:pt x="2751069" y="1392403"/>
                  </a:lnTo>
                  <a:lnTo>
                    <a:pt x="2751069" y="1398660"/>
                  </a:lnTo>
                  <a:lnTo>
                    <a:pt x="2767380" y="1398660"/>
                  </a:lnTo>
                  <a:lnTo>
                    <a:pt x="2767380" y="1400746"/>
                  </a:lnTo>
                  <a:lnTo>
                    <a:pt x="2772817" y="1400746"/>
                  </a:lnTo>
                  <a:lnTo>
                    <a:pt x="2772817" y="1400746"/>
                  </a:lnTo>
                  <a:lnTo>
                    <a:pt x="2778254" y="1400746"/>
                  </a:lnTo>
                  <a:lnTo>
                    <a:pt x="2778254" y="1402834"/>
                  </a:lnTo>
                  <a:lnTo>
                    <a:pt x="2783691" y="1402834"/>
                  </a:lnTo>
                  <a:lnTo>
                    <a:pt x="2783691" y="1404923"/>
                  </a:lnTo>
                  <a:lnTo>
                    <a:pt x="2800002" y="1404923"/>
                  </a:lnTo>
                  <a:lnTo>
                    <a:pt x="2800002" y="1407014"/>
                  </a:lnTo>
                  <a:lnTo>
                    <a:pt x="2805438" y="1407014"/>
                  </a:lnTo>
                  <a:lnTo>
                    <a:pt x="2805438" y="1409104"/>
                  </a:lnTo>
                  <a:lnTo>
                    <a:pt x="2816312" y="1409104"/>
                  </a:lnTo>
                  <a:lnTo>
                    <a:pt x="2816312" y="1415377"/>
                  </a:lnTo>
                  <a:lnTo>
                    <a:pt x="2821749" y="1415377"/>
                  </a:lnTo>
                  <a:lnTo>
                    <a:pt x="2821749" y="1417470"/>
                  </a:lnTo>
                  <a:lnTo>
                    <a:pt x="2827186" y="1417470"/>
                  </a:lnTo>
                  <a:lnTo>
                    <a:pt x="2827186" y="1417470"/>
                  </a:lnTo>
                  <a:lnTo>
                    <a:pt x="2838060" y="1417470"/>
                  </a:lnTo>
                  <a:lnTo>
                    <a:pt x="2838060" y="1419566"/>
                  </a:lnTo>
                  <a:lnTo>
                    <a:pt x="2854371" y="1419566"/>
                  </a:lnTo>
                  <a:lnTo>
                    <a:pt x="2854371" y="1419566"/>
                  </a:lnTo>
                  <a:lnTo>
                    <a:pt x="2859807" y="1419566"/>
                  </a:lnTo>
                  <a:lnTo>
                    <a:pt x="2859807" y="1419566"/>
                  </a:lnTo>
                  <a:lnTo>
                    <a:pt x="2865244" y="1419566"/>
                  </a:lnTo>
                  <a:lnTo>
                    <a:pt x="2865244" y="1421664"/>
                  </a:lnTo>
                  <a:lnTo>
                    <a:pt x="2870681" y="1421664"/>
                  </a:lnTo>
                  <a:lnTo>
                    <a:pt x="2870681" y="1423762"/>
                  </a:lnTo>
                  <a:lnTo>
                    <a:pt x="2876118" y="1423762"/>
                  </a:lnTo>
                  <a:lnTo>
                    <a:pt x="2876118" y="1430057"/>
                  </a:lnTo>
                  <a:lnTo>
                    <a:pt x="2881555" y="1430057"/>
                  </a:lnTo>
                  <a:lnTo>
                    <a:pt x="2881555" y="1432159"/>
                  </a:lnTo>
                  <a:lnTo>
                    <a:pt x="2886992" y="1432159"/>
                  </a:lnTo>
                  <a:lnTo>
                    <a:pt x="2886992" y="1432159"/>
                  </a:lnTo>
                  <a:lnTo>
                    <a:pt x="2892429" y="1432159"/>
                  </a:lnTo>
                  <a:lnTo>
                    <a:pt x="2892429" y="1436365"/>
                  </a:lnTo>
                  <a:lnTo>
                    <a:pt x="2897866" y="1436365"/>
                  </a:lnTo>
                  <a:lnTo>
                    <a:pt x="2897866" y="1436365"/>
                  </a:lnTo>
                  <a:lnTo>
                    <a:pt x="2903303" y="1436365"/>
                  </a:lnTo>
                  <a:lnTo>
                    <a:pt x="2903303" y="1436365"/>
                  </a:lnTo>
                  <a:lnTo>
                    <a:pt x="2908739" y="1436365"/>
                  </a:lnTo>
                  <a:lnTo>
                    <a:pt x="2908739" y="1440579"/>
                  </a:lnTo>
                  <a:lnTo>
                    <a:pt x="2914176" y="1440579"/>
                  </a:lnTo>
                  <a:lnTo>
                    <a:pt x="2914176" y="1440579"/>
                  </a:lnTo>
                  <a:lnTo>
                    <a:pt x="2925050" y="1440579"/>
                  </a:lnTo>
                  <a:lnTo>
                    <a:pt x="2925050" y="1444798"/>
                  </a:lnTo>
                  <a:lnTo>
                    <a:pt x="2930487" y="1444798"/>
                  </a:lnTo>
                  <a:lnTo>
                    <a:pt x="2930487" y="1446907"/>
                  </a:lnTo>
                  <a:lnTo>
                    <a:pt x="2935924" y="1446907"/>
                  </a:lnTo>
                  <a:lnTo>
                    <a:pt x="2935924" y="1449020"/>
                  </a:lnTo>
                  <a:lnTo>
                    <a:pt x="2941361" y="1449020"/>
                  </a:lnTo>
                  <a:lnTo>
                    <a:pt x="2941361" y="1453251"/>
                  </a:lnTo>
                  <a:lnTo>
                    <a:pt x="2946798" y="1453251"/>
                  </a:lnTo>
                  <a:lnTo>
                    <a:pt x="2946798" y="1461715"/>
                  </a:lnTo>
                  <a:lnTo>
                    <a:pt x="2952235" y="1461715"/>
                  </a:lnTo>
                  <a:lnTo>
                    <a:pt x="2952235" y="1465949"/>
                  </a:lnTo>
                  <a:lnTo>
                    <a:pt x="2963108" y="1465949"/>
                  </a:lnTo>
                  <a:lnTo>
                    <a:pt x="2963108" y="1465949"/>
                  </a:lnTo>
                  <a:lnTo>
                    <a:pt x="2968545" y="1465949"/>
                  </a:lnTo>
                  <a:lnTo>
                    <a:pt x="2968545" y="1465949"/>
                  </a:lnTo>
                  <a:lnTo>
                    <a:pt x="2973982" y="1465949"/>
                  </a:lnTo>
                  <a:lnTo>
                    <a:pt x="2973982" y="1470194"/>
                  </a:lnTo>
                  <a:lnTo>
                    <a:pt x="2979419" y="1470194"/>
                  </a:lnTo>
                  <a:lnTo>
                    <a:pt x="2979419" y="1472316"/>
                  </a:lnTo>
                  <a:lnTo>
                    <a:pt x="2984856" y="1472316"/>
                  </a:lnTo>
                  <a:lnTo>
                    <a:pt x="2984856" y="1472316"/>
                  </a:lnTo>
                  <a:lnTo>
                    <a:pt x="2995730" y="1472316"/>
                  </a:lnTo>
                  <a:lnTo>
                    <a:pt x="2995730" y="1472316"/>
                  </a:lnTo>
                  <a:lnTo>
                    <a:pt x="3012041" y="1472316"/>
                  </a:lnTo>
                  <a:lnTo>
                    <a:pt x="3012041" y="1472316"/>
                  </a:lnTo>
                  <a:lnTo>
                    <a:pt x="3017477" y="1472316"/>
                  </a:lnTo>
                  <a:lnTo>
                    <a:pt x="3017477" y="1472316"/>
                  </a:lnTo>
                  <a:lnTo>
                    <a:pt x="3022914" y="1472316"/>
                  </a:lnTo>
                  <a:lnTo>
                    <a:pt x="3022914" y="1474445"/>
                  </a:lnTo>
                  <a:lnTo>
                    <a:pt x="3028351" y="1474445"/>
                  </a:lnTo>
                  <a:lnTo>
                    <a:pt x="3028351" y="1474445"/>
                  </a:lnTo>
                  <a:lnTo>
                    <a:pt x="3033788" y="1474445"/>
                  </a:lnTo>
                  <a:lnTo>
                    <a:pt x="3033788" y="1476574"/>
                  </a:lnTo>
                  <a:lnTo>
                    <a:pt x="3039225" y="1476574"/>
                  </a:lnTo>
                  <a:lnTo>
                    <a:pt x="3039225" y="1476574"/>
                  </a:lnTo>
                  <a:lnTo>
                    <a:pt x="3044662" y="1476574"/>
                  </a:lnTo>
                  <a:lnTo>
                    <a:pt x="3044662" y="1476574"/>
                  </a:lnTo>
                  <a:lnTo>
                    <a:pt x="3055536" y="1476574"/>
                  </a:lnTo>
                  <a:lnTo>
                    <a:pt x="3055536" y="1478706"/>
                  </a:lnTo>
                  <a:lnTo>
                    <a:pt x="3071846" y="1478706"/>
                  </a:lnTo>
                  <a:lnTo>
                    <a:pt x="3071846" y="1480839"/>
                  </a:lnTo>
                  <a:lnTo>
                    <a:pt x="3077283" y="1480839"/>
                  </a:lnTo>
                  <a:lnTo>
                    <a:pt x="3077283" y="1480839"/>
                  </a:lnTo>
                  <a:lnTo>
                    <a:pt x="3082720" y="1480839"/>
                  </a:lnTo>
                  <a:lnTo>
                    <a:pt x="3082720" y="1482972"/>
                  </a:lnTo>
                  <a:lnTo>
                    <a:pt x="3093594" y="1482972"/>
                  </a:lnTo>
                  <a:lnTo>
                    <a:pt x="3093594" y="1482972"/>
                  </a:lnTo>
                  <a:lnTo>
                    <a:pt x="3104468" y="1482972"/>
                  </a:lnTo>
                  <a:lnTo>
                    <a:pt x="3104468" y="1485109"/>
                  </a:lnTo>
                  <a:lnTo>
                    <a:pt x="3115342" y="1485109"/>
                  </a:lnTo>
                  <a:lnTo>
                    <a:pt x="3115342" y="1487247"/>
                  </a:lnTo>
                  <a:lnTo>
                    <a:pt x="3120778" y="1487247"/>
                  </a:lnTo>
                  <a:lnTo>
                    <a:pt x="3120778" y="1489384"/>
                  </a:lnTo>
                  <a:lnTo>
                    <a:pt x="3126215" y="1489384"/>
                  </a:lnTo>
                  <a:lnTo>
                    <a:pt x="3126215" y="1491524"/>
                  </a:lnTo>
                  <a:lnTo>
                    <a:pt x="3142526" y="1491524"/>
                  </a:lnTo>
                  <a:lnTo>
                    <a:pt x="3142526" y="1491524"/>
                  </a:lnTo>
                  <a:lnTo>
                    <a:pt x="3153400" y="1491524"/>
                  </a:lnTo>
                  <a:lnTo>
                    <a:pt x="3153400" y="1495809"/>
                  </a:lnTo>
                  <a:lnTo>
                    <a:pt x="3164274" y="1495809"/>
                  </a:lnTo>
                  <a:lnTo>
                    <a:pt x="3164274" y="1495809"/>
                  </a:lnTo>
                  <a:lnTo>
                    <a:pt x="3169711" y="1495809"/>
                  </a:lnTo>
                  <a:lnTo>
                    <a:pt x="3169711" y="1500099"/>
                  </a:lnTo>
                  <a:lnTo>
                    <a:pt x="3180584" y="1500099"/>
                  </a:lnTo>
                  <a:lnTo>
                    <a:pt x="3180584" y="1502244"/>
                  </a:lnTo>
                  <a:lnTo>
                    <a:pt x="3191458" y="1502244"/>
                  </a:lnTo>
                  <a:lnTo>
                    <a:pt x="3191458" y="1502244"/>
                  </a:lnTo>
                  <a:lnTo>
                    <a:pt x="3196895" y="1502244"/>
                  </a:lnTo>
                  <a:lnTo>
                    <a:pt x="3196895" y="1504391"/>
                  </a:lnTo>
                  <a:lnTo>
                    <a:pt x="3207769" y="1504391"/>
                  </a:lnTo>
                  <a:lnTo>
                    <a:pt x="3207769" y="1504391"/>
                  </a:lnTo>
                  <a:lnTo>
                    <a:pt x="3218643" y="1504391"/>
                  </a:lnTo>
                  <a:lnTo>
                    <a:pt x="3218643" y="1506545"/>
                  </a:lnTo>
                  <a:lnTo>
                    <a:pt x="3229516" y="1506545"/>
                  </a:lnTo>
                  <a:lnTo>
                    <a:pt x="3229516" y="1508699"/>
                  </a:lnTo>
                  <a:lnTo>
                    <a:pt x="3234953" y="1508699"/>
                  </a:lnTo>
                  <a:lnTo>
                    <a:pt x="3234953" y="1508699"/>
                  </a:lnTo>
                  <a:lnTo>
                    <a:pt x="3240390" y="1508699"/>
                  </a:lnTo>
                  <a:lnTo>
                    <a:pt x="3240390" y="1508699"/>
                  </a:lnTo>
                  <a:lnTo>
                    <a:pt x="3245827" y="1508699"/>
                  </a:lnTo>
                  <a:lnTo>
                    <a:pt x="3245827" y="1513024"/>
                  </a:lnTo>
                  <a:lnTo>
                    <a:pt x="3251264" y="1513024"/>
                  </a:lnTo>
                  <a:lnTo>
                    <a:pt x="3251264" y="1513024"/>
                  </a:lnTo>
                  <a:lnTo>
                    <a:pt x="3256701" y="1513024"/>
                  </a:lnTo>
                  <a:lnTo>
                    <a:pt x="3256701" y="1515190"/>
                  </a:lnTo>
                  <a:lnTo>
                    <a:pt x="3262138" y="1515190"/>
                  </a:lnTo>
                  <a:lnTo>
                    <a:pt x="3262138" y="1515190"/>
                  </a:lnTo>
                  <a:lnTo>
                    <a:pt x="3267575" y="1515190"/>
                  </a:lnTo>
                  <a:lnTo>
                    <a:pt x="3267575" y="1515190"/>
                  </a:lnTo>
                  <a:lnTo>
                    <a:pt x="3273012" y="1515190"/>
                  </a:lnTo>
                  <a:lnTo>
                    <a:pt x="3273012" y="1517358"/>
                  </a:lnTo>
                  <a:lnTo>
                    <a:pt x="3283885" y="1517358"/>
                  </a:lnTo>
                  <a:lnTo>
                    <a:pt x="3283885" y="1517358"/>
                  </a:lnTo>
                  <a:lnTo>
                    <a:pt x="3289322" y="1517358"/>
                  </a:lnTo>
                  <a:lnTo>
                    <a:pt x="3289322" y="1517358"/>
                  </a:lnTo>
                  <a:lnTo>
                    <a:pt x="3294759" y="1517358"/>
                  </a:lnTo>
                  <a:lnTo>
                    <a:pt x="3294759" y="1517358"/>
                  </a:lnTo>
                  <a:lnTo>
                    <a:pt x="3300196" y="1517358"/>
                  </a:lnTo>
                  <a:lnTo>
                    <a:pt x="3300196" y="1517358"/>
                  </a:lnTo>
                  <a:lnTo>
                    <a:pt x="3305633" y="1517358"/>
                  </a:lnTo>
                  <a:lnTo>
                    <a:pt x="3305633" y="1517358"/>
                  </a:lnTo>
                  <a:lnTo>
                    <a:pt x="3311070" y="1517358"/>
                  </a:lnTo>
                  <a:lnTo>
                    <a:pt x="3311070" y="1519538"/>
                  </a:lnTo>
                  <a:lnTo>
                    <a:pt x="3327381" y="1519538"/>
                  </a:lnTo>
                  <a:lnTo>
                    <a:pt x="3327381" y="1521720"/>
                  </a:lnTo>
                  <a:lnTo>
                    <a:pt x="3332817" y="1521720"/>
                  </a:lnTo>
                  <a:lnTo>
                    <a:pt x="3332817" y="1526087"/>
                  </a:lnTo>
                  <a:lnTo>
                    <a:pt x="3338254" y="1526087"/>
                  </a:lnTo>
                  <a:lnTo>
                    <a:pt x="3338254" y="1532638"/>
                  </a:lnTo>
                  <a:lnTo>
                    <a:pt x="3343691" y="1532638"/>
                  </a:lnTo>
                  <a:lnTo>
                    <a:pt x="3343691" y="1532638"/>
                  </a:lnTo>
                  <a:lnTo>
                    <a:pt x="3349128" y="1532638"/>
                  </a:lnTo>
                  <a:lnTo>
                    <a:pt x="3349128" y="1534825"/>
                  </a:lnTo>
                  <a:lnTo>
                    <a:pt x="3360002" y="1534825"/>
                  </a:lnTo>
                  <a:lnTo>
                    <a:pt x="3360002" y="1537015"/>
                  </a:lnTo>
                  <a:lnTo>
                    <a:pt x="3365439" y="1537015"/>
                  </a:lnTo>
                  <a:lnTo>
                    <a:pt x="3365439" y="1539205"/>
                  </a:lnTo>
                  <a:lnTo>
                    <a:pt x="3376313" y="1539205"/>
                  </a:lnTo>
                  <a:lnTo>
                    <a:pt x="3376313" y="1545781"/>
                  </a:lnTo>
                  <a:lnTo>
                    <a:pt x="3381750" y="1545781"/>
                  </a:lnTo>
                  <a:lnTo>
                    <a:pt x="3381750" y="1547975"/>
                  </a:lnTo>
                  <a:lnTo>
                    <a:pt x="3387186" y="1547975"/>
                  </a:lnTo>
                  <a:lnTo>
                    <a:pt x="3387186" y="1547975"/>
                  </a:lnTo>
                  <a:lnTo>
                    <a:pt x="3392623" y="1547975"/>
                  </a:lnTo>
                  <a:lnTo>
                    <a:pt x="3392623" y="1554571"/>
                  </a:lnTo>
                  <a:lnTo>
                    <a:pt x="3398060" y="1554571"/>
                  </a:lnTo>
                  <a:lnTo>
                    <a:pt x="3398060" y="1558972"/>
                  </a:lnTo>
                  <a:lnTo>
                    <a:pt x="3408934" y="1558972"/>
                  </a:lnTo>
                  <a:lnTo>
                    <a:pt x="3408934" y="1563378"/>
                  </a:lnTo>
                  <a:lnTo>
                    <a:pt x="3425245" y="1563378"/>
                  </a:lnTo>
                  <a:lnTo>
                    <a:pt x="3425245" y="1565583"/>
                  </a:lnTo>
                  <a:lnTo>
                    <a:pt x="3430682" y="1565583"/>
                  </a:lnTo>
                  <a:lnTo>
                    <a:pt x="3430682" y="1567789"/>
                  </a:lnTo>
                  <a:lnTo>
                    <a:pt x="3436119" y="1567789"/>
                  </a:lnTo>
                  <a:lnTo>
                    <a:pt x="3436119" y="1569998"/>
                  </a:lnTo>
                  <a:lnTo>
                    <a:pt x="3441555" y="1569998"/>
                  </a:lnTo>
                  <a:lnTo>
                    <a:pt x="3441555" y="1572207"/>
                  </a:lnTo>
                  <a:lnTo>
                    <a:pt x="3446992" y="1572207"/>
                  </a:lnTo>
                  <a:lnTo>
                    <a:pt x="3446992" y="1576625"/>
                  </a:lnTo>
                  <a:lnTo>
                    <a:pt x="3452429" y="1576625"/>
                  </a:lnTo>
                  <a:lnTo>
                    <a:pt x="3452429" y="1576625"/>
                  </a:lnTo>
                  <a:lnTo>
                    <a:pt x="3457866" y="1576625"/>
                  </a:lnTo>
                  <a:lnTo>
                    <a:pt x="3457866" y="1578837"/>
                  </a:lnTo>
                  <a:lnTo>
                    <a:pt x="3463303" y="1578837"/>
                  </a:lnTo>
                  <a:lnTo>
                    <a:pt x="3463303" y="1578837"/>
                  </a:lnTo>
                  <a:lnTo>
                    <a:pt x="3468740" y="1578837"/>
                  </a:lnTo>
                  <a:lnTo>
                    <a:pt x="3468740" y="1581054"/>
                  </a:lnTo>
                  <a:lnTo>
                    <a:pt x="3479614" y="1581054"/>
                  </a:lnTo>
                  <a:lnTo>
                    <a:pt x="3479614" y="1581054"/>
                  </a:lnTo>
                  <a:lnTo>
                    <a:pt x="3485051" y="1581054"/>
                  </a:lnTo>
                  <a:lnTo>
                    <a:pt x="3485051" y="1581054"/>
                  </a:lnTo>
                  <a:lnTo>
                    <a:pt x="3495924" y="1581054"/>
                  </a:lnTo>
                  <a:lnTo>
                    <a:pt x="3495924" y="1583276"/>
                  </a:lnTo>
                  <a:lnTo>
                    <a:pt x="3501361" y="1583276"/>
                  </a:lnTo>
                  <a:lnTo>
                    <a:pt x="3501361" y="1583276"/>
                  </a:lnTo>
                  <a:lnTo>
                    <a:pt x="3512235" y="1583276"/>
                  </a:lnTo>
                  <a:lnTo>
                    <a:pt x="3512235" y="1585503"/>
                  </a:lnTo>
                  <a:lnTo>
                    <a:pt x="3517672" y="1585503"/>
                  </a:lnTo>
                  <a:lnTo>
                    <a:pt x="3517672" y="1585503"/>
                  </a:lnTo>
                  <a:lnTo>
                    <a:pt x="3523109" y="1585503"/>
                  </a:lnTo>
                  <a:lnTo>
                    <a:pt x="3523109" y="1587733"/>
                  </a:lnTo>
                  <a:lnTo>
                    <a:pt x="3528546" y="1587733"/>
                  </a:lnTo>
                  <a:lnTo>
                    <a:pt x="3528546" y="1587733"/>
                  </a:lnTo>
                  <a:lnTo>
                    <a:pt x="3533983" y="1587733"/>
                  </a:lnTo>
                  <a:lnTo>
                    <a:pt x="3533983" y="1587733"/>
                  </a:lnTo>
                  <a:lnTo>
                    <a:pt x="3539420" y="1587733"/>
                  </a:lnTo>
                  <a:lnTo>
                    <a:pt x="3539420" y="1589966"/>
                  </a:lnTo>
                  <a:lnTo>
                    <a:pt x="3544856" y="1589966"/>
                  </a:lnTo>
                  <a:lnTo>
                    <a:pt x="3544856" y="1592204"/>
                  </a:lnTo>
                  <a:lnTo>
                    <a:pt x="3555730" y="1592204"/>
                  </a:lnTo>
                  <a:lnTo>
                    <a:pt x="3555730" y="1594442"/>
                  </a:lnTo>
                  <a:lnTo>
                    <a:pt x="3561167" y="1594442"/>
                  </a:lnTo>
                  <a:lnTo>
                    <a:pt x="3561167" y="1594442"/>
                  </a:lnTo>
                  <a:lnTo>
                    <a:pt x="3566604" y="1594442"/>
                  </a:lnTo>
                  <a:lnTo>
                    <a:pt x="3566604" y="1596683"/>
                  </a:lnTo>
                  <a:lnTo>
                    <a:pt x="3577478" y="1596683"/>
                  </a:lnTo>
                  <a:lnTo>
                    <a:pt x="3577478" y="1596683"/>
                  </a:lnTo>
                  <a:lnTo>
                    <a:pt x="3582915" y="1596683"/>
                  </a:lnTo>
                  <a:lnTo>
                    <a:pt x="3582915" y="1598928"/>
                  </a:lnTo>
                  <a:lnTo>
                    <a:pt x="3588352" y="1598928"/>
                  </a:lnTo>
                  <a:lnTo>
                    <a:pt x="3588352" y="1601173"/>
                  </a:lnTo>
                  <a:lnTo>
                    <a:pt x="3599225" y="1601173"/>
                  </a:lnTo>
                  <a:lnTo>
                    <a:pt x="3599225" y="1601173"/>
                  </a:lnTo>
                  <a:lnTo>
                    <a:pt x="3604662" y="1601173"/>
                  </a:lnTo>
                  <a:lnTo>
                    <a:pt x="3604662" y="1601173"/>
                  </a:lnTo>
                  <a:lnTo>
                    <a:pt x="3610099" y="1601173"/>
                  </a:lnTo>
                  <a:lnTo>
                    <a:pt x="3610099" y="1601173"/>
                  </a:lnTo>
                  <a:lnTo>
                    <a:pt x="3615536" y="1601173"/>
                  </a:lnTo>
                  <a:lnTo>
                    <a:pt x="3615536" y="1601173"/>
                  </a:lnTo>
                  <a:lnTo>
                    <a:pt x="3620973" y="1601173"/>
                  </a:lnTo>
                  <a:lnTo>
                    <a:pt x="3620973" y="1603429"/>
                  </a:lnTo>
                  <a:lnTo>
                    <a:pt x="3631847" y="1603429"/>
                  </a:lnTo>
                  <a:lnTo>
                    <a:pt x="3631847" y="1605686"/>
                  </a:lnTo>
                  <a:lnTo>
                    <a:pt x="3637284" y="1605686"/>
                  </a:lnTo>
                  <a:lnTo>
                    <a:pt x="3637284" y="1607944"/>
                  </a:lnTo>
                  <a:lnTo>
                    <a:pt x="3642721" y="1607944"/>
                  </a:lnTo>
                  <a:lnTo>
                    <a:pt x="3642721" y="1607944"/>
                  </a:lnTo>
                  <a:lnTo>
                    <a:pt x="3648158" y="1607944"/>
                  </a:lnTo>
                  <a:lnTo>
                    <a:pt x="3648158" y="1612463"/>
                  </a:lnTo>
                  <a:lnTo>
                    <a:pt x="3653594" y="1612463"/>
                  </a:lnTo>
                  <a:lnTo>
                    <a:pt x="3653594" y="1614723"/>
                  </a:lnTo>
                  <a:lnTo>
                    <a:pt x="3659031" y="1614723"/>
                  </a:lnTo>
                  <a:lnTo>
                    <a:pt x="3659031" y="1616990"/>
                  </a:lnTo>
                  <a:lnTo>
                    <a:pt x="3664468" y="1616990"/>
                  </a:lnTo>
                  <a:lnTo>
                    <a:pt x="3664468" y="1619258"/>
                  </a:lnTo>
                  <a:lnTo>
                    <a:pt x="3675342" y="1619258"/>
                  </a:lnTo>
                  <a:lnTo>
                    <a:pt x="3675342" y="1621526"/>
                  </a:lnTo>
                  <a:lnTo>
                    <a:pt x="3680779" y="1621526"/>
                  </a:lnTo>
                  <a:lnTo>
                    <a:pt x="3680779" y="1623794"/>
                  </a:lnTo>
                  <a:lnTo>
                    <a:pt x="3686216" y="1623794"/>
                  </a:lnTo>
                  <a:lnTo>
                    <a:pt x="3686216" y="1623794"/>
                  </a:lnTo>
                  <a:lnTo>
                    <a:pt x="3691653" y="1623794"/>
                  </a:lnTo>
                  <a:lnTo>
                    <a:pt x="3691653" y="1626064"/>
                  </a:lnTo>
                  <a:lnTo>
                    <a:pt x="3718837" y="1626064"/>
                  </a:lnTo>
                  <a:lnTo>
                    <a:pt x="3718837" y="1628335"/>
                  </a:lnTo>
                  <a:lnTo>
                    <a:pt x="3724274" y="1628335"/>
                  </a:lnTo>
                  <a:lnTo>
                    <a:pt x="3724274" y="1628335"/>
                  </a:lnTo>
                  <a:lnTo>
                    <a:pt x="3729711" y="1628335"/>
                  </a:lnTo>
                  <a:lnTo>
                    <a:pt x="3729711" y="1630609"/>
                  </a:lnTo>
                  <a:lnTo>
                    <a:pt x="3740585" y="1630609"/>
                  </a:lnTo>
                  <a:lnTo>
                    <a:pt x="3740585" y="1630609"/>
                  </a:lnTo>
                  <a:lnTo>
                    <a:pt x="3751459" y="1630609"/>
                  </a:lnTo>
                  <a:lnTo>
                    <a:pt x="3751459" y="1632891"/>
                  </a:lnTo>
                  <a:lnTo>
                    <a:pt x="3762332" y="1632891"/>
                  </a:lnTo>
                  <a:lnTo>
                    <a:pt x="3762332" y="1635172"/>
                  </a:lnTo>
                  <a:lnTo>
                    <a:pt x="3767769" y="1635172"/>
                  </a:lnTo>
                  <a:lnTo>
                    <a:pt x="3767769" y="1635172"/>
                  </a:lnTo>
                  <a:lnTo>
                    <a:pt x="3773206" y="1635172"/>
                  </a:lnTo>
                  <a:lnTo>
                    <a:pt x="3773206" y="1639744"/>
                  </a:lnTo>
                  <a:lnTo>
                    <a:pt x="3778643" y="1639744"/>
                  </a:lnTo>
                  <a:lnTo>
                    <a:pt x="3778643" y="1642030"/>
                  </a:lnTo>
                  <a:lnTo>
                    <a:pt x="3794954" y="1642030"/>
                  </a:lnTo>
                  <a:lnTo>
                    <a:pt x="3794954" y="1642030"/>
                  </a:lnTo>
                  <a:lnTo>
                    <a:pt x="3805828" y="1642030"/>
                  </a:lnTo>
                  <a:lnTo>
                    <a:pt x="3805828" y="1648907"/>
                  </a:lnTo>
                  <a:lnTo>
                    <a:pt x="3811264" y="1648907"/>
                  </a:lnTo>
                  <a:lnTo>
                    <a:pt x="3811264" y="1648907"/>
                  </a:lnTo>
                  <a:lnTo>
                    <a:pt x="3822138" y="1648907"/>
                  </a:lnTo>
                  <a:lnTo>
                    <a:pt x="3822138" y="1651206"/>
                  </a:lnTo>
                  <a:lnTo>
                    <a:pt x="3827575" y="1651206"/>
                  </a:lnTo>
                  <a:lnTo>
                    <a:pt x="3827575" y="1653507"/>
                  </a:lnTo>
                  <a:lnTo>
                    <a:pt x="3833012" y="1653507"/>
                  </a:lnTo>
                  <a:lnTo>
                    <a:pt x="3833012" y="1653507"/>
                  </a:lnTo>
                  <a:lnTo>
                    <a:pt x="3838449" y="1653507"/>
                  </a:lnTo>
                  <a:lnTo>
                    <a:pt x="3838449" y="1653507"/>
                  </a:lnTo>
                  <a:lnTo>
                    <a:pt x="3843886" y="1653507"/>
                  </a:lnTo>
                  <a:lnTo>
                    <a:pt x="3843886" y="1653507"/>
                  </a:lnTo>
                  <a:lnTo>
                    <a:pt x="3854760" y="1653507"/>
                  </a:lnTo>
                  <a:lnTo>
                    <a:pt x="3854760" y="1655817"/>
                  </a:lnTo>
                  <a:lnTo>
                    <a:pt x="3860197" y="1655817"/>
                  </a:lnTo>
                  <a:lnTo>
                    <a:pt x="3860197" y="1658129"/>
                  </a:lnTo>
                  <a:lnTo>
                    <a:pt x="3865633" y="1658129"/>
                  </a:lnTo>
                  <a:lnTo>
                    <a:pt x="3865633" y="1658129"/>
                  </a:lnTo>
                  <a:lnTo>
                    <a:pt x="3871070" y="1658129"/>
                  </a:lnTo>
                  <a:lnTo>
                    <a:pt x="3871070" y="1658129"/>
                  </a:lnTo>
                  <a:lnTo>
                    <a:pt x="3876507" y="1658129"/>
                  </a:lnTo>
                  <a:lnTo>
                    <a:pt x="3876507" y="1660449"/>
                  </a:lnTo>
                  <a:lnTo>
                    <a:pt x="3881944" y="1660449"/>
                  </a:lnTo>
                  <a:lnTo>
                    <a:pt x="3881944" y="1660449"/>
                  </a:lnTo>
                  <a:lnTo>
                    <a:pt x="3887381" y="1660449"/>
                  </a:lnTo>
                  <a:lnTo>
                    <a:pt x="3887381" y="1660449"/>
                  </a:lnTo>
                  <a:lnTo>
                    <a:pt x="3903692" y="1660449"/>
                  </a:lnTo>
                  <a:lnTo>
                    <a:pt x="3903692" y="1660449"/>
                  </a:lnTo>
                  <a:lnTo>
                    <a:pt x="3909129" y="1660449"/>
                  </a:lnTo>
                  <a:lnTo>
                    <a:pt x="3909129" y="1662780"/>
                  </a:lnTo>
                  <a:lnTo>
                    <a:pt x="3914565" y="1662780"/>
                  </a:lnTo>
                  <a:lnTo>
                    <a:pt x="3914565" y="1665112"/>
                  </a:lnTo>
                  <a:lnTo>
                    <a:pt x="3920002" y="1665112"/>
                  </a:lnTo>
                  <a:lnTo>
                    <a:pt x="3920002" y="1665112"/>
                  </a:lnTo>
                  <a:lnTo>
                    <a:pt x="3925439" y="1665112"/>
                  </a:lnTo>
                  <a:lnTo>
                    <a:pt x="3925439" y="1667447"/>
                  </a:lnTo>
                  <a:lnTo>
                    <a:pt x="3930876" y="1667447"/>
                  </a:lnTo>
                  <a:lnTo>
                    <a:pt x="3930876" y="1667447"/>
                  </a:lnTo>
                  <a:lnTo>
                    <a:pt x="3936313" y="1667447"/>
                  </a:lnTo>
                  <a:lnTo>
                    <a:pt x="3936313" y="1669788"/>
                  </a:lnTo>
                  <a:lnTo>
                    <a:pt x="3941750" y="1669788"/>
                  </a:lnTo>
                  <a:lnTo>
                    <a:pt x="3941750" y="1672128"/>
                  </a:lnTo>
                  <a:lnTo>
                    <a:pt x="3952624" y="1672128"/>
                  </a:lnTo>
                  <a:lnTo>
                    <a:pt x="3952624" y="1674469"/>
                  </a:lnTo>
                  <a:lnTo>
                    <a:pt x="3974371" y="1674469"/>
                  </a:lnTo>
                  <a:lnTo>
                    <a:pt x="3974371" y="1681492"/>
                  </a:lnTo>
                  <a:lnTo>
                    <a:pt x="3990682" y="1681492"/>
                  </a:lnTo>
                  <a:lnTo>
                    <a:pt x="3990682" y="1681492"/>
                  </a:lnTo>
                  <a:lnTo>
                    <a:pt x="3996119" y="1681492"/>
                  </a:lnTo>
                  <a:lnTo>
                    <a:pt x="3996119" y="1681492"/>
                  </a:lnTo>
                  <a:lnTo>
                    <a:pt x="4017867" y="1681492"/>
                  </a:lnTo>
                  <a:lnTo>
                    <a:pt x="4017867" y="1681492"/>
                  </a:lnTo>
                  <a:lnTo>
                    <a:pt x="4023303" y="1681492"/>
                  </a:lnTo>
                  <a:lnTo>
                    <a:pt x="4023303" y="1681492"/>
                  </a:lnTo>
                  <a:lnTo>
                    <a:pt x="4034177" y="1681492"/>
                  </a:lnTo>
                  <a:lnTo>
                    <a:pt x="4034177" y="1683845"/>
                  </a:lnTo>
                  <a:lnTo>
                    <a:pt x="4055925" y="1683845"/>
                  </a:lnTo>
                  <a:lnTo>
                    <a:pt x="4055925" y="1683845"/>
                  </a:lnTo>
                  <a:lnTo>
                    <a:pt x="4066799" y="1683845"/>
                  </a:lnTo>
                  <a:lnTo>
                    <a:pt x="4066799" y="1686203"/>
                  </a:lnTo>
                  <a:lnTo>
                    <a:pt x="4077672" y="1686203"/>
                  </a:lnTo>
                  <a:lnTo>
                    <a:pt x="4077672" y="1690923"/>
                  </a:lnTo>
                  <a:lnTo>
                    <a:pt x="4099420" y="1690923"/>
                  </a:lnTo>
                  <a:lnTo>
                    <a:pt x="4099420" y="1693283"/>
                  </a:lnTo>
                  <a:lnTo>
                    <a:pt x="4104857" y="1693283"/>
                  </a:lnTo>
                  <a:lnTo>
                    <a:pt x="4104857" y="1695643"/>
                  </a:lnTo>
                  <a:lnTo>
                    <a:pt x="4110294" y="1695643"/>
                  </a:lnTo>
                  <a:lnTo>
                    <a:pt x="4110294" y="1695643"/>
                  </a:lnTo>
                  <a:lnTo>
                    <a:pt x="4115731" y="1695643"/>
                  </a:lnTo>
                  <a:lnTo>
                    <a:pt x="4115731" y="1698008"/>
                  </a:lnTo>
                  <a:lnTo>
                    <a:pt x="4126604" y="1698008"/>
                  </a:lnTo>
                  <a:lnTo>
                    <a:pt x="4126604" y="1700373"/>
                  </a:lnTo>
                  <a:lnTo>
                    <a:pt x="4132041" y="1700373"/>
                  </a:lnTo>
                  <a:lnTo>
                    <a:pt x="4132041" y="1702738"/>
                  </a:lnTo>
                  <a:lnTo>
                    <a:pt x="4137478" y="1702738"/>
                  </a:lnTo>
                  <a:lnTo>
                    <a:pt x="4137478" y="1705105"/>
                  </a:lnTo>
                  <a:lnTo>
                    <a:pt x="4142915" y="1705105"/>
                  </a:lnTo>
                  <a:lnTo>
                    <a:pt x="4142915" y="1705105"/>
                  </a:lnTo>
                  <a:lnTo>
                    <a:pt x="4153789" y="1705105"/>
                  </a:lnTo>
                  <a:lnTo>
                    <a:pt x="4153789" y="1705105"/>
                  </a:lnTo>
                  <a:lnTo>
                    <a:pt x="4164663" y="1705105"/>
                  </a:lnTo>
                  <a:lnTo>
                    <a:pt x="4164663" y="1707477"/>
                  </a:lnTo>
                  <a:lnTo>
                    <a:pt x="4170100" y="1707477"/>
                  </a:lnTo>
                  <a:lnTo>
                    <a:pt x="4170100" y="1709849"/>
                  </a:lnTo>
                  <a:lnTo>
                    <a:pt x="4175537" y="1709849"/>
                  </a:lnTo>
                  <a:lnTo>
                    <a:pt x="4175537" y="1709849"/>
                  </a:lnTo>
                  <a:lnTo>
                    <a:pt x="4180973" y="1709849"/>
                  </a:lnTo>
                  <a:lnTo>
                    <a:pt x="4180973" y="1712226"/>
                  </a:lnTo>
                  <a:lnTo>
                    <a:pt x="4186410" y="1712226"/>
                  </a:lnTo>
                  <a:lnTo>
                    <a:pt x="4186410" y="1712226"/>
                  </a:lnTo>
                  <a:lnTo>
                    <a:pt x="4191847" y="1712226"/>
                  </a:lnTo>
                  <a:lnTo>
                    <a:pt x="4191847" y="1714606"/>
                  </a:lnTo>
                  <a:lnTo>
                    <a:pt x="4202721" y="1714606"/>
                  </a:lnTo>
                  <a:lnTo>
                    <a:pt x="4202721" y="1716986"/>
                  </a:lnTo>
                  <a:lnTo>
                    <a:pt x="4208158" y="1716986"/>
                  </a:lnTo>
                  <a:lnTo>
                    <a:pt x="4208158" y="1716986"/>
                  </a:lnTo>
                  <a:lnTo>
                    <a:pt x="4213595" y="1716986"/>
                  </a:lnTo>
                  <a:lnTo>
                    <a:pt x="4213595" y="1721750"/>
                  </a:lnTo>
                  <a:lnTo>
                    <a:pt x="4224469" y="1721750"/>
                  </a:lnTo>
                  <a:lnTo>
                    <a:pt x="4224469" y="1721750"/>
                  </a:lnTo>
                  <a:lnTo>
                    <a:pt x="4229906" y="1721750"/>
                  </a:lnTo>
                  <a:lnTo>
                    <a:pt x="4229906" y="1724135"/>
                  </a:lnTo>
                  <a:lnTo>
                    <a:pt x="4235342" y="1724135"/>
                  </a:lnTo>
                  <a:lnTo>
                    <a:pt x="4235342" y="1726520"/>
                  </a:lnTo>
                  <a:lnTo>
                    <a:pt x="4240779" y="1726520"/>
                  </a:lnTo>
                  <a:lnTo>
                    <a:pt x="4240779" y="1728909"/>
                  </a:lnTo>
                  <a:lnTo>
                    <a:pt x="4257090" y="1728909"/>
                  </a:lnTo>
                  <a:lnTo>
                    <a:pt x="4257090" y="1733690"/>
                  </a:lnTo>
                  <a:lnTo>
                    <a:pt x="4267964" y="1733690"/>
                  </a:lnTo>
                  <a:lnTo>
                    <a:pt x="4267964" y="1738475"/>
                  </a:lnTo>
                  <a:lnTo>
                    <a:pt x="4273401" y="1738475"/>
                  </a:lnTo>
                  <a:lnTo>
                    <a:pt x="4273401" y="1743260"/>
                  </a:lnTo>
                  <a:lnTo>
                    <a:pt x="4278838" y="1743260"/>
                  </a:lnTo>
                  <a:lnTo>
                    <a:pt x="4278838" y="1745655"/>
                  </a:lnTo>
                  <a:lnTo>
                    <a:pt x="4284274" y="1745655"/>
                  </a:lnTo>
                  <a:lnTo>
                    <a:pt x="4284274" y="1745655"/>
                  </a:lnTo>
                  <a:lnTo>
                    <a:pt x="4295148" y="1745655"/>
                  </a:lnTo>
                  <a:lnTo>
                    <a:pt x="4295148" y="1750451"/>
                  </a:lnTo>
                  <a:lnTo>
                    <a:pt x="4300585" y="1750451"/>
                  </a:lnTo>
                  <a:lnTo>
                    <a:pt x="4300585" y="1750451"/>
                  </a:lnTo>
                  <a:lnTo>
                    <a:pt x="4306022" y="1750451"/>
                  </a:lnTo>
                  <a:lnTo>
                    <a:pt x="4306022" y="1752852"/>
                  </a:lnTo>
                  <a:lnTo>
                    <a:pt x="4316896" y="1752852"/>
                  </a:lnTo>
                  <a:lnTo>
                    <a:pt x="4316896" y="1755257"/>
                  </a:lnTo>
                  <a:lnTo>
                    <a:pt x="4322333" y="1755257"/>
                  </a:lnTo>
                  <a:lnTo>
                    <a:pt x="4322333" y="1757664"/>
                  </a:lnTo>
                  <a:lnTo>
                    <a:pt x="4327770" y="1757664"/>
                  </a:lnTo>
                  <a:lnTo>
                    <a:pt x="4327770" y="1757664"/>
                  </a:lnTo>
                  <a:lnTo>
                    <a:pt x="4333207" y="1757664"/>
                  </a:lnTo>
                  <a:lnTo>
                    <a:pt x="4333207" y="1762487"/>
                  </a:lnTo>
                  <a:lnTo>
                    <a:pt x="4338643" y="1762487"/>
                  </a:lnTo>
                  <a:lnTo>
                    <a:pt x="4338643" y="1762487"/>
                  </a:lnTo>
                  <a:lnTo>
                    <a:pt x="4344080" y="1762487"/>
                  </a:lnTo>
                  <a:lnTo>
                    <a:pt x="4344080" y="1764902"/>
                  </a:lnTo>
                  <a:lnTo>
                    <a:pt x="4349517" y="1764902"/>
                  </a:lnTo>
                  <a:lnTo>
                    <a:pt x="4349517" y="1767317"/>
                  </a:lnTo>
                  <a:lnTo>
                    <a:pt x="4354954" y="1767317"/>
                  </a:lnTo>
                  <a:lnTo>
                    <a:pt x="4354954" y="1767317"/>
                  </a:lnTo>
                  <a:lnTo>
                    <a:pt x="4360391" y="1767317"/>
                  </a:lnTo>
                  <a:lnTo>
                    <a:pt x="4360391" y="1767317"/>
                  </a:lnTo>
                  <a:lnTo>
                    <a:pt x="4365828" y="1767317"/>
                  </a:lnTo>
                  <a:lnTo>
                    <a:pt x="4365828" y="1767317"/>
                  </a:lnTo>
                  <a:lnTo>
                    <a:pt x="4371265" y="1767317"/>
                  </a:lnTo>
                  <a:lnTo>
                    <a:pt x="4371265" y="1767317"/>
                  </a:lnTo>
                  <a:lnTo>
                    <a:pt x="4376702" y="1767317"/>
                  </a:lnTo>
                  <a:lnTo>
                    <a:pt x="4376702" y="1767317"/>
                  </a:lnTo>
                  <a:lnTo>
                    <a:pt x="4387576" y="1767317"/>
                  </a:lnTo>
                  <a:lnTo>
                    <a:pt x="4387576" y="1772185"/>
                  </a:lnTo>
                  <a:lnTo>
                    <a:pt x="4398449" y="1772185"/>
                  </a:lnTo>
                  <a:lnTo>
                    <a:pt x="4398449" y="1774619"/>
                  </a:lnTo>
                  <a:lnTo>
                    <a:pt x="4409323" y="1774619"/>
                  </a:lnTo>
                  <a:lnTo>
                    <a:pt x="4409323" y="1774619"/>
                  </a:lnTo>
                  <a:lnTo>
                    <a:pt x="4420197" y="1774619"/>
                  </a:lnTo>
                  <a:lnTo>
                    <a:pt x="4420197" y="1779491"/>
                  </a:lnTo>
                  <a:lnTo>
                    <a:pt x="4425634" y="1779491"/>
                  </a:lnTo>
                  <a:lnTo>
                    <a:pt x="4425634" y="1779491"/>
                  </a:lnTo>
                  <a:lnTo>
                    <a:pt x="4431071" y="1779491"/>
                  </a:lnTo>
                  <a:lnTo>
                    <a:pt x="4431071" y="1781929"/>
                  </a:lnTo>
                  <a:lnTo>
                    <a:pt x="4436508" y="1781929"/>
                  </a:lnTo>
                  <a:lnTo>
                    <a:pt x="4436508" y="1784367"/>
                  </a:lnTo>
                  <a:lnTo>
                    <a:pt x="4447381" y="1784367"/>
                  </a:lnTo>
                  <a:lnTo>
                    <a:pt x="4447381" y="1786805"/>
                  </a:lnTo>
                  <a:lnTo>
                    <a:pt x="4463692" y="1786805"/>
                  </a:lnTo>
                  <a:lnTo>
                    <a:pt x="4463692" y="1786805"/>
                  </a:lnTo>
                  <a:lnTo>
                    <a:pt x="4469129" y="1786805"/>
                  </a:lnTo>
                  <a:lnTo>
                    <a:pt x="4469129" y="1789246"/>
                  </a:lnTo>
                  <a:lnTo>
                    <a:pt x="4474566" y="1789246"/>
                  </a:lnTo>
                  <a:lnTo>
                    <a:pt x="4474566" y="1789246"/>
                  </a:lnTo>
                  <a:lnTo>
                    <a:pt x="4480003" y="1789246"/>
                  </a:lnTo>
                  <a:lnTo>
                    <a:pt x="4480003" y="1791690"/>
                  </a:lnTo>
                  <a:lnTo>
                    <a:pt x="4490877" y="1791690"/>
                  </a:lnTo>
                  <a:lnTo>
                    <a:pt x="4490877" y="1791690"/>
                  </a:lnTo>
                  <a:lnTo>
                    <a:pt x="4496313" y="1791690"/>
                  </a:lnTo>
                  <a:lnTo>
                    <a:pt x="4496313" y="1791690"/>
                  </a:lnTo>
                  <a:lnTo>
                    <a:pt x="4507187" y="1791690"/>
                  </a:lnTo>
                  <a:lnTo>
                    <a:pt x="4507187" y="1794138"/>
                  </a:lnTo>
                  <a:lnTo>
                    <a:pt x="4512624" y="1794138"/>
                  </a:lnTo>
                  <a:lnTo>
                    <a:pt x="4512624" y="1796589"/>
                  </a:lnTo>
                  <a:lnTo>
                    <a:pt x="4518061" y="1796589"/>
                  </a:lnTo>
                  <a:lnTo>
                    <a:pt x="4518061" y="1799041"/>
                  </a:lnTo>
                  <a:lnTo>
                    <a:pt x="4528935" y="1799041"/>
                  </a:lnTo>
                  <a:lnTo>
                    <a:pt x="4528935" y="1801496"/>
                  </a:lnTo>
                  <a:lnTo>
                    <a:pt x="4545246" y="1801496"/>
                  </a:lnTo>
                  <a:lnTo>
                    <a:pt x="4545246" y="1801496"/>
                  </a:lnTo>
                  <a:lnTo>
                    <a:pt x="4556119" y="1801496"/>
                  </a:lnTo>
                  <a:lnTo>
                    <a:pt x="4556119" y="1801496"/>
                  </a:lnTo>
                  <a:lnTo>
                    <a:pt x="4566993" y="1801496"/>
                  </a:lnTo>
                  <a:lnTo>
                    <a:pt x="4566993" y="1803955"/>
                  </a:lnTo>
                  <a:lnTo>
                    <a:pt x="4577867" y="1803955"/>
                  </a:lnTo>
                  <a:lnTo>
                    <a:pt x="4577867" y="1806419"/>
                  </a:lnTo>
                  <a:lnTo>
                    <a:pt x="4583304" y="1806419"/>
                  </a:lnTo>
                  <a:lnTo>
                    <a:pt x="4583304" y="1808882"/>
                  </a:lnTo>
                  <a:lnTo>
                    <a:pt x="4588741" y="1808882"/>
                  </a:lnTo>
                  <a:lnTo>
                    <a:pt x="4588741" y="1811345"/>
                  </a:lnTo>
                  <a:lnTo>
                    <a:pt x="4599615" y="1811345"/>
                  </a:lnTo>
                  <a:lnTo>
                    <a:pt x="4599615" y="1813811"/>
                  </a:lnTo>
                  <a:lnTo>
                    <a:pt x="4605051" y="1813811"/>
                  </a:lnTo>
                  <a:lnTo>
                    <a:pt x="4605051" y="1816278"/>
                  </a:lnTo>
                  <a:lnTo>
                    <a:pt x="4610488" y="1816278"/>
                  </a:lnTo>
                  <a:lnTo>
                    <a:pt x="4610488" y="1816278"/>
                  </a:lnTo>
                  <a:lnTo>
                    <a:pt x="4621362" y="1816278"/>
                  </a:lnTo>
                  <a:lnTo>
                    <a:pt x="4621362" y="1816278"/>
                  </a:lnTo>
                  <a:lnTo>
                    <a:pt x="4626799" y="1816278"/>
                  </a:lnTo>
                  <a:lnTo>
                    <a:pt x="4626799" y="1816278"/>
                  </a:lnTo>
                  <a:lnTo>
                    <a:pt x="4637673" y="1816278"/>
                  </a:lnTo>
                  <a:lnTo>
                    <a:pt x="4637673" y="1816278"/>
                  </a:lnTo>
                  <a:lnTo>
                    <a:pt x="4643110" y="1816278"/>
                  </a:lnTo>
                  <a:lnTo>
                    <a:pt x="4643110" y="1816278"/>
                  </a:lnTo>
                  <a:lnTo>
                    <a:pt x="4681168" y="1816278"/>
                  </a:lnTo>
                  <a:lnTo>
                    <a:pt x="4681168" y="1816278"/>
                  </a:lnTo>
                  <a:lnTo>
                    <a:pt x="4697479" y="1816278"/>
                  </a:lnTo>
                  <a:lnTo>
                    <a:pt x="4697479" y="1818763"/>
                  </a:lnTo>
                  <a:lnTo>
                    <a:pt x="4702916" y="1818763"/>
                  </a:lnTo>
                  <a:lnTo>
                    <a:pt x="4702916" y="1826219"/>
                  </a:lnTo>
                  <a:lnTo>
                    <a:pt x="4713789" y="1826219"/>
                  </a:lnTo>
                  <a:lnTo>
                    <a:pt x="4713789" y="1826219"/>
                  </a:lnTo>
                  <a:lnTo>
                    <a:pt x="4719226" y="1826219"/>
                  </a:lnTo>
                  <a:lnTo>
                    <a:pt x="4719226" y="1828708"/>
                  </a:lnTo>
                  <a:lnTo>
                    <a:pt x="4724663" y="1828708"/>
                  </a:lnTo>
                  <a:lnTo>
                    <a:pt x="4724663" y="1828708"/>
                  </a:lnTo>
                  <a:lnTo>
                    <a:pt x="4735537" y="1828708"/>
                  </a:lnTo>
                  <a:lnTo>
                    <a:pt x="4735537" y="1831203"/>
                  </a:lnTo>
                  <a:lnTo>
                    <a:pt x="4751848" y="1831203"/>
                  </a:lnTo>
                  <a:lnTo>
                    <a:pt x="4751848" y="1833700"/>
                  </a:lnTo>
                  <a:lnTo>
                    <a:pt x="4757285" y="1833700"/>
                  </a:lnTo>
                  <a:lnTo>
                    <a:pt x="4757285" y="1833700"/>
                  </a:lnTo>
                  <a:lnTo>
                    <a:pt x="4762721" y="1833700"/>
                  </a:lnTo>
                  <a:lnTo>
                    <a:pt x="4762721" y="1833700"/>
                  </a:lnTo>
                  <a:lnTo>
                    <a:pt x="4768158" y="1833700"/>
                  </a:lnTo>
                  <a:lnTo>
                    <a:pt x="4768158" y="1833700"/>
                  </a:lnTo>
                  <a:lnTo>
                    <a:pt x="4779032" y="1833700"/>
                  </a:lnTo>
                  <a:lnTo>
                    <a:pt x="4779032" y="1833700"/>
                  </a:lnTo>
                  <a:lnTo>
                    <a:pt x="4784469" y="1833700"/>
                  </a:lnTo>
                  <a:lnTo>
                    <a:pt x="4784469" y="1833700"/>
                  </a:lnTo>
                  <a:lnTo>
                    <a:pt x="4789906" y="1833700"/>
                  </a:lnTo>
                  <a:lnTo>
                    <a:pt x="4789906" y="1833700"/>
                  </a:lnTo>
                  <a:lnTo>
                    <a:pt x="4795343" y="1833700"/>
                  </a:lnTo>
                  <a:lnTo>
                    <a:pt x="4795343" y="1833700"/>
                  </a:lnTo>
                  <a:lnTo>
                    <a:pt x="4800780" y="1833700"/>
                  </a:lnTo>
                  <a:lnTo>
                    <a:pt x="4800780" y="1836216"/>
                  </a:lnTo>
                  <a:lnTo>
                    <a:pt x="4806217" y="1836216"/>
                  </a:lnTo>
                  <a:lnTo>
                    <a:pt x="4806217" y="1838735"/>
                  </a:lnTo>
                  <a:lnTo>
                    <a:pt x="4822527" y="1838735"/>
                  </a:lnTo>
                  <a:lnTo>
                    <a:pt x="4822527" y="1838735"/>
                  </a:lnTo>
                  <a:lnTo>
                    <a:pt x="4827964" y="1838735"/>
                  </a:lnTo>
                  <a:lnTo>
                    <a:pt x="4827964" y="1838735"/>
                  </a:lnTo>
                  <a:lnTo>
                    <a:pt x="4833401" y="1838735"/>
                  </a:lnTo>
                  <a:lnTo>
                    <a:pt x="4833401" y="1838735"/>
                  </a:lnTo>
                  <a:lnTo>
                    <a:pt x="4844275" y="1838735"/>
                  </a:lnTo>
                  <a:lnTo>
                    <a:pt x="4844275" y="1838735"/>
                  </a:lnTo>
                  <a:lnTo>
                    <a:pt x="4849712" y="1838735"/>
                  </a:lnTo>
                  <a:lnTo>
                    <a:pt x="4849712" y="1841265"/>
                  </a:lnTo>
                  <a:lnTo>
                    <a:pt x="4855149" y="1841265"/>
                  </a:lnTo>
                  <a:lnTo>
                    <a:pt x="4855149" y="1843797"/>
                  </a:lnTo>
                  <a:lnTo>
                    <a:pt x="4860586" y="1843797"/>
                  </a:lnTo>
                  <a:lnTo>
                    <a:pt x="4860586" y="1846331"/>
                  </a:lnTo>
                  <a:lnTo>
                    <a:pt x="4866022" y="1846331"/>
                  </a:lnTo>
                  <a:lnTo>
                    <a:pt x="4866022" y="1846331"/>
                  </a:lnTo>
                  <a:lnTo>
                    <a:pt x="4871459" y="1846331"/>
                  </a:lnTo>
                  <a:lnTo>
                    <a:pt x="4871459" y="1846331"/>
                  </a:lnTo>
                  <a:lnTo>
                    <a:pt x="4876896" y="1846331"/>
                  </a:lnTo>
                  <a:lnTo>
                    <a:pt x="4876896" y="1848872"/>
                  </a:lnTo>
                  <a:lnTo>
                    <a:pt x="4887770" y="1848872"/>
                  </a:lnTo>
                  <a:lnTo>
                    <a:pt x="4887770" y="1848872"/>
                  </a:lnTo>
                  <a:lnTo>
                    <a:pt x="4893207" y="1848872"/>
                  </a:lnTo>
                  <a:lnTo>
                    <a:pt x="4893207" y="1848872"/>
                  </a:lnTo>
                  <a:lnTo>
                    <a:pt x="4898644" y="1848872"/>
                  </a:lnTo>
                  <a:lnTo>
                    <a:pt x="4898644" y="1851421"/>
                  </a:lnTo>
                  <a:lnTo>
                    <a:pt x="4909518" y="1851421"/>
                  </a:lnTo>
                  <a:lnTo>
                    <a:pt x="4909518" y="1851421"/>
                  </a:lnTo>
                  <a:lnTo>
                    <a:pt x="4914955" y="1851421"/>
                  </a:lnTo>
                  <a:lnTo>
                    <a:pt x="4914955" y="1851421"/>
                  </a:lnTo>
                  <a:lnTo>
                    <a:pt x="4920391" y="1851421"/>
                  </a:lnTo>
                  <a:lnTo>
                    <a:pt x="4920391" y="1853982"/>
                  </a:lnTo>
                  <a:lnTo>
                    <a:pt x="4931265" y="1853982"/>
                  </a:lnTo>
                  <a:lnTo>
                    <a:pt x="4931265" y="1853982"/>
                  </a:lnTo>
                  <a:lnTo>
                    <a:pt x="4936702" y="1853982"/>
                  </a:lnTo>
                  <a:lnTo>
                    <a:pt x="4936702" y="1859107"/>
                  </a:lnTo>
                  <a:lnTo>
                    <a:pt x="4953013" y="1859107"/>
                  </a:lnTo>
                  <a:lnTo>
                    <a:pt x="4953013" y="1861670"/>
                  </a:lnTo>
                  <a:lnTo>
                    <a:pt x="4963887" y="1861670"/>
                  </a:lnTo>
                  <a:lnTo>
                    <a:pt x="4963887" y="1864238"/>
                  </a:lnTo>
                  <a:lnTo>
                    <a:pt x="4974760" y="1864238"/>
                  </a:lnTo>
                  <a:lnTo>
                    <a:pt x="4974760" y="1864238"/>
                  </a:lnTo>
                  <a:lnTo>
                    <a:pt x="4980197" y="1864238"/>
                  </a:lnTo>
                  <a:lnTo>
                    <a:pt x="4980197" y="1864238"/>
                  </a:lnTo>
                  <a:lnTo>
                    <a:pt x="4985634" y="1864238"/>
                  </a:lnTo>
                  <a:lnTo>
                    <a:pt x="4985634" y="1864238"/>
                  </a:lnTo>
                  <a:lnTo>
                    <a:pt x="5001945" y="1864238"/>
                  </a:lnTo>
                  <a:lnTo>
                    <a:pt x="5001945" y="1866818"/>
                  </a:lnTo>
                  <a:lnTo>
                    <a:pt x="5007382" y="1866818"/>
                  </a:lnTo>
                  <a:lnTo>
                    <a:pt x="5007382" y="1866818"/>
                  </a:lnTo>
                  <a:lnTo>
                    <a:pt x="5012819" y="1866818"/>
                  </a:lnTo>
                  <a:lnTo>
                    <a:pt x="5012819" y="1866818"/>
                  </a:lnTo>
                  <a:lnTo>
                    <a:pt x="5018256" y="1866818"/>
                  </a:lnTo>
                  <a:lnTo>
                    <a:pt x="5018256" y="1869403"/>
                  </a:lnTo>
                  <a:lnTo>
                    <a:pt x="5023693" y="1869403"/>
                  </a:lnTo>
                  <a:lnTo>
                    <a:pt x="5023693" y="1869403"/>
                  </a:lnTo>
                  <a:lnTo>
                    <a:pt x="5034566" y="1869403"/>
                  </a:lnTo>
                  <a:lnTo>
                    <a:pt x="5034566" y="1869403"/>
                  </a:lnTo>
                  <a:lnTo>
                    <a:pt x="5045440" y="1869403"/>
                  </a:lnTo>
                  <a:lnTo>
                    <a:pt x="5045440" y="1869403"/>
                  </a:lnTo>
                  <a:lnTo>
                    <a:pt x="5050877" y="1869403"/>
                  </a:lnTo>
                  <a:lnTo>
                    <a:pt x="5050877" y="1869403"/>
                  </a:lnTo>
                  <a:lnTo>
                    <a:pt x="5056314" y="1869403"/>
                  </a:lnTo>
                  <a:lnTo>
                    <a:pt x="5056314" y="1871998"/>
                  </a:lnTo>
                  <a:lnTo>
                    <a:pt x="5072625" y="1871998"/>
                  </a:lnTo>
                  <a:lnTo>
                    <a:pt x="5072625" y="1874592"/>
                  </a:lnTo>
                  <a:lnTo>
                    <a:pt x="5078061" y="1874592"/>
                  </a:lnTo>
                  <a:lnTo>
                    <a:pt x="5078061" y="1879783"/>
                  </a:lnTo>
                  <a:lnTo>
                    <a:pt x="5083498" y="1879783"/>
                  </a:lnTo>
                  <a:lnTo>
                    <a:pt x="5083498" y="1879783"/>
                  </a:lnTo>
                  <a:lnTo>
                    <a:pt x="5088935" y="1879783"/>
                  </a:lnTo>
                  <a:lnTo>
                    <a:pt x="5088935" y="1882380"/>
                  </a:lnTo>
                  <a:lnTo>
                    <a:pt x="5094372" y="1882380"/>
                  </a:lnTo>
                  <a:lnTo>
                    <a:pt x="5094372" y="1884983"/>
                  </a:lnTo>
                  <a:lnTo>
                    <a:pt x="5099809" y="1884983"/>
                  </a:lnTo>
                  <a:lnTo>
                    <a:pt x="5099809" y="1887591"/>
                  </a:lnTo>
                  <a:lnTo>
                    <a:pt x="5105246" y="1887591"/>
                  </a:lnTo>
                  <a:lnTo>
                    <a:pt x="5105246" y="1892807"/>
                  </a:lnTo>
                  <a:lnTo>
                    <a:pt x="5110683" y="1892807"/>
                  </a:lnTo>
                  <a:lnTo>
                    <a:pt x="5110683" y="1892807"/>
                  </a:lnTo>
                  <a:lnTo>
                    <a:pt x="5116120" y="1892807"/>
                  </a:lnTo>
                  <a:lnTo>
                    <a:pt x="5116120" y="1895419"/>
                  </a:lnTo>
                  <a:lnTo>
                    <a:pt x="5121557" y="1895419"/>
                  </a:lnTo>
                  <a:lnTo>
                    <a:pt x="5121557" y="1898033"/>
                  </a:lnTo>
                  <a:lnTo>
                    <a:pt x="5126994" y="1898033"/>
                  </a:lnTo>
                  <a:lnTo>
                    <a:pt x="5126994" y="1903266"/>
                  </a:lnTo>
                  <a:lnTo>
                    <a:pt x="5132430" y="1903266"/>
                  </a:lnTo>
                  <a:lnTo>
                    <a:pt x="5132430" y="1903266"/>
                  </a:lnTo>
                  <a:lnTo>
                    <a:pt x="5137867" y="1903266"/>
                  </a:lnTo>
                  <a:lnTo>
                    <a:pt x="5137867" y="1903266"/>
                  </a:lnTo>
                  <a:lnTo>
                    <a:pt x="5148741" y="1903266"/>
                  </a:lnTo>
                  <a:lnTo>
                    <a:pt x="5148741" y="1903266"/>
                  </a:lnTo>
                  <a:lnTo>
                    <a:pt x="5154178" y="1903266"/>
                  </a:lnTo>
                  <a:lnTo>
                    <a:pt x="5154178" y="1905895"/>
                  </a:lnTo>
                  <a:lnTo>
                    <a:pt x="5165052" y="1905895"/>
                  </a:lnTo>
                  <a:lnTo>
                    <a:pt x="5165052" y="1905895"/>
                  </a:lnTo>
                  <a:lnTo>
                    <a:pt x="5170489" y="1905895"/>
                  </a:lnTo>
                  <a:lnTo>
                    <a:pt x="5170489" y="1908526"/>
                  </a:lnTo>
                  <a:lnTo>
                    <a:pt x="5175926" y="1908526"/>
                  </a:lnTo>
                  <a:lnTo>
                    <a:pt x="5175926" y="1908526"/>
                  </a:lnTo>
                  <a:lnTo>
                    <a:pt x="5192236" y="1908526"/>
                  </a:lnTo>
                  <a:lnTo>
                    <a:pt x="5192236" y="1908526"/>
                  </a:lnTo>
                  <a:lnTo>
                    <a:pt x="5208547" y="1908526"/>
                  </a:lnTo>
                  <a:lnTo>
                    <a:pt x="5208547" y="1911162"/>
                  </a:lnTo>
                  <a:lnTo>
                    <a:pt x="5213984" y="1911162"/>
                  </a:lnTo>
                  <a:lnTo>
                    <a:pt x="5213984" y="1911162"/>
                  </a:lnTo>
                  <a:lnTo>
                    <a:pt x="5219421" y="1911162"/>
                  </a:lnTo>
                  <a:lnTo>
                    <a:pt x="5219421" y="1911162"/>
                  </a:lnTo>
                  <a:lnTo>
                    <a:pt x="5224858" y="1911162"/>
                  </a:lnTo>
                  <a:lnTo>
                    <a:pt x="5224858" y="1913806"/>
                  </a:lnTo>
                  <a:lnTo>
                    <a:pt x="5235731" y="1913806"/>
                  </a:lnTo>
                  <a:lnTo>
                    <a:pt x="5235731" y="1913806"/>
                  </a:lnTo>
                  <a:lnTo>
                    <a:pt x="5246605" y="1913806"/>
                  </a:lnTo>
                  <a:lnTo>
                    <a:pt x="5246605" y="1916452"/>
                  </a:lnTo>
                  <a:lnTo>
                    <a:pt x="5252042" y="1916452"/>
                  </a:lnTo>
                  <a:lnTo>
                    <a:pt x="5252042" y="1916452"/>
                  </a:lnTo>
                  <a:lnTo>
                    <a:pt x="5279227" y="1916452"/>
                  </a:lnTo>
                  <a:lnTo>
                    <a:pt x="5279227" y="1916452"/>
                  </a:lnTo>
                  <a:lnTo>
                    <a:pt x="5284664" y="1916452"/>
                  </a:lnTo>
                  <a:lnTo>
                    <a:pt x="5284664" y="1916452"/>
                  </a:lnTo>
                  <a:lnTo>
                    <a:pt x="5290100" y="1916452"/>
                  </a:lnTo>
                  <a:lnTo>
                    <a:pt x="5290100" y="1916452"/>
                  </a:lnTo>
                  <a:lnTo>
                    <a:pt x="5306411" y="1916452"/>
                  </a:lnTo>
                  <a:lnTo>
                    <a:pt x="5306411" y="1919114"/>
                  </a:lnTo>
                  <a:lnTo>
                    <a:pt x="5311848" y="1919114"/>
                  </a:lnTo>
                  <a:lnTo>
                    <a:pt x="5311848" y="1919114"/>
                  </a:lnTo>
                  <a:lnTo>
                    <a:pt x="5333596" y="1919114"/>
                  </a:lnTo>
                  <a:lnTo>
                    <a:pt x="5333596" y="1921784"/>
                  </a:lnTo>
                  <a:lnTo>
                    <a:pt x="5344469" y="1921784"/>
                  </a:lnTo>
                  <a:lnTo>
                    <a:pt x="5344469" y="1924453"/>
                  </a:lnTo>
                  <a:lnTo>
                    <a:pt x="5355343" y="1924453"/>
                  </a:lnTo>
                  <a:lnTo>
                    <a:pt x="5355343" y="1924453"/>
                  </a:lnTo>
                  <a:lnTo>
                    <a:pt x="5360780" y="1924453"/>
                  </a:lnTo>
                  <a:lnTo>
                    <a:pt x="5360780" y="1924453"/>
                  </a:lnTo>
                  <a:lnTo>
                    <a:pt x="5371654" y="1924453"/>
                  </a:lnTo>
                  <a:lnTo>
                    <a:pt x="5371654" y="1924453"/>
                  </a:lnTo>
                  <a:lnTo>
                    <a:pt x="5377091" y="1924453"/>
                  </a:lnTo>
                  <a:lnTo>
                    <a:pt x="5377091" y="1924453"/>
                  </a:lnTo>
                  <a:lnTo>
                    <a:pt x="5382528" y="1924453"/>
                  </a:lnTo>
                  <a:lnTo>
                    <a:pt x="5382528" y="1927140"/>
                  </a:lnTo>
                  <a:lnTo>
                    <a:pt x="5387965" y="1927140"/>
                  </a:lnTo>
                  <a:lnTo>
                    <a:pt x="5387965" y="1927140"/>
                  </a:lnTo>
                  <a:lnTo>
                    <a:pt x="5404275" y="1927140"/>
                  </a:lnTo>
                  <a:lnTo>
                    <a:pt x="5404275" y="1929829"/>
                  </a:lnTo>
                  <a:lnTo>
                    <a:pt x="5409712" y="1929829"/>
                  </a:lnTo>
                  <a:lnTo>
                    <a:pt x="5409712" y="1932523"/>
                  </a:lnTo>
                  <a:lnTo>
                    <a:pt x="5415149" y="1932523"/>
                  </a:lnTo>
                  <a:lnTo>
                    <a:pt x="5415149" y="1932523"/>
                  </a:lnTo>
                  <a:lnTo>
                    <a:pt x="5420586" y="1932523"/>
                  </a:lnTo>
                  <a:lnTo>
                    <a:pt x="5420586" y="1932523"/>
                  </a:lnTo>
                  <a:lnTo>
                    <a:pt x="5426023" y="1932523"/>
                  </a:lnTo>
                  <a:lnTo>
                    <a:pt x="5426023" y="1932523"/>
                  </a:lnTo>
                  <a:lnTo>
                    <a:pt x="5431460" y="1932523"/>
                  </a:lnTo>
                  <a:lnTo>
                    <a:pt x="5431460" y="1932523"/>
                  </a:lnTo>
                  <a:lnTo>
                    <a:pt x="5436897" y="1932523"/>
                  </a:lnTo>
                  <a:lnTo>
                    <a:pt x="5436897" y="1932523"/>
                  </a:lnTo>
                  <a:lnTo>
                    <a:pt x="5442334" y="1932523"/>
                  </a:lnTo>
                  <a:lnTo>
                    <a:pt x="5442334" y="1937941"/>
                  </a:lnTo>
                  <a:lnTo>
                    <a:pt x="5464081" y="1937941"/>
                  </a:lnTo>
                  <a:lnTo>
                    <a:pt x="5464081" y="1937941"/>
                  </a:lnTo>
                  <a:lnTo>
                    <a:pt x="5469518" y="1937941"/>
                  </a:lnTo>
                  <a:lnTo>
                    <a:pt x="5469518" y="1940656"/>
                  </a:lnTo>
                  <a:lnTo>
                    <a:pt x="5474955" y="1940656"/>
                  </a:lnTo>
                  <a:lnTo>
                    <a:pt x="5474955" y="1943372"/>
                  </a:lnTo>
                  <a:lnTo>
                    <a:pt x="5485829" y="1943372"/>
                  </a:lnTo>
                  <a:lnTo>
                    <a:pt x="5485829" y="1943372"/>
                  </a:lnTo>
                  <a:lnTo>
                    <a:pt x="5502139" y="1943372"/>
                  </a:lnTo>
                  <a:lnTo>
                    <a:pt x="5502139" y="1943372"/>
                  </a:lnTo>
                  <a:lnTo>
                    <a:pt x="5507576" y="1943372"/>
                  </a:lnTo>
                  <a:lnTo>
                    <a:pt x="5507576" y="1943372"/>
                  </a:lnTo>
                  <a:lnTo>
                    <a:pt x="5518450" y="1943372"/>
                  </a:lnTo>
                  <a:lnTo>
                    <a:pt x="5518450" y="1943372"/>
                  </a:lnTo>
                  <a:lnTo>
                    <a:pt x="5523887" y="1943372"/>
                  </a:lnTo>
                  <a:lnTo>
                    <a:pt x="5523887" y="1946102"/>
                  </a:lnTo>
                  <a:lnTo>
                    <a:pt x="5545635" y="1946102"/>
                  </a:lnTo>
                  <a:lnTo>
                    <a:pt x="5545635" y="1946102"/>
                  </a:lnTo>
                  <a:lnTo>
                    <a:pt x="5556508" y="1946102"/>
                  </a:lnTo>
                  <a:lnTo>
                    <a:pt x="5556508" y="1951570"/>
                  </a:lnTo>
                  <a:lnTo>
                    <a:pt x="5561945" y="1951570"/>
                  </a:lnTo>
                  <a:lnTo>
                    <a:pt x="5561945" y="1951570"/>
                  </a:lnTo>
                  <a:lnTo>
                    <a:pt x="5567382" y="1951570"/>
                  </a:lnTo>
                  <a:lnTo>
                    <a:pt x="5567382" y="1954316"/>
                  </a:lnTo>
                  <a:lnTo>
                    <a:pt x="5572819" y="1954316"/>
                  </a:lnTo>
                  <a:lnTo>
                    <a:pt x="5572819" y="1954316"/>
                  </a:lnTo>
                  <a:lnTo>
                    <a:pt x="5589130" y="1954316"/>
                  </a:lnTo>
                  <a:lnTo>
                    <a:pt x="5589130" y="1954316"/>
                  </a:lnTo>
                  <a:lnTo>
                    <a:pt x="5594567" y="1954316"/>
                  </a:lnTo>
                  <a:lnTo>
                    <a:pt x="5594567" y="1957066"/>
                  </a:lnTo>
                  <a:lnTo>
                    <a:pt x="5600004" y="1957066"/>
                  </a:lnTo>
                  <a:lnTo>
                    <a:pt x="5600004" y="1957066"/>
                  </a:lnTo>
                  <a:lnTo>
                    <a:pt x="5605440" y="1957066"/>
                  </a:lnTo>
                  <a:lnTo>
                    <a:pt x="5605440" y="1957066"/>
                  </a:lnTo>
                  <a:lnTo>
                    <a:pt x="5621751" y="1957066"/>
                  </a:lnTo>
                  <a:lnTo>
                    <a:pt x="5621751" y="1959826"/>
                  </a:lnTo>
                  <a:lnTo>
                    <a:pt x="5627188" y="1959826"/>
                  </a:lnTo>
                  <a:lnTo>
                    <a:pt x="5627188" y="1965346"/>
                  </a:lnTo>
                  <a:lnTo>
                    <a:pt x="5632625" y="1965346"/>
                  </a:lnTo>
                  <a:lnTo>
                    <a:pt x="5632625" y="1965346"/>
                  </a:lnTo>
                  <a:lnTo>
                    <a:pt x="5638062" y="1965346"/>
                  </a:lnTo>
                  <a:lnTo>
                    <a:pt x="5638062" y="1965346"/>
                  </a:lnTo>
                  <a:lnTo>
                    <a:pt x="5648936" y="1965346"/>
                  </a:lnTo>
                  <a:lnTo>
                    <a:pt x="5648936" y="1965346"/>
                  </a:lnTo>
                  <a:lnTo>
                    <a:pt x="5654373" y="1965346"/>
                  </a:lnTo>
                  <a:lnTo>
                    <a:pt x="5654373" y="1968118"/>
                  </a:lnTo>
                  <a:lnTo>
                    <a:pt x="5659809" y="1968118"/>
                  </a:lnTo>
                  <a:lnTo>
                    <a:pt x="5659809" y="1970890"/>
                  </a:lnTo>
                  <a:lnTo>
                    <a:pt x="5665246" y="1970890"/>
                  </a:lnTo>
                  <a:lnTo>
                    <a:pt x="5665246" y="1970890"/>
                  </a:lnTo>
                  <a:lnTo>
                    <a:pt x="5670683" y="1970890"/>
                  </a:lnTo>
                  <a:lnTo>
                    <a:pt x="5670683" y="1973664"/>
                  </a:lnTo>
                  <a:lnTo>
                    <a:pt x="5676120" y="1973664"/>
                  </a:lnTo>
                  <a:lnTo>
                    <a:pt x="5676120" y="1973664"/>
                  </a:lnTo>
                  <a:lnTo>
                    <a:pt x="5681557" y="1973664"/>
                  </a:lnTo>
                  <a:lnTo>
                    <a:pt x="5681557" y="1973664"/>
                  </a:lnTo>
                  <a:lnTo>
                    <a:pt x="5692431" y="1973664"/>
                  </a:lnTo>
                  <a:lnTo>
                    <a:pt x="5692431" y="1973664"/>
                  </a:lnTo>
                  <a:lnTo>
                    <a:pt x="5697868" y="1973664"/>
                  </a:lnTo>
                  <a:lnTo>
                    <a:pt x="5697868" y="1973664"/>
                  </a:lnTo>
                  <a:lnTo>
                    <a:pt x="5703305" y="1973664"/>
                  </a:lnTo>
                  <a:lnTo>
                    <a:pt x="5703305" y="1973664"/>
                  </a:lnTo>
                  <a:lnTo>
                    <a:pt x="5708742" y="1973664"/>
                  </a:lnTo>
                  <a:lnTo>
                    <a:pt x="5708742" y="1973664"/>
                  </a:lnTo>
                  <a:lnTo>
                    <a:pt x="5714178" y="1973664"/>
                  </a:lnTo>
                  <a:lnTo>
                    <a:pt x="5714178" y="1976465"/>
                  </a:lnTo>
                  <a:lnTo>
                    <a:pt x="5719615" y="1976465"/>
                  </a:lnTo>
                  <a:lnTo>
                    <a:pt x="5719615" y="1976465"/>
                  </a:lnTo>
                  <a:lnTo>
                    <a:pt x="5735926" y="1976465"/>
                  </a:lnTo>
                  <a:lnTo>
                    <a:pt x="5735926" y="1976465"/>
                  </a:lnTo>
                  <a:lnTo>
                    <a:pt x="5741363" y="1976465"/>
                  </a:lnTo>
                  <a:lnTo>
                    <a:pt x="5741363" y="1979270"/>
                  </a:lnTo>
                  <a:lnTo>
                    <a:pt x="5752237" y="1979270"/>
                  </a:lnTo>
                  <a:lnTo>
                    <a:pt x="5752237" y="1982078"/>
                  </a:lnTo>
                  <a:lnTo>
                    <a:pt x="5763111" y="1982078"/>
                  </a:lnTo>
                  <a:lnTo>
                    <a:pt x="5763111" y="1982078"/>
                  </a:lnTo>
                  <a:lnTo>
                    <a:pt x="5773984" y="1982078"/>
                  </a:lnTo>
                  <a:lnTo>
                    <a:pt x="5773984" y="1982078"/>
                  </a:lnTo>
                  <a:lnTo>
                    <a:pt x="5784858" y="1982078"/>
                  </a:lnTo>
                  <a:lnTo>
                    <a:pt x="5784858" y="1982078"/>
                  </a:lnTo>
                  <a:lnTo>
                    <a:pt x="5817479" y="1982078"/>
                  </a:lnTo>
                  <a:lnTo>
                    <a:pt x="5817479" y="1984900"/>
                  </a:lnTo>
                  <a:lnTo>
                    <a:pt x="5822916" y="1984900"/>
                  </a:lnTo>
                  <a:lnTo>
                    <a:pt x="5822916" y="1987730"/>
                  </a:lnTo>
                  <a:lnTo>
                    <a:pt x="5828353" y="1987730"/>
                  </a:lnTo>
                  <a:lnTo>
                    <a:pt x="5828353" y="1987730"/>
                  </a:lnTo>
                  <a:lnTo>
                    <a:pt x="5844664" y="1987730"/>
                  </a:lnTo>
                  <a:lnTo>
                    <a:pt x="5844664" y="1987730"/>
                  </a:lnTo>
                  <a:lnTo>
                    <a:pt x="5860975" y="1987730"/>
                  </a:lnTo>
                  <a:lnTo>
                    <a:pt x="5860975" y="1987730"/>
                  </a:lnTo>
                  <a:lnTo>
                    <a:pt x="5866412" y="1987730"/>
                  </a:lnTo>
                  <a:lnTo>
                    <a:pt x="5866412" y="1987730"/>
                  </a:lnTo>
                  <a:lnTo>
                    <a:pt x="5882722" y="1987730"/>
                  </a:lnTo>
                  <a:lnTo>
                    <a:pt x="5882722" y="1987730"/>
                  </a:lnTo>
                  <a:lnTo>
                    <a:pt x="5888159" y="1987730"/>
                  </a:lnTo>
                  <a:lnTo>
                    <a:pt x="5888159" y="1987730"/>
                  </a:lnTo>
                  <a:lnTo>
                    <a:pt x="5893596" y="1987730"/>
                  </a:lnTo>
                  <a:lnTo>
                    <a:pt x="5893596" y="1987730"/>
                  </a:lnTo>
                  <a:lnTo>
                    <a:pt x="5899033" y="1987730"/>
                  </a:lnTo>
                  <a:lnTo>
                    <a:pt x="5899033" y="1990587"/>
                  </a:lnTo>
                  <a:lnTo>
                    <a:pt x="5909907" y="1990587"/>
                  </a:lnTo>
                  <a:lnTo>
                    <a:pt x="5909907" y="1993449"/>
                  </a:lnTo>
                  <a:lnTo>
                    <a:pt x="5915344" y="1993449"/>
                  </a:lnTo>
                  <a:lnTo>
                    <a:pt x="5915344" y="1996314"/>
                  </a:lnTo>
                  <a:lnTo>
                    <a:pt x="5920781" y="1996314"/>
                  </a:lnTo>
                  <a:lnTo>
                    <a:pt x="5920781" y="1996314"/>
                  </a:lnTo>
                  <a:lnTo>
                    <a:pt x="5931654" y="1996314"/>
                  </a:lnTo>
                  <a:lnTo>
                    <a:pt x="5931654" y="1999181"/>
                  </a:lnTo>
                  <a:lnTo>
                    <a:pt x="5937091" y="1999181"/>
                  </a:lnTo>
                  <a:lnTo>
                    <a:pt x="5937091" y="2002051"/>
                  </a:lnTo>
                  <a:lnTo>
                    <a:pt x="5942528" y="2002051"/>
                  </a:lnTo>
                  <a:lnTo>
                    <a:pt x="5942528" y="2004924"/>
                  </a:lnTo>
                  <a:lnTo>
                    <a:pt x="5969713" y="2004924"/>
                  </a:lnTo>
                  <a:lnTo>
                    <a:pt x="5969713" y="2004924"/>
                  </a:lnTo>
                  <a:lnTo>
                    <a:pt x="5975150" y="2004924"/>
                  </a:lnTo>
                  <a:lnTo>
                    <a:pt x="5975150" y="2007803"/>
                  </a:lnTo>
                  <a:lnTo>
                    <a:pt x="5980586" y="2007803"/>
                  </a:lnTo>
                  <a:lnTo>
                    <a:pt x="5980586" y="2016446"/>
                  </a:lnTo>
                  <a:lnTo>
                    <a:pt x="5986023" y="2016446"/>
                  </a:lnTo>
                  <a:lnTo>
                    <a:pt x="5986023" y="2016446"/>
                  </a:lnTo>
                  <a:lnTo>
                    <a:pt x="5991460" y="2016446"/>
                  </a:lnTo>
                  <a:lnTo>
                    <a:pt x="5991460" y="2019330"/>
                  </a:lnTo>
                  <a:lnTo>
                    <a:pt x="5996897" y="2019330"/>
                  </a:lnTo>
                  <a:lnTo>
                    <a:pt x="5996897" y="2022215"/>
                  </a:lnTo>
                  <a:lnTo>
                    <a:pt x="6002334" y="2022215"/>
                  </a:lnTo>
                  <a:lnTo>
                    <a:pt x="6002334" y="2025100"/>
                  </a:lnTo>
                  <a:lnTo>
                    <a:pt x="6013208" y="2025100"/>
                  </a:lnTo>
                  <a:lnTo>
                    <a:pt x="6013208" y="2025100"/>
                  </a:lnTo>
                  <a:lnTo>
                    <a:pt x="6029518" y="2025100"/>
                  </a:lnTo>
                  <a:lnTo>
                    <a:pt x="6029518" y="2027990"/>
                  </a:lnTo>
                  <a:lnTo>
                    <a:pt x="6034955" y="2027990"/>
                  </a:lnTo>
                  <a:lnTo>
                    <a:pt x="6034955" y="2027990"/>
                  </a:lnTo>
                  <a:lnTo>
                    <a:pt x="6040392" y="2027990"/>
                  </a:lnTo>
                  <a:lnTo>
                    <a:pt x="6040392" y="2027990"/>
                  </a:lnTo>
                  <a:lnTo>
                    <a:pt x="6051266" y="2027990"/>
                  </a:lnTo>
                  <a:lnTo>
                    <a:pt x="6051266" y="2030888"/>
                  </a:lnTo>
                  <a:lnTo>
                    <a:pt x="6062140" y="2030888"/>
                  </a:lnTo>
                  <a:lnTo>
                    <a:pt x="6062140" y="2033791"/>
                  </a:lnTo>
                  <a:lnTo>
                    <a:pt x="6073014" y="2033791"/>
                  </a:lnTo>
                  <a:lnTo>
                    <a:pt x="6073014" y="2036695"/>
                  </a:lnTo>
                  <a:lnTo>
                    <a:pt x="6078451" y="2036695"/>
                  </a:lnTo>
                  <a:lnTo>
                    <a:pt x="6078451" y="2039599"/>
                  </a:lnTo>
                  <a:lnTo>
                    <a:pt x="6083887" y="2039599"/>
                  </a:lnTo>
                  <a:lnTo>
                    <a:pt x="6083887" y="2042505"/>
                  </a:lnTo>
                  <a:lnTo>
                    <a:pt x="6089324" y="2042505"/>
                  </a:lnTo>
                  <a:lnTo>
                    <a:pt x="6089324" y="2045415"/>
                  </a:lnTo>
                  <a:lnTo>
                    <a:pt x="6094761" y="2045415"/>
                  </a:lnTo>
                  <a:lnTo>
                    <a:pt x="6094761" y="2048330"/>
                  </a:lnTo>
                  <a:lnTo>
                    <a:pt x="6100198" y="2048330"/>
                  </a:lnTo>
                  <a:lnTo>
                    <a:pt x="6100198" y="2054166"/>
                  </a:lnTo>
                  <a:lnTo>
                    <a:pt x="6105635" y="2054166"/>
                  </a:lnTo>
                  <a:lnTo>
                    <a:pt x="6105635" y="2054166"/>
                  </a:lnTo>
                  <a:lnTo>
                    <a:pt x="6111072" y="2054166"/>
                  </a:lnTo>
                  <a:lnTo>
                    <a:pt x="6111072" y="2054166"/>
                  </a:lnTo>
                  <a:lnTo>
                    <a:pt x="6116509" y="2054166"/>
                  </a:lnTo>
                  <a:lnTo>
                    <a:pt x="6116509" y="2057092"/>
                  </a:lnTo>
                  <a:lnTo>
                    <a:pt x="6121946" y="2057092"/>
                  </a:lnTo>
                  <a:lnTo>
                    <a:pt x="6121946" y="2060021"/>
                  </a:lnTo>
                  <a:lnTo>
                    <a:pt x="6127383" y="2060021"/>
                  </a:lnTo>
                  <a:lnTo>
                    <a:pt x="6127383" y="2060021"/>
                  </a:lnTo>
                  <a:lnTo>
                    <a:pt x="6132820" y="2060021"/>
                  </a:lnTo>
                  <a:lnTo>
                    <a:pt x="6132820" y="2060021"/>
                  </a:lnTo>
                  <a:lnTo>
                    <a:pt x="6138256" y="2060021"/>
                  </a:lnTo>
                  <a:lnTo>
                    <a:pt x="6138256" y="2062961"/>
                  </a:lnTo>
                  <a:lnTo>
                    <a:pt x="6143693" y="2062961"/>
                  </a:lnTo>
                  <a:lnTo>
                    <a:pt x="6143693" y="2062961"/>
                  </a:lnTo>
                  <a:lnTo>
                    <a:pt x="6149130" y="2062961"/>
                  </a:lnTo>
                  <a:lnTo>
                    <a:pt x="6149130" y="2062961"/>
                  </a:lnTo>
                  <a:lnTo>
                    <a:pt x="6160004" y="2062961"/>
                  </a:lnTo>
                  <a:lnTo>
                    <a:pt x="6160004" y="2062961"/>
                  </a:lnTo>
                  <a:lnTo>
                    <a:pt x="6170878" y="2062961"/>
                  </a:lnTo>
                  <a:lnTo>
                    <a:pt x="6170878" y="2062961"/>
                  </a:lnTo>
                  <a:lnTo>
                    <a:pt x="6176315" y="2062961"/>
                  </a:lnTo>
                  <a:lnTo>
                    <a:pt x="6176315" y="2065917"/>
                  </a:lnTo>
                  <a:lnTo>
                    <a:pt x="6181752" y="2065917"/>
                  </a:lnTo>
                  <a:lnTo>
                    <a:pt x="6181752" y="2065917"/>
                  </a:lnTo>
                  <a:lnTo>
                    <a:pt x="6187188" y="2065917"/>
                  </a:lnTo>
                  <a:lnTo>
                    <a:pt x="6187188" y="2065917"/>
                  </a:lnTo>
                  <a:lnTo>
                    <a:pt x="6192625" y="2065917"/>
                  </a:lnTo>
                  <a:lnTo>
                    <a:pt x="6192625" y="2065917"/>
                  </a:lnTo>
                  <a:lnTo>
                    <a:pt x="6219810" y="2065917"/>
                  </a:lnTo>
                  <a:lnTo>
                    <a:pt x="6219810" y="2065917"/>
                  </a:lnTo>
                  <a:lnTo>
                    <a:pt x="6225247" y="2065917"/>
                  </a:lnTo>
                  <a:lnTo>
                    <a:pt x="6225247" y="2068888"/>
                  </a:lnTo>
                  <a:lnTo>
                    <a:pt x="6230684" y="2068888"/>
                  </a:lnTo>
                  <a:lnTo>
                    <a:pt x="6230684" y="2068888"/>
                  </a:lnTo>
                  <a:lnTo>
                    <a:pt x="6236121" y="2068888"/>
                  </a:lnTo>
                  <a:lnTo>
                    <a:pt x="6236121" y="2068888"/>
                  </a:lnTo>
                  <a:lnTo>
                    <a:pt x="6241557" y="2068888"/>
                  </a:lnTo>
                  <a:lnTo>
                    <a:pt x="6241557" y="2068888"/>
                  </a:lnTo>
                  <a:lnTo>
                    <a:pt x="6246994" y="2068888"/>
                  </a:lnTo>
                  <a:lnTo>
                    <a:pt x="6246994" y="2071872"/>
                  </a:lnTo>
                  <a:lnTo>
                    <a:pt x="6252431" y="2071872"/>
                  </a:lnTo>
                  <a:lnTo>
                    <a:pt x="6252431" y="2071872"/>
                  </a:lnTo>
                  <a:lnTo>
                    <a:pt x="6263305" y="2071872"/>
                  </a:lnTo>
                  <a:lnTo>
                    <a:pt x="6263305" y="2071872"/>
                  </a:lnTo>
                  <a:lnTo>
                    <a:pt x="6274179" y="2071872"/>
                  </a:lnTo>
                  <a:lnTo>
                    <a:pt x="6274179" y="2071872"/>
                  </a:lnTo>
                  <a:lnTo>
                    <a:pt x="6285053" y="2071872"/>
                  </a:lnTo>
                  <a:lnTo>
                    <a:pt x="6285053" y="2071872"/>
                  </a:lnTo>
                  <a:lnTo>
                    <a:pt x="6290490" y="2071872"/>
                  </a:lnTo>
                  <a:lnTo>
                    <a:pt x="6290490" y="2071872"/>
                  </a:lnTo>
                  <a:lnTo>
                    <a:pt x="6295926" y="2071872"/>
                  </a:lnTo>
                  <a:lnTo>
                    <a:pt x="6295926" y="2071872"/>
                  </a:lnTo>
                  <a:lnTo>
                    <a:pt x="6312237" y="2071872"/>
                  </a:lnTo>
                  <a:lnTo>
                    <a:pt x="6312237" y="2071872"/>
                  </a:lnTo>
                  <a:lnTo>
                    <a:pt x="6333985" y="2071872"/>
                  </a:lnTo>
                  <a:lnTo>
                    <a:pt x="6333985" y="2071872"/>
                  </a:lnTo>
                  <a:lnTo>
                    <a:pt x="6355732" y="2071872"/>
                  </a:lnTo>
                  <a:lnTo>
                    <a:pt x="6355732" y="2074878"/>
                  </a:lnTo>
                  <a:lnTo>
                    <a:pt x="6372043" y="2074878"/>
                  </a:lnTo>
                  <a:lnTo>
                    <a:pt x="6372043" y="2074878"/>
                  </a:lnTo>
                  <a:lnTo>
                    <a:pt x="6377480" y="2074878"/>
                  </a:lnTo>
                  <a:lnTo>
                    <a:pt x="6377480" y="2077891"/>
                  </a:lnTo>
                  <a:lnTo>
                    <a:pt x="6382917" y="2077891"/>
                  </a:lnTo>
                  <a:lnTo>
                    <a:pt x="6382917" y="2080903"/>
                  </a:lnTo>
                  <a:lnTo>
                    <a:pt x="6388354" y="2080903"/>
                  </a:lnTo>
                  <a:lnTo>
                    <a:pt x="6388354" y="2080903"/>
                  </a:lnTo>
                  <a:lnTo>
                    <a:pt x="6399227" y="2080903"/>
                  </a:lnTo>
                  <a:lnTo>
                    <a:pt x="6399227" y="2080903"/>
                  </a:lnTo>
                  <a:lnTo>
                    <a:pt x="6404664" y="2080903"/>
                  </a:lnTo>
                  <a:lnTo>
                    <a:pt x="6404664" y="2083922"/>
                  </a:lnTo>
                  <a:lnTo>
                    <a:pt x="6415538" y="2083922"/>
                  </a:lnTo>
                  <a:lnTo>
                    <a:pt x="6415538" y="2083922"/>
                  </a:lnTo>
                  <a:lnTo>
                    <a:pt x="6437286" y="2083922"/>
                  </a:lnTo>
                  <a:lnTo>
                    <a:pt x="6437286" y="2086944"/>
                  </a:lnTo>
                  <a:lnTo>
                    <a:pt x="6453596" y="2086944"/>
                  </a:lnTo>
                  <a:lnTo>
                    <a:pt x="6453596" y="2086944"/>
                  </a:lnTo>
                  <a:lnTo>
                    <a:pt x="6469907" y="2086944"/>
                  </a:lnTo>
                  <a:lnTo>
                    <a:pt x="6469907" y="2086944"/>
                  </a:lnTo>
                  <a:lnTo>
                    <a:pt x="6491655" y="2086944"/>
                  </a:lnTo>
                  <a:lnTo>
                    <a:pt x="6491655" y="2086944"/>
                  </a:lnTo>
                  <a:lnTo>
                    <a:pt x="6502529" y="2086944"/>
                  </a:lnTo>
                  <a:lnTo>
                    <a:pt x="6502529" y="2093022"/>
                  </a:lnTo>
                  <a:lnTo>
                    <a:pt x="6507965" y="2093022"/>
                  </a:lnTo>
                  <a:lnTo>
                    <a:pt x="6507965" y="2093022"/>
                  </a:lnTo>
                  <a:lnTo>
                    <a:pt x="6518839" y="2093022"/>
                  </a:lnTo>
                  <a:lnTo>
                    <a:pt x="6518839" y="2093022"/>
                  </a:lnTo>
                  <a:lnTo>
                    <a:pt x="6524276" y="2093022"/>
                  </a:lnTo>
                  <a:lnTo>
                    <a:pt x="6524276" y="2096070"/>
                  </a:lnTo>
                  <a:lnTo>
                    <a:pt x="6546024" y="2096070"/>
                  </a:lnTo>
                  <a:lnTo>
                    <a:pt x="6546024" y="2096070"/>
                  </a:lnTo>
                  <a:lnTo>
                    <a:pt x="6551461" y="2096070"/>
                  </a:lnTo>
                  <a:lnTo>
                    <a:pt x="6551461" y="2099125"/>
                  </a:lnTo>
                  <a:lnTo>
                    <a:pt x="6562334" y="2099125"/>
                  </a:lnTo>
                  <a:lnTo>
                    <a:pt x="6562334" y="2102180"/>
                  </a:lnTo>
                  <a:lnTo>
                    <a:pt x="6573208" y="2102180"/>
                  </a:lnTo>
                  <a:lnTo>
                    <a:pt x="6573208" y="2102180"/>
                  </a:lnTo>
                  <a:lnTo>
                    <a:pt x="6578645" y="2102180"/>
                  </a:lnTo>
                  <a:lnTo>
                    <a:pt x="6578645" y="2105238"/>
                  </a:lnTo>
                  <a:lnTo>
                    <a:pt x="6584082" y="2105238"/>
                  </a:lnTo>
                  <a:lnTo>
                    <a:pt x="6584082" y="2105238"/>
                  </a:lnTo>
                  <a:lnTo>
                    <a:pt x="6589519" y="2105238"/>
                  </a:lnTo>
                  <a:lnTo>
                    <a:pt x="6589519" y="2108305"/>
                  </a:lnTo>
                  <a:lnTo>
                    <a:pt x="6611266" y="2108305"/>
                  </a:lnTo>
                  <a:lnTo>
                    <a:pt x="6611266" y="2108305"/>
                  </a:lnTo>
                  <a:lnTo>
                    <a:pt x="6616703" y="2108305"/>
                  </a:lnTo>
                  <a:lnTo>
                    <a:pt x="6616703" y="2108305"/>
                  </a:lnTo>
                  <a:lnTo>
                    <a:pt x="6660199" y="2108305"/>
                  </a:lnTo>
                  <a:lnTo>
                    <a:pt x="6660199" y="2108305"/>
                  </a:lnTo>
                  <a:lnTo>
                    <a:pt x="6681946" y="2108305"/>
                  </a:lnTo>
                  <a:lnTo>
                    <a:pt x="6681946" y="2108305"/>
                  </a:lnTo>
                  <a:lnTo>
                    <a:pt x="6692820" y="2108305"/>
                  </a:lnTo>
                  <a:lnTo>
                    <a:pt x="6692820" y="2111384"/>
                  </a:lnTo>
                  <a:lnTo>
                    <a:pt x="6698257" y="2111384"/>
                  </a:lnTo>
                  <a:lnTo>
                    <a:pt x="6698257" y="2111384"/>
                  </a:lnTo>
                  <a:lnTo>
                    <a:pt x="6709131" y="2111384"/>
                  </a:lnTo>
                  <a:lnTo>
                    <a:pt x="6709131" y="2111384"/>
                  </a:lnTo>
                  <a:lnTo>
                    <a:pt x="6720004" y="2111384"/>
                  </a:lnTo>
                  <a:lnTo>
                    <a:pt x="6720004" y="2114469"/>
                  </a:lnTo>
                  <a:lnTo>
                    <a:pt x="6725441" y="2114469"/>
                  </a:lnTo>
                  <a:lnTo>
                    <a:pt x="6725441" y="2117555"/>
                  </a:lnTo>
                  <a:lnTo>
                    <a:pt x="6730878" y="2117555"/>
                  </a:lnTo>
                  <a:lnTo>
                    <a:pt x="6730878" y="2117555"/>
                  </a:lnTo>
                  <a:lnTo>
                    <a:pt x="6736315" y="2117555"/>
                  </a:lnTo>
                  <a:lnTo>
                    <a:pt x="6736315" y="2120647"/>
                  </a:lnTo>
                  <a:lnTo>
                    <a:pt x="6741752" y="2120647"/>
                  </a:lnTo>
                  <a:lnTo>
                    <a:pt x="6741752" y="2120647"/>
                  </a:lnTo>
                  <a:lnTo>
                    <a:pt x="6747189" y="2120647"/>
                  </a:lnTo>
                  <a:lnTo>
                    <a:pt x="6747189" y="2120647"/>
                  </a:lnTo>
                  <a:lnTo>
                    <a:pt x="6758063" y="2120647"/>
                  </a:lnTo>
                  <a:lnTo>
                    <a:pt x="6758063" y="2120647"/>
                  </a:lnTo>
                  <a:lnTo>
                    <a:pt x="6790684" y="2120647"/>
                  </a:lnTo>
                  <a:lnTo>
                    <a:pt x="6790684" y="2120647"/>
                  </a:lnTo>
                  <a:lnTo>
                    <a:pt x="6817869" y="2120647"/>
                  </a:lnTo>
                  <a:lnTo>
                    <a:pt x="6817869" y="2123757"/>
                  </a:lnTo>
                  <a:lnTo>
                    <a:pt x="6823305" y="2123757"/>
                  </a:lnTo>
                  <a:lnTo>
                    <a:pt x="6823305" y="2126868"/>
                  </a:lnTo>
                  <a:lnTo>
                    <a:pt x="6834179" y="2126868"/>
                  </a:lnTo>
                  <a:lnTo>
                    <a:pt x="6834179" y="2126868"/>
                  </a:lnTo>
                  <a:lnTo>
                    <a:pt x="6839616" y="2126868"/>
                  </a:lnTo>
                  <a:lnTo>
                    <a:pt x="6839616" y="2129982"/>
                  </a:lnTo>
                  <a:lnTo>
                    <a:pt x="6845053" y="2129982"/>
                  </a:lnTo>
                  <a:lnTo>
                    <a:pt x="6845053" y="2129982"/>
                  </a:lnTo>
                  <a:lnTo>
                    <a:pt x="6850490" y="2129982"/>
                  </a:lnTo>
                  <a:lnTo>
                    <a:pt x="6850490" y="2129982"/>
                  </a:lnTo>
                  <a:lnTo>
                    <a:pt x="6855927" y="2129982"/>
                  </a:lnTo>
                  <a:lnTo>
                    <a:pt x="6855927" y="2129982"/>
                  </a:lnTo>
                  <a:lnTo>
                    <a:pt x="6893985" y="2129982"/>
                  </a:lnTo>
                  <a:lnTo>
                    <a:pt x="6893985" y="2133111"/>
                  </a:lnTo>
                  <a:lnTo>
                    <a:pt x="6910296" y="2133111"/>
                  </a:lnTo>
                  <a:lnTo>
                    <a:pt x="6910296" y="2133111"/>
                  </a:lnTo>
                  <a:lnTo>
                    <a:pt x="6915733" y="2133111"/>
                  </a:lnTo>
                  <a:lnTo>
                    <a:pt x="6915733" y="2136244"/>
                  </a:lnTo>
                  <a:lnTo>
                    <a:pt x="6921170" y="2136244"/>
                  </a:lnTo>
                  <a:lnTo>
                    <a:pt x="6921170" y="2136244"/>
                  </a:lnTo>
                  <a:lnTo>
                    <a:pt x="6932043" y="2136244"/>
                  </a:lnTo>
                  <a:lnTo>
                    <a:pt x="6932043" y="2136244"/>
                  </a:lnTo>
                  <a:lnTo>
                    <a:pt x="6937480" y="2136244"/>
                  </a:lnTo>
                  <a:lnTo>
                    <a:pt x="6937480" y="2139390"/>
                  </a:lnTo>
                  <a:lnTo>
                    <a:pt x="6942917" y="2139390"/>
                  </a:lnTo>
                  <a:lnTo>
                    <a:pt x="6942917" y="2145689"/>
                  </a:lnTo>
                  <a:lnTo>
                    <a:pt x="6948354" y="2145689"/>
                  </a:lnTo>
                  <a:lnTo>
                    <a:pt x="6948354" y="2145689"/>
                  </a:lnTo>
                  <a:lnTo>
                    <a:pt x="6953791" y="2145689"/>
                  </a:lnTo>
                  <a:lnTo>
                    <a:pt x="6953791" y="2148842"/>
                  </a:lnTo>
                  <a:lnTo>
                    <a:pt x="6970102" y="2148842"/>
                  </a:lnTo>
                  <a:lnTo>
                    <a:pt x="6970102" y="2148842"/>
                  </a:lnTo>
                  <a:lnTo>
                    <a:pt x="6980975" y="2148842"/>
                  </a:lnTo>
                  <a:lnTo>
                    <a:pt x="6980975" y="2148842"/>
                  </a:lnTo>
                  <a:lnTo>
                    <a:pt x="6997286" y="2148842"/>
                  </a:lnTo>
                  <a:lnTo>
                    <a:pt x="6997286" y="2152002"/>
                  </a:lnTo>
                  <a:lnTo>
                    <a:pt x="7002723" y="2152002"/>
                  </a:lnTo>
                  <a:lnTo>
                    <a:pt x="7002723" y="2152002"/>
                  </a:lnTo>
                  <a:lnTo>
                    <a:pt x="7008160" y="2152002"/>
                  </a:lnTo>
                  <a:lnTo>
                    <a:pt x="7008160" y="2152002"/>
                  </a:lnTo>
                  <a:lnTo>
                    <a:pt x="7013597" y="2152002"/>
                  </a:lnTo>
                  <a:lnTo>
                    <a:pt x="7013597" y="2158341"/>
                  </a:lnTo>
                  <a:lnTo>
                    <a:pt x="7024471" y="2158341"/>
                  </a:lnTo>
                  <a:lnTo>
                    <a:pt x="7024471" y="2161512"/>
                  </a:lnTo>
                  <a:lnTo>
                    <a:pt x="7035344" y="2161512"/>
                  </a:lnTo>
                  <a:lnTo>
                    <a:pt x="7035344" y="2161512"/>
                  </a:lnTo>
                  <a:lnTo>
                    <a:pt x="7040781" y="2161512"/>
                  </a:lnTo>
                  <a:lnTo>
                    <a:pt x="7040781" y="2164685"/>
                  </a:lnTo>
                  <a:lnTo>
                    <a:pt x="7046218" y="2164685"/>
                  </a:lnTo>
                  <a:lnTo>
                    <a:pt x="7046218" y="2167863"/>
                  </a:lnTo>
                  <a:lnTo>
                    <a:pt x="7051655" y="2167863"/>
                  </a:lnTo>
                  <a:lnTo>
                    <a:pt x="7051655" y="2167863"/>
                  </a:lnTo>
                  <a:lnTo>
                    <a:pt x="7057092" y="2167863"/>
                  </a:lnTo>
                  <a:lnTo>
                    <a:pt x="7057092" y="2171044"/>
                  </a:lnTo>
                  <a:lnTo>
                    <a:pt x="7062529" y="2171044"/>
                  </a:lnTo>
                  <a:lnTo>
                    <a:pt x="7062529" y="2171044"/>
                  </a:lnTo>
                  <a:lnTo>
                    <a:pt x="7078840" y="2171044"/>
                  </a:lnTo>
                  <a:lnTo>
                    <a:pt x="7078840" y="2171044"/>
                  </a:lnTo>
                  <a:lnTo>
                    <a:pt x="7095150" y="2171044"/>
                  </a:lnTo>
                  <a:lnTo>
                    <a:pt x="7095150" y="2171044"/>
                  </a:lnTo>
                  <a:lnTo>
                    <a:pt x="7106024" y="2171044"/>
                  </a:lnTo>
                  <a:lnTo>
                    <a:pt x="7106024" y="2174238"/>
                  </a:lnTo>
                  <a:lnTo>
                    <a:pt x="7111461" y="2174238"/>
                  </a:lnTo>
                  <a:lnTo>
                    <a:pt x="7111461" y="2174238"/>
                  </a:lnTo>
                  <a:lnTo>
                    <a:pt x="7122335" y="2174238"/>
                  </a:lnTo>
                  <a:lnTo>
                    <a:pt x="7122335" y="2174238"/>
                  </a:lnTo>
                  <a:lnTo>
                    <a:pt x="7133209" y="2174238"/>
                  </a:lnTo>
                  <a:lnTo>
                    <a:pt x="7133209" y="2174238"/>
                  </a:lnTo>
                  <a:lnTo>
                    <a:pt x="7149519" y="2174238"/>
                  </a:lnTo>
                  <a:lnTo>
                    <a:pt x="7149519" y="2174238"/>
                  </a:lnTo>
                  <a:lnTo>
                    <a:pt x="7154956" y="2174238"/>
                  </a:lnTo>
                  <a:lnTo>
                    <a:pt x="7154956" y="2174238"/>
                  </a:lnTo>
                  <a:lnTo>
                    <a:pt x="7165830" y="2174238"/>
                  </a:lnTo>
                  <a:lnTo>
                    <a:pt x="7165830" y="2180666"/>
                  </a:lnTo>
                  <a:lnTo>
                    <a:pt x="7171267" y="2180666"/>
                  </a:lnTo>
                  <a:lnTo>
                    <a:pt x="7171267" y="2180666"/>
                  </a:lnTo>
                  <a:lnTo>
                    <a:pt x="7187578" y="2180666"/>
                  </a:lnTo>
                  <a:lnTo>
                    <a:pt x="7187578" y="2180666"/>
                  </a:lnTo>
                  <a:lnTo>
                    <a:pt x="7193014" y="2180666"/>
                  </a:lnTo>
                  <a:lnTo>
                    <a:pt x="7193014" y="2180666"/>
                  </a:lnTo>
                  <a:lnTo>
                    <a:pt x="7209325" y="2180666"/>
                  </a:lnTo>
                  <a:lnTo>
                    <a:pt x="7209325" y="2180666"/>
                  </a:lnTo>
                  <a:lnTo>
                    <a:pt x="7214762" y="2180666"/>
                  </a:lnTo>
                  <a:lnTo>
                    <a:pt x="7214762" y="2180666"/>
                  </a:lnTo>
                  <a:lnTo>
                    <a:pt x="7231073" y="2180666"/>
                  </a:lnTo>
                  <a:lnTo>
                    <a:pt x="7231073" y="2180666"/>
                  </a:lnTo>
                  <a:lnTo>
                    <a:pt x="7236510" y="2180666"/>
                  </a:lnTo>
                  <a:lnTo>
                    <a:pt x="7236510" y="2180666"/>
                  </a:lnTo>
                  <a:lnTo>
                    <a:pt x="7252820" y="2180666"/>
                  </a:lnTo>
                  <a:lnTo>
                    <a:pt x="7252820" y="2180666"/>
                  </a:lnTo>
                  <a:lnTo>
                    <a:pt x="7269131" y="2180666"/>
                  </a:lnTo>
                  <a:lnTo>
                    <a:pt x="7269131" y="2180666"/>
                  </a:lnTo>
                  <a:lnTo>
                    <a:pt x="7274568" y="2180666"/>
                  </a:lnTo>
                  <a:lnTo>
                    <a:pt x="7274568" y="2180666"/>
                  </a:lnTo>
                  <a:lnTo>
                    <a:pt x="7280005" y="2180666"/>
                  </a:lnTo>
                  <a:lnTo>
                    <a:pt x="7280005" y="2183918"/>
                  </a:lnTo>
                  <a:lnTo>
                    <a:pt x="7285442" y="2183918"/>
                  </a:lnTo>
                  <a:lnTo>
                    <a:pt x="7285442" y="2187173"/>
                  </a:lnTo>
                  <a:lnTo>
                    <a:pt x="7307189" y="2187173"/>
                  </a:lnTo>
                  <a:lnTo>
                    <a:pt x="7307189" y="2187173"/>
                  </a:lnTo>
                  <a:lnTo>
                    <a:pt x="7318063" y="2187173"/>
                  </a:lnTo>
                  <a:lnTo>
                    <a:pt x="7318063" y="2187173"/>
                  </a:lnTo>
                  <a:lnTo>
                    <a:pt x="7323500" y="2187173"/>
                  </a:lnTo>
                  <a:lnTo>
                    <a:pt x="7323500" y="2187173"/>
                  </a:lnTo>
                  <a:lnTo>
                    <a:pt x="7328937" y="2187173"/>
                  </a:lnTo>
                  <a:lnTo>
                    <a:pt x="7328937" y="2187173"/>
                  </a:lnTo>
                  <a:lnTo>
                    <a:pt x="7334374" y="2187173"/>
                  </a:lnTo>
                  <a:lnTo>
                    <a:pt x="7334374" y="2190453"/>
                  </a:lnTo>
                  <a:lnTo>
                    <a:pt x="7339811" y="2190453"/>
                  </a:lnTo>
                  <a:lnTo>
                    <a:pt x="7339811" y="2190453"/>
                  </a:lnTo>
                  <a:lnTo>
                    <a:pt x="7366995" y="2190453"/>
                  </a:lnTo>
                  <a:lnTo>
                    <a:pt x="7366995" y="2200304"/>
                  </a:lnTo>
                  <a:lnTo>
                    <a:pt x="7372432" y="2200304"/>
                  </a:lnTo>
                  <a:lnTo>
                    <a:pt x="7372432" y="2200304"/>
                  </a:lnTo>
                  <a:lnTo>
                    <a:pt x="7383306" y="2200304"/>
                  </a:lnTo>
                  <a:lnTo>
                    <a:pt x="7383306" y="2200304"/>
                  </a:lnTo>
                  <a:lnTo>
                    <a:pt x="7388743" y="2200304"/>
                  </a:lnTo>
                  <a:lnTo>
                    <a:pt x="7388743" y="2200304"/>
                  </a:lnTo>
                  <a:lnTo>
                    <a:pt x="7394180" y="2200304"/>
                  </a:lnTo>
                  <a:lnTo>
                    <a:pt x="7394180" y="2200304"/>
                  </a:lnTo>
                  <a:lnTo>
                    <a:pt x="7410490" y="2200304"/>
                  </a:lnTo>
                  <a:lnTo>
                    <a:pt x="7410490" y="2203610"/>
                  </a:lnTo>
                  <a:lnTo>
                    <a:pt x="7415927" y="2203610"/>
                  </a:lnTo>
                  <a:lnTo>
                    <a:pt x="7415927" y="2206919"/>
                  </a:lnTo>
                  <a:lnTo>
                    <a:pt x="7421364" y="2206919"/>
                  </a:lnTo>
                  <a:lnTo>
                    <a:pt x="7421364" y="2206919"/>
                  </a:lnTo>
                  <a:lnTo>
                    <a:pt x="7432238" y="2206919"/>
                  </a:lnTo>
                  <a:lnTo>
                    <a:pt x="7432238" y="2210239"/>
                  </a:lnTo>
                  <a:lnTo>
                    <a:pt x="7437675" y="2210239"/>
                  </a:lnTo>
                  <a:lnTo>
                    <a:pt x="7437675" y="2213560"/>
                  </a:lnTo>
                  <a:lnTo>
                    <a:pt x="7453986" y="2213560"/>
                  </a:lnTo>
                  <a:lnTo>
                    <a:pt x="7453986" y="2216892"/>
                  </a:lnTo>
                  <a:lnTo>
                    <a:pt x="7459422" y="2216892"/>
                  </a:lnTo>
                  <a:lnTo>
                    <a:pt x="7459422" y="2220224"/>
                  </a:lnTo>
                  <a:lnTo>
                    <a:pt x="7492044" y="2220224"/>
                  </a:lnTo>
                  <a:lnTo>
                    <a:pt x="7492044" y="2223557"/>
                  </a:lnTo>
                  <a:lnTo>
                    <a:pt x="7497481" y="2223557"/>
                  </a:lnTo>
                  <a:lnTo>
                    <a:pt x="7497481" y="2223557"/>
                  </a:lnTo>
                  <a:lnTo>
                    <a:pt x="7508355" y="2223557"/>
                  </a:lnTo>
                  <a:lnTo>
                    <a:pt x="7508355" y="2223557"/>
                  </a:lnTo>
                  <a:lnTo>
                    <a:pt x="7513791" y="2223557"/>
                  </a:lnTo>
                  <a:lnTo>
                    <a:pt x="7513791" y="2226901"/>
                  </a:lnTo>
                  <a:lnTo>
                    <a:pt x="7519228" y="2226901"/>
                  </a:lnTo>
                  <a:lnTo>
                    <a:pt x="7519228" y="2230245"/>
                  </a:lnTo>
                  <a:lnTo>
                    <a:pt x="7524665" y="2230245"/>
                  </a:lnTo>
                  <a:lnTo>
                    <a:pt x="7524665" y="2236935"/>
                  </a:lnTo>
                  <a:lnTo>
                    <a:pt x="7535539" y="2236935"/>
                  </a:lnTo>
                  <a:lnTo>
                    <a:pt x="7535539" y="2236935"/>
                  </a:lnTo>
                  <a:lnTo>
                    <a:pt x="7557287" y="2236935"/>
                  </a:lnTo>
                  <a:lnTo>
                    <a:pt x="7557287" y="2236935"/>
                  </a:lnTo>
                  <a:lnTo>
                    <a:pt x="7568160" y="2236935"/>
                  </a:lnTo>
                  <a:lnTo>
                    <a:pt x="7568160" y="2240288"/>
                  </a:lnTo>
                  <a:lnTo>
                    <a:pt x="7579034" y="2240288"/>
                  </a:lnTo>
                  <a:lnTo>
                    <a:pt x="7579034" y="2240288"/>
                  </a:lnTo>
                  <a:lnTo>
                    <a:pt x="7589908" y="2240288"/>
                  </a:lnTo>
                  <a:lnTo>
                    <a:pt x="7589908" y="2243648"/>
                  </a:lnTo>
                  <a:lnTo>
                    <a:pt x="7606219" y="2243648"/>
                  </a:lnTo>
                  <a:lnTo>
                    <a:pt x="7606219" y="2243648"/>
                  </a:lnTo>
                  <a:lnTo>
                    <a:pt x="7611656" y="2243648"/>
                  </a:lnTo>
                  <a:lnTo>
                    <a:pt x="7611656" y="2243648"/>
                  </a:lnTo>
                  <a:lnTo>
                    <a:pt x="7627966" y="2243648"/>
                  </a:lnTo>
                  <a:lnTo>
                    <a:pt x="7627966" y="2243648"/>
                  </a:lnTo>
                  <a:lnTo>
                    <a:pt x="7638840" y="2243648"/>
                  </a:lnTo>
                  <a:lnTo>
                    <a:pt x="7638840" y="2247020"/>
                  </a:lnTo>
                  <a:lnTo>
                    <a:pt x="7644277" y="2247020"/>
                  </a:lnTo>
                  <a:lnTo>
                    <a:pt x="7644277" y="2247020"/>
                  </a:lnTo>
                  <a:lnTo>
                    <a:pt x="7649714" y="2247020"/>
                  </a:lnTo>
                  <a:lnTo>
                    <a:pt x="7649714" y="2247020"/>
                  </a:lnTo>
                  <a:lnTo>
                    <a:pt x="7666025" y="2247020"/>
                  </a:lnTo>
                  <a:lnTo>
                    <a:pt x="7666025" y="2247020"/>
                  </a:lnTo>
                  <a:lnTo>
                    <a:pt x="7671461" y="2247020"/>
                  </a:lnTo>
                  <a:lnTo>
                    <a:pt x="7671461" y="2250408"/>
                  </a:lnTo>
                  <a:lnTo>
                    <a:pt x="7682335" y="2250408"/>
                  </a:lnTo>
                  <a:lnTo>
                    <a:pt x="7682335" y="2250408"/>
                  </a:lnTo>
                  <a:lnTo>
                    <a:pt x="7687772" y="2250408"/>
                  </a:lnTo>
                  <a:lnTo>
                    <a:pt x="7687772" y="2250408"/>
                  </a:lnTo>
                  <a:lnTo>
                    <a:pt x="7704083" y="2250408"/>
                  </a:lnTo>
                  <a:lnTo>
                    <a:pt x="7704083" y="2250408"/>
                  </a:lnTo>
                  <a:lnTo>
                    <a:pt x="7709520" y="2250408"/>
                  </a:lnTo>
                  <a:lnTo>
                    <a:pt x="7709520" y="2253810"/>
                  </a:lnTo>
                  <a:lnTo>
                    <a:pt x="7725830" y="2253810"/>
                  </a:lnTo>
                  <a:lnTo>
                    <a:pt x="7725830" y="2253810"/>
                  </a:lnTo>
                  <a:lnTo>
                    <a:pt x="7731267" y="2253810"/>
                  </a:lnTo>
                  <a:lnTo>
                    <a:pt x="7731267" y="2257217"/>
                  </a:lnTo>
                  <a:lnTo>
                    <a:pt x="7736704" y="2257217"/>
                  </a:lnTo>
                  <a:lnTo>
                    <a:pt x="7736704" y="2257217"/>
                  </a:lnTo>
                  <a:lnTo>
                    <a:pt x="7753015" y="2257217"/>
                  </a:lnTo>
                  <a:lnTo>
                    <a:pt x="7753015" y="2257217"/>
                  </a:lnTo>
                  <a:lnTo>
                    <a:pt x="7758452" y="2257217"/>
                  </a:lnTo>
                  <a:lnTo>
                    <a:pt x="7758452" y="2260632"/>
                  </a:lnTo>
                  <a:lnTo>
                    <a:pt x="7801947" y="2260632"/>
                  </a:lnTo>
                  <a:lnTo>
                    <a:pt x="7801947" y="2260632"/>
                  </a:lnTo>
                  <a:lnTo>
                    <a:pt x="7812821" y="2260632"/>
                  </a:lnTo>
                  <a:lnTo>
                    <a:pt x="7812821" y="2264052"/>
                  </a:lnTo>
                  <a:lnTo>
                    <a:pt x="7818258" y="2264052"/>
                  </a:lnTo>
                  <a:lnTo>
                    <a:pt x="7818258" y="2267471"/>
                  </a:lnTo>
                  <a:lnTo>
                    <a:pt x="7829131" y="2267471"/>
                  </a:lnTo>
                  <a:lnTo>
                    <a:pt x="7829131" y="2267471"/>
                  </a:lnTo>
                  <a:lnTo>
                    <a:pt x="7834568" y="2267471"/>
                  </a:lnTo>
                  <a:lnTo>
                    <a:pt x="7834568" y="2270903"/>
                  </a:lnTo>
                  <a:lnTo>
                    <a:pt x="7878064" y="2270903"/>
                  </a:lnTo>
                  <a:lnTo>
                    <a:pt x="7878064" y="2270903"/>
                  </a:lnTo>
                  <a:lnTo>
                    <a:pt x="7883500" y="2270903"/>
                  </a:lnTo>
                  <a:lnTo>
                    <a:pt x="7883500" y="2270903"/>
                  </a:lnTo>
                  <a:lnTo>
                    <a:pt x="7910685" y="2270903"/>
                  </a:lnTo>
                  <a:lnTo>
                    <a:pt x="7910685" y="2270903"/>
                  </a:lnTo>
                  <a:lnTo>
                    <a:pt x="7926996" y="2270903"/>
                  </a:lnTo>
                  <a:lnTo>
                    <a:pt x="7926996" y="2274347"/>
                  </a:lnTo>
                  <a:lnTo>
                    <a:pt x="7954180" y="2274347"/>
                  </a:lnTo>
                  <a:lnTo>
                    <a:pt x="7954180" y="2274347"/>
                  </a:lnTo>
                  <a:lnTo>
                    <a:pt x="7959617" y="2274347"/>
                  </a:lnTo>
                  <a:lnTo>
                    <a:pt x="7959617" y="2274347"/>
                  </a:lnTo>
                  <a:lnTo>
                    <a:pt x="7986801" y="2274347"/>
                  </a:lnTo>
                  <a:lnTo>
                    <a:pt x="7986801" y="2277803"/>
                  </a:lnTo>
                  <a:lnTo>
                    <a:pt x="7997675" y="2277803"/>
                  </a:lnTo>
                  <a:lnTo>
                    <a:pt x="7997675" y="2277803"/>
                  </a:lnTo>
                  <a:lnTo>
                    <a:pt x="8003112" y="2277803"/>
                  </a:lnTo>
                  <a:lnTo>
                    <a:pt x="8003112" y="2277803"/>
                  </a:lnTo>
                  <a:lnTo>
                    <a:pt x="8035734" y="2277803"/>
                  </a:lnTo>
                  <a:lnTo>
                    <a:pt x="8035734" y="2277803"/>
                  </a:lnTo>
                  <a:lnTo>
                    <a:pt x="8041170" y="2277803"/>
                  </a:lnTo>
                  <a:lnTo>
                    <a:pt x="8041170" y="2281271"/>
                  </a:lnTo>
                  <a:lnTo>
                    <a:pt x="8052044" y="2281271"/>
                  </a:lnTo>
                  <a:lnTo>
                    <a:pt x="8052044" y="2281271"/>
                  </a:lnTo>
                  <a:lnTo>
                    <a:pt x="8073792" y="2281271"/>
                  </a:lnTo>
                  <a:lnTo>
                    <a:pt x="8073792" y="2281271"/>
                  </a:lnTo>
                  <a:lnTo>
                    <a:pt x="8079229" y="2281271"/>
                  </a:lnTo>
                  <a:lnTo>
                    <a:pt x="8079229" y="2281271"/>
                  </a:lnTo>
                  <a:lnTo>
                    <a:pt x="8084666" y="2281271"/>
                  </a:lnTo>
                  <a:lnTo>
                    <a:pt x="8084666" y="2281271"/>
                  </a:lnTo>
                  <a:lnTo>
                    <a:pt x="8106413" y="2281271"/>
                  </a:lnTo>
                  <a:lnTo>
                    <a:pt x="8106413" y="2281271"/>
                  </a:lnTo>
                  <a:lnTo>
                    <a:pt x="8117287" y="2281271"/>
                  </a:lnTo>
                  <a:lnTo>
                    <a:pt x="8117287" y="2281271"/>
                  </a:lnTo>
                  <a:lnTo>
                    <a:pt x="8166219" y="2281271"/>
                  </a:lnTo>
                  <a:lnTo>
                    <a:pt x="8166219" y="2288273"/>
                  </a:lnTo>
                  <a:lnTo>
                    <a:pt x="8177093" y="2288273"/>
                  </a:lnTo>
                  <a:lnTo>
                    <a:pt x="8177093" y="2288273"/>
                  </a:lnTo>
                  <a:lnTo>
                    <a:pt x="8182530" y="2288273"/>
                  </a:lnTo>
                  <a:lnTo>
                    <a:pt x="8182530" y="2288273"/>
                  </a:lnTo>
                  <a:lnTo>
                    <a:pt x="8198840" y="2288273"/>
                  </a:lnTo>
                  <a:lnTo>
                    <a:pt x="8198840" y="2288273"/>
                  </a:lnTo>
                  <a:lnTo>
                    <a:pt x="8204277" y="2288273"/>
                  </a:lnTo>
                  <a:lnTo>
                    <a:pt x="8204277" y="2291791"/>
                  </a:lnTo>
                  <a:lnTo>
                    <a:pt x="8215151" y="2291791"/>
                  </a:lnTo>
                  <a:lnTo>
                    <a:pt x="8215151" y="2291791"/>
                  </a:lnTo>
                  <a:lnTo>
                    <a:pt x="8226025" y="2291791"/>
                  </a:lnTo>
                  <a:lnTo>
                    <a:pt x="8226025" y="2291791"/>
                  </a:lnTo>
                  <a:lnTo>
                    <a:pt x="8236899" y="2291791"/>
                  </a:lnTo>
                  <a:lnTo>
                    <a:pt x="8236899" y="2298853"/>
                  </a:lnTo>
                  <a:lnTo>
                    <a:pt x="8242336" y="2298853"/>
                  </a:lnTo>
                  <a:lnTo>
                    <a:pt x="8242336" y="2298853"/>
                  </a:lnTo>
                  <a:lnTo>
                    <a:pt x="8253209" y="2298853"/>
                  </a:lnTo>
                  <a:lnTo>
                    <a:pt x="8253209" y="2298853"/>
                  </a:lnTo>
                  <a:lnTo>
                    <a:pt x="8274957" y="2298853"/>
                  </a:lnTo>
                  <a:lnTo>
                    <a:pt x="8274957" y="2298853"/>
                  </a:lnTo>
                  <a:lnTo>
                    <a:pt x="8285831" y="2298853"/>
                  </a:lnTo>
                  <a:lnTo>
                    <a:pt x="8285831" y="2302402"/>
                  </a:lnTo>
                  <a:lnTo>
                    <a:pt x="8302142" y="2302402"/>
                  </a:lnTo>
                  <a:lnTo>
                    <a:pt x="8302142" y="2302402"/>
                  </a:lnTo>
                  <a:lnTo>
                    <a:pt x="8313015" y="2302402"/>
                  </a:lnTo>
                  <a:lnTo>
                    <a:pt x="8313015" y="2302402"/>
                  </a:lnTo>
                  <a:lnTo>
                    <a:pt x="8318452" y="2302402"/>
                  </a:lnTo>
                  <a:lnTo>
                    <a:pt x="8318452" y="2302402"/>
                  </a:lnTo>
                  <a:lnTo>
                    <a:pt x="8334763" y="2302402"/>
                  </a:lnTo>
                  <a:lnTo>
                    <a:pt x="8334763" y="2305963"/>
                  </a:lnTo>
                  <a:lnTo>
                    <a:pt x="8361947" y="2305963"/>
                  </a:lnTo>
                  <a:lnTo>
                    <a:pt x="8361947" y="2309529"/>
                  </a:lnTo>
                  <a:lnTo>
                    <a:pt x="8367384" y="2309529"/>
                  </a:lnTo>
                  <a:lnTo>
                    <a:pt x="8367384" y="2309529"/>
                  </a:lnTo>
                  <a:lnTo>
                    <a:pt x="8378258" y="2309529"/>
                  </a:lnTo>
                  <a:lnTo>
                    <a:pt x="8378258" y="2309529"/>
                  </a:lnTo>
                  <a:lnTo>
                    <a:pt x="8383695" y="2309529"/>
                  </a:lnTo>
                  <a:lnTo>
                    <a:pt x="8383695" y="2309529"/>
                  </a:lnTo>
                  <a:lnTo>
                    <a:pt x="8400006" y="2309529"/>
                  </a:lnTo>
                  <a:lnTo>
                    <a:pt x="8400006" y="2309529"/>
                  </a:lnTo>
                  <a:lnTo>
                    <a:pt x="8405443" y="2309529"/>
                  </a:lnTo>
                  <a:lnTo>
                    <a:pt x="8405443" y="2309529"/>
                  </a:lnTo>
                  <a:lnTo>
                    <a:pt x="8410879" y="2309529"/>
                  </a:lnTo>
                  <a:lnTo>
                    <a:pt x="8410879" y="2309529"/>
                  </a:lnTo>
                  <a:lnTo>
                    <a:pt x="8427190" y="2309529"/>
                  </a:lnTo>
                  <a:lnTo>
                    <a:pt x="8427190" y="2309529"/>
                  </a:lnTo>
                  <a:lnTo>
                    <a:pt x="8438064" y="2309529"/>
                  </a:lnTo>
                  <a:lnTo>
                    <a:pt x="8438064" y="2309529"/>
                  </a:lnTo>
                  <a:lnTo>
                    <a:pt x="8448938" y="2309529"/>
                  </a:lnTo>
                  <a:lnTo>
                    <a:pt x="8448938" y="2309529"/>
                  </a:lnTo>
                  <a:lnTo>
                    <a:pt x="8454375" y="2309529"/>
                  </a:lnTo>
                  <a:lnTo>
                    <a:pt x="8454375" y="2309529"/>
                  </a:lnTo>
                  <a:lnTo>
                    <a:pt x="8459812" y="2309529"/>
                  </a:lnTo>
                  <a:lnTo>
                    <a:pt x="8459812" y="2313152"/>
                  </a:lnTo>
                  <a:lnTo>
                    <a:pt x="8476122" y="2313152"/>
                  </a:lnTo>
                  <a:lnTo>
                    <a:pt x="8476122" y="2313152"/>
                  </a:lnTo>
                  <a:lnTo>
                    <a:pt x="8481559" y="2313152"/>
                  </a:lnTo>
                  <a:lnTo>
                    <a:pt x="8481559" y="2316779"/>
                  </a:lnTo>
                  <a:lnTo>
                    <a:pt x="8486996" y="2316779"/>
                  </a:lnTo>
                  <a:lnTo>
                    <a:pt x="8486996" y="2320407"/>
                  </a:lnTo>
                  <a:lnTo>
                    <a:pt x="8492433" y="2320407"/>
                  </a:lnTo>
                  <a:lnTo>
                    <a:pt x="8492433" y="2324045"/>
                  </a:lnTo>
                  <a:lnTo>
                    <a:pt x="8503307" y="2324045"/>
                  </a:lnTo>
                  <a:lnTo>
                    <a:pt x="8503307" y="2324045"/>
                  </a:lnTo>
                  <a:lnTo>
                    <a:pt x="8508744" y="2324045"/>
                  </a:lnTo>
                  <a:lnTo>
                    <a:pt x="8508744" y="2324045"/>
                  </a:lnTo>
                  <a:lnTo>
                    <a:pt x="8525054" y="2324045"/>
                  </a:lnTo>
                  <a:lnTo>
                    <a:pt x="8525054" y="2324045"/>
                  </a:lnTo>
                  <a:lnTo>
                    <a:pt x="8546802" y="2324045"/>
                  </a:lnTo>
                  <a:lnTo>
                    <a:pt x="8546802" y="2324045"/>
                  </a:lnTo>
                  <a:lnTo>
                    <a:pt x="8563113" y="2324045"/>
                  </a:lnTo>
                  <a:lnTo>
                    <a:pt x="8563113" y="2327709"/>
                  </a:lnTo>
                  <a:lnTo>
                    <a:pt x="8573986" y="2327709"/>
                  </a:lnTo>
                  <a:lnTo>
                    <a:pt x="8573986" y="2327709"/>
                  </a:lnTo>
                  <a:lnTo>
                    <a:pt x="8590297" y="2327709"/>
                  </a:lnTo>
                  <a:lnTo>
                    <a:pt x="8590297" y="2327709"/>
                  </a:lnTo>
                  <a:lnTo>
                    <a:pt x="8612045" y="2327709"/>
                  </a:lnTo>
                  <a:lnTo>
                    <a:pt x="8612045" y="2331388"/>
                  </a:lnTo>
                  <a:lnTo>
                    <a:pt x="8628355" y="2331388"/>
                  </a:lnTo>
                  <a:lnTo>
                    <a:pt x="8628355" y="2331388"/>
                  </a:lnTo>
                  <a:lnTo>
                    <a:pt x="8633792" y="2331388"/>
                  </a:lnTo>
                  <a:lnTo>
                    <a:pt x="8633792" y="2331388"/>
                  </a:lnTo>
                  <a:lnTo>
                    <a:pt x="8639229" y="2331388"/>
                  </a:lnTo>
                  <a:lnTo>
                    <a:pt x="8639229" y="2331388"/>
                  </a:lnTo>
                  <a:lnTo>
                    <a:pt x="8666414" y="2331388"/>
                  </a:lnTo>
                  <a:lnTo>
                    <a:pt x="8666414" y="2338774"/>
                  </a:lnTo>
                  <a:lnTo>
                    <a:pt x="8671851" y="2338774"/>
                  </a:lnTo>
                  <a:lnTo>
                    <a:pt x="8671851" y="2338774"/>
                  </a:lnTo>
                  <a:lnTo>
                    <a:pt x="8677287" y="2338774"/>
                  </a:lnTo>
                  <a:lnTo>
                    <a:pt x="8677287" y="2338774"/>
                  </a:lnTo>
                  <a:lnTo>
                    <a:pt x="8682724" y="2338774"/>
                  </a:lnTo>
                  <a:lnTo>
                    <a:pt x="8682724" y="2338774"/>
                  </a:lnTo>
                  <a:lnTo>
                    <a:pt x="8709909" y="2338774"/>
                  </a:lnTo>
                  <a:lnTo>
                    <a:pt x="8709909" y="2342482"/>
                  </a:lnTo>
                  <a:lnTo>
                    <a:pt x="8715346" y="2342482"/>
                  </a:lnTo>
                  <a:lnTo>
                    <a:pt x="8715346" y="2342482"/>
                  </a:lnTo>
                  <a:lnTo>
                    <a:pt x="8720783" y="2342482"/>
                  </a:lnTo>
                  <a:lnTo>
                    <a:pt x="8720783" y="2342482"/>
                  </a:lnTo>
                  <a:lnTo>
                    <a:pt x="8731656" y="2342482"/>
                  </a:lnTo>
                  <a:lnTo>
                    <a:pt x="8731656" y="2346200"/>
                  </a:lnTo>
                  <a:lnTo>
                    <a:pt x="8742530" y="2346200"/>
                  </a:lnTo>
                  <a:lnTo>
                    <a:pt x="8742530" y="2349923"/>
                  </a:lnTo>
                  <a:lnTo>
                    <a:pt x="8747967" y="2349923"/>
                  </a:lnTo>
                  <a:lnTo>
                    <a:pt x="8747967" y="2349923"/>
                  </a:lnTo>
                  <a:lnTo>
                    <a:pt x="8775152" y="2349923"/>
                  </a:lnTo>
                  <a:lnTo>
                    <a:pt x="8775152" y="2349923"/>
                  </a:lnTo>
                  <a:lnTo>
                    <a:pt x="8813210" y="2349923"/>
                  </a:lnTo>
                  <a:lnTo>
                    <a:pt x="8813210" y="2349923"/>
                  </a:lnTo>
                  <a:lnTo>
                    <a:pt x="8824084" y="2349923"/>
                  </a:lnTo>
                  <a:lnTo>
                    <a:pt x="8824084" y="2349923"/>
                  </a:lnTo>
                  <a:lnTo>
                    <a:pt x="8829521" y="2349923"/>
                  </a:lnTo>
                  <a:lnTo>
                    <a:pt x="8829521" y="2349923"/>
                  </a:lnTo>
                  <a:lnTo>
                    <a:pt x="8851268" y="2349923"/>
                  </a:lnTo>
                  <a:lnTo>
                    <a:pt x="8851268" y="2353675"/>
                  </a:lnTo>
                  <a:lnTo>
                    <a:pt x="8867579" y="2353675"/>
                  </a:lnTo>
                  <a:lnTo>
                    <a:pt x="8867579" y="2353675"/>
                  </a:lnTo>
                  <a:lnTo>
                    <a:pt x="8889326" y="2353675"/>
                  </a:lnTo>
                  <a:lnTo>
                    <a:pt x="8889326" y="2353675"/>
                  </a:lnTo>
                  <a:lnTo>
                    <a:pt x="8943695" y="2353675"/>
                  </a:lnTo>
                  <a:lnTo>
                    <a:pt x="8943695" y="2357437"/>
                  </a:lnTo>
                  <a:lnTo>
                    <a:pt x="8954569" y="2357437"/>
                  </a:lnTo>
                  <a:lnTo>
                    <a:pt x="8954569" y="2357437"/>
                  </a:lnTo>
                  <a:lnTo>
                    <a:pt x="8965443" y="2357437"/>
                  </a:lnTo>
                  <a:lnTo>
                    <a:pt x="8965443" y="2361204"/>
                  </a:lnTo>
                  <a:lnTo>
                    <a:pt x="8970880" y="2361204"/>
                  </a:lnTo>
                  <a:lnTo>
                    <a:pt x="8970880" y="2361204"/>
                  </a:lnTo>
                  <a:lnTo>
                    <a:pt x="8976317" y="2361204"/>
                  </a:lnTo>
                  <a:lnTo>
                    <a:pt x="8976317" y="2368750"/>
                  </a:lnTo>
                  <a:lnTo>
                    <a:pt x="8981754" y="2368750"/>
                  </a:lnTo>
                  <a:lnTo>
                    <a:pt x="8981754" y="2376298"/>
                  </a:lnTo>
                  <a:lnTo>
                    <a:pt x="8992627" y="2376298"/>
                  </a:lnTo>
                  <a:lnTo>
                    <a:pt x="8992627" y="2376298"/>
                  </a:lnTo>
                  <a:lnTo>
                    <a:pt x="9003501" y="2376298"/>
                  </a:lnTo>
                  <a:lnTo>
                    <a:pt x="9003501" y="2380078"/>
                  </a:lnTo>
                  <a:lnTo>
                    <a:pt x="9041560" y="2380078"/>
                  </a:lnTo>
                  <a:lnTo>
                    <a:pt x="9041560" y="2380078"/>
                  </a:lnTo>
                  <a:lnTo>
                    <a:pt x="9046996" y="2380078"/>
                  </a:lnTo>
                  <a:lnTo>
                    <a:pt x="9046996" y="2380078"/>
                  </a:lnTo>
                  <a:lnTo>
                    <a:pt x="9063307" y="2380078"/>
                  </a:lnTo>
                  <a:lnTo>
                    <a:pt x="9063307" y="2380078"/>
                  </a:lnTo>
                  <a:lnTo>
                    <a:pt x="9074181" y="2380078"/>
                  </a:lnTo>
                  <a:lnTo>
                    <a:pt x="9074181" y="2387669"/>
                  </a:lnTo>
                  <a:lnTo>
                    <a:pt x="9079618" y="2387669"/>
                  </a:lnTo>
                  <a:lnTo>
                    <a:pt x="9079618" y="2391466"/>
                  </a:lnTo>
                  <a:lnTo>
                    <a:pt x="9085055" y="2391466"/>
                  </a:lnTo>
                  <a:lnTo>
                    <a:pt x="9085055" y="2391466"/>
                  </a:lnTo>
                  <a:lnTo>
                    <a:pt x="9106802" y="2391466"/>
                  </a:lnTo>
                  <a:lnTo>
                    <a:pt x="9106802" y="2395268"/>
                  </a:lnTo>
                  <a:lnTo>
                    <a:pt x="9133987" y="2395268"/>
                  </a:lnTo>
                  <a:lnTo>
                    <a:pt x="9133987" y="2399075"/>
                  </a:lnTo>
                  <a:lnTo>
                    <a:pt x="9139424" y="2399075"/>
                  </a:lnTo>
                  <a:lnTo>
                    <a:pt x="9139424" y="2402888"/>
                  </a:lnTo>
                  <a:lnTo>
                    <a:pt x="9144861" y="2402888"/>
                  </a:lnTo>
                  <a:lnTo>
                    <a:pt x="9144861" y="2406702"/>
                  </a:lnTo>
                  <a:lnTo>
                    <a:pt x="9155734" y="2406702"/>
                  </a:lnTo>
                  <a:lnTo>
                    <a:pt x="9155734" y="2406702"/>
                  </a:lnTo>
                  <a:lnTo>
                    <a:pt x="9172045" y="2406702"/>
                  </a:lnTo>
                  <a:lnTo>
                    <a:pt x="9172045" y="2406702"/>
                  </a:lnTo>
                  <a:lnTo>
                    <a:pt x="9199230" y="2406702"/>
                  </a:lnTo>
                  <a:lnTo>
                    <a:pt x="9199230" y="2410536"/>
                  </a:lnTo>
                  <a:lnTo>
                    <a:pt x="9204666" y="2410536"/>
                  </a:lnTo>
                  <a:lnTo>
                    <a:pt x="9204666" y="2410536"/>
                  </a:lnTo>
                  <a:lnTo>
                    <a:pt x="9237288" y="2410536"/>
                  </a:lnTo>
                  <a:lnTo>
                    <a:pt x="9237288" y="2410536"/>
                  </a:lnTo>
                  <a:lnTo>
                    <a:pt x="9259035" y="2410536"/>
                  </a:lnTo>
                  <a:lnTo>
                    <a:pt x="9259035" y="2414381"/>
                  </a:lnTo>
                  <a:lnTo>
                    <a:pt x="9264472" y="2414381"/>
                  </a:lnTo>
                  <a:lnTo>
                    <a:pt x="9264472" y="2414381"/>
                  </a:lnTo>
                  <a:lnTo>
                    <a:pt x="9280783" y="2414381"/>
                  </a:lnTo>
                  <a:lnTo>
                    <a:pt x="9280783" y="2414381"/>
                  </a:lnTo>
                  <a:lnTo>
                    <a:pt x="9286220" y="2414381"/>
                  </a:lnTo>
                  <a:lnTo>
                    <a:pt x="9286220" y="2414381"/>
                  </a:lnTo>
                  <a:lnTo>
                    <a:pt x="9291657" y="2414381"/>
                  </a:lnTo>
                  <a:lnTo>
                    <a:pt x="9291657" y="2414381"/>
                  </a:lnTo>
                  <a:lnTo>
                    <a:pt x="9313404" y="2414381"/>
                  </a:lnTo>
                  <a:lnTo>
                    <a:pt x="9313404" y="2414381"/>
                  </a:lnTo>
                  <a:lnTo>
                    <a:pt x="9318841" y="2414381"/>
                  </a:lnTo>
                  <a:lnTo>
                    <a:pt x="9318841" y="2414381"/>
                  </a:lnTo>
                  <a:lnTo>
                    <a:pt x="9324278" y="2414381"/>
                  </a:lnTo>
                  <a:lnTo>
                    <a:pt x="9324278" y="2414381"/>
                  </a:lnTo>
                  <a:lnTo>
                    <a:pt x="9329715" y="2414381"/>
                  </a:lnTo>
                  <a:lnTo>
                    <a:pt x="9329715" y="2414381"/>
                  </a:lnTo>
                  <a:lnTo>
                    <a:pt x="9367773" y="2414381"/>
                  </a:lnTo>
                  <a:lnTo>
                    <a:pt x="9367773" y="2414381"/>
                  </a:lnTo>
                  <a:lnTo>
                    <a:pt x="9400395" y="2414381"/>
                  </a:lnTo>
                  <a:lnTo>
                    <a:pt x="9400395" y="2414381"/>
                  </a:lnTo>
                  <a:lnTo>
                    <a:pt x="9416705" y="2414381"/>
                  </a:lnTo>
                  <a:lnTo>
                    <a:pt x="9416705" y="2414381"/>
                  </a:lnTo>
                  <a:lnTo>
                    <a:pt x="9422142" y="2414381"/>
                  </a:lnTo>
                  <a:lnTo>
                    <a:pt x="9422142" y="2414381"/>
                  </a:lnTo>
                  <a:lnTo>
                    <a:pt x="9427579" y="2414381"/>
                  </a:lnTo>
                  <a:lnTo>
                    <a:pt x="9427579" y="2422198"/>
                  </a:lnTo>
                  <a:lnTo>
                    <a:pt x="9433016" y="2422198"/>
                  </a:lnTo>
                  <a:lnTo>
                    <a:pt x="9433016" y="2422198"/>
                  </a:lnTo>
                  <a:lnTo>
                    <a:pt x="9443890" y="2422198"/>
                  </a:lnTo>
                  <a:lnTo>
                    <a:pt x="9443890" y="2426123"/>
                  </a:lnTo>
                  <a:lnTo>
                    <a:pt x="9471074" y="2426123"/>
                  </a:lnTo>
                  <a:lnTo>
                    <a:pt x="9471074" y="2430049"/>
                  </a:lnTo>
                  <a:lnTo>
                    <a:pt x="9487385" y="2430049"/>
                  </a:lnTo>
                  <a:lnTo>
                    <a:pt x="9487385" y="2430049"/>
                  </a:lnTo>
                  <a:lnTo>
                    <a:pt x="9530880" y="2430049"/>
                  </a:lnTo>
                  <a:lnTo>
                    <a:pt x="9530880" y="2433981"/>
                  </a:lnTo>
                  <a:lnTo>
                    <a:pt x="9547191" y="2433981"/>
                  </a:lnTo>
                  <a:lnTo>
                    <a:pt x="9547191" y="2433981"/>
                  </a:lnTo>
                  <a:lnTo>
                    <a:pt x="9552628" y="2433981"/>
                  </a:lnTo>
                  <a:lnTo>
                    <a:pt x="9552628" y="2437919"/>
                  </a:lnTo>
                  <a:lnTo>
                    <a:pt x="9558065" y="2437919"/>
                  </a:lnTo>
                  <a:lnTo>
                    <a:pt x="9558065" y="2437919"/>
                  </a:lnTo>
                  <a:lnTo>
                    <a:pt x="9563502" y="2437919"/>
                  </a:lnTo>
                  <a:lnTo>
                    <a:pt x="9563502" y="2437919"/>
                  </a:lnTo>
                  <a:lnTo>
                    <a:pt x="9579812" y="2437919"/>
                  </a:lnTo>
                  <a:lnTo>
                    <a:pt x="9579812" y="2437919"/>
                  </a:lnTo>
                  <a:lnTo>
                    <a:pt x="9585249" y="2437919"/>
                  </a:lnTo>
                  <a:lnTo>
                    <a:pt x="9585249" y="2437919"/>
                  </a:lnTo>
                  <a:lnTo>
                    <a:pt x="9617871" y="2437919"/>
                  </a:lnTo>
                  <a:lnTo>
                    <a:pt x="9617871" y="2437919"/>
                  </a:lnTo>
                  <a:lnTo>
                    <a:pt x="9645055" y="2437919"/>
                  </a:lnTo>
                  <a:lnTo>
                    <a:pt x="9645055" y="2437919"/>
                  </a:lnTo>
                  <a:lnTo>
                    <a:pt x="9661366" y="2437919"/>
                  </a:lnTo>
                  <a:lnTo>
                    <a:pt x="9661366" y="2437919"/>
                  </a:lnTo>
                  <a:lnTo>
                    <a:pt x="9699424" y="2437919"/>
                  </a:lnTo>
                  <a:lnTo>
                    <a:pt x="9699424" y="2437919"/>
                  </a:lnTo>
                  <a:lnTo>
                    <a:pt x="9710298" y="2437919"/>
                  </a:lnTo>
                  <a:lnTo>
                    <a:pt x="9710298" y="2437919"/>
                  </a:lnTo>
                  <a:lnTo>
                    <a:pt x="9721172" y="2437919"/>
                  </a:lnTo>
                  <a:lnTo>
                    <a:pt x="9721172" y="2437919"/>
                  </a:lnTo>
                  <a:lnTo>
                    <a:pt x="9732045" y="2437919"/>
                  </a:lnTo>
                  <a:lnTo>
                    <a:pt x="9732045" y="2441957"/>
                  </a:lnTo>
                  <a:lnTo>
                    <a:pt x="9742919" y="2441957"/>
                  </a:lnTo>
                  <a:lnTo>
                    <a:pt x="9742919" y="2441957"/>
                  </a:lnTo>
                  <a:lnTo>
                    <a:pt x="9748356" y="2441957"/>
                  </a:lnTo>
                  <a:lnTo>
                    <a:pt x="9748356" y="2446007"/>
                  </a:lnTo>
                  <a:lnTo>
                    <a:pt x="9764667" y="2446007"/>
                  </a:lnTo>
                  <a:lnTo>
                    <a:pt x="9764667" y="2454110"/>
                  </a:lnTo>
                  <a:lnTo>
                    <a:pt x="9775541" y="2454110"/>
                  </a:lnTo>
                  <a:lnTo>
                    <a:pt x="9775541" y="2454110"/>
                  </a:lnTo>
                  <a:lnTo>
                    <a:pt x="9786414" y="2454110"/>
                  </a:lnTo>
                  <a:lnTo>
                    <a:pt x="9786414" y="2454110"/>
                  </a:lnTo>
                  <a:lnTo>
                    <a:pt x="9791851" y="2454110"/>
                  </a:lnTo>
                  <a:lnTo>
                    <a:pt x="9791851" y="2454110"/>
                  </a:lnTo>
                  <a:lnTo>
                    <a:pt x="9846220" y="2454110"/>
                  </a:lnTo>
                  <a:lnTo>
                    <a:pt x="9846220" y="2454110"/>
                  </a:lnTo>
                  <a:lnTo>
                    <a:pt x="9851657" y="2454110"/>
                  </a:lnTo>
                  <a:lnTo>
                    <a:pt x="9851657" y="2454110"/>
                  </a:lnTo>
                  <a:lnTo>
                    <a:pt x="9862531" y="2454110"/>
                  </a:lnTo>
                  <a:lnTo>
                    <a:pt x="9862531" y="2454110"/>
                  </a:lnTo>
                  <a:lnTo>
                    <a:pt x="9889715" y="2454110"/>
                  </a:lnTo>
                  <a:lnTo>
                    <a:pt x="9889715" y="2454110"/>
                  </a:lnTo>
                  <a:lnTo>
                    <a:pt x="9900589" y="2454110"/>
                  </a:lnTo>
                  <a:lnTo>
                    <a:pt x="9900589" y="24541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11026" y="789916"/>
              <a:ext cx="9900589" cy="2683678"/>
            </a:xfrm>
            <a:custGeom>
              <a:avLst/>
              <a:pathLst>
                <a:path w="9900589" h="2683678">
                  <a:moveTo>
                    <a:pt x="9900589" y="2683678"/>
                  </a:moveTo>
                  <a:lnTo>
                    <a:pt x="9900589" y="2683678"/>
                  </a:lnTo>
                  <a:lnTo>
                    <a:pt x="9889715" y="2683678"/>
                  </a:lnTo>
                  <a:lnTo>
                    <a:pt x="9889715" y="2683678"/>
                  </a:lnTo>
                  <a:lnTo>
                    <a:pt x="9862531" y="2683678"/>
                  </a:lnTo>
                  <a:lnTo>
                    <a:pt x="9862531" y="2683678"/>
                  </a:lnTo>
                  <a:lnTo>
                    <a:pt x="9851657" y="2683678"/>
                  </a:lnTo>
                  <a:lnTo>
                    <a:pt x="9851657" y="2683678"/>
                  </a:lnTo>
                  <a:lnTo>
                    <a:pt x="9846220" y="2683678"/>
                  </a:lnTo>
                  <a:lnTo>
                    <a:pt x="9846220" y="2683678"/>
                  </a:lnTo>
                  <a:lnTo>
                    <a:pt x="9791851" y="2683678"/>
                  </a:lnTo>
                  <a:lnTo>
                    <a:pt x="9791851" y="2683678"/>
                  </a:lnTo>
                  <a:lnTo>
                    <a:pt x="9786414" y="2683678"/>
                  </a:lnTo>
                  <a:lnTo>
                    <a:pt x="9786414" y="2683678"/>
                  </a:lnTo>
                  <a:lnTo>
                    <a:pt x="9775541" y="2683678"/>
                  </a:lnTo>
                  <a:lnTo>
                    <a:pt x="9775541" y="2683678"/>
                  </a:lnTo>
                  <a:lnTo>
                    <a:pt x="9764667" y="2683678"/>
                  </a:lnTo>
                  <a:lnTo>
                    <a:pt x="9764667" y="2675106"/>
                  </a:lnTo>
                  <a:lnTo>
                    <a:pt x="9748356" y="2675106"/>
                  </a:lnTo>
                  <a:lnTo>
                    <a:pt x="9748356" y="2670819"/>
                  </a:lnTo>
                  <a:lnTo>
                    <a:pt x="9742919" y="2670819"/>
                  </a:lnTo>
                  <a:lnTo>
                    <a:pt x="9742919" y="2670819"/>
                  </a:lnTo>
                  <a:lnTo>
                    <a:pt x="9732045" y="2670819"/>
                  </a:lnTo>
                  <a:lnTo>
                    <a:pt x="9732045" y="2666545"/>
                  </a:lnTo>
                  <a:lnTo>
                    <a:pt x="9721172" y="2666545"/>
                  </a:lnTo>
                  <a:lnTo>
                    <a:pt x="9721172" y="2666545"/>
                  </a:lnTo>
                  <a:lnTo>
                    <a:pt x="9710298" y="2666545"/>
                  </a:lnTo>
                  <a:lnTo>
                    <a:pt x="9710298" y="2666545"/>
                  </a:lnTo>
                  <a:lnTo>
                    <a:pt x="9699424" y="2666545"/>
                  </a:lnTo>
                  <a:lnTo>
                    <a:pt x="9699424" y="2666545"/>
                  </a:lnTo>
                  <a:lnTo>
                    <a:pt x="9661366" y="2666545"/>
                  </a:lnTo>
                  <a:lnTo>
                    <a:pt x="9661366" y="2666545"/>
                  </a:lnTo>
                  <a:lnTo>
                    <a:pt x="9645055" y="2666545"/>
                  </a:lnTo>
                  <a:lnTo>
                    <a:pt x="9645055" y="2666545"/>
                  </a:lnTo>
                  <a:lnTo>
                    <a:pt x="9617871" y="2666545"/>
                  </a:lnTo>
                  <a:lnTo>
                    <a:pt x="9617871" y="2666545"/>
                  </a:lnTo>
                  <a:lnTo>
                    <a:pt x="9585249" y="2666545"/>
                  </a:lnTo>
                  <a:lnTo>
                    <a:pt x="9585249" y="2666545"/>
                  </a:lnTo>
                  <a:lnTo>
                    <a:pt x="9579812" y="2666545"/>
                  </a:lnTo>
                  <a:lnTo>
                    <a:pt x="9579812" y="2666545"/>
                  </a:lnTo>
                  <a:lnTo>
                    <a:pt x="9563502" y="2666545"/>
                  </a:lnTo>
                  <a:lnTo>
                    <a:pt x="9563502" y="2666545"/>
                  </a:lnTo>
                  <a:lnTo>
                    <a:pt x="9558065" y="2666545"/>
                  </a:lnTo>
                  <a:lnTo>
                    <a:pt x="9558065" y="2666545"/>
                  </a:lnTo>
                  <a:lnTo>
                    <a:pt x="9552628" y="2666545"/>
                  </a:lnTo>
                  <a:lnTo>
                    <a:pt x="9552628" y="2662391"/>
                  </a:lnTo>
                  <a:lnTo>
                    <a:pt x="9547191" y="2662391"/>
                  </a:lnTo>
                  <a:lnTo>
                    <a:pt x="9547191" y="2662391"/>
                  </a:lnTo>
                  <a:lnTo>
                    <a:pt x="9530880" y="2662391"/>
                  </a:lnTo>
                  <a:lnTo>
                    <a:pt x="9530880" y="2658243"/>
                  </a:lnTo>
                  <a:lnTo>
                    <a:pt x="9487385" y="2658243"/>
                  </a:lnTo>
                  <a:lnTo>
                    <a:pt x="9487385" y="2658243"/>
                  </a:lnTo>
                  <a:lnTo>
                    <a:pt x="9471074" y="2658243"/>
                  </a:lnTo>
                  <a:lnTo>
                    <a:pt x="9471074" y="2654101"/>
                  </a:lnTo>
                  <a:lnTo>
                    <a:pt x="9443890" y="2654101"/>
                  </a:lnTo>
                  <a:lnTo>
                    <a:pt x="9443890" y="2649959"/>
                  </a:lnTo>
                  <a:lnTo>
                    <a:pt x="9433016" y="2649959"/>
                  </a:lnTo>
                  <a:lnTo>
                    <a:pt x="9433016" y="2649959"/>
                  </a:lnTo>
                  <a:lnTo>
                    <a:pt x="9427579" y="2649959"/>
                  </a:lnTo>
                  <a:lnTo>
                    <a:pt x="9427579" y="2641710"/>
                  </a:lnTo>
                  <a:lnTo>
                    <a:pt x="9422142" y="2641710"/>
                  </a:lnTo>
                  <a:lnTo>
                    <a:pt x="9422142" y="2641710"/>
                  </a:lnTo>
                  <a:lnTo>
                    <a:pt x="9416705" y="2641710"/>
                  </a:lnTo>
                  <a:lnTo>
                    <a:pt x="9416705" y="2641710"/>
                  </a:lnTo>
                  <a:lnTo>
                    <a:pt x="9400395" y="2641710"/>
                  </a:lnTo>
                  <a:lnTo>
                    <a:pt x="9400395" y="2641710"/>
                  </a:lnTo>
                  <a:lnTo>
                    <a:pt x="9367773" y="2641710"/>
                  </a:lnTo>
                  <a:lnTo>
                    <a:pt x="9367773" y="2641710"/>
                  </a:lnTo>
                  <a:lnTo>
                    <a:pt x="9329715" y="2641710"/>
                  </a:lnTo>
                  <a:lnTo>
                    <a:pt x="9329715" y="2641710"/>
                  </a:lnTo>
                  <a:lnTo>
                    <a:pt x="9324278" y="2641710"/>
                  </a:lnTo>
                  <a:lnTo>
                    <a:pt x="9324278" y="2641710"/>
                  </a:lnTo>
                  <a:lnTo>
                    <a:pt x="9318841" y="2641710"/>
                  </a:lnTo>
                  <a:lnTo>
                    <a:pt x="9318841" y="2641710"/>
                  </a:lnTo>
                  <a:lnTo>
                    <a:pt x="9313404" y="2641710"/>
                  </a:lnTo>
                  <a:lnTo>
                    <a:pt x="9313404" y="2641710"/>
                  </a:lnTo>
                  <a:lnTo>
                    <a:pt x="9291657" y="2641710"/>
                  </a:lnTo>
                  <a:lnTo>
                    <a:pt x="9291657" y="2641710"/>
                  </a:lnTo>
                  <a:lnTo>
                    <a:pt x="9286220" y="2641710"/>
                  </a:lnTo>
                  <a:lnTo>
                    <a:pt x="9286220" y="2641710"/>
                  </a:lnTo>
                  <a:lnTo>
                    <a:pt x="9280783" y="2641710"/>
                  </a:lnTo>
                  <a:lnTo>
                    <a:pt x="9280783" y="2641710"/>
                  </a:lnTo>
                  <a:lnTo>
                    <a:pt x="9264472" y="2641710"/>
                  </a:lnTo>
                  <a:lnTo>
                    <a:pt x="9264472" y="2641710"/>
                  </a:lnTo>
                  <a:lnTo>
                    <a:pt x="9259035" y="2641710"/>
                  </a:lnTo>
                  <a:lnTo>
                    <a:pt x="9259035" y="2637659"/>
                  </a:lnTo>
                  <a:lnTo>
                    <a:pt x="9237288" y="2637659"/>
                  </a:lnTo>
                  <a:lnTo>
                    <a:pt x="9237288" y="2637659"/>
                  </a:lnTo>
                  <a:lnTo>
                    <a:pt x="9204666" y="2637659"/>
                  </a:lnTo>
                  <a:lnTo>
                    <a:pt x="9204666" y="2637659"/>
                  </a:lnTo>
                  <a:lnTo>
                    <a:pt x="9199230" y="2637659"/>
                  </a:lnTo>
                  <a:lnTo>
                    <a:pt x="9199230" y="2633621"/>
                  </a:lnTo>
                  <a:lnTo>
                    <a:pt x="9172045" y="2633621"/>
                  </a:lnTo>
                  <a:lnTo>
                    <a:pt x="9172045" y="2633621"/>
                  </a:lnTo>
                  <a:lnTo>
                    <a:pt x="9155734" y="2633621"/>
                  </a:lnTo>
                  <a:lnTo>
                    <a:pt x="9155734" y="2633621"/>
                  </a:lnTo>
                  <a:lnTo>
                    <a:pt x="9144861" y="2633621"/>
                  </a:lnTo>
                  <a:lnTo>
                    <a:pt x="9144861" y="2629605"/>
                  </a:lnTo>
                  <a:lnTo>
                    <a:pt x="9139424" y="2629605"/>
                  </a:lnTo>
                  <a:lnTo>
                    <a:pt x="9139424" y="2625590"/>
                  </a:lnTo>
                  <a:lnTo>
                    <a:pt x="9133987" y="2625590"/>
                  </a:lnTo>
                  <a:lnTo>
                    <a:pt x="9133987" y="2621580"/>
                  </a:lnTo>
                  <a:lnTo>
                    <a:pt x="9106802" y="2621580"/>
                  </a:lnTo>
                  <a:lnTo>
                    <a:pt x="9106802" y="2617575"/>
                  </a:lnTo>
                  <a:lnTo>
                    <a:pt x="9085055" y="2617575"/>
                  </a:lnTo>
                  <a:lnTo>
                    <a:pt x="9085055" y="2617575"/>
                  </a:lnTo>
                  <a:lnTo>
                    <a:pt x="9079618" y="2617575"/>
                  </a:lnTo>
                  <a:lnTo>
                    <a:pt x="9079618" y="2613575"/>
                  </a:lnTo>
                  <a:lnTo>
                    <a:pt x="9074181" y="2613575"/>
                  </a:lnTo>
                  <a:lnTo>
                    <a:pt x="9074181" y="2605574"/>
                  </a:lnTo>
                  <a:lnTo>
                    <a:pt x="9063307" y="2605574"/>
                  </a:lnTo>
                  <a:lnTo>
                    <a:pt x="9063307" y="2605574"/>
                  </a:lnTo>
                  <a:lnTo>
                    <a:pt x="9046996" y="2605574"/>
                  </a:lnTo>
                  <a:lnTo>
                    <a:pt x="9046996" y="2605574"/>
                  </a:lnTo>
                  <a:lnTo>
                    <a:pt x="9041560" y="2605574"/>
                  </a:lnTo>
                  <a:lnTo>
                    <a:pt x="9041560" y="2605574"/>
                  </a:lnTo>
                  <a:lnTo>
                    <a:pt x="9003501" y="2605574"/>
                  </a:lnTo>
                  <a:lnTo>
                    <a:pt x="9003501" y="2601591"/>
                  </a:lnTo>
                  <a:lnTo>
                    <a:pt x="8992627" y="2601591"/>
                  </a:lnTo>
                  <a:lnTo>
                    <a:pt x="8992627" y="2601591"/>
                  </a:lnTo>
                  <a:lnTo>
                    <a:pt x="8981754" y="2601591"/>
                  </a:lnTo>
                  <a:lnTo>
                    <a:pt x="8981754" y="2593634"/>
                  </a:lnTo>
                  <a:lnTo>
                    <a:pt x="8976317" y="2593634"/>
                  </a:lnTo>
                  <a:lnTo>
                    <a:pt x="8976317" y="2585674"/>
                  </a:lnTo>
                  <a:lnTo>
                    <a:pt x="8970880" y="2585674"/>
                  </a:lnTo>
                  <a:lnTo>
                    <a:pt x="8970880" y="2585674"/>
                  </a:lnTo>
                  <a:lnTo>
                    <a:pt x="8965443" y="2585674"/>
                  </a:lnTo>
                  <a:lnTo>
                    <a:pt x="8965443" y="2581699"/>
                  </a:lnTo>
                  <a:lnTo>
                    <a:pt x="8954569" y="2581699"/>
                  </a:lnTo>
                  <a:lnTo>
                    <a:pt x="8954569" y="2581699"/>
                  </a:lnTo>
                  <a:lnTo>
                    <a:pt x="8943695" y="2581699"/>
                  </a:lnTo>
                  <a:lnTo>
                    <a:pt x="8943695" y="2577729"/>
                  </a:lnTo>
                  <a:lnTo>
                    <a:pt x="8889326" y="2577729"/>
                  </a:lnTo>
                  <a:lnTo>
                    <a:pt x="8889326" y="2577729"/>
                  </a:lnTo>
                  <a:lnTo>
                    <a:pt x="8867579" y="2577729"/>
                  </a:lnTo>
                  <a:lnTo>
                    <a:pt x="8867579" y="2577729"/>
                  </a:lnTo>
                  <a:lnTo>
                    <a:pt x="8851268" y="2577729"/>
                  </a:lnTo>
                  <a:lnTo>
                    <a:pt x="8851268" y="2573770"/>
                  </a:lnTo>
                  <a:lnTo>
                    <a:pt x="8829521" y="2573770"/>
                  </a:lnTo>
                  <a:lnTo>
                    <a:pt x="8829521" y="2573770"/>
                  </a:lnTo>
                  <a:lnTo>
                    <a:pt x="8824084" y="2573770"/>
                  </a:lnTo>
                  <a:lnTo>
                    <a:pt x="8824084" y="2573770"/>
                  </a:lnTo>
                  <a:lnTo>
                    <a:pt x="8813210" y="2573770"/>
                  </a:lnTo>
                  <a:lnTo>
                    <a:pt x="8813210" y="2573770"/>
                  </a:lnTo>
                  <a:lnTo>
                    <a:pt x="8775152" y="2573770"/>
                  </a:lnTo>
                  <a:lnTo>
                    <a:pt x="8775152" y="2573770"/>
                  </a:lnTo>
                  <a:lnTo>
                    <a:pt x="8747967" y="2573770"/>
                  </a:lnTo>
                  <a:lnTo>
                    <a:pt x="8747967" y="2573770"/>
                  </a:lnTo>
                  <a:lnTo>
                    <a:pt x="8742530" y="2573770"/>
                  </a:lnTo>
                  <a:lnTo>
                    <a:pt x="8742530" y="2569845"/>
                  </a:lnTo>
                  <a:lnTo>
                    <a:pt x="8731656" y="2569845"/>
                  </a:lnTo>
                  <a:lnTo>
                    <a:pt x="8731656" y="2565925"/>
                  </a:lnTo>
                  <a:lnTo>
                    <a:pt x="8720783" y="2565925"/>
                  </a:lnTo>
                  <a:lnTo>
                    <a:pt x="8720783" y="2565925"/>
                  </a:lnTo>
                  <a:lnTo>
                    <a:pt x="8715346" y="2565925"/>
                  </a:lnTo>
                  <a:lnTo>
                    <a:pt x="8715346" y="2565925"/>
                  </a:lnTo>
                  <a:lnTo>
                    <a:pt x="8709909" y="2565925"/>
                  </a:lnTo>
                  <a:lnTo>
                    <a:pt x="8709909" y="2562015"/>
                  </a:lnTo>
                  <a:lnTo>
                    <a:pt x="8682724" y="2562015"/>
                  </a:lnTo>
                  <a:lnTo>
                    <a:pt x="8682724" y="2562015"/>
                  </a:lnTo>
                  <a:lnTo>
                    <a:pt x="8677287" y="2562015"/>
                  </a:lnTo>
                  <a:lnTo>
                    <a:pt x="8677287" y="2562015"/>
                  </a:lnTo>
                  <a:lnTo>
                    <a:pt x="8671851" y="2562015"/>
                  </a:lnTo>
                  <a:lnTo>
                    <a:pt x="8671851" y="2562015"/>
                  </a:lnTo>
                  <a:lnTo>
                    <a:pt x="8666414" y="2562015"/>
                  </a:lnTo>
                  <a:lnTo>
                    <a:pt x="8666414" y="2554228"/>
                  </a:lnTo>
                  <a:lnTo>
                    <a:pt x="8639229" y="2554228"/>
                  </a:lnTo>
                  <a:lnTo>
                    <a:pt x="8639229" y="2554228"/>
                  </a:lnTo>
                  <a:lnTo>
                    <a:pt x="8633792" y="2554228"/>
                  </a:lnTo>
                  <a:lnTo>
                    <a:pt x="8633792" y="2554228"/>
                  </a:lnTo>
                  <a:lnTo>
                    <a:pt x="8628355" y="2554228"/>
                  </a:lnTo>
                  <a:lnTo>
                    <a:pt x="8628355" y="2554228"/>
                  </a:lnTo>
                  <a:lnTo>
                    <a:pt x="8612045" y="2554228"/>
                  </a:lnTo>
                  <a:lnTo>
                    <a:pt x="8612045" y="2550349"/>
                  </a:lnTo>
                  <a:lnTo>
                    <a:pt x="8590297" y="2550349"/>
                  </a:lnTo>
                  <a:lnTo>
                    <a:pt x="8590297" y="2550349"/>
                  </a:lnTo>
                  <a:lnTo>
                    <a:pt x="8573986" y="2550349"/>
                  </a:lnTo>
                  <a:lnTo>
                    <a:pt x="8573986" y="2550349"/>
                  </a:lnTo>
                  <a:lnTo>
                    <a:pt x="8563113" y="2550349"/>
                  </a:lnTo>
                  <a:lnTo>
                    <a:pt x="8563113" y="2546487"/>
                  </a:lnTo>
                  <a:lnTo>
                    <a:pt x="8546802" y="2546487"/>
                  </a:lnTo>
                  <a:lnTo>
                    <a:pt x="8546802" y="2546487"/>
                  </a:lnTo>
                  <a:lnTo>
                    <a:pt x="8525054" y="2546487"/>
                  </a:lnTo>
                  <a:lnTo>
                    <a:pt x="8525054" y="2546487"/>
                  </a:lnTo>
                  <a:lnTo>
                    <a:pt x="8508744" y="2546487"/>
                  </a:lnTo>
                  <a:lnTo>
                    <a:pt x="8508744" y="2546487"/>
                  </a:lnTo>
                  <a:lnTo>
                    <a:pt x="8503307" y="2546487"/>
                  </a:lnTo>
                  <a:lnTo>
                    <a:pt x="8503307" y="2546487"/>
                  </a:lnTo>
                  <a:lnTo>
                    <a:pt x="8492433" y="2546487"/>
                  </a:lnTo>
                  <a:lnTo>
                    <a:pt x="8492433" y="2542656"/>
                  </a:lnTo>
                  <a:lnTo>
                    <a:pt x="8486996" y="2542656"/>
                  </a:lnTo>
                  <a:lnTo>
                    <a:pt x="8486996" y="2538835"/>
                  </a:lnTo>
                  <a:lnTo>
                    <a:pt x="8481559" y="2538835"/>
                  </a:lnTo>
                  <a:lnTo>
                    <a:pt x="8481559" y="2535014"/>
                  </a:lnTo>
                  <a:lnTo>
                    <a:pt x="8476122" y="2535014"/>
                  </a:lnTo>
                  <a:lnTo>
                    <a:pt x="8476122" y="2535014"/>
                  </a:lnTo>
                  <a:lnTo>
                    <a:pt x="8459812" y="2535014"/>
                  </a:lnTo>
                  <a:lnTo>
                    <a:pt x="8459812" y="2531197"/>
                  </a:lnTo>
                  <a:lnTo>
                    <a:pt x="8454375" y="2531197"/>
                  </a:lnTo>
                  <a:lnTo>
                    <a:pt x="8454375" y="2531197"/>
                  </a:lnTo>
                  <a:lnTo>
                    <a:pt x="8448938" y="2531197"/>
                  </a:lnTo>
                  <a:lnTo>
                    <a:pt x="8448938" y="2531197"/>
                  </a:lnTo>
                  <a:lnTo>
                    <a:pt x="8438064" y="2531197"/>
                  </a:lnTo>
                  <a:lnTo>
                    <a:pt x="8438064" y="2531197"/>
                  </a:lnTo>
                  <a:lnTo>
                    <a:pt x="8427190" y="2531197"/>
                  </a:lnTo>
                  <a:lnTo>
                    <a:pt x="8427190" y="2531197"/>
                  </a:lnTo>
                  <a:lnTo>
                    <a:pt x="8410879" y="2531197"/>
                  </a:lnTo>
                  <a:lnTo>
                    <a:pt x="8410879" y="2531197"/>
                  </a:lnTo>
                  <a:lnTo>
                    <a:pt x="8405443" y="2531197"/>
                  </a:lnTo>
                  <a:lnTo>
                    <a:pt x="8405443" y="2531197"/>
                  </a:lnTo>
                  <a:lnTo>
                    <a:pt x="8400006" y="2531197"/>
                  </a:lnTo>
                  <a:lnTo>
                    <a:pt x="8400006" y="2531197"/>
                  </a:lnTo>
                  <a:lnTo>
                    <a:pt x="8383695" y="2531197"/>
                  </a:lnTo>
                  <a:lnTo>
                    <a:pt x="8383695" y="2531197"/>
                  </a:lnTo>
                  <a:lnTo>
                    <a:pt x="8378258" y="2531197"/>
                  </a:lnTo>
                  <a:lnTo>
                    <a:pt x="8378258" y="2531197"/>
                  </a:lnTo>
                  <a:lnTo>
                    <a:pt x="8367384" y="2531197"/>
                  </a:lnTo>
                  <a:lnTo>
                    <a:pt x="8367384" y="2531197"/>
                  </a:lnTo>
                  <a:lnTo>
                    <a:pt x="8361947" y="2531197"/>
                  </a:lnTo>
                  <a:lnTo>
                    <a:pt x="8361947" y="2527447"/>
                  </a:lnTo>
                  <a:lnTo>
                    <a:pt x="8334763" y="2527447"/>
                  </a:lnTo>
                  <a:lnTo>
                    <a:pt x="8334763" y="2523702"/>
                  </a:lnTo>
                  <a:lnTo>
                    <a:pt x="8318452" y="2523702"/>
                  </a:lnTo>
                  <a:lnTo>
                    <a:pt x="8318452" y="2523702"/>
                  </a:lnTo>
                  <a:lnTo>
                    <a:pt x="8313015" y="2523702"/>
                  </a:lnTo>
                  <a:lnTo>
                    <a:pt x="8313015" y="2523702"/>
                  </a:lnTo>
                  <a:lnTo>
                    <a:pt x="8302142" y="2523702"/>
                  </a:lnTo>
                  <a:lnTo>
                    <a:pt x="8302142" y="2523702"/>
                  </a:lnTo>
                  <a:lnTo>
                    <a:pt x="8285831" y="2523702"/>
                  </a:lnTo>
                  <a:lnTo>
                    <a:pt x="8285831" y="2519971"/>
                  </a:lnTo>
                  <a:lnTo>
                    <a:pt x="8274957" y="2519971"/>
                  </a:lnTo>
                  <a:lnTo>
                    <a:pt x="8274957" y="2519971"/>
                  </a:lnTo>
                  <a:lnTo>
                    <a:pt x="8253209" y="2519971"/>
                  </a:lnTo>
                  <a:lnTo>
                    <a:pt x="8253209" y="2519971"/>
                  </a:lnTo>
                  <a:lnTo>
                    <a:pt x="8242336" y="2519971"/>
                  </a:lnTo>
                  <a:lnTo>
                    <a:pt x="8242336" y="2519971"/>
                  </a:lnTo>
                  <a:lnTo>
                    <a:pt x="8236899" y="2519971"/>
                  </a:lnTo>
                  <a:lnTo>
                    <a:pt x="8236899" y="2512547"/>
                  </a:lnTo>
                  <a:lnTo>
                    <a:pt x="8226025" y="2512547"/>
                  </a:lnTo>
                  <a:lnTo>
                    <a:pt x="8226025" y="2512547"/>
                  </a:lnTo>
                  <a:lnTo>
                    <a:pt x="8215151" y="2512547"/>
                  </a:lnTo>
                  <a:lnTo>
                    <a:pt x="8215151" y="2512547"/>
                  </a:lnTo>
                  <a:lnTo>
                    <a:pt x="8204277" y="2512547"/>
                  </a:lnTo>
                  <a:lnTo>
                    <a:pt x="8204277" y="2508849"/>
                  </a:lnTo>
                  <a:lnTo>
                    <a:pt x="8198840" y="2508849"/>
                  </a:lnTo>
                  <a:lnTo>
                    <a:pt x="8198840" y="2508849"/>
                  </a:lnTo>
                  <a:lnTo>
                    <a:pt x="8182530" y="2508849"/>
                  </a:lnTo>
                  <a:lnTo>
                    <a:pt x="8182530" y="2508849"/>
                  </a:lnTo>
                  <a:lnTo>
                    <a:pt x="8177093" y="2508849"/>
                  </a:lnTo>
                  <a:lnTo>
                    <a:pt x="8177093" y="2508849"/>
                  </a:lnTo>
                  <a:lnTo>
                    <a:pt x="8166219" y="2508849"/>
                  </a:lnTo>
                  <a:lnTo>
                    <a:pt x="8166219" y="2501491"/>
                  </a:lnTo>
                  <a:lnTo>
                    <a:pt x="8117287" y="2501491"/>
                  </a:lnTo>
                  <a:lnTo>
                    <a:pt x="8117287" y="2501491"/>
                  </a:lnTo>
                  <a:lnTo>
                    <a:pt x="8106413" y="2501491"/>
                  </a:lnTo>
                  <a:lnTo>
                    <a:pt x="8106413" y="2501491"/>
                  </a:lnTo>
                  <a:lnTo>
                    <a:pt x="8084666" y="2501491"/>
                  </a:lnTo>
                  <a:lnTo>
                    <a:pt x="8084666" y="2501491"/>
                  </a:lnTo>
                  <a:lnTo>
                    <a:pt x="8079229" y="2501491"/>
                  </a:lnTo>
                  <a:lnTo>
                    <a:pt x="8079229" y="2501491"/>
                  </a:lnTo>
                  <a:lnTo>
                    <a:pt x="8073792" y="2501491"/>
                  </a:lnTo>
                  <a:lnTo>
                    <a:pt x="8073792" y="2501491"/>
                  </a:lnTo>
                  <a:lnTo>
                    <a:pt x="8052044" y="2501491"/>
                  </a:lnTo>
                  <a:lnTo>
                    <a:pt x="8052044" y="2501491"/>
                  </a:lnTo>
                  <a:lnTo>
                    <a:pt x="8041170" y="2501491"/>
                  </a:lnTo>
                  <a:lnTo>
                    <a:pt x="8041170" y="2497849"/>
                  </a:lnTo>
                  <a:lnTo>
                    <a:pt x="8035734" y="2497849"/>
                  </a:lnTo>
                  <a:lnTo>
                    <a:pt x="8035734" y="2497849"/>
                  </a:lnTo>
                  <a:lnTo>
                    <a:pt x="8003112" y="2497849"/>
                  </a:lnTo>
                  <a:lnTo>
                    <a:pt x="8003112" y="2497849"/>
                  </a:lnTo>
                  <a:lnTo>
                    <a:pt x="7997675" y="2497849"/>
                  </a:lnTo>
                  <a:lnTo>
                    <a:pt x="7997675" y="2497849"/>
                  </a:lnTo>
                  <a:lnTo>
                    <a:pt x="7986801" y="2497849"/>
                  </a:lnTo>
                  <a:lnTo>
                    <a:pt x="7986801" y="2494221"/>
                  </a:lnTo>
                  <a:lnTo>
                    <a:pt x="7959617" y="2494221"/>
                  </a:lnTo>
                  <a:lnTo>
                    <a:pt x="7959617" y="2494221"/>
                  </a:lnTo>
                  <a:lnTo>
                    <a:pt x="7954180" y="2494221"/>
                  </a:lnTo>
                  <a:lnTo>
                    <a:pt x="7954180" y="2494221"/>
                  </a:lnTo>
                  <a:lnTo>
                    <a:pt x="7926996" y="2494221"/>
                  </a:lnTo>
                  <a:lnTo>
                    <a:pt x="7926996" y="2490607"/>
                  </a:lnTo>
                  <a:lnTo>
                    <a:pt x="7910685" y="2490607"/>
                  </a:lnTo>
                  <a:lnTo>
                    <a:pt x="7910685" y="2490607"/>
                  </a:lnTo>
                  <a:lnTo>
                    <a:pt x="7883500" y="2490607"/>
                  </a:lnTo>
                  <a:lnTo>
                    <a:pt x="7883500" y="2490607"/>
                  </a:lnTo>
                  <a:lnTo>
                    <a:pt x="7878064" y="2490607"/>
                  </a:lnTo>
                  <a:lnTo>
                    <a:pt x="7878064" y="2490607"/>
                  </a:lnTo>
                  <a:lnTo>
                    <a:pt x="7834568" y="2490607"/>
                  </a:lnTo>
                  <a:lnTo>
                    <a:pt x="7834568" y="2487006"/>
                  </a:lnTo>
                  <a:lnTo>
                    <a:pt x="7829131" y="2487006"/>
                  </a:lnTo>
                  <a:lnTo>
                    <a:pt x="7829131" y="2487006"/>
                  </a:lnTo>
                  <a:lnTo>
                    <a:pt x="7818258" y="2487006"/>
                  </a:lnTo>
                  <a:lnTo>
                    <a:pt x="7818258" y="2483418"/>
                  </a:lnTo>
                  <a:lnTo>
                    <a:pt x="7812821" y="2483418"/>
                  </a:lnTo>
                  <a:lnTo>
                    <a:pt x="7812821" y="2479830"/>
                  </a:lnTo>
                  <a:lnTo>
                    <a:pt x="7801947" y="2479830"/>
                  </a:lnTo>
                  <a:lnTo>
                    <a:pt x="7801947" y="2479830"/>
                  </a:lnTo>
                  <a:lnTo>
                    <a:pt x="7758452" y="2479830"/>
                  </a:lnTo>
                  <a:lnTo>
                    <a:pt x="7758452" y="2476246"/>
                  </a:lnTo>
                  <a:lnTo>
                    <a:pt x="7753015" y="2476246"/>
                  </a:lnTo>
                  <a:lnTo>
                    <a:pt x="7753015" y="2476246"/>
                  </a:lnTo>
                  <a:lnTo>
                    <a:pt x="7736704" y="2476246"/>
                  </a:lnTo>
                  <a:lnTo>
                    <a:pt x="7736704" y="2476246"/>
                  </a:lnTo>
                  <a:lnTo>
                    <a:pt x="7731267" y="2476246"/>
                  </a:lnTo>
                  <a:lnTo>
                    <a:pt x="7731267" y="2472671"/>
                  </a:lnTo>
                  <a:lnTo>
                    <a:pt x="7725830" y="2472671"/>
                  </a:lnTo>
                  <a:lnTo>
                    <a:pt x="7725830" y="2472671"/>
                  </a:lnTo>
                  <a:lnTo>
                    <a:pt x="7709520" y="2472671"/>
                  </a:lnTo>
                  <a:lnTo>
                    <a:pt x="7709520" y="2469099"/>
                  </a:lnTo>
                  <a:lnTo>
                    <a:pt x="7704083" y="2469099"/>
                  </a:lnTo>
                  <a:lnTo>
                    <a:pt x="7704083" y="2469099"/>
                  </a:lnTo>
                  <a:lnTo>
                    <a:pt x="7687772" y="2469099"/>
                  </a:lnTo>
                  <a:lnTo>
                    <a:pt x="7687772" y="2469099"/>
                  </a:lnTo>
                  <a:lnTo>
                    <a:pt x="7682335" y="2469099"/>
                  </a:lnTo>
                  <a:lnTo>
                    <a:pt x="7682335" y="2469099"/>
                  </a:lnTo>
                  <a:lnTo>
                    <a:pt x="7671461" y="2469099"/>
                  </a:lnTo>
                  <a:lnTo>
                    <a:pt x="7671461" y="2465546"/>
                  </a:lnTo>
                  <a:lnTo>
                    <a:pt x="7666025" y="2465546"/>
                  </a:lnTo>
                  <a:lnTo>
                    <a:pt x="7666025" y="2465546"/>
                  </a:lnTo>
                  <a:lnTo>
                    <a:pt x="7649714" y="2465546"/>
                  </a:lnTo>
                  <a:lnTo>
                    <a:pt x="7649714" y="2465546"/>
                  </a:lnTo>
                  <a:lnTo>
                    <a:pt x="7644277" y="2465546"/>
                  </a:lnTo>
                  <a:lnTo>
                    <a:pt x="7644277" y="2465546"/>
                  </a:lnTo>
                  <a:lnTo>
                    <a:pt x="7638840" y="2465546"/>
                  </a:lnTo>
                  <a:lnTo>
                    <a:pt x="7638840" y="2462009"/>
                  </a:lnTo>
                  <a:lnTo>
                    <a:pt x="7627966" y="2462009"/>
                  </a:lnTo>
                  <a:lnTo>
                    <a:pt x="7627966" y="2462009"/>
                  </a:lnTo>
                  <a:lnTo>
                    <a:pt x="7611656" y="2462009"/>
                  </a:lnTo>
                  <a:lnTo>
                    <a:pt x="7611656" y="2462009"/>
                  </a:lnTo>
                  <a:lnTo>
                    <a:pt x="7606219" y="2462009"/>
                  </a:lnTo>
                  <a:lnTo>
                    <a:pt x="7606219" y="2462009"/>
                  </a:lnTo>
                  <a:lnTo>
                    <a:pt x="7589908" y="2462009"/>
                  </a:lnTo>
                  <a:lnTo>
                    <a:pt x="7589908" y="2458485"/>
                  </a:lnTo>
                  <a:lnTo>
                    <a:pt x="7579034" y="2458485"/>
                  </a:lnTo>
                  <a:lnTo>
                    <a:pt x="7579034" y="2458485"/>
                  </a:lnTo>
                  <a:lnTo>
                    <a:pt x="7568160" y="2458485"/>
                  </a:lnTo>
                  <a:lnTo>
                    <a:pt x="7568160" y="2454970"/>
                  </a:lnTo>
                  <a:lnTo>
                    <a:pt x="7557287" y="2454970"/>
                  </a:lnTo>
                  <a:lnTo>
                    <a:pt x="7557287" y="2454970"/>
                  </a:lnTo>
                  <a:lnTo>
                    <a:pt x="7535539" y="2454970"/>
                  </a:lnTo>
                  <a:lnTo>
                    <a:pt x="7535539" y="2454970"/>
                  </a:lnTo>
                  <a:lnTo>
                    <a:pt x="7524665" y="2454970"/>
                  </a:lnTo>
                  <a:lnTo>
                    <a:pt x="7524665" y="2447955"/>
                  </a:lnTo>
                  <a:lnTo>
                    <a:pt x="7519228" y="2447955"/>
                  </a:lnTo>
                  <a:lnTo>
                    <a:pt x="7519228" y="2444447"/>
                  </a:lnTo>
                  <a:lnTo>
                    <a:pt x="7513791" y="2444447"/>
                  </a:lnTo>
                  <a:lnTo>
                    <a:pt x="7513791" y="2440938"/>
                  </a:lnTo>
                  <a:lnTo>
                    <a:pt x="7508355" y="2440938"/>
                  </a:lnTo>
                  <a:lnTo>
                    <a:pt x="7508355" y="2440938"/>
                  </a:lnTo>
                  <a:lnTo>
                    <a:pt x="7497481" y="2440938"/>
                  </a:lnTo>
                  <a:lnTo>
                    <a:pt x="7497481" y="2440938"/>
                  </a:lnTo>
                  <a:lnTo>
                    <a:pt x="7492044" y="2440938"/>
                  </a:lnTo>
                  <a:lnTo>
                    <a:pt x="7492044" y="2437442"/>
                  </a:lnTo>
                  <a:lnTo>
                    <a:pt x="7459422" y="2437442"/>
                  </a:lnTo>
                  <a:lnTo>
                    <a:pt x="7459422" y="2433946"/>
                  </a:lnTo>
                  <a:lnTo>
                    <a:pt x="7453986" y="2433946"/>
                  </a:lnTo>
                  <a:lnTo>
                    <a:pt x="7453986" y="2430449"/>
                  </a:lnTo>
                  <a:lnTo>
                    <a:pt x="7437675" y="2430449"/>
                  </a:lnTo>
                  <a:lnTo>
                    <a:pt x="7437675" y="2426965"/>
                  </a:lnTo>
                  <a:lnTo>
                    <a:pt x="7432238" y="2426965"/>
                  </a:lnTo>
                  <a:lnTo>
                    <a:pt x="7432238" y="2423480"/>
                  </a:lnTo>
                  <a:lnTo>
                    <a:pt x="7421364" y="2423480"/>
                  </a:lnTo>
                  <a:lnTo>
                    <a:pt x="7421364" y="2423480"/>
                  </a:lnTo>
                  <a:lnTo>
                    <a:pt x="7415927" y="2423480"/>
                  </a:lnTo>
                  <a:lnTo>
                    <a:pt x="7415927" y="2420007"/>
                  </a:lnTo>
                  <a:lnTo>
                    <a:pt x="7410490" y="2420007"/>
                  </a:lnTo>
                  <a:lnTo>
                    <a:pt x="7410490" y="2416538"/>
                  </a:lnTo>
                  <a:lnTo>
                    <a:pt x="7394180" y="2416538"/>
                  </a:lnTo>
                  <a:lnTo>
                    <a:pt x="7394180" y="2416538"/>
                  </a:lnTo>
                  <a:lnTo>
                    <a:pt x="7388743" y="2416538"/>
                  </a:lnTo>
                  <a:lnTo>
                    <a:pt x="7388743" y="2416538"/>
                  </a:lnTo>
                  <a:lnTo>
                    <a:pt x="7383306" y="2416538"/>
                  </a:lnTo>
                  <a:lnTo>
                    <a:pt x="7383306" y="2416538"/>
                  </a:lnTo>
                  <a:lnTo>
                    <a:pt x="7372432" y="2416538"/>
                  </a:lnTo>
                  <a:lnTo>
                    <a:pt x="7372432" y="2416538"/>
                  </a:lnTo>
                  <a:lnTo>
                    <a:pt x="7366995" y="2416538"/>
                  </a:lnTo>
                  <a:lnTo>
                    <a:pt x="7366995" y="2406204"/>
                  </a:lnTo>
                  <a:lnTo>
                    <a:pt x="7339811" y="2406204"/>
                  </a:lnTo>
                  <a:lnTo>
                    <a:pt x="7339811" y="2406204"/>
                  </a:lnTo>
                  <a:lnTo>
                    <a:pt x="7334374" y="2406204"/>
                  </a:lnTo>
                  <a:lnTo>
                    <a:pt x="7334374" y="2402762"/>
                  </a:lnTo>
                  <a:lnTo>
                    <a:pt x="7328937" y="2402762"/>
                  </a:lnTo>
                  <a:lnTo>
                    <a:pt x="7328937" y="2402762"/>
                  </a:lnTo>
                  <a:lnTo>
                    <a:pt x="7323500" y="2402762"/>
                  </a:lnTo>
                  <a:lnTo>
                    <a:pt x="7323500" y="2402762"/>
                  </a:lnTo>
                  <a:lnTo>
                    <a:pt x="7318063" y="2402762"/>
                  </a:lnTo>
                  <a:lnTo>
                    <a:pt x="7318063" y="2402762"/>
                  </a:lnTo>
                  <a:lnTo>
                    <a:pt x="7307189" y="2402762"/>
                  </a:lnTo>
                  <a:lnTo>
                    <a:pt x="7307189" y="2402762"/>
                  </a:lnTo>
                  <a:lnTo>
                    <a:pt x="7285442" y="2402762"/>
                  </a:lnTo>
                  <a:lnTo>
                    <a:pt x="7285442" y="2399348"/>
                  </a:lnTo>
                  <a:lnTo>
                    <a:pt x="7280005" y="2399348"/>
                  </a:lnTo>
                  <a:lnTo>
                    <a:pt x="7280005" y="2395939"/>
                  </a:lnTo>
                  <a:lnTo>
                    <a:pt x="7274568" y="2395939"/>
                  </a:lnTo>
                  <a:lnTo>
                    <a:pt x="7274568" y="2395939"/>
                  </a:lnTo>
                  <a:lnTo>
                    <a:pt x="7269131" y="2395939"/>
                  </a:lnTo>
                  <a:lnTo>
                    <a:pt x="7269131" y="2395939"/>
                  </a:lnTo>
                  <a:lnTo>
                    <a:pt x="7252820" y="2395939"/>
                  </a:lnTo>
                  <a:lnTo>
                    <a:pt x="7252820" y="2395939"/>
                  </a:lnTo>
                  <a:lnTo>
                    <a:pt x="7236510" y="2395939"/>
                  </a:lnTo>
                  <a:lnTo>
                    <a:pt x="7236510" y="2395939"/>
                  </a:lnTo>
                  <a:lnTo>
                    <a:pt x="7231073" y="2395939"/>
                  </a:lnTo>
                  <a:lnTo>
                    <a:pt x="7231073" y="2395939"/>
                  </a:lnTo>
                  <a:lnTo>
                    <a:pt x="7214762" y="2395939"/>
                  </a:lnTo>
                  <a:lnTo>
                    <a:pt x="7214762" y="2395939"/>
                  </a:lnTo>
                  <a:lnTo>
                    <a:pt x="7209325" y="2395939"/>
                  </a:lnTo>
                  <a:lnTo>
                    <a:pt x="7209325" y="2395939"/>
                  </a:lnTo>
                  <a:lnTo>
                    <a:pt x="7193014" y="2395939"/>
                  </a:lnTo>
                  <a:lnTo>
                    <a:pt x="7193014" y="2395939"/>
                  </a:lnTo>
                  <a:lnTo>
                    <a:pt x="7187578" y="2395939"/>
                  </a:lnTo>
                  <a:lnTo>
                    <a:pt x="7187578" y="2395939"/>
                  </a:lnTo>
                  <a:lnTo>
                    <a:pt x="7171267" y="2395939"/>
                  </a:lnTo>
                  <a:lnTo>
                    <a:pt x="7171267" y="2395939"/>
                  </a:lnTo>
                  <a:lnTo>
                    <a:pt x="7165830" y="2395939"/>
                  </a:lnTo>
                  <a:lnTo>
                    <a:pt x="7165830" y="2389204"/>
                  </a:lnTo>
                  <a:lnTo>
                    <a:pt x="7154956" y="2389204"/>
                  </a:lnTo>
                  <a:lnTo>
                    <a:pt x="7154956" y="2389204"/>
                  </a:lnTo>
                  <a:lnTo>
                    <a:pt x="7149519" y="2389204"/>
                  </a:lnTo>
                  <a:lnTo>
                    <a:pt x="7149519" y="2389204"/>
                  </a:lnTo>
                  <a:lnTo>
                    <a:pt x="7133209" y="2389204"/>
                  </a:lnTo>
                  <a:lnTo>
                    <a:pt x="7133209" y="2389204"/>
                  </a:lnTo>
                  <a:lnTo>
                    <a:pt x="7122335" y="2389204"/>
                  </a:lnTo>
                  <a:lnTo>
                    <a:pt x="7122335" y="2389204"/>
                  </a:lnTo>
                  <a:lnTo>
                    <a:pt x="7111461" y="2389204"/>
                  </a:lnTo>
                  <a:lnTo>
                    <a:pt x="7111461" y="2389204"/>
                  </a:lnTo>
                  <a:lnTo>
                    <a:pt x="7106024" y="2389204"/>
                  </a:lnTo>
                  <a:lnTo>
                    <a:pt x="7106024" y="2385860"/>
                  </a:lnTo>
                  <a:lnTo>
                    <a:pt x="7095150" y="2385860"/>
                  </a:lnTo>
                  <a:lnTo>
                    <a:pt x="7095150" y="2385860"/>
                  </a:lnTo>
                  <a:lnTo>
                    <a:pt x="7078840" y="2385860"/>
                  </a:lnTo>
                  <a:lnTo>
                    <a:pt x="7078840" y="2385860"/>
                  </a:lnTo>
                  <a:lnTo>
                    <a:pt x="7062529" y="2385860"/>
                  </a:lnTo>
                  <a:lnTo>
                    <a:pt x="7062529" y="2385860"/>
                  </a:lnTo>
                  <a:lnTo>
                    <a:pt x="7057092" y="2385860"/>
                  </a:lnTo>
                  <a:lnTo>
                    <a:pt x="7057092" y="2382530"/>
                  </a:lnTo>
                  <a:lnTo>
                    <a:pt x="7051655" y="2382530"/>
                  </a:lnTo>
                  <a:lnTo>
                    <a:pt x="7051655" y="2382530"/>
                  </a:lnTo>
                  <a:lnTo>
                    <a:pt x="7046218" y="2382530"/>
                  </a:lnTo>
                  <a:lnTo>
                    <a:pt x="7046218" y="2379204"/>
                  </a:lnTo>
                  <a:lnTo>
                    <a:pt x="7040781" y="2379204"/>
                  </a:lnTo>
                  <a:lnTo>
                    <a:pt x="7040781" y="2375881"/>
                  </a:lnTo>
                  <a:lnTo>
                    <a:pt x="7035344" y="2375881"/>
                  </a:lnTo>
                  <a:lnTo>
                    <a:pt x="7035344" y="2375881"/>
                  </a:lnTo>
                  <a:lnTo>
                    <a:pt x="7024471" y="2375881"/>
                  </a:lnTo>
                  <a:lnTo>
                    <a:pt x="7024471" y="2372562"/>
                  </a:lnTo>
                  <a:lnTo>
                    <a:pt x="7013597" y="2372562"/>
                  </a:lnTo>
                  <a:lnTo>
                    <a:pt x="7013597" y="2365922"/>
                  </a:lnTo>
                  <a:lnTo>
                    <a:pt x="7008160" y="2365922"/>
                  </a:lnTo>
                  <a:lnTo>
                    <a:pt x="7008160" y="2365922"/>
                  </a:lnTo>
                  <a:lnTo>
                    <a:pt x="7002723" y="2365922"/>
                  </a:lnTo>
                  <a:lnTo>
                    <a:pt x="7002723" y="2365922"/>
                  </a:lnTo>
                  <a:lnTo>
                    <a:pt x="6997286" y="2365922"/>
                  </a:lnTo>
                  <a:lnTo>
                    <a:pt x="6997286" y="2362613"/>
                  </a:lnTo>
                  <a:lnTo>
                    <a:pt x="6980975" y="2362613"/>
                  </a:lnTo>
                  <a:lnTo>
                    <a:pt x="6980975" y="2362613"/>
                  </a:lnTo>
                  <a:lnTo>
                    <a:pt x="6970102" y="2362613"/>
                  </a:lnTo>
                  <a:lnTo>
                    <a:pt x="6970102" y="2362613"/>
                  </a:lnTo>
                  <a:lnTo>
                    <a:pt x="6953791" y="2362613"/>
                  </a:lnTo>
                  <a:lnTo>
                    <a:pt x="6953791" y="2359311"/>
                  </a:lnTo>
                  <a:lnTo>
                    <a:pt x="6948354" y="2359311"/>
                  </a:lnTo>
                  <a:lnTo>
                    <a:pt x="6948354" y="2359311"/>
                  </a:lnTo>
                  <a:lnTo>
                    <a:pt x="6942917" y="2359311"/>
                  </a:lnTo>
                  <a:lnTo>
                    <a:pt x="6942917" y="2352714"/>
                  </a:lnTo>
                  <a:lnTo>
                    <a:pt x="6937480" y="2352714"/>
                  </a:lnTo>
                  <a:lnTo>
                    <a:pt x="6937480" y="2349418"/>
                  </a:lnTo>
                  <a:lnTo>
                    <a:pt x="6932043" y="2349418"/>
                  </a:lnTo>
                  <a:lnTo>
                    <a:pt x="6932043" y="2349418"/>
                  </a:lnTo>
                  <a:lnTo>
                    <a:pt x="6921170" y="2349418"/>
                  </a:lnTo>
                  <a:lnTo>
                    <a:pt x="6921170" y="2349418"/>
                  </a:lnTo>
                  <a:lnTo>
                    <a:pt x="6915733" y="2349418"/>
                  </a:lnTo>
                  <a:lnTo>
                    <a:pt x="6915733" y="2346137"/>
                  </a:lnTo>
                  <a:lnTo>
                    <a:pt x="6910296" y="2346137"/>
                  </a:lnTo>
                  <a:lnTo>
                    <a:pt x="6910296" y="2346137"/>
                  </a:lnTo>
                  <a:lnTo>
                    <a:pt x="6893985" y="2346137"/>
                  </a:lnTo>
                  <a:lnTo>
                    <a:pt x="6893985" y="2342859"/>
                  </a:lnTo>
                  <a:lnTo>
                    <a:pt x="6855927" y="2342859"/>
                  </a:lnTo>
                  <a:lnTo>
                    <a:pt x="6855927" y="2342859"/>
                  </a:lnTo>
                  <a:lnTo>
                    <a:pt x="6850490" y="2342859"/>
                  </a:lnTo>
                  <a:lnTo>
                    <a:pt x="6850490" y="2342859"/>
                  </a:lnTo>
                  <a:lnTo>
                    <a:pt x="6845053" y="2342859"/>
                  </a:lnTo>
                  <a:lnTo>
                    <a:pt x="6845053" y="2342859"/>
                  </a:lnTo>
                  <a:lnTo>
                    <a:pt x="6839616" y="2342859"/>
                  </a:lnTo>
                  <a:lnTo>
                    <a:pt x="6839616" y="2339598"/>
                  </a:lnTo>
                  <a:lnTo>
                    <a:pt x="6834179" y="2339598"/>
                  </a:lnTo>
                  <a:lnTo>
                    <a:pt x="6834179" y="2339598"/>
                  </a:lnTo>
                  <a:lnTo>
                    <a:pt x="6823305" y="2339598"/>
                  </a:lnTo>
                  <a:lnTo>
                    <a:pt x="6823305" y="2336341"/>
                  </a:lnTo>
                  <a:lnTo>
                    <a:pt x="6817869" y="2336341"/>
                  </a:lnTo>
                  <a:lnTo>
                    <a:pt x="6817869" y="2333084"/>
                  </a:lnTo>
                  <a:lnTo>
                    <a:pt x="6790684" y="2333084"/>
                  </a:lnTo>
                  <a:lnTo>
                    <a:pt x="6790684" y="2333084"/>
                  </a:lnTo>
                  <a:lnTo>
                    <a:pt x="6758063" y="2333084"/>
                  </a:lnTo>
                  <a:lnTo>
                    <a:pt x="6758063" y="2333084"/>
                  </a:lnTo>
                  <a:lnTo>
                    <a:pt x="6747189" y="2333084"/>
                  </a:lnTo>
                  <a:lnTo>
                    <a:pt x="6747189" y="2333084"/>
                  </a:lnTo>
                  <a:lnTo>
                    <a:pt x="6741752" y="2333084"/>
                  </a:lnTo>
                  <a:lnTo>
                    <a:pt x="6741752" y="2333084"/>
                  </a:lnTo>
                  <a:lnTo>
                    <a:pt x="6736315" y="2333084"/>
                  </a:lnTo>
                  <a:lnTo>
                    <a:pt x="6736315" y="2329848"/>
                  </a:lnTo>
                  <a:lnTo>
                    <a:pt x="6730878" y="2329848"/>
                  </a:lnTo>
                  <a:lnTo>
                    <a:pt x="6730878" y="2329848"/>
                  </a:lnTo>
                  <a:lnTo>
                    <a:pt x="6725441" y="2329848"/>
                  </a:lnTo>
                  <a:lnTo>
                    <a:pt x="6725441" y="2326618"/>
                  </a:lnTo>
                  <a:lnTo>
                    <a:pt x="6720004" y="2326618"/>
                  </a:lnTo>
                  <a:lnTo>
                    <a:pt x="6720004" y="2323388"/>
                  </a:lnTo>
                  <a:lnTo>
                    <a:pt x="6709131" y="2323388"/>
                  </a:lnTo>
                  <a:lnTo>
                    <a:pt x="6709131" y="2323388"/>
                  </a:lnTo>
                  <a:lnTo>
                    <a:pt x="6698257" y="2323388"/>
                  </a:lnTo>
                  <a:lnTo>
                    <a:pt x="6698257" y="2323388"/>
                  </a:lnTo>
                  <a:lnTo>
                    <a:pt x="6692820" y="2323388"/>
                  </a:lnTo>
                  <a:lnTo>
                    <a:pt x="6692820" y="2320164"/>
                  </a:lnTo>
                  <a:lnTo>
                    <a:pt x="6681946" y="2320164"/>
                  </a:lnTo>
                  <a:lnTo>
                    <a:pt x="6681946" y="2320164"/>
                  </a:lnTo>
                  <a:lnTo>
                    <a:pt x="6660199" y="2320164"/>
                  </a:lnTo>
                  <a:lnTo>
                    <a:pt x="6660199" y="2320164"/>
                  </a:lnTo>
                  <a:lnTo>
                    <a:pt x="6616703" y="2320164"/>
                  </a:lnTo>
                  <a:lnTo>
                    <a:pt x="6616703" y="2320164"/>
                  </a:lnTo>
                  <a:lnTo>
                    <a:pt x="6611266" y="2320164"/>
                  </a:lnTo>
                  <a:lnTo>
                    <a:pt x="6611266" y="2320164"/>
                  </a:lnTo>
                  <a:lnTo>
                    <a:pt x="6589519" y="2320164"/>
                  </a:lnTo>
                  <a:lnTo>
                    <a:pt x="6589519" y="2316955"/>
                  </a:lnTo>
                  <a:lnTo>
                    <a:pt x="6584082" y="2316955"/>
                  </a:lnTo>
                  <a:lnTo>
                    <a:pt x="6584082" y="2316955"/>
                  </a:lnTo>
                  <a:lnTo>
                    <a:pt x="6578645" y="2316955"/>
                  </a:lnTo>
                  <a:lnTo>
                    <a:pt x="6578645" y="2313755"/>
                  </a:lnTo>
                  <a:lnTo>
                    <a:pt x="6573208" y="2313755"/>
                  </a:lnTo>
                  <a:lnTo>
                    <a:pt x="6573208" y="2313755"/>
                  </a:lnTo>
                  <a:lnTo>
                    <a:pt x="6562334" y="2313755"/>
                  </a:lnTo>
                  <a:lnTo>
                    <a:pt x="6562334" y="2310558"/>
                  </a:lnTo>
                  <a:lnTo>
                    <a:pt x="6551461" y="2310558"/>
                  </a:lnTo>
                  <a:lnTo>
                    <a:pt x="6551461" y="2307361"/>
                  </a:lnTo>
                  <a:lnTo>
                    <a:pt x="6546024" y="2307361"/>
                  </a:lnTo>
                  <a:lnTo>
                    <a:pt x="6546024" y="2307361"/>
                  </a:lnTo>
                  <a:lnTo>
                    <a:pt x="6524276" y="2307361"/>
                  </a:lnTo>
                  <a:lnTo>
                    <a:pt x="6524276" y="2304171"/>
                  </a:lnTo>
                  <a:lnTo>
                    <a:pt x="6518839" y="2304171"/>
                  </a:lnTo>
                  <a:lnTo>
                    <a:pt x="6518839" y="2304171"/>
                  </a:lnTo>
                  <a:lnTo>
                    <a:pt x="6507965" y="2304171"/>
                  </a:lnTo>
                  <a:lnTo>
                    <a:pt x="6507965" y="2304171"/>
                  </a:lnTo>
                  <a:lnTo>
                    <a:pt x="6502529" y="2304171"/>
                  </a:lnTo>
                  <a:lnTo>
                    <a:pt x="6502529" y="2297809"/>
                  </a:lnTo>
                  <a:lnTo>
                    <a:pt x="6491655" y="2297809"/>
                  </a:lnTo>
                  <a:lnTo>
                    <a:pt x="6491655" y="2297809"/>
                  </a:lnTo>
                  <a:lnTo>
                    <a:pt x="6469907" y="2297809"/>
                  </a:lnTo>
                  <a:lnTo>
                    <a:pt x="6469907" y="2297809"/>
                  </a:lnTo>
                  <a:lnTo>
                    <a:pt x="6453596" y="2297809"/>
                  </a:lnTo>
                  <a:lnTo>
                    <a:pt x="6453596" y="2297809"/>
                  </a:lnTo>
                  <a:lnTo>
                    <a:pt x="6437286" y="2297809"/>
                  </a:lnTo>
                  <a:lnTo>
                    <a:pt x="6437286" y="2294648"/>
                  </a:lnTo>
                  <a:lnTo>
                    <a:pt x="6415538" y="2294648"/>
                  </a:lnTo>
                  <a:lnTo>
                    <a:pt x="6415538" y="2294648"/>
                  </a:lnTo>
                  <a:lnTo>
                    <a:pt x="6404664" y="2294648"/>
                  </a:lnTo>
                  <a:lnTo>
                    <a:pt x="6404664" y="2291490"/>
                  </a:lnTo>
                  <a:lnTo>
                    <a:pt x="6399227" y="2291490"/>
                  </a:lnTo>
                  <a:lnTo>
                    <a:pt x="6399227" y="2291490"/>
                  </a:lnTo>
                  <a:lnTo>
                    <a:pt x="6388354" y="2291490"/>
                  </a:lnTo>
                  <a:lnTo>
                    <a:pt x="6388354" y="2291490"/>
                  </a:lnTo>
                  <a:lnTo>
                    <a:pt x="6382917" y="2291490"/>
                  </a:lnTo>
                  <a:lnTo>
                    <a:pt x="6382917" y="2288338"/>
                  </a:lnTo>
                  <a:lnTo>
                    <a:pt x="6377480" y="2288338"/>
                  </a:lnTo>
                  <a:lnTo>
                    <a:pt x="6377480" y="2285186"/>
                  </a:lnTo>
                  <a:lnTo>
                    <a:pt x="6372043" y="2285186"/>
                  </a:lnTo>
                  <a:lnTo>
                    <a:pt x="6372043" y="2285186"/>
                  </a:lnTo>
                  <a:lnTo>
                    <a:pt x="6355732" y="2285186"/>
                  </a:lnTo>
                  <a:lnTo>
                    <a:pt x="6355732" y="2282040"/>
                  </a:lnTo>
                  <a:lnTo>
                    <a:pt x="6333985" y="2282040"/>
                  </a:lnTo>
                  <a:lnTo>
                    <a:pt x="6333985" y="2282040"/>
                  </a:lnTo>
                  <a:lnTo>
                    <a:pt x="6312237" y="2282040"/>
                  </a:lnTo>
                  <a:lnTo>
                    <a:pt x="6312237" y="2282040"/>
                  </a:lnTo>
                  <a:lnTo>
                    <a:pt x="6295926" y="2282040"/>
                  </a:lnTo>
                  <a:lnTo>
                    <a:pt x="6295926" y="2282040"/>
                  </a:lnTo>
                  <a:lnTo>
                    <a:pt x="6290490" y="2282040"/>
                  </a:lnTo>
                  <a:lnTo>
                    <a:pt x="6290490" y="2282040"/>
                  </a:lnTo>
                  <a:lnTo>
                    <a:pt x="6285053" y="2282040"/>
                  </a:lnTo>
                  <a:lnTo>
                    <a:pt x="6285053" y="2282040"/>
                  </a:lnTo>
                  <a:lnTo>
                    <a:pt x="6274179" y="2282040"/>
                  </a:lnTo>
                  <a:lnTo>
                    <a:pt x="6274179" y="2282040"/>
                  </a:lnTo>
                  <a:lnTo>
                    <a:pt x="6263305" y="2282040"/>
                  </a:lnTo>
                  <a:lnTo>
                    <a:pt x="6263305" y="2282040"/>
                  </a:lnTo>
                  <a:lnTo>
                    <a:pt x="6252431" y="2282040"/>
                  </a:lnTo>
                  <a:lnTo>
                    <a:pt x="6252431" y="2282040"/>
                  </a:lnTo>
                  <a:lnTo>
                    <a:pt x="6246994" y="2282040"/>
                  </a:lnTo>
                  <a:lnTo>
                    <a:pt x="6246994" y="2278920"/>
                  </a:lnTo>
                  <a:lnTo>
                    <a:pt x="6241557" y="2278920"/>
                  </a:lnTo>
                  <a:lnTo>
                    <a:pt x="6241557" y="2278920"/>
                  </a:lnTo>
                  <a:lnTo>
                    <a:pt x="6236121" y="2278920"/>
                  </a:lnTo>
                  <a:lnTo>
                    <a:pt x="6236121" y="2278920"/>
                  </a:lnTo>
                  <a:lnTo>
                    <a:pt x="6230684" y="2278920"/>
                  </a:lnTo>
                  <a:lnTo>
                    <a:pt x="6230684" y="2278920"/>
                  </a:lnTo>
                  <a:lnTo>
                    <a:pt x="6225247" y="2278920"/>
                  </a:lnTo>
                  <a:lnTo>
                    <a:pt x="6225247" y="2275815"/>
                  </a:lnTo>
                  <a:lnTo>
                    <a:pt x="6219810" y="2275815"/>
                  </a:lnTo>
                  <a:lnTo>
                    <a:pt x="6219810" y="2275815"/>
                  </a:lnTo>
                  <a:lnTo>
                    <a:pt x="6192625" y="2275815"/>
                  </a:lnTo>
                  <a:lnTo>
                    <a:pt x="6192625" y="2275815"/>
                  </a:lnTo>
                  <a:lnTo>
                    <a:pt x="6187188" y="2275815"/>
                  </a:lnTo>
                  <a:lnTo>
                    <a:pt x="6187188" y="2275815"/>
                  </a:lnTo>
                  <a:lnTo>
                    <a:pt x="6181752" y="2275815"/>
                  </a:lnTo>
                  <a:lnTo>
                    <a:pt x="6181752" y="2275815"/>
                  </a:lnTo>
                  <a:lnTo>
                    <a:pt x="6176315" y="2275815"/>
                  </a:lnTo>
                  <a:lnTo>
                    <a:pt x="6176315" y="2272726"/>
                  </a:lnTo>
                  <a:lnTo>
                    <a:pt x="6170878" y="2272726"/>
                  </a:lnTo>
                  <a:lnTo>
                    <a:pt x="6170878" y="2272726"/>
                  </a:lnTo>
                  <a:lnTo>
                    <a:pt x="6160004" y="2272726"/>
                  </a:lnTo>
                  <a:lnTo>
                    <a:pt x="6160004" y="2272726"/>
                  </a:lnTo>
                  <a:lnTo>
                    <a:pt x="6149130" y="2272726"/>
                  </a:lnTo>
                  <a:lnTo>
                    <a:pt x="6149130" y="2272726"/>
                  </a:lnTo>
                  <a:lnTo>
                    <a:pt x="6143693" y="2272726"/>
                  </a:lnTo>
                  <a:lnTo>
                    <a:pt x="6143693" y="2272726"/>
                  </a:lnTo>
                  <a:lnTo>
                    <a:pt x="6138256" y="2272726"/>
                  </a:lnTo>
                  <a:lnTo>
                    <a:pt x="6138256" y="2269656"/>
                  </a:lnTo>
                  <a:lnTo>
                    <a:pt x="6132820" y="2269656"/>
                  </a:lnTo>
                  <a:lnTo>
                    <a:pt x="6132820" y="2269656"/>
                  </a:lnTo>
                  <a:lnTo>
                    <a:pt x="6127383" y="2269656"/>
                  </a:lnTo>
                  <a:lnTo>
                    <a:pt x="6127383" y="2269656"/>
                  </a:lnTo>
                  <a:lnTo>
                    <a:pt x="6121946" y="2269656"/>
                  </a:lnTo>
                  <a:lnTo>
                    <a:pt x="6121946" y="2266598"/>
                  </a:lnTo>
                  <a:lnTo>
                    <a:pt x="6116509" y="2266598"/>
                  </a:lnTo>
                  <a:lnTo>
                    <a:pt x="6116509" y="2263542"/>
                  </a:lnTo>
                  <a:lnTo>
                    <a:pt x="6111072" y="2263542"/>
                  </a:lnTo>
                  <a:lnTo>
                    <a:pt x="6111072" y="2263542"/>
                  </a:lnTo>
                  <a:lnTo>
                    <a:pt x="6105635" y="2263542"/>
                  </a:lnTo>
                  <a:lnTo>
                    <a:pt x="6105635" y="2263542"/>
                  </a:lnTo>
                  <a:lnTo>
                    <a:pt x="6100198" y="2263542"/>
                  </a:lnTo>
                  <a:lnTo>
                    <a:pt x="6100198" y="2257449"/>
                  </a:lnTo>
                  <a:lnTo>
                    <a:pt x="6094761" y="2257449"/>
                  </a:lnTo>
                  <a:lnTo>
                    <a:pt x="6094761" y="2254404"/>
                  </a:lnTo>
                  <a:lnTo>
                    <a:pt x="6089324" y="2254404"/>
                  </a:lnTo>
                  <a:lnTo>
                    <a:pt x="6089324" y="2251366"/>
                  </a:lnTo>
                  <a:lnTo>
                    <a:pt x="6083887" y="2251366"/>
                  </a:lnTo>
                  <a:lnTo>
                    <a:pt x="6083887" y="2248331"/>
                  </a:lnTo>
                  <a:lnTo>
                    <a:pt x="6078451" y="2248331"/>
                  </a:lnTo>
                  <a:lnTo>
                    <a:pt x="6078451" y="2245298"/>
                  </a:lnTo>
                  <a:lnTo>
                    <a:pt x="6073014" y="2245298"/>
                  </a:lnTo>
                  <a:lnTo>
                    <a:pt x="6073014" y="2242265"/>
                  </a:lnTo>
                  <a:lnTo>
                    <a:pt x="6062140" y="2242265"/>
                  </a:lnTo>
                  <a:lnTo>
                    <a:pt x="6062140" y="2239232"/>
                  </a:lnTo>
                  <a:lnTo>
                    <a:pt x="6051266" y="2239232"/>
                  </a:lnTo>
                  <a:lnTo>
                    <a:pt x="6051266" y="2236204"/>
                  </a:lnTo>
                  <a:lnTo>
                    <a:pt x="6040392" y="2236204"/>
                  </a:lnTo>
                  <a:lnTo>
                    <a:pt x="6040392" y="2236204"/>
                  </a:lnTo>
                  <a:lnTo>
                    <a:pt x="6034955" y="2236204"/>
                  </a:lnTo>
                  <a:lnTo>
                    <a:pt x="6034955" y="2236204"/>
                  </a:lnTo>
                  <a:lnTo>
                    <a:pt x="6029518" y="2236204"/>
                  </a:lnTo>
                  <a:lnTo>
                    <a:pt x="6029518" y="2233185"/>
                  </a:lnTo>
                  <a:lnTo>
                    <a:pt x="6013208" y="2233185"/>
                  </a:lnTo>
                  <a:lnTo>
                    <a:pt x="6013208" y="2233185"/>
                  </a:lnTo>
                  <a:lnTo>
                    <a:pt x="6002334" y="2233185"/>
                  </a:lnTo>
                  <a:lnTo>
                    <a:pt x="6002334" y="2230172"/>
                  </a:lnTo>
                  <a:lnTo>
                    <a:pt x="5996897" y="2230172"/>
                  </a:lnTo>
                  <a:lnTo>
                    <a:pt x="5996897" y="2227159"/>
                  </a:lnTo>
                  <a:lnTo>
                    <a:pt x="5991460" y="2227159"/>
                  </a:lnTo>
                  <a:lnTo>
                    <a:pt x="5991460" y="2224145"/>
                  </a:lnTo>
                  <a:lnTo>
                    <a:pt x="5986023" y="2224145"/>
                  </a:lnTo>
                  <a:lnTo>
                    <a:pt x="5986023" y="2224145"/>
                  </a:lnTo>
                  <a:lnTo>
                    <a:pt x="5980586" y="2224145"/>
                  </a:lnTo>
                  <a:lnTo>
                    <a:pt x="5980586" y="2215111"/>
                  </a:lnTo>
                  <a:lnTo>
                    <a:pt x="5975150" y="2215111"/>
                  </a:lnTo>
                  <a:lnTo>
                    <a:pt x="5975150" y="2212102"/>
                  </a:lnTo>
                  <a:lnTo>
                    <a:pt x="5969713" y="2212102"/>
                  </a:lnTo>
                  <a:lnTo>
                    <a:pt x="5969713" y="2212102"/>
                  </a:lnTo>
                  <a:lnTo>
                    <a:pt x="5942528" y="2212102"/>
                  </a:lnTo>
                  <a:lnTo>
                    <a:pt x="5942528" y="2209099"/>
                  </a:lnTo>
                  <a:lnTo>
                    <a:pt x="5937091" y="2209099"/>
                  </a:lnTo>
                  <a:lnTo>
                    <a:pt x="5937091" y="2206099"/>
                  </a:lnTo>
                  <a:lnTo>
                    <a:pt x="5931654" y="2206099"/>
                  </a:lnTo>
                  <a:lnTo>
                    <a:pt x="5931654" y="2203101"/>
                  </a:lnTo>
                  <a:lnTo>
                    <a:pt x="5920781" y="2203101"/>
                  </a:lnTo>
                  <a:lnTo>
                    <a:pt x="5920781" y="2203101"/>
                  </a:lnTo>
                  <a:lnTo>
                    <a:pt x="5915344" y="2203101"/>
                  </a:lnTo>
                  <a:lnTo>
                    <a:pt x="5915344" y="2200105"/>
                  </a:lnTo>
                  <a:lnTo>
                    <a:pt x="5909907" y="2200105"/>
                  </a:lnTo>
                  <a:lnTo>
                    <a:pt x="5909907" y="2197113"/>
                  </a:lnTo>
                  <a:lnTo>
                    <a:pt x="5899033" y="2197113"/>
                  </a:lnTo>
                  <a:lnTo>
                    <a:pt x="5899033" y="2194126"/>
                  </a:lnTo>
                  <a:lnTo>
                    <a:pt x="5893596" y="2194126"/>
                  </a:lnTo>
                  <a:lnTo>
                    <a:pt x="5893596" y="2194126"/>
                  </a:lnTo>
                  <a:lnTo>
                    <a:pt x="5888159" y="2194126"/>
                  </a:lnTo>
                  <a:lnTo>
                    <a:pt x="5888159" y="2194126"/>
                  </a:lnTo>
                  <a:lnTo>
                    <a:pt x="5882722" y="2194126"/>
                  </a:lnTo>
                  <a:lnTo>
                    <a:pt x="5882722" y="2194126"/>
                  </a:lnTo>
                  <a:lnTo>
                    <a:pt x="5866412" y="2194126"/>
                  </a:lnTo>
                  <a:lnTo>
                    <a:pt x="5866412" y="2194126"/>
                  </a:lnTo>
                  <a:lnTo>
                    <a:pt x="5860975" y="2194126"/>
                  </a:lnTo>
                  <a:lnTo>
                    <a:pt x="5860975" y="2194126"/>
                  </a:lnTo>
                  <a:lnTo>
                    <a:pt x="5844664" y="2194126"/>
                  </a:lnTo>
                  <a:lnTo>
                    <a:pt x="5844664" y="2194126"/>
                  </a:lnTo>
                  <a:lnTo>
                    <a:pt x="5828353" y="2194126"/>
                  </a:lnTo>
                  <a:lnTo>
                    <a:pt x="5828353" y="2194126"/>
                  </a:lnTo>
                  <a:lnTo>
                    <a:pt x="5822916" y="2194126"/>
                  </a:lnTo>
                  <a:lnTo>
                    <a:pt x="5822916" y="2191170"/>
                  </a:lnTo>
                  <a:lnTo>
                    <a:pt x="5817479" y="2191170"/>
                  </a:lnTo>
                  <a:lnTo>
                    <a:pt x="5817479" y="2188222"/>
                  </a:lnTo>
                  <a:lnTo>
                    <a:pt x="5784858" y="2188222"/>
                  </a:lnTo>
                  <a:lnTo>
                    <a:pt x="5784858" y="2188222"/>
                  </a:lnTo>
                  <a:lnTo>
                    <a:pt x="5773984" y="2188222"/>
                  </a:lnTo>
                  <a:lnTo>
                    <a:pt x="5773984" y="2188222"/>
                  </a:lnTo>
                  <a:lnTo>
                    <a:pt x="5763111" y="2188222"/>
                  </a:lnTo>
                  <a:lnTo>
                    <a:pt x="5763111" y="2188222"/>
                  </a:lnTo>
                  <a:lnTo>
                    <a:pt x="5752237" y="2188222"/>
                  </a:lnTo>
                  <a:lnTo>
                    <a:pt x="5752237" y="2185290"/>
                  </a:lnTo>
                  <a:lnTo>
                    <a:pt x="5741363" y="2185290"/>
                  </a:lnTo>
                  <a:lnTo>
                    <a:pt x="5741363" y="2182361"/>
                  </a:lnTo>
                  <a:lnTo>
                    <a:pt x="5735926" y="2182361"/>
                  </a:lnTo>
                  <a:lnTo>
                    <a:pt x="5735926" y="2182361"/>
                  </a:lnTo>
                  <a:lnTo>
                    <a:pt x="5719615" y="2182361"/>
                  </a:lnTo>
                  <a:lnTo>
                    <a:pt x="5719615" y="2182361"/>
                  </a:lnTo>
                  <a:lnTo>
                    <a:pt x="5714178" y="2182361"/>
                  </a:lnTo>
                  <a:lnTo>
                    <a:pt x="5714178" y="2179437"/>
                  </a:lnTo>
                  <a:lnTo>
                    <a:pt x="5708742" y="2179437"/>
                  </a:lnTo>
                  <a:lnTo>
                    <a:pt x="5708742" y="2179437"/>
                  </a:lnTo>
                  <a:lnTo>
                    <a:pt x="5703305" y="2179437"/>
                  </a:lnTo>
                  <a:lnTo>
                    <a:pt x="5703305" y="2179437"/>
                  </a:lnTo>
                  <a:lnTo>
                    <a:pt x="5697868" y="2179437"/>
                  </a:lnTo>
                  <a:lnTo>
                    <a:pt x="5697868" y="2179437"/>
                  </a:lnTo>
                  <a:lnTo>
                    <a:pt x="5692431" y="2179437"/>
                  </a:lnTo>
                  <a:lnTo>
                    <a:pt x="5692431" y="2179437"/>
                  </a:lnTo>
                  <a:lnTo>
                    <a:pt x="5681557" y="2179437"/>
                  </a:lnTo>
                  <a:lnTo>
                    <a:pt x="5681557" y="2179437"/>
                  </a:lnTo>
                  <a:lnTo>
                    <a:pt x="5676120" y="2179437"/>
                  </a:lnTo>
                  <a:lnTo>
                    <a:pt x="5676120" y="2179437"/>
                  </a:lnTo>
                  <a:lnTo>
                    <a:pt x="5670683" y="2179437"/>
                  </a:lnTo>
                  <a:lnTo>
                    <a:pt x="5670683" y="2176543"/>
                  </a:lnTo>
                  <a:lnTo>
                    <a:pt x="5665246" y="2176543"/>
                  </a:lnTo>
                  <a:lnTo>
                    <a:pt x="5665246" y="2176543"/>
                  </a:lnTo>
                  <a:lnTo>
                    <a:pt x="5659809" y="2176543"/>
                  </a:lnTo>
                  <a:lnTo>
                    <a:pt x="5659809" y="2173651"/>
                  </a:lnTo>
                  <a:lnTo>
                    <a:pt x="5654373" y="2173651"/>
                  </a:lnTo>
                  <a:lnTo>
                    <a:pt x="5654373" y="2170759"/>
                  </a:lnTo>
                  <a:lnTo>
                    <a:pt x="5648936" y="2170759"/>
                  </a:lnTo>
                  <a:lnTo>
                    <a:pt x="5648936" y="2170759"/>
                  </a:lnTo>
                  <a:lnTo>
                    <a:pt x="5638062" y="2170759"/>
                  </a:lnTo>
                  <a:lnTo>
                    <a:pt x="5638062" y="2170759"/>
                  </a:lnTo>
                  <a:lnTo>
                    <a:pt x="5632625" y="2170759"/>
                  </a:lnTo>
                  <a:lnTo>
                    <a:pt x="5632625" y="2170759"/>
                  </a:lnTo>
                  <a:lnTo>
                    <a:pt x="5627188" y="2170759"/>
                  </a:lnTo>
                  <a:lnTo>
                    <a:pt x="5627188" y="2165000"/>
                  </a:lnTo>
                  <a:lnTo>
                    <a:pt x="5621751" y="2165000"/>
                  </a:lnTo>
                  <a:lnTo>
                    <a:pt x="5621751" y="2162121"/>
                  </a:lnTo>
                  <a:lnTo>
                    <a:pt x="5605440" y="2162121"/>
                  </a:lnTo>
                  <a:lnTo>
                    <a:pt x="5605440" y="2162121"/>
                  </a:lnTo>
                  <a:lnTo>
                    <a:pt x="5600004" y="2162121"/>
                  </a:lnTo>
                  <a:lnTo>
                    <a:pt x="5600004" y="2162121"/>
                  </a:lnTo>
                  <a:lnTo>
                    <a:pt x="5594567" y="2162121"/>
                  </a:lnTo>
                  <a:lnTo>
                    <a:pt x="5594567" y="2159252"/>
                  </a:lnTo>
                  <a:lnTo>
                    <a:pt x="5589130" y="2159252"/>
                  </a:lnTo>
                  <a:lnTo>
                    <a:pt x="5589130" y="2159252"/>
                  </a:lnTo>
                  <a:lnTo>
                    <a:pt x="5572819" y="2159252"/>
                  </a:lnTo>
                  <a:lnTo>
                    <a:pt x="5572819" y="2159252"/>
                  </a:lnTo>
                  <a:lnTo>
                    <a:pt x="5567382" y="2159252"/>
                  </a:lnTo>
                  <a:lnTo>
                    <a:pt x="5567382" y="2156388"/>
                  </a:lnTo>
                  <a:lnTo>
                    <a:pt x="5561945" y="2156388"/>
                  </a:lnTo>
                  <a:lnTo>
                    <a:pt x="5561945" y="2156388"/>
                  </a:lnTo>
                  <a:lnTo>
                    <a:pt x="5556508" y="2156388"/>
                  </a:lnTo>
                  <a:lnTo>
                    <a:pt x="5556508" y="2150685"/>
                  </a:lnTo>
                  <a:lnTo>
                    <a:pt x="5545635" y="2150685"/>
                  </a:lnTo>
                  <a:lnTo>
                    <a:pt x="5545635" y="2150685"/>
                  </a:lnTo>
                  <a:lnTo>
                    <a:pt x="5523887" y="2150685"/>
                  </a:lnTo>
                  <a:lnTo>
                    <a:pt x="5523887" y="2147838"/>
                  </a:lnTo>
                  <a:lnTo>
                    <a:pt x="5518450" y="2147838"/>
                  </a:lnTo>
                  <a:lnTo>
                    <a:pt x="5518450" y="2147838"/>
                  </a:lnTo>
                  <a:lnTo>
                    <a:pt x="5507576" y="2147838"/>
                  </a:lnTo>
                  <a:lnTo>
                    <a:pt x="5507576" y="2147838"/>
                  </a:lnTo>
                  <a:lnTo>
                    <a:pt x="5502139" y="2147838"/>
                  </a:lnTo>
                  <a:lnTo>
                    <a:pt x="5502139" y="2147838"/>
                  </a:lnTo>
                  <a:lnTo>
                    <a:pt x="5485829" y="2147838"/>
                  </a:lnTo>
                  <a:lnTo>
                    <a:pt x="5485829" y="2147838"/>
                  </a:lnTo>
                  <a:lnTo>
                    <a:pt x="5474955" y="2147838"/>
                  </a:lnTo>
                  <a:lnTo>
                    <a:pt x="5474955" y="2145006"/>
                  </a:lnTo>
                  <a:lnTo>
                    <a:pt x="5469518" y="2145006"/>
                  </a:lnTo>
                  <a:lnTo>
                    <a:pt x="5469518" y="2142175"/>
                  </a:lnTo>
                  <a:lnTo>
                    <a:pt x="5464081" y="2142175"/>
                  </a:lnTo>
                  <a:lnTo>
                    <a:pt x="5464081" y="2142175"/>
                  </a:lnTo>
                  <a:lnTo>
                    <a:pt x="5442334" y="2142175"/>
                  </a:lnTo>
                  <a:lnTo>
                    <a:pt x="5442334" y="2136526"/>
                  </a:lnTo>
                  <a:lnTo>
                    <a:pt x="5436897" y="2136526"/>
                  </a:lnTo>
                  <a:lnTo>
                    <a:pt x="5436897" y="2136526"/>
                  </a:lnTo>
                  <a:lnTo>
                    <a:pt x="5431460" y="2136526"/>
                  </a:lnTo>
                  <a:lnTo>
                    <a:pt x="5431460" y="2136526"/>
                  </a:lnTo>
                  <a:lnTo>
                    <a:pt x="5426023" y="2136526"/>
                  </a:lnTo>
                  <a:lnTo>
                    <a:pt x="5426023" y="2136526"/>
                  </a:lnTo>
                  <a:lnTo>
                    <a:pt x="5420586" y="2136526"/>
                  </a:lnTo>
                  <a:lnTo>
                    <a:pt x="5420586" y="2136526"/>
                  </a:lnTo>
                  <a:lnTo>
                    <a:pt x="5415149" y="2136526"/>
                  </a:lnTo>
                  <a:lnTo>
                    <a:pt x="5415149" y="2136526"/>
                  </a:lnTo>
                  <a:lnTo>
                    <a:pt x="5409712" y="2136526"/>
                  </a:lnTo>
                  <a:lnTo>
                    <a:pt x="5409712" y="2133718"/>
                  </a:lnTo>
                  <a:lnTo>
                    <a:pt x="5404275" y="2133718"/>
                  </a:lnTo>
                  <a:lnTo>
                    <a:pt x="5404275" y="2130916"/>
                  </a:lnTo>
                  <a:lnTo>
                    <a:pt x="5387965" y="2130916"/>
                  </a:lnTo>
                  <a:lnTo>
                    <a:pt x="5387965" y="2130916"/>
                  </a:lnTo>
                  <a:lnTo>
                    <a:pt x="5382528" y="2130916"/>
                  </a:lnTo>
                  <a:lnTo>
                    <a:pt x="5382528" y="2128116"/>
                  </a:lnTo>
                  <a:lnTo>
                    <a:pt x="5377091" y="2128116"/>
                  </a:lnTo>
                  <a:lnTo>
                    <a:pt x="5377091" y="2128116"/>
                  </a:lnTo>
                  <a:lnTo>
                    <a:pt x="5371654" y="2128116"/>
                  </a:lnTo>
                  <a:lnTo>
                    <a:pt x="5371654" y="2128116"/>
                  </a:lnTo>
                  <a:lnTo>
                    <a:pt x="5360780" y="2128116"/>
                  </a:lnTo>
                  <a:lnTo>
                    <a:pt x="5360780" y="2128116"/>
                  </a:lnTo>
                  <a:lnTo>
                    <a:pt x="5355343" y="2128116"/>
                  </a:lnTo>
                  <a:lnTo>
                    <a:pt x="5355343" y="2128116"/>
                  </a:lnTo>
                  <a:lnTo>
                    <a:pt x="5344469" y="2128116"/>
                  </a:lnTo>
                  <a:lnTo>
                    <a:pt x="5344469" y="2125335"/>
                  </a:lnTo>
                  <a:lnTo>
                    <a:pt x="5333596" y="2125335"/>
                  </a:lnTo>
                  <a:lnTo>
                    <a:pt x="5333596" y="2122554"/>
                  </a:lnTo>
                  <a:lnTo>
                    <a:pt x="5311848" y="2122554"/>
                  </a:lnTo>
                  <a:lnTo>
                    <a:pt x="5311848" y="2122554"/>
                  </a:lnTo>
                  <a:lnTo>
                    <a:pt x="5306411" y="2122554"/>
                  </a:lnTo>
                  <a:lnTo>
                    <a:pt x="5306411" y="2119780"/>
                  </a:lnTo>
                  <a:lnTo>
                    <a:pt x="5290100" y="2119780"/>
                  </a:lnTo>
                  <a:lnTo>
                    <a:pt x="5290100" y="2119780"/>
                  </a:lnTo>
                  <a:lnTo>
                    <a:pt x="5284664" y="2119780"/>
                  </a:lnTo>
                  <a:lnTo>
                    <a:pt x="5284664" y="2119780"/>
                  </a:lnTo>
                  <a:lnTo>
                    <a:pt x="5279227" y="2119780"/>
                  </a:lnTo>
                  <a:lnTo>
                    <a:pt x="5279227" y="2119780"/>
                  </a:lnTo>
                  <a:lnTo>
                    <a:pt x="5252042" y="2119780"/>
                  </a:lnTo>
                  <a:lnTo>
                    <a:pt x="5252042" y="2119780"/>
                  </a:lnTo>
                  <a:lnTo>
                    <a:pt x="5246605" y="2119780"/>
                  </a:lnTo>
                  <a:lnTo>
                    <a:pt x="5246605" y="2117025"/>
                  </a:lnTo>
                  <a:lnTo>
                    <a:pt x="5235731" y="2117025"/>
                  </a:lnTo>
                  <a:lnTo>
                    <a:pt x="5235731" y="2117025"/>
                  </a:lnTo>
                  <a:lnTo>
                    <a:pt x="5224858" y="2117025"/>
                  </a:lnTo>
                  <a:lnTo>
                    <a:pt x="5224858" y="2114272"/>
                  </a:lnTo>
                  <a:lnTo>
                    <a:pt x="5219421" y="2114272"/>
                  </a:lnTo>
                  <a:lnTo>
                    <a:pt x="5219421" y="2114272"/>
                  </a:lnTo>
                  <a:lnTo>
                    <a:pt x="5213984" y="2114272"/>
                  </a:lnTo>
                  <a:lnTo>
                    <a:pt x="5213984" y="2114272"/>
                  </a:lnTo>
                  <a:lnTo>
                    <a:pt x="5208547" y="2114272"/>
                  </a:lnTo>
                  <a:lnTo>
                    <a:pt x="5208547" y="2111528"/>
                  </a:lnTo>
                  <a:lnTo>
                    <a:pt x="5192236" y="2111528"/>
                  </a:lnTo>
                  <a:lnTo>
                    <a:pt x="5192236" y="2111528"/>
                  </a:lnTo>
                  <a:lnTo>
                    <a:pt x="5175926" y="2111528"/>
                  </a:lnTo>
                  <a:lnTo>
                    <a:pt x="5175926" y="2111528"/>
                  </a:lnTo>
                  <a:lnTo>
                    <a:pt x="5170489" y="2111528"/>
                  </a:lnTo>
                  <a:lnTo>
                    <a:pt x="5170489" y="2108789"/>
                  </a:lnTo>
                  <a:lnTo>
                    <a:pt x="5165052" y="2108789"/>
                  </a:lnTo>
                  <a:lnTo>
                    <a:pt x="5165052" y="2108789"/>
                  </a:lnTo>
                  <a:lnTo>
                    <a:pt x="5154178" y="2108789"/>
                  </a:lnTo>
                  <a:lnTo>
                    <a:pt x="5154178" y="2106053"/>
                  </a:lnTo>
                  <a:lnTo>
                    <a:pt x="5148741" y="2106053"/>
                  </a:lnTo>
                  <a:lnTo>
                    <a:pt x="5148741" y="2106053"/>
                  </a:lnTo>
                  <a:lnTo>
                    <a:pt x="5137867" y="2106053"/>
                  </a:lnTo>
                  <a:lnTo>
                    <a:pt x="5137867" y="2106053"/>
                  </a:lnTo>
                  <a:lnTo>
                    <a:pt x="5132430" y="2106053"/>
                  </a:lnTo>
                  <a:lnTo>
                    <a:pt x="5132430" y="2106053"/>
                  </a:lnTo>
                  <a:lnTo>
                    <a:pt x="5126994" y="2106053"/>
                  </a:lnTo>
                  <a:lnTo>
                    <a:pt x="5126994" y="2100606"/>
                  </a:lnTo>
                  <a:lnTo>
                    <a:pt x="5121557" y="2100606"/>
                  </a:lnTo>
                  <a:lnTo>
                    <a:pt x="5121557" y="2097885"/>
                  </a:lnTo>
                  <a:lnTo>
                    <a:pt x="5116120" y="2097885"/>
                  </a:lnTo>
                  <a:lnTo>
                    <a:pt x="5116120" y="2095166"/>
                  </a:lnTo>
                  <a:lnTo>
                    <a:pt x="5110683" y="2095166"/>
                  </a:lnTo>
                  <a:lnTo>
                    <a:pt x="5110683" y="2095166"/>
                  </a:lnTo>
                  <a:lnTo>
                    <a:pt x="5105246" y="2095166"/>
                  </a:lnTo>
                  <a:lnTo>
                    <a:pt x="5105246" y="2089737"/>
                  </a:lnTo>
                  <a:lnTo>
                    <a:pt x="5099809" y="2089737"/>
                  </a:lnTo>
                  <a:lnTo>
                    <a:pt x="5099809" y="2087022"/>
                  </a:lnTo>
                  <a:lnTo>
                    <a:pt x="5094372" y="2087022"/>
                  </a:lnTo>
                  <a:lnTo>
                    <a:pt x="5094372" y="2084311"/>
                  </a:lnTo>
                  <a:lnTo>
                    <a:pt x="5088935" y="2084311"/>
                  </a:lnTo>
                  <a:lnTo>
                    <a:pt x="5088935" y="2081607"/>
                  </a:lnTo>
                  <a:lnTo>
                    <a:pt x="5083498" y="2081607"/>
                  </a:lnTo>
                  <a:lnTo>
                    <a:pt x="5083498" y="2081607"/>
                  </a:lnTo>
                  <a:lnTo>
                    <a:pt x="5078061" y="2081607"/>
                  </a:lnTo>
                  <a:lnTo>
                    <a:pt x="5078061" y="2076204"/>
                  </a:lnTo>
                  <a:lnTo>
                    <a:pt x="5072625" y="2076204"/>
                  </a:lnTo>
                  <a:lnTo>
                    <a:pt x="5072625" y="2073502"/>
                  </a:lnTo>
                  <a:lnTo>
                    <a:pt x="5056314" y="2073502"/>
                  </a:lnTo>
                  <a:lnTo>
                    <a:pt x="5056314" y="2070799"/>
                  </a:lnTo>
                  <a:lnTo>
                    <a:pt x="5050877" y="2070799"/>
                  </a:lnTo>
                  <a:lnTo>
                    <a:pt x="5050877" y="2070799"/>
                  </a:lnTo>
                  <a:lnTo>
                    <a:pt x="5045440" y="2070799"/>
                  </a:lnTo>
                  <a:lnTo>
                    <a:pt x="5045440" y="2070799"/>
                  </a:lnTo>
                  <a:lnTo>
                    <a:pt x="5034566" y="2070799"/>
                  </a:lnTo>
                  <a:lnTo>
                    <a:pt x="5034566" y="2070799"/>
                  </a:lnTo>
                  <a:lnTo>
                    <a:pt x="5023693" y="2070799"/>
                  </a:lnTo>
                  <a:lnTo>
                    <a:pt x="5023693" y="2070799"/>
                  </a:lnTo>
                  <a:lnTo>
                    <a:pt x="5018256" y="2070799"/>
                  </a:lnTo>
                  <a:lnTo>
                    <a:pt x="5018256" y="2068108"/>
                  </a:lnTo>
                  <a:lnTo>
                    <a:pt x="5012819" y="2068108"/>
                  </a:lnTo>
                  <a:lnTo>
                    <a:pt x="5012819" y="2068108"/>
                  </a:lnTo>
                  <a:lnTo>
                    <a:pt x="5007382" y="2068108"/>
                  </a:lnTo>
                  <a:lnTo>
                    <a:pt x="5007382" y="2068108"/>
                  </a:lnTo>
                  <a:lnTo>
                    <a:pt x="5001945" y="2068108"/>
                  </a:lnTo>
                  <a:lnTo>
                    <a:pt x="5001945" y="2065421"/>
                  </a:lnTo>
                  <a:lnTo>
                    <a:pt x="4985634" y="2065421"/>
                  </a:lnTo>
                  <a:lnTo>
                    <a:pt x="4985634" y="2065421"/>
                  </a:lnTo>
                  <a:lnTo>
                    <a:pt x="4980197" y="2065421"/>
                  </a:lnTo>
                  <a:lnTo>
                    <a:pt x="4980197" y="2065421"/>
                  </a:lnTo>
                  <a:lnTo>
                    <a:pt x="4974760" y="2065421"/>
                  </a:lnTo>
                  <a:lnTo>
                    <a:pt x="4974760" y="2065421"/>
                  </a:lnTo>
                  <a:lnTo>
                    <a:pt x="4963887" y="2065421"/>
                  </a:lnTo>
                  <a:lnTo>
                    <a:pt x="4963887" y="2062749"/>
                  </a:lnTo>
                  <a:lnTo>
                    <a:pt x="4953013" y="2062749"/>
                  </a:lnTo>
                  <a:lnTo>
                    <a:pt x="4953013" y="2060082"/>
                  </a:lnTo>
                  <a:lnTo>
                    <a:pt x="4936702" y="2060082"/>
                  </a:lnTo>
                  <a:lnTo>
                    <a:pt x="4936702" y="2054747"/>
                  </a:lnTo>
                  <a:lnTo>
                    <a:pt x="4931265" y="2054747"/>
                  </a:lnTo>
                  <a:lnTo>
                    <a:pt x="4931265" y="2054747"/>
                  </a:lnTo>
                  <a:lnTo>
                    <a:pt x="4920391" y="2054747"/>
                  </a:lnTo>
                  <a:lnTo>
                    <a:pt x="4920391" y="2052081"/>
                  </a:lnTo>
                  <a:lnTo>
                    <a:pt x="4914955" y="2052081"/>
                  </a:lnTo>
                  <a:lnTo>
                    <a:pt x="4914955" y="2052081"/>
                  </a:lnTo>
                  <a:lnTo>
                    <a:pt x="4909518" y="2052081"/>
                  </a:lnTo>
                  <a:lnTo>
                    <a:pt x="4909518" y="2052081"/>
                  </a:lnTo>
                  <a:lnTo>
                    <a:pt x="4898644" y="2052081"/>
                  </a:lnTo>
                  <a:lnTo>
                    <a:pt x="4898644" y="2049428"/>
                  </a:lnTo>
                  <a:lnTo>
                    <a:pt x="4893207" y="2049428"/>
                  </a:lnTo>
                  <a:lnTo>
                    <a:pt x="4893207" y="2049428"/>
                  </a:lnTo>
                  <a:lnTo>
                    <a:pt x="4887770" y="2049428"/>
                  </a:lnTo>
                  <a:lnTo>
                    <a:pt x="4887770" y="2049428"/>
                  </a:lnTo>
                  <a:lnTo>
                    <a:pt x="4876896" y="2049428"/>
                  </a:lnTo>
                  <a:lnTo>
                    <a:pt x="4876896" y="2046783"/>
                  </a:lnTo>
                  <a:lnTo>
                    <a:pt x="4871459" y="2046783"/>
                  </a:lnTo>
                  <a:lnTo>
                    <a:pt x="4871459" y="2046783"/>
                  </a:lnTo>
                  <a:lnTo>
                    <a:pt x="4866022" y="2046783"/>
                  </a:lnTo>
                  <a:lnTo>
                    <a:pt x="4866022" y="2046783"/>
                  </a:lnTo>
                  <a:lnTo>
                    <a:pt x="4860586" y="2046783"/>
                  </a:lnTo>
                  <a:lnTo>
                    <a:pt x="4860586" y="2044147"/>
                  </a:lnTo>
                  <a:lnTo>
                    <a:pt x="4855149" y="2044147"/>
                  </a:lnTo>
                  <a:lnTo>
                    <a:pt x="4855149" y="2041513"/>
                  </a:lnTo>
                  <a:lnTo>
                    <a:pt x="4849712" y="2041513"/>
                  </a:lnTo>
                  <a:lnTo>
                    <a:pt x="4849712" y="2038881"/>
                  </a:lnTo>
                  <a:lnTo>
                    <a:pt x="4844275" y="2038881"/>
                  </a:lnTo>
                  <a:lnTo>
                    <a:pt x="4844275" y="2038881"/>
                  </a:lnTo>
                  <a:lnTo>
                    <a:pt x="4833401" y="2038881"/>
                  </a:lnTo>
                  <a:lnTo>
                    <a:pt x="4833401" y="2038881"/>
                  </a:lnTo>
                  <a:lnTo>
                    <a:pt x="4827964" y="2038881"/>
                  </a:lnTo>
                  <a:lnTo>
                    <a:pt x="4827964" y="2038881"/>
                  </a:lnTo>
                  <a:lnTo>
                    <a:pt x="4822527" y="2038881"/>
                  </a:lnTo>
                  <a:lnTo>
                    <a:pt x="4822527" y="2038881"/>
                  </a:lnTo>
                  <a:lnTo>
                    <a:pt x="4806217" y="2038881"/>
                  </a:lnTo>
                  <a:lnTo>
                    <a:pt x="4806217" y="2036262"/>
                  </a:lnTo>
                  <a:lnTo>
                    <a:pt x="4800780" y="2036262"/>
                  </a:lnTo>
                  <a:lnTo>
                    <a:pt x="4800780" y="2033644"/>
                  </a:lnTo>
                  <a:lnTo>
                    <a:pt x="4795343" y="2033644"/>
                  </a:lnTo>
                  <a:lnTo>
                    <a:pt x="4795343" y="2033644"/>
                  </a:lnTo>
                  <a:lnTo>
                    <a:pt x="4789906" y="2033644"/>
                  </a:lnTo>
                  <a:lnTo>
                    <a:pt x="4789906" y="2033644"/>
                  </a:lnTo>
                  <a:lnTo>
                    <a:pt x="4784469" y="2033644"/>
                  </a:lnTo>
                  <a:lnTo>
                    <a:pt x="4784469" y="2033644"/>
                  </a:lnTo>
                  <a:lnTo>
                    <a:pt x="4779032" y="2033644"/>
                  </a:lnTo>
                  <a:lnTo>
                    <a:pt x="4779032" y="2033644"/>
                  </a:lnTo>
                  <a:lnTo>
                    <a:pt x="4768158" y="2033644"/>
                  </a:lnTo>
                  <a:lnTo>
                    <a:pt x="4768158" y="2033644"/>
                  </a:lnTo>
                  <a:lnTo>
                    <a:pt x="4762721" y="2033644"/>
                  </a:lnTo>
                  <a:lnTo>
                    <a:pt x="4762721" y="2033644"/>
                  </a:lnTo>
                  <a:lnTo>
                    <a:pt x="4757285" y="2033644"/>
                  </a:lnTo>
                  <a:lnTo>
                    <a:pt x="4757285" y="2033644"/>
                  </a:lnTo>
                  <a:lnTo>
                    <a:pt x="4751848" y="2033644"/>
                  </a:lnTo>
                  <a:lnTo>
                    <a:pt x="4751848" y="2031049"/>
                  </a:lnTo>
                  <a:lnTo>
                    <a:pt x="4735537" y="2031049"/>
                  </a:lnTo>
                  <a:lnTo>
                    <a:pt x="4735537" y="2028456"/>
                  </a:lnTo>
                  <a:lnTo>
                    <a:pt x="4724663" y="2028456"/>
                  </a:lnTo>
                  <a:lnTo>
                    <a:pt x="4724663" y="2028456"/>
                  </a:lnTo>
                  <a:lnTo>
                    <a:pt x="4719226" y="2028456"/>
                  </a:lnTo>
                  <a:lnTo>
                    <a:pt x="4719226" y="2025869"/>
                  </a:lnTo>
                  <a:lnTo>
                    <a:pt x="4713789" y="2025869"/>
                  </a:lnTo>
                  <a:lnTo>
                    <a:pt x="4713789" y="2025869"/>
                  </a:lnTo>
                  <a:lnTo>
                    <a:pt x="4702916" y="2025869"/>
                  </a:lnTo>
                  <a:lnTo>
                    <a:pt x="4702916" y="2018119"/>
                  </a:lnTo>
                  <a:lnTo>
                    <a:pt x="4697479" y="2018119"/>
                  </a:lnTo>
                  <a:lnTo>
                    <a:pt x="4697479" y="2015535"/>
                  </a:lnTo>
                  <a:lnTo>
                    <a:pt x="4681168" y="2015535"/>
                  </a:lnTo>
                  <a:lnTo>
                    <a:pt x="4681168" y="2015535"/>
                  </a:lnTo>
                  <a:lnTo>
                    <a:pt x="4643110" y="2015535"/>
                  </a:lnTo>
                  <a:lnTo>
                    <a:pt x="4643110" y="2015535"/>
                  </a:lnTo>
                  <a:lnTo>
                    <a:pt x="4637673" y="2015535"/>
                  </a:lnTo>
                  <a:lnTo>
                    <a:pt x="4637673" y="2015535"/>
                  </a:lnTo>
                  <a:lnTo>
                    <a:pt x="4626799" y="2015535"/>
                  </a:lnTo>
                  <a:lnTo>
                    <a:pt x="4626799" y="2015535"/>
                  </a:lnTo>
                  <a:lnTo>
                    <a:pt x="4621362" y="2015535"/>
                  </a:lnTo>
                  <a:lnTo>
                    <a:pt x="4621362" y="2015535"/>
                  </a:lnTo>
                  <a:lnTo>
                    <a:pt x="4610488" y="2015535"/>
                  </a:lnTo>
                  <a:lnTo>
                    <a:pt x="4610488" y="2015535"/>
                  </a:lnTo>
                  <a:lnTo>
                    <a:pt x="4605051" y="2015535"/>
                  </a:lnTo>
                  <a:lnTo>
                    <a:pt x="4605051" y="2012971"/>
                  </a:lnTo>
                  <a:lnTo>
                    <a:pt x="4599615" y="2012971"/>
                  </a:lnTo>
                  <a:lnTo>
                    <a:pt x="4599615" y="2010409"/>
                  </a:lnTo>
                  <a:lnTo>
                    <a:pt x="4588741" y="2010409"/>
                  </a:lnTo>
                  <a:lnTo>
                    <a:pt x="4588741" y="2007849"/>
                  </a:lnTo>
                  <a:lnTo>
                    <a:pt x="4583304" y="2007849"/>
                  </a:lnTo>
                  <a:lnTo>
                    <a:pt x="4583304" y="2005289"/>
                  </a:lnTo>
                  <a:lnTo>
                    <a:pt x="4577867" y="2005289"/>
                  </a:lnTo>
                  <a:lnTo>
                    <a:pt x="4577867" y="2002729"/>
                  </a:lnTo>
                  <a:lnTo>
                    <a:pt x="4566993" y="2002729"/>
                  </a:lnTo>
                  <a:lnTo>
                    <a:pt x="4566993" y="2000172"/>
                  </a:lnTo>
                  <a:lnTo>
                    <a:pt x="4556119" y="2000172"/>
                  </a:lnTo>
                  <a:lnTo>
                    <a:pt x="4556119" y="2000172"/>
                  </a:lnTo>
                  <a:lnTo>
                    <a:pt x="4545246" y="2000172"/>
                  </a:lnTo>
                  <a:lnTo>
                    <a:pt x="4545246" y="2000172"/>
                  </a:lnTo>
                  <a:lnTo>
                    <a:pt x="4528935" y="2000172"/>
                  </a:lnTo>
                  <a:lnTo>
                    <a:pt x="4528935" y="1997622"/>
                  </a:lnTo>
                  <a:lnTo>
                    <a:pt x="4518061" y="1997622"/>
                  </a:lnTo>
                  <a:lnTo>
                    <a:pt x="4518061" y="1995073"/>
                  </a:lnTo>
                  <a:lnTo>
                    <a:pt x="4512624" y="1995073"/>
                  </a:lnTo>
                  <a:lnTo>
                    <a:pt x="4512624" y="1992526"/>
                  </a:lnTo>
                  <a:lnTo>
                    <a:pt x="4507187" y="1992526"/>
                  </a:lnTo>
                  <a:lnTo>
                    <a:pt x="4507187" y="1989980"/>
                  </a:lnTo>
                  <a:lnTo>
                    <a:pt x="4496313" y="1989980"/>
                  </a:lnTo>
                  <a:lnTo>
                    <a:pt x="4496313" y="1989980"/>
                  </a:lnTo>
                  <a:lnTo>
                    <a:pt x="4490877" y="1989980"/>
                  </a:lnTo>
                  <a:lnTo>
                    <a:pt x="4490877" y="1989980"/>
                  </a:lnTo>
                  <a:lnTo>
                    <a:pt x="4480003" y="1989980"/>
                  </a:lnTo>
                  <a:lnTo>
                    <a:pt x="4480003" y="1987441"/>
                  </a:lnTo>
                  <a:lnTo>
                    <a:pt x="4474566" y="1987441"/>
                  </a:lnTo>
                  <a:lnTo>
                    <a:pt x="4474566" y="1987441"/>
                  </a:lnTo>
                  <a:lnTo>
                    <a:pt x="4469129" y="1987441"/>
                  </a:lnTo>
                  <a:lnTo>
                    <a:pt x="4469129" y="1984903"/>
                  </a:lnTo>
                  <a:lnTo>
                    <a:pt x="4463692" y="1984903"/>
                  </a:lnTo>
                  <a:lnTo>
                    <a:pt x="4463692" y="1984903"/>
                  </a:lnTo>
                  <a:lnTo>
                    <a:pt x="4447381" y="1984903"/>
                  </a:lnTo>
                  <a:lnTo>
                    <a:pt x="4447381" y="1982369"/>
                  </a:lnTo>
                  <a:lnTo>
                    <a:pt x="4436508" y="1982369"/>
                  </a:lnTo>
                  <a:lnTo>
                    <a:pt x="4436508" y="1979835"/>
                  </a:lnTo>
                  <a:lnTo>
                    <a:pt x="4431071" y="1979835"/>
                  </a:lnTo>
                  <a:lnTo>
                    <a:pt x="4431071" y="1977300"/>
                  </a:lnTo>
                  <a:lnTo>
                    <a:pt x="4425634" y="1977300"/>
                  </a:lnTo>
                  <a:lnTo>
                    <a:pt x="4425634" y="1977300"/>
                  </a:lnTo>
                  <a:lnTo>
                    <a:pt x="4420197" y="1977300"/>
                  </a:lnTo>
                  <a:lnTo>
                    <a:pt x="4420197" y="1972235"/>
                  </a:lnTo>
                  <a:lnTo>
                    <a:pt x="4409323" y="1972235"/>
                  </a:lnTo>
                  <a:lnTo>
                    <a:pt x="4409323" y="1972235"/>
                  </a:lnTo>
                  <a:lnTo>
                    <a:pt x="4398449" y="1972235"/>
                  </a:lnTo>
                  <a:lnTo>
                    <a:pt x="4398449" y="1969704"/>
                  </a:lnTo>
                  <a:lnTo>
                    <a:pt x="4387576" y="1969704"/>
                  </a:lnTo>
                  <a:lnTo>
                    <a:pt x="4387576" y="1964642"/>
                  </a:lnTo>
                  <a:lnTo>
                    <a:pt x="4376702" y="1964642"/>
                  </a:lnTo>
                  <a:lnTo>
                    <a:pt x="4376702" y="1964642"/>
                  </a:lnTo>
                  <a:lnTo>
                    <a:pt x="4371265" y="1964642"/>
                  </a:lnTo>
                  <a:lnTo>
                    <a:pt x="4371265" y="1964642"/>
                  </a:lnTo>
                  <a:lnTo>
                    <a:pt x="4365828" y="1964642"/>
                  </a:lnTo>
                  <a:lnTo>
                    <a:pt x="4365828" y="1964642"/>
                  </a:lnTo>
                  <a:lnTo>
                    <a:pt x="4360391" y="1964642"/>
                  </a:lnTo>
                  <a:lnTo>
                    <a:pt x="4360391" y="1964642"/>
                  </a:lnTo>
                  <a:lnTo>
                    <a:pt x="4354954" y="1964642"/>
                  </a:lnTo>
                  <a:lnTo>
                    <a:pt x="4354954" y="1964642"/>
                  </a:lnTo>
                  <a:lnTo>
                    <a:pt x="4349517" y="1964642"/>
                  </a:lnTo>
                  <a:lnTo>
                    <a:pt x="4349517" y="1962131"/>
                  </a:lnTo>
                  <a:lnTo>
                    <a:pt x="4344080" y="1962131"/>
                  </a:lnTo>
                  <a:lnTo>
                    <a:pt x="4344080" y="1959621"/>
                  </a:lnTo>
                  <a:lnTo>
                    <a:pt x="4338643" y="1959621"/>
                  </a:lnTo>
                  <a:lnTo>
                    <a:pt x="4338643" y="1959621"/>
                  </a:lnTo>
                  <a:lnTo>
                    <a:pt x="4333207" y="1959621"/>
                  </a:lnTo>
                  <a:lnTo>
                    <a:pt x="4333207" y="1954607"/>
                  </a:lnTo>
                  <a:lnTo>
                    <a:pt x="4327770" y="1954607"/>
                  </a:lnTo>
                  <a:lnTo>
                    <a:pt x="4327770" y="1954607"/>
                  </a:lnTo>
                  <a:lnTo>
                    <a:pt x="4322333" y="1954607"/>
                  </a:lnTo>
                  <a:lnTo>
                    <a:pt x="4322333" y="1952105"/>
                  </a:lnTo>
                  <a:lnTo>
                    <a:pt x="4316896" y="1952105"/>
                  </a:lnTo>
                  <a:lnTo>
                    <a:pt x="4316896" y="1949605"/>
                  </a:lnTo>
                  <a:lnTo>
                    <a:pt x="4306022" y="1949605"/>
                  </a:lnTo>
                  <a:lnTo>
                    <a:pt x="4306022" y="1947109"/>
                  </a:lnTo>
                  <a:lnTo>
                    <a:pt x="4300585" y="1947109"/>
                  </a:lnTo>
                  <a:lnTo>
                    <a:pt x="4300585" y="1947109"/>
                  </a:lnTo>
                  <a:lnTo>
                    <a:pt x="4295148" y="1947109"/>
                  </a:lnTo>
                  <a:lnTo>
                    <a:pt x="4295148" y="1942123"/>
                  </a:lnTo>
                  <a:lnTo>
                    <a:pt x="4284274" y="1942123"/>
                  </a:lnTo>
                  <a:lnTo>
                    <a:pt x="4284274" y="1942123"/>
                  </a:lnTo>
                  <a:lnTo>
                    <a:pt x="4278838" y="1942123"/>
                  </a:lnTo>
                  <a:lnTo>
                    <a:pt x="4278838" y="1939634"/>
                  </a:lnTo>
                  <a:lnTo>
                    <a:pt x="4273401" y="1939634"/>
                  </a:lnTo>
                  <a:lnTo>
                    <a:pt x="4273401" y="1934658"/>
                  </a:lnTo>
                  <a:lnTo>
                    <a:pt x="4267964" y="1934658"/>
                  </a:lnTo>
                  <a:lnTo>
                    <a:pt x="4267964" y="1929682"/>
                  </a:lnTo>
                  <a:lnTo>
                    <a:pt x="4257090" y="1929682"/>
                  </a:lnTo>
                  <a:lnTo>
                    <a:pt x="4257090" y="1924709"/>
                  </a:lnTo>
                  <a:lnTo>
                    <a:pt x="4240779" y="1924709"/>
                  </a:lnTo>
                  <a:lnTo>
                    <a:pt x="4240779" y="1922224"/>
                  </a:lnTo>
                  <a:lnTo>
                    <a:pt x="4235342" y="1922224"/>
                  </a:lnTo>
                  <a:lnTo>
                    <a:pt x="4235342" y="1919743"/>
                  </a:lnTo>
                  <a:lnTo>
                    <a:pt x="4229906" y="1919743"/>
                  </a:lnTo>
                  <a:lnTo>
                    <a:pt x="4229906" y="1917262"/>
                  </a:lnTo>
                  <a:lnTo>
                    <a:pt x="4224469" y="1917262"/>
                  </a:lnTo>
                  <a:lnTo>
                    <a:pt x="4224469" y="1917262"/>
                  </a:lnTo>
                  <a:lnTo>
                    <a:pt x="4213595" y="1917262"/>
                  </a:lnTo>
                  <a:lnTo>
                    <a:pt x="4213595" y="1912305"/>
                  </a:lnTo>
                  <a:lnTo>
                    <a:pt x="4208158" y="1912305"/>
                  </a:lnTo>
                  <a:lnTo>
                    <a:pt x="4208158" y="1912305"/>
                  </a:lnTo>
                  <a:lnTo>
                    <a:pt x="4202721" y="1912305"/>
                  </a:lnTo>
                  <a:lnTo>
                    <a:pt x="4202721" y="1909829"/>
                  </a:lnTo>
                  <a:lnTo>
                    <a:pt x="4191847" y="1909829"/>
                  </a:lnTo>
                  <a:lnTo>
                    <a:pt x="4191847" y="1907352"/>
                  </a:lnTo>
                  <a:lnTo>
                    <a:pt x="4186410" y="1907352"/>
                  </a:lnTo>
                  <a:lnTo>
                    <a:pt x="4186410" y="1907352"/>
                  </a:lnTo>
                  <a:lnTo>
                    <a:pt x="4180973" y="1907352"/>
                  </a:lnTo>
                  <a:lnTo>
                    <a:pt x="4180973" y="1904879"/>
                  </a:lnTo>
                  <a:lnTo>
                    <a:pt x="4175537" y="1904879"/>
                  </a:lnTo>
                  <a:lnTo>
                    <a:pt x="4175537" y="1904879"/>
                  </a:lnTo>
                  <a:lnTo>
                    <a:pt x="4170100" y="1904879"/>
                  </a:lnTo>
                  <a:lnTo>
                    <a:pt x="4170100" y="1902411"/>
                  </a:lnTo>
                  <a:lnTo>
                    <a:pt x="4164663" y="1902411"/>
                  </a:lnTo>
                  <a:lnTo>
                    <a:pt x="4164663" y="1899943"/>
                  </a:lnTo>
                  <a:lnTo>
                    <a:pt x="4153789" y="1899943"/>
                  </a:lnTo>
                  <a:lnTo>
                    <a:pt x="4153789" y="1899943"/>
                  </a:lnTo>
                  <a:lnTo>
                    <a:pt x="4142915" y="1899943"/>
                  </a:lnTo>
                  <a:lnTo>
                    <a:pt x="4142915" y="1899943"/>
                  </a:lnTo>
                  <a:lnTo>
                    <a:pt x="4137478" y="1899943"/>
                  </a:lnTo>
                  <a:lnTo>
                    <a:pt x="4137478" y="1897480"/>
                  </a:lnTo>
                  <a:lnTo>
                    <a:pt x="4132041" y="1897480"/>
                  </a:lnTo>
                  <a:lnTo>
                    <a:pt x="4132041" y="1895019"/>
                  </a:lnTo>
                  <a:lnTo>
                    <a:pt x="4126604" y="1895019"/>
                  </a:lnTo>
                  <a:lnTo>
                    <a:pt x="4126604" y="1892558"/>
                  </a:lnTo>
                  <a:lnTo>
                    <a:pt x="4115731" y="1892558"/>
                  </a:lnTo>
                  <a:lnTo>
                    <a:pt x="4115731" y="1890097"/>
                  </a:lnTo>
                  <a:lnTo>
                    <a:pt x="4110294" y="1890097"/>
                  </a:lnTo>
                  <a:lnTo>
                    <a:pt x="4110294" y="1890097"/>
                  </a:lnTo>
                  <a:lnTo>
                    <a:pt x="4104857" y="1890097"/>
                  </a:lnTo>
                  <a:lnTo>
                    <a:pt x="4104857" y="1887640"/>
                  </a:lnTo>
                  <a:lnTo>
                    <a:pt x="4099420" y="1887640"/>
                  </a:lnTo>
                  <a:lnTo>
                    <a:pt x="4099420" y="1885184"/>
                  </a:lnTo>
                  <a:lnTo>
                    <a:pt x="4077672" y="1885184"/>
                  </a:lnTo>
                  <a:lnTo>
                    <a:pt x="4077672" y="1880271"/>
                  </a:lnTo>
                  <a:lnTo>
                    <a:pt x="4066799" y="1880271"/>
                  </a:lnTo>
                  <a:lnTo>
                    <a:pt x="4066799" y="1877816"/>
                  </a:lnTo>
                  <a:lnTo>
                    <a:pt x="4055925" y="1877816"/>
                  </a:lnTo>
                  <a:lnTo>
                    <a:pt x="4055925" y="1877816"/>
                  </a:lnTo>
                  <a:lnTo>
                    <a:pt x="4034177" y="1877816"/>
                  </a:lnTo>
                  <a:lnTo>
                    <a:pt x="4034177" y="1875366"/>
                  </a:lnTo>
                  <a:lnTo>
                    <a:pt x="4023303" y="1875366"/>
                  </a:lnTo>
                  <a:lnTo>
                    <a:pt x="4023303" y="1875366"/>
                  </a:lnTo>
                  <a:lnTo>
                    <a:pt x="4017867" y="1875366"/>
                  </a:lnTo>
                  <a:lnTo>
                    <a:pt x="4017867" y="1875366"/>
                  </a:lnTo>
                  <a:lnTo>
                    <a:pt x="3996119" y="1875366"/>
                  </a:lnTo>
                  <a:lnTo>
                    <a:pt x="3996119" y="1875366"/>
                  </a:lnTo>
                  <a:lnTo>
                    <a:pt x="3990682" y="1875366"/>
                  </a:lnTo>
                  <a:lnTo>
                    <a:pt x="3990682" y="1875366"/>
                  </a:lnTo>
                  <a:lnTo>
                    <a:pt x="3974371" y="1875366"/>
                  </a:lnTo>
                  <a:lnTo>
                    <a:pt x="3974371" y="1868057"/>
                  </a:lnTo>
                  <a:lnTo>
                    <a:pt x="3952624" y="1868057"/>
                  </a:lnTo>
                  <a:lnTo>
                    <a:pt x="3952624" y="1865620"/>
                  </a:lnTo>
                  <a:lnTo>
                    <a:pt x="3941750" y="1865620"/>
                  </a:lnTo>
                  <a:lnTo>
                    <a:pt x="3941750" y="1863184"/>
                  </a:lnTo>
                  <a:lnTo>
                    <a:pt x="3936313" y="1863184"/>
                  </a:lnTo>
                  <a:lnTo>
                    <a:pt x="3936313" y="1860747"/>
                  </a:lnTo>
                  <a:lnTo>
                    <a:pt x="3930876" y="1860747"/>
                  </a:lnTo>
                  <a:lnTo>
                    <a:pt x="3930876" y="1860747"/>
                  </a:lnTo>
                  <a:lnTo>
                    <a:pt x="3925439" y="1860747"/>
                  </a:lnTo>
                  <a:lnTo>
                    <a:pt x="3925439" y="1858315"/>
                  </a:lnTo>
                  <a:lnTo>
                    <a:pt x="3920002" y="1858315"/>
                  </a:lnTo>
                  <a:lnTo>
                    <a:pt x="3920002" y="1858315"/>
                  </a:lnTo>
                  <a:lnTo>
                    <a:pt x="3914565" y="1858315"/>
                  </a:lnTo>
                  <a:lnTo>
                    <a:pt x="3914565" y="1855888"/>
                  </a:lnTo>
                  <a:lnTo>
                    <a:pt x="3909129" y="1855888"/>
                  </a:lnTo>
                  <a:lnTo>
                    <a:pt x="3909129" y="1853461"/>
                  </a:lnTo>
                  <a:lnTo>
                    <a:pt x="3903692" y="1853461"/>
                  </a:lnTo>
                  <a:lnTo>
                    <a:pt x="3903692" y="1853461"/>
                  </a:lnTo>
                  <a:lnTo>
                    <a:pt x="3887381" y="1853461"/>
                  </a:lnTo>
                  <a:lnTo>
                    <a:pt x="3887381" y="1853461"/>
                  </a:lnTo>
                  <a:lnTo>
                    <a:pt x="3881944" y="1853461"/>
                  </a:lnTo>
                  <a:lnTo>
                    <a:pt x="3881944" y="1853461"/>
                  </a:lnTo>
                  <a:lnTo>
                    <a:pt x="3876507" y="1853461"/>
                  </a:lnTo>
                  <a:lnTo>
                    <a:pt x="3876507" y="1851046"/>
                  </a:lnTo>
                  <a:lnTo>
                    <a:pt x="3871070" y="1851046"/>
                  </a:lnTo>
                  <a:lnTo>
                    <a:pt x="3871070" y="1851046"/>
                  </a:lnTo>
                  <a:lnTo>
                    <a:pt x="3865633" y="1851046"/>
                  </a:lnTo>
                  <a:lnTo>
                    <a:pt x="3865633" y="1851046"/>
                  </a:lnTo>
                  <a:lnTo>
                    <a:pt x="3860197" y="1851046"/>
                  </a:lnTo>
                  <a:lnTo>
                    <a:pt x="3860197" y="1848641"/>
                  </a:lnTo>
                  <a:lnTo>
                    <a:pt x="3854760" y="1848641"/>
                  </a:lnTo>
                  <a:lnTo>
                    <a:pt x="3854760" y="1846237"/>
                  </a:lnTo>
                  <a:lnTo>
                    <a:pt x="3843886" y="1846237"/>
                  </a:lnTo>
                  <a:lnTo>
                    <a:pt x="3843886" y="1846237"/>
                  </a:lnTo>
                  <a:lnTo>
                    <a:pt x="3838449" y="1846237"/>
                  </a:lnTo>
                  <a:lnTo>
                    <a:pt x="3838449" y="1846237"/>
                  </a:lnTo>
                  <a:lnTo>
                    <a:pt x="3833012" y="1846237"/>
                  </a:lnTo>
                  <a:lnTo>
                    <a:pt x="3833012" y="1846237"/>
                  </a:lnTo>
                  <a:lnTo>
                    <a:pt x="3827575" y="1846237"/>
                  </a:lnTo>
                  <a:lnTo>
                    <a:pt x="3827575" y="1843844"/>
                  </a:lnTo>
                  <a:lnTo>
                    <a:pt x="3822138" y="1843844"/>
                  </a:lnTo>
                  <a:lnTo>
                    <a:pt x="3822138" y="1841451"/>
                  </a:lnTo>
                  <a:lnTo>
                    <a:pt x="3811264" y="1841451"/>
                  </a:lnTo>
                  <a:lnTo>
                    <a:pt x="3811264" y="1841451"/>
                  </a:lnTo>
                  <a:lnTo>
                    <a:pt x="3805828" y="1841451"/>
                  </a:lnTo>
                  <a:lnTo>
                    <a:pt x="3805828" y="1834299"/>
                  </a:lnTo>
                  <a:lnTo>
                    <a:pt x="3794954" y="1834299"/>
                  </a:lnTo>
                  <a:lnTo>
                    <a:pt x="3794954" y="1834299"/>
                  </a:lnTo>
                  <a:lnTo>
                    <a:pt x="3778643" y="1834299"/>
                  </a:lnTo>
                  <a:lnTo>
                    <a:pt x="3778643" y="1831921"/>
                  </a:lnTo>
                  <a:lnTo>
                    <a:pt x="3773206" y="1831921"/>
                  </a:lnTo>
                  <a:lnTo>
                    <a:pt x="3773206" y="1827164"/>
                  </a:lnTo>
                  <a:lnTo>
                    <a:pt x="3767769" y="1827164"/>
                  </a:lnTo>
                  <a:lnTo>
                    <a:pt x="3767769" y="1827164"/>
                  </a:lnTo>
                  <a:lnTo>
                    <a:pt x="3762332" y="1827164"/>
                  </a:lnTo>
                  <a:lnTo>
                    <a:pt x="3762332" y="1824791"/>
                  </a:lnTo>
                  <a:lnTo>
                    <a:pt x="3751459" y="1824791"/>
                  </a:lnTo>
                  <a:lnTo>
                    <a:pt x="3751459" y="1822417"/>
                  </a:lnTo>
                  <a:lnTo>
                    <a:pt x="3740585" y="1822417"/>
                  </a:lnTo>
                  <a:lnTo>
                    <a:pt x="3740585" y="1822417"/>
                  </a:lnTo>
                  <a:lnTo>
                    <a:pt x="3729711" y="1822417"/>
                  </a:lnTo>
                  <a:lnTo>
                    <a:pt x="3729711" y="1820051"/>
                  </a:lnTo>
                  <a:lnTo>
                    <a:pt x="3724274" y="1820051"/>
                  </a:lnTo>
                  <a:lnTo>
                    <a:pt x="3724274" y="1820051"/>
                  </a:lnTo>
                  <a:lnTo>
                    <a:pt x="3718837" y="1820051"/>
                  </a:lnTo>
                  <a:lnTo>
                    <a:pt x="3718837" y="1817689"/>
                  </a:lnTo>
                  <a:lnTo>
                    <a:pt x="3691653" y="1817689"/>
                  </a:lnTo>
                  <a:lnTo>
                    <a:pt x="3691653" y="1815328"/>
                  </a:lnTo>
                  <a:lnTo>
                    <a:pt x="3686216" y="1815328"/>
                  </a:lnTo>
                  <a:lnTo>
                    <a:pt x="3686216" y="1815328"/>
                  </a:lnTo>
                  <a:lnTo>
                    <a:pt x="3680779" y="1815328"/>
                  </a:lnTo>
                  <a:lnTo>
                    <a:pt x="3680779" y="1812968"/>
                  </a:lnTo>
                  <a:lnTo>
                    <a:pt x="3675342" y="1812968"/>
                  </a:lnTo>
                  <a:lnTo>
                    <a:pt x="3675342" y="1810608"/>
                  </a:lnTo>
                  <a:lnTo>
                    <a:pt x="3664468" y="1810608"/>
                  </a:lnTo>
                  <a:lnTo>
                    <a:pt x="3664468" y="1808248"/>
                  </a:lnTo>
                  <a:lnTo>
                    <a:pt x="3659031" y="1808248"/>
                  </a:lnTo>
                  <a:lnTo>
                    <a:pt x="3659031" y="1805890"/>
                  </a:lnTo>
                  <a:lnTo>
                    <a:pt x="3653594" y="1805890"/>
                  </a:lnTo>
                  <a:lnTo>
                    <a:pt x="3653594" y="1803538"/>
                  </a:lnTo>
                  <a:lnTo>
                    <a:pt x="3648158" y="1803538"/>
                  </a:lnTo>
                  <a:lnTo>
                    <a:pt x="3648158" y="1798836"/>
                  </a:lnTo>
                  <a:lnTo>
                    <a:pt x="3642721" y="1798836"/>
                  </a:lnTo>
                  <a:lnTo>
                    <a:pt x="3642721" y="1798836"/>
                  </a:lnTo>
                  <a:lnTo>
                    <a:pt x="3637284" y="1798836"/>
                  </a:lnTo>
                  <a:lnTo>
                    <a:pt x="3637284" y="1796487"/>
                  </a:lnTo>
                  <a:lnTo>
                    <a:pt x="3631847" y="1796487"/>
                  </a:lnTo>
                  <a:lnTo>
                    <a:pt x="3631847" y="1794137"/>
                  </a:lnTo>
                  <a:lnTo>
                    <a:pt x="3620973" y="1794137"/>
                  </a:lnTo>
                  <a:lnTo>
                    <a:pt x="3620973" y="1791789"/>
                  </a:lnTo>
                  <a:lnTo>
                    <a:pt x="3615536" y="1791789"/>
                  </a:lnTo>
                  <a:lnTo>
                    <a:pt x="3615536" y="1791789"/>
                  </a:lnTo>
                  <a:lnTo>
                    <a:pt x="3610099" y="1791789"/>
                  </a:lnTo>
                  <a:lnTo>
                    <a:pt x="3610099" y="1791789"/>
                  </a:lnTo>
                  <a:lnTo>
                    <a:pt x="3604662" y="1791789"/>
                  </a:lnTo>
                  <a:lnTo>
                    <a:pt x="3604662" y="1791789"/>
                  </a:lnTo>
                  <a:lnTo>
                    <a:pt x="3599225" y="1791789"/>
                  </a:lnTo>
                  <a:lnTo>
                    <a:pt x="3599225" y="1791789"/>
                  </a:lnTo>
                  <a:lnTo>
                    <a:pt x="3588352" y="1791789"/>
                  </a:lnTo>
                  <a:lnTo>
                    <a:pt x="3588352" y="1789453"/>
                  </a:lnTo>
                  <a:lnTo>
                    <a:pt x="3582915" y="1789453"/>
                  </a:lnTo>
                  <a:lnTo>
                    <a:pt x="3582915" y="1787118"/>
                  </a:lnTo>
                  <a:lnTo>
                    <a:pt x="3577478" y="1787118"/>
                  </a:lnTo>
                  <a:lnTo>
                    <a:pt x="3577478" y="1787118"/>
                  </a:lnTo>
                  <a:lnTo>
                    <a:pt x="3566604" y="1787118"/>
                  </a:lnTo>
                  <a:lnTo>
                    <a:pt x="3566604" y="1784786"/>
                  </a:lnTo>
                  <a:lnTo>
                    <a:pt x="3561167" y="1784786"/>
                  </a:lnTo>
                  <a:lnTo>
                    <a:pt x="3561167" y="1784786"/>
                  </a:lnTo>
                  <a:lnTo>
                    <a:pt x="3555730" y="1784786"/>
                  </a:lnTo>
                  <a:lnTo>
                    <a:pt x="3555730" y="1782458"/>
                  </a:lnTo>
                  <a:lnTo>
                    <a:pt x="3544856" y="1782458"/>
                  </a:lnTo>
                  <a:lnTo>
                    <a:pt x="3544856" y="1780129"/>
                  </a:lnTo>
                  <a:lnTo>
                    <a:pt x="3539420" y="1780129"/>
                  </a:lnTo>
                  <a:lnTo>
                    <a:pt x="3539420" y="1777806"/>
                  </a:lnTo>
                  <a:lnTo>
                    <a:pt x="3533983" y="1777806"/>
                  </a:lnTo>
                  <a:lnTo>
                    <a:pt x="3533983" y="1777806"/>
                  </a:lnTo>
                  <a:lnTo>
                    <a:pt x="3528546" y="1777806"/>
                  </a:lnTo>
                  <a:lnTo>
                    <a:pt x="3528546" y="1777806"/>
                  </a:lnTo>
                  <a:lnTo>
                    <a:pt x="3523109" y="1777806"/>
                  </a:lnTo>
                  <a:lnTo>
                    <a:pt x="3523109" y="1775486"/>
                  </a:lnTo>
                  <a:lnTo>
                    <a:pt x="3517672" y="1775486"/>
                  </a:lnTo>
                  <a:lnTo>
                    <a:pt x="3517672" y="1775486"/>
                  </a:lnTo>
                  <a:lnTo>
                    <a:pt x="3512235" y="1775486"/>
                  </a:lnTo>
                  <a:lnTo>
                    <a:pt x="3512235" y="1773169"/>
                  </a:lnTo>
                  <a:lnTo>
                    <a:pt x="3501361" y="1773169"/>
                  </a:lnTo>
                  <a:lnTo>
                    <a:pt x="3501361" y="1773169"/>
                  </a:lnTo>
                  <a:lnTo>
                    <a:pt x="3495924" y="1773169"/>
                  </a:lnTo>
                  <a:lnTo>
                    <a:pt x="3495924" y="1770857"/>
                  </a:lnTo>
                  <a:lnTo>
                    <a:pt x="3485051" y="1770857"/>
                  </a:lnTo>
                  <a:lnTo>
                    <a:pt x="3485051" y="1770857"/>
                  </a:lnTo>
                  <a:lnTo>
                    <a:pt x="3479614" y="1770857"/>
                  </a:lnTo>
                  <a:lnTo>
                    <a:pt x="3479614" y="1770857"/>
                  </a:lnTo>
                  <a:lnTo>
                    <a:pt x="3468740" y="1770857"/>
                  </a:lnTo>
                  <a:lnTo>
                    <a:pt x="3468740" y="1768551"/>
                  </a:lnTo>
                  <a:lnTo>
                    <a:pt x="3463303" y="1768551"/>
                  </a:lnTo>
                  <a:lnTo>
                    <a:pt x="3463303" y="1768551"/>
                  </a:lnTo>
                  <a:lnTo>
                    <a:pt x="3457866" y="1768551"/>
                  </a:lnTo>
                  <a:lnTo>
                    <a:pt x="3457866" y="1766251"/>
                  </a:lnTo>
                  <a:lnTo>
                    <a:pt x="3452429" y="1766251"/>
                  </a:lnTo>
                  <a:lnTo>
                    <a:pt x="3452429" y="1766251"/>
                  </a:lnTo>
                  <a:lnTo>
                    <a:pt x="3446992" y="1766251"/>
                  </a:lnTo>
                  <a:lnTo>
                    <a:pt x="3446992" y="1761656"/>
                  </a:lnTo>
                  <a:lnTo>
                    <a:pt x="3441555" y="1761656"/>
                  </a:lnTo>
                  <a:lnTo>
                    <a:pt x="3441555" y="1759358"/>
                  </a:lnTo>
                  <a:lnTo>
                    <a:pt x="3436119" y="1759358"/>
                  </a:lnTo>
                  <a:lnTo>
                    <a:pt x="3436119" y="1757060"/>
                  </a:lnTo>
                  <a:lnTo>
                    <a:pt x="3430682" y="1757060"/>
                  </a:lnTo>
                  <a:lnTo>
                    <a:pt x="3430682" y="1754765"/>
                  </a:lnTo>
                  <a:lnTo>
                    <a:pt x="3425245" y="1754765"/>
                  </a:lnTo>
                  <a:lnTo>
                    <a:pt x="3425245" y="1752472"/>
                  </a:lnTo>
                  <a:lnTo>
                    <a:pt x="3408934" y="1752472"/>
                  </a:lnTo>
                  <a:lnTo>
                    <a:pt x="3408934" y="1747887"/>
                  </a:lnTo>
                  <a:lnTo>
                    <a:pt x="3398060" y="1747887"/>
                  </a:lnTo>
                  <a:lnTo>
                    <a:pt x="3398060" y="1743308"/>
                  </a:lnTo>
                  <a:lnTo>
                    <a:pt x="3392623" y="1743308"/>
                  </a:lnTo>
                  <a:lnTo>
                    <a:pt x="3392623" y="1736443"/>
                  </a:lnTo>
                  <a:lnTo>
                    <a:pt x="3387186" y="1736443"/>
                  </a:lnTo>
                  <a:lnTo>
                    <a:pt x="3387186" y="1736443"/>
                  </a:lnTo>
                  <a:lnTo>
                    <a:pt x="3381750" y="1736443"/>
                  </a:lnTo>
                  <a:lnTo>
                    <a:pt x="3381750" y="1734160"/>
                  </a:lnTo>
                  <a:lnTo>
                    <a:pt x="3376313" y="1734160"/>
                  </a:lnTo>
                  <a:lnTo>
                    <a:pt x="3376313" y="1727316"/>
                  </a:lnTo>
                  <a:lnTo>
                    <a:pt x="3365439" y="1727316"/>
                  </a:lnTo>
                  <a:lnTo>
                    <a:pt x="3365439" y="1725036"/>
                  </a:lnTo>
                  <a:lnTo>
                    <a:pt x="3360002" y="1725036"/>
                  </a:lnTo>
                  <a:lnTo>
                    <a:pt x="3360002" y="1722755"/>
                  </a:lnTo>
                  <a:lnTo>
                    <a:pt x="3349128" y="1722755"/>
                  </a:lnTo>
                  <a:lnTo>
                    <a:pt x="3349128" y="1720479"/>
                  </a:lnTo>
                  <a:lnTo>
                    <a:pt x="3343691" y="1720479"/>
                  </a:lnTo>
                  <a:lnTo>
                    <a:pt x="3343691" y="1720479"/>
                  </a:lnTo>
                  <a:lnTo>
                    <a:pt x="3338254" y="1720479"/>
                  </a:lnTo>
                  <a:lnTo>
                    <a:pt x="3338254" y="1713659"/>
                  </a:lnTo>
                  <a:lnTo>
                    <a:pt x="3332817" y="1713659"/>
                  </a:lnTo>
                  <a:lnTo>
                    <a:pt x="3332817" y="1709112"/>
                  </a:lnTo>
                  <a:lnTo>
                    <a:pt x="3327381" y="1709112"/>
                  </a:lnTo>
                  <a:lnTo>
                    <a:pt x="3327381" y="1706839"/>
                  </a:lnTo>
                  <a:lnTo>
                    <a:pt x="3311070" y="1706839"/>
                  </a:lnTo>
                  <a:lnTo>
                    <a:pt x="3311070" y="1704568"/>
                  </a:lnTo>
                  <a:lnTo>
                    <a:pt x="3305633" y="1704568"/>
                  </a:lnTo>
                  <a:lnTo>
                    <a:pt x="3305633" y="1704568"/>
                  </a:lnTo>
                  <a:lnTo>
                    <a:pt x="3300196" y="1704568"/>
                  </a:lnTo>
                  <a:lnTo>
                    <a:pt x="3300196" y="1704568"/>
                  </a:lnTo>
                  <a:lnTo>
                    <a:pt x="3294759" y="1704568"/>
                  </a:lnTo>
                  <a:lnTo>
                    <a:pt x="3294759" y="1704568"/>
                  </a:lnTo>
                  <a:lnTo>
                    <a:pt x="3289322" y="1704568"/>
                  </a:lnTo>
                  <a:lnTo>
                    <a:pt x="3289322" y="1704568"/>
                  </a:lnTo>
                  <a:lnTo>
                    <a:pt x="3283885" y="1704568"/>
                  </a:lnTo>
                  <a:lnTo>
                    <a:pt x="3283885" y="1704568"/>
                  </a:lnTo>
                  <a:lnTo>
                    <a:pt x="3273012" y="1704568"/>
                  </a:lnTo>
                  <a:lnTo>
                    <a:pt x="3273012" y="1702311"/>
                  </a:lnTo>
                  <a:lnTo>
                    <a:pt x="3267575" y="1702311"/>
                  </a:lnTo>
                  <a:lnTo>
                    <a:pt x="3267575" y="1702311"/>
                  </a:lnTo>
                  <a:lnTo>
                    <a:pt x="3262138" y="1702311"/>
                  </a:lnTo>
                  <a:lnTo>
                    <a:pt x="3262138" y="1702311"/>
                  </a:lnTo>
                  <a:lnTo>
                    <a:pt x="3256701" y="1702311"/>
                  </a:lnTo>
                  <a:lnTo>
                    <a:pt x="3256701" y="1700057"/>
                  </a:lnTo>
                  <a:lnTo>
                    <a:pt x="3251264" y="1700057"/>
                  </a:lnTo>
                  <a:lnTo>
                    <a:pt x="3251264" y="1700057"/>
                  </a:lnTo>
                  <a:lnTo>
                    <a:pt x="3245827" y="1700057"/>
                  </a:lnTo>
                  <a:lnTo>
                    <a:pt x="3245827" y="1695553"/>
                  </a:lnTo>
                  <a:lnTo>
                    <a:pt x="3240390" y="1695553"/>
                  </a:lnTo>
                  <a:lnTo>
                    <a:pt x="3240390" y="1695553"/>
                  </a:lnTo>
                  <a:lnTo>
                    <a:pt x="3234953" y="1695553"/>
                  </a:lnTo>
                  <a:lnTo>
                    <a:pt x="3234953" y="1695553"/>
                  </a:lnTo>
                  <a:lnTo>
                    <a:pt x="3229516" y="1695553"/>
                  </a:lnTo>
                  <a:lnTo>
                    <a:pt x="3229516" y="1693311"/>
                  </a:lnTo>
                  <a:lnTo>
                    <a:pt x="3218643" y="1693311"/>
                  </a:lnTo>
                  <a:lnTo>
                    <a:pt x="3218643" y="1691069"/>
                  </a:lnTo>
                  <a:lnTo>
                    <a:pt x="3207769" y="1691069"/>
                  </a:lnTo>
                  <a:lnTo>
                    <a:pt x="3207769" y="1691069"/>
                  </a:lnTo>
                  <a:lnTo>
                    <a:pt x="3196895" y="1691069"/>
                  </a:lnTo>
                  <a:lnTo>
                    <a:pt x="3196895" y="1688835"/>
                  </a:lnTo>
                  <a:lnTo>
                    <a:pt x="3191458" y="1688835"/>
                  </a:lnTo>
                  <a:lnTo>
                    <a:pt x="3191458" y="1688835"/>
                  </a:lnTo>
                  <a:lnTo>
                    <a:pt x="3180584" y="1688835"/>
                  </a:lnTo>
                  <a:lnTo>
                    <a:pt x="3180584" y="1686603"/>
                  </a:lnTo>
                  <a:lnTo>
                    <a:pt x="3169711" y="1686603"/>
                  </a:lnTo>
                  <a:lnTo>
                    <a:pt x="3169711" y="1682137"/>
                  </a:lnTo>
                  <a:lnTo>
                    <a:pt x="3164274" y="1682137"/>
                  </a:lnTo>
                  <a:lnTo>
                    <a:pt x="3164274" y="1682137"/>
                  </a:lnTo>
                  <a:lnTo>
                    <a:pt x="3153400" y="1682137"/>
                  </a:lnTo>
                  <a:lnTo>
                    <a:pt x="3153400" y="1677677"/>
                  </a:lnTo>
                  <a:lnTo>
                    <a:pt x="3142526" y="1677677"/>
                  </a:lnTo>
                  <a:lnTo>
                    <a:pt x="3142526" y="1677677"/>
                  </a:lnTo>
                  <a:lnTo>
                    <a:pt x="3126215" y="1677677"/>
                  </a:lnTo>
                  <a:lnTo>
                    <a:pt x="3126215" y="1675449"/>
                  </a:lnTo>
                  <a:lnTo>
                    <a:pt x="3120778" y="1675449"/>
                  </a:lnTo>
                  <a:lnTo>
                    <a:pt x="3120778" y="1673224"/>
                  </a:lnTo>
                  <a:lnTo>
                    <a:pt x="3115342" y="1673224"/>
                  </a:lnTo>
                  <a:lnTo>
                    <a:pt x="3115342" y="1670999"/>
                  </a:lnTo>
                  <a:lnTo>
                    <a:pt x="3104468" y="1670999"/>
                  </a:lnTo>
                  <a:lnTo>
                    <a:pt x="3104468" y="1668774"/>
                  </a:lnTo>
                  <a:lnTo>
                    <a:pt x="3093594" y="1668774"/>
                  </a:lnTo>
                  <a:lnTo>
                    <a:pt x="3093594" y="1668774"/>
                  </a:lnTo>
                  <a:lnTo>
                    <a:pt x="3082720" y="1668774"/>
                  </a:lnTo>
                  <a:lnTo>
                    <a:pt x="3082720" y="1666552"/>
                  </a:lnTo>
                  <a:lnTo>
                    <a:pt x="3077283" y="1666552"/>
                  </a:lnTo>
                  <a:lnTo>
                    <a:pt x="3077283" y="1666552"/>
                  </a:lnTo>
                  <a:lnTo>
                    <a:pt x="3071846" y="1666552"/>
                  </a:lnTo>
                  <a:lnTo>
                    <a:pt x="3071846" y="1664332"/>
                  </a:lnTo>
                  <a:lnTo>
                    <a:pt x="3055536" y="1664332"/>
                  </a:lnTo>
                  <a:lnTo>
                    <a:pt x="3055536" y="1662112"/>
                  </a:lnTo>
                  <a:lnTo>
                    <a:pt x="3044662" y="1662112"/>
                  </a:lnTo>
                  <a:lnTo>
                    <a:pt x="3044662" y="1662112"/>
                  </a:lnTo>
                  <a:lnTo>
                    <a:pt x="3039225" y="1662112"/>
                  </a:lnTo>
                  <a:lnTo>
                    <a:pt x="3039225" y="1662112"/>
                  </a:lnTo>
                  <a:lnTo>
                    <a:pt x="3033788" y="1662112"/>
                  </a:lnTo>
                  <a:lnTo>
                    <a:pt x="3033788" y="1659895"/>
                  </a:lnTo>
                  <a:lnTo>
                    <a:pt x="3028351" y="1659895"/>
                  </a:lnTo>
                  <a:lnTo>
                    <a:pt x="3028351" y="1659895"/>
                  </a:lnTo>
                  <a:lnTo>
                    <a:pt x="3022914" y="1659895"/>
                  </a:lnTo>
                  <a:lnTo>
                    <a:pt x="3022914" y="1657678"/>
                  </a:lnTo>
                  <a:lnTo>
                    <a:pt x="3017477" y="1657678"/>
                  </a:lnTo>
                  <a:lnTo>
                    <a:pt x="3017477" y="1657678"/>
                  </a:lnTo>
                  <a:lnTo>
                    <a:pt x="3012041" y="1657678"/>
                  </a:lnTo>
                  <a:lnTo>
                    <a:pt x="3012041" y="1657678"/>
                  </a:lnTo>
                  <a:lnTo>
                    <a:pt x="2995730" y="1657678"/>
                  </a:lnTo>
                  <a:lnTo>
                    <a:pt x="2995730" y="1657678"/>
                  </a:lnTo>
                  <a:lnTo>
                    <a:pt x="2984856" y="1657678"/>
                  </a:lnTo>
                  <a:lnTo>
                    <a:pt x="2984856" y="1657678"/>
                  </a:lnTo>
                  <a:lnTo>
                    <a:pt x="2979419" y="1657678"/>
                  </a:lnTo>
                  <a:lnTo>
                    <a:pt x="2979419" y="1655469"/>
                  </a:lnTo>
                  <a:lnTo>
                    <a:pt x="2973982" y="1655469"/>
                  </a:lnTo>
                  <a:lnTo>
                    <a:pt x="2973982" y="1651049"/>
                  </a:lnTo>
                  <a:lnTo>
                    <a:pt x="2968545" y="1651049"/>
                  </a:lnTo>
                  <a:lnTo>
                    <a:pt x="2968545" y="1651049"/>
                  </a:lnTo>
                  <a:lnTo>
                    <a:pt x="2963108" y="1651049"/>
                  </a:lnTo>
                  <a:lnTo>
                    <a:pt x="2963108" y="1651049"/>
                  </a:lnTo>
                  <a:lnTo>
                    <a:pt x="2952235" y="1651049"/>
                  </a:lnTo>
                  <a:lnTo>
                    <a:pt x="2952235" y="1646640"/>
                  </a:lnTo>
                  <a:lnTo>
                    <a:pt x="2946798" y="1646640"/>
                  </a:lnTo>
                  <a:lnTo>
                    <a:pt x="2946798" y="1637825"/>
                  </a:lnTo>
                  <a:lnTo>
                    <a:pt x="2941361" y="1637825"/>
                  </a:lnTo>
                  <a:lnTo>
                    <a:pt x="2941361" y="1633417"/>
                  </a:lnTo>
                  <a:lnTo>
                    <a:pt x="2935924" y="1633417"/>
                  </a:lnTo>
                  <a:lnTo>
                    <a:pt x="2935924" y="1631215"/>
                  </a:lnTo>
                  <a:lnTo>
                    <a:pt x="2930487" y="1631215"/>
                  </a:lnTo>
                  <a:lnTo>
                    <a:pt x="2930487" y="1629018"/>
                  </a:lnTo>
                  <a:lnTo>
                    <a:pt x="2925050" y="1629018"/>
                  </a:lnTo>
                  <a:lnTo>
                    <a:pt x="2925050" y="1624622"/>
                  </a:lnTo>
                  <a:lnTo>
                    <a:pt x="2914176" y="1624622"/>
                  </a:lnTo>
                  <a:lnTo>
                    <a:pt x="2914176" y="1624622"/>
                  </a:lnTo>
                  <a:lnTo>
                    <a:pt x="2908739" y="1624622"/>
                  </a:lnTo>
                  <a:lnTo>
                    <a:pt x="2908739" y="1620231"/>
                  </a:lnTo>
                  <a:lnTo>
                    <a:pt x="2903303" y="1620231"/>
                  </a:lnTo>
                  <a:lnTo>
                    <a:pt x="2903303" y="1620231"/>
                  </a:lnTo>
                  <a:lnTo>
                    <a:pt x="2897866" y="1620231"/>
                  </a:lnTo>
                  <a:lnTo>
                    <a:pt x="2897866" y="1620231"/>
                  </a:lnTo>
                  <a:lnTo>
                    <a:pt x="2892429" y="1620231"/>
                  </a:lnTo>
                  <a:lnTo>
                    <a:pt x="2892429" y="1615848"/>
                  </a:lnTo>
                  <a:lnTo>
                    <a:pt x="2886992" y="1615848"/>
                  </a:lnTo>
                  <a:lnTo>
                    <a:pt x="2886992" y="1615848"/>
                  </a:lnTo>
                  <a:lnTo>
                    <a:pt x="2881555" y="1615848"/>
                  </a:lnTo>
                  <a:lnTo>
                    <a:pt x="2881555" y="1613657"/>
                  </a:lnTo>
                  <a:lnTo>
                    <a:pt x="2876118" y="1613657"/>
                  </a:lnTo>
                  <a:lnTo>
                    <a:pt x="2876118" y="1607097"/>
                  </a:lnTo>
                  <a:lnTo>
                    <a:pt x="2870681" y="1607097"/>
                  </a:lnTo>
                  <a:lnTo>
                    <a:pt x="2870681" y="1604910"/>
                  </a:lnTo>
                  <a:lnTo>
                    <a:pt x="2865244" y="1604910"/>
                  </a:lnTo>
                  <a:lnTo>
                    <a:pt x="2865244" y="1602723"/>
                  </a:lnTo>
                  <a:lnTo>
                    <a:pt x="2859807" y="1602723"/>
                  </a:lnTo>
                  <a:lnTo>
                    <a:pt x="2859807" y="1602723"/>
                  </a:lnTo>
                  <a:lnTo>
                    <a:pt x="2854371" y="1602723"/>
                  </a:lnTo>
                  <a:lnTo>
                    <a:pt x="2854371" y="1602723"/>
                  </a:lnTo>
                  <a:lnTo>
                    <a:pt x="2838060" y="1602723"/>
                  </a:lnTo>
                  <a:lnTo>
                    <a:pt x="2838060" y="1600538"/>
                  </a:lnTo>
                  <a:lnTo>
                    <a:pt x="2827186" y="1600538"/>
                  </a:lnTo>
                  <a:lnTo>
                    <a:pt x="2827186" y="1600538"/>
                  </a:lnTo>
                  <a:lnTo>
                    <a:pt x="2821749" y="1600538"/>
                  </a:lnTo>
                  <a:lnTo>
                    <a:pt x="2821749" y="1598356"/>
                  </a:lnTo>
                  <a:lnTo>
                    <a:pt x="2816312" y="1598356"/>
                  </a:lnTo>
                  <a:lnTo>
                    <a:pt x="2816312" y="1591816"/>
                  </a:lnTo>
                  <a:lnTo>
                    <a:pt x="2805438" y="1591816"/>
                  </a:lnTo>
                  <a:lnTo>
                    <a:pt x="2805438" y="1589636"/>
                  </a:lnTo>
                  <a:lnTo>
                    <a:pt x="2800002" y="1589636"/>
                  </a:lnTo>
                  <a:lnTo>
                    <a:pt x="2800002" y="1587456"/>
                  </a:lnTo>
                  <a:lnTo>
                    <a:pt x="2783691" y="1587456"/>
                  </a:lnTo>
                  <a:lnTo>
                    <a:pt x="2783691" y="1585277"/>
                  </a:lnTo>
                  <a:lnTo>
                    <a:pt x="2778254" y="1585277"/>
                  </a:lnTo>
                  <a:lnTo>
                    <a:pt x="2778254" y="1583099"/>
                  </a:lnTo>
                  <a:lnTo>
                    <a:pt x="2772817" y="1583099"/>
                  </a:lnTo>
                  <a:lnTo>
                    <a:pt x="2772817" y="1583099"/>
                  </a:lnTo>
                  <a:lnTo>
                    <a:pt x="2767380" y="1583099"/>
                  </a:lnTo>
                  <a:lnTo>
                    <a:pt x="2767380" y="1580924"/>
                  </a:lnTo>
                  <a:lnTo>
                    <a:pt x="2751069" y="1580924"/>
                  </a:lnTo>
                  <a:lnTo>
                    <a:pt x="2751069" y="1574398"/>
                  </a:lnTo>
                  <a:lnTo>
                    <a:pt x="2745633" y="1574398"/>
                  </a:lnTo>
                  <a:lnTo>
                    <a:pt x="2745633" y="1574398"/>
                  </a:lnTo>
                  <a:lnTo>
                    <a:pt x="2740196" y="1574398"/>
                  </a:lnTo>
                  <a:lnTo>
                    <a:pt x="2740196" y="1572226"/>
                  </a:lnTo>
                  <a:lnTo>
                    <a:pt x="2713011" y="1572226"/>
                  </a:lnTo>
                  <a:lnTo>
                    <a:pt x="2713011" y="1567881"/>
                  </a:lnTo>
                  <a:lnTo>
                    <a:pt x="2702137" y="1567881"/>
                  </a:lnTo>
                  <a:lnTo>
                    <a:pt x="2702137" y="1561364"/>
                  </a:lnTo>
                  <a:lnTo>
                    <a:pt x="2696701" y="1561364"/>
                  </a:lnTo>
                  <a:lnTo>
                    <a:pt x="2696701" y="1559194"/>
                  </a:lnTo>
                  <a:lnTo>
                    <a:pt x="2691264" y="1559194"/>
                  </a:lnTo>
                  <a:lnTo>
                    <a:pt x="2691264" y="1550513"/>
                  </a:lnTo>
                  <a:lnTo>
                    <a:pt x="2685827" y="1550513"/>
                  </a:lnTo>
                  <a:lnTo>
                    <a:pt x="2685827" y="1544005"/>
                  </a:lnTo>
                  <a:lnTo>
                    <a:pt x="2674953" y="1544005"/>
                  </a:lnTo>
                  <a:lnTo>
                    <a:pt x="2674953" y="1539668"/>
                  </a:lnTo>
                  <a:lnTo>
                    <a:pt x="2664079" y="1539668"/>
                  </a:lnTo>
                  <a:lnTo>
                    <a:pt x="2664079" y="1537500"/>
                  </a:lnTo>
                  <a:lnTo>
                    <a:pt x="2653205" y="1537500"/>
                  </a:lnTo>
                  <a:lnTo>
                    <a:pt x="2653205" y="1537500"/>
                  </a:lnTo>
                  <a:lnTo>
                    <a:pt x="2647768" y="1537500"/>
                  </a:lnTo>
                  <a:lnTo>
                    <a:pt x="2647768" y="1533165"/>
                  </a:lnTo>
                  <a:lnTo>
                    <a:pt x="2631458" y="1533165"/>
                  </a:lnTo>
                  <a:lnTo>
                    <a:pt x="2631458" y="1530997"/>
                  </a:lnTo>
                  <a:lnTo>
                    <a:pt x="2620584" y="1530997"/>
                  </a:lnTo>
                  <a:lnTo>
                    <a:pt x="2620584" y="1530997"/>
                  </a:lnTo>
                  <a:lnTo>
                    <a:pt x="2615147" y="1530997"/>
                  </a:lnTo>
                  <a:lnTo>
                    <a:pt x="2615147" y="1528831"/>
                  </a:lnTo>
                  <a:lnTo>
                    <a:pt x="2609710" y="1528831"/>
                  </a:lnTo>
                  <a:lnTo>
                    <a:pt x="2609710" y="1526665"/>
                  </a:lnTo>
                  <a:lnTo>
                    <a:pt x="2604273" y="1526665"/>
                  </a:lnTo>
                  <a:lnTo>
                    <a:pt x="2604273" y="1524500"/>
                  </a:lnTo>
                  <a:lnTo>
                    <a:pt x="2598836" y="1524500"/>
                  </a:lnTo>
                  <a:lnTo>
                    <a:pt x="2598836" y="1522335"/>
                  </a:lnTo>
                  <a:lnTo>
                    <a:pt x="2593399" y="1522335"/>
                  </a:lnTo>
                  <a:lnTo>
                    <a:pt x="2593399" y="1520169"/>
                  </a:lnTo>
                  <a:lnTo>
                    <a:pt x="2587963" y="1520169"/>
                  </a:lnTo>
                  <a:lnTo>
                    <a:pt x="2587963" y="1515837"/>
                  </a:lnTo>
                  <a:lnTo>
                    <a:pt x="2577089" y="1515837"/>
                  </a:lnTo>
                  <a:lnTo>
                    <a:pt x="2577089" y="1511505"/>
                  </a:lnTo>
                  <a:lnTo>
                    <a:pt x="2566215" y="1511505"/>
                  </a:lnTo>
                  <a:lnTo>
                    <a:pt x="2566215" y="1505007"/>
                  </a:lnTo>
                  <a:lnTo>
                    <a:pt x="2560778" y="1505007"/>
                  </a:lnTo>
                  <a:lnTo>
                    <a:pt x="2560778" y="1500676"/>
                  </a:lnTo>
                  <a:lnTo>
                    <a:pt x="2549904" y="1500676"/>
                  </a:lnTo>
                  <a:lnTo>
                    <a:pt x="2549904" y="1498513"/>
                  </a:lnTo>
                  <a:lnTo>
                    <a:pt x="2544467" y="1498513"/>
                  </a:lnTo>
                  <a:lnTo>
                    <a:pt x="2544467" y="1494187"/>
                  </a:lnTo>
                  <a:lnTo>
                    <a:pt x="2539030" y="1494187"/>
                  </a:lnTo>
                  <a:lnTo>
                    <a:pt x="2539030" y="1489860"/>
                  </a:lnTo>
                  <a:lnTo>
                    <a:pt x="2528157" y="1489860"/>
                  </a:lnTo>
                  <a:lnTo>
                    <a:pt x="2528157" y="1489860"/>
                  </a:lnTo>
                  <a:lnTo>
                    <a:pt x="2517283" y="1489860"/>
                  </a:lnTo>
                  <a:lnTo>
                    <a:pt x="2517283" y="1489860"/>
                  </a:lnTo>
                  <a:lnTo>
                    <a:pt x="2511846" y="1489860"/>
                  </a:lnTo>
                  <a:lnTo>
                    <a:pt x="2511846" y="1487700"/>
                  </a:lnTo>
                  <a:lnTo>
                    <a:pt x="2495535" y="1487700"/>
                  </a:lnTo>
                  <a:lnTo>
                    <a:pt x="2495535" y="1485541"/>
                  </a:lnTo>
                  <a:lnTo>
                    <a:pt x="2490098" y="1485541"/>
                  </a:lnTo>
                  <a:lnTo>
                    <a:pt x="2490098" y="1483381"/>
                  </a:lnTo>
                  <a:lnTo>
                    <a:pt x="2484662" y="1483381"/>
                  </a:lnTo>
                  <a:lnTo>
                    <a:pt x="2484662" y="1481220"/>
                  </a:lnTo>
                  <a:lnTo>
                    <a:pt x="2473788" y="1481220"/>
                  </a:lnTo>
                  <a:lnTo>
                    <a:pt x="2473788" y="1476902"/>
                  </a:lnTo>
                  <a:lnTo>
                    <a:pt x="2468351" y="1476902"/>
                  </a:lnTo>
                  <a:lnTo>
                    <a:pt x="2468351" y="1474743"/>
                  </a:lnTo>
                  <a:lnTo>
                    <a:pt x="2462914" y="1474743"/>
                  </a:lnTo>
                  <a:lnTo>
                    <a:pt x="2462914" y="1474743"/>
                  </a:lnTo>
                  <a:lnTo>
                    <a:pt x="2457477" y="1474743"/>
                  </a:lnTo>
                  <a:lnTo>
                    <a:pt x="2457477" y="1472586"/>
                  </a:lnTo>
                  <a:lnTo>
                    <a:pt x="2452040" y="1472586"/>
                  </a:lnTo>
                  <a:lnTo>
                    <a:pt x="2452040" y="1470429"/>
                  </a:lnTo>
                  <a:lnTo>
                    <a:pt x="2446603" y="1470429"/>
                  </a:lnTo>
                  <a:lnTo>
                    <a:pt x="2446603" y="1468272"/>
                  </a:lnTo>
                  <a:lnTo>
                    <a:pt x="2435729" y="1468272"/>
                  </a:lnTo>
                  <a:lnTo>
                    <a:pt x="2435729" y="1466116"/>
                  </a:lnTo>
                  <a:lnTo>
                    <a:pt x="2430293" y="1466116"/>
                  </a:lnTo>
                  <a:lnTo>
                    <a:pt x="2430293" y="1463960"/>
                  </a:lnTo>
                  <a:lnTo>
                    <a:pt x="2424856" y="1463960"/>
                  </a:lnTo>
                  <a:lnTo>
                    <a:pt x="2424856" y="1459647"/>
                  </a:lnTo>
                  <a:lnTo>
                    <a:pt x="2413982" y="1459647"/>
                  </a:lnTo>
                  <a:lnTo>
                    <a:pt x="2413982" y="1457492"/>
                  </a:lnTo>
                  <a:lnTo>
                    <a:pt x="2408545" y="1457492"/>
                  </a:lnTo>
                  <a:lnTo>
                    <a:pt x="2408545" y="1455337"/>
                  </a:lnTo>
                  <a:lnTo>
                    <a:pt x="2397671" y="1455337"/>
                  </a:lnTo>
                  <a:lnTo>
                    <a:pt x="2397671" y="1455337"/>
                  </a:lnTo>
                  <a:lnTo>
                    <a:pt x="2386797" y="1455337"/>
                  </a:lnTo>
                  <a:lnTo>
                    <a:pt x="2386797" y="1453185"/>
                  </a:lnTo>
                  <a:lnTo>
                    <a:pt x="2381360" y="1453185"/>
                  </a:lnTo>
                  <a:lnTo>
                    <a:pt x="2381360" y="1448884"/>
                  </a:lnTo>
                  <a:lnTo>
                    <a:pt x="2370487" y="1448884"/>
                  </a:lnTo>
                  <a:lnTo>
                    <a:pt x="2370487" y="1444582"/>
                  </a:lnTo>
                  <a:lnTo>
                    <a:pt x="2365050" y="1444582"/>
                  </a:lnTo>
                  <a:lnTo>
                    <a:pt x="2365050" y="1444582"/>
                  </a:lnTo>
                  <a:lnTo>
                    <a:pt x="2354176" y="1444582"/>
                  </a:lnTo>
                  <a:lnTo>
                    <a:pt x="2354176" y="1442432"/>
                  </a:lnTo>
                  <a:lnTo>
                    <a:pt x="2348739" y="1442432"/>
                  </a:lnTo>
                  <a:lnTo>
                    <a:pt x="2348739" y="1438132"/>
                  </a:lnTo>
                  <a:lnTo>
                    <a:pt x="2343302" y="1438132"/>
                  </a:lnTo>
                  <a:lnTo>
                    <a:pt x="2343302" y="1435981"/>
                  </a:lnTo>
                  <a:lnTo>
                    <a:pt x="2337865" y="1435981"/>
                  </a:lnTo>
                  <a:lnTo>
                    <a:pt x="2337865" y="1433831"/>
                  </a:lnTo>
                  <a:lnTo>
                    <a:pt x="2326991" y="1433831"/>
                  </a:lnTo>
                  <a:lnTo>
                    <a:pt x="2326991" y="1433831"/>
                  </a:lnTo>
                  <a:lnTo>
                    <a:pt x="2321555" y="1433831"/>
                  </a:lnTo>
                  <a:lnTo>
                    <a:pt x="2321555" y="1431683"/>
                  </a:lnTo>
                  <a:lnTo>
                    <a:pt x="2316118" y="1431683"/>
                  </a:lnTo>
                  <a:lnTo>
                    <a:pt x="2316118" y="1429535"/>
                  </a:lnTo>
                  <a:lnTo>
                    <a:pt x="2310681" y="1429535"/>
                  </a:lnTo>
                  <a:lnTo>
                    <a:pt x="2310681" y="1427386"/>
                  </a:lnTo>
                  <a:lnTo>
                    <a:pt x="2294370" y="1427386"/>
                  </a:lnTo>
                  <a:lnTo>
                    <a:pt x="2294370" y="1425238"/>
                  </a:lnTo>
                  <a:lnTo>
                    <a:pt x="2278059" y="1425238"/>
                  </a:lnTo>
                  <a:lnTo>
                    <a:pt x="2278059" y="1423090"/>
                  </a:lnTo>
                  <a:lnTo>
                    <a:pt x="2272623" y="1423090"/>
                  </a:lnTo>
                  <a:lnTo>
                    <a:pt x="2272623" y="1420941"/>
                  </a:lnTo>
                  <a:lnTo>
                    <a:pt x="2267186" y="1420941"/>
                  </a:lnTo>
                  <a:lnTo>
                    <a:pt x="2267186" y="1418793"/>
                  </a:lnTo>
                  <a:lnTo>
                    <a:pt x="2250875" y="1418793"/>
                  </a:lnTo>
                  <a:lnTo>
                    <a:pt x="2250875" y="1416646"/>
                  </a:lnTo>
                  <a:lnTo>
                    <a:pt x="2245438" y="1416646"/>
                  </a:lnTo>
                  <a:lnTo>
                    <a:pt x="2245438" y="1416646"/>
                  </a:lnTo>
                  <a:lnTo>
                    <a:pt x="2240001" y="1416646"/>
                  </a:lnTo>
                  <a:lnTo>
                    <a:pt x="2240001" y="1408059"/>
                  </a:lnTo>
                  <a:lnTo>
                    <a:pt x="2234564" y="1408059"/>
                  </a:lnTo>
                  <a:lnTo>
                    <a:pt x="2234564" y="1405912"/>
                  </a:lnTo>
                  <a:lnTo>
                    <a:pt x="2229127" y="1405912"/>
                  </a:lnTo>
                  <a:lnTo>
                    <a:pt x="2229127" y="1403766"/>
                  </a:lnTo>
                  <a:lnTo>
                    <a:pt x="2223690" y="1403766"/>
                  </a:lnTo>
                  <a:lnTo>
                    <a:pt x="2223690" y="1399476"/>
                  </a:lnTo>
                  <a:lnTo>
                    <a:pt x="2218254" y="1399476"/>
                  </a:lnTo>
                  <a:lnTo>
                    <a:pt x="2218254" y="1397334"/>
                  </a:lnTo>
                  <a:lnTo>
                    <a:pt x="2212817" y="1397334"/>
                  </a:lnTo>
                  <a:lnTo>
                    <a:pt x="2212817" y="1395191"/>
                  </a:lnTo>
                  <a:lnTo>
                    <a:pt x="2207380" y="1395191"/>
                  </a:lnTo>
                  <a:lnTo>
                    <a:pt x="2207380" y="1388762"/>
                  </a:lnTo>
                  <a:lnTo>
                    <a:pt x="2196506" y="1388762"/>
                  </a:lnTo>
                  <a:lnTo>
                    <a:pt x="2196506" y="1386619"/>
                  </a:lnTo>
                  <a:lnTo>
                    <a:pt x="2191069" y="1386619"/>
                  </a:lnTo>
                  <a:lnTo>
                    <a:pt x="2191069" y="1384476"/>
                  </a:lnTo>
                  <a:lnTo>
                    <a:pt x="2185632" y="1384476"/>
                  </a:lnTo>
                  <a:lnTo>
                    <a:pt x="2185632" y="1380192"/>
                  </a:lnTo>
                  <a:lnTo>
                    <a:pt x="2180195" y="1380192"/>
                  </a:lnTo>
                  <a:lnTo>
                    <a:pt x="2180195" y="1373767"/>
                  </a:lnTo>
                  <a:lnTo>
                    <a:pt x="2169321" y="1373767"/>
                  </a:lnTo>
                  <a:lnTo>
                    <a:pt x="2169321" y="1373767"/>
                  </a:lnTo>
                  <a:lnTo>
                    <a:pt x="2163885" y="1373767"/>
                  </a:lnTo>
                  <a:lnTo>
                    <a:pt x="2163885" y="1369489"/>
                  </a:lnTo>
                  <a:lnTo>
                    <a:pt x="2153011" y="1369489"/>
                  </a:lnTo>
                  <a:lnTo>
                    <a:pt x="2153011" y="1363077"/>
                  </a:lnTo>
                  <a:lnTo>
                    <a:pt x="2142137" y="1363077"/>
                  </a:lnTo>
                  <a:lnTo>
                    <a:pt x="2142137" y="1360940"/>
                  </a:lnTo>
                  <a:lnTo>
                    <a:pt x="2131263" y="1360940"/>
                  </a:lnTo>
                  <a:lnTo>
                    <a:pt x="2131263" y="1356667"/>
                  </a:lnTo>
                  <a:lnTo>
                    <a:pt x="2125826" y="1356667"/>
                  </a:lnTo>
                  <a:lnTo>
                    <a:pt x="2125826" y="1354532"/>
                  </a:lnTo>
                  <a:lnTo>
                    <a:pt x="2120389" y="1354532"/>
                  </a:lnTo>
                  <a:lnTo>
                    <a:pt x="2120389" y="1352396"/>
                  </a:lnTo>
                  <a:lnTo>
                    <a:pt x="2114953" y="1352396"/>
                  </a:lnTo>
                  <a:lnTo>
                    <a:pt x="2114953" y="1350260"/>
                  </a:lnTo>
                  <a:lnTo>
                    <a:pt x="2109516" y="1350260"/>
                  </a:lnTo>
                  <a:lnTo>
                    <a:pt x="2109516" y="1345988"/>
                  </a:lnTo>
                  <a:lnTo>
                    <a:pt x="2104079" y="1345988"/>
                  </a:lnTo>
                  <a:lnTo>
                    <a:pt x="2104079" y="1345988"/>
                  </a:lnTo>
                  <a:lnTo>
                    <a:pt x="2098642" y="1345988"/>
                  </a:lnTo>
                  <a:lnTo>
                    <a:pt x="2098642" y="1343854"/>
                  </a:lnTo>
                  <a:lnTo>
                    <a:pt x="2093205" y="1343854"/>
                  </a:lnTo>
                  <a:lnTo>
                    <a:pt x="2093205" y="1341721"/>
                  </a:lnTo>
                  <a:lnTo>
                    <a:pt x="2087768" y="1341721"/>
                  </a:lnTo>
                  <a:lnTo>
                    <a:pt x="2087768" y="1341721"/>
                  </a:lnTo>
                  <a:lnTo>
                    <a:pt x="2082331" y="1341721"/>
                  </a:lnTo>
                  <a:lnTo>
                    <a:pt x="2082331" y="1339590"/>
                  </a:lnTo>
                  <a:lnTo>
                    <a:pt x="2071457" y="1339590"/>
                  </a:lnTo>
                  <a:lnTo>
                    <a:pt x="2071457" y="1331066"/>
                  </a:lnTo>
                  <a:lnTo>
                    <a:pt x="2066020" y="1331066"/>
                  </a:lnTo>
                  <a:lnTo>
                    <a:pt x="2066020" y="1328935"/>
                  </a:lnTo>
                  <a:lnTo>
                    <a:pt x="2055147" y="1328935"/>
                  </a:lnTo>
                  <a:lnTo>
                    <a:pt x="2055147" y="1326805"/>
                  </a:lnTo>
                  <a:lnTo>
                    <a:pt x="2044273" y="1326805"/>
                  </a:lnTo>
                  <a:lnTo>
                    <a:pt x="2044273" y="1324675"/>
                  </a:lnTo>
                  <a:lnTo>
                    <a:pt x="2038836" y="1324675"/>
                  </a:lnTo>
                  <a:lnTo>
                    <a:pt x="2038836" y="1320414"/>
                  </a:lnTo>
                  <a:lnTo>
                    <a:pt x="2033399" y="1320414"/>
                  </a:lnTo>
                  <a:lnTo>
                    <a:pt x="2033399" y="1318284"/>
                  </a:lnTo>
                  <a:lnTo>
                    <a:pt x="2027962" y="1318284"/>
                  </a:lnTo>
                  <a:lnTo>
                    <a:pt x="2027962" y="1316154"/>
                  </a:lnTo>
                  <a:lnTo>
                    <a:pt x="2022525" y="1316154"/>
                  </a:lnTo>
                  <a:lnTo>
                    <a:pt x="2022525" y="1314025"/>
                  </a:lnTo>
                  <a:lnTo>
                    <a:pt x="2017088" y="1314025"/>
                  </a:lnTo>
                  <a:lnTo>
                    <a:pt x="2017088" y="1311895"/>
                  </a:lnTo>
                  <a:lnTo>
                    <a:pt x="2011651" y="1311895"/>
                  </a:lnTo>
                  <a:lnTo>
                    <a:pt x="2011651" y="1307642"/>
                  </a:lnTo>
                  <a:lnTo>
                    <a:pt x="2006215" y="1307642"/>
                  </a:lnTo>
                  <a:lnTo>
                    <a:pt x="2006215" y="1305515"/>
                  </a:lnTo>
                  <a:lnTo>
                    <a:pt x="2000778" y="1305515"/>
                  </a:lnTo>
                  <a:lnTo>
                    <a:pt x="2000778" y="1305515"/>
                  </a:lnTo>
                  <a:lnTo>
                    <a:pt x="1995341" y="1305515"/>
                  </a:lnTo>
                  <a:lnTo>
                    <a:pt x="1995341" y="1303389"/>
                  </a:lnTo>
                  <a:lnTo>
                    <a:pt x="1989904" y="1303389"/>
                  </a:lnTo>
                  <a:lnTo>
                    <a:pt x="1989904" y="1301264"/>
                  </a:lnTo>
                  <a:lnTo>
                    <a:pt x="1984467" y="1301264"/>
                  </a:lnTo>
                  <a:lnTo>
                    <a:pt x="1984467" y="1297014"/>
                  </a:lnTo>
                  <a:lnTo>
                    <a:pt x="1973593" y="1297014"/>
                  </a:lnTo>
                  <a:lnTo>
                    <a:pt x="1973593" y="1294889"/>
                  </a:lnTo>
                  <a:lnTo>
                    <a:pt x="1968156" y="1294889"/>
                  </a:lnTo>
                  <a:lnTo>
                    <a:pt x="1968156" y="1292765"/>
                  </a:lnTo>
                  <a:lnTo>
                    <a:pt x="1951846" y="1292765"/>
                  </a:lnTo>
                  <a:lnTo>
                    <a:pt x="1951846" y="1290641"/>
                  </a:lnTo>
                  <a:lnTo>
                    <a:pt x="1935535" y="1290641"/>
                  </a:lnTo>
                  <a:lnTo>
                    <a:pt x="1935535" y="1288518"/>
                  </a:lnTo>
                  <a:lnTo>
                    <a:pt x="1930098" y="1288518"/>
                  </a:lnTo>
                  <a:lnTo>
                    <a:pt x="1930098" y="1286395"/>
                  </a:lnTo>
                  <a:lnTo>
                    <a:pt x="1924661" y="1286395"/>
                  </a:lnTo>
                  <a:lnTo>
                    <a:pt x="1924661" y="1280024"/>
                  </a:lnTo>
                  <a:lnTo>
                    <a:pt x="1919224" y="1280024"/>
                  </a:lnTo>
                  <a:lnTo>
                    <a:pt x="1919224" y="1277902"/>
                  </a:lnTo>
                  <a:lnTo>
                    <a:pt x="1913787" y="1277902"/>
                  </a:lnTo>
                  <a:lnTo>
                    <a:pt x="1913787" y="1277902"/>
                  </a:lnTo>
                  <a:lnTo>
                    <a:pt x="1908350" y="1277902"/>
                  </a:lnTo>
                  <a:lnTo>
                    <a:pt x="1908350" y="1275781"/>
                  </a:lnTo>
                  <a:lnTo>
                    <a:pt x="1902914" y="1275781"/>
                  </a:lnTo>
                  <a:lnTo>
                    <a:pt x="1902914" y="1275781"/>
                  </a:lnTo>
                  <a:lnTo>
                    <a:pt x="1897477" y="1275781"/>
                  </a:lnTo>
                  <a:lnTo>
                    <a:pt x="1897477" y="1273664"/>
                  </a:lnTo>
                  <a:lnTo>
                    <a:pt x="1892040" y="1273664"/>
                  </a:lnTo>
                  <a:lnTo>
                    <a:pt x="1892040" y="1273664"/>
                  </a:lnTo>
                  <a:lnTo>
                    <a:pt x="1886603" y="1273664"/>
                  </a:lnTo>
                  <a:lnTo>
                    <a:pt x="1886603" y="1271548"/>
                  </a:lnTo>
                  <a:lnTo>
                    <a:pt x="1875729" y="1271548"/>
                  </a:lnTo>
                  <a:lnTo>
                    <a:pt x="1875729" y="1267315"/>
                  </a:lnTo>
                  <a:lnTo>
                    <a:pt x="1870292" y="1267315"/>
                  </a:lnTo>
                  <a:lnTo>
                    <a:pt x="1870292" y="1265199"/>
                  </a:lnTo>
                  <a:lnTo>
                    <a:pt x="1864855" y="1265199"/>
                  </a:lnTo>
                  <a:lnTo>
                    <a:pt x="1864855" y="1263082"/>
                  </a:lnTo>
                  <a:lnTo>
                    <a:pt x="1848545" y="1263082"/>
                  </a:lnTo>
                  <a:lnTo>
                    <a:pt x="1848545" y="1260965"/>
                  </a:lnTo>
                  <a:lnTo>
                    <a:pt x="1843108" y="1260965"/>
                  </a:lnTo>
                  <a:lnTo>
                    <a:pt x="1843108" y="1252497"/>
                  </a:lnTo>
                  <a:lnTo>
                    <a:pt x="1832234" y="1252497"/>
                  </a:lnTo>
                  <a:lnTo>
                    <a:pt x="1832234" y="1248263"/>
                  </a:lnTo>
                  <a:lnTo>
                    <a:pt x="1826797" y="1248263"/>
                  </a:lnTo>
                  <a:lnTo>
                    <a:pt x="1826797" y="1246148"/>
                  </a:lnTo>
                  <a:lnTo>
                    <a:pt x="1821360" y="1246148"/>
                  </a:lnTo>
                  <a:lnTo>
                    <a:pt x="1821360" y="1246148"/>
                  </a:lnTo>
                  <a:lnTo>
                    <a:pt x="1815923" y="1246148"/>
                  </a:lnTo>
                  <a:lnTo>
                    <a:pt x="1815923" y="1244036"/>
                  </a:lnTo>
                  <a:lnTo>
                    <a:pt x="1810486" y="1244036"/>
                  </a:lnTo>
                  <a:lnTo>
                    <a:pt x="1810486" y="1235586"/>
                  </a:lnTo>
                  <a:lnTo>
                    <a:pt x="1805049" y="1235586"/>
                  </a:lnTo>
                  <a:lnTo>
                    <a:pt x="1805049" y="1233474"/>
                  </a:lnTo>
                  <a:lnTo>
                    <a:pt x="1799612" y="1233474"/>
                  </a:lnTo>
                  <a:lnTo>
                    <a:pt x="1799612" y="1231362"/>
                  </a:lnTo>
                  <a:lnTo>
                    <a:pt x="1788739" y="1231362"/>
                  </a:lnTo>
                  <a:lnTo>
                    <a:pt x="1788739" y="1229250"/>
                  </a:lnTo>
                  <a:lnTo>
                    <a:pt x="1783302" y="1229250"/>
                  </a:lnTo>
                  <a:lnTo>
                    <a:pt x="1783302" y="1225026"/>
                  </a:lnTo>
                  <a:lnTo>
                    <a:pt x="1777865" y="1225026"/>
                  </a:lnTo>
                  <a:lnTo>
                    <a:pt x="1777865" y="1220801"/>
                  </a:lnTo>
                  <a:lnTo>
                    <a:pt x="1756117" y="1220801"/>
                  </a:lnTo>
                  <a:lnTo>
                    <a:pt x="1756117" y="1216576"/>
                  </a:lnTo>
                  <a:lnTo>
                    <a:pt x="1750680" y="1216576"/>
                  </a:lnTo>
                  <a:lnTo>
                    <a:pt x="1750680" y="1212355"/>
                  </a:lnTo>
                  <a:lnTo>
                    <a:pt x="1745243" y="1212355"/>
                  </a:lnTo>
                  <a:lnTo>
                    <a:pt x="1745243" y="1212355"/>
                  </a:lnTo>
                  <a:lnTo>
                    <a:pt x="1739807" y="1212355"/>
                  </a:lnTo>
                  <a:lnTo>
                    <a:pt x="1739807" y="1210246"/>
                  </a:lnTo>
                  <a:lnTo>
                    <a:pt x="1728933" y="1210246"/>
                  </a:lnTo>
                  <a:lnTo>
                    <a:pt x="1728933" y="1208136"/>
                  </a:lnTo>
                  <a:lnTo>
                    <a:pt x="1718059" y="1208136"/>
                  </a:lnTo>
                  <a:lnTo>
                    <a:pt x="1718059" y="1206027"/>
                  </a:lnTo>
                  <a:lnTo>
                    <a:pt x="1712622" y="1206027"/>
                  </a:lnTo>
                  <a:lnTo>
                    <a:pt x="1712622" y="1199700"/>
                  </a:lnTo>
                  <a:lnTo>
                    <a:pt x="1707185" y="1199700"/>
                  </a:lnTo>
                  <a:lnTo>
                    <a:pt x="1707185" y="1193375"/>
                  </a:lnTo>
                  <a:lnTo>
                    <a:pt x="1696311" y="1193375"/>
                  </a:lnTo>
                  <a:lnTo>
                    <a:pt x="1696311" y="1191266"/>
                  </a:lnTo>
                  <a:lnTo>
                    <a:pt x="1685438" y="1191266"/>
                  </a:lnTo>
                  <a:lnTo>
                    <a:pt x="1685438" y="1189159"/>
                  </a:lnTo>
                  <a:lnTo>
                    <a:pt x="1674564" y="1189159"/>
                  </a:lnTo>
                  <a:lnTo>
                    <a:pt x="1674564" y="1184943"/>
                  </a:lnTo>
                  <a:lnTo>
                    <a:pt x="1669127" y="1184943"/>
                  </a:lnTo>
                  <a:lnTo>
                    <a:pt x="1669127" y="1182835"/>
                  </a:lnTo>
                  <a:lnTo>
                    <a:pt x="1663690" y="1182835"/>
                  </a:lnTo>
                  <a:lnTo>
                    <a:pt x="1663690" y="1180728"/>
                  </a:lnTo>
                  <a:lnTo>
                    <a:pt x="1658253" y="1180728"/>
                  </a:lnTo>
                  <a:lnTo>
                    <a:pt x="1658253" y="1178621"/>
                  </a:lnTo>
                  <a:lnTo>
                    <a:pt x="1652816" y="1178621"/>
                  </a:lnTo>
                  <a:lnTo>
                    <a:pt x="1652816" y="1176514"/>
                  </a:lnTo>
                  <a:lnTo>
                    <a:pt x="1647379" y="1176514"/>
                  </a:lnTo>
                  <a:lnTo>
                    <a:pt x="1647379" y="1174407"/>
                  </a:lnTo>
                  <a:lnTo>
                    <a:pt x="1641942" y="1174407"/>
                  </a:lnTo>
                  <a:lnTo>
                    <a:pt x="1641942" y="1170191"/>
                  </a:lnTo>
                  <a:lnTo>
                    <a:pt x="1636506" y="1170191"/>
                  </a:lnTo>
                  <a:lnTo>
                    <a:pt x="1636506" y="1170191"/>
                  </a:lnTo>
                  <a:lnTo>
                    <a:pt x="1631069" y="1170191"/>
                  </a:lnTo>
                  <a:lnTo>
                    <a:pt x="1631069" y="1165982"/>
                  </a:lnTo>
                  <a:lnTo>
                    <a:pt x="1625632" y="1165982"/>
                  </a:lnTo>
                  <a:lnTo>
                    <a:pt x="1625632" y="1163878"/>
                  </a:lnTo>
                  <a:lnTo>
                    <a:pt x="1620195" y="1163878"/>
                  </a:lnTo>
                  <a:lnTo>
                    <a:pt x="1620195" y="1157566"/>
                  </a:lnTo>
                  <a:lnTo>
                    <a:pt x="1614758" y="1157566"/>
                  </a:lnTo>
                  <a:lnTo>
                    <a:pt x="1614758" y="1155462"/>
                  </a:lnTo>
                  <a:lnTo>
                    <a:pt x="1603884" y="1155462"/>
                  </a:lnTo>
                  <a:lnTo>
                    <a:pt x="1603884" y="1151253"/>
                  </a:lnTo>
                  <a:lnTo>
                    <a:pt x="1598447" y="1151253"/>
                  </a:lnTo>
                  <a:lnTo>
                    <a:pt x="1598447" y="1144939"/>
                  </a:lnTo>
                  <a:lnTo>
                    <a:pt x="1593010" y="1144939"/>
                  </a:lnTo>
                  <a:lnTo>
                    <a:pt x="1593010" y="1140729"/>
                  </a:lnTo>
                  <a:lnTo>
                    <a:pt x="1587573" y="1140729"/>
                  </a:lnTo>
                  <a:lnTo>
                    <a:pt x="1587573" y="1138625"/>
                  </a:lnTo>
                  <a:lnTo>
                    <a:pt x="1582137" y="1138625"/>
                  </a:lnTo>
                  <a:lnTo>
                    <a:pt x="1582137" y="1136522"/>
                  </a:lnTo>
                  <a:lnTo>
                    <a:pt x="1576700" y="1136522"/>
                  </a:lnTo>
                  <a:lnTo>
                    <a:pt x="1576700" y="1132315"/>
                  </a:lnTo>
                  <a:lnTo>
                    <a:pt x="1571263" y="1132315"/>
                  </a:lnTo>
                  <a:lnTo>
                    <a:pt x="1571263" y="1130211"/>
                  </a:lnTo>
                  <a:lnTo>
                    <a:pt x="1560389" y="1130211"/>
                  </a:lnTo>
                  <a:lnTo>
                    <a:pt x="1560389" y="1123900"/>
                  </a:lnTo>
                  <a:lnTo>
                    <a:pt x="1549515" y="1123900"/>
                  </a:lnTo>
                  <a:lnTo>
                    <a:pt x="1549515" y="1121796"/>
                  </a:lnTo>
                  <a:lnTo>
                    <a:pt x="1538641" y="1121796"/>
                  </a:lnTo>
                  <a:lnTo>
                    <a:pt x="1538641" y="1117588"/>
                  </a:lnTo>
                  <a:lnTo>
                    <a:pt x="1527768" y="1117588"/>
                  </a:lnTo>
                  <a:lnTo>
                    <a:pt x="1527768" y="1113381"/>
                  </a:lnTo>
                  <a:lnTo>
                    <a:pt x="1522331" y="1113381"/>
                  </a:lnTo>
                  <a:lnTo>
                    <a:pt x="1522331" y="1113381"/>
                  </a:lnTo>
                  <a:lnTo>
                    <a:pt x="1516894" y="1113381"/>
                  </a:lnTo>
                  <a:lnTo>
                    <a:pt x="1516894" y="1111279"/>
                  </a:lnTo>
                  <a:lnTo>
                    <a:pt x="1511457" y="1111279"/>
                  </a:lnTo>
                  <a:lnTo>
                    <a:pt x="1511457" y="1107076"/>
                  </a:lnTo>
                  <a:lnTo>
                    <a:pt x="1506020" y="1107076"/>
                  </a:lnTo>
                  <a:lnTo>
                    <a:pt x="1506020" y="1100770"/>
                  </a:lnTo>
                  <a:lnTo>
                    <a:pt x="1500583" y="1100770"/>
                  </a:lnTo>
                  <a:lnTo>
                    <a:pt x="1500583" y="1098667"/>
                  </a:lnTo>
                  <a:lnTo>
                    <a:pt x="1489709" y="1098667"/>
                  </a:lnTo>
                  <a:lnTo>
                    <a:pt x="1489709" y="1098667"/>
                  </a:lnTo>
                  <a:lnTo>
                    <a:pt x="1484272" y="1098667"/>
                  </a:lnTo>
                  <a:lnTo>
                    <a:pt x="1484272" y="1094467"/>
                  </a:lnTo>
                  <a:lnTo>
                    <a:pt x="1473399" y="1094467"/>
                  </a:lnTo>
                  <a:lnTo>
                    <a:pt x="1473399" y="1092367"/>
                  </a:lnTo>
                  <a:lnTo>
                    <a:pt x="1467962" y="1092367"/>
                  </a:lnTo>
                  <a:lnTo>
                    <a:pt x="1467962" y="1092367"/>
                  </a:lnTo>
                  <a:lnTo>
                    <a:pt x="1462525" y="1092367"/>
                  </a:lnTo>
                  <a:lnTo>
                    <a:pt x="1462525" y="1088170"/>
                  </a:lnTo>
                  <a:lnTo>
                    <a:pt x="1457088" y="1088170"/>
                  </a:lnTo>
                  <a:lnTo>
                    <a:pt x="1457088" y="1086071"/>
                  </a:lnTo>
                  <a:lnTo>
                    <a:pt x="1446214" y="1086071"/>
                  </a:lnTo>
                  <a:lnTo>
                    <a:pt x="1446214" y="1083974"/>
                  </a:lnTo>
                  <a:lnTo>
                    <a:pt x="1435340" y="1083974"/>
                  </a:lnTo>
                  <a:lnTo>
                    <a:pt x="1435340" y="1083974"/>
                  </a:lnTo>
                  <a:lnTo>
                    <a:pt x="1424467" y="1083974"/>
                  </a:lnTo>
                  <a:lnTo>
                    <a:pt x="1424467" y="1081878"/>
                  </a:lnTo>
                  <a:lnTo>
                    <a:pt x="1419030" y="1081878"/>
                  </a:lnTo>
                  <a:lnTo>
                    <a:pt x="1419030" y="1079782"/>
                  </a:lnTo>
                  <a:lnTo>
                    <a:pt x="1413593" y="1079782"/>
                  </a:lnTo>
                  <a:lnTo>
                    <a:pt x="1413593" y="1071396"/>
                  </a:lnTo>
                  <a:lnTo>
                    <a:pt x="1397282" y="1071396"/>
                  </a:lnTo>
                  <a:lnTo>
                    <a:pt x="1397282" y="1067206"/>
                  </a:lnTo>
                  <a:lnTo>
                    <a:pt x="1380971" y="1067206"/>
                  </a:lnTo>
                  <a:lnTo>
                    <a:pt x="1380971" y="1067206"/>
                  </a:lnTo>
                  <a:lnTo>
                    <a:pt x="1375534" y="1067206"/>
                  </a:lnTo>
                  <a:lnTo>
                    <a:pt x="1375534" y="1067206"/>
                  </a:lnTo>
                  <a:lnTo>
                    <a:pt x="1370098" y="1067206"/>
                  </a:lnTo>
                  <a:lnTo>
                    <a:pt x="1370098" y="1067206"/>
                  </a:lnTo>
                  <a:lnTo>
                    <a:pt x="1364661" y="1067206"/>
                  </a:lnTo>
                  <a:lnTo>
                    <a:pt x="1364661" y="1060930"/>
                  </a:lnTo>
                  <a:lnTo>
                    <a:pt x="1359224" y="1060930"/>
                  </a:lnTo>
                  <a:lnTo>
                    <a:pt x="1359224" y="1054653"/>
                  </a:lnTo>
                  <a:lnTo>
                    <a:pt x="1353787" y="1054653"/>
                  </a:lnTo>
                  <a:lnTo>
                    <a:pt x="1353787" y="1052563"/>
                  </a:lnTo>
                  <a:lnTo>
                    <a:pt x="1348350" y="1052563"/>
                  </a:lnTo>
                  <a:lnTo>
                    <a:pt x="1348350" y="1048381"/>
                  </a:lnTo>
                  <a:lnTo>
                    <a:pt x="1342913" y="1048381"/>
                  </a:lnTo>
                  <a:lnTo>
                    <a:pt x="1342913" y="1046291"/>
                  </a:lnTo>
                  <a:lnTo>
                    <a:pt x="1337476" y="1046291"/>
                  </a:lnTo>
                  <a:lnTo>
                    <a:pt x="1337476" y="1042111"/>
                  </a:lnTo>
                  <a:lnTo>
                    <a:pt x="1332039" y="1042111"/>
                  </a:lnTo>
                  <a:lnTo>
                    <a:pt x="1332039" y="1042111"/>
                  </a:lnTo>
                  <a:lnTo>
                    <a:pt x="1326602" y="1042111"/>
                  </a:lnTo>
                  <a:lnTo>
                    <a:pt x="1326602" y="1035842"/>
                  </a:lnTo>
                  <a:lnTo>
                    <a:pt x="1321166" y="1035842"/>
                  </a:lnTo>
                  <a:lnTo>
                    <a:pt x="1321166" y="1033754"/>
                  </a:lnTo>
                  <a:lnTo>
                    <a:pt x="1315729" y="1033754"/>
                  </a:lnTo>
                  <a:lnTo>
                    <a:pt x="1315729" y="1031667"/>
                  </a:lnTo>
                  <a:lnTo>
                    <a:pt x="1310292" y="1031667"/>
                  </a:lnTo>
                  <a:lnTo>
                    <a:pt x="1310292" y="1027493"/>
                  </a:lnTo>
                  <a:lnTo>
                    <a:pt x="1304855" y="1027493"/>
                  </a:lnTo>
                  <a:lnTo>
                    <a:pt x="1304855" y="1025406"/>
                  </a:lnTo>
                  <a:lnTo>
                    <a:pt x="1299418" y="1025406"/>
                  </a:lnTo>
                  <a:lnTo>
                    <a:pt x="1299418" y="1021233"/>
                  </a:lnTo>
                  <a:lnTo>
                    <a:pt x="1293981" y="1021233"/>
                  </a:lnTo>
                  <a:lnTo>
                    <a:pt x="1293981" y="1014979"/>
                  </a:lnTo>
                  <a:lnTo>
                    <a:pt x="1277670" y="1014979"/>
                  </a:lnTo>
                  <a:lnTo>
                    <a:pt x="1277670" y="1010809"/>
                  </a:lnTo>
                  <a:lnTo>
                    <a:pt x="1272233" y="1010809"/>
                  </a:lnTo>
                  <a:lnTo>
                    <a:pt x="1272233" y="1004552"/>
                  </a:lnTo>
                  <a:lnTo>
                    <a:pt x="1261360" y="1004552"/>
                  </a:lnTo>
                  <a:lnTo>
                    <a:pt x="1261360" y="1002468"/>
                  </a:lnTo>
                  <a:lnTo>
                    <a:pt x="1255923" y="1002468"/>
                  </a:lnTo>
                  <a:lnTo>
                    <a:pt x="1255923" y="998298"/>
                  </a:lnTo>
                  <a:lnTo>
                    <a:pt x="1245049" y="998298"/>
                  </a:lnTo>
                  <a:lnTo>
                    <a:pt x="1245049" y="996213"/>
                  </a:lnTo>
                  <a:lnTo>
                    <a:pt x="1239612" y="996213"/>
                  </a:lnTo>
                  <a:lnTo>
                    <a:pt x="1239612" y="994127"/>
                  </a:lnTo>
                  <a:lnTo>
                    <a:pt x="1234175" y="994127"/>
                  </a:lnTo>
                  <a:lnTo>
                    <a:pt x="1234175" y="987871"/>
                  </a:lnTo>
                  <a:lnTo>
                    <a:pt x="1228738" y="987871"/>
                  </a:lnTo>
                  <a:lnTo>
                    <a:pt x="1228738" y="985785"/>
                  </a:lnTo>
                  <a:lnTo>
                    <a:pt x="1223301" y="985785"/>
                  </a:lnTo>
                  <a:lnTo>
                    <a:pt x="1223301" y="985785"/>
                  </a:lnTo>
                  <a:lnTo>
                    <a:pt x="1217864" y="985785"/>
                  </a:lnTo>
                  <a:lnTo>
                    <a:pt x="1217864" y="981619"/>
                  </a:lnTo>
                  <a:lnTo>
                    <a:pt x="1212428" y="981619"/>
                  </a:lnTo>
                  <a:lnTo>
                    <a:pt x="1212428" y="977452"/>
                  </a:lnTo>
                  <a:lnTo>
                    <a:pt x="1201554" y="977452"/>
                  </a:lnTo>
                  <a:lnTo>
                    <a:pt x="1201554" y="971201"/>
                  </a:lnTo>
                  <a:lnTo>
                    <a:pt x="1190680" y="971201"/>
                  </a:lnTo>
                  <a:lnTo>
                    <a:pt x="1190680" y="969118"/>
                  </a:lnTo>
                  <a:lnTo>
                    <a:pt x="1179806" y="969118"/>
                  </a:lnTo>
                  <a:lnTo>
                    <a:pt x="1179806" y="964954"/>
                  </a:lnTo>
                  <a:lnTo>
                    <a:pt x="1174369" y="964954"/>
                  </a:lnTo>
                  <a:lnTo>
                    <a:pt x="1174369" y="960791"/>
                  </a:lnTo>
                  <a:lnTo>
                    <a:pt x="1168932" y="960791"/>
                  </a:lnTo>
                  <a:lnTo>
                    <a:pt x="1168932" y="956627"/>
                  </a:lnTo>
                  <a:lnTo>
                    <a:pt x="1163495" y="956627"/>
                  </a:lnTo>
                  <a:lnTo>
                    <a:pt x="1163495" y="954545"/>
                  </a:lnTo>
                  <a:lnTo>
                    <a:pt x="1152622" y="954545"/>
                  </a:lnTo>
                  <a:lnTo>
                    <a:pt x="1152622" y="946216"/>
                  </a:lnTo>
                  <a:lnTo>
                    <a:pt x="1147185" y="946216"/>
                  </a:lnTo>
                  <a:lnTo>
                    <a:pt x="1147185" y="944133"/>
                  </a:lnTo>
                  <a:lnTo>
                    <a:pt x="1141748" y="944133"/>
                  </a:lnTo>
                  <a:lnTo>
                    <a:pt x="1141748" y="942052"/>
                  </a:lnTo>
                  <a:lnTo>
                    <a:pt x="1136311" y="942052"/>
                  </a:lnTo>
                  <a:lnTo>
                    <a:pt x="1136311" y="942052"/>
                  </a:lnTo>
                  <a:lnTo>
                    <a:pt x="1130874" y="942052"/>
                  </a:lnTo>
                  <a:lnTo>
                    <a:pt x="1130874" y="939973"/>
                  </a:lnTo>
                  <a:lnTo>
                    <a:pt x="1125437" y="939973"/>
                  </a:lnTo>
                  <a:lnTo>
                    <a:pt x="1125437" y="933738"/>
                  </a:lnTo>
                  <a:lnTo>
                    <a:pt x="1120000" y="933738"/>
                  </a:lnTo>
                  <a:lnTo>
                    <a:pt x="1120000" y="931659"/>
                  </a:lnTo>
                  <a:lnTo>
                    <a:pt x="1114563" y="931659"/>
                  </a:lnTo>
                  <a:lnTo>
                    <a:pt x="1114563" y="929581"/>
                  </a:lnTo>
                  <a:lnTo>
                    <a:pt x="1109127" y="929581"/>
                  </a:lnTo>
                  <a:lnTo>
                    <a:pt x="1109127" y="925423"/>
                  </a:lnTo>
                  <a:lnTo>
                    <a:pt x="1103690" y="925423"/>
                  </a:lnTo>
                  <a:lnTo>
                    <a:pt x="1103690" y="921264"/>
                  </a:lnTo>
                  <a:lnTo>
                    <a:pt x="1098253" y="921264"/>
                  </a:lnTo>
                  <a:lnTo>
                    <a:pt x="1098253" y="917105"/>
                  </a:lnTo>
                  <a:lnTo>
                    <a:pt x="1092816" y="917105"/>
                  </a:lnTo>
                  <a:lnTo>
                    <a:pt x="1092816" y="915025"/>
                  </a:lnTo>
                  <a:lnTo>
                    <a:pt x="1087379" y="915025"/>
                  </a:lnTo>
                  <a:lnTo>
                    <a:pt x="1087379" y="910864"/>
                  </a:lnTo>
                  <a:lnTo>
                    <a:pt x="1071068" y="910864"/>
                  </a:lnTo>
                  <a:lnTo>
                    <a:pt x="1071068" y="904623"/>
                  </a:lnTo>
                  <a:lnTo>
                    <a:pt x="1060194" y="904623"/>
                  </a:lnTo>
                  <a:lnTo>
                    <a:pt x="1060194" y="900461"/>
                  </a:lnTo>
                  <a:lnTo>
                    <a:pt x="1054758" y="900461"/>
                  </a:lnTo>
                  <a:lnTo>
                    <a:pt x="1054758" y="896299"/>
                  </a:lnTo>
                  <a:lnTo>
                    <a:pt x="1049321" y="896299"/>
                  </a:lnTo>
                  <a:lnTo>
                    <a:pt x="1049321" y="894217"/>
                  </a:lnTo>
                  <a:lnTo>
                    <a:pt x="1038447" y="894217"/>
                  </a:lnTo>
                  <a:lnTo>
                    <a:pt x="1038447" y="892136"/>
                  </a:lnTo>
                  <a:lnTo>
                    <a:pt x="1027573" y="892136"/>
                  </a:lnTo>
                  <a:lnTo>
                    <a:pt x="1027573" y="892136"/>
                  </a:lnTo>
                  <a:lnTo>
                    <a:pt x="1022136" y="892136"/>
                  </a:lnTo>
                  <a:lnTo>
                    <a:pt x="1022136" y="887978"/>
                  </a:lnTo>
                  <a:lnTo>
                    <a:pt x="1016699" y="887978"/>
                  </a:lnTo>
                  <a:lnTo>
                    <a:pt x="1016699" y="883824"/>
                  </a:lnTo>
                  <a:lnTo>
                    <a:pt x="1005825" y="883824"/>
                  </a:lnTo>
                  <a:lnTo>
                    <a:pt x="1005825" y="879670"/>
                  </a:lnTo>
                  <a:lnTo>
                    <a:pt x="994952" y="879670"/>
                  </a:lnTo>
                  <a:lnTo>
                    <a:pt x="994952" y="871362"/>
                  </a:lnTo>
                  <a:lnTo>
                    <a:pt x="989515" y="871362"/>
                  </a:lnTo>
                  <a:lnTo>
                    <a:pt x="989515" y="867209"/>
                  </a:lnTo>
                  <a:lnTo>
                    <a:pt x="984078" y="867209"/>
                  </a:lnTo>
                  <a:lnTo>
                    <a:pt x="984078" y="863055"/>
                  </a:lnTo>
                  <a:lnTo>
                    <a:pt x="978641" y="863055"/>
                  </a:lnTo>
                  <a:lnTo>
                    <a:pt x="978641" y="856823"/>
                  </a:lnTo>
                  <a:lnTo>
                    <a:pt x="973204" y="856823"/>
                  </a:lnTo>
                  <a:lnTo>
                    <a:pt x="973204" y="852667"/>
                  </a:lnTo>
                  <a:lnTo>
                    <a:pt x="962330" y="852667"/>
                  </a:lnTo>
                  <a:lnTo>
                    <a:pt x="962330" y="848513"/>
                  </a:lnTo>
                  <a:lnTo>
                    <a:pt x="956893" y="848513"/>
                  </a:lnTo>
                  <a:lnTo>
                    <a:pt x="956893" y="844362"/>
                  </a:lnTo>
                  <a:lnTo>
                    <a:pt x="951457" y="844362"/>
                  </a:lnTo>
                  <a:lnTo>
                    <a:pt x="951457" y="840210"/>
                  </a:lnTo>
                  <a:lnTo>
                    <a:pt x="946020" y="840210"/>
                  </a:lnTo>
                  <a:lnTo>
                    <a:pt x="946020" y="836058"/>
                  </a:lnTo>
                  <a:lnTo>
                    <a:pt x="940583" y="836058"/>
                  </a:lnTo>
                  <a:lnTo>
                    <a:pt x="940583" y="833983"/>
                  </a:lnTo>
                  <a:lnTo>
                    <a:pt x="935146" y="833983"/>
                  </a:lnTo>
                  <a:lnTo>
                    <a:pt x="935146" y="831907"/>
                  </a:lnTo>
                  <a:lnTo>
                    <a:pt x="929709" y="831907"/>
                  </a:lnTo>
                  <a:lnTo>
                    <a:pt x="929709" y="829831"/>
                  </a:lnTo>
                  <a:lnTo>
                    <a:pt x="924272" y="829831"/>
                  </a:lnTo>
                  <a:lnTo>
                    <a:pt x="924272" y="821526"/>
                  </a:lnTo>
                  <a:lnTo>
                    <a:pt x="918835" y="821526"/>
                  </a:lnTo>
                  <a:lnTo>
                    <a:pt x="918835" y="819451"/>
                  </a:lnTo>
                  <a:lnTo>
                    <a:pt x="913398" y="819451"/>
                  </a:lnTo>
                  <a:lnTo>
                    <a:pt x="913398" y="815305"/>
                  </a:lnTo>
                  <a:lnTo>
                    <a:pt x="907961" y="815305"/>
                  </a:lnTo>
                  <a:lnTo>
                    <a:pt x="907961" y="813232"/>
                  </a:lnTo>
                  <a:lnTo>
                    <a:pt x="902524" y="813232"/>
                  </a:lnTo>
                  <a:lnTo>
                    <a:pt x="902524" y="809084"/>
                  </a:lnTo>
                  <a:lnTo>
                    <a:pt x="897088" y="809084"/>
                  </a:lnTo>
                  <a:lnTo>
                    <a:pt x="897088" y="804936"/>
                  </a:lnTo>
                  <a:lnTo>
                    <a:pt x="886214" y="804936"/>
                  </a:lnTo>
                  <a:lnTo>
                    <a:pt x="886214" y="800788"/>
                  </a:lnTo>
                  <a:lnTo>
                    <a:pt x="880777" y="800788"/>
                  </a:lnTo>
                  <a:lnTo>
                    <a:pt x="880777" y="798713"/>
                  </a:lnTo>
                  <a:lnTo>
                    <a:pt x="875340" y="798713"/>
                  </a:lnTo>
                  <a:lnTo>
                    <a:pt x="875340" y="798713"/>
                  </a:lnTo>
                  <a:lnTo>
                    <a:pt x="869903" y="798713"/>
                  </a:lnTo>
                  <a:lnTo>
                    <a:pt x="869903" y="798713"/>
                  </a:lnTo>
                  <a:lnTo>
                    <a:pt x="864466" y="798713"/>
                  </a:lnTo>
                  <a:lnTo>
                    <a:pt x="864466" y="798713"/>
                  </a:lnTo>
                  <a:lnTo>
                    <a:pt x="859029" y="798713"/>
                  </a:lnTo>
                  <a:lnTo>
                    <a:pt x="859029" y="794571"/>
                  </a:lnTo>
                  <a:lnTo>
                    <a:pt x="853592" y="794571"/>
                  </a:lnTo>
                  <a:lnTo>
                    <a:pt x="853592" y="792500"/>
                  </a:lnTo>
                  <a:lnTo>
                    <a:pt x="837282" y="792500"/>
                  </a:lnTo>
                  <a:lnTo>
                    <a:pt x="837282" y="792500"/>
                  </a:lnTo>
                  <a:lnTo>
                    <a:pt x="831845" y="792500"/>
                  </a:lnTo>
                  <a:lnTo>
                    <a:pt x="831845" y="784220"/>
                  </a:lnTo>
                  <a:lnTo>
                    <a:pt x="826408" y="784220"/>
                  </a:lnTo>
                  <a:lnTo>
                    <a:pt x="826408" y="778008"/>
                  </a:lnTo>
                  <a:lnTo>
                    <a:pt x="820971" y="778008"/>
                  </a:lnTo>
                  <a:lnTo>
                    <a:pt x="820971" y="773866"/>
                  </a:lnTo>
                  <a:lnTo>
                    <a:pt x="815534" y="773866"/>
                  </a:lnTo>
                  <a:lnTo>
                    <a:pt x="815534" y="767652"/>
                  </a:lnTo>
                  <a:lnTo>
                    <a:pt x="810097" y="767652"/>
                  </a:lnTo>
                  <a:lnTo>
                    <a:pt x="810097" y="765580"/>
                  </a:lnTo>
                  <a:lnTo>
                    <a:pt x="804660" y="765580"/>
                  </a:lnTo>
                  <a:lnTo>
                    <a:pt x="804660" y="763508"/>
                  </a:lnTo>
                  <a:lnTo>
                    <a:pt x="799223" y="763508"/>
                  </a:lnTo>
                  <a:lnTo>
                    <a:pt x="799223" y="761437"/>
                  </a:lnTo>
                  <a:lnTo>
                    <a:pt x="793786" y="761437"/>
                  </a:lnTo>
                  <a:lnTo>
                    <a:pt x="793786" y="755222"/>
                  </a:lnTo>
                  <a:lnTo>
                    <a:pt x="788350" y="755222"/>
                  </a:lnTo>
                  <a:lnTo>
                    <a:pt x="788350" y="751080"/>
                  </a:lnTo>
                  <a:lnTo>
                    <a:pt x="782913" y="751080"/>
                  </a:lnTo>
                  <a:lnTo>
                    <a:pt x="782913" y="749008"/>
                  </a:lnTo>
                  <a:lnTo>
                    <a:pt x="777476" y="749008"/>
                  </a:lnTo>
                  <a:lnTo>
                    <a:pt x="777476" y="746936"/>
                  </a:lnTo>
                  <a:lnTo>
                    <a:pt x="772039" y="746936"/>
                  </a:lnTo>
                  <a:lnTo>
                    <a:pt x="772039" y="740720"/>
                  </a:lnTo>
                  <a:lnTo>
                    <a:pt x="766602" y="740720"/>
                  </a:lnTo>
                  <a:lnTo>
                    <a:pt x="766602" y="734505"/>
                  </a:lnTo>
                  <a:lnTo>
                    <a:pt x="761165" y="734505"/>
                  </a:lnTo>
                  <a:lnTo>
                    <a:pt x="761165" y="732436"/>
                  </a:lnTo>
                  <a:lnTo>
                    <a:pt x="755728" y="732436"/>
                  </a:lnTo>
                  <a:lnTo>
                    <a:pt x="755728" y="728299"/>
                  </a:lnTo>
                  <a:lnTo>
                    <a:pt x="750291" y="728299"/>
                  </a:lnTo>
                  <a:lnTo>
                    <a:pt x="750291" y="726230"/>
                  </a:lnTo>
                  <a:lnTo>
                    <a:pt x="744854" y="726230"/>
                  </a:lnTo>
                  <a:lnTo>
                    <a:pt x="744854" y="720022"/>
                  </a:lnTo>
                  <a:lnTo>
                    <a:pt x="739418" y="720022"/>
                  </a:lnTo>
                  <a:lnTo>
                    <a:pt x="739418" y="717952"/>
                  </a:lnTo>
                  <a:lnTo>
                    <a:pt x="733981" y="717952"/>
                  </a:lnTo>
                  <a:lnTo>
                    <a:pt x="733981" y="711741"/>
                  </a:lnTo>
                  <a:lnTo>
                    <a:pt x="728544" y="711741"/>
                  </a:lnTo>
                  <a:lnTo>
                    <a:pt x="728544" y="707600"/>
                  </a:lnTo>
                  <a:lnTo>
                    <a:pt x="723107" y="707600"/>
                  </a:lnTo>
                  <a:lnTo>
                    <a:pt x="723107" y="707600"/>
                  </a:lnTo>
                  <a:lnTo>
                    <a:pt x="717670" y="707600"/>
                  </a:lnTo>
                  <a:lnTo>
                    <a:pt x="717670" y="703463"/>
                  </a:lnTo>
                  <a:lnTo>
                    <a:pt x="706796" y="703463"/>
                  </a:lnTo>
                  <a:lnTo>
                    <a:pt x="706796" y="695188"/>
                  </a:lnTo>
                  <a:lnTo>
                    <a:pt x="701359" y="695188"/>
                  </a:lnTo>
                  <a:lnTo>
                    <a:pt x="701359" y="686909"/>
                  </a:lnTo>
                  <a:lnTo>
                    <a:pt x="695922" y="686909"/>
                  </a:lnTo>
                  <a:lnTo>
                    <a:pt x="695922" y="678630"/>
                  </a:lnTo>
                  <a:lnTo>
                    <a:pt x="690485" y="678630"/>
                  </a:lnTo>
                  <a:lnTo>
                    <a:pt x="690485" y="676559"/>
                  </a:lnTo>
                  <a:lnTo>
                    <a:pt x="685049" y="676559"/>
                  </a:lnTo>
                  <a:lnTo>
                    <a:pt x="685049" y="666205"/>
                  </a:lnTo>
                  <a:lnTo>
                    <a:pt x="679612" y="666205"/>
                  </a:lnTo>
                  <a:lnTo>
                    <a:pt x="679612" y="655854"/>
                  </a:lnTo>
                  <a:lnTo>
                    <a:pt x="674175" y="655854"/>
                  </a:lnTo>
                  <a:lnTo>
                    <a:pt x="674175" y="653784"/>
                  </a:lnTo>
                  <a:lnTo>
                    <a:pt x="668738" y="653784"/>
                  </a:lnTo>
                  <a:lnTo>
                    <a:pt x="668738" y="651714"/>
                  </a:lnTo>
                  <a:lnTo>
                    <a:pt x="663301" y="651714"/>
                  </a:lnTo>
                  <a:lnTo>
                    <a:pt x="663301" y="647573"/>
                  </a:lnTo>
                  <a:lnTo>
                    <a:pt x="657864" y="647573"/>
                  </a:lnTo>
                  <a:lnTo>
                    <a:pt x="657864" y="643431"/>
                  </a:lnTo>
                  <a:lnTo>
                    <a:pt x="652427" y="643431"/>
                  </a:lnTo>
                  <a:lnTo>
                    <a:pt x="652427" y="641359"/>
                  </a:lnTo>
                  <a:lnTo>
                    <a:pt x="646990" y="641359"/>
                  </a:lnTo>
                  <a:lnTo>
                    <a:pt x="646990" y="635149"/>
                  </a:lnTo>
                  <a:lnTo>
                    <a:pt x="641553" y="635149"/>
                  </a:lnTo>
                  <a:lnTo>
                    <a:pt x="641553" y="633079"/>
                  </a:lnTo>
                  <a:lnTo>
                    <a:pt x="636116" y="633079"/>
                  </a:lnTo>
                  <a:lnTo>
                    <a:pt x="636116" y="626866"/>
                  </a:lnTo>
                  <a:lnTo>
                    <a:pt x="625243" y="626866"/>
                  </a:lnTo>
                  <a:lnTo>
                    <a:pt x="625243" y="622723"/>
                  </a:lnTo>
                  <a:lnTo>
                    <a:pt x="614369" y="622723"/>
                  </a:lnTo>
                  <a:lnTo>
                    <a:pt x="614369" y="620651"/>
                  </a:lnTo>
                  <a:lnTo>
                    <a:pt x="608932" y="620651"/>
                  </a:lnTo>
                  <a:lnTo>
                    <a:pt x="608932" y="612365"/>
                  </a:lnTo>
                  <a:lnTo>
                    <a:pt x="603495" y="612365"/>
                  </a:lnTo>
                  <a:lnTo>
                    <a:pt x="603495" y="608220"/>
                  </a:lnTo>
                  <a:lnTo>
                    <a:pt x="581747" y="608220"/>
                  </a:lnTo>
                  <a:lnTo>
                    <a:pt x="581747" y="604074"/>
                  </a:lnTo>
                  <a:lnTo>
                    <a:pt x="576311" y="604074"/>
                  </a:lnTo>
                  <a:lnTo>
                    <a:pt x="576311" y="602002"/>
                  </a:lnTo>
                  <a:lnTo>
                    <a:pt x="570874" y="602002"/>
                  </a:lnTo>
                  <a:lnTo>
                    <a:pt x="570874" y="595794"/>
                  </a:lnTo>
                  <a:lnTo>
                    <a:pt x="565437" y="595794"/>
                  </a:lnTo>
                  <a:lnTo>
                    <a:pt x="565437" y="591655"/>
                  </a:lnTo>
                  <a:lnTo>
                    <a:pt x="560000" y="591655"/>
                  </a:lnTo>
                  <a:lnTo>
                    <a:pt x="560000" y="587514"/>
                  </a:lnTo>
                  <a:lnTo>
                    <a:pt x="554563" y="587514"/>
                  </a:lnTo>
                  <a:lnTo>
                    <a:pt x="554563" y="583372"/>
                  </a:lnTo>
                  <a:lnTo>
                    <a:pt x="549126" y="583372"/>
                  </a:lnTo>
                  <a:lnTo>
                    <a:pt x="549126" y="581301"/>
                  </a:lnTo>
                  <a:lnTo>
                    <a:pt x="543689" y="581301"/>
                  </a:lnTo>
                  <a:lnTo>
                    <a:pt x="543689" y="579229"/>
                  </a:lnTo>
                  <a:lnTo>
                    <a:pt x="538252" y="579229"/>
                  </a:lnTo>
                  <a:lnTo>
                    <a:pt x="538252" y="573013"/>
                  </a:lnTo>
                  <a:lnTo>
                    <a:pt x="532815" y="573013"/>
                  </a:lnTo>
                  <a:lnTo>
                    <a:pt x="532815" y="568869"/>
                  </a:lnTo>
                  <a:lnTo>
                    <a:pt x="527379" y="568869"/>
                  </a:lnTo>
                  <a:lnTo>
                    <a:pt x="527379" y="558505"/>
                  </a:lnTo>
                  <a:lnTo>
                    <a:pt x="521942" y="558505"/>
                  </a:lnTo>
                  <a:lnTo>
                    <a:pt x="521942" y="554359"/>
                  </a:lnTo>
                  <a:lnTo>
                    <a:pt x="516505" y="554359"/>
                  </a:lnTo>
                  <a:lnTo>
                    <a:pt x="516505" y="548138"/>
                  </a:lnTo>
                  <a:lnTo>
                    <a:pt x="511068" y="548138"/>
                  </a:lnTo>
                  <a:lnTo>
                    <a:pt x="511068" y="543989"/>
                  </a:lnTo>
                  <a:lnTo>
                    <a:pt x="500194" y="543989"/>
                  </a:lnTo>
                  <a:lnTo>
                    <a:pt x="500194" y="537764"/>
                  </a:lnTo>
                  <a:lnTo>
                    <a:pt x="494757" y="537764"/>
                  </a:lnTo>
                  <a:lnTo>
                    <a:pt x="494757" y="533616"/>
                  </a:lnTo>
                  <a:lnTo>
                    <a:pt x="489320" y="533616"/>
                  </a:lnTo>
                  <a:lnTo>
                    <a:pt x="489320" y="523245"/>
                  </a:lnTo>
                  <a:lnTo>
                    <a:pt x="483883" y="523245"/>
                  </a:lnTo>
                  <a:lnTo>
                    <a:pt x="483883" y="519094"/>
                  </a:lnTo>
                  <a:lnTo>
                    <a:pt x="478446" y="519094"/>
                  </a:lnTo>
                  <a:lnTo>
                    <a:pt x="478446" y="512872"/>
                  </a:lnTo>
                  <a:lnTo>
                    <a:pt x="473010" y="512872"/>
                  </a:lnTo>
                  <a:lnTo>
                    <a:pt x="473010" y="510797"/>
                  </a:lnTo>
                  <a:lnTo>
                    <a:pt x="467573" y="510797"/>
                  </a:lnTo>
                  <a:lnTo>
                    <a:pt x="467573" y="504570"/>
                  </a:lnTo>
                  <a:lnTo>
                    <a:pt x="462136" y="504570"/>
                  </a:lnTo>
                  <a:lnTo>
                    <a:pt x="462136" y="504570"/>
                  </a:lnTo>
                  <a:lnTo>
                    <a:pt x="456699" y="504570"/>
                  </a:lnTo>
                  <a:lnTo>
                    <a:pt x="456699" y="502497"/>
                  </a:lnTo>
                  <a:lnTo>
                    <a:pt x="451262" y="502497"/>
                  </a:lnTo>
                  <a:lnTo>
                    <a:pt x="451262" y="500424"/>
                  </a:lnTo>
                  <a:lnTo>
                    <a:pt x="445825" y="500424"/>
                  </a:lnTo>
                  <a:lnTo>
                    <a:pt x="445825" y="492136"/>
                  </a:lnTo>
                  <a:lnTo>
                    <a:pt x="440388" y="492136"/>
                  </a:lnTo>
                  <a:lnTo>
                    <a:pt x="440388" y="490063"/>
                  </a:lnTo>
                  <a:lnTo>
                    <a:pt x="434951" y="490063"/>
                  </a:lnTo>
                  <a:lnTo>
                    <a:pt x="434951" y="487991"/>
                  </a:lnTo>
                  <a:lnTo>
                    <a:pt x="429514" y="487991"/>
                  </a:lnTo>
                  <a:lnTo>
                    <a:pt x="429514" y="485919"/>
                  </a:lnTo>
                  <a:lnTo>
                    <a:pt x="424077" y="485919"/>
                  </a:lnTo>
                  <a:lnTo>
                    <a:pt x="424077" y="481775"/>
                  </a:lnTo>
                  <a:lnTo>
                    <a:pt x="418641" y="481775"/>
                  </a:lnTo>
                  <a:lnTo>
                    <a:pt x="418641" y="475555"/>
                  </a:lnTo>
                  <a:lnTo>
                    <a:pt x="407767" y="475555"/>
                  </a:lnTo>
                  <a:lnTo>
                    <a:pt x="407767" y="473483"/>
                  </a:lnTo>
                  <a:lnTo>
                    <a:pt x="402330" y="473483"/>
                  </a:lnTo>
                  <a:lnTo>
                    <a:pt x="402330" y="467265"/>
                  </a:lnTo>
                  <a:lnTo>
                    <a:pt x="396893" y="467265"/>
                  </a:lnTo>
                  <a:lnTo>
                    <a:pt x="396893" y="463119"/>
                  </a:lnTo>
                  <a:lnTo>
                    <a:pt x="391456" y="463119"/>
                  </a:lnTo>
                  <a:lnTo>
                    <a:pt x="391456" y="456898"/>
                  </a:lnTo>
                  <a:lnTo>
                    <a:pt x="386019" y="456898"/>
                  </a:lnTo>
                  <a:lnTo>
                    <a:pt x="386019" y="452749"/>
                  </a:lnTo>
                  <a:lnTo>
                    <a:pt x="380582" y="452749"/>
                  </a:lnTo>
                  <a:lnTo>
                    <a:pt x="380582" y="438216"/>
                  </a:lnTo>
                  <a:lnTo>
                    <a:pt x="375145" y="438216"/>
                  </a:lnTo>
                  <a:lnTo>
                    <a:pt x="375145" y="431986"/>
                  </a:lnTo>
                  <a:lnTo>
                    <a:pt x="369709" y="431986"/>
                  </a:lnTo>
                  <a:lnTo>
                    <a:pt x="369709" y="427833"/>
                  </a:lnTo>
                  <a:lnTo>
                    <a:pt x="364272" y="427833"/>
                  </a:lnTo>
                  <a:lnTo>
                    <a:pt x="364272" y="423680"/>
                  </a:lnTo>
                  <a:lnTo>
                    <a:pt x="358835" y="423680"/>
                  </a:lnTo>
                  <a:lnTo>
                    <a:pt x="358835" y="415370"/>
                  </a:lnTo>
                  <a:lnTo>
                    <a:pt x="353398" y="415370"/>
                  </a:lnTo>
                  <a:lnTo>
                    <a:pt x="353398" y="409132"/>
                  </a:lnTo>
                  <a:lnTo>
                    <a:pt x="347961" y="409132"/>
                  </a:lnTo>
                  <a:lnTo>
                    <a:pt x="347961" y="409132"/>
                  </a:lnTo>
                  <a:lnTo>
                    <a:pt x="342524" y="409132"/>
                  </a:lnTo>
                  <a:lnTo>
                    <a:pt x="342524" y="402906"/>
                  </a:lnTo>
                  <a:lnTo>
                    <a:pt x="337087" y="402906"/>
                  </a:lnTo>
                  <a:lnTo>
                    <a:pt x="337087" y="392522"/>
                  </a:lnTo>
                  <a:lnTo>
                    <a:pt x="331650" y="392522"/>
                  </a:lnTo>
                  <a:lnTo>
                    <a:pt x="331650" y="386288"/>
                  </a:lnTo>
                  <a:lnTo>
                    <a:pt x="326213" y="386288"/>
                  </a:lnTo>
                  <a:lnTo>
                    <a:pt x="326213" y="371732"/>
                  </a:lnTo>
                  <a:lnTo>
                    <a:pt x="320776" y="371732"/>
                  </a:lnTo>
                  <a:lnTo>
                    <a:pt x="320776" y="369652"/>
                  </a:lnTo>
                  <a:lnTo>
                    <a:pt x="315340" y="369652"/>
                  </a:lnTo>
                  <a:lnTo>
                    <a:pt x="315340" y="367574"/>
                  </a:lnTo>
                  <a:lnTo>
                    <a:pt x="309903" y="367574"/>
                  </a:lnTo>
                  <a:lnTo>
                    <a:pt x="309903" y="359259"/>
                  </a:lnTo>
                  <a:lnTo>
                    <a:pt x="304466" y="359259"/>
                  </a:lnTo>
                  <a:lnTo>
                    <a:pt x="304466" y="350946"/>
                  </a:lnTo>
                  <a:lnTo>
                    <a:pt x="299029" y="350946"/>
                  </a:lnTo>
                  <a:lnTo>
                    <a:pt x="299029" y="340544"/>
                  </a:lnTo>
                  <a:lnTo>
                    <a:pt x="293592" y="340544"/>
                  </a:lnTo>
                  <a:lnTo>
                    <a:pt x="293592" y="334295"/>
                  </a:lnTo>
                  <a:lnTo>
                    <a:pt x="288155" y="334295"/>
                  </a:lnTo>
                  <a:lnTo>
                    <a:pt x="288155" y="328042"/>
                  </a:lnTo>
                  <a:lnTo>
                    <a:pt x="282718" y="328042"/>
                  </a:lnTo>
                  <a:lnTo>
                    <a:pt x="282718" y="321785"/>
                  </a:lnTo>
                  <a:lnTo>
                    <a:pt x="277281" y="321785"/>
                  </a:lnTo>
                  <a:lnTo>
                    <a:pt x="277281" y="317611"/>
                  </a:lnTo>
                  <a:lnTo>
                    <a:pt x="271844" y="317611"/>
                  </a:lnTo>
                  <a:lnTo>
                    <a:pt x="271844" y="313437"/>
                  </a:lnTo>
                  <a:lnTo>
                    <a:pt x="266407" y="313437"/>
                  </a:lnTo>
                  <a:lnTo>
                    <a:pt x="266407" y="307170"/>
                  </a:lnTo>
                  <a:lnTo>
                    <a:pt x="260971" y="307170"/>
                  </a:lnTo>
                  <a:lnTo>
                    <a:pt x="260971" y="292525"/>
                  </a:lnTo>
                  <a:lnTo>
                    <a:pt x="255534" y="292525"/>
                  </a:lnTo>
                  <a:lnTo>
                    <a:pt x="255534" y="290430"/>
                  </a:lnTo>
                  <a:lnTo>
                    <a:pt x="250097" y="290430"/>
                  </a:lnTo>
                  <a:lnTo>
                    <a:pt x="250097" y="286238"/>
                  </a:lnTo>
                  <a:lnTo>
                    <a:pt x="244660" y="286238"/>
                  </a:lnTo>
                  <a:lnTo>
                    <a:pt x="244660" y="271548"/>
                  </a:lnTo>
                  <a:lnTo>
                    <a:pt x="239223" y="271548"/>
                  </a:lnTo>
                  <a:lnTo>
                    <a:pt x="239223" y="269447"/>
                  </a:lnTo>
                  <a:lnTo>
                    <a:pt x="233786" y="269447"/>
                  </a:lnTo>
                  <a:lnTo>
                    <a:pt x="233786" y="265243"/>
                  </a:lnTo>
                  <a:lnTo>
                    <a:pt x="228349" y="265243"/>
                  </a:lnTo>
                  <a:lnTo>
                    <a:pt x="228349" y="263141"/>
                  </a:lnTo>
                  <a:lnTo>
                    <a:pt x="222912" y="263141"/>
                  </a:lnTo>
                  <a:lnTo>
                    <a:pt x="222912" y="261038"/>
                  </a:lnTo>
                  <a:lnTo>
                    <a:pt x="217475" y="261038"/>
                  </a:lnTo>
                  <a:lnTo>
                    <a:pt x="217475" y="256832"/>
                  </a:lnTo>
                  <a:lnTo>
                    <a:pt x="212038" y="256832"/>
                  </a:lnTo>
                  <a:lnTo>
                    <a:pt x="212038" y="246313"/>
                  </a:lnTo>
                  <a:lnTo>
                    <a:pt x="206602" y="246313"/>
                  </a:lnTo>
                  <a:lnTo>
                    <a:pt x="206602" y="242101"/>
                  </a:lnTo>
                  <a:lnTo>
                    <a:pt x="201165" y="242101"/>
                  </a:lnTo>
                  <a:lnTo>
                    <a:pt x="201165" y="233668"/>
                  </a:lnTo>
                  <a:lnTo>
                    <a:pt x="195728" y="233668"/>
                  </a:lnTo>
                  <a:lnTo>
                    <a:pt x="195728" y="225220"/>
                  </a:lnTo>
                  <a:lnTo>
                    <a:pt x="190291" y="225220"/>
                  </a:lnTo>
                  <a:lnTo>
                    <a:pt x="190291" y="206157"/>
                  </a:lnTo>
                  <a:lnTo>
                    <a:pt x="184854" y="206157"/>
                  </a:lnTo>
                  <a:lnTo>
                    <a:pt x="184854" y="201908"/>
                  </a:lnTo>
                  <a:lnTo>
                    <a:pt x="179417" y="201908"/>
                  </a:lnTo>
                  <a:lnTo>
                    <a:pt x="179417" y="199782"/>
                  </a:lnTo>
                  <a:lnTo>
                    <a:pt x="173980" y="199782"/>
                  </a:lnTo>
                  <a:lnTo>
                    <a:pt x="173980" y="197655"/>
                  </a:lnTo>
                  <a:lnTo>
                    <a:pt x="168543" y="197655"/>
                  </a:lnTo>
                  <a:lnTo>
                    <a:pt x="168543" y="184867"/>
                  </a:lnTo>
                  <a:lnTo>
                    <a:pt x="163106" y="184867"/>
                  </a:lnTo>
                  <a:lnTo>
                    <a:pt x="163106" y="178460"/>
                  </a:lnTo>
                  <a:lnTo>
                    <a:pt x="157670" y="178460"/>
                  </a:lnTo>
                  <a:lnTo>
                    <a:pt x="157670" y="174180"/>
                  </a:lnTo>
                  <a:lnTo>
                    <a:pt x="152233" y="174180"/>
                  </a:lnTo>
                  <a:lnTo>
                    <a:pt x="152233" y="169900"/>
                  </a:lnTo>
                  <a:lnTo>
                    <a:pt x="146796" y="169900"/>
                  </a:lnTo>
                  <a:lnTo>
                    <a:pt x="146796" y="165613"/>
                  </a:lnTo>
                  <a:lnTo>
                    <a:pt x="141359" y="165613"/>
                  </a:lnTo>
                  <a:lnTo>
                    <a:pt x="141359" y="152717"/>
                  </a:lnTo>
                  <a:lnTo>
                    <a:pt x="135922" y="152717"/>
                  </a:lnTo>
                  <a:lnTo>
                    <a:pt x="135922" y="150562"/>
                  </a:lnTo>
                  <a:lnTo>
                    <a:pt x="130485" y="150562"/>
                  </a:lnTo>
                  <a:lnTo>
                    <a:pt x="130485" y="144085"/>
                  </a:lnTo>
                  <a:lnTo>
                    <a:pt x="125048" y="144085"/>
                  </a:lnTo>
                  <a:lnTo>
                    <a:pt x="125048" y="133251"/>
                  </a:lnTo>
                  <a:lnTo>
                    <a:pt x="119611" y="133251"/>
                  </a:lnTo>
                  <a:lnTo>
                    <a:pt x="119611" y="128903"/>
                  </a:lnTo>
                  <a:lnTo>
                    <a:pt x="114174" y="128903"/>
                  </a:lnTo>
                  <a:lnTo>
                    <a:pt x="114174" y="122367"/>
                  </a:lnTo>
                  <a:lnTo>
                    <a:pt x="108737" y="122367"/>
                  </a:lnTo>
                  <a:lnTo>
                    <a:pt x="108737" y="120184"/>
                  </a:lnTo>
                  <a:lnTo>
                    <a:pt x="103301" y="120184"/>
                  </a:lnTo>
                  <a:lnTo>
                    <a:pt x="103301" y="107022"/>
                  </a:lnTo>
                  <a:lnTo>
                    <a:pt x="97864" y="107022"/>
                  </a:lnTo>
                  <a:lnTo>
                    <a:pt x="97864" y="102609"/>
                  </a:lnTo>
                  <a:lnTo>
                    <a:pt x="92427" y="102609"/>
                  </a:lnTo>
                  <a:lnTo>
                    <a:pt x="92427" y="100396"/>
                  </a:lnTo>
                  <a:lnTo>
                    <a:pt x="86990" y="100396"/>
                  </a:lnTo>
                  <a:lnTo>
                    <a:pt x="86990" y="91511"/>
                  </a:lnTo>
                  <a:lnTo>
                    <a:pt x="81553" y="91511"/>
                  </a:lnTo>
                  <a:lnTo>
                    <a:pt x="81553" y="78057"/>
                  </a:lnTo>
                  <a:lnTo>
                    <a:pt x="76116" y="78057"/>
                  </a:lnTo>
                  <a:lnTo>
                    <a:pt x="76116" y="73530"/>
                  </a:lnTo>
                  <a:lnTo>
                    <a:pt x="70679" y="73530"/>
                  </a:lnTo>
                  <a:lnTo>
                    <a:pt x="70679" y="57460"/>
                  </a:lnTo>
                  <a:lnTo>
                    <a:pt x="65242" y="57460"/>
                  </a:lnTo>
                  <a:lnTo>
                    <a:pt x="65242" y="50436"/>
                  </a:lnTo>
                  <a:lnTo>
                    <a:pt x="59805" y="50436"/>
                  </a:lnTo>
                  <a:lnTo>
                    <a:pt x="59805" y="43298"/>
                  </a:lnTo>
                  <a:lnTo>
                    <a:pt x="54368" y="43298"/>
                  </a:lnTo>
                  <a:lnTo>
                    <a:pt x="54368" y="40887"/>
                  </a:lnTo>
                  <a:lnTo>
                    <a:pt x="48932" y="40887"/>
                  </a:lnTo>
                  <a:lnTo>
                    <a:pt x="48932" y="38460"/>
                  </a:lnTo>
                  <a:lnTo>
                    <a:pt x="43495" y="38460"/>
                  </a:lnTo>
                  <a:lnTo>
                    <a:pt x="43495" y="31046"/>
                  </a:lnTo>
                  <a:lnTo>
                    <a:pt x="38058" y="31046"/>
                  </a:lnTo>
                  <a:lnTo>
                    <a:pt x="38058" y="25958"/>
                  </a:lnTo>
                  <a:lnTo>
                    <a:pt x="32621" y="25958"/>
                  </a:lnTo>
                  <a:lnTo>
                    <a:pt x="32621" y="20699"/>
                  </a:lnTo>
                  <a:lnTo>
                    <a:pt x="27184" y="20699"/>
                  </a:lnTo>
                  <a:lnTo>
                    <a:pt x="27184" y="17980"/>
                  </a:lnTo>
                  <a:lnTo>
                    <a:pt x="21747" y="17980"/>
                  </a:lnTo>
                  <a:lnTo>
                    <a:pt x="21747" y="9147"/>
                  </a:lnTo>
                  <a:lnTo>
                    <a:pt x="10873" y="9147"/>
                  </a:lnTo>
                  <a:lnTo>
                    <a:pt x="10873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011026" y="789916"/>
              <a:ext cx="9895152" cy="4631077"/>
            </a:xfrm>
            <a:custGeom>
              <a:avLst/>
              <a:pathLst>
                <a:path w="9895152" h="4631077">
                  <a:moveTo>
                    <a:pt x="0" y="0"/>
                  </a:moveTo>
                  <a:lnTo>
                    <a:pt x="5436" y="0"/>
                  </a:lnTo>
                  <a:lnTo>
                    <a:pt x="10873" y="0"/>
                  </a:lnTo>
                  <a:lnTo>
                    <a:pt x="16310" y="0"/>
                  </a:lnTo>
                  <a:lnTo>
                    <a:pt x="21747" y="0"/>
                  </a:lnTo>
                  <a:lnTo>
                    <a:pt x="21747" y="1236"/>
                  </a:lnTo>
                  <a:lnTo>
                    <a:pt x="32621" y="1236"/>
                  </a:lnTo>
                  <a:lnTo>
                    <a:pt x="32621" y="3635"/>
                  </a:lnTo>
                  <a:lnTo>
                    <a:pt x="38058" y="3635"/>
                  </a:lnTo>
                  <a:lnTo>
                    <a:pt x="38058" y="10445"/>
                  </a:lnTo>
                  <a:lnTo>
                    <a:pt x="43495" y="10445"/>
                  </a:lnTo>
                  <a:lnTo>
                    <a:pt x="43495" y="16372"/>
                  </a:lnTo>
                  <a:lnTo>
                    <a:pt x="48932" y="16372"/>
                  </a:lnTo>
                  <a:lnTo>
                    <a:pt x="48932" y="22557"/>
                  </a:lnTo>
                  <a:lnTo>
                    <a:pt x="54368" y="22557"/>
                  </a:lnTo>
                  <a:lnTo>
                    <a:pt x="54368" y="27318"/>
                  </a:lnTo>
                  <a:lnTo>
                    <a:pt x="59805" y="27318"/>
                  </a:lnTo>
                  <a:lnTo>
                    <a:pt x="59805" y="32160"/>
                  </a:lnTo>
                  <a:lnTo>
                    <a:pt x="65242" y="32160"/>
                  </a:lnTo>
                  <a:lnTo>
                    <a:pt x="65242" y="35428"/>
                  </a:lnTo>
                  <a:lnTo>
                    <a:pt x="70679" y="35428"/>
                  </a:lnTo>
                  <a:lnTo>
                    <a:pt x="70679" y="42043"/>
                  </a:lnTo>
                  <a:lnTo>
                    <a:pt x="76116" y="42043"/>
                  </a:lnTo>
                  <a:lnTo>
                    <a:pt x="76116" y="60673"/>
                  </a:lnTo>
                  <a:lnTo>
                    <a:pt x="81553" y="60673"/>
                  </a:lnTo>
                  <a:lnTo>
                    <a:pt x="81553" y="69312"/>
                  </a:lnTo>
                  <a:lnTo>
                    <a:pt x="92427" y="69312"/>
                  </a:lnTo>
                  <a:lnTo>
                    <a:pt x="92427" y="76280"/>
                  </a:lnTo>
                  <a:lnTo>
                    <a:pt x="97864" y="76280"/>
                  </a:lnTo>
                  <a:lnTo>
                    <a:pt x="97864" y="79780"/>
                  </a:lnTo>
                  <a:lnTo>
                    <a:pt x="103301" y="79780"/>
                  </a:lnTo>
                  <a:lnTo>
                    <a:pt x="103301" y="90346"/>
                  </a:lnTo>
                  <a:lnTo>
                    <a:pt x="108737" y="90346"/>
                  </a:lnTo>
                  <a:lnTo>
                    <a:pt x="108737" y="104594"/>
                  </a:lnTo>
                  <a:lnTo>
                    <a:pt x="114174" y="104594"/>
                  </a:lnTo>
                  <a:lnTo>
                    <a:pt x="114174" y="115368"/>
                  </a:lnTo>
                  <a:lnTo>
                    <a:pt x="119611" y="115368"/>
                  </a:lnTo>
                  <a:lnTo>
                    <a:pt x="119611" y="126216"/>
                  </a:lnTo>
                  <a:lnTo>
                    <a:pt x="125048" y="126216"/>
                  </a:lnTo>
                  <a:lnTo>
                    <a:pt x="125048" y="140773"/>
                  </a:lnTo>
                  <a:lnTo>
                    <a:pt x="130485" y="140773"/>
                  </a:lnTo>
                  <a:lnTo>
                    <a:pt x="130485" y="151753"/>
                  </a:lnTo>
                  <a:lnTo>
                    <a:pt x="135922" y="151753"/>
                  </a:lnTo>
                  <a:lnTo>
                    <a:pt x="135922" y="160939"/>
                  </a:lnTo>
                  <a:lnTo>
                    <a:pt x="141359" y="160939"/>
                  </a:lnTo>
                  <a:lnTo>
                    <a:pt x="141359" y="171999"/>
                  </a:lnTo>
                  <a:lnTo>
                    <a:pt x="146796" y="171999"/>
                  </a:lnTo>
                  <a:lnTo>
                    <a:pt x="146796" y="181246"/>
                  </a:lnTo>
                  <a:lnTo>
                    <a:pt x="152233" y="181246"/>
                  </a:lnTo>
                  <a:lnTo>
                    <a:pt x="152233" y="196100"/>
                  </a:lnTo>
                  <a:lnTo>
                    <a:pt x="157670" y="196100"/>
                  </a:lnTo>
                  <a:lnTo>
                    <a:pt x="157670" y="216636"/>
                  </a:lnTo>
                  <a:lnTo>
                    <a:pt x="163106" y="216636"/>
                  </a:lnTo>
                  <a:lnTo>
                    <a:pt x="163106" y="237277"/>
                  </a:lnTo>
                  <a:lnTo>
                    <a:pt x="168543" y="237277"/>
                  </a:lnTo>
                  <a:lnTo>
                    <a:pt x="168543" y="242924"/>
                  </a:lnTo>
                  <a:lnTo>
                    <a:pt x="173980" y="242924"/>
                  </a:lnTo>
                  <a:lnTo>
                    <a:pt x="173980" y="263690"/>
                  </a:lnTo>
                  <a:lnTo>
                    <a:pt x="179417" y="263690"/>
                  </a:lnTo>
                  <a:lnTo>
                    <a:pt x="179417" y="269366"/>
                  </a:lnTo>
                  <a:lnTo>
                    <a:pt x="184854" y="269366"/>
                  </a:lnTo>
                  <a:lnTo>
                    <a:pt x="184854" y="284534"/>
                  </a:lnTo>
                  <a:lnTo>
                    <a:pt x="190291" y="284534"/>
                  </a:lnTo>
                  <a:lnTo>
                    <a:pt x="190291" y="295936"/>
                  </a:lnTo>
                  <a:lnTo>
                    <a:pt x="195728" y="295936"/>
                  </a:lnTo>
                  <a:lnTo>
                    <a:pt x="195728" y="307365"/>
                  </a:lnTo>
                  <a:lnTo>
                    <a:pt x="201165" y="307365"/>
                  </a:lnTo>
                  <a:lnTo>
                    <a:pt x="201165" y="322643"/>
                  </a:lnTo>
                  <a:lnTo>
                    <a:pt x="206602" y="322643"/>
                  </a:lnTo>
                  <a:lnTo>
                    <a:pt x="206602" y="341780"/>
                  </a:lnTo>
                  <a:lnTo>
                    <a:pt x="212038" y="341780"/>
                  </a:lnTo>
                  <a:lnTo>
                    <a:pt x="212038" y="359041"/>
                  </a:lnTo>
                  <a:lnTo>
                    <a:pt x="217475" y="359041"/>
                  </a:lnTo>
                  <a:lnTo>
                    <a:pt x="217475" y="374416"/>
                  </a:lnTo>
                  <a:lnTo>
                    <a:pt x="222912" y="374416"/>
                  </a:lnTo>
                  <a:lnTo>
                    <a:pt x="222912" y="387895"/>
                  </a:lnTo>
                  <a:lnTo>
                    <a:pt x="228349" y="387895"/>
                  </a:lnTo>
                  <a:lnTo>
                    <a:pt x="228349" y="409112"/>
                  </a:lnTo>
                  <a:lnTo>
                    <a:pt x="233786" y="409112"/>
                  </a:lnTo>
                  <a:lnTo>
                    <a:pt x="233786" y="416856"/>
                  </a:lnTo>
                  <a:lnTo>
                    <a:pt x="239223" y="416856"/>
                  </a:lnTo>
                  <a:lnTo>
                    <a:pt x="239223" y="436253"/>
                  </a:lnTo>
                  <a:lnTo>
                    <a:pt x="244660" y="436253"/>
                  </a:lnTo>
                  <a:lnTo>
                    <a:pt x="244660" y="451801"/>
                  </a:lnTo>
                  <a:lnTo>
                    <a:pt x="250097" y="451801"/>
                  </a:lnTo>
                  <a:lnTo>
                    <a:pt x="250097" y="475157"/>
                  </a:lnTo>
                  <a:lnTo>
                    <a:pt x="255534" y="475157"/>
                  </a:lnTo>
                  <a:lnTo>
                    <a:pt x="255534" y="486856"/>
                  </a:lnTo>
                  <a:lnTo>
                    <a:pt x="260971" y="486856"/>
                  </a:lnTo>
                  <a:lnTo>
                    <a:pt x="260971" y="498569"/>
                  </a:lnTo>
                  <a:lnTo>
                    <a:pt x="266407" y="498569"/>
                  </a:lnTo>
                  <a:lnTo>
                    <a:pt x="266407" y="504430"/>
                  </a:lnTo>
                  <a:lnTo>
                    <a:pt x="271844" y="504430"/>
                  </a:lnTo>
                  <a:lnTo>
                    <a:pt x="271844" y="516176"/>
                  </a:lnTo>
                  <a:lnTo>
                    <a:pt x="277281" y="516176"/>
                  </a:lnTo>
                  <a:lnTo>
                    <a:pt x="277281" y="531853"/>
                  </a:lnTo>
                  <a:lnTo>
                    <a:pt x="282718" y="531853"/>
                  </a:lnTo>
                  <a:lnTo>
                    <a:pt x="282718" y="539698"/>
                  </a:lnTo>
                  <a:lnTo>
                    <a:pt x="288155" y="539698"/>
                  </a:lnTo>
                  <a:lnTo>
                    <a:pt x="288155" y="557369"/>
                  </a:lnTo>
                  <a:lnTo>
                    <a:pt x="293592" y="557369"/>
                  </a:lnTo>
                  <a:lnTo>
                    <a:pt x="293592" y="565229"/>
                  </a:lnTo>
                  <a:lnTo>
                    <a:pt x="299029" y="565229"/>
                  </a:lnTo>
                  <a:lnTo>
                    <a:pt x="299029" y="588842"/>
                  </a:lnTo>
                  <a:lnTo>
                    <a:pt x="304466" y="588842"/>
                  </a:lnTo>
                  <a:lnTo>
                    <a:pt x="304466" y="600660"/>
                  </a:lnTo>
                  <a:lnTo>
                    <a:pt x="309903" y="600660"/>
                  </a:lnTo>
                  <a:lnTo>
                    <a:pt x="309903" y="608549"/>
                  </a:lnTo>
                  <a:lnTo>
                    <a:pt x="315340" y="608549"/>
                  </a:lnTo>
                  <a:lnTo>
                    <a:pt x="315340" y="618416"/>
                  </a:lnTo>
                  <a:lnTo>
                    <a:pt x="320776" y="618416"/>
                  </a:lnTo>
                  <a:lnTo>
                    <a:pt x="320776" y="630268"/>
                  </a:lnTo>
                  <a:lnTo>
                    <a:pt x="326213" y="630268"/>
                  </a:lnTo>
                  <a:lnTo>
                    <a:pt x="326213" y="634222"/>
                  </a:lnTo>
                  <a:lnTo>
                    <a:pt x="331650" y="634222"/>
                  </a:lnTo>
                  <a:lnTo>
                    <a:pt x="331650" y="642133"/>
                  </a:lnTo>
                  <a:lnTo>
                    <a:pt x="337087" y="642133"/>
                  </a:lnTo>
                  <a:lnTo>
                    <a:pt x="337087" y="652034"/>
                  </a:lnTo>
                  <a:lnTo>
                    <a:pt x="342524" y="652034"/>
                  </a:lnTo>
                  <a:lnTo>
                    <a:pt x="342524" y="661944"/>
                  </a:lnTo>
                  <a:lnTo>
                    <a:pt x="347961" y="661944"/>
                  </a:lnTo>
                  <a:lnTo>
                    <a:pt x="347961" y="673857"/>
                  </a:lnTo>
                  <a:lnTo>
                    <a:pt x="353398" y="673857"/>
                  </a:lnTo>
                  <a:lnTo>
                    <a:pt x="353398" y="681814"/>
                  </a:lnTo>
                  <a:lnTo>
                    <a:pt x="358835" y="681814"/>
                  </a:lnTo>
                  <a:lnTo>
                    <a:pt x="358835" y="687783"/>
                  </a:lnTo>
                  <a:lnTo>
                    <a:pt x="364272" y="687783"/>
                  </a:lnTo>
                  <a:lnTo>
                    <a:pt x="364272" y="703717"/>
                  </a:lnTo>
                  <a:lnTo>
                    <a:pt x="369709" y="703717"/>
                  </a:lnTo>
                  <a:lnTo>
                    <a:pt x="369709" y="709702"/>
                  </a:lnTo>
                  <a:lnTo>
                    <a:pt x="375145" y="709702"/>
                  </a:lnTo>
                  <a:lnTo>
                    <a:pt x="375145" y="721684"/>
                  </a:lnTo>
                  <a:lnTo>
                    <a:pt x="380582" y="721684"/>
                  </a:lnTo>
                  <a:lnTo>
                    <a:pt x="380582" y="729679"/>
                  </a:lnTo>
                  <a:lnTo>
                    <a:pt x="386019" y="729679"/>
                  </a:lnTo>
                  <a:lnTo>
                    <a:pt x="386019" y="739689"/>
                  </a:lnTo>
                  <a:lnTo>
                    <a:pt x="391456" y="739689"/>
                  </a:lnTo>
                  <a:lnTo>
                    <a:pt x="391456" y="749709"/>
                  </a:lnTo>
                  <a:lnTo>
                    <a:pt x="396893" y="749709"/>
                  </a:lnTo>
                  <a:lnTo>
                    <a:pt x="396893" y="761743"/>
                  </a:lnTo>
                  <a:lnTo>
                    <a:pt x="402330" y="761743"/>
                  </a:lnTo>
                  <a:lnTo>
                    <a:pt x="402330" y="771776"/>
                  </a:lnTo>
                  <a:lnTo>
                    <a:pt x="407767" y="771776"/>
                  </a:lnTo>
                  <a:lnTo>
                    <a:pt x="407767" y="781813"/>
                  </a:lnTo>
                  <a:lnTo>
                    <a:pt x="413204" y="781813"/>
                  </a:lnTo>
                  <a:lnTo>
                    <a:pt x="413204" y="787840"/>
                  </a:lnTo>
                  <a:lnTo>
                    <a:pt x="418641" y="787840"/>
                  </a:lnTo>
                  <a:lnTo>
                    <a:pt x="418641" y="803934"/>
                  </a:lnTo>
                  <a:lnTo>
                    <a:pt x="424077" y="803934"/>
                  </a:lnTo>
                  <a:lnTo>
                    <a:pt x="424077" y="816010"/>
                  </a:lnTo>
                  <a:lnTo>
                    <a:pt x="429514" y="816010"/>
                  </a:lnTo>
                  <a:lnTo>
                    <a:pt x="429514" y="826083"/>
                  </a:lnTo>
                  <a:lnTo>
                    <a:pt x="434951" y="826083"/>
                  </a:lnTo>
                  <a:lnTo>
                    <a:pt x="434951" y="838192"/>
                  </a:lnTo>
                  <a:lnTo>
                    <a:pt x="440388" y="838192"/>
                  </a:lnTo>
                  <a:lnTo>
                    <a:pt x="440388" y="860416"/>
                  </a:lnTo>
                  <a:lnTo>
                    <a:pt x="445825" y="860416"/>
                  </a:lnTo>
                  <a:lnTo>
                    <a:pt x="445825" y="866485"/>
                  </a:lnTo>
                  <a:lnTo>
                    <a:pt x="451262" y="866485"/>
                  </a:lnTo>
                  <a:lnTo>
                    <a:pt x="451262" y="878634"/>
                  </a:lnTo>
                  <a:lnTo>
                    <a:pt x="456699" y="878634"/>
                  </a:lnTo>
                  <a:lnTo>
                    <a:pt x="456699" y="890800"/>
                  </a:lnTo>
                  <a:lnTo>
                    <a:pt x="462136" y="890800"/>
                  </a:lnTo>
                  <a:lnTo>
                    <a:pt x="462136" y="907050"/>
                  </a:lnTo>
                  <a:lnTo>
                    <a:pt x="467573" y="907050"/>
                  </a:lnTo>
                  <a:lnTo>
                    <a:pt x="467573" y="919250"/>
                  </a:lnTo>
                  <a:lnTo>
                    <a:pt x="473010" y="919250"/>
                  </a:lnTo>
                  <a:lnTo>
                    <a:pt x="473010" y="927390"/>
                  </a:lnTo>
                  <a:lnTo>
                    <a:pt x="478446" y="927390"/>
                  </a:lnTo>
                  <a:lnTo>
                    <a:pt x="478446" y="945712"/>
                  </a:lnTo>
                  <a:lnTo>
                    <a:pt x="483883" y="945712"/>
                  </a:lnTo>
                  <a:lnTo>
                    <a:pt x="483883" y="953863"/>
                  </a:lnTo>
                  <a:lnTo>
                    <a:pt x="489320" y="953863"/>
                  </a:lnTo>
                  <a:lnTo>
                    <a:pt x="489320" y="959980"/>
                  </a:lnTo>
                  <a:lnTo>
                    <a:pt x="494757" y="959980"/>
                  </a:lnTo>
                  <a:lnTo>
                    <a:pt x="494757" y="978348"/>
                  </a:lnTo>
                  <a:lnTo>
                    <a:pt x="500194" y="978348"/>
                  </a:lnTo>
                  <a:lnTo>
                    <a:pt x="500194" y="986526"/>
                  </a:lnTo>
                  <a:lnTo>
                    <a:pt x="505631" y="986526"/>
                  </a:lnTo>
                  <a:lnTo>
                    <a:pt x="505631" y="990616"/>
                  </a:lnTo>
                  <a:lnTo>
                    <a:pt x="511068" y="990616"/>
                  </a:lnTo>
                  <a:lnTo>
                    <a:pt x="511068" y="1002890"/>
                  </a:lnTo>
                  <a:lnTo>
                    <a:pt x="516505" y="1002890"/>
                  </a:lnTo>
                  <a:lnTo>
                    <a:pt x="516505" y="1009031"/>
                  </a:lnTo>
                  <a:lnTo>
                    <a:pt x="521942" y="1009031"/>
                  </a:lnTo>
                  <a:lnTo>
                    <a:pt x="521942" y="1015173"/>
                  </a:lnTo>
                  <a:lnTo>
                    <a:pt x="527379" y="1015173"/>
                  </a:lnTo>
                  <a:lnTo>
                    <a:pt x="527379" y="1023369"/>
                  </a:lnTo>
                  <a:lnTo>
                    <a:pt x="532815" y="1023369"/>
                  </a:lnTo>
                  <a:lnTo>
                    <a:pt x="532815" y="1033616"/>
                  </a:lnTo>
                  <a:lnTo>
                    <a:pt x="538252" y="1033616"/>
                  </a:lnTo>
                  <a:lnTo>
                    <a:pt x="538252" y="1043881"/>
                  </a:lnTo>
                  <a:lnTo>
                    <a:pt x="543689" y="1043881"/>
                  </a:lnTo>
                  <a:lnTo>
                    <a:pt x="543689" y="1068531"/>
                  </a:lnTo>
                  <a:lnTo>
                    <a:pt x="549126" y="1068531"/>
                  </a:lnTo>
                  <a:lnTo>
                    <a:pt x="549126" y="1074696"/>
                  </a:lnTo>
                  <a:lnTo>
                    <a:pt x="554563" y="1074696"/>
                  </a:lnTo>
                  <a:lnTo>
                    <a:pt x="554563" y="1093197"/>
                  </a:lnTo>
                  <a:lnTo>
                    <a:pt x="560000" y="1093197"/>
                  </a:lnTo>
                  <a:lnTo>
                    <a:pt x="560000" y="1105537"/>
                  </a:lnTo>
                  <a:lnTo>
                    <a:pt x="565437" y="1105537"/>
                  </a:lnTo>
                  <a:lnTo>
                    <a:pt x="565437" y="1117899"/>
                  </a:lnTo>
                  <a:lnTo>
                    <a:pt x="570874" y="1117899"/>
                  </a:lnTo>
                  <a:lnTo>
                    <a:pt x="570874" y="1122023"/>
                  </a:lnTo>
                  <a:lnTo>
                    <a:pt x="576311" y="1122023"/>
                  </a:lnTo>
                  <a:lnTo>
                    <a:pt x="576311" y="1126155"/>
                  </a:lnTo>
                  <a:lnTo>
                    <a:pt x="581747" y="1126155"/>
                  </a:lnTo>
                  <a:lnTo>
                    <a:pt x="581747" y="1140622"/>
                  </a:lnTo>
                  <a:lnTo>
                    <a:pt x="587184" y="1140622"/>
                  </a:lnTo>
                  <a:lnTo>
                    <a:pt x="587184" y="1148895"/>
                  </a:lnTo>
                  <a:lnTo>
                    <a:pt x="592621" y="1148895"/>
                  </a:lnTo>
                  <a:lnTo>
                    <a:pt x="592621" y="1153033"/>
                  </a:lnTo>
                  <a:lnTo>
                    <a:pt x="598058" y="1153033"/>
                  </a:lnTo>
                  <a:lnTo>
                    <a:pt x="598058" y="1161309"/>
                  </a:lnTo>
                  <a:lnTo>
                    <a:pt x="603495" y="1161309"/>
                  </a:lnTo>
                  <a:lnTo>
                    <a:pt x="603495" y="1175796"/>
                  </a:lnTo>
                  <a:lnTo>
                    <a:pt x="608932" y="1175796"/>
                  </a:lnTo>
                  <a:lnTo>
                    <a:pt x="608932" y="1182007"/>
                  </a:lnTo>
                  <a:lnTo>
                    <a:pt x="614369" y="1182007"/>
                  </a:lnTo>
                  <a:lnTo>
                    <a:pt x="614369" y="1188225"/>
                  </a:lnTo>
                  <a:lnTo>
                    <a:pt x="619806" y="1188225"/>
                  </a:lnTo>
                  <a:lnTo>
                    <a:pt x="619806" y="1198601"/>
                  </a:lnTo>
                  <a:lnTo>
                    <a:pt x="625243" y="1198601"/>
                  </a:lnTo>
                  <a:lnTo>
                    <a:pt x="625243" y="1202752"/>
                  </a:lnTo>
                  <a:lnTo>
                    <a:pt x="630680" y="1202752"/>
                  </a:lnTo>
                  <a:lnTo>
                    <a:pt x="630680" y="1213131"/>
                  </a:lnTo>
                  <a:lnTo>
                    <a:pt x="636116" y="1213131"/>
                  </a:lnTo>
                  <a:lnTo>
                    <a:pt x="636116" y="1219360"/>
                  </a:lnTo>
                  <a:lnTo>
                    <a:pt x="641553" y="1219360"/>
                  </a:lnTo>
                  <a:lnTo>
                    <a:pt x="641553" y="1221438"/>
                  </a:lnTo>
                  <a:lnTo>
                    <a:pt x="646990" y="1221438"/>
                  </a:lnTo>
                  <a:lnTo>
                    <a:pt x="646990" y="1223516"/>
                  </a:lnTo>
                  <a:lnTo>
                    <a:pt x="652427" y="1223516"/>
                  </a:lnTo>
                  <a:lnTo>
                    <a:pt x="652427" y="1233917"/>
                  </a:lnTo>
                  <a:lnTo>
                    <a:pt x="657864" y="1233917"/>
                  </a:lnTo>
                  <a:lnTo>
                    <a:pt x="657864" y="1242240"/>
                  </a:lnTo>
                  <a:lnTo>
                    <a:pt x="663301" y="1242240"/>
                  </a:lnTo>
                  <a:lnTo>
                    <a:pt x="663301" y="1250573"/>
                  </a:lnTo>
                  <a:lnTo>
                    <a:pt x="668738" y="1250573"/>
                  </a:lnTo>
                  <a:lnTo>
                    <a:pt x="668738" y="1260991"/>
                  </a:lnTo>
                  <a:lnTo>
                    <a:pt x="674175" y="1260991"/>
                  </a:lnTo>
                  <a:lnTo>
                    <a:pt x="674175" y="1273497"/>
                  </a:lnTo>
                  <a:lnTo>
                    <a:pt x="679612" y="1273497"/>
                  </a:lnTo>
                  <a:lnTo>
                    <a:pt x="679612" y="1279755"/>
                  </a:lnTo>
                  <a:lnTo>
                    <a:pt x="685049" y="1279755"/>
                  </a:lnTo>
                  <a:lnTo>
                    <a:pt x="685049" y="1288104"/>
                  </a:lnTo>
                  <a:lnTo>
                    <a:pt x="690485" y="1288104"/>
                  </a:lnTo>
                  <a:lnTo>
                    <a:pt x="690485" y="1290193"/>
                  </a:lnTo>
                  <a:lnTo>
                    <a:pt x="695922" y="1290193"/>
                  </a:lnTo>
                  <a:lnTo>
                    <a:pt x="695922" y="1298548"/>
                  </a:lnTo>
                  <a:lnTo>
                    <a:pt x="701359" y="1298548"/>
                  </a:lnTo>
                  <a:lnTo>
                    <a:pt x="701359" y="1306910"/>
                  </a:lnTo>
                  <a:lnTo>
                    <a:pt x="706796" y="1306910"/>
                  </a:lnTo>
                  <a:lnTo>
                    <a:pt x="706796" y="1319456"/>
                  </a:lnTo>
                  <a:lnTo>
                    <a:pt x="712233" y="1319456"/>
                  </a:lnTo>
                  <a:lnTo>
                    <a:pt x="712233" y="1323638"/>
                  </a:lnTo>
                  <a:lnTo>
                    <a:pt x="717670" y="1323638"/>
                  </a:lnTo>
                  <a:lnTo>
                    <a:pt x="717670" y="1329920"/>
                  </a:lnTo>
                  <a:lnTo>
                    <a:pt x="723107" y="1329920"/>
                  </a:lnTo>
                  <a:lnTo>
                    <a:pt x="723107" y="1340391"/>
                  </a:lnTo>
                  <a:lnTo>
                    <a:pt x="728544" y="1340391"/>
                  </a:lnTo>
                  <a:lnTo>
                    <a:pt x="728544" y="1350881"/>
                  </a:lnTo>
                  <a:lnTo>
                    <a:pt x="733981" y="1350881"/>
                  </a:lnTo>
                  <a:lnTo>
                    <a:pt x="733981" y="1359275"/>
                  </a:lnTo>
                  <a:lnTo>
                    <a:pt x="739418" y="1359275"/>
                  </a:lnTo>
                  <a:lnTo>
                    <a:pt x="739418" y="1367671"/>
                  </a:lnTo>
                  <a:lnTo>
                    <a:pt x="744854" y="1367671"/>
                  </a:lnTo>
                  <a:lnTo>
                    <a:pt x="744854" y="1378173"/>
                  </a:lnTo>
                  <a:lnTo>
                    <a:pt x="750291" y="1378173"/>
                  </a:lnTo>
                  <a:lnTo>
                    <a:pt x="750291" y="1386577"/>
                  </a:lnTo>
                  <a:lnTo>
                    <a:pt x="755728" y="1386577"/>
                  </a:lnTo>
                  <a:lnTo>
                    <a:pt x="755728" y="1392884"/>
                  </a:lnTo>
                  <a:lnTo>
                    <a:pt x="761165" y="1392884"/>
                  </a:lnTo>
                  <a:lnTo>
                    <a:pt x="761165" y="1403398"/>
                  </a:lnTo>
                  <a:lnTo>
                    <a:pt x="766602" y="1403398"/>
                  </a:lnTo>
                  <a:lnTo>
                    <a:pt x="766602" y="1411820"/>
                  </a:lnTo>
                  <a:lnTo>
                    <a:pt x="772039" y="1411820"/>
                  </a:lnTo>
                  <a:lnTo>
                    <a:pt x="772039" y="1424456"/>
                  </a:lnTo>
                  <a:lnTo>
                    <a:pt x="777476" y="1424456"/>
                  </a:lnTo>
                  <a:lnTo>
                    <a:pt x="777476" y="1428669"/>
                  </a:lnTo>
                  <a:lnTo>
                    <a:pt x="782913" y="1428669"/>
                  </a:lnTo>
                  <a:lnTo>
                    <a:pt x="782913" y="1430777"/>
                  </a:lnTo>
                  <a:lnTo>
                    <a:pt x="788350" y="1430777"/>
                  </a:lnTo>
                  <a:lnTo>
                    <a:pt x="788350" y="1432886"/>
                  </a:lnTo>
                  <a:lnTo>
                    <a:pt x="793786" y="1432886"/>
                  </a:lnTo>
                  <a:lnTo>
                    <a:pt x="793786" y="1449761"/>
                  </a:lnTo>
                  <a:lnTo>
                    <a:pt x="799223" y="1449761"/>
                  </a:lnTo>
                  <a:lnTo>
                    <a:pt x="799223" y="1458201"/>
                  </a:lnTo>
                  <a:lnTo>
                    <a:pt x="804660" y="1458201"/>
                  </a:lnTo>
                  <a:lnTo>
                    <a:pt x="804660" y="1468770"/>
                  </a:lnTo>
                  <a:lnTo>
                    <a:pt x="810097" y="1468770"/>
                  </a:lnTo>
                  <a:lnTo>
                    <a:pt x="810097" y="1475120"/>
                  </a:lnTo>
                  <a:lnTo>
                    <a:pt x="820971" y="1475120"/>
                  </a:lnTo>
                  <a:lnTo>
                    <a:pt x="820971" y="1479358"/>
                  </a:lnTo>
                  <a:lnTo>
                    <a:pt x="826408" y="1479358"/>
                  </a:lnTo>
                  <a:lnTo>
                    <a:pt x="826408" y="1485716"/>
                  </a:lnTo>
                  <a:lnTo>
                    <a:pt x="831845" y="1485716"/>
                  </a:lnTo>
                  <a:lnTo>
                    <a:pt x="831845" y="1500555"/>
                  </a:lnTo>
                  <a:lnTo>
                    <a:pt x="837282" y="1500555"/>
                  </a:lnTo>
                  <a:lnTo>
                    <a:pt x="837282" y="1504801"/>
                  </a:lnTo>
                  <a:lnTo>
                    <a:pt x="842719" y="1504801"/>
                  </a:lnTo>
                  <a:lnTo>
                    <a:pt x="842719" y="1515433"/>
                  </a:lnTo>
                  <a:lnTo>
                    <a:pt x="848155" y="1515433"/>
                  </a:lnTo>
                  <a:lnTo>
                    <a:pt x="848155" y="1523951"/>
                  </a:lnTo>
                  <a:lnTo>
                    <a:pt x="853592" y="1523951"/>
                  </a:lnTo>
                  <a:lnTo>
                    <a:pt x="853592" y="1526080"/>
                  </a:lnTo>
                  <a:lnTo>
                    <a:pt x="859029" y="1526080"/>
                  </a:lnTo>
                  <a:lnTo>
                    <a:pt x="859029" y="1534605"/>
                  </a:lnTo>
                  <a:lnTo>
                    <a:pt x="864466" y="1534605"/>
                  </a:lnTo>
                  <a:lnTo>
                    <a:pt x="864466" y="1549526"/>
                  </a:lnTo>
                  <a:lnTo>
                    <a:pt x="869903" y="1549526"/>
                  </a:lnTo>
                  <a:lnTo>
                    <a:pt x="869903" y="1560186"/>
                  </a:lnTo>
                  <a:lnTo>
                    <a:pt x="875340" y="1560186"/>
                  </a:lnTo>
                  <a:lnTo>
                    <a:pt x="875340" y="1572982"/>
                  </a:lnTo>
                  <a:lnTo>
                    <a:pt x="880777" y="1572982"/>
                  </a:lnTo>
                  <a:lnTo>
                    <a:pt x="880777" y="1583654"/>
                  </a:lnTo>
                  <a:lnTo>
                    <a:pt x="886214" y="1583654"/>
                  </a:lnTo>
                  <a:lnTo>
                    <a:pt x="886214" y="1587926"/>
                  </a:lnTo>
                  <a:lnTo>
                    <a:pt x="891651" y="1587926"/>
                  </a:lnTo>
                  <a:lnTo>
                    <a:pt x="891651" y="1594335"/>
                  </a:lnTo>
                  <a:lnTo>
                    <a:pt x="897088" y="1594335"/>
                  </a:lnTo>
                  <a:lnTo>
                    <a:pt x="897088" y="1602880"/>
                  </a:lnTo>
                  <a:lnTo>
                    <a:pt x="902524" y="1602880"/>
                  </a:lnTo>
                  <a:lnTo>
                    <a:pt x="902524" y="1605018"/>
                  </a:lnTo>
                  <a:lnTo>
                    <a:pt x="907961" y="1605018"/>
                  </a:lnTo>
                  <a:lnTo>
                    <a:pt x="907961" y="1611433"/>
                  </a:lnTo>
                  <a:lnTo>
                    <a:pt x="913398" y="1611433"/>
                  </a:lnTo>
                  <a:lnTo>
                    <a:pt x="913398" y="1613572"/>
                  </a:lnTo>
                  <a:lnTo>
                    <a:pt x="918835" y="1613572"/>
                  </a:lnTo>
                  <a:lnTo>
                    <a:pt x="918835" y="1615715"/>
                  </a:lnTo>
                  <a:lnTo>
                    <a:pt x="924272" y="1615715"/>
                  </a:lnTo>
                  <a:lnTo>
                    <a:pt x="924272" y="1622141"/>
                  </a:lnTo>
                  <a:lnTo>
                    <a:pt x="929709" y="1622141"/>
                  </a:lnTo>
                  <a:lnTo>
                    <a:pt x="929709" y="1624284"/>
                  </a:lnTo>
                  <a:lnTo>
                    <a:pt x="935146" y="1624284"/>
                  </a:lnTo>
                  <a:lnTo>
                    <a:pt x="935146" y="1630712"/>
                  </a:lnTo>
                  <a:lnTo>
                    <a:pt x="940583" y="1630712"/>
                  </a:lnTo>
                  <a:lnTo>
                    <a:pt x="940583" y="1641433"/>
                  </a:lnTo>
                  <a:lnTo>
                    <a:pt x="946020" y="1641433"/>
                  </a:lnTo>
                  <a:lnTo>
                    <a:pt x="946020" y="1647867"/>
                  </a:lnTo>
                  <a:lnTo>
                    <a:pt x="951457" y="1647867"/>
                  </a:lnTo>
                  <a:lnTo>
                    <a:pt x="951457" y="1650015"/>
                  </a:lnTo>
                  <a:lnTo>
                    <a:pt x="956893" y="1650015"/>
                  </a:lnTo>
                  <a:lnTo>
                    <a:pt x="956893" y="1656461"/>
                  </a:lnTo>
                  <a:lnTo>
                    <a:pt x="962330" y="1656461"/>
                  </a:lnTo>
                  <a:lnTo>
                    <a:pt x="962330" y="1662908"/>
                  </a:lnTo>
                  <a:lnTo>
                    <a:pt x="967767" y="1662908"/>
                  </a:lnTo>
                  <a:lnTo>
                    <a:pt x="967767" y="1673656"/>
                  </a:lnTo>
                  <a:lnTo>
                    <a:pt x="973204" y="1673656"/>
                  </a:lnTo>
                  <a:lnTo>
                    <a:pt x="973204" y="1675805"/>
                  </a:lnTo>
                  <a:lnTo>
                    <a:pt x="984078" y="1675805"/>
                  </a:lnTo>
                  <a:lnTo>
                    <a:pt x="984078" y="1688713"/>
                  </a:lnTo>
                  <a:lnTo>
                    <a:pt x="989515" y="1688713"/>
                  </a:lnTo>
                  <a:lnTo>
                    <a:pt x="989515" y="1690866"/>
                  </a:lnTo>
                  <a:lnTo>
                    <a:pt x="994952" y="1690866"/>
                  </a:lnTo>
                  <a:lnTo>
                    <a:pt x="994952" y="1701645"/>
                  </a:lnTo>
                  <a:lnTo>
                    <a:pt x="1000389" y="1701645"/>
                  </a:lnTo>
                  <a:lnTo>
                    <a:pt x="1000389" y="1705957"/>
                  </a:lnTo>
                  <a:lnTo>
                    <a:pt x="1005825" y="1705957"/>
                  </a:lnTo>
                  <a:lnTo>
                    <a:pt x="1005825" y="1716745"/>
                  </a:lnTo>
                  <a:lnTo>
                    <a:pt x="1011262" y="1716745"/>
                  </a:lnTo>
                  <a:lnTo>
                    <a:pt x="1011262" y="1718903"/>
                  </a:lnTo>
                  <a:lnTo>
                    <a:pt x="1016699" y="1718903"/>
                  </a:lnTo>
                  <a:lnTo>
                    <a:pt x="1016699" y="1725377"/>
                  </a:lnTo>
                  <a:lnTo>
                    <a:pt x="1022136" y="1725377"/>
                  </a:lnTo>
                  <a:lnTo>
                    <a:pt x="1027573" y="1725377"/>
                  </a:lnTo>
                  <a:lnTo>
                    <a:pt x="1027573" y="1729702"/>
                  </a:lnTo>
                  <a:lnTo>
                    <a:pt x="1033010" y="1729702"/>
                  </a:lnTo>
                  <a:lnTo>
                    <a:pt x="1033010" y="1734029"/>
                  </a:lnTo>
                  <a:lnTo>
                    <a:pt x="1038447" y="1734029"/>
                  </a:lnTo>
                  <a:lnTo>
                    <a:pt x="1038447" y="1742685"/>
                  </a:lnTo>
                  <a:lnTo>
                    <a:pt x="1043884" y="1742685"/>
                  </a:lnTo>
                  <a:lnTo>
                    <a:pt x="1043884" y="1747016"/>
                  </a:lnTo>
                  <a:lnTo>
                    <a:pt x="1049321" y="1747016"/>
                  </a:lnTo>
                  <a:lnTo>
                    <a:pt x="1049321" y="1751348"/>
                  </a:lnTo>
                  <a:lnTo>
                    <a:pt x="1054758" y="1751348"/>
                  </a:lnTo>
                  <a:lnTo>
                    <a:pt x="1054758" y="1755680"/>
                  </a:lnTo>
                  <a:lnTo>
                    <a:pt x="1060194" y="1755680"/>
                  </a:lnTo>
                  <a:lnTo>
                    <a:pt x="1060194" y="1757846"/>
                  </a:lnTo>
                  <a:lnTo>
                    <a:pt x="1065631" y="1757846"/>
                  </a:lnTo>
                  <a:lnTo>
                    <a:pt x="1065631" y="1768677"/>
                  </a:lnTo>
                  <a:lnTo>
                    <a:pt x="1071068" y="1768677"/>
                  </a:lnTo>
                  <a:lnTo>
                    <a:pt x="1071068" y="1770847"/>
                  </a:lnTo>
                  <a:lnTo>
                    <a:pt x="1076505" y="1770847"/>
                  </a:lnTo>
                  <a:lnTo>
                    <a:pt x="1076505" y="1775188"/>
                  </a:lnTo>
                  <a:lnTo>
                    <a:pt x="1081942" y="1775188"/>
                  </a:lnTo>
                  <a:lnTo>
                    <a:pt x="1081942" y="1786043"/>
                  </a:lnTo>
                  <a:lnTo>
                    <a:pt x="1087379" y="1786043"/>
                  </a:lnTo>
                  <a:lnTo>
                    <a:pt x="1087379" y="1788215"/>
                  </a:lnTo>
                  <a:lnTo>
                    <a:pt x="1092816" y="1788215"/>
                  </a:lnTo>
                  <a:lnTo>
                    <a:pt x="1092816" y="1792560"/>
                  </a:lnTo>
                  <a:lnTo>
                    <a:pt x="1098253" y="1792560"/>
                  </a:lnTo>
                  <a:lnTo>
                    <a:pt x="1098253" y="1799087"/>
                  </a:lnTo>
                  <a:lnTo>
                    <a:pt x="1103690" y="1799087"/>
                  </a:lnTo>
                  <a:lnTo>
                    <a:pt x="1103690" y="1803442"/>
                  </a:lnTo>
                  <a:lnTo>
                    <a:pt x="1109127" y="1803442"/>
                  </a:lnTo>
                  <a:lnTo>
                    <a:pt x="1109127" y="1812152"/>
                  </a:lnTo>
                  <a:lnTo>
                    <a:pt x="1114563" y="1812152"/>
                  </a:lnTo>
                  <a:lnTo>
                    <a:pt x="1114563" y="1814330"/>
                  </a:lnTo>
                  <a:lnTo>
                    <a:pt x="1125437" y="1814330"/>
                  </a:lnTo>
                  <a:lnTo>
                    <a:pt x="1125437" y="1816510"/>
                  </a:lnTo>
                  <a:lnTo>
                    <a:pt x="1130874" y="1816510"/>
                  </a:lnTo>
                  <a:lnTo>
                    <a:pt x="1130874" y="1827428"/>
                  </a:lnTo>
                  <a:lnTo>
                    <a:pt x="1136311" y="1827428"/>
                  </a:lnTo>
                  <a:lnTo>
                    <a:pt x="1136311" y="1831796"/>
                  </a:lnTo>
                  <a:lnTo>
                    <a:pt x="1141748" y="1831796"/>
                  </a:lnTo>
                  <a:lnTo>
                    <a:pt x="1141748" y="1844901"/>
                  </a:lnTo>
                  <a:lnTo>
                    <a:pt x="1147185" y="1844901"/>
                  </a:lnTo>
                  <a:lnTo>
                    <a:pt x="1147185" y="1851455"/>
                  </a:lnTo>
                  <a:lnTo>
                    <a:pt x="1152622" y="1851455"/>
                  </a:lnTo>
                  <a:lnTo>
                    <a:pt x="1152622" y="1855828"/>
                  </a:lnTo>
                  <a:lnTo>
                    <a:pt x="1158059" y="1855828"/>
                  </a:lnTo>
                  <a:lnTo>
                    <a:pt x="1158059" y="1862387"/>
                  </a:lnTo>
                  <a:lnTo>
                    <a:pt x="1163495" y="1862387"/>
                  </a:lnTo>
                  <a:lnTo>
                    <a:pt x="1163495" y="1866760"/>
                  </a:lnTo>
                  <a:lnTo>
                    <a:pt x="1168932" y="1866760"/>
                  </a:lnTo>
                  <a:lnTo>
                    <a:pt x="1168932" y="1868947"/>
                  </a:lnTo>
                  <a:lnTo>
                    <a:pt x="1174369" y="1868947"/>
                  </a:lnTo>
                  <a:lnTo>
                    <a:pt x="1174369" y="1875508"/>
                  </a:lnTo>
                  <a:lnTo>
                    <a:pt x="1179806" y="1875508"/>
                  </a:lnTo>
                  <a:lnTo>
                    <a:pt x="1179806" y="1879882"/>
                  </a:lnTo>
                  <a:lnTo>
                    <a:pt x="1185243" y="1879882"/>
                  </a:lnTo>
                  <a:lnTo>
                    <a:pt x="1185243" y="1888638"/>
                  </a:lnTo>
                  <a:lnTo>
                    <a:pt x="1190680" y="1888638"/>
                  </a:lnTo>
                  <a:lnTo>
                    <a:pt x="1190680" y="1895205"/>
                  </a:lnTo>
                  <a:lnTo>
                    <a:pt x="1196117" y="1895205"/>
                  </a:lnTo>
                  <a:lnTo>
                    <a:pt x="1196117" y="1903963"/>
                  </a:lnTo>
                  <a:lnTo>
                    <a:pt x="1201554" y="1903963"/>
                  </a:lnTo>
                  <a:lnTo>
                    <a:pt x="1201554" y="1914913"/>
                  </a:lnTo>
                  <a:lnTo>
                    <a:pt x="1206991" y="1914913"/>
                  </a:lnTo>
                  <a:lnTo>
                    <a:pt x="1206991" y="1917103"/>
                  </a:lnTo>
                  <a:lnTo>
                    <a:pt x="1212428" y="1917103"/>
                  </a:lnTo>
                  <a:lnTo>
                    <a:pt x="1212428" y="1928055"/>
                  </a:lnTo>
                  <a:lnTo>
                    <a:pt x="1217864" y="1928055"/>
                  </a:lnTo>
                  <a:lnTo>
                    <a:pt x="1217864" y="1932436"/>
                  </a:lnTo>
                  <a:lnTo>
                    <a:pt x="1223301" y="1932436"/>
                  </a:lnTo>
                  <a:lnTo>
                    <a:pt x="1223301" y="1939017"/>
                  </a:lnTo>
                  <a:lnTo>
                    <a:pt x="1228738" y="1939017"/>
                  </a:lnTo>
                  <a:lnTo>
                    <a:pt x="1228738" y="1945599"/>
                  </a:lnTo>
                  <a:lnTo>
                    <a:pt x="1234175" y="1945599"/>
                  </a:lnTo>
                  <a:lnTo>
                    <a:pt x="1234175" y="1949988"/>
                  </a:lnTo>
                  <a:lnTo>
                    <a:pt x="1239612" y="1949988"/>
                  </a:lnTo>
                  <a:lnTo>
                    <a:pt x="1239612" y="1952182"/>
                  </a:lnTo>
                  <a:lnTo>
                    <a:pt x="1245049" y="1952182"/>
                  </a:lnTo>
                  <a:lnTo>
                    <a:pt x="1245049" y="1956571"/>
                  </a:lnTo>
                  <a:lnTo>
                    <a:pt x="1250486" y="1956571"/>
                  </a:lnTo>
                  <a:lnTo>
                    <a:pt x="1250486" y="1963155"/>
                  </a:lnTo>
                  <a:lnTo>
                    <a:pt x="1255923" y="1963155"/>
                  </a:lnTo>
                  <a:lnTo>
                    <a:pt x="1255923" y="1967545"/>
                  </a:lnTo>
                  <a:lnTo>
                    <a:pt x="1261360" y="1967545"/>
                  </a:lnTo>
                  <a:lnTo>
                    <a:pt x="1261360" y="1969741"/>
                  </a:lnTo>
                  <a:lnTo>
                    <a:pt x="1266797" y="1969741"/>
                  </a:lnTo>
                  <a:lnTo>
                    <a:pt x="1266797" y="1974138"/>
                  </a:lnTo>
                  <a:lnTo>
                    <a:pt x="1272233" y="1974138"/>
                  </a:lnTo>
                  <a:lnTo>
                    <a:pt x="1272233" y="1978534"/>
                  </a:lnTo>
                  <a:lnTo>
                    <a:pt x="1277670" y="1978534"/>
                  </a:lnTo>
                  <a:lnTo>
                    <a:pt x="1277670" y="1989534"/>
                  </a:lnTo>
                  <a:lnTo>
                    <a:pt x="1283107" y="1989534"/>
                  </a:lnTo>
                  <a:lnTo>
                    <a:pt x="1283107" y="1991734"/>
                  </a:lnTo>
                  <a:lnTo>
                    <a:pt x="1288544" y="1991734"/>
                  </a:lnTo>
                  <a:lnTo>
                    <a:pt x="1288544" y="1993936"/>
                  </a:lnTo>
                  <a:lnTo>
                    <a:pt x="1293981" y="1993936"/>
                  </a:lnTo>
                  <a:lnTo>
                    <a:pt x="1293981" y="2009361"/>
                  </a:lnTo>
                  <a:lnTo>
                    <a:pt x="1299418" y="2009361"/>
                  </a:lnTo>
                  <a:lnTo>
                    <a:pt x="1299418" y="2013772"/>
                  </a:lnTo>
                  <a:lnTo>
                    <a:pt x="1304855" y="2013772"/>
                  </a:lnTo>
                  <a:lnTo>
                    <a:pt x="1304855" y="2022595"/>
                  </a:lnTo>
                  <a:lnTo>
                    <a:pt x="1310292" y="2022595"/>
                  </a:lnTo>
                  <a:lnTo>
                    <a:pt x="1310292" y="2024801"/>
                  </a:lnTo>
                  <a:lnTo>
                    <a:pt x="1315729" y="2024801"/>
                  </a:lnTo>
                  <a:lnTo>
                    <a:pt x="1315729" y="2027007"/>
                  </a:lnTo>
                  <a:lnTo>
                    <a:pt x="1321166" y="2027007"/>
                  </a:lnTo>
                  <a:lnTo>
                    <a:pt x="1321166" y="2029213"/>
                  </a:lnTo>
                  <a:lnTo>
                    <a:pt x="1326602" y="2029213"/>
                  </a:lnTo>
                  <a:lnTo>
                    <a:pt x="1326602" y="2033629"/>
                  </a:lnTo>
                  <a:lnTo>
                    <a:pt x="1332039" y="2033629"/>
                  </a:lnTo>
                  <a:lnTo>
                    <a:pt x="1332039" y="2035836"/>
                  </a:lnTo>
                  <a:lnTo>
                    <a:pt x="1337476" y="2035836"/>
                  </a:lnTo>
                  <a:lnTo>
                    <a:pt x="1337476" y="2038044"/>
                  </a:lnTo>
                  <a:lnTo>
                    <a:pt x="1342913" y="2038044"/>
                  </a:lnTo>
                  <a:lnTo>
                    <a:pt x="1342913" y="2040252"/>
                  </a:lnTo>
                  <a:lnTo>
                    <a:pt x="1348350" y="2040252"/>
                  </a:lnTo>
                  <a:lnTo>
                    <a:pt x="1348350" y="2046877"/>
                  </a:lnTo>
                  <a:lnTo>
                    <a:pt x="1353787" y="2046877"/>
                  </a:lnTo>
                  <a:lnTo>
                    <a:pt x="1353787" y="2049085"/>
                  </a:lnTo>
                  <a:lnTo>
                    <a:pt x="1359224" y="2049085"/>
                  </a:lnTo>
                  <a:lnTo>
                    <a:pt x="1359224" y="2053502"/>
                  </a:lnTo>
                  <a:lnTo>
                    <a:pt x="1364661" y="2053502"/>
                  </a:lnTo>
                  <a:lnTo>
                    <a:pt x="1364661" y="2057920"/>
                  </a:lnTo>
                  <a:lnTo>
                    <a:pt x="1370098" y="2057920"/>
                  </a:lnTo>
                  <a:lnTo>
                    <a:pt x="1370098" y="2060129"/>
                  </a:lnTo>
                  <a:lnTo>
                    <a:pt x="1375534" y="2060129"/>
                  </a:lnTo>
                  <a:lnTo>
                    <a:pt x="1375534" y="2062337"/>
                  </a:lnTo>
                  <a:lnTo>
                    <a:pt x="1380971" y="2062337"/>
                  </a:lnTo>
                  <a:lnTo>
                    <a:pt x="1380971" y="2071174"/>
                  </a:lnTo>
                  <a:lnTo>
                    <a:pt x="1386408" y="2071174"/>
                  </a:lnTo>
                  <a:lnTo>
                    <a:pt x="1386408" y="2073383"/>
                  </a:lnTo>
                  <a:lnTo>
                    <a:pt x="1391845" y="2073383"/>
                  </a:lnTo>
                  <a:lnTo>
                    <a:pt x="1391845" y="2080011"/>
                  </a:lnTo>
                  <a:lnTo>
                    <a:pt x="1397282" y="2080011"/>
                  </a:lnTo>
                  <a:lnTo>
                    <a:pt x="1397282" y="2082221"/>
                  </a:lnTo>
                  <a:lnTo>
                    <a:pt x="1402719" y="2082221"/>
                  </a:lnTo>
                  <a:lnTo>
                    <a:pt x="1402719" y="2091061"/>
                  </a:lnTo>
                  <a:lnTo>
                    <a:pt x="1408156" y="2091061"/>
                  </a:lnTo>
                  <a:lnTo>
                    <a:pt x="1408156" y="2095484"/>
                  </a:lnTo>
                  <a:lnTo>
                    <a:pt x="1413593" y="2095484"/>
                  </a:lnTo>
                  <a:lnTo>
                    <a:pt x="1413593" y="2097696"/>
                  </a:lnTo>
                  <a:lnTo>
                    <a:pt x="1419030" y="2097696"/>
                  </a:lnTo>
                  <a:lnTo>
                    <a:pt x="1419030" y="2102122"/>
                  </a:lnTo>
                  <a:lnTo>
                    <a:pt x="1424467" y="2102122"/>
                  </a:lnTo>
                  <a:lnTo>
                    <a:pt x="1424467" y="2106553"/>
                  </a:lnTo>
                  <a:lnTo>
                    <a:pt x="1429903" y="2106553"/>
                  </a:lnTo>
                  <a:lnTo>
                    <a:pt x="1429903" y="2115414"/>
                  </a:lnTo>
                  <a:lnTo>
                    <a:pt x="1440777" y="2115414"/>
                  </a:lnTo>
                  <a:lnTo>
                    <a:pt x="1440777" y="2119845"/>
                  </a:lnTo>
                  <a:lnTo>
                    <a:pt x="1446214" y="2119845"/>
                  </a:lnTo>
                  <a:lnTo>
                    <a:pt x="1446214" y="2122062"/>
                  </a:lnTo>
                  <a:lnTo>
                    <a:pt x="1451651" y="2122062"/>
                  </a:lnTo>
                  <a:lnTo>
                    <a:pt x="1451651" y="2124283"/>
                  </a:lnTo>
                  <a:lnTo>
                    <a:pt x="1457088" y="2124283"/>
                  </a:lnTo>
                  <a:lnTo>
                    <a:pt x="1457088" y="2133166"/>
                  </a:lnTo>
                  <a:lnTo>
                    <a:pt x="1462525" y="2133166"/>
                  </a:lnTo>
                  <a:lnTo>
                    <a:pt x="1462525" y="2135387"/>
                  </a:lnTo>
                  <a:lnTo>
                    <a:pt x="1467962" y="2135387"/>
                  </a:lnTo>
                  <a:lnTo>
                    <a:pt x="1467962" y="2148723"/>
                  </a:lnTo>
                  <a:lnTo>
                    <a:pt x="1473399" y="2148723"/>
                  </a:lnTo>
                  <a:lnTo>
                    <a:pt x="1473399" y="2150946"/>
                  </a:lnTo>
                  <a:lnTo>
                    <a:pt x="1478836" y="2150946"/>
                  </a:lnTo>
                  <a:lnTo>
                    <a:pt x="1478836" y="2153172"/>
                  </a:lnTo>
                  <a:lnTo>
                    <a:pt x="1484272" y="2153172"/>
                  </a:lnTo>
                  <a:lnTo>
                    <a:pt x="1484272" y="2159852"/>
                  </a:lnTo>
                  <a:lnTo>
                    <a:pt x="1489709" y="2159852"/>
                  </a:lnTo>
                  <a:lnTo>
                    <a:pt x="1489709" y="2166536"/>
                  </a:lnTo>
                  <a:lnTo>
                    <a:pt x="1495146" y="2166536"/>
                  </a:lnTo>
                  <a:lnTo>
                    <a:pt x="1495146" y="2170993"/>
                  </a:lnTo>
                  <a:lnTo>
                    <a:pt x="1500583" y="2170993"/>
                  </a:lnTo>
                  <a:lnTo>
                    <a:pt x="1500583" y="2184366"/>
                  </a:lnTo>
                  <a:lnTo>
                    <a:pt x="1506020" y="2184366"/>
                  </a:lnTo>
                  <a:lnTo>
                    <a:pt x="1506020" y="2186595"/>
                  </a:lnTo>
                  <a:lnTo>
                    <a:pt x="1511457" y="2186595"/>
                  </a:lnTo>
                  <a:lnTo>
                    <a:pt x="1511457" y="2195513"/>
                  </a:lnTo>
                  <a:lnTo>
                    <a:pt x="1516894" y="2195513"/>
                  </a:lnTo>
                  <a:lnTo>
                    <a:pt x="1516894" y="2199972"/>
                  </a:lnTo>
                  <a:lnTo>
                    <a:pt x="1522331" y="2199972"/>
                  </a:lnTo>
                  <a:lnTo>
                    <a:pt x="1522331" y="2204435"/>
                  </a:lnTo>
                  <a:lnTo>
                    <a:pt x="1533205" y="2204435"/>
                  </a:lnTo>
                  <a:lnTo>
                    <a:pt x="1533205" y="2213361"/>
                  </a:lnTo>
                  <a:lnTo>
                    <a:pt x="1538641" y="2213361"/>
                  </a:lnTo>
                  <a:lnTo>
                    <a:pt x="1538641" y="2215593"/>
                  </a:lnTo>
                  <a:lnTo>
                    <a:pt x="1544078" y="2215593"/>
                  </a:lnTo>
                  <a:lnTo>
                    <a:pt x="1544078" y="2226753"/>
                  </a:lnTo>
                  <a:lnTo>
                    <a:pt x="1549515" y="2226753"/>
                  </a:lnTo>
                  <a:lnTo>
                    <a:pt x="1549515" y="2228986"/>
                  </a:lnTo>
                  <a:lnTo>
                    <a:pt x="1554952" y="2228986"/>
                  </a:lnTo>
                  <a:lnTo>
                    <a:pt x="1554952" y="2242381"/>
                  </a:lnTo>
                  <a:lnTo>
                    <a:pt x="1560389" y="2242381"/>
                  </a:lnTo>
                  <a:lnTo>
                    <a:pt x="1560389" y="2249080"/>
                  </a:lnTo>
                  <a:lnTo>
                    <a:pt x="1565826" y="2249080"/>
                  </a:lnTo>
                  <a:lnTo>
                    <a:pt x="1565826" y="2262481"/>
                  </a:lnTo>
                  <a:lnTo>
                    <a:pt x="1576700" y="2262481"/>
                  </a:lnTo>
                  <a:lnTo>
                    <a:pt x="1576700" y="2266948"/>
                  </a:lnTo>
                  <a:lnTo>
                    <a:pt x="1582137" y="2266948"/>
                  </a:lnTo>
                  <a:lnTo>
                    <a:pt x="1582137" y="2271416"/>
                  </a:lnTo>
                  <a:lnTo>
                    <a:pt x="1587573" y="2271416"/>
                  </a:lnTo>
                  <a:lnTo>
                    <a:pt x="1587573" y="2273650"/>
                  </a:lnTo>
                  <a:lnTo>
                    <a:pt x="1593010" y="2273650"/>
                  </a:lnTo>
                  <a:lnTo>
                    <a:pt x="1593010" y="2278121"/>
                  </a:lnTo>
                  <a:lnTo>
                    <a:pt x="1598447" y="2278121"/>
                  </a:lnTo>
                  <a:lnTo>
                    <a:pt x="1598447" y="2282593"/>
                  </a:lnTo>
                  <a:lnTo>
                    <a:pt x="1603884" y="2282593"/>
                  </a:lnTo>
                  <a:lnTo>
                    <a:pt x="1603884" y="2293783"/>
                  </a:lnTo>
                  <a:lnTo>
                    <a:pt x="1609321" y="2293783"/>
                  </a:lnTo>
                  <a:lnTo>
                    <a:pt x="1609321" y="2298262"/>
                  </a:lnTo>
                  <a:lnTo>
                    <a:pt x="1614758" y="2298262"/>
                  </a:lnTo>
                  <a:lnTo>
                    <a:pt x="1614758" y="2302743"/>
                  </a:lnTo>
                  <a:lnTo>
                    <a:pt x="1620195" y="2302743"/>
                  </a:lnTo>
                  <a:lnTo>
                    <a:pt x="1620195" y="2304983"/>
                  </a:lnTo>
                  <a:lnTo>
                    <a:pt x="1625632" y="2304983"/>
                  </a:lnTo>
                  <a:lnTo>
                    <a:pt x="1625632" y="2316193"/>
                  </a:lnTo>
                  <a:lnTo>
                    <a:pt x="1631069" y="2316193"/>
                  </a:lnTo>
                  <a:lnTo>
                    <a:pt x="1631069" y="2320678"/>
                  </a:lnTo>
                  <a:lnTo>
                    <a:pt x="1636506" y="2320678"/>
                  </a:lnTo>
                  <a:lnTo>
                    <a:pt x="1636506" y="2331891"/>
                  </a:lnTo>
                  <a:lnTo>
                    <a:pt x="1641942" y="2331891"/>
                  </a:lnTo>
                  <a:lnTo>
                    <a:pt x="1641942" y="2336377"/>
                  </a:lnTo>
                  <a:lnTo>
                    <a:pt x="1647379" y="2336377"/>
                  </a:lnTo>
                  <a:lnTo>
                    <a:pt x="1647379" y="2343107"/>
                  </a:lnTo>
                  <a:lnTo>
                    <a:pt x="1652816" y="2343107"/>
                  </a:lnTo>
                  <a:lnTo>
                    <a:pt x="1652816" y="2349837"/>
                  </a:lnTo>
                  <a:lnTo>
                    <a:pt x="1658253" y="2349837"/>
                  </a:lnTo>
                  <a:lnTo>
                    <a:pt x="1658253" y="2354324"/>
                  </a:lnTo>
                  <a:lnTo>
                    <a:pt x="1669127" y="2354324"/>
                  </a:lnTo>
                  <a:lnTo>
                    <a:pt x="1674564" y="2354324"/>
                  </a:lnTo>
                  <a:lnTo>
                    <a:pt x="1674564" y="2365561"/>
                  </a:lnTo>
                  <a:lnTo>
                    <a:pt x="1680001" y="2365561"/>
                  </a:lnTo>
                  <a:lnTo>
                    <a:pt x="1680001" y="2367809"/>
                  </a:lnTo>
                  <a:lnTo>
                    <a:pt x="1685438" y="2367809"/>
                  </a:lnTo>
                  <a:lnTo>
                    <a:pt x="1685438" y="2374552"/>
                  </a:lnTo>
                  <a:lnTo>
                    <a:pt x="1690875" y="2374552"/>
                  </a:lnTo>
                  <a:lnTo>
                    <a:pt x="1690875" y="2381296"/>
                  </a:lnTo>
                  <a:lnTo>
                    <a:pt x="1696311" y="2381296"/>
                  </a:lnTo>
                  <a:lnTo>
                    <a:pt x="1696311" y="2385792"/>
                  </a:lnTo>
                  <a:lnTo>
                    <a:pt x="1701748" y="2385792"/>
                  </a:lnTo>
                  <a:lnTo>
                    <a:pt x="1701748" y="2392538"/>
                  </a:lnTo>
                  <a:lnTo>
                    <a:pt x="1707185" y="2392538"/>
                  </a:lnTo>
                  <a:lnTo>
                    <a:pt x="1707185" y="2394786"/>
                  </a:lnTo>
                  <a:lnTo>
                    <a:pt x="1712622" y="2394786"/>
                  </a:lnTo>
                  <a:lnTo>
                    <a:pt x="1712622" y="2399284"/>
                  </a:lnTo>
                  <a:lnTo>
                    <a:pt x="1718059" y="2399284"/>
                  </a:lnTo>
                  <a:lnTo>
                    <a:pt x="1718059" y="2403785"/>
                  </a:lnTo>
                  <a:lnTo>
                    <a:pt x="1723496" y="2403785"/>
                  </a:lnTo>
                  <a:lnTo>
                    <a:pt x="1723496" y="2406038"/>
                  </a:lnTo>
                  <a:lnTo>
                    <a:pt x="1739807" y="2406038"/>
                  </a:lnTo>
                  <a:lnTo>
                    <a:pt x="1739807" y="2408290"/>
                  </a:lnTo>
                  <a:lnTo>
                    <a:pt x="1745243" y="2408290"/>
                  </a:lnTo>
                  <a:lnTo>
                    <a:pt x="1745243" y="2421808"/>
                  </a:lnTo>
                  <a:lnTo>
                    <a:pt x="1750680" y="2421808"/>
                  </a:lnTo>
                  <a:lnTo>
                    <a:pt x="1750680" y="2424063"/>
                  </a:lnTo>
                  <a:lnTo>
                    <a:pt x="1756117" y="2424063"/>
                  </a:lnTo>
                  <a:lnTo>
                    <a:pt x="1756117" y="2439850"/>
                  </a:lnTo>
                  <a:lnTo>
                    <a:pt x="1761554" y="2439850"/>
                  </a:lnTo>
                  <a:lnTo>
                    <a:pt x="1761554" y="2442105"/>
                  </a:lnTo>
                  <a:lnTo>
                    <a:pt x="1766991" y="2442105"/>
                  </a:lnTo>
                  <a:lnTo>
                    <a:pt x="1766991" y="2446617"/>
                  </a:lnTo>
                  <a:lnTo>
                    <a:pt x="1777865" y="2446617"/>
                  </a:lnTo>
                  <a:lnTo>
                    <a:pt x="1777865" y="2451129"/>
                  </a:lnTo>
                  <a:lnTo>
                    <a:pt x="1783302" y="2451129"/>
                  </a:lnTo>
                  <a:lnTo>
                    <a:pt x="1783302" y="2455641"/>
                  </a:lnTo>
                  <a:lnTo>
                    <a:pt x="1788739" y="2455641"/>
                  </a:lnTo>
                  <a:lnTo>
                    <a:pt x="1788739" y="2457897"/>
                  </a:lnTo>
                  <a:lnTo>
                    <a:pt x="1799612" y="2457897"/>
                  </a:lnTo>
                  <a:lnTo>
                    <a:pt x="1805049" y="2457897"/>
                  </a:lnTo>
                  <a:lnTo>
                    <a:pt x="1805049" y="2464672"/>
                  </a:lnTo>
                  <a:lnTo>
                    <a:pt x="1810486" y="2464672"/>
                  </a:lnTo>
                  <a:lnTo>
                    <a:pt x="1810486" y="2469192"/>
                  </a:lnTo>
                  <a:lnTo>
                    <a:pt x="1815923" y="2469192"/>
                  </a:lnTo>
                  <a:lnTo>
                    <a:pt x="1815923" y="2473713"/>
                  </a:lnTo>
                  <a:lnTo>
                    <a:pt x="1821360" y="2473713"/>
                  </a:lnTo>
                  <a:lnTo>
                    <a:pt x="1821360" y="2475973"/>
                  </a:lnTo>
                  <a:lnTo>
                    <a:pt x="1826797" y="2475973"/>
                  </a:lnTo>
                  <a:lnTo>
                    <a:pt x="1826797" y="2480494"/>
                  </a:lnTo>
                  <a:lnTo>
                    <a:pt x="1832234" y="2480494"/>
                  </a:lnTo>
                  <a:lnTo>
                    <a:pt x="1832234" y="2485023"/>
                  </a:lnTo>
                  <a:lnTo>
                    <a:pt x="1837671" y="2485023"/>
                  </a:lnTo>
                  <a:lnTo>
                    <a:pt x="1837671" y="2487288"/>
                  </a:lnTo>
                  <a:lnTo>
                    <a:pt x="1843108" y="2487288"/>
                  </a:lnTo>
                  <a:lnTo>
                    <a:pt x="1843108" y="2489552"/>
                  </a:lnTo>
                  <a:lnTo>
                    <a:pt x="1848545" y="2489552"/>
                  </a:lnTo>
                  <a:lnTo>
                    <a:pt x="1848545" y="2494082"/>
                  </a:lnTo>
                  <a:lnTo>
                    <a:pt x="1853981" y="2494082"/>
                  </a:lnTo>
                  <a:lnTo>
                    <a:pt x="1859418" y="2494082"/>
                  </a:lnTo>
                  <a:lnTo>
                    <a:pt x="1859418" y="2496348"/>
                  </a:lnTo>
                  <a:lnTo>
                    <a:pt x="1864855" y="2496348"/>
                  </a:lnTo>
                  <a:lnTo>
                    <a:pt x="1864855" y="2500882"/>
                  </a:lnTo>
                  <a:lnTo>
                    <a:pt x="1870292" y="2500882"/>
                  </a:lnTo>
                  <a:lnTo>
                    <a:pt x="1870292" y="2505423"/>
                  </a:lnTo>
                  <a:lnTo>
                    <a:pt x="1881166" y="2505423"/>
                  </a:lnTo>
                  <a:lnTo>
                    <a:pt x="1881166" y="2512236"/>
                  </a:lnTo>
                  <a:lnTo>
                    <a:pt x="1892040" y="2512236"/>
                  </a:lnTo>
                  <a:lnTo>
                    <a:pt x="1892040" y="2516778"/>
                  </a:lnTo>
                  <a:lnTo>
                    <a:pt x="1897477" y="2516778"/>
                  </a:lnTo>
                  <a:lnTo>
                    <a:pt x="1902914" y="2516778"/>
                  </a:lnTo>
                  <a:lnTo>
                    <a:pt x="1902914" y="2519053"/>
                  </a:lnTo>
                  <a:lnTo>
                    <a:pt x="1908350" y="2519053"/>
                  </a:lnTo>
                  <a:lnTo>
                    <a:pt x="1908350" y="2525879"/>
                  </a:lnTo>
                  <a:lnTo>
                    <a:pt x="1913787" y="2525879"/>
                  </a:lnTo>
                  <a:lnTo>
                    <a:pt x="1913787" y="2528156"/>
                  </a:lnTo>
                  <a:lnTo>
                    <a:pt x="1919224" y="2528156"/>
                  </a:lnTo>
                  <a:lnTo>
                    <a:pt x="1919224" y="2532714"/>
                  </a:lnTo>
                  <a:lnTo>
                    <a:pt x="1924661" y="2532714"/>
                  </a:lnTo>
                  <a:lnTo>
                    <a:pt x="1924661" y="2534993"/>
                  </a:lnTo>
                  <a:lnTo>
                    <a:pt x="1930098" y="2534993"/>
                  </a:lnTo>
                  <a:lnTo>
                    <a:pt x="1930098" y="2537273"/>
                  </a:lnTo>
                  <a:lnTo>
                    <a:pt x="1935535" y="2537273"/>
                  </a:lnTo>
                  <a:lnTo>
                    <a:pt x="1935535" y="2539552"/>
                  </a:lnTo>
                  <a:lnTo>
                    <a:pt x="1940972" y="2539552"/>
                  </a:lnTo>
                  <a:lnTo>
                    <a:pt x="1940972" y="2544115"/>
                  </a:lnTo>
                  <a:lnTo>
                    <a:pt x="1946409" y="2544115"/>
                  </a:lnTo>
                  <a:lnTo>
                    <a:pt x="1951846" y="2544115"/>
                  </a:lnTo>
                  <a:lnTo>
                    <a:pt x="1951846" y="2548686"/>
                  </a:lnTo>
                  <a:lnTo>
                    <a:pt x="1957282" y="2548686"/>
                  </a:lnTo>
                  <a:lnTo>
                    <a:pt x="1957282" y="2553257"/>
                  </a:lnTo>
                  <a:lnTo>
                    <a:pt x="1962719" y="2553257"/>
                  </a:lnTo>
                  <a:lnTo>
                    <a:pt x="1962719" y="2555543"/>
                  </a:lnTo>
                  <a:lnTo>
                    <a:pt x="1968156" y="2555543"/>
                  </a:lnTo>
                  <a:lnTo>
                    <a:pt x="1968156" y="2557828"/>
                  </a:lnTo>
                  <a:lnTo>
                    <a:pt x="1979030" y="2557828"/>
                  </a:lnTo>
                  <a:lnTo>
                    <a:pt x="1979030" y="2560114"/>
                  </a:lnTo>
                  <a:lnTo>
                    <a:pt x="1984467" y="2560114"/>
                  </a:lnTo>
                  <a:lnTo>
                    <a:pt x="1984467" y="2564686"/>
                  </a:lnTo>
                  <a:lnTo>
                    <a:pt x="1989904" y="2564686"/>
                  </a:lnTo>
                  <a:lnTo>
                    <a:pt x="1989904" y="2566973"/>
                  </a:lnTo>
                  <a:lnTo>
                    <a:pt x="1995341" y="2566973"/>
                  </a:lnTo>
                  <a:lnTo>
                    <a:pt x="1995341" y="2569261"/>
                  </a:lnTo>
                  <a:lnTo>
                    <a:pt x="2000778" y="2569261"/>
                  </a:lnTo>
                  <a:lnTo>
                    <a:pt x="2000778" y="2573837"/>
                  </a:lnTo>
                  <a:lnTo>
                    <a:pt x="2006215" y="2573837"/>
                  </a:lnTo>
                  <a:lnTo>
                    <a:pt x="2006215" y="2578414"/>
                  </a:lnTo>
                  <a:lnTo>
                    <a:pt x="2011651" y="2578414"/>
                  </a:lnTo>
                  <a:lnTo>
                    <a:pt x="2011651" y="2585286"/>
                  </a:lnTo>
                  <a:lnTo>
                    <a:pt x="2017088" y="2585286"/>
                  </a:lnTo>
                  <a:lnTo>
                    <a:pt x="2017088" y="2587577"/>
                  </a:lnTo>
                  <a:lnTo>
                    <a:pt x="2022525" y="2587577"/>
                  </a:lnTo>
                  <a:lnTo>
                    <a:pt x="2022525" y="2589872"/>
                  </a:lnTo>
                  <a:lnTo>
                    <a:pt x="2027962" y="2589872"/>
                  </a:lnTo>
                  <a:lnTo>
                    <a:pt x="2027962" y="2592166"/>
                  </a:lnTo>
                  <a:lnTo>
                    <a:pt x="2033399" y="2592166"/>
                  </a:lnTo>
                  <a:lnTo>
                    <a:pt x="2033399" y="2599051"/>
                  </a:lnTo>
                  <a:lnTo>
                    <a:pt x="2038836" y="2599051"/>
                  </a:lnTo>
                  <a:lnTo>
                    <a:pt x="2038836" y="2603646"/>
                  </a:lnTo>
                  <a:lnTo>
                    <a:pt x="2044273" y="2603646"/>
                  </a:lnTo>
                  <a:lnTo>
                    <a:pt x="2044273" y="2610538"/>
                  </a:lnTo>
                  <a:lnTo>
                    <a:pt x="2049710" y="2610538"/>
                  </a:lnTo>
                  <a:lnTo>
                    <a:pt x="2049710" y="2612837"/>
                  </a:lnTo>
                  <a:lnTo>
                    <a:pt x="2055147" y="2612837"/>
                  </a:lnTo>
                  <a:lnTo>
                    <a:pt x="2055147" y="2617437"/>
                  </a:lnTo>
                  <a:lnTo>
                    <a:pt x="2060584" y="2617437"/>
                  </a:lnTo>
                  <a:lnTo>
                    <a:pt x="2060584" y="2619741"/>
                  </a:lnTo>
                  <a:lnTo>
                    <a:pt x="2066020" y="2619741"/>
                  </a:lnTo>
                  <a:lnTo>
                    <a:pt x="2066020" y="2622046"/>
                  </a:lnTo>
                  <a:lnTo>
                    <a:pt x="2071457" y="2622046"/>
                  </a:lnTo>
                  <a:lnTo>
                    <a:pt x="2071457" y="2626658"/>
                  </a:lnTo>
                  <a:lnTo>
                    <a:pt x="2082331" y="2626658"/>
                  </a:lnTo>
                  <a:lnTo>
                    <a:pt x="2082331" y="2628966"/>
                  </a:lnTo>
                  <a:lnTo>
                    <a:pt x="2087768" y="2628966"/>
                  </a:lnTo>
                  <a:lnTo>
                    <a:pt x="2087768" y="2635891"/>
                  </a:lnTo>
                  <a:lnTo>
                    <a:pt x="2093205" y="2635891"/>
                  </a:lnTo>
                  <a:lnTo>
                    <a:pt x="2093205" y="2638200"/>
                  </a:lnTo>
                  <a:lnTo>
                    <a:pt x="2098642" y="2638200"/>
                  </a:lnTo>
                  <a:lnTo>
                    <a:pt x="2098642" y="2640508"/>
                  </a:lnTo>
                  <a:lnTo>
                    <a:pt x="2104079" y="2640508"/>
                  </a:lnTo>
                  <a:lnTo>
                    <a:pt x="2104079" y="2645125"/>
                  </a:lnTo>
                  <a:lnTo>
                    <a:pt x="2109516" y="2645125"/>
                  </a:lnTo>
                  <a:lnTo>
                    <a:pt x="2109516" y="2649743"/>
                  </a:lnTo>
                  <a:lnTo>
                    <a:pt x="2114953" y="2649743"/>
                  </a:lnTo>
                  <a:lnTo>
                    <a:pt x="2114953" y="2652052"/>
                  </a:lnTo>
                  <a:lnTo>
                    <a:pt x="2120389" y="2652052"/>
                  </a:lnTo>
                  <a:lnTo>
                    <a:pt x="2120389" y="2668217"/>
                  </a:lnTo>
                  <a:lnTo>
                    <a:pt x="2131263" y="2668217"/>
                  </a:lnTo>
                  <a:lnTo>
                    <a:pt x="2131263" y="2672837"/>
                  </a:lnTo>
                  <a:lnTo>
                    <a:pt x="2136700" y="2672837"/>
                  </a:lnTo>
                  <a:lnTo>
                    <a:pt x="2136700" y="2677457"/>
                  </a:lnTo>
                  <a:lnTo>
                    <a:pt x="2142137" y="2677457"/>
                  </a:lnTo>
                  <a:lnTo>
                    <a:pt x="2142137" y="2684387"/>
                  </a:lnTo>
                  <a:lnTo>
                    <a:pt x="2147574" y="2684387"/>
                  </a:lnTo>
                  <a:lnTo>
                    <a:pt x="2147574" y="2686698"/>
                  </a:lnTo>
                  <a:lnTo>
                    <a:pt x="2153011" y="2686698"/>
                  </a:lnTo>
                  <a:lnTo>
                    <a:pt x="2153011" y="2689008"/>
                  </a:lnTo>
                  <a:lnTo>
                    <a:pt x="2163885" y="2689008"/>
                  </a:lnTo>
                  <a:lnTo>
                    <a:pt x="2163885" y="2691319"/>
                  </a:lnTo>
                  <a:lnTo>
                    <a:pt x="2169321" y="2691319"/>
                  </a:lnTo>
                  <a:lnTo>
                    <a:pt x="2169321" y="2700562"/>
                  </a:lnTo>
                  <a:lnTo>
                    <a:pt x="2174758" y="2700562"/>
                  </a:lnTo>
                  <a:lnTo>
                    <a:pt x="2174758" y="2702877"/>
                  </a:lnTo>
                  <a:lnTo>
                    <a:pt x="2180195" y="2702877"/>
                  </a:lnTo>
                  <a:lnTo>
                    <a:pt x="2180195" y="2707507"/>
                  </a:lnTo>
                  <a:lnTo>
                    <a:pt x="2185632" y="2707507"/>
                  </a:lnTo>
                  <a:lnTo>
                    <a:pt x="2185632" y="2716769"/>
                  </a:lnTo>
                  <a:lnTo>
                    <a:pt x="2191069" y="2716769"/>
                  </a:lnTo>
                  <a:lnTo>
                    <a:pt x="2191069" y="2721401"/>
                  </a:lnTo>
                  <a:lnTo>
                    <a:pt x="2196506" y="2721401"/>
                  </a:lnTo>
                  <a:lnTo>
                    <a:pt x="2196506" y="2728348"/>
                  </a:lnTo>
                  <a:lnTo>
                    <a:pt x="2207380" y="2728348"/>
                  </a:lnTo>
                  <a:lnTo>
                    <a:pt x="2207380" y="2730667"/>
                  </a:lnTo>
                  <a:lnTo>
                    <a:pt x="2218254" y="2730667"/>
                  </a:lnTo>
                  <a:lnTo>
                    <a:pt x="2218254" y="2735308"/>
                  </a:lnTo>
                  <a:lnTo>
                    <a:pt x="2223690" y="2735308"/>
                  </a:lnTo>
                  <a:lnTo>
                    <a:pt x="2223690" y="2739953"/>
                  </a:lnTo>
                  <a:lnTo>
                    <a:pt x="2229127" y="2739953"/>
                  </a:lnTo>
                  <a:lnTo>
                    <a:pt x="2229127" y="2742276"/>
                  </a:lnTo>
                  <a:lnTo>
                    <a:pt x="2234564" y="2742276"/>
                  </a:lnTo>
                  <a:lnTo>
                    <a:pt x="2234564" y="2746926"/>
                  </a:lnTo>
                  <a:lnTo>
                    <a:pt x="2240001" y="2746926"/>
                  </a:lnTo>
                  <a:lnTo>
                    <a:pt x="2240001" y="2751577"/>
                  </a:lnTo>
                  <a:lnTo>
                    <a:pt x="2245438" y="2751577"/>
                  </a:lnTo>
                  <a:lnTo>
                    <a:pt x="2245438" y="2758554"/>
                  </a:lnTo>
                  <a:lnTo>
                    <a:pt x="2250875" y="2758554"/>
                  </a:lnTo>
                  <a:lnTo>
                    <a:pt x="2250875" y="2767857"/>
                  </a:lnTo>
                  <a:lnTo>
                    <a:pt x="2256312" y="2767857"/>
                  </a:lnTo>
                  <a:lnTo>
                    <a:pt x="2256312" y="2770183"/>
                  </a:lnTo>
                  <a:lnTo>
                    <a:pt x="2267186" y="2770183"/>
                  </a:lnTo>
                  <a:lnTo>
                    <a:pt x="2267186" y="2772510"/>
                  </a:lnTo>
                  <a:lnTo>
                    <a:pt x="2272623" y="2772510"/>
                  </a:lnTo>
                  <a:lnTo>
                    <a:pt x="2272623" y="2774838"/>
                  </a:lnTo>
                  <a:lnTo>
                    <a:pt x="2278059" y="2774838"/>
                  </a:lnTo>
                  <a:lnTo>
                    <a:pt x="2278059" y="2779495"/>
                  </a:lnTo>
                  <a:lnTo>
                    <a:pt x="2283496" y="2779495"/>
                  </a:lnTo>
                  <a:lnTo>
                    <a:pt x="2283496" y="2784157"/>
                  </a:lnTo>
                  <a:lnTo>
                    <a:pt x="2305244" y="2784157"/>
                  </a:lnTo>
                  <a:lnTo>
                    <a:pt x="2305244" y="2786488"/>
                  </a:lnTo>
                  <a:lnTo>
                    <a:pt x="2310681" y="2786488"/>
                  </a:lnTo>
                  <a:lnTo>
                    <a:pt x="2310681" y="2791151"/>
                  </a:lnTo>
                  <a:lnTo>
                    <a:pt x="2316118" y="2791151"/>
                  </a:lnTo>
                  <a:lnTo>
                    <a:pt x="2316118" y="2795813"/>
                  </a:lnTo>
                  <a:lnTo>
                    <a:pt x="2321555" y="2795813"/>
                  </a:lnTo>
                  <a:lnTo>
                    <a:pt x="2321555" y="2802808"/>
                  </a:lnTo>
                  <a:lnTo>
                    <a:pt x="2326991" y="2802808"/>
                  </a:lnTo>
                  <a:lnTo>
                    <a:pt x="2326991" y="2807476"/>
                  </a:lnTo>
                  <a:lnTo>
                    <a:pt x="2332428" y="2807476"/>
                  </a:lnTo>
                  <a:lnTo>
                    <a:pt x="2332428" y="2814479"/>
                  </a:lnTo>
                  <a:lnTo>
                    <a:pt x="2337865" y="2814479"/>
                  </a:lnTo>
                  <a:lnTo>
                    <a:pt x="2337865" y="2819148"/>
                  </a:lnTo>
                  <a:lnTo>
                    <a:pt x="2343302" y="2819148"/>
                  </a:lnTo>
                  <a:lnTo>
                    <a:pt x="2343302" y="2826152"/>
                  </a:lnTo>
                  <a:lnTo>
                    <a:pt x="2348739" y="2826152"/>
                  </a:lnTo>
                  <a:lnTo>
                    <a:pt x="2348739" y="2830822"/>
                  </a:lnTo>
                  <a:lnTo>
                    <a:pt x="2354176" y="2830822"/>
                  </a:lnTo>
                  <a:lnTo>
                    <a:pt x="2354176" y="2833157"/>
                  </a:lnTo>
                  <a:lnTo>
                    <a:pt x="2359613" y="2833157"/>
                  </a:lnTo>
                  <a:lnTo>
                    <a:pt x="2359613" y="2835492"/>
                  </a:lnTo>
                  <a:lnTo>
                    <a:pt x="2370487" y="2835492"/>
                  </a:lnTo>
                  <a:lnTo>
                    <a:pt x="2370487" y="2837830"/>
                  </a:lnTo>
                  <a:lnTo>
                    <a:pt x="2381360" y="2837830"/>
                  </a:lnTo>
                  <a:lnTo>
                    <a:pt x="2381360" y="2847181"/>
                  </a:lnTo>
                  <a:lnTo>
                    <a:pt x="2386797" y="2847181"/>
                  </a:lnTo>
                  <a:lnTo>
                    <a:pt x="2386797" y="2849519"/>
                  </a:lnTo>
                  <a:lnTo>
                    <a:pt x="2392234" y="2849519"/>
                  </a:lnTo>
                  <a:lnTo>
                    <a:pt x="2392234" y="2851857"/>
                  </a:lnTo>
                  <a:lnTo>
                    <a:pt x="2397671" y="2851857"/>
                  </a:lnTo>
                  <a:lnTo>
                    <a:pt x="2397671" y="2854195"/>
                  </a:lnTo>
                  <a:lnTo>
                    <a:pt x="2403108" y="2854195"/>
                  </a:lnTo>
                  <a:lnTo>
                    <a:pt x="2403108" y="2858876"/>
                  </a:lnTo>
                  <a:lnTo>
                    <a:pt x="2408545" y="2858876"/>
                  </a:lnTo>
                  <a:lnTo>
                    <a:pt x="2408545" y="2863558"/>
                  </a:lnTo>
                  <a:lnTo>
                    <a:pt x="2413982" y="2863558"/>
                  </a:lnTo>
                  <a:lnTo>
                    <a:pt x="2413982" y="2865901"/>
                  </a:lnTo>
                  <a:lnTo>
                    <a:pt x="2419419" y="2865901"/>
                  </a:lnTo>
                  <a:lnTo>
                    <a:pt x="2419419" y="2870587"/>
                  </a:lnTo>
                  <a:lnTo>
                    <a:pt x="2430293" y="2870587"/>
                  </a:lnTo>
                  <a:lnTo>
                    <a:pt x="2430293" y="2877618"/>
                  </a:lnTo>
                  <a:lnTo>
                    <a:pt x="2435729" y="2877618"/>
                  </a:lnTo>
                  <a:lnTo>
                    <a:pt x="2446603" y="2877618"/>
                  </a:lnTo>
                  <a:lnTo>
                    <a:pt x="2446603" y="2882310"/>
                  </a:lnTo>
                  <a:lnTo>
                    <a:pt x="2452040" y="2882310"/>
                  </a:lnTo>
                  <a:lnTo>
                    <a:pt x="2452040" y="2884656"/>
                  </a:lnTo>
                  <a:lnTo>
                    <a:pt x="2457477" y="2884656"/>
                  </a:lnTo>
                  <a:lnTo>
                    <a:pt x="2457477" y="2894051"/>
                  </a:lnTo>
                  <a:lnTo>
                    <a:pt x="2462914" y="2894051"/>
                  </a:lnTo>
                  <a:lnTo>
                    <a:pt x="2462914" y="2896404"/>
                  </a:lnTo>
                  <a:lnTo>
                    <a:pt x="2468351" y="2896404"/>
                  </a:lnTo>
                  <a:lnTo>
                    <a:pt x="2468351" y="2898758"/>
                  </a:lnTo>
                  <a:lnTo>
                    <a:pt x="2479225" y="2898758"/>
                  </a:lnTo>
                  <a:lnTo>
                    <a:pt x="2479225" y="2903470"/>
                  </a:lnTo>
                  <a:lnTo>
                    <a:pt x="2484662" y="2903470"/>
                  </a:lnTo>
                  <a:lnTo>
                    <a:pt x="2484662" y="2908182"/>
                  </a:lnTo>
                  <a:lnTo>
                    <a:pt x="2490098" y="2908182"/>
                  </a:lnTo>
                  <a:lnTo>
                    <a:pt x="2490098" y="2910539"/>
                  </a:lnTo>
                  <a:lnTo>
                    <a:pt x="2506409" y="2910539"/>
                  </a:lnTo>
                  <a:lnTo>
                    <a:pt x="2506409" y="2915252"/>
                  </a:lnTo>
                  <a:lnTo>
                    <a:pt x="2517283" y="2915252"/>
                  </a:lnTo>
                  <a:lnTo>
                    <a:pt x="2517283" y="2917608"/>
                  </a:lnTo>
                  <a:lnTo>
                    <a:pt x="2522720" y="2917608"/>
                  </a:lnTo>
                  <a:lnTo>
                    <a:pt x="2522720" y="2919968"/>
                  </a:lnTo>
                  <a:lnTo>
                    <a:pt x="2528157" y="2919968"/>
                  </a:lnTo>
                  <a:lnTo>
                    <a:pt x="2528157" y="2924686"/>
                  </a:lnTo>
                  <a:lnTo>
                    <a:pt x="2533594" y="2924686"/>
                  </a:lnTo>
                  <a:lnTo>
                    <a:pt x="2533594" y="2931765"/>
                  </a:lnTo>
                  <a:lnTo>
                    <a:pt x="2539030" y="2931765"/>
                  </a:lnTo>
                  <a:lnTo>
                    <a:pt x="2539030" y="2934124"/>
                  </a:lnTo>
                  <a:lnTo>
                    <a:pt x="2544467" y="2934124"/>
                  </a:lnTo>
                  <a:lnTo>
                    <a:pt x="2544467" y="2936484"/>
                  </a:lnTo>
                  <a:lnTo>
                    <a:pt x="2549904" y="2936484"/>
                  </a:lnTo>
                  <a:lnTo>
                    <a:pt x="2549904" y="2941204"/>
                  </a:lnTo>
                  <a:lnTo>
                    <a:pt x="2555341" y="2941204"/>
                  </a:lnTo>
                  <a:lnTo>
                    <a:pt x="2555341" y="2943564"/>
                  </a:lnTo>
                  <a:lnTo>
                    <a:pt x="2560778" y="2943564"/>
                  </a:lnTo>
                  <a:lnTo>
                    <a:pt x="2560778" y="2945927"/>
                  </a:lnTo>
                  <a:lnTo>
                    <a:pt x="2566215" y="2945927"/>
                  </a:lnTo>
                  <a:lnTo>
                    <a:pt x="2566215" y="2955387"/>
                  </a:lnTo>
                  <a:lnTo>
                    <a:pt x="2571652" y="2955387"/>
                  </a:lnTo>
                  <a:lnTo>
                    <a:pt x="2571652" y="2957753"/>
                  </a:lnTo>
                  <a:lnTo>
                    <a:pt x="2582526" y="2957753"/>
                  </a:lnTo>
                  <a:lnTo>
                    <a:pt x="2582526" y="2960118"/>
                  </a:lnTo>
                  <a:lnTo>
                    <a:pt x="2587963" y="2960118"/>
                  </a:lnTo>
                  <a:lnTo>
                    <a:pt x="2587963" y="2962484"/>
                  </a:lnTo>
                  <a:lnTo>
                    <a:pt x="2593399" y="2962484"/>
                  </a:lnTo>
                  <a:lnTo>
                    <a:pt x="2593399" y="2967220"/>
                  </a:lnTo>
                  <a:lnTo>
                    <a:pt x="2598836" y="2967220"/>
                  </a:lnTo>
                  <a:lnTo>
                    <a:pt x="2604273" y="2967220"/>
                  </a:lnTo>
                  <a:lnTo>
                    <a:pt x="2604273" y="2969591"/>
                  </a:lnTo>
                  <a:lnTo>
                    <a:pt x="2609710" y="2969591"/>
                  </a:lnTo>
                  <a:lnTo>
                    <a:pt x="2609710" y="2971962"/>
                  </a:lnTo>
                  <a:lnTo>
                    <a:pt x="2615147" y="2971962"/>
                  </a:lnTo>
                  <a:lnTo>
                    <a:pt x="2615147" y="2979075"/>
                  </a:lnTo>
                  <a:lnTo>
                    <a:pt x="2620584" y="2979075"/>
                  </a:lnTo>
                  <a:lnTo>
                    <a:pt x="2620584" y="2981446"/>
                  </a:lnTo>
                  <a:lnTo>
                    <a:pt x="2626021" y="2981446"/>
                  </a:lnTo>
                  <a:lnTo>
                    <a:pt x="2626021" y="2986188"/>
                  </a:lnTo>
                  <a:lnTo>
                    <a:pt x="2631458" y="2986188"/>
                  </a:lnTo>
                  <a:lnTo>
                    <a:pt x="2631458" y="2990936"/>
                  </a:lnTo>
                  <a:lnTo>
                    <a:pt x="2642332" y="2990936"/>
                  </a:lnTo>
                  <a:lnTo>
                    <a:pt x="2642332" y="2995685"/>
                  </a:lnTo>
                  <a:lnTo>
                    <a:pt x="2647768" y="2995685"/>
                  </a:lnTo>
                  <a:lnTo>
                    <a:pt x="2647768" y="2998059"/>
                  </a:lnTo>
                  <a:lnTo>
                    <a:pt x="2653205" y="2998059"/>
                  </a:lnTo>
                  <a:lnTo>
                    <a:pt x="2653205" y="3002808"/>
                  </a:lnTo>
                  <a:lnTo>
                    <a:pt x="2658642" y="3002808"/>
                  </a:lnTo>
                  <a:lnTo>
                    <a:pt x="2658642" y="3005183"/>
                  </a:lnTo>
                  <a:lnTo>
                    <a:pt x="2664079" y="3005183"/>
                  </a:lnTo>
                  <a:lnTo>
                    <a:pt x="2664079" y="3007557"/>
                  </a:lnTo>
                  <a:lnTo>
                    <a:pt x="2669516" y="3007557"/>
                  </a:lnTo>
                  <a:lnTo>
                    <a:pt x="2669516" y="3014682"/>
                  </a:lnTo>
                  <a:lnTo>
                    <a:pt x="2674953" y="3014682"/>
                  </a:lnTo>
                  <a:lnTo>
                    <a:pt x="2674953" y="3017057"/>
                  </a:lnTo>
                  <a:lnTo>
                    <a:pt x="2680390" y="3017057"/>
                  </a:lnTo>
                  <a:lnTo>
                    <a:pt x="2680390" y="3021813"/>
                  </a:lnTo>
                  <a:lnTo>
                    <a:pt x="2685827" y="3021813"/>
                  </a:lnTo>
                  <a:lnTo>
                    <a:pt x="2685827" y="3024191"/>
                  </a:lnTo>
                  <a:lnTo>
                    <a:pt x="2691264" y="3024191"/>
                  </a:lnTo>
                  <a:lnTo>
                    <a:pt x="2691264" y="3026569"/>
                  </a:lnTo>
                  <a:lnTo>
                    <a:pt x="2696701" y="3026569"/>
                  </a:lnTo>
                  <a:lnTo>
                    <a:pt x="2696701" y="3028947"/>
                  </a:lnTo>
                  <a:lnTo>
                    <a:pt x="2702137" y="3028947"/>
                  </a:lnTo>
                  <a:lnTo>
                    <a:pt x="2707574" y="3028947"/>
                  </a:lnTo>
                  <a:lnTo>
                    <a:pt x="2707574" y="3033709"/>
                  </a:lnTo>
                  <a:lnTo>
                    <a:pt x="2713011" y="3033709"/>
                  </a:lnTo>
                  <a:lnTo>
                    <a:pt x="2713011" y="3040852"/>
                  </a:lnTo>
                  <a:lnTo>
                    <a:pt x="2729322" y="3040852"/>
                  </a:lnTo>
                  <a:lnTo>
                    <a:pt x="2729322" y="3045614"/>
                  </a:lnTo>
                  <a:lnTo>
                    <a:pt x="2734759" y="3045614"/>
                  </a:lnTo>
                  <a:lnTo>
                    <a:pt x="2734759" y="3047996"/>
                  </a:lnTo>
                  <a:lnTo>
                    <a:pt x="2740196" y="3047996"/>
                  </a:lnTo>
                  <a:lnTo>
                    <a:pt x="2740196" y="3052764"/>
                  </a:lnTo>
                  <a:lnTo>
                    <a:pt x="2745633" y="3052764"/>
                  </a:lnTo>
                  <a:lnTo>
                    <a:pt x="2745633" y="3057532"/>
                  </a:lnTo>
                  <a:lnTo>
                    <a:pt x="2756506" y="3057532"/>
                  </a:lnTo>
                  <a:lnTo>
                    <a:pt x="2756506" y="3062301"/>
                  </a:lnTo>
                  <a:lnTo>
                    <a:pt x="2761943" y="3062301"/>
                  </a:lnTo>
                  <a:lnTo>
                    <a:pt x="2761943" y="3071841"/>
                  </a:lnTo>
                  <a:lnTo>
                    <a:pt x="2772817" y="3071841"/>
                  </a:lnTo>
                  <a:lnTo>
                    <a:pt x="2772817" y="3074226"/>
                  </a:lnTo>
                  <a:lnTo>
                    <a:pt x="2778254" y="3074226"/>
                  </a:lnTo>
                  <a:lnTo>
                    <a:pt x="2778254" y="3078996"/>
                  </a:lnTo>
                  <a:lnTo>
                    <a:pt x="2789128" y="3078996"/>
                  </a:lnTo>
                  <a:lnTo>
                    <a:pt x="2789128" y="3083767"/>
                  </a:lnTo>
                  <a:lnTo>
                    <a:pt x="2805438" y="3083767"/>
                  </a:lnTo>
                  <a:lnTo>
                    <a:pt x="2805438" y="3086153"/>
                  </a:lnTo>
                  <a:lnTo>
                    <a:pt x="2810875" y="3086153"/>
                  </a:lnTo>
                  <a:lnTo>
                    <a:pt x="2810875" y="3088538"/>
                  </a:lnTo>
                  <a:lnTo>
                    <a:pt x="2816312" y="3088538"/>
                  </a:lnTo>
                  <a:lnTo>
                    <a:pt x="2816312" y="3093310"/>
                  </a:lnTo>
                  <a:lnTo>
                    <a:pt x="2821749" y="3093310"/>
                  </a:lnTo>
                  <a:lnTo>
                    <a:pt x="2821749" y="3095699"/>
                  </a:lnTo>
                  <a:lnTo>
                    <a:pt x="2838060" y="3095699"/>
                  </a:lnTo>
                  <a:lnTo>
                    <a:pt x="2838060" y="3098087"/>
                  </a:lnTo>
                  <a:lnTo>
                    <a:pt x="2843497" y="3098087"/>
                  </a:lnTo>
                  <a:lnTo>
                    <a:pt x="2843497" y="3102870"/>
                  </a:lnTo>
                  <a:lnTo>
                    <a:pt x="2848934" y="3102870"/>
                  </a:lnTo>
                  <a:lnTo>
                    <a:pt x="2848934" y="3105262"/>
                  </a:lnTo>
                  <a:lnTo>
                    <a:pt x="2854371" y="3105262"/>
                  </a:lnTo>
                  <a:lnTo>
                    <a:pt x="2854371" y="3112445"/>
                  </a:lnTo>
                  <a:lnTo>
                    <a:pt x="2859807" y="3112445"/>
                  </a:lnTo>
                  <a:lnTo>
                    <a:pt x="2859807" y="3114842"/>
                  </a:lnTo>
                  <a:lnTo>
                    <a:pt x="2865244" y="3114842"/>
                  </a:lnTo>
                  <a:lnTo>
                    <a:pt x="2865244" y="3126830"/>
                  </a:lnTo>
                  <a:lnTo>
                    <a:pt x="2870681" y="3126830"/>
                  </a:lnTo>
                  <a:lnTo>
                    <a:pt x="2870681" y="3129231"/>
                  </a:lnTo>
                  <a:lnTo>
                    <a:pt x="2876118" y="3129231"/>
                  </a:lnTo>
                  <a:lnTo>
                    <a:pt x="2876118" y="3136433"/>
                  </a:lnTo>
                  <a:lnTo>
                    <a:pt x="2881555" y="3136433"/>
                  </a:lnTo>
                  <a:lnTo>
                    <a:pt x="2881555" y="3138834"/>
                  </a:lnTo>
                  <a:lnTo>
                    <a:pt x="2886992" y="3138834"/>
                  </a:lnTo>
                  <a:lnTo>
                    <a:pt x="2886992" y="3146037"/>
                  </a:lnTo>
                  <a:lnTo>
                    <a:pt x="2892429" y="3146037"/>
                  </a:lnTo>
                  <a:lnTo>
                    <a:pt x="2892429" y="3148441"/>
                  </a:lnTo>
                  <a:lnTo>
                    <a:pt x="2897866" y="3148441"/>
                  </a:lnTo>
                  <a:lnTo>
                    <a:pt x="2897866" y="3155670"/>
                  </a:lnTo>
                  <a:lnTo>
                    <a:pt x="2903303" y="3155670"/>
                  </a:lnTo>
                  <a:lnTo>
                    <a:pt x="2903303" y="3158080"/>
                  </a:lnTo>
                  <a:lnTo>
                    <a:pt x="2908739" y="3158080"/>
                  </a:lnTo>
                  <a:lnTo>
                    <a:pt x="2914176" y="3158080"/>
                  </a:lnTo>
                  <a:lnTo>
                    <a:pt x="2914176" y="3162906"/>
                  </a:lnTo>
                  <a:lnTo>
                    <a:pt x="2919613" y="3162906"/>
                  </a:lnTo>
                  <a:lnTo>
                    <a:pt x="2919613" y="3167737"/>
                  </a:lnTo>
                  <a:lnTo>
                    <a:pt x="2930487" y="3167737"/>
                  </a:lnTo>
                  <a:lnTo>
                    <a:pt x="2930487" y="3170153"/>
                  </a:lnTo>
                  <a:lnTo>
                    <a:pt x="2935924" y="3170153"/>
                  </a:lnTo>
                  <a:lnTo>
                    <a:pt x="2935924" y="3174985"/>
                  </a:lnTo>
                  <a:lnTo>
                    <a:pt x="2941361" y="3174985"/>
                  </a:lnTo>
                  <a:lnTo>
                    <a:pt x="2941361" y="3177404"/>
                  </a:lnTo>
                  <a:lnTo>
                    <a:pt x="2952235" y="3177404"/>
                  </a:lnTo>
                  <a:lnTo>
                    <a:pt x="2952235" y="3179823"/>
                  </a:lnTo>
                  <a:lnTo>
                    <a:pt x="2957672" y="3179823"/>
                  </a:lnTo>
                  <a:lnTo>
                    <a:pt x="2957672" y="3182245"/>
                  </a:lnTo>
                  <a:lnTo>
                    <a:pt x="2963108" y="3182245"/>
                  </a:lnTo>
                  <a:lnTo>
                    <a:pt x="2963108" y="3184667"/>
                  </a:lnTo>
                  <a:lnTo>
                    <a:pt x="2968545" y="3184667"/>
                  </a:lnTo>
                  <a:lnTo>
                    <a:pt x="2968545" y="3189511"/>
                  </a:lnTo>
                  <a:lnTo>
                    <a:pt x="2973982" y="3189511"/>
                  </a:lnTo>
                  <a:lnTo>
                    <a:pt x="2973982" y="3191933"/>
                  </a:lnTo>
                  <a:lnTo>
                    <a:pt x="2979419" y="3191933"/>
                  </a:lnTo>
                  <a:lnTo>
                    <a:pt x="2979419" y="3194356"/>
                  </a:lnTo>
                  <a:lnTo>
                    <a:pt x="2984856" y="3194356"/>
                  </a:lnTo>
                  <a:lnTo>
                    <a:pt x="2984856" y="3199206"/>
                  </a:lnTo>
                  <a:lnTo>
                    <a:pt x="2995730" y="3199206"/>
                  </a:lnTo>
                  <a:lnTo>
                    <a:pt x="2995730" y="3201632"/>
                  </a:lnTo>
                  <a:lnTo>
                    <a:pt x="3001167" y="3201632"/>
                  </a:lnTo>
                  <a:lnTo>
                    <a:pt x="3001167" y="3204058"/>
                  </a:lnTo>
                  <a:lnTo>
                    <a:pt x="3006604" y="3204058"/>
                  </a:lnTo>
                  <a:lnTo>
                    <a:pt x="3022914" y="3204058"/>
                  </a:lnTo>
                  <a:lnTo>
                    <a:pt x="3022914" y="3206489"/>
                  </a:lnTo>
                  <a:lnTo>
                    <a:pt x="3028351" y="3206489"/>
                  </a:lnTo>
                  <a:lnTo>
                    <a:pt x="3028351" y="3208921"/>
                  </a:lnTo>
                  <a:lnTo>
                    <a:pt x="3033788" y="3208921"/>
                  </a:lnTo>
                  <a:lnTo>
                    <a:pt x="3033788" y="3213784"/>
                  </a:lnTo>
                  <a:lnTo>
                    <a:pt x="3039225" y="3213784"/>
                  </a:lnTo>
                  <a:lnTo>
                    <a:pt x="3039225" y="3216216"/>
                  </a:lnTo>
                  <a:lnTo>
                    <a:pt x="3044662" y="3216216"/>
                  </a:lnTo>
                  <a:lnTo>
                    <a:pt x="3050099" y="3216216"/>
                  </a:lnTo>
                  <a:lnTo>
                    <a:pt x="3050099" y="3218659"/>
                  </a:lnTo>
                  <a:lnTo>
                    <a:pt x="3055536" y="3218659"/>
                  </a:lnTo>
                  <a:lnTo>
                    <a:pt x="3055536" y="3221106"/>
                  </a:lnTo>
                  <a:lnTo>
                    <a:pt x="3060973" y="3221106"/>
                  </a:lnTo>
                  <a:lnTo>
                    <a:pt x="3060973" y="3225999"/>
                  </a:lnTo>
                  <a:lnTo>
                    <a:pt x="3066410" y="3225999"/>
                  </a:lnTo>
                  <a:lnTo>
                    <a:pt x="3066410" y="3228448"/>
                  </a:lnTo>
                  <a:lnTo>
                    <a:pt x="3082720" y="3228448"/>
                  </a:lnTo>
                  <a:lnTo>
                    <a:pt x="3082720" y="3230898"/>
                  </a:lnTo>
                  <a:lnTo>
                    <a:pt x="3088157" y="3230898"/>
                  </a:lnTo>
                  <a:lnTo>
                    <a:pt x="3088157" y="3235798"/>
                  </a:lnTo>
                  <a:lnTo>
                    <a:pt x="3093594" y="3235798"/>
                  </a:lnTo>
                  <a:lnTo>
                    <a:pt x="3093594" y="3238251"/>
                  </a:lnTo>
                  <a:lnTo>
                    <a:pt x="3099031" y="3238251"/>
                  </a:lnTo>
                  <a:lnTo>
                    <a:pt x="3099031" y="3240707"/>
                  </a:lnTo>
                  <a:lnTo>
                    <a:pt x="3109905" y="3240707"/>
                  </a:lnTo>
                  <a:lnTo>
                    <a:pt x="3109905" y="3243166"/>
                  </a:lnTo>
                  <a:lnTo>
                    <a:pt x="3115342" y="3243166"/>
                  </a:lnTo>
                  <a:lnTo>
                    <a:pt x="3115342" y="3245625"/>
                  </a:lnTo>
                  <a:lnTo>
                    <a:pt x="3120778" y="3245625"/>
                  </a:lnTo>
                  <a:lnTo>
                    <a:pt x="3120778" y="3250550"/>
                  </a:lnTo>
                  <a:lnTo>
                    <a:pt x="3126215" y="3250550"/>
                  </a:lnTo>
                  <a:lnTo>
                    <a:pt x="3126215" y="3253012"/>
                  </a:lnTo>
                  <a:lnTo>
                    <a:pt x="3131652" y="3253012"/>
                  </a:lnTo>
                  <a:lnTo>
                    <a:pt x="3131652" y="3260400"/>
                  </a:lnTo>
                  <a:lnTo>
                    <a:pt x="3137089" y="3260400"/>
                  </a:lnTo>
                  <a:lnTo>
                    <a:pt x="3137089" y="3262863"/>
                  </a:lnTo>
                  <a:lnTo>
                    <a:pt x="3142526" y="3262863"/>
                  </a:lnTo>
                  <a:lnTo>
                    <a:pt x="3147963" y="3262863"/>
                  </a:lnTo>
                  <a:lnTo>
                    <a:pt x="3147963" y="3265329"/>
                  </a:lnTo>
                  <a:lnTo>
                    <a:pt x="3153400" y="3265329"/>
                  </a:lnTo>
                  <a:lnTo>
                    <a:pt x="3153400" y="3270262"/>
                  </a:lnTo>
                  <a:lnTo>
                    <a:pt x="3158837" y="3270262"/>
                  </a:lnTo>
                  <a:lnTo>
                    <a:pt x="3169711" y="3270262"/>
                  </a:lnTo>
                  <a:lnTo>
                    <a:pt x="3175147" y="3270262"/>
                  </a:lnTo>
                  <a:lnTo>
                    <a:pt x="3175147" y="3277679"/>
                  </a:lnTo>
                  <a:lnTo>
                    <a:pt x="3180584" y="3277679"/>
                  </a:lnTo>
                  <a:lnTo>
                    <a:pt x="3180584" y="3280155"/>
                  </a:lnTo>
                  <a:lnTo>
                    <a:pt x="3186021" y="3280155"/>
                  </a:lnTo>
                  <a:lnTo>
                    <a:pt x="3186021" y="3285113"/>
                  </a:lnTo>
                  <a:lnTo>
                    <a:pt x="3191458" y="3285113"/>
                  </a:lnTo>
                  <a:lnTo>
                    <a:pt x="3191458" y="3290072"/>
                  </a:lnTo>
                  <a:lnTo>
                    <a:pt x="3196895" y="3290072"/>
                  </a:lnTo>
                  <a:lnTo>
                    <a:pt x="3196895" y="3292551"/>
                  </a:lnTo>
                  <a:lnTo>
                    <a:pt x="3202332" y="3292551"/>
                  </a:lnTo>
                  <a:lnTo>
                    <a:pt x="3202332" y="3297523"/>
                  </a:lnTo>
                  <a:lnTo>
                    <a:pt x="3207769" y="3297523"/>
                  </a:lnTo>
                  <a:lnTo>
                    <a:pt x="3207769" y="3300012"/>
                  </a:lnTo>
                  <a:lnTo>
                    <a:pt x="3213206" y="3300012"/>
                  </a:lnTo>
                  <a:lnTo>
                    <a:pt x="3213206" y="3302501"/>
                  </a:lnTo>
                  <a:lnTo>
                    <a:pt x="3218643" y="3302501"/>
                  </a:lnTo>
                  <a:lnTo>
                    <a:pt x="3218643" y="3307486"/>
                  </a:lnTo>
                  <a:lnTo>
                    <a:pt x="3224080" y="3307486"/>
                  </a:lnTo>
                  <a:lnTo>
                    <a:pt x="3229516" y="3307486"/>
                  </a:lnTo>
                  <a:lnTo>
                    <a:pt x="3229516" y="3312477"/>
                  </a:lnTo>
                  <a:lnTo>
                    <a:pt x="3234953" y="3312477"/>
                  </a:lnTo>
                  <a:lnTo>
                    <a:pt x="3240390" y="3312477"/>
                  </a:lnTo>
                  <a:lnTo>
                    <a:pt x="3240390" y="3314980"/>
                  </a:lnTo>
                  <a:lnTo>
                    <a:pt x="3251264" y="3314980"/>
                  </a:lnTo>
                  <a:lnTo>
                    <a:pt x="3251264" y="3317485"/>
                  </a:lnTo>
                  <a:lnTo>
                    <a:pt x="3256701" y="3317485"/>
                  </a:lnTo>
                  <a:lnTo>
                    <a:pt x="3256701" y="3319991"/>
                  </a:lnTo>
                  <a:lnTo>
                    <a:pt x="3262138" y="3319991"/>
                  </a:lnTo>
                  <a:lnTo>
                    <a:pt x="3262138" y="3325003"/>
                  </a:lnTo>
                  <a:lnTo>
                    <a:pt x="3273012" y="3325003"/>
                  </a:lnTo>
                  <a:lnTo>
                    <a:pt x="3273012" y="3327509"/>
                  </a:lnTo>
                  <a:lnTo>
                    <a:pt x="3278449" y="3327509"/>
                  </a:lnTo>
                  <a:lnTo>
                    <a:pt x="3278449" y="3330025"/>
                  </a:lnTo>
                  <a:lnTo>
                    <a:pt x="3283885" y="3330025"/>
                  </a:lnTo>
                  <a:lnTo>
                    <a:pt x="3283885" y="3335057"/>
                  </a:lnTo>
                  <a:lnTo>
                    <a:pt x="3289322" y="3335057"/>
                  </a:lnTo>
                  <a:lnTo>
                    <a:pt x="3289322" y="3337573"/>
                  </a:lnTo>
                  <a:lnTo>
                    <a:pt x="3294759" y="3337573"/>
                  </a:lnTo>
                  <a:lnTo>
                    <a:pt x="3294759" y="3340093"/>
                  </a:lnTo>
                  <a:lnTo>
                    <a:pt x="3300196" y="3340093"/>
                  </a:lnTo>
                  <a:lnTo>
                    <a:pt x="3300196" y="3342612"/>
                  </a:lnTo>
                  <a:lnTo>
                    <a:pt x="3305633" y="3342612"/>
                  </a:lnTo>
                  <a:lnTo>
                    <a:pt x="3305633" y="3345135"/>
                  </a:lnTo>
                  <a:lnTo>
                    <a:pt x="3311070" y="3345135"/>
                  </a:lnTo>
                  <a:lnTo>
                    <a:pt x="3311070" y="3350182"/>
                  </a:lnTo>
                  <a:lnTo>
                    <a:pt x="3316507" y="3350182"/>
                  </a:lnTo>
                  <a:lnTo>
                    <a:pt x="3321944" y="3350182"/>
                  </a:lnTo>
                  <a:lnTo>
                    <a:pt x="3327381" y="3350182"/>
                  </a:lnTo>
                  <a:lnTo>
                    <a:pt x="3327381" y="3352715"/>
                  </a:lnTo>
                  <a:lnTo>
                    <a:pt x="3343691" y="3352715"/>
                  </a:lnTo>
                  <a:lnTo>
                    <a:pt x="3343691" y="3355249"/>
                  </a:lnTo>
                  <a:lnTo>
                    <a:pt x="3349128" y="3355249"/>
                  </a:lnTo>
                  <a:lnTo>
                    <a:pt x="3349128" y="3360316"/>
                  </a:lnTo>
                  <a:lnTo>
                    <a:pt x="3354565" y="3360316"/>
                  </a:lnTo>
                  <a:lnTo>
                    <a:pt x="3354565" y="3362853"/>
                  </a:lnTo>
                  <a:lnTo>
                    <a:pt x="3360002" y="3362853"/>
                  </a:lnTo>
                  <a:lnTo>
                    <a:pt x="3360002" y="3365394"/>
                  </a:lnTo>
                  <a:lnTo>
                    <a:pt x="3365439" y="3365394"/>
                  </a:lnTo>
                  <a:lnTo>
                    <a:pt x="3370876" y="3365394"/>
                  </a:lnTo>
                  <a:lnTo>
                    <a:pt x="3370876" y="3373027"/>
                  </a:lnTo>
                  <a:lnTo>
                    <a:pt x="3387186" y="3373027"/>
                  </a:lnTo>
                  <a:lnTo>
                    <a:pt x="3392623" y="3373027"/>
                  </a:lnTo>
                  <a:lnTo>
                    <a:pt x="3392623" y="3375578"/>
                  </a:lnTo>
                  <a:lnTo>
                    <a:pt x="3414371" y="3375578"/>
                  </a:lnTo>
                  <a:lnTo>
                    <a:pt x="3419808" y="3375578"/>
                  </a:lnTo>
                  <a:lnTo>
                    <a:pt x="3419808" y="3380694"/>
                  </a:lnTo>
                  <a:lnTo>
                    <a:pt x="3425245" y="3380694"/>
                  </a:lnTo>
                  <a:lnTo>
                    <a:pt x="3425245" y="3383253"/>
                  </a:lnTo>
                  <a:lnTo>
                    <a:pt x="3441555" y="3383253"/>
                  </a:lnTo>
                  <a:lnTo>
                    <a:pt x="3441555" y="3385818"/>
                  </a:lnTo>
                  <a:lnTo>
                    <a:pt x="3446992" y="3385818"/>
                  </a:lnTo>
                  <a:lnTo>
                    <a:pt x="3446992" y="3388384"/>
                  </a:lnTo>
                  <a:lnTo>
                    <a:pt x="3452429" y="3388384"/>
                  </a:lnTo>
                  <a:lnTo>
                    <a:pt x="3452429" y="3393522"/>
                  </a:lnTo>
                  <a:lnTo>
                    <a:pt x="3457866" y="3393522"/>
                  </a:lnTo>
                  <a:lnTo>
                    <a:pt x="3457866" y="3396092"/>
                  </a:lnTo>
                  <a:lnTo>
                    <a:pt x="3463303" y="3396092"/>
                  </a:lnTo>
                  <a:lnTo>
                    <a:pt x="3463303" y="3401231"/>
                  </a:lnTo>
                  <a:lnTo>
                    <a:pt x="3468740" y="3401231"/>
                  </a:lnTo>
                  <a:lnTo>
                    <a:pt x="3474177" y="3401231"/>
                  </a:lnTo>
                  <a:lnTo>
                    <a:pt x="3474177" y="3403804"/>
                  </a:lnTo>
                  <a:lnTo>
                    <a:pt x="3490487" y="3403804"/>
                  </a:lnTo>
                  <a:lnTo>
                    <a:pt x="3490487" y="3411525"/>
                  </a:lnTo>
                  <a:lnTo>
                    <a:pt x="3495924" y="3411525"/>
                  </a:lnTo>
                  <a:lnTo>
                    <a:pt x="3501361" y="3411525"/>
                  </a:lnTo>
                  <a:lnTo>
                    <a:pt x="3501361" y="3414103"/>
                  </a:lnTo>
                  <a:lnTo>
                    <a:pt x="3512235" y="3414103"/>
                  </a:lnTo>
                  <a:lnTo>
                    <a:pt x="3512235" y="3419286"/>
                  </a:lnTo>
                  <a:lnTo>
                    <a:pt x="3517672" y="3419286"/>
                  </a:lnTo>
                  <a:lnTo>
                    <a:pt x="3517672" y="3421879"/>
                  </a:lnTo>
                  <a:lnTo>
                    <a:pt x="3523109" y="3421879"/>
                  </a:lnTo>
                  <a:lnTo>
                    <a:pt x="3523109" y="3424474"/>
                  </a:lnTo>
                  <a:lnTo>
                    <a:pt x="3533983" y="3424474"/>
                  </a:lnTo>
                  <a:lnTo>
                    <a:pt x="3539420" y="3424474"/>
                  </a:lnTo>
                  <a:lnTo>
                    <a:pt x="3539420" y="3429681"/>
                  </a:lnTo>
                  <a:lnTo>
                    <a:pt x="3561167" y="3429681"/>
                  </a:lnTo>
                  <a:lnTo>
                    <a:pt x="3572041" y="3429681"/>
                  </a:lnTo>
                  <a:lnTo>
                    <a:pt x="3572041" y="3434902"/>
                  </a:lnTo>
                  <a:lnTo>
                    <a:pt x="3577478" y="3434902"/>
                  </a:lnTo>
                  <a:lnTo>
                    <a:pt x="3577478" y="3437517"/>
                  </a:lnTo>
                  <a:lnTo>
                    <a:pt x="3582915" y="3437517"/>
                  </a:lnTo>
                  <a:lnTo>
                    <a:pt x="3588352" y="3437517"/>
                  </a:lnTo>
                  <a:lnTo>
                    <a:pt x="3593789" y="3437517"/>
                  </a:lnTo>
                  <a:lnTo>
                    <a:pt x="3593789" y="3442769"/>
                  </a:lnTo>
                  <a:lnTo>
                    <a:pt x="3599225" y="3442769"/>
                  </a:lnTo>
                  <a:lnTo>
                    <a:pt x="3599225" y="3445395"/>
                  </a:lnTo>
                  <a:lnTo>
                    <a:pt x="3604662" y="3445395"/>
                  </a:lnTo>
                  <a:lnTo>
                    <a:pt x="3604662" y="3450648"/>
                  </a:lnTo>
                  <a:lnTo>
                    <a:pt x="3610099" y="3450648"/>
                  </a:lnTo>
                  <a:lnTo>
                    <a:pt x="3610099" y="3455909"/>
                  </a:lnTo>
                  <a:lnTo>
                    <a:pt x="3615536" y="3455909"/>
                  </a:lnTo>
                  <a:lnTo>
                    <a:pt x="3615536" y="3461178"/>
                  </a:lnTo>
                  <a:lnTo>
                    <a:pt x="3620973" y="3461178"/>
                  </a:lnTo>
                  <a:lnTo>
                    <a:pt x="3620973" y="3463824"/>
                  </a:lnTo>
                  <a:lnTo>
                    <a:pt x="3626410" y="3463824"/>
                  </a:lnTo>
                  <a:lnTo>
                    <a:pt x="3631847" y="3463824"/>
                  </a:lnTo>
                  <a:lnTo>
                    <a:pt x="3631847" y="3466474"/>
                  </a:lnTo>
                  <a:lnTo>
                    <a:pt x="3637284" y="3466474"/>
                  </a:lnTo>
                  <a:lnTo>
                    <a:pt x="3642721" y="3466474"/>
                  </a:lnTo>
                  <a:lnTo>
                    <a:pt x="3642721" y="3469132"/>
                  </a:lnTo>
                  <a:lnTo>
                    <a:pt x="3648158" y="3469132"/>
                  </a:lnTo>
                  <a:lnTo>
                    <a:pt x="3653594" y="3469132"/>
                  </a:lnTo>
                  <a:lnTo>
                    <a:pt x="3659031" y="3469132"/>
                  </a:lnTo>
                  <a:lnTo>
                    <a:pt x="3659031" y="3471806"/>
                  </a:lnTo>
                  <a:lnTo>
                    <a:pt x="3675342" y="3471806"/>
                  </a:lnTo>
                  <a:lnTo>
                    <a:pt x="3680779" y="3471806"/>
                  </a:lnTo>
                  <a:lnTo>
                    <a:pt x="3680779" y="3474484"/>
                  </a:lnTo>
                  <a:lnTo>
                    <a:pt x="3686216" y="3474484"/>
                  </a:lnTo>
                  <a:lnTo>
                    <a:pt x="3686216" y="3477166"/>
                  </a:lnTo>
                  <a:lnTo>
                    <a:pt x="3691653" y="3477166"/>
                  </a:lnTo>
                  <a:lnTo>
                    <a:pt x="3691653" y="3479852"/>
                  </a:lnTo>
                  <a:lnTo>
                    <a:pt x="3707963" y="3479852"/>
                  </a:lnTo>
                  <a:lnTo>
                    <a:pt x="3707963" y="3482566"/>
                  </a:lnTo>
                  <a:lnTo>
                    <a:pt x="3718837" y="3482566"/>
                  </a:lnTo>
                  <a:lnTo>
                    <a:pt x="3718837" y="3485288"/>
                  </a:lnTo>
                  <a:lnTo>
                    <a:pt x="3724274" y="3485288"/>
                  </a:lnTo>
                  <a:lnTo>
                    <a:pt x="3740585" y="3485288"/>
                  </a:lnTo>
                  <a:lnTo>
                    <a:pt x="3751459" y="3485288"/>
                  </a:lnTo>
                  <a:lnTo>
                    <a:pt x="3756895" y="3485288"/>
                  </a:lnTo>
                  <a:lnTo>
                    <a:pt x="3756895" y="3488040"/>
                  </a:lnTo>
                  <a:lnTo>
                    <a:pt x="3762332" y="3488040"/>
                  </a:lnTo>
                  <a:lnTo>
                    <a:pt x="3767769" y="3488040"/>
                  </a:lnTo>
                  <a:lnTo>
                    <a:pt x="3767769" y="3490804"/>
                  </a:lnTo>
                  <a:lnTo>
                    <a:pt x="3773206" y="3490804"/>
                  </a:lnTo>
                  <a:lnTo>
                    <a:pt x="3773206" y="3501896"/>
                  </a:lnTo>
                  <a:lnTo>
                    <a:pt x="3778643" y="3501896"/>
                  </a:lnTo>
                  <a:lnTo>
                    <a:pt x="3778643" y="3507444"/>
                  </a:lnTo>
                  <a:lnTo>
                    <a:pt x="3794954" y="3507444"/>
                  </a:lnTo>
                  <a:lnTo>
                    <a:pt x="3800391" y="3507444"/>
                  </a:lnTo>
                  <a:lnTo>
                    <a:pt x="3800391" y="3513001"/>
                  </a:lnTo>
                  <a:lnTo>
                    <a:pt x="3805828" y="3513001"/>
                  </a:lnTo>
                  <a:lnTo>
                    <a:pt x="3805828" y="3515780"/>
                  </a:lnTo>
                  <a:lnTo>
                    <a:pt x="3811264" y="3515780"/>
                  </a:lnTo>
                  <a:lnTo>
                    <a:pt x="3811264" y="3521364"/>
                  </a:lnTo>
                  <a:lnTo>
                    <a:pt x="3822138" y="3521364"/>
                  </a:lnTo>
                  <a:lnTo>
                    <a:pt x="3822138" y="3524161"/>
                  </a:lnTo>
                  <a:lnTo>
                    <a:pt x="3827575" y="3524161"/>
                  </a:lnTo>
                  <a:lnTo>
                    <a:pt x="3827575" y="3526958"/>
                  </a:lnTo>
                  <a:lnTo>
                    <a:pt x="3833012" y="3526958"/>
                  </a:lnTo>
                  <a:lnTo>
                    <a:pt x="3833012" y="3538166"/>
                  </a:lnTo>
                  <a:lnTo>
                    <a:pt x="3843886" y="3538166"/>
                  </a:lnTo>
                  <a:lnTo>
                    <a:pt x="3849323" y="3538166"/>
                  </a:lnTo>
                  <a:lnTo>
                    <a:pt x="3854760" y="3538166"/>
                  </a:lnTo>
                  <a:lnTo>
                    <a:pt x="3865633" y="3538166"/>
                  </a:lnTo>
                  <a:lnTo>
                    <a:pt x="3865633" y="3543816"/>
                  </a:lnTo>
                  <a:lnTo>
                    <a:pt x="3881944" y="3543816"/>
                  </a:lnTo>
                  <a:lnTo>
                    <a:pt x="3881944" y="3546641"/>
                  </a:lnTo>
                  <a:lnTo>
                    <a:pt x="3887381" y="3546641"/>
                  </a:lnTo>
                  <a:lnTo>
                    <a:pt x="3898255" y="3546641"/>
                  </a:lnTo>
                  <a:lnTo>
                    <a:pt x="3898255" y="3549476"/>
                  </a:lnTo>
                  <a:lnTo>
                    <a:pt x="3903692" y="3549476"/>
                  </a:lnTo>
                  <a:lnTo>
                    <a:pt x="3903692" y="3552311"/>
                  </a:lnTo>
                  <a:lnTo>
                    <a:pt x="3909129" y="3552311"/>
                  </a:lnTo>
                  <a:lnTo>
                    <a:pt x="3909129" y="3555155"/>
                  </a:lnTo>
                  <a:lnTo>
                    <a:pt x="3914565" y="3555155"/>
                  </a:lnTo>
                  <a:lnTo>
                    <a:pt x="3914565" y="3558004"/>
                  </a:lnTo>
                  <a:lnTo>
                    <a:pt x="3920002" y="3558004"/>
                  </a:lnTo>
                  <a:lnTo>
                    <a:pt x="3925439" y="3558004"/>
                  </a:lnTo>
                  <a:lnTo>
                    <a:pt x="3925439" y="3566596"/>
                  </a:lnTo>
                  <a:lnTo>
                    <a:pt x="3930876" y="3566596"/>
                  </a:lnTo>
                  <a:lnTo>
                    <a:pt x="3930876" y="3569469"/>
                  </a:lnTo>
                  <a:lnTo>
                    <a:pt x="3936313" y="3569469"/>
                  </a:lnTo>
                  <a:lnTo>
                    <a:pt x="3936313" y="3572343"/>
                  </a:lnTo>
                  <a:lnTo>
                    <a:pt x="3941750" y="3572343"/>
                  </a:lnTo>
                  <a:lnTo>
                    <a:pt x="3958061" y="3572343"/>
                  </a:lnTo>
                  <a:lnTo>
                    <a:pt x="3963498" y="3572343"/>
                  </a:lnTo>
                  <a:lnTo>
                    <a:pt x="3985245" y="3572343"/>
                  </a:lnTo>
                  <a:lnTo>
                    <a:pt x="3985245" y="3578150"/>
                  </a:lnTo>
                  <a:lnTo>
                    <a:pt x="3990682" y="3578150"/>
                  </a:lnTo>
                  <a:lnTo>
                    <a:pt x="3996119" y="3578150"/>
                  </a:lnTo>
                  <a:lnTo>
                    <a:pt x="3996119" y="3583977"/>
                  </a:lnTo>
                  <a:lnTo>
                    <a:pt x="4001556" y="3583977"/>
                  </a:lnTo>
                  <a:lnTo>
                    <a:pt x="4001556" y="3586905"/>
                  </a:lnTo>
                  <a:lnTo>
                    <a:pt x="4017867" y="3586905"/>
                  </a:lnTo>
                  <a:lnTo>
                    <a:pt x="4023303" y="3586905"/>
                  </a:lnTo>
                  <a:lnTo>
                    <a:pt x="4028740" y="3586905"/>
                  </a:lnTo>
                  <a:lnTo>
                    <a:pt x="4028740" y="3589849"/>
                  </a:lnTo>
                  <a:lnTo>
                    <a:pt x="4034177" y="3589849"/>
                  </a:lnTo>
                  <a:lnTo>
                    <a:pt x="4034177" y="3592804"/>
                  </a:lnTo>
                  <a:lnTo>
                    <a:pt x="4039614" y="3592804"/>
                  </a:lnTo>
                  <a:lnTo>
                    <a:pt x="4039614" y="3595759"/>
                  </a:lnTo>
                  <a:lnTo>
                    <a:pt x="4055925" y="3595759"/>
                  </a:lnTo>
                  <a:lnTo>
                    <a:pt x="4066799" y="3595759"/>
                  </a:lnTo>
                  <a:lnTo>
                    <a:pt x="4066799" y="3598724"/>
                  </a:lnTo>
                  <a:lnTo>
                    <a:pt x="4072235" y="3598724"/>
                  </a:lnTo>
                  <a:lnTo>
                    <a:pt x="4072235" y="3601689"/>
                  </a:lnTo>
                  <a:lnTo>
                    <a:pt x="4077672" y="3601689"/>
                  </a:lnTo>
                  <a:lnTo>
                    <a:pt x="4077672" y="3604666"/>
                  </a:lnTo>
                  <a:lnTo>
                    <a:pt x="4083109" y="3604666"/>
                  </a:lnTo>
                  <a:lnTo>
                    <a:pt x="4083109" y="3607647"/>
                  </a:lnTo>
                  <a:lnTo>
                    <a:pt x="4099420" y="3607647"/>
                  </a:lnTo>
                  <a:lnTo>
                    <a:pt x="4099420" y="3610629"/>
                  </a:lnTo>
                  <a:lnTo>
                    <a:pt x="4104857" y="3610629"/>
                  </a:lnTo>
                  <a:lnTo>
                    <a:pt x="4110294" y="3610629"/>
                  </a:lnTo>
                  <a:lnTo>
                    <a:pt x="4115731" y="3610629"/>
                  </a:lnTo>
                  <a:lnTo>
                    <a:pt x="4115731" y="3613643"/>
                  </a:lnTo>
                  <a:lnTo>
                    <a:pt x="4126604" y="3613643"/>
                  </a:lnTo>
                  <a:lnTo>
                    <a:pt x="4126604" y="3619683"/>
                  </a:lnTo>
                  <a:lnTo>
                    <a:pt x="4142915" y="3619683"/>
                  </a:lnTo>
                  <a:lnTo>
                    <a:pt x="4142915" y="3622704"/>
                  </a:lnTo>
                  <a:lnTo>
                    <a:pt x="4148352" y="3622704"/>
                  </a:lnTo>
                  <a:lnTo>
                    <a:pt x="4153789" y="3622704"/>
                  </a:lnTo>
                  <a:lnTo>
                    <a:pt x="4153789" y="3628756"/>
                  </a:lnTo>
                  <a:lnTo>
                    <a:pt x="4159226" y="3628756"/>
                  </a:lnTo>
                  <a:lnTo>
                    <a:pt x="4159226" y="3631783"/>
                  </a:lnTo>
                  <a:lnTo>
                    <a:pt x="4164663" y="3631783"/>
                  </a:lnTo>
                  <a:lnTo>
                    <a:pt x="4164663" y="3634810"/>
                  </a:lnTo>
                  <a:lnTo>
                    <a:pt x="4170100" y="3634810"/>
                  </a:lnTo>
                  <a:lnTo>
                    <a:pt x="4170100" y="3637837"/>
                  </a:lnTo>
                  <a:lnTo>
                    <a:pt x="4175537" y="3637837"/>
                  </a:lnTo>
                  <a:lnTo>
                    <a:pt x="4180973" y="3637837"/>
                  </a:lnTo>
                  <a:lnTo>
                    <a:pt x="4180973" y="3640870"/>
                  </a:lnTo>
                  <a:lnTo>
                    <a:pt x="4197284" y="3640870"/>
                  </a:lnTo>
                  <a:lnTo>
                    <a:pt x="4197284" y="3643909"/>
                  </a:lnTo>
                  <a:lnTo>
                    <a:pt x="4202721" y="3643909"/>
                  </a:lnTo>
                  <a:lnTo>
                    <a:pt x="4208158" y="3643909"/>
                  </a:lnTo>
                  <a:lnTo>
                    <a:pt x="4208158" y="3646965"/>
                  </a:lnTo>
                  <a:lnTo>
                    <a:pt x="4213595" y="3646965"/>
                  </a:lnTo>
                  <a:lnTo>
                    <a:pt x="4213595" y="3650027"/>
                  </a:lnTo>
                  <a:lnTo>
                    <a:pt x="4219032" y="3650027"/>
                  </a:lnTo>
                  <a:lnTo>
                    <a:pt x="4219032" y="3653095"/>
                  </a:lnTo>
                  <a:lnTo>
                    <a:pt x="4224469" y="3653095"/>
                  </a:lnTo>
                  <a:lnTo>
                    <a:pt x="4224469" y="3656163"/>
                  </a:lnTo>
                  <a:lnTo>
                    <a:pt x="4229906" y="3656163"/>
                  </a:lnTo>
                  <a:lnTo>
                    <a:pt x="4229906" y="3659244"/>
                  </a:lnTo>
                  <a:lnTo>
                    <a:pt x="4235342" y="3659244"/>
                  </a:lnTo>
                  <a:lnTo>
                    <a:pt x="4235342" y="3662324"/>
                  </a:lnTo>
                  <a:lnTo>
                    <a:pt x="4240779" y="3662324"/>
                  </a:lnTo>
                  <a:lnTo>
                    <a:pt x="4246216" y="3662324"/>
                  </a:lnTo>
                  <a:lnTo>
                    <a:pt x="4246216" y="3665416"/>
                  </a:lnTo>
                  <a:lnTo>
                    <a:pt x="4257090" y="3665416"/>
                  </a:lnTo>
                  <a:lnTo>
                    <a:pt x="4257090" y="3668509"/>
                  </a:lnTo>
                  <a:lnTo>
                    <a:pt x="4262527" y="3668509"/>
                  </a:lnTo>
                  <a:lnTo>
                    <a:pt x="4262527" y="3671608"/>
                  </a:lnTo>
                  <a:lnTo>
                    <a:pt x="4267964" y="3671608"/>
                  </a:lnTo>
                  <a:lnTo>
                    <a:pt x="4267964" y="3674713"/>
                  </a:lnTo>
                  <a:lnTo>
                    <a:pt x="4284274" y="3674713"/>
                  </a:lnTo>
                  <a:lnTo>
                    <a:pt x="4300585" y="3674713"/>
                  </a:lnTo>
                  <a:lnTo>
                    <a:pt x="4300585" y="3677830"/>
                  </a:lnTo>
                  <a:lnTo>
                    <a:pt x="4306022" y="3677830"/>
                  </a:lnTo>
                  <a:lnTo>
                    <a:pt x="4306022" y="3680948"/>
                  </a:lnTo>
                  <a:lnTo>
                    <a:pt x="4316896" y="3680948"/>
                  </a:lnTo>
                  <a:lnTo>
                    <a:pt x="4333207" y="3680948"/>
                  </a:lnTo>
                  <a:lnTo>
                    <a:pt x="4333207" y="3684078"/>
                  </a:lnTo>
                  <a:lnTo>
                    <a:pt x="4360391" y="3684078"/>
                  </a:lnTo>
                  <a:lnTo>
                    <a:pt x="4360391" y="3687208"/>
                  </a:lnTo>
                  <a:lnTo>
                    <a:pt x="4365828" y="3687208"/>
                  </a:lnTo>
                  <a:lnTo>
                    <a:pt x="4365828" y="3693470"/>
                  </a:lnTo>
                  <a:lnTo>
                    <a:pt x="4376702" y="3693470"/>
                  </a:lnTo>
                  <a:lnTo>
                    <a:pt x="4387576" y="3693470"/>
                  </a:lnTo>
                  <a:lnTo>
                    <a:pt x="4409323" y="3693470"/>
                  </a:lnTo>
                  <a:lnTo>
                    <a:pt x="4414760" y="3693470"/>
                  </a:lnTo>
                  <a:lnTo>
                    <a:pt x="4431071" y="3693470"/>
                  </a:lnTo>
                  <a:lnTo>
                    <a:pt x="4436508" y="3693470"/>
                  </a:lnTo>
                  <a:lnTo>
                    <a:pt x="4447381" y="3693470"/>
                  </a:lnTo>
                  <a:lnTo>
                    <a:pt x="4447381" y="3696651"/>
                  </a:lnTo>
                  <a:lnTo>
                    <a:pt x="4452818" y="3696651"/>
                  </a:lnTo>
                  <a:lnTo>
                    <a:pt x="4452818" y="3699832"/>
                  </a:lnTo>
                  <a:lnTo>
                    <a:pt x="4458255" y="3699832"/>
                  </a:lnTo>
                  <a:lnTo>
                    <a:pt x="4458255" y="3706221"/>
                  </a:lnTo>
                  <a:lnTo>
                    <a:pt x="4469129" y="3706221"/>
                  </a:lnTo>
                  <a:lnTo>
                    <a:pt x="4469129" y="3709422"/>
                  </a:lnTo>
                  <a:lnTo>
                    <a:pt x="4480003" y="3709422"/>
                  </a:lnTo>
                  <a:lnTo>
                    <a:pt x="4490877" y="3709422"/>
                  </a:lnTo>
                  <a:lnTo>
                    <a:pt x="4490877" y="3715839"/>
                  </a:lnTo>
                  <a:lnTo>
                    <a:pt x="4501750" y="3715839"/>
                  </a:lnTo>
                  <a:lnTo>
                    <a:pt x="4501750" y="3719067"/>
                  </a:lnTo>
                  <a:lnTo>
                    <a:pt x="4523498" y="3719067"/>
                  </a:lnTo>
                  <a:lnTo>
                    <a:pt x="4528935" y="3719067"/>
                  </a:lnTo>
                  <a:lnTo>
                    <a:pt x="4528935" y="3722303"/>
                  </a:lnTo>
                  <a:lnTo>
                    <a:pt x="4545246" y="3722303"/>
                  </a:lnTo>
                  <a:lnTo>
                    <a:pt x="4550682" y="3722303"/>
                  </a:lnTo>
                  <a:lnTo>
                    <a:pt x="4550682" y="3725552"/>
                  </a:lnTo>
                  <a:lnTo>
                    <a:pt x="4556119" y="3725552"/>
                  </a:lnTo>
                  <a:lnTo>
                    <a:pt x="4566993" y="3725552"/>
                  </a:lnTo>
                  <a:lnTo>
                    <a:pt x="4572430" y="3725552"/>
                  </a:lnTo>
                  <a:lnTo>
                    <a:pt x="4572430" y="3732106"/>
                  </a:lnTo>
                  <a:lnTo>
                    <a:pt x="4583304" y="3732106"/>
                  </a:lnTo>
                  <a:lnTo>
                    <a:pt x="4588741" y="3732106"/>
                  </a:lnTo>
                  <a:lnTo>
                    <a:pt x="4588741" y="3735390"/>
                  </a:lnTo>
                  <a:lnTo>
                    <a:pt x="4610488" y="3735390"/>
                  </a:lnTo>
                  <a:lnTo>
                    <a:pt x="4610488" y="3741987"/>
                  </a:lnTo>
                  <a:lnTo>
                    <a:pt x="4626799" y="3741987"/>
                  </a:lnTo>
                  <a:lnTo>
                    <a:pt x="4626799" y="3745287"/>
                  </a:lnTo>
                  <a:lnTo>
                    <a:pt x="4637673" y="3745287"/>
                  </a:lnTo>
                  <a:lnTo>
                    <a:pt x="4637673" y="3748593"/>
                  </a:lnTo>
                  <a:lnTo>
                    <a:pt x="4643110" y="3748593"/>
                  </a:lnTo>
                  <a:lnTo>
                    <a:pt x="4643110" y="3751901"/>
                  </a:lnTo>
                  <a:lnTo>
                    <a:pt x="4648547" y="3751901"/>
                  </a:lnTo>
                  <a:lnTo>
                    <a:pt x="4659420" y="3751901"/>
                  </a:lnTo>
                  <a:lnTo>
                    <a:pt x="4659420" y="3758531"/>
                  </a:lnTo>
                  <a:lnTo>
                    <a:pt x="4675731" y="3758531"/>
                  </a:lnTo>
                  <a:lnTo>
                    <a:pt x="4675731" y="3761846"/>
                  </a:lnTo>
                  <a:lnTo>
                    <a:pt x="4681168" y="3761846"/>
                  </a:lnTo>
                  <a:lnTo>
                    <a:pt x="4692042" y="3761846"/>
                  </a:lnTo>
                  <a:lnTo>
                    <a:pt x="4697479" y="3761846"/>
                  </a:lnTo>
                  <a:lnTo>
                    <a:pt x="4708352" y="3761846"/>
                  </a:lnTo>
                  <a:lnTo>
                    <a:pt x="4708352" y="3765191"/>
                  </a:lnTo>
                  <a:lnTo>
                    <a:pt x="4713789" y="3765191"/>
                  </a:lnTo>
                  <a:lnTo>
                    <a:pt x="4719226" y="3765191"/>
                  </a:lnTo>
                  <a:lnTo>
                    <a:pt x="4719226" y="3768558"/>
                  </a:lnTo>
                  <a:lnTo>
                    <a:pt x="4730100" y="3768558"/>
                  </a:lnTo>
                  <a:lnTo>
                    <a:pt x="4751848" y="3768558"/>
                  </a:lnTo>
                  <a:lnTo>
                    <a:pt x="4751848" y="3771948"/>
                  </a:lnTo>
                  <a:lnTo>
                    <a:pt x="4768158" y="3771948"/>
                  </a:lnTo>
                  <a:lnTo>
                    <a:pt x="4768158" y="3775346"/>
                  </a:lnTo>
                  <a:lnTo>
                    <a:pt x="4773595" y="3775346"/>
                  </a:lnTo>
                  <a:lnTo>
                    <a:pt x="4773595" y="3778744"/>
                  </a:lnTo>
                  <a:lnTo>
                    <a:pt x="4779032" y="3778744"/>
                  </a:lnTo>
                  <a:lnTo>
                    <a:pt x="4784469" y="3778744"/>
                  </a:lnTo>
                  <a:lnTo>
                    <a:pt x="4806217" y="3778744"/>
                  </a:lnTo>
                  <a:lnTo>
                    <a:pt x="4806217" y="3782158"/>
                  </a:lnTo>
                  <a:lnTo>
                    <a:pt x="4817090" y="3782158"/>
                  </a:lnTo>
                  <a:lnTo>
                    <a:pt x="4817090" y="3785573"/>
                  </a:lnTo>
                  <a:lnTo>
                    <a:pt x="4822527" y="3785573"/>
                  </a:lnTo>
                  <a:lnTo>
                    <a:pt x="4822527" y="3788988"/>
                  </a:lnTo>
                  <a:lnTo>
                    <a:pt x="4827964" y="3788988"/>
                  </a:lnTo>
                  <a:lnTo>
                    <a:pt x="4827964" y="3792404"/>
                  </a:lnTo>
                  <a:lnTo>
                    <a:pt x="4844275" y="3792404"/>
                  </a:lnTo>
                  <a:lnTo>
                    <a:pt x="4849712" y="3792404"/>
                  </a:lnTo>
                  <a:lnTo>
                    <a:pt x="4871459" y="3792404"/>
                  </a:lnTo>
                  <a:lnTo>
                    <a:pt x="4893207" y="3792404"/>
                  </a:lnTo>
                  <a:lnTo>
                    <a:pt x="4893207" y="3799330"/>
                  </a:lnTo>
                  <a:lnTo>
                    <a:pt x="4898644" y="3799330"/>
                  </a:lnTo>
                  <a:lnTo>
                    <a:pt x="4898644" y="3802794"/>
                  </a:lnTo>
                  <a:lnTo>
                    <a:pt x="4904081" y="3802794"/>
                  </a:lnTo>
                  <a:lnTo>
                    <a:pt x="4904081" y="3806259"/>
                  </a:lnTo>
                  <a:lnTo>
                    <a:pt x="4909518" y="3806259"/>
                  </a:lnTo>
                  <a:lnTo>
                    <a:pt x="4914955" y="3806259"/>
                  </a:lnTo>
                  <a:lnTo>
                    <a:pt x="4925828" y="3806259"/>
                  </a:lnTo>
                  <a:lnTo>
                    <a:pt x="4925828" y="3809740"/>
                  </a:lnTo>
                  <a:lnTo>
                    <a:pt x="4931265" y="3809740"/>
                  </a:lnTo>
                  <a:lnTo>
                    <a:pt x="4931265" y="3813222"/>
                  </a:lnTo>
                  <a:lnTo>
                    <a:pt x="4936702" y="3813222"/>
                  </a:lnTo>
                  <a:lnTo>
                    <a:pt x="4936702" y="3816704"/>
                  </a:lnTo>
                  <a:lnTo>
                    <a:pt x="4985634" y="3816704"/>
                  </a:lnTo>
                  <a:lnTo>
                    <a:pt x="5018256" y="3816704"/>
                  </a:lnTo>
                  <a:lnTo>
                    <a:pt x="5018256" y="3820195"/>
                  </a:lnTo>
                  <a:lnTo>
                    <a:pt x="5023693" y="3820195"/>
                  </a:lnTo>
                  <a:lnTo>
                    <a:pt x="5040003" y="3820195"/>
                  </a:lnTo>
                  <a:lnTo>
                    <a:pt x="5040003" y="3823712"/>
                  </a:lnTo>
                  <a:lnTo>
                    <a:pt x="5045440" y="3823712"/>
                  </a:lnTo>
                  <a:lnTo>
                    <a:pt x="5045440" y="3827229"/>
                  </a:lnTo>
                  <a:lnTo>
                    <a:pt x="5050877" y="3827229"/>
                  </a:lnTo>
                  <a:lnTo>
                    <a:pt x="5061751" y="3827229"/>
                  </a:lnTo>
                  <a:lnTo>
                    <a:pt x="5072625" y="3827229"/>
                  </a:lnTo>
                  <a:lnTo>
                    <a:pt x="5072625" y="3830763"/>
                  </a:lnTo>
                  <a:lnTo>
                    <a:pt x="5078061" y="3830763"/>
                  </a:lnTo>
                  <a:lnTo>
                    <a:pt x="5094372" y="3830763"/>
                  </a:lnTo>
                  <a:lnTo>
                    <a:pt x="5094372" y="3834307"/>
                  </a:lnTo>
                  <a:lnTo>
                    <a:pt x="5099809" y="3834307"/>
                  </a:lnTo>
                  <a:lnTo>
                    <a:pt x="5105246" y="3834307"/>
                  </a:lnTo>
                  <a:lnTo>
                    <a:pt x="5105246" y="3837876"/>
                  </a:lnTo>
                  <a:lnTo>
                    <a:pt x="5110683" y="3837876"/>
                  </a:lnTo>
                  <a:lnTo>
                    <a:pt x="5110683" y="3841447"/>
                  </a:lnTo>
                  <a:lnTo>
                    <a:pt x="5165052" y="3841447"/>
                  </a:lnTo>
                  <a:lnTo>
                    <a:pt x="5165052" y="3848589"/>
                  </a:lnTo>
                  <a:lnTo>
                    <a:pt x="5170489" y="3848589"/>
                  </a:lnTo>
                  <a:lnTo>
                    <a:pt x="5170489" y="3852170"/>
                  </a:lnTo>
                  <a:lnTo>
                    <a:pt x="5181363" y="3852170"/>
                  </a:lnTo>
                  <a:lnTo>
                    <a:pt x="5197673" y="3852170"/>
                  </a:lnTo>
                  <a:lnTo>
                    <a:pt x="5197673" y="3855770"/>
                  </a:lnTo>
                  <a:lnTo>
                    <a:pt x="5203110" y="3855770"/>
                  </a:lnTo>
                  <a:lnTo>
                    <a:pt x="5208547" y="3855770"/>
                  </a:lnTo>
                  <a:lnTo>
                    <a:pt x="5208547" y="3859388"/>
                  </a:lnTo>
                  <a:lnTo>
                    <a:pt x="5213984" y="3859388"/>
                  </a:lnTo>
                  <a:lnTo>
                    <a:pt x="5241168" y="3859388"/>
                  </a:lnTo>
                  <a:lnTo>
                    <a:pt x="5241168" y="3863015"/>
                  </a:lnTo>
                  <a:lnTo>
                    <a:pt x="5246605" y="3863015"/>
                  </a:lnTo>
                  <a:lnTo>
                    <a:pt x="5252042" y="3863015"/>
                  </a:lnTo>
                  <a:lnTo>
                    <a:pt x="5252042" y="3866680"/>
                  </a:lnTo>
                  <a:lnTo>
                    <a:pt x="5268353" y="3866680"/>
                  </a:lnTo>
                  <a:lnTo>
                    <a:pt x="5268353" y="3870356"/>
                  </a:lnTo>
                  <a:lnTo>
                    <a:pt x="5279227" y="3870356"/>
                  </a:lnTo>
                  <a:lnTo>
                    <a:pt x="5279227" y="3874041"/>
                  </a:lnTo>
                  <a:lnTo>
                    <a:pt x="5290100" y="3874041"/>
                  </a:lnTo>
                  <a:lnTo>
                    <a:pt x="5290100" y="3877727"/>
                  </a:lnTo>
                  <a:lnTo>
                    <a:pt x="5306411" y="3877727"/>
                  </a:lnTo>
                  <a:lnTo>
                    <a:pt x="5306411" y="3881423"/>
                  </a:lnTo>
                  <a:lnTo>
                    <a:pt x="5328159" y="3881423"/>
                  </a:lnTo>
                  <a:lnTo>
                    <a:pt x="5344469" y="3881423"/>
                  </a:lnTo>
                  <a:lnTo>
                    <a:pt x="5344469" y="3885139"/>
                  </a:lnTo>
                  <a:lnTo>
                    <a:pt x="5349906" y="3885139"/>
                  </a:lnTo>
                  <a:lnTo>
                    <a:pt x="5355343" y="3885139"/>
                  </a:lnTo>
                  <a:lnTo>
                    <a:pt x="5360780" y="3885139"/>
                  </a:lnTo>
                  <a:lnTo>
                    <a:pt x="5382528" y="3885139"/>
                  </a:lnTo>
                  <a:lnTo>
                    <a:pt x="5387965" y="3885139"/>
                  </a:lnTo>
                  <a:lnTo>
                    <a:pt x="5387965" y="3892652"/>
                  </a:lnTo>
                  <a:lnTo>
                    <a:pt x="5393402" y="3892652"/>
                  </a:lnTo>
                  <a:lnTo>
                    <a:pt x="5393402" y="3896410"/>
                  </a:lnTo>
                  <a:lnTo>
                    <a:pt x="5404275" y="3896410"/>
                  </a:lnTo>
                  <a:lnTo>
                    <a:pt x="5404275" y="3900168"/>
                  </a:lnTo>
                  <a:lnTo>
                    <a:pt x="5409712" y="3900168"/>
                  </a:lnTo>
                  <a:lnTo>
                    <a:pt x="5409712" y="3903938"/>
                  </a:lnTo>
                  <a:lnTo>
                    <a:pt x="5420586" y="3903938"/>
                  </a:lnTo>
                  <a:lnTo>
                    <a:pt x="5420586" y="3907708"/>
                  </a:lnTo>
                  <a:lnTo>
                    <a:pt x="5447770" y="3907708"/>
                  </a:lnTo>
                  <a:lnTo>
                    <a:pt x="5447770" y="3911489"/>
                  </a:lnTo>
                  <a:lnTo>
                    <a:pt x="5453207" y="3911489"/>
                  </a:lnTo>
                  <a:lnTo>
                    <a:pt x="5453207" y="3915291"/>
                  </a:lnTo>
                  <a:lnTo>
                    <a:pt x="5464081" y="3915291"/>
                  </a:lnTo>
                  <a:lnTo>
                    <a:pt x="5464081" y="3919094"/>
                  </a:lnTo>
                  <a:lnTo>
                    <a:pt x="5469518" y="3919094"/>
                  </a:lnTo>
                  <a:lnTo>
                    <a:pt x="5474955" y="3919094"/>
                  </a:lnTo>
                  <a:lnTo>
                    <a:pt x="5474955" y="3922919"/>
                  </a:lnTo>
                  <a:lnTo>
                    <a:pt x="5480392" y="3922919"/>
                  </a:lnTo>
                  <a:lnTo>
                    <a:pt x="5496703" y="3922919"/>
                  </a:lnTo>
                  <a:lnTo>
                    <a:pt x="5507576" y="3922919"/>
                  </a:lnTo>
                  <a:lnTo>
                    <a:pt x="5507576" y="3926777"/>
                  </a:lnTo>
                  <a:lnTo>
                    <a:pt x="5518450" y="3926777"/>
                  </a:lnTo>
                  <a:lnTo>
                    <a:pt x="5518450" y="3930635"/>
                  </a:lnTo>
                  <a:lnTo>
                    <a:pt x="5523887" y="3930635"/>
                  </a:lnTo>
                  <a:lnTo>
                    <a:pt x="5523887" y="3934506"/>
                  </a:lnTo>
                  <a:lnTo>
                    <a:pt x="5529324" y="3934506"/>
                  </a:lnTo>
                  <a:lnTo>
                    <a:pt x="5529324" y="3938388"/>
                  </a:lnTo>
                  <a:lnTo>
                    <a:pt x="5540198" y="3938388"/>
                  </a:lnTo>
                  <a:lnTo>
                    <a:pt x="5540198" y="3942282"/>
                  </a:lnTo>
                  <a:lnTo>
                    <a:pt x="5545635" y="3942282"/>
                  </a:lnTo>
                  <a:lnTo>
                    <a:pt x="5561945" y="3942282"/>
                  </a:lnTo>
                  <a:lnTo>
                    <a:pt x="5561945" y="3950094"/>
                  </a:lnTo>
                  <a:lnTo>
                    <a:pt x="5567382" y="3950094"/>
                  </a:lnTo>
                  <a:lnTo>
                    <a:pt x="5572819" y="3950094"/>
                  </a:lnTo>
                  <a:lnTo>
                    <a:pt x="5572819" y="3954013"/>
                  </a:lnTo>
                  <a:lnTo>
                    <a:pt x="5594567" y="3954013"/>
                  </a:lnTo>
                  <a:lnTo>
                    <a:pt x="5627188" y="3954013"/>
                  </a:lnTo>
                  <a:lnTo>
                    <a:pt x="5627188" y="3957968"/>
                  </a:lnTo>
                  <a:lnTo>
                    <a:pt x="5632625" y="3957968"/>
                  </a:lnTo>
                  <a:lnTo>
                    <a:pt x="5638062" y="3957968"/>
                  </a:lnTo>
                  <a:lnTo>
                    <a:pt x="5638062" y="3961935"/>
                  </a:lnTo>
                  <a:lnTo>
                    <a:pt x="5670683" y="3961935"/>
                  </a:lnTo>
                  <a:lnTo>
                    <a:pt x="5681557" y="3961935"/>
                  </a:lnTo>
                  <a:lnTo>
                    <a:pt x="5681557" y="3965938"/>
                  </a:lnTo>
                  <a:lnTo>
                    <a:pt x="5692431" y="3965938"/>
                  </a:lnTo>
                  <a:lnTo>
                    <a:pt x="5703305" y="3965938"/>
                  </a:lnTo>
                  <a:lnTo>
                    <a:pt x="5703305" y="3973971"/>
                  </a:lnTo>
                  <a:lnTo>
                    <a:pt x="5735926" y="3973971"/>
                  </a:lnTo>
                  <a:lnTo>
                    <a:pt x="5735926" y="3978001"/>
                  </a:lnTo>
                  <a:lnTo>
                    <a:pt x="5746800" y="3978001"/>
                  </a:lnTo>
                  <a:lnTo>
                    <a:pt x="5752237" y="3978001"/>
                  </a:lnTo>
                  <a:lnTo>
                    <a:pt x="5757674" y="3978001"/>
                  </a:lnTo>
                  <a:lnTo>
                    <a:pt x="5763111" y="3978001"/>
                  </a:lnTo>
                  <a:lnTo>
                    <a:pt x="5773984" y="3978001"/>
                  </a:lnTo>
                  <a:lnTo>
                    <a:pt x="5773984" y="3982095"/>
                  </a:lnTo>
                  <a:lnTo>
                    <a:pt x="5779421" y="3982095"/>
                  </a:lnTo>
                  <a:lnTo>
                    <a:pt x="5779421" y="3986202"/>
                  </a:lnTo>
                  <a:lnTo>
                    <a:pt x="5801169" y="3986202"/>
                  </a:lnTo>
                  <a:lnTo>
                    <a:pt x="5812043" y="3986202"/>
                  </a:lnTo>
                  <a:lnTo>
                    <a:pt x="5812043" y="3990348"/>
                  </a:lnTo>
                  <a:lnTo>
                    <a:pt x="5822916" y="3990348"/>
                  </a:lnTo>
                  <a:lnTo>
                    <a:pt x="5828353" y="3990348"/>
                  </a:lnTo>
                  <a:lnTo>
                    <a:pt x="5839227" y="3990348"/>
                  </a:lnTo>
                  <a:lnTo>
                    <a:pt x="5839227" y="3994549"/>
                  </a:lnTo>
                  <a:lnTo>
                    <a:pt x="5850101" y="3994549"/>
                  </a:lnTo>
                  <a:lnTo>
                    <a:pt x="5850101" y="3998765"/>
                  </a:lnTo>
                  <a:lnTo>
                    <a:pt x="5866412" y="3998765"/>
                  </a:lnTo>
                  <a:lnTo>
                    <a:pt x="5888159" y="3998765"/>
                  </a:lnTo>
                  <a:lnTo>
                    <a:pt x="5888159" y="4003009"/>
                  </a:lnTo>
                  <a:lnTo>
                    <a:pt x="5899033" y="4003009"/>
                  </a:lnTo>
                  <a:lnTo>
                    <a:pt x="5915344" y="4003009"/>
                  </a:lnTo>
                  <a:lnTo>
                    <a:pt x="5915344" y="4007282"/>
                  </a:lnTo>
                  <a:lnTo>
                    <a:pt x="5931654" y="4007282"/>
                  </a:lnTo>
                  <a:lnTo>
                    <a:pt x="5931654" y="4011584"/>
                  </a:lnTo>
                  <a:lnTo>
                    <a:pt x="5937091" y="4011584"/>
                  </a:lnTo>
                  <a:lnTo>
                    <a:pt x="5947965" y="4011584"/>
                  </a:lnTo>
                  <a:lnTo>
                    <a:pt x="5947965" y="4015917"/>
                  </a:lnTo>
                  <a:lnTo>
                    <a:pt x="5958839" y="4015917"/>
                  </a:lnTo>
                  <a:lnTo>
                    <a:pt x="5964276" y="4015917"/>
                  </a:lnTo>
                  <a:lnTo>
                    <a:pt x="5975150" y="4015917"/>
                  </a:lnTo>
                  <a:lnTo>
                    <a:pt x="5980586" y="4015917"/>
                  </a:lnTo>
                  <a:lnTo>
                    <a:pt x="5986023" y="4015917"/>
                  </a:lnTo>
                  <a:lnTo>
                    <a:pt x="5986023" y="4020310"/>
                  </a:lnTo>
                  <a:lnTo>
                    <a:pt x="5996897" y="4020310"/>
                  </a:lnTo>
                  <a:lnTo>
                    <a:pt x="6002334" y="4020310"/>
                  </a:lnTo>
                  <a:lnTo>
                    <a:pt x="6007771" y="4020310"/>
                  </a:lnTo>
                  <a:lnTo>
                    <a:pt x="6013208" y="4020310"/>
                  </a:lnTo>
                  <a:lnTo>
                    <a:pt x="6040392" y="4020310"/>
                  </a:lnTo>
                  <a:lnTo>
                    <a:pt x="6040392" y="4024796"/>
                  </a:lnTo>
                  <a:lnTo>
                    <a:pt x="6051266" y="4024796"/>
                  </a:lnTo>
                  <a:lnTo>
                    <a:pt x="6056703" y="4024796"/>
                  </a:lnTo>
                  <a:lnTo>
                    <a:pt x="6056703" y="4029300"/>
                  </a:lnTo>
                  <a:lnTo>
                    <a:pt x="6062140" y="4029300"/>
                  </a:lnTo>
                  <a:lnTo>
                    <a:pt x="6062140" y="4033820"/>
                  </a:lnTo>
                  <a:lnTo>
                    <a:pt x="6089324" y="4033820"/>
                  </a:lnTo>
                  <a:lnTo>
                    <a:pt x="6094761" y="4033820"/>
                  </a:lnTo>
                  <a:lnTo>
                    <a:pt x="6105635" y="4033820"/>
                  </a:lnTo>
                  <a:lnTo>
                    <a:pt x="6105635" y="4038392"/>
                  </a:lnTo>
                  <a:lnTo>
                    <a:pt x="6127383" y="4038392"/>
                  </a:lnTo>
                  <a:lnTo>
                    <a:pt x="6132820" y="4038392"/>
                  </a:lnTo>
                  <a:lnTo>
                    <a:pt x="6132820" y="4042981"/>
                  </a:lnTo>
                  <a:lnTo>
                    <a:pt x="6138256" y="4042981"/>
                  </a:lnTo>
                  <a:lnTo>
                    <a:pt x="6138256" y="4047572"/>
                  </a:lnTo>
                  <a:lnTo>
                    <a:pt x="6143693" y="4047572"/>
                  </a:lnTo>
                  <a:lnTo>
                    <a:pt x="6143693" y="4052165"/>
                  </a:lnTo>
                  <a:lnTo>
                    <a:pt x="6165441" y="4052165"/>
                  </a:lnTo>
                  <a:lnTo>
                    <a:pt x="6165441" y="4056759"/>
                  </a:lnTo>
                  <a:lnTo>
                    <a:pt x="6187188" y="4056759"/>
                  </a:lnTo>
                  <a:lnTo>
                    <a:pt x="6187188" y="4061356"/>
                  </a:lnTo>
                  <a:lnTo>
                    <a:pt x="6198062" y="4061356"/>
                  </a:lnTo>
                  <a:lnTo>
                    <a:pt x="6198062" y="4065954"/>
                  </a:lnTo>
                  <a:lnTo>
                    <a:pt x="6203499" y="4065954"/>
                  </a:lnTo>
                  <a:lnTo>
                    <a:pt x="6203499" y="4070554"/>
                  </a:lnTo>
                  <a:lnTo>
                    <a:pt x="6208936" y="4070554"/>
                  </a:lnTo>
                  <a:lnTo>
                    <a:pt x="6208936" y="4075155"/>
                  </a:lnTo>
                  <a:lnTo>
                    <a:pt x="6241557" y="4075155"/>
                  </a:lnTo>
                  <a:lnTo>
                    <a:pt x="6246994" y="4075155"/>
                  </a:lnTo>
                  <a:lnTo>
                    <a:pt x="6246994" y="4079811"/>
                  </a:lnTo>
                  <a:lnTo>
                    <a:pt x="6268742" y="4079811"/>
                  </a:lnTo>
                  <a:lnTo>
                    <a:pt x="6268742" y="4084468"/>
                  </a:lnTo>
                  <a:lnTo>
                    <a:pt x="6279616" y="4084468"/>
                  </a:lnTo>
                  <a:lnTo>
                    <a:pt x="6285053" y="4084468"/>
                  </a:lnTo>
                  <a:lnTo>
                    <a:pt x="6295926" y="4084468"/>
                  </a:lnTo>
                  <a:lnTo>
                    <a:pt x="6295926" y="4089163"/>
                  </a:lnTo>
                  <a:lnTo>
                    <a:pt x="6350295" y="4089163"/>
                  </a:lnTo>
                  <a:lnTo>
                    <a:pt x="6350295" y="4093859"/>
                  </a:lnTo>
                  <a:lnTo>
                    <a:pt x="6355732" y="4093859"/>
                  </a:lnTo>
                  <a:lnTo>
                    <a:pt x="6366606" y="4093859"/>
                  </a:lnTo>
                  <a:lnTo>
                    <a:pt x="6366606" y="4098576"/>
                  </a:lnTo>
                  <a:lnTo>
                    <a:pt x="6372043" y="4098576"/>
                  </a:lnTo>
                  <a:lnTo>
                    <a:pt x="6372043" y="4103295"/>
                  </a:lnTo>
                  <a:lnTo>
                    <a:pt x="6442723" y="4103295"/>
                  </a:lnTo>
                  <a:lnTo>
                    <a:pt x="6475344" y="4103295"/>
                  </a:lnTo>
                  <a:lnTo>
                    <a:pt x="6475344" y="4108053"/>
                  </a:lnTo>
                  <a:lnTo>
                    <a:pt x="6491655" y="4108053"/>
                  </a:lnTo>
                  <a:lnTo>
                    <a:pt x="6491655" y="4117574"/>
                  </a:lnTo>
                  <a:lnTo>
                    <a:pt x="6502529" y="4117574"/>
                  </a:lnTo>
                  <a:lnTo>
                    <a:pt x="6513402" y="4117574"/>
                  </a:lnTo>
                  <a:lnTo>
                    <a:pt x="6513402" y="4122376"/>
                  </a:lnTo>
                  <a:lnTo>
                    <a:pt x="6535150" y="4122376"/>
                  </a:lnTo>
                  <a:lnTo>
                    <a:pt x="6562334" y="4122376"/>
                  </a:lnTo>
                  <a:lnTo>
                    <a:pt x="6562334" y="4127200"/>
                  </a:lnTo>
                  <a:lnTo>
                    <a:pt x="6573208" y="4127200"/>
                  </a:lnTo>
                  <a:lnTo>
                    <a:pt x="6573208" y="4132026"/>
                  </a:lnTo>
                  <a:lnTo>
                    <a:pt x="6584082" y="4132026"/>
                  </a:lnTo>
                  <a:lnTo>
                    <a:pt x="6584082" y="4136853"/>
                  </a:lnTo>
                  <a:lnTo>
                    <a:pt x="6633014" y="4136853"/>
                  </a:lnTo>
                  <a:lnTo>
                    <a:pt x="6654762" y="4136853"/>
                  </a:lnTo>
                  <a:lnTo>
                    <a:pt x="6660199" y="4136853"/>
                  </a:lnTo>
                  <a:lnTo>
                    <a:pt x="6698257" y="4136853"/>
                  </a:lnTo>
                  <a:lnTo>
                    <a:pt x="6714568" y="4136853"/>
                  </a:lnTo>
                  <a:lnTo>
                    <a:pt x="6714568" y="4141806"/>
                  </a:lnTo>
                  <a:lnTo>
                    <a:pt x="6736315" y="4141806"/>
                  </a:lnTo>
                  <a:lnTo>
                    <a:pt x="6736315" y="4146760"/>
                  </a:lnTo>
                  <a:lnTo>
                    <a:pt x="6768936" y="4146760"/>
                  </a:lnTo>
                  <a:lnTo>
                    <a:pt x="6790684" y="4146760"/>
                  </a:lnTo>
                  <a:lnTo>
                    <a:pt x="6801558" y="4146760"/>
                  </a:lnTo>
                  <a:lnTo>
                    <a:pt x="6812432" y="4146760"/>
                  </a:lnTo>
                  <a:lnTo>
                    <a:pt x="6845053" y="4146760"/>
                  </a:lnTo>
                  <a:lnTo>
                    <a:pt x="6845053" y="4151803"/>
                  </a:lnTo>
                  <a:lnTo>
                    <a:pt x="6850490" y="4151803"/>
                  </a:lnTo>
                  <a:lnTo>
                    <a:pt x="6883111" y="4151803"/>
                  </a:lnTo>
                  <a:lnTo>
                    <a:pt x="6883111" y="4156892"/>
                  </a:lnTo>
                  <a:lnTo>
                    <a:pt x="6888548" y="4156892"/>
                  </a:lnTo>
                  <a:lnTo>
                    <a:pt x="6888548" y="4162007"/>
                  </a:lnTo>
                  <a:lnTo>
                    <a:pt x="6910296" y="4162007"/>
                  </a:lnTo>
                  <a:lnTo>
                    <a:pt x="6910296" y="4167147"/>
                  </a:lnTo>
                  <a:lnTo>
                    <a:pt x="6959228" y="4167147"/>
                  </a:lnTo>
                  <a:lnTo>
                    <a:pt x="6997286" y="4167147"/>
                  </a:lnTo>
                  <a:lnTo>
                    <a:pt x="7008160" y="4167147"/>
                  </a:lnTo>
                  <a:lnTo>
                    <a:pt x="7024471" y="4167147"/>
                  </a:lnTo>
                  <a:lnTo>
                    <a:pt x="7024471" y="4172360"/>
                  </a:lnTo>
                  <a:lnTo>
                    <a:pt x="7040781" y="4172360"/>
                  </a:lnTo>
                  <a:lnTo>
                    <a:pt x="7040781" y="4182795"/>
                  </a:lnTo>
                  <a:lnTo>
                    <a:pt x="7073403" y="4182795"/>
                  </a:lnTo>
                  <a:lnTo>
                    <a:pt x="7122335" y="4182795"/>
                  </a:lnTo>
                  <a:lnTo>
                    <a:pt x="7127772" y="4182795"/>
                  </a:lnTo>
                  <a:lnTo>
                    <a:pt x="7144082" y="4182795"/>
                  </a:lnTo>
                  <a:lnTo>
                    <a:pt x="7144082" y="4188090"/>
                  </a:lnTo>
                  <a:lnTo>
                    <a:pt x="7154956" y="4188090"/>
                  </a:lnTo>
                  <a:lnTo>
                    <a:pt x="7160393" y="4188090"/>
                  </a:lnTo>
                  <a:lnTo>
                    <a:pt x="7176704" y="4188090"/>
                  </a:lnTo>
                  <a:lnTo>
                    <a:pt x="7187578" y="4188090"/>
                  </a:lnTo>
                  <a:lnTo>
                    <a:pt x="7193014" y="4188090"/>
                  </a:lnTo>
                  <a:lnTo>
                    <a:pt x="7203888" y="4188090"/>
                  </a:lnTo>
                  <a:lnTo>
                    <a:pt x="7214762" y="4188090"/>
                  </a:lnTo>
                  <a:lnTo>
                    <a:pt x="7220199" y="4188090"/>
                  </a:lnTo>
                  <a:lnTo>
                    <a:pt x="7220199" y="4193650"/>
                  </a:lnTo>
                  <a:lnTo>
                    <a:pt x="7247383" y="4193650"/>
                  </a:lnTo>
                  <a:lnTo>
                    <a:pt x="7269131" y="4193650"/>
                  </a:lnTo>
                  <a:lnTo>
                    <a:pt x="7269131" y="4199242"/>
                  </a:lnTo>
                  <a:lnTo>
                    <a:pt x="7290879" y="4199242"/>
                  </a:lnTo>
                  <a:lnTo>
                    <a:pt x="7290879" y="4204837"/>
                  </a:lnTo>
                  <a:lnTo>
                    <a:pt x="7301752" y="4204837"/>
                  </a:lnTo>
                  <a:lnTo>
                    <a:pt x="7307189" y="4204837"/>
                  </a:lnTo>
                  <a:lnTo>
                    <a:pt x="7318063" y="4204837"/>
                  </a:lnTo>
                  <a:lnTo>
                    <a:pt x="7318063" y="4210493"/>
                  </a:lnTo>
                  <a:lnTo>
                    <a:pt x="7388743" y="4210493"/>
                  </a:lnTo>
                  <a:lnTo>
                    <a:pt x="7388743" y="4216154"/>
                  </a:lnTo>
                  <a:lnTo>
                    <a:pt x="7415927" y="4216154"/>
                  </a:lnTo>
                  <a:lnTo>
                    <a:pt x="7453986" y="4216154"/>
                  </a:lnTo>
                  <a:lnTo>
                    <a:pt x="7453986" y="4221848"/>
                  </a:lnTo>
                  <a:lnTo>
                    <a:pt x="7524665" y="4221848"/>
                  </a:lnTo>
                  <a:lnTo>
                    <a:pt x="7530102" y="4221848"/>
                  </a:lnTo>
                  <a:lnTo>
                    <a:pt x="7530102" y="4227575"/>
                  </a:lnTo>
                  <a:lnTo>
                    <a:pt x="7546413" y="4227575"/>
                  </a:lnTo>
                  <a:lnTo>
                    <a:pt x="7546413" y="4233308"/>
                  </a:lnTo>
                  <a:lnTo>
                    <a:pt x="7551850" y="4233308"/>
                  </a:lnTo>
                  <a:lnTo>
                    <a:pt x="7551850" y="4239044"/>
                  </a:lnTo>
                  <a:lnTo>
                    <a:pt x="7573597" y="4239044"/>
                  </a:lnTo>
                  <a:lnTo>
                    <a:pt x="7579034" y="4239044"/>
                  </a:lnTo>
                  <a:lnTo>
                    <a:pt x="7649714" y="4239044"/>
                  </a:lnTo>
                  <a:lnTo>
                    <a:pt x="7671461" y="4239044"/>
                  </a:lnTo>
                  <a:lnTo>
                    <a:pt x="7687772" y="4239044"/>
                  </a:lnTo>
                  <a:lnTo>
                    <a:pt x="7687772" y="4244910"/>
                  </a:lnTo>
                  <a:lnTo>
                    <a:pt x="7704083" y="4244910"/>
                  </a:lnTo>
                  <a:lnTo>
                    <a:pt x="7704083" y="4250813"/>
                  </a:lnTo>
                  <a:lnTo>
                    <a:pt x="7720394" y="4250813"/>
                  </a:lnTo>
                  <a:lnTo>
                    <a:pt x="7725830" y="4250813"/>
                  </a:lnTo>
                  <a:lnTo>
                    <a:pt x="7747578" y="4250813"/>
                  </a:lnTo>
                  <a:lnTo>
                    <a:pt x="7758452" y="4250813"/>
                  </a:lnTo>
                  <a:lnTo>
                    <a:pt x="7758452" y="4256820"/>
                  </a:lnTo>
                  <a:lnTo>
                    <a:pt x="7818258" y="4256820"/>
                  </a:lnTo>
                  <a:lnTo>
                    <a:pt x="7818258" y="4262833"/>
                  </a:lnTo>
                  <a:lnTo>
                    <a:pt x="7856316" y="4262833"/>
                  </a:lnTo>
                  <a:lnTo>
                    <a:pt x="7856316" y="4268851"/>
                  </a:lnTo>
                  <a:lnTo>
                    <a:pt x="7872627" y="4268851"/>
                  </a:lnTo>
                  <a:lnTo>
                    <a:pt x="7878064" y="4268851"/>
                  </a:lnTo>
                  <a:lnTo>
                    <a:pt x="7878064" y="4274908"/>
                  </a:lnTo>
                  <a:lnTo>
                    <a:pt x="7883500" y="4274908"/>
                  </a:lnTo>
                  <a:lnTo>
                    <a:pt x="7883500" y="4280971"/>
                  </a:lnTo>
                  <a:lnTo>
                    <a:pt x="7899811" y="4280971"/>
                  </a:lnTo>
                  <a:lnTo>
                    <a:pt x="7916122" y="4280971"/>
                  </a:lnTo>
                  <a:lnTo>
                    <a:pt x="7916122" y="4287076"/>
                  </a:lnTo>
                  <a:lnTo>
                    <a:pt x="7981365" y="4287076"/>
                  </a:lnTo>
                  <a:lnTo>
                    <a:pt x="7992238" y="4287076"/>
                  </a:lnTo>
                  <a:lnTo>
                    <a:pt x="8008549" y="4287076"/>
                  </a:lnTo>
                  <a:lnTo>
                    <a:pt x="8019423" y="4287076"/>
                  </a:lnTo>
                  <a:lnTo>
                    <a:pt x="8035734" y="4287076"/>
                  </a:lnTo>
                  <a:lnTo>
                    <a:pt x="8035734" y="4293450"/>
                  </a:lnTo>
                  <a:lnTo>
                    <a:pt x="8052044" y="4293450"/>
                  </a:lnTo>
                  <a:lnTo>
                    <a:pt x="8057481" y="4293450"/>
                  </a:lnTo>
                  <a:lnTo>
                    <a:pt x="8068355" y="4293450"/>
                  </a:lnTo>
                  <a:lnTo>
                    <a:pt x="8100976" y="4293450"/>
                  </a:lnTo>
                  <a:lnTo>
                    <a:pt x="8149908" y="4293450"/>
                  </a:lnTo>
                  <a:lnTo>
                    <a:pt x="8149908" y="4299993"/>
                  </a:lnTo>
                  <a:lnTo>
                    <a:pt x="8171656" y="4299993"/>
                  </a:lnTo>
                  <a:lnTo>
                    <a:pt x="8171656" y="4306544"/>
                  </a:lnTo>
                  <a:lnTo>
                    <a:pt x="8182530" y="4306544"/>
                  </a:lnTo>
                  <a:lnTo>
                    <a:pt x="8187967" y="4306544"/>
                  </a:lnTo>
                  <a:lnTo>
                    <a:pt x="8220588" y="4306544"/>
                  </a:lnTo>
                  <a:lnTo>
                    <a:pt x="8220588" y="4313232"/>
                  </a:lnTo>
                  <a:lnTo>
                    <a:pt x="8226025" y="4313232"/>
                  </a:lnTo>
                  <a:lnTo>
                    <a:pt x="8253209" y="4313232"/>
                  </a:lnTo>
                  <a:lnTo>
                    <a:pt x="8264083" y="4313232"/>
                  </a:lnTo>
                  <a:lnTo>
                    <a:pt x="8285831" y="4313232"/>
                  </a:lnTo>
                  <a:lnTo>
                    <a:pt x="8296705" y="4313232"/>
                  </a:lnTo>
                  <a:lnTo>
                    <a:pt x="8334763" y="4313232"/>
                  </a:lnTo>
                  <a:lnTo>
                    <a:pt x="8378258" y="4313232"/>
                  </a:lnTo>
                  <a:lnTo>
                    <a:pt x="8378258" y="4320353"/>
                  </a:lnTo>
                  <a:lnTo>
                    <a:pt x="8410879" y="4320353"/>
                  </a:lnTo>
                  <a:lnTo>
                    <a:pt x="8443501" y="4320353"/>
                  </a:lnTo>
                  <a:lnTo>
                    <a:pt x="8443501" y="4327536"/>
                  </a:lnTo>
                  <a:lnTo>
                    <a:pt x="8448938" y="4327536"/>
                  </a:lnTo>
                  <a:lnTo>
                    <a:pt x="8448938" y="4334729"/>
                  </a:lnTo>
                  <a:lnTo>
                    <a:pt x="8486996" y="4334729"/>
                  </a:lnTo>
                  <a:lnTo>
                    <a:pt x="8492433" y="4334729"/>
                  </a:lnTo>
                  <a:lnTo>
                    <a:pt x="8497870" y="4334729"/>
                  </a:lnTo>
                  <a:lnTo>
                    <a:pt x="8530491" y="4334729"/>
                  </a:lnTo>
                  <a:lnTo>
                    <a:pt x="8573986" y="4334729"/>
                  </a:lnTo>
                  <a:lnTo>
                    <a:pt x="8590297" y="4334729"/>
                  </a:lnTo>
                  <a:lnTo>
                    <a:pt x="8590297" y="4342320"/>
                  </a:lnTo>
                  <a:lnTo>
                    <a:pt x="8601171" y="4342320"/>
                  </a:lnTo>
                  <a:lnTo>
                    <a:pt x="8617482" y="4342320"/>
                  </a:lnTo>
                  <a:lnTo>
                    <a:pt x="8617482" y="4349985"/>
                  </a:lnTo>
                  <a:lnTo>
                    <a:pt x="8639229" y="4349985"/>
                  </a:lnTo>
                  <a:lnTo>
                    <a:pt x="8650103" y="4349985"/>
                  </a:lnTo>
                  <a:lnTo>
                    <a:pt x="8699035" y="4349985"/>
                  </a:lnTo>
                  <a:lnTo>
                    <a:pt x="8699035" y="4357785"/>
                  </a:lnTo>
                  <a:lnTo>
                    <a:pt x="8715346" y="4357785"/>
                  </a:lnTo>
                  <a:lnTo>
                    <a:pt x="8845831" y="4357785"/>
                  </a:lnTo>
                  <a:lnTo>
                    <a:pt x="8900200" y="4357785"/>
                  </a:lnTo>
                  <a:lnTo>
                    <a:pt x="8938258" y="4357785"/>
                  </a:lnTo>
                  <a:lnTo>
                    <a:pt x="8987191" y="4357785"/>
                  </a:lnTo>
                  <a:lnTo>
                    <a:pt x="9046996" y="4357785"/>
                  </a:lnTo>
                  <a:lnTo>
                    <a:pt x="9095928" y="4357785"/>
                  </a:lnTo>
                  <a:lnTo>
                    <a:pt x="9144861" y="4357785"/>
                  </a:lnTo>
                  <a:lnTo>
                    <a:pt x="9150297" y="4357785"/>
                  </a:lnTo>
                  <a:lnTo>
                    <a:pt x="9172045" y="4357785"/>
                  </a:lnTo>
                  <a:lnTo>
                    <a:pt x="9231851" y="4357785"/>
                  </a:lnTo>
                  <a:lnTo>
                    <a:pt x="9231851" y="4366358"/>
                  </a:lnTo>
                  <a:lnTo>
                    <a:pt x="9248162" y="4366358"/>
                  </a:lnTo>
                  <a:lnTo>
                    <a:pt x="9253599" y="4366358"/>
                  </a:lnTo>
                  <a:lnTo>
                    <a:pt x="9335152" y="4366358"/>
                  </a:lnTo>
                  <a:lnTo>
                    <a:pt x="9335152" y="4375109"/>
                  </a:lnTo>
                  <a:lnTo>
                    <a:pt x="9340589" y="4375109"/>
                  </a:lnTo>
                  <a:lnTo>
                    <a:pt x="9340589" y="4383885"/>
                  </a:lnTo>
                  <a:lnTo>
                    <a:pt x="9460201" y="4383885"/>
                  </a:lnTo>
                  <a:lnTo>
                    <a:pt x="9460201" y="4392688"/>
                  </a:lnTo>
                  <a:lnTo>
                    <a:pt x="9465638" y="4392688"/>
                  </a:lnTo>
                  <a:lnTo>
                    <a:pt x="9465638" y="4401515"/>
                  </a:lnTo>
                  <a:lnTo>
                    <a:pt x="9623308" y="4401515"/>
                  </a:lnTo>
                  <a:lnTo>
                    <a:pt x="9683113" y="4401515"/>
                  </a:lnTo>
                  <a:lnTo>
                    <a:pt x="9688550" y="4401515"/>
                  </a:lnTo>
                  <a:lnTo>
                    <a:pt x="9699424" y="4401515"/>
                  </a:lnTo>
                  <a:lnTo>
                    <a:pt x="9726609" y="4401515"/>
                  </a:lnTo>
                  <a:lnTo>
                    <a:pt x="9726609" y="4410715"/>
                  </a:lnTo>
                  <a:lnTo>
                    <a:pt x="9737482" y="4410715"/>
                  </a:lnTo>
                  <a:lnTo>
                    <a:pt x="9748356" y="4410715"/>
                  </a:lnTo>
                  <a:lnTo>
                    <a:pt x="9884279" y="4410715"/>
                  </a:lnTo>
                  <a:lnTo>
                    <a:pt x="9895152" y="4410715"/>
                  </a:lnTo>
                  <a:lnTo>
                    <a:pt x="9895152" y="4420228"/>
                  </a:lnTo>
                  <a:lnTo>
                    <a:pt x="9895152" y="4631077"/>
                  </a:lnTo>
                  <a:lnTo>
                    <a:pt x="9895152" y="4620490"/>
                  </a:lnTo>
                  <a:lnTo>
                    <a:pt x="9884279" y="4620490"/>
                  </a:lnTo>
                  <a:lnTo>
                    <a:pt x="9748356" y="4620490"/>
                  </a:lnTo>
                  <a:lnTo>
                    <a:pt x="9737482" y="4620490"/>
                  </a:lnTo>
                  <a:lnTo>
                    <a:pt x="9726609" y="4620490"/>
                  </a:lnTo>
                  <a:lnTo>
                    <a:pt x="9726609" y="4610335"/>
                  </a:lnTo>
                  <a:lnTo>
                    <a:pt x="9699424" y="4610335"/>
                  </a:lnTo>
                  <a:lnTo>
                    <a:pt x="9688550" y="4610335"/>
                  </a:lnTo>
                  <a:lnTo>
                    <a:pt x="9683113" y="4610335"/>
                  </a:lnTo>
                  <a:lnTo>
                    <a:pt x="9623308" y="4610335"/>
                  </a:lnTo>
                  <a:lnTo>
                    <a:pt x="9465638" y="4610335"/>
                  </a:lnTo>
                  <a:lnTo>
                    <a:pt x="9465638" y="4600708"/>
                  </a:lnTo>
                  <a:lnTo>
                    <a:pt x="9460201" y="4600708"/>
                  </a:lnTo>
                  <a:lnTo>
                    <a:pt x="9460201" y="4591055"/>
                  </a:lnTo>
                  <a:lnTo>
                    <a:pt x="9340589" y="4591055"/>
                  </a:lnTo>
                  <a:lnTo>
                    <a:pt x="9340589" y="4581377"/>
                  </a:lnTo>
                  <a:lnTo>
                    <a:pt x="9335152" y="4581377"/>
                  </a:lnTo>
                  <a:lnTo>
                    <a:pt x="9335152" y="4571673"/>
                  </a:lnTo>
                  <a:lnTo>
                    <a:pt x="9253599" y="4571673"/>
                  </a:lnTo>
                  <a:lnTo>
                    <a:pt x="9248162" y="4571673"/>
                  </a:lnTo>
                  <a:lnTo>
                    <a:pt x="9231851" y="4571673"/>
                  </a:lnTo>
                  <a:lnTo>
                    <a:pt x="9231851" y="4562192"/>
                  </a:lnTo>
                  <a:lnTo>
                    <a:pt x="9172045" y="4562192"/>
                  </a:lnTo>
                  <a:lnTo>
                    <a:pt x="9150297" y="4562192"/>
                  </a:lnTo>
                  <a:lnTo>
                    <a:pt x="9144861" y="4562192"/>
                  </a:lnTo>
                  <a:lnTo>
                    <a:pt x="9095928" y="4562192"/>
                  </a:lnTo>
                  <a:lnTo>
                    <a:pt x="9046996" y="4562192"/>
                  </a:lnTo>
                  <a:lnTo>
                    <a:pt x="8987191" y="4562192"/>
                  </a:lnTo>
                  <a:lnTo>
                    <a:pt x="8938258" y="4562192"/>
                  </a:lnTo>
                  <a:lnTo>
                    <a:pt x="8900200" y="4562192"/>
                  </a:lnTo>
                  <a:lnTo>
                    <a:pt x="8845831" y="4562192"/>
                  </a:lnTo>
                  <a:lnTo>
                    <a:pt x="8715346" y="4562192"/>
                  </a:lnTo>
                  <a:lnTo>
                    <a:pt x="8699035" y="4562192"/>
                  </a:lnTo>
                  <a:lnTo>
                    <a:pt x="8699035" y="4553849"/>
                  </a:lnTo>
                  <a:lnTo>
                    <a:pt x="8650103" y="4553849"/>
                  </a:lnTo>
                  <a:lnTo>
                    <a:pt x="8639229" y="4553849"/>
                  </a:lnTo>
                  <a:lnTo>
                    <a:pt x="8617482" y="4553849"/>
                  </a:lnTo>
                  <a:lnTo>
                    <a:pt x="8617482" y="4545671"/>
                  </a:lnTo>
                  <a:lnTo>
                    <a:pt x="8601171" y="4545671"/>
                  </a:lnTo>
                  <a:lnTo>
                    <a:pt x="8590297" y="4545671"/>
                  </a:lnTo>
                  <a:lnTo>
                    <a:pt x="8590297" y="4537565"/>
                  </a:lnTo>
                  <a:lnTo>
                    <a:pt x="8573986" y="4537565"/>
                  </a:lnTo>
                  <a:lnTo>
                    <a:pt x="8530491" y="4537565"/>
                  </a:lnTo>
                  <a:lnTo>
                    <a:pt x="8497870" y="4537565"/>
                  </a:lnTo>
                  <a:lnTo>
                    <a:pt x="8492433" y="4537565"/>
                  </a:lnTo>
                  <a:lnTo>
                    <a:pt x="8486996" y="4537565"/>
                  </a:lnTo>
                  <a:lnTo>
                    <a:pt x="8448938" y="4537565"/>
                  </a:lnTo>
                  <a:lnTo>
                    <a:pt x="8448938" y="4530001"/>
                  </a:lnTo>
                  <a:lnTo>
                    <a:pt x="8443501" y="4530001"/>
                  </a:lnTo>
                  <a:lnTo>
                    <a:pt x="8443501" y="4522426"/>
                  </a:lnTo>
                  <a:lnTo>
                    <a:pt x="8410879" y="4522426"/>
                  </a:lnTo>
                  <a:lnTo>
                    <a:pt x="8378258" y="4522426"/>
                  </a:lnTo>
                  <a:lnTo>
                    <a:pt x="8378258" y="4514913"/>
                  </a:lnTo>
                  <a:lnTo>
                    <a:pt x="8334763" y="4514913"/>
                  </a:lnTo>
                  <a:lnTo>
                    <a:pt x="8296705" y="4514913"/>
                  </a:lnTo>
                  <a:lnTo>
                    <a:pt x="8285831" y="4514913"/>
                  </a:lnTo>
                  <a:lnTo>
                    <a:pt x="8264083" y="4514913"/>
                  </a:lnTo>
                  <a:lnTo>
                    <a:pt x="8253209" y="4514913"/>
                  </a:lnTo>
                  <a:lnTo>
                    <a:pt x="8226025" y="4514913"/>
                  </a:lnTo>
                  <a:lnTo>
                    <a:pt x="8220588" y="4514913"/>
                  </a:lnTo>
                  <a:lnTo>
                    <a:pt x="8220588" y="4507980"/>
                  </a:lnTo>
                  <a:lnTo>
                    <a:pt x="8187967" y="4507980"/>
                  </a:lnTo>
                  <a:lnTo>
                    <a:pt x="8182530" y="4507980"/>
                  </a:lnTo>
                  <a:lnTo>
                    <a:pt x="8171656" y="4507980"/>
                  </a:lnTo>
                  <a:lnTo>
                    <a:pt x="8171656" y="4501214"/>
                  </a:lnTo>
                  <a:lnTo>
                    <a:pt x="8149908" y="4501214"/>
                  </a:lnTo>
                  <a:lnTo>
                    <a:pt x="8149908" y="4494441"/>
                  </a:lnTo>
                  <a:lnTo>
                    <a:pt x="8100976" y="4494441"/>
                  </a:lnTo>
                  <a:lnTo>
                    <a:pt x="8068355" y="4494441"/>
                  </a:lnTo>
                  <a:lnTo>
                    <a:pt x="8057481" y="4494441"/>
                  </a:lnTo>
                  <a:lnTo>
                    <a:pt x="8052044" y="4494441"/>
                  </a:lnTo>
                  <a:lnTo>
                    <a:pt x="8035734" y="4494441"/>
                  </a:lnTo>
                  <a:lnTo>
                    <a:pt x="8035734" y="4487880"/>
                  </a:lnTo>
                  <a:lnTo>
                    <a:pt x="8019423" y="4487880"/>
                  </a:lnTo>
                  <a:lnTo>
                    <a:pt x="8008549" y="4487880"/>
                  </a:lnTo>
                  <a:lnTo>
                    <a:pt x="7992238" y="4487880"/>
                  </a:lnTo>
                  <a:lnTo>
                    <a:pt x="7981365" y="4487880"/>
                  </a:lnTo>
                  <a:lnTo>
                    <a:pt x="7916122" y="4487880"/>
                  </a:lnTo>
                  <a:lnTo>
                    <a:pt x="7916122" y="4481660"/>
                  </a:lnTo>
                  <a:lnTo>
                    <a:pt x="7899811" y="4481660"/>
                  </a:lnTo>
                  <a:lnTo>
                    <a:pt x="7883500" y="4481660"/>
                  </a:lnTo>
                  <a:lnTo>
                    <a:pt x="7883500" y="4475482"/>
                  </a:lnTo>
                  <a:lnTo>
                    <a:pt x="7878064" y="4475482"/>
                  </a:lnTo>
                  <a:lnTo>
                    <a:pt x="7878064" y="4469298"/>
                  </a:lnTo>
                  <a:lnTo>
                    <a:pt x="7872627" y="4469298"/>
                  </a:lnTo>
                  <a:lnTo>
                    <a:pt x="7856316" y="4469298"/>
                  </a:lnTo>
                  <a:lnTo>
                    <a:pt x="7856316" y="4463154"/>
                  </a:lnTo>
                  <a:lnTo>
                    <a:pt x="7818258" y="4463154"/>
                  </a:lnTo>
                  <a:lnTo>
                    <a:pt x="7818258" y="4457005"/>
                  </a:lnTo>
                  <a:lnTo>
                    <a:pt x="7758452" y="4457005"/>
                  </a:lnTo>
                  <a:lnTo>
                    <a:pt x="7758452" y="4450851"/>
                  </a:lnTo>
                  <a:lnTo>
                    <a:pt x="7747578" y="4450851"/>
                  </a:lnTo>
                  <a:lnTo>
                    <a:pt x="7725830" y="4450851"/>
                  </a:lnTo>
                  <a:lnTo>
                    <a:pt x="7720394" y="4450851"/>
                  </a:lnTo>
                  <a:lnTo>
                    <a:pt x="7704083" y="4450851"/>
                  </a:lnTo>
                  <a:lnTo>
                    <a:pt x="7704083" y="4444822"/>
                  </a:lnTo>
                  <a:lnTo>
                    <a:pt x="7687772" y="4444822"/>
                  </a:lnTo>
                  <a:lnTo>
                    <a:pt x="7687772" y="4438830"/>
                  </a:lnTo>
                  <a:lnTo>
                    <a:pt x="7671461" y="4438830"/>
                  </a:lnTo>
                  <a:lnTo>
                    <a:pt x="7649714" y="4438830"/>
                  </a:lnTo>
                  <a:lnTo>
                    <a:pt x="7579034" y="4438830"/>
                  </a:lnTo>
                  <a:lnTo>
                    <a:pt x="7573597" y="4438830"/>
                  </a:lnTo>
                  <a:lnTo>
                    <a:pt x="7551850" y="4438830"/>
                  </a:lnTo>
                  <a:lnTo>
                    <a:pt x="7551850" y="4432994"/>
                  </a:lnTo>
                  <a:lnTo>
                    <a:pt x="7546413" y="4432994"/>
                  </a:lnTo>
                  <a:lnTo>
                    <a:pt x="7546413" y="4427154"/>
                  </a:lnTo>
                  <a:lnTo>
                    <a:pt x="7530102" y="4427154"/>
                  </a:lnTo>
                  <a:lnTo>
                    <a:pt x="7530102" y="4421310"/>
                  </a:lnTo>
                  <a:lnTo>
                    <a:pt x="7524665" y="4421310"/>
                  </a:lnTo>
                  <a:lnTo>
                    <a:pt x="7453986" y="4421310"/>
                  </a:lnTo>
                  <a:lnTo>
                    <a:pt x="7453986" y="4415500"/>
                  </a:lnTo>
                  <a:lnTo>
                    <a:pt x="7415927" y="4415500"/>
                  </a:lnTo>
                  <a:lnTo>
                    <a:pt x="7388743" y="4415500"/>
                  </a:lnTo>
                  <a:lnTo>
                    <a:pt x="7388743" y="4409723"/>
                  </a:lnTo>
                  <a:lnTo>
                    <a:pt x="7318063" y="4409723"/>
                  </a:lnTo>
                  <a:lnTo>
                    <a:pt x="7318063" y="4403942"/>
                  </a:lnTo>
                  <a:lnTo>
                    <a:pt x="7307189" y="4403942"/>
                  </a:lnTo>
                  <a:lnTo>
                    <a:pt x="7301752" y="4403942"/>
                  </a:lnTo>
                  <a:lnTo>
                    <a:pt x="7290879" y="4403942"/>
                  </a:lnTo>
                  <a:lnTo>
                    <a:pt x="7290879" y="4398231"/>
                  </a:lnTo>
                  <a:lnTo>
                    <a:pt x="7269131" y="4398231"/>
                  </a:lnTo>
                  <a:lnTo>
                    <a:pt x="7269131" y="4392515"/>
                  </a:lnTo>
                  <a:lnTo>
                    <a:pt x="7247383" y="4392515"/>
                  </a:lnTo>
                  <a:lnTo>
                    <a:pt x="7220199" y="4392515"/>
                  </a:lnTo>
                  <a:lnTo>
                    <a:pt x="7220199" y="4386831"/>
                  </a:lnTo>
                  <a:lnTo>
                    <a:pt x="7214762" y="4386831"/>
                  </a:lnTo>
                  <a:lnTo>
                    <a:pt x="7203888" y="4386831"/>
                  </a:lnTo>
                  <a:lnTo>
                    <a:pt x="7193014" y="4386831"/>
                  </a:lnTo>
                  <a:lnTo>
                    <a:pt x="7187578" y="4386831"/>
                  </a:lnTo>
                  <a:lnTo>
                    <a:pt x="7176704" y="4386831"/>
                  </a:lnTo>
                  <a:lnTo>
                    <a:pt x="7160393" y="4386831"/>
                  </a:lnTo>
                  <a:lnTo>
                    <a:pt x="7154956" y="4386831"/>
                  </a:lnTo>
                  <a:lnTo>
                    <a:pt x="7144082" y="4386831"/>
                  </a:lnTo>
                  <a:lnTo>
                    <a:pt x="7144082" y="4381474"/>
                  </a:lnTo>
                  <a:lnTo>
                    <a:pt x="7127772" y="4381474"/>
                  </a:lnTo>
                  <a:lnTo>
                    <a:pt x="7122335" y="4381474"/>
                  </a:lnTo>
                  <a:lnTo>
                    <a:pt x="7073403" y="4381474"/>
                  </a:lnTo>
                  <a:lnTo>
                    <a:pt x="7040781" y="4381474"/>
                  </a:lnTo>
                  <a:lnTo>
                    <a:pt x="7040781" y="4370934"/>
                  </a:lnTo>
                  <a:lnTo>
                    <a:pt x="7024471" y="4370934"/>
                  </a:lnTo>
                  <a:lnTo>
                    <a:pt x="7024471" y="4365660"/>
                  </a:lnTo>
                  <a:lnTo>
                    <a:pt x="7008160" y="4365660"/>
                  </a:lnTo>
                  <a:lnTo>
                    <a:pt x="6997286" y="4365660"/>
                  </a:lnTo>
                  <a:lnTo>
                    <a:pt x="6959228" y="4365660"/>
                  </a:lnTo>
                  <a:lnTo>
                    <a:pt x="6910296" y="4365660"/>
                  </a:lnTo>
                  <a:lnTo>
                    <a:pt x="6910296" y="4360470"/>
                  </a:lnTo>
                  <a:lnTo>
                    <a:pt x="6888548" y="4360470"/>
                  </a:lnTo>
                  <a:lnTo>
                    <a:pt x="6888548" y="4355306"/>
                  </a:lnTo>
                  <a:lnTo>
                    <a:pt x="6883111" y="4355306"/>
                  </a:lnTo>
                  <a:lnTo>
                    <a:pt x="6883111" y="4350167"/>
                  </a:lnTo>
                  <a:lnTo>
                    <a:pt x="6850490" y="4350167"/>
                  </a:lnTo>
                  <a:lnTo>
                    <a:pt x="6845053" y="4350167"/>
                  </a:lnTo>
                  <a:lnTo>
                    <a:pt x="6845053" y="4345080"/>
                  </a:lnTo>
                  <a:lnTo>
                    <a:pt x="6812432" y="4345080"/>
                  </a:lnTo>
                  <a:lnTo>
                    <a:pt x="6801558" y="4345080"/>
                  </a:lnTo>
                  <a:lnTo>
                    <a:pt x="6790684" y="4345080"/>
                  </a:lnTo>
                  <a:lnTo>
                    <a:pt x="6768936" y="4345080"/>
                  </a:lnTo>
                  <a:lnTo>
                    <a:pt x="6736315" y="4345080"/>
                  </a:lnTo>
                  <a:lnTo>
                    <a:pt x="6736315" y="4340097"/>
                  </a:lnTo>
                  <a:lnTo>
                    <a:pt x="6714568" y="4340097"/>
                  </a:lnTo>
                  <a:lnTo>
                    <a:pt x="6714568" y="4335110"/>
                  </a:lnTo>
                  <a:lnTo>
                    <a:pt x="6698257" y="4335110"/>
                  </a:lnTo>
                  <a:lnTo>
                    <a:pt x="6660199" y="4335110"/>
                  </a:lnTo>
                  <a:lnTo>
                    <a:pt x="6654762" y="4335110"/>
                  </a:lnTo>
                  <a:lnTo>
                    <a:pt x="6633014" y="4335110"/>
                  </a:lnTo>
                  <a:lnTo>
                    <a:pt x="6584082" y="4335110"/>
                  </a:lnTo>
                  <a:lnTo>
                    <a:pt x="6584082" y="4330271"/>
                  </a:lnTo>
                  <a:lnTo>
                    <a:pt x="6573208" y="4330271"/>
                  </a:lnTo>
                  <a:lnTo>
                    <a:pt x="6573208" y="4325429"/>
                  </a:lnTo>
                  <a:lnTo>
                    <a:pt x="6562334" y="4325429"/>
                  </a:lnTo>
                  <a:lnTo>
                    <a:pt x="6562334" y="4320586"/>
                  </a:lnTo>
                  <a:lnTo>
                    <a:pt x="6535150" y="4320586"/>
                  </a:lnTo>
                  <a:lnTo>
                    <a:pt x="6513402" y="4320586"/>
                  </a:lnTo>
                  <a:lnTo>
                    <a:pt x="6513402" y="4315764"/>
                  </a:lnTo>
                  <a:lnTo>
                    <a:pt x="6502529" y="4315764"/>
                  </a:lnTo>
                  <a:lnTo>
                    <a:pt x="6491655" y="4315764"/>
                  </a:lnTo>
                  <a:lnTo>
                    <a:pt x="6491655" y="4306207"/>
                  </a:lnTo>
                  <a:lnTo>
                    <a:pt x="6475344" y="4306207"/>
                  </a:lnTo>
                  <a:lnTo>
                    <a:pt x="6475344" y="4301425"/>
                  </a:lnTo>
                  <a:lnTo>
                    <a:pt x="6442723" y="4301425"/>
                  </a:lnTo>
                  <a:lnTo>
                    <a:pt x="6372043" y="4301425"/>
                  </a:lnTo>
                  <a:lnTo>
                    <a:pt x="6372043" y="4296687"/>
                  </a:lnTo>
                  <a:lnTo>
                    <a:pt x="6366606" y="4296687"/>
                  </a:lnTo>
                  <a:lnTo>
                    <a:pt x="6366606" y="4291947"/>
                  </a:lnTo>
                  <a:lnTo>
                    <a:pt x="6355732" y="4291947"/>
                  </a:lnTo>
                  <a:lnTo>
                    <a:pt x="6350295" y="4291947"/>
                  </a:lnTo>
                  <a:lnTo>
                    <a:pt x="6350295" y="4287226"/>
                  </a:lnTo>
                  <a:lnTo>
                    <a:pt x="6295926" y="4287226"/>
                  </a:lnTo>
                  <a:lnTo>
                    <a:pt x="6295926" y="4282504"/>
                  </a:lnTo>
                  <a:lnTo>
                    <a:pt x="6285053" y="4282504"/>
                  </a:lnTo>
                  <a:lnTo>
                    <a:pt x="6279616" y="4282504"/>
                  </a:lnTo>
                  <a:lnTo>
                    <a:pt x="6268742" y="4282504"/>
                  </a:lnTo>
                  <a:lnTo>
                    <a:pt x="6268742" y="4277824"/>
                  </a:lnTo>
                  <a:lnTo>
                    <a:pt x="6246994" y="4277824"/>
                  </a:lnTo>
                  <a:lnTo>
                    <a:pt x="6246994" y="4273141"/>
                  </a:lnTo>
                  <a:lnTo>
                    <a:pt x="6241557" y="4273141"/>
                  </a:lnTo>
                  <a:lnTo>
                    <a:pt x="6208936" y="4273141"/>
                  </a:lnTo>
                  <a:lnTo>
                    <a:pt x="6208936" y="4268519"/>
                  </a:lnTo>
                  <a:lnTo>
                    <a:pt x="6203499" y="4268519"/>
                  </a:lnTo>
                  <a:lnTo>
                    <a:pt x="6203499" y="4263896"/>
                  </a:lnTo>
                  <a:lnTo>
                    <a:pt x="6198062" y="4263896"/>
                  </a:lnTo>
                  <a:lnTo>
                    <a:pt x="6198062" y="4259271"/>
                  </a:lnTo>
                  <a:lnTo>
                    <a:pt x="6187188" y="4259271"/>
                  </a:lnTo>
                  <a:lnTo>
                    <a:pt x="6187188" y="4254644"/>
                  </a:lnTo>
                  <a:lnTo>
                    <a:pt x="6165441" y="4254644"/>
                  </a:lnTo>
                  <a:lnTo>
                    <a:pt x="6165441" y="4250016"/>
                  </a:lnTo>
                  <a:lnTo>
                    <a:pt x="6143693" y="4250016"/>
                  </a:lnTo>
                  <a:lnTo>
                    <a:pt x="6143693" y="4245385"/>
                  </a:lnTo>
                  <a:lnTo>
                    <a:pt x="6138256" y="4245385"/>
                  </a:lnTo>
                  <a:lnTo>
                    <a:pt x="6138256" y="4240753"/>
                  </a:lnTo>
                  <a:lnTo>
                    <a:pt x="6132820" y="4240753"/>
                  </a:lnTo>
                  <a:lnTo>
                    <a:pt x="6132820" y="4236120"/>
                  </a:lnTo>
                  <a:lnTo>
                    <a:pt x="6127383" y="4236120"/>
                  </a:lnTo>
                  <a:lnTo>
                    <a:pt x="6105635" y="4236120"/>
                  </a:lnTo>
                  <a:lnTo>
                    <a:pt x="6105635" y="4231504"/>
                  </a:lnTo>
                  <a:lnTo>
                    <a:pt x="6094761" y="4231504"/>
                  </a:lnTo>
                  <a:lnTo>
                    <a:pt x="6089324" y="4231504"/>
                  </a:lnTo>
                  <a:lnTo>
                    <a:pt x="6062140" y="4231504"/>
                  </a:lnTo>
                  <a:lnTo>
                    <a:pt x="6062140" y="4226946"/>
                  </a:lnTo>
                  <a:lnTo>
                    <a:pt x="6056703" y="4226946"/>
                  </a:lnTo>
                  <a:lnTo>
                    <a:pt x="6056703" y="4222405"/>
                  </a:lnTo>
                  <a:lnTo>
                    <a:pt x="6051266" y="4222405"/>
                  </a:lnTo>
                  <a:lnTo>
                    <a:pt x="6040392" y="4222405"/>
                  </a:lnTo>
                  <a:lnTo>
                    <a:pt x="6040392" y="4217881"/>
                  </a:lnTo>
                  <a:lnTo>
                    <a:pt x="6013208" y="4217881"/>
                  </a:lnTo>
                  <a:lnTo>
                    <a:pt x="6007771" y="4217881"/>
                  </a:lnTo>
                  <a:lnTo>
                    <a:pt x="6002334" y="4217881"/>
                  </a:lnTo>
                  <a:lnTo>
                    <a:pt x="5996897" y="4217881"/>
                  </a:lnTo>
                  <a:lnTo>
                    <a:pt x="5986023" y="4217881"/>
                  </a:lnTo>
                  <a:lnTo>
                    <a:pt x="5986023" y="4213466"/>
                  </a:lnTo>
                  <a:lnTo>
                    <a:pt x="5980586" y="4213466"/>
                  </a:lnTo>
                  <a:lnTo>
                    <a:pt x="5975150" y="4213466"/>
                  </a:lnTo>
                  <a:lnTo>
                    <a:pt x="5964276" y="4213466"/>
                  </a:lnTo>
                  <a:lnTo>
                    <a:pt x="5958839" y="4213466"/>
                  </a:lnTo>
                  <a:lnTo>
                    <a:pt x="5947965" y="4213466"/>
                  </a:lnTo>
                  <a:lnTo>
                    <a:pt x="5947965" y="4209120"/>
                  </a:lnTo>
                  <a:lnTo>
                    <a:pt x="5937091" y="4209120"/>
                  </a:lnTo>
                  <a:lnTo>
                    <a:pt x="5931654" y="4209120"/>
                  </a:lnTo>
                  <a:lnTo>
                    <a:pt x="5931654" y="4204806"/>
                  </a:lnTo>
                  <a:lnTo>
                    <a:pt x="5915344" y="4204806"/>
                  </a:lnTo>
                  <a:lnTo>
                    <a:pt x="5915344" y="4200525"/>
                  </a:lnTo>
                  <a:lnTo>
                    <a:pt x="5899033" y="4200525"/>
                  </a:lnTo>
                  <a:lnTo>
                    <a:pt x="5888159" y="4200525"/>
                  </a:lnTo>
                  <a:lnTo>
                    <a:pt x="5888159" y="4196276"/>
                  </a:lnTo>
                  <a:lnTo>
                    <a:pt x="5866412" y="4196276"/>
                  </a:lnTo>
                  <a:lnTo>
                    <a:pt x="5850101" y="4196276"/>
                  </a:lnTo>
                  <a:lnTo>
                    <a:pt x="5850101" y="4192057"/>
                  </a:lnTo>
                  <a:lnTo>
                    <a:pt x="5839227" y="4192057"/>
                  </a:lnTo>
                  <a:lnTo>
                    <a:pt x="5839227" y="4187854"/>
                  </a:lnTo>
                  <a:lnTo>
                    <a:pt x="5828353" y="4187854"/>
                  </a:lnTo>
                  <a:lnTo>
                    <a:pt x="5822916" y="4187854"/>
                  </a:lnTo>
                  <a:lnTo>
                    <a:pt x="5812043" y="4187854"/>
                  </a:lnTo>
                  <a:lnTo>
                    <a:pt x="5812043" y="4183711"/>
                  </a:lnTo>
                  <a:lnTo>
                    <a:pt x="5801169" y="4183711"/>
                  </a:lnTo>
                  <a:lnTo>
                    <a:pt x="5779421" y="4183711"/>
                  </a:lnTo>
                  <a:lnTo>
                    <a:pt x="5779421" y="4179613"/>
                  </a:lnTo>
                  <a:lnTo>
                    <a:pt x="5773984" y="4179613"/>
                  </a:lnTo>
                  <a:lnTo>
                    <a:pt x="5773984" y="4175528"/>
                  </a:lnTo>
                  <a:lnTo>
                    <a:pt x="5763111" y="4175528"/>
                  </a:lnTo>
                  <a:lnTo>
                    <a:pt x="5757674" y="4175528"/>
                  </a:lnTo>
                  <a:lnTo>
                    <a:pt x="5752237" y="4175528"/>
                  </a:lnTo>
                  <a:lnTo>
                    <a:pt x="5746800" y="4175528"/>
                  </a:lnTo>
                  <a:lnTo>
                    <a:pt x="5735926" y="4175528"/>
                  </a:lnTo>
                  <a:lnTo>
                    <a:pt x="5735926" y="4171515"/>
                  </a:lnTo>
                  <a:lnTo>
                    <a:pt x="5703305" y="4171515"/>
                  </a:lnTo>
                  <a:lnTo>
                    <a:pt x="5703305" y="4163515"/>
                  </a:lnTo>
                  <a:lnTo>
                    <a:pt x="5692431" y="4163515"/>
                  </a:lnTo>
                  <a:lnTo>
                    <a:pt x="5681557" y="4163515"/>
                  </a:lnTo>
                  <a:lnTo>
                    <a:pt x="5681557" y="4159527"/>
                  </a:lnTo>
                  <a:lnTo>
                    <a:pt x="5670683" y="4159527"/>
                  </a:lnTo>
                  <a:lnTo>
                    <a:pt x="5638062" y="4159527"/>
                  </a:lnTo>
                  <a:lnTo>
                    <a:pt x="5638062" y="4155579"/>
                  </a:lnTo>
                  <a:lnTo>
                    <a:pt x="5632625" y="4155579"/>
                  </a:lnTo>
                  <a:lnTo>
                    <a:pt x="5627188" y="4155579"/>
                  </a:lnTo>
                  <a:lnTo>
                    <a:pt x="5627188" y="4151644"/>
                  </a:lnTo>
                  <a:lnTo>
                    <a:pt x="5594567" y="4151644"/>
                  </a:lnTo>
                  <a:lnTo>
                    <a:pt x="5572819" y="4151644"/>
                  </a:lnTo>
                  <a:lnTo>
                    <a:pt x="5572819" y="4147748"/>
                  </a:lnTo>
                  <a:lnTo>
                    <a:pt x="5567382" y="4147748"/>
                  </a:lnTo>
                  <a:lnTo>
                    <a:pt x="5561945" y="4147748"/>
                  </a:lnTo>
                  <a:lnTo>
                    <a:pt x="5561945" y="4139980"/>
                  </a:lnTo>
                  <a:lnTo>
                    <a:pt x="5545635" y="4139980"/>
                  </a:lnTo>
                  <a:lnTo>
                    <a:pt x="5540198" y="4139980"/>
                  </a:lnTo>
                  <a:lnTo>
                    <a:pt x="5540198" y="4136107"/>
                  </a:lnTo>
                  <a:lnTo>
                    <a:pt x="5529324" y="4136107"/>
                  </a:lnTo>
                  <a:lnTo>
                    <a:pt x="5529324" y="4132246"/>
                  </a:lnTo>
                  <a:lnTo>
                    <a:pt x="5523887" y="4132246"/>
                  </a:lnTo>
                  <a:lnTo>
                    <a:pt x="5523887" y="4128397"/>
                  </a:lnTo>
                  <a:lnTo>
                    <a:pt x="5518450" y="4128397"/>
                  </a:lnTo>
                  <a:lnTo>
                    <a:pt x="5518450" y="4124560"/>
                  </a:lnTo>
                  <a:lnTo>
                    <a:pt x="5507576" y="4124560"/>
                  </a:lnTo>
                  <a:lnTo>
                    <a:pt x="5507576" y="4120722"/>
                  </a:lnTo>
                  <a:lnTo>
                    <a:pt x="5496703" y="4120722"/>
                  </a:lnTo>
                  <a:lnTo>
                    <a:pt x="5480392" y="4120722"/>
                  </a:lnTo>
                  <a:lnTo>
                    <a:pt x="5474955" y="4120722"/>
                  </a:lnTo>
                  <a:lnTo>
                    <a:pt x="5474955" y="4116920"/>
                  </a:lnTo>
                  <a:lnTo>
                    <a:pt x="5469518" y="4116920"/>
                  </a:lnTo>
                  <a:lnTo>
                    <a:pt x="5464081" y="4116920"/>
                  </a:lnTo>
                  <a:lnTo>
                    <a:pt x="5464081" y="4113141"/>
                  </a:lnTo>
                  <a:lnTo>
                    <a:pt x="5453207" y="4113141"/>
                  </a:lnTo>
                  <a:lnTo>
                    <a:pt x="5453207" y="4109362"/>
                  </a:lnTo>
                  <a:lnTo>
                    <a:pt x="5447770" y="4109362"/>
                  </a:lnTo>
                  <a:lnTo>
                    <a:pt x="5447770" y="4105605"/>
                  </a:lnTo>
                  <a:lnTo>
                    <a:pt x="5420586" y="4105605"/>
                  </a:lnTo>
                  <a:lnTo>
                    <a:pt x="5420586" y="4101860"/>
                  </a:lnTo>
                  <a:lnTo>
                    <a:pt x="5409712" y="4101860"/>
                  </a:lnTo>
                  <a:lnTo>
                    <a:pt x="5409712" y="4098114"/>
                  </a:lnTo>
                  <a:lnTo>
                    <a:pt x="5404275" y="4098114"/>
                  </a:lnTo>
                  <a:lnTo>
                    <a:pt x="5404275" y="4094378"/>
                  </a:lnTo>
                  <a:lnTo>
                    <a:pt x="5393402" y="4094378"/>
                  </a:lnTo>
                  <a:lnTo>
                    <a:pt x="5393402" y="4090642"/>
                  </a:lnTo>
                  <a:lnTo>
                    <a:pt x="5387965" y="4090642"/>
                  </a:lnTo>
                  <a:lnTo>
                    <a:pt x="5387965" y="4083167"/>
                  </a:lnTo>
                  <a:lnTo>
                    <a:pt x="5382528" y="4083167"/>
                  </a:lnTo>
                  <a:lnTo>
                    <a:pt x="5360780" y="4083167"/>
                  </a:lnTo>
                  <a:lnTo>
                    <a:pt x="5355343" y="4083167"/>
                  </a:lnTo>
                  <a:lnTo>
                    <a:pt x="5349906" y="4083167"/>
                  </a:lnTo>
                  <a:lnTo>
                    <a:pt x="5344469" y="4083167"/>
                  </a:lnTo>
                  <a:lnTo>
                    <a:pt x="5344469" y="4079474"/>
                  </a:lnTo>
                  <a:lnTo>
                    <a:pt x="5328159" y="4079474"/>
                  </a:lnTo>
                  <a:lnTo>
                    <a:pt x="5306411" y="4079474"/>
                  </a:lnTo>
                  <a:lnTo>
                    <a:pt x="5306411" y="4075802"/>
                  </a:lnTo>
                  <a:lnTo>
                    <a:pt x="5290100" y="4075802"/>
                  </a:lnTo>
                  <a:lnTo>
                    <a:pt x="5290100" y="4072141"/>
                  </a:lnTo>
                  <a:lnTo>
                    <a:pt x="5279227" y="4072141"/>
                  </a:lnTo>
                  <a:lnTo>
                    <a:pt x="5279227" y="4068479"/>
                  </a:lnTo>
                  <a:lnTo>
                    <a:pt x="5268353" y="4068479"/>
                  </a:lnTo>
                  <a:lnTo>
                    <a:pt x="5268353" y="4064826"/>
                  </a:lnTo>
                  <a:lnTo>
                    <a:pt x="5252042" y="4064826"/>
                  </a:lnTo>
                  <a:lnTo>
                    <a:pt x="5252042" y="4061184"/>
                  </a:lnTo>
                  <a:lnTo>
                    <a:pt x="5246605" y="4061184"/>
                  </a:lnTo>
                  <a:lnTo>
                    <a:pt x="5241168" y="4061184"/>
                  </a:lnTo>
                  <a:lnTo>
                    <a:pt x="5241168" y="4057584"/>
                  </a:lnTo>
                  <a:lnTo>
                    <a:pt x="5213984" y="4057584"/>
                  </a:lnTo>
                  <a:lnTo>
                    <a:pt x="5208547" y="4057584"/>
                  </a:lnTo>
                  <a:lnTo>
                    <a:pt x="5208547" y="4053993"/>
                  </a:lnTo>
                  <a:lnTo>
                    <a:pt x="5203110" y="4053993"/>
                  </a:lnTo>
                  <a:lnTo>
                    <a:pt x="5197673" y="4053993"/>
                  </a:lnTo>
                  <a:lnTo>
                    <a:pt x="5197673" y="4050422"/>
                  </a:lnTo>
                  <a:lnTo>
                    <a:pt x="5181363" y="4050422"/>
                  </a:lnTo>
                  <a:lnTo>
                    <a:pt x="5170489" y="4050422"/>
                  </a:lnTo>
                  <a:lnTo>
                    <a:pt x="5170489" y="4046871"/>
                  </a:lnTo>
                  <a:lnTo>
                    <a:pt x="5165052" y="4046871"/>
                  </a:lnTo>
                  <a:lnTo>
                    <a:pt x="5165052" y="4039786"/>
                  </a:lnTo>
                  <a:lnTo>
                    <a:pt x="5110683" y="4039786"/>
                  </a:lnTo>
                  <a:lnTo>
                    <a:pt x="5110683" y="4036243"/>
                  </a:lnTo>
                  <a:lnTo>
                    <a:pt x="5105246" y="4036243"/>
                  </a:lnTo>
                  <a:lnTo>
                    <a:pt x="5105246" y="4032699"/>
                  </a:lnTo>
                  <a:lnTo>
                    <a:pt x="5099809" y="4032699"/>
                  </a:lnTo>
                  <a:lnTo>
                    <a:pt x="5094372" y="4032699"/>
                  </a:lnTo>
                  <a:lnTo>
                    <a:pt x="5094372" y="4029184"/>
                  </a:lnTo>
                  <a:lnTo>
                    <a:pt x="5078061" y="4029184"/>
                  </a:lnTo>
                  <a:lnTo>
                    <a:pt x="5072625" y="4029184"/>
                  </a:lnTo>
                  <a:lnTo>
                    <a:pt x="5072625" y="4025678"/>
                  </a:lnTo>
                  <a:lnTo>
                    <a:pt x="5061751" y="4025678"/>
                  </a:lnTo>
                  <a:lnTo>
                    <a:pt x="5050877" y="4025678"/>
                  </a:lnTo>
                  <a:lnTo>
                    <a:pt x="5045440" y="4025678"/>
                  </a:lnTo>
                  <a:lnTo>
                    <a:pt x="5045440" y="4022191"/>
                  </a:lnTo>
                  <a:lnTo>
                    <a:pt x="5040003" y="4022191"/>
                  </a:lnTo>
                  <a:lnTo>
                    <a:pt x="5040003" y="4018703"/>
                  </a:lnTo>
                  <a:lnTo>
                    <a:pt x="5023693" y="4018703"/>
                  </a:lnTo>
                  <a:lnTo>
                    <a:pt x="5018256" y="4018703"/>
                  </a:lnTo>
                  <a:lnTo>
                    <a:pt x="5018256" y="4015242"/>
                  </a:lnTo>
                  <a:lnTo>
                    <a:pt x="4985634" y="4015242"/>
                  </a:lnTo>
                  <a:lnTo>
                    <a:pt x="4936702" y="4015242"/>
                  </a:lnTo>
                  <a:lnTo>
                    <a:pt x="4936702" y="4011791"/>
                  </a:lnTo>
                  <a:lnTo>
                    <a:pt x="4931265" y="4011791"/>
                  </a:lnTo>
                  <a:lnTo>
                    <a:pt x="4931265" y="4008338"/>
                  </a:lnTo>
                  <a:lnTo>
                    <a:pt x="4925828" y="4008338"/>
                  </a:lnTo>
                  <a:lnTo>
                    <a:pt x="4925828" y="4004886"/>
                  </a:lnTo>
                  <a:lnTo>
                    <a:pt x="4914955" y="4004886"/>
                  </a:lnTo>
                  <a:lnTo>
                    <a:pt x="4909518" y="4004886"/>
                  </a:lnTo>
                  <a:lnTo>
                    <a:pt x="4904081" y="4004886"/>
                  </a:lnTo>
                  <a:lnTo>
                    <a:pt x="4904081" y="4001451"/>
                  </a:lnTo>
                  <a:lnTo>
                    <a:pt x="4898644" y="4001451"/>
                  </a:lnTo>
                  <a:lnTo>
                    <a:pt x="4898644" y="3998015"/>
                  </a:lnTo>
                  <a:lnTo>
                    <a:pt x="4893207" y="3998015"/>
                  </a:lnTo>
                  <a:lnTo>
                    <a:pt x="4893207" y="3991142"/>
                  </a:lnTo>
                  <a:lnTo>
                    <a:pt x="4871459" y="3991142"/>
                  </a:lnTo>
                  <a:lnTo>
                    <a:pt x="4849712" y="3991142"/>
                  </a:lnTo>
                  <a:lnTo>
                    <a:pt x="4844275" y="3991142"/>
                  </a:lnTo>
                  <a:lnTo>
                    <a:pt x="4827964" y="3991142"/>
                  </a:lnTo>
                  <a:lnTo>
                    <a:pt x="4827964" y="3987758"/>
                  </a:lnTo>
                  <a:lnTo>
                    <a:pt x="4822527" y="3987758"/>
                  </a:lnTo>
                  <a:lnTo>
                    <a:pt x="4822527" y="3984374"/>
                  </a:lnTo>
                  <a:lnTo>
                    <a:pt x="4817090" y="3984374"/>
                  </a:lnTo>
                  <a:lnTo>
                    <a:pt x="4817090" y="3980989"/>
                  </a:lnTo>
                  <a:lnTo>
                    <a:pt x="4806217" y="3980989"/>
                  </a:lnTo>
                  <a:lnTo>
                    <a:pt x="4806217" y="3977603"/>
                  </a:lnTo>
                  <a:lnTo>
                    <a:pt x="4784469" y="3977603"/>
                  </a:lnTo>
                  <a:lnTo>
                    <a:pt x="4779032" y="3977603"/>
                  </a:lnTo>
                  <a:lnTo>
                    <a:pt x="4773595" y="3977603"/>
                  </a:lnTo>
                  <a:lnTo>
                    <a:pt x="4773595" y="3974234"/>
                  </a:lnTo>
                  <a:lnTo>
                    <a:pt x="4768158" y="3974234"/>
                  </a:lnTo>
                  <a:lnTo>
                    <a:pt x="4768158" y="3970865"/>
                  </a:lnTo>
                  <a:lnTo>
                    <a:pt x="4751848" y="3970865"/>
                  </a:lnTo>
                  <a:lnTo>
                    <a:pt x="4751848" y="3967503"/>
                  </a:lnTo>
                  <a:lnTo>
                    <a:pt x="4730100" y="3967503"/>
                  </a:lnTo>
                  <a:lnTo>
                    <a:pt x="4719226" y="3967503"/>
                  </a:lnTo>
                  <a:lnTo>
                    <a:pt x="4719226" y="3964167"/>
                  </a:lnTo>
                  <a:lnTo>
                    <a:pt x="4713789" y="3964167"/>
                  </a:lnTo>
                  <a:lnTo>
                    <a:pt x="4708352" y="3964167"/>
                  </a:lnTo>
                  <a:lnTo>
                    <a:pt x="4708352" y="3960854"/>
                  </a:lnTo>
                  <a:lnTo>
                    <a:pt x="4697479" y="3960854"/>
                  </a:lnTo>
                  <a:lnTo>
                    <a:pt x="4692042" y="3960854"/>
                  </a:lnTo>
                  <a:lnTo>
                    <a:pt x="4681168" y="3960854"/>
                  </a:lnTo>
                  <a:lnTo>
                    <a:pt x="4675731" y="3960854"/>
                  </a:lnTo>
                  <a:lnTo>
                    <a:pt x="4675731" y="3957574"/>
                  </a:lnTo>
                  <a:lnTo>
                    <a:pt x="4659420" y="3957574"/>
                  </a:lnTo>
                  <a:lnTo>
                    <a:pt x="4659420" y="3951012"/>
                  </a:lnTo>
                  <a:lnTo>
                    <a:pt x="4648547" y="3951012"/>
                  </a:lnTo>
                  <a:lnTo>
                    <a:pt x="4643110" y="3951012"/>
                  </a:lnTo>
                  <a:lnTo>
                    <a:pt x="4643110" y="3947738"/>
                  </a:lnTo>
                  <a:lnTo>
                    <a:pt x="4637673" y="3947738"/>
                  </a:lnTo>
                  <a:lnTo>
                    <a:pt x="4637673" y="3944463"/>
                  </a:lnTo>
                  <a:lnTo>
                    <a:pt x="4626799" y="3944463"/>
                  </a:lnTo>
                  <a:lnTo>
                    <a:pt x="4626799" y="3941197"/>
                  </a:lnTo>
                  <a:lnTo>
                    <a:pt x="4610488" y="3941197"/>
                  </a:lnTo>
                  <a:lnTo>
                    <a:pt x="4610488" y="3934661"/>
                  </a:lnTo>
                  <a:lnTo>
                    <a:pt x="4588741" y="3934661"/>
                  </a:lnTo>
                  <a:lnTo>
                    <a:pt x="4588741" y="3931409"/>
                  </a:lnTo>
                  <a:lnTo>
                    <a:pt x="4583304" y="3931409"/>
                  </a:lnTo>
                  <a:lnTo>
                    <a:pt x="4572430" y="3931409"/>
                  </a:lnTo>
                  <a:lnTo>
                    <a:pt x="4572430" y="3924918"/>
                  </a:lnTo>
                  <a:lnTo>
                    <a:pt x="4566993" y="3924918"/>
                  </a:lnTo>
                  <a:lnTo>
                    <a:pt x="4556119" y="3924918"/>
                  </a:lnTo>
                  <a:lnTo>
                    <a:pt x="4550682" y="3924918"/>
                  </a:lnTo>
                  <a:lnTo>
                    <a:pt x="4550682" y="3921702"/>
                  </a:lnTo>
                  <a:lnTo>
                    <a:pt x="4545246" y="3921702"/>
                  </a:lnTo>
                  <a:lnTo>
                    <a:pt x="4528935" y="3921702"/>
                  </a:lnTo>
                  <a:lnTo>
                    <a:pt x="4528935" y="3918500"/>
                  </a:lnTo>
                  <a:lnTo>
                    <a:pt x="4523498" y="3918500"/>
                  </a:lnTo>
                  <a:lnTo>
                    <a:pt x="4501750" y="3918500"/>
                  </a:lnTo>
                  <a:lnTo>
                    <a:pt x="4501750" y="3915306"/>
                  </a:lnTo>
                  <a:lnTo>
                    <a:pt x="4490877" y="3915306"/>
                  </a:lnTo>
                  <a:lnTo>
                    <a:pt x="4490877" y="3908959"/>
                  </a:lnTo>
                  <a:lnTo>
                    <a:pt x="4480003" y="3908959"/>
                  </a:lnTo>
                  <a:lnTo>
                    <a:pt x="4469129" y="3908959"/>
                  </a:lnTo>
                  <a:lnTo>
                    <a:pt x="4469129" y="3905793"/>
                  </a:lnTo>
                  <a:lnTo>
                    <a:pt x="4458255" y="3905793"/>
                  </a:lnTo>
                  <a:lnTo>
                    <a:pt x="4458255" y="3899473"/>
                  </a:lnTo>
                  <a:lnTo>
                    <a:pt x="4452818" y="3899473"/>
                  </a:lnTo>
                  <a:lnTo>
                    <a:pt x="4452818" y="3896326"/>
                  </a:lnTo>
                  <a:lnTo>
                    <a:pt x="4447381" y="3896326"/>
                  </a:lnTo>
                  <a:lnTo>
                    <a:pt x="4447381" y="3893180"/>
                  </a:lnTo>
                  <a:lnTo>
                    <a:pt x="4436508" y="3893180"/>
                  </a:lnTo>
                  <a:lnTo>
                    <a:pt x="4431071" y="3893180"/>
                  </a:lnTo>
                  <a:lnTo>
                    <a:pt x="4414760" y="3893180"/>
                  </a:lnTo>
                  <a:lnTo>
                    <a:pt x="4409323" y="3893180"/>
                  </a:lnTo>
                  <a:lnTo>
                    <a:pt x="4387576" y="3893180"/>
                  </a:lnTo>
                  <a:lnTo>
                    <a:pt x="4376702" y="3893180"/>
                  </a:lnTo>
                  <a:lnTo>
                    <a:pt x="4365828" y="3893180"/>
                  </a:lnTo>
                  <a:lnTo>
                    <a:pt x="4365828" y="3886995"/>
                  </a:lnTo>
                  <a:lnTo>
                    <a:pt x="4360391" y="3886995"/>
                  </a:lnTo>
                  <a:lnTo>
                    <a:pt x="4360391" y="3883903"/>
                  </a:lnTo>
                  <a:lnTo>
                    <a:pt x="4333207" y="3883903"/>
                  </a:lnTo>
                  <a:lnTo>
                    <a:pt x="4333207" y="3880810"/>
                  </a:lnTo>
                  <a:lnTo>
                    <a:pt x="4316896" y="3880810"/>
                  </a:lnTo>
                  <a:lnTo>
                    <a:pt x="4306022" y="3880810"/>
                  </a:lnTo>
                  <a:lnTo>
                    <a:pt x="4306022" y="3877730"/>
                  </a:lnTo>
                  <a:lnTo>
                    <a:pt x="4300585" y="3877730"/>
                  </a:lnTo>
                  <a:lnTo>
                    <a:pt x="4300585" y="3874649"/>
                  </a:lnTo>
                  <a:lnTo>
                    <a:pt x="4284274" y="3874649"/>
                  </a:lnTo>
                  <a:lnTo>
                    <a:pt x="4267964" y="3874649"/>
                  </a:lnTo>
                  <a:lnTo>
                    <a:pt x="4267964" y="3871582"/>
                  </a:lnTo>
                  <a:lnTo>
                    <a:pt x="4262527" y="3871582"/>
                  </a:lnTo>
                  <a:lnTo>
                    <a:pt x="4262527" y="3868521"/>
                  </a:lnTo>
                  <a:lnTo>
                    <a:pt x="4257090" y="3868521"/>
                  </a:lnTo>
                  <a:lnTo>
                    <a:pt x="4257090" y="3865466"/>
                  </a:lnTo>
                  <a:lnTo>
                    <a:pt x="4246216" y="3865466"/>
                  </a:lnTo>
                  <a:lnTo>
                    <a:pt x="4246216" y="3862411"/>
                  </a:lnTo>
                  <a:lnTo>
                    <a:pt x="4240779" y="3862411"/>
                  </a:lnTo>
                  <a:lnTo>
                    <a:pt x="4235342" y="3862411"/>
                  </a:lnTo>
                  <a:lnTo>
                    <a:pt x="4235342" y="3859368"/>
                  </a:lnTo>
                  <a:lnTo>
                    <a:pt x="4229906" y="3859368"/>
                  </a:lnTo>
                  <a:lnTo>
                    <a:pt x="4229906" y="3856325"/>
                  </a:lnTo>
                  <a:lnTo>
                    <a:pt x="4224469" y="3856325"/>
                  </a:lnTo>
                  <a:lnTo>
                    <a:pt x="4224469" y="3853294"/>
                  </a:lnTo>
                  <a:lnTo>
                    <a:pt x="4219032" y="3853294"/>
                  </a:lnTo>
                  <a:lnTo>
                    <a:pt x="4219032" y="3850263"/>
                  </a:lnTo>
                  <a:lnTo>
                    <a:pt x="4213595" y="3850263"/>
                  </a:lnTo>
                  <a:lnTo>
                    <a:pt x="4213595" y="3847238"/>
                  </a:lnTo>
                  <a:lnTo>
                    <a:pt x="4208158" y="3847238"/>
                  </a:lnTo>
                  <a:lnTo>
                    <a:pt x="4208158" y="3844219"/>
                  </a:lnTo>
                  <a:lnTo>
                    <a:pt x="4202721" y="3844219"/>
                  </a:lnTo>
                  <a:lnTo>
                    <a:pt x="4197284" y="3844219"/>
                  </a:lnTo>
                  <a:lnTo>
                    <a:pt x="4197284" y="3841218"/>
                  </a:lnTo>
                  <a:lnTo>
                    <a:pt x="4180973" y="3841218"/>
                  </a:lnTo>
                  <a:lnTo>
                    <a:pt x="4180973" y="3838224"/>
                  </a:lnTo>
                  <a:lnTo>
                    <a:pt x="4175537" y="3838224"/>
                  </a:lnTo>
                  <a:lnTo>
                    <a:pt x="4170100" y="3838224"/>
                  </a:lnTo>
                  <a:lnTo>
                    <a:pt x="4170100" y="3835235"/>
                  </a:lnTo>
                  <a:lnTo>
                    <a:pt x="4164663" y="3835235"/>
                  </a:lnTo>
                  <a:lnTo>
                    <a:pt x="4164663" y="3832245"/>
                  </a:lnTo>
                  <a:lnTo>
                    <a:pt x="4159226" y="3832245"/>
                  </a:lnTo>
                  <a:lnTo>
                    <a:pt x="4159226" y="3829255"/>
                  </a:lnTo>
                  <a:lnTo>
                    <a:pt x="4153789" y="3829255"/>
                  </a:lnTo>
                  <a:lnTo>
                    <a:pt x="4153789" y="3823275"/>
                  </a:lnTo>
                  <a:lnTo>
                    <a:pt x="4148352" y="3823275"/>
                  </a:lnTo>
                  <a:lnTo>
                    <a:pt x="4142915" y="3823275"/>
                  </a:lnTo>
                  <a:lnTo>
                    <a:pt x="4142915" y="3820291"/>
                  </a:lnTo>
                  <a:lnTo>
                    <a:pt x="4126604" y="3820291"/>
                  </a:lnTo>
                  <a:lnTo>
                    <a:pt x="4126604" y="3814321"/>
                  </a:lnTo>
                  <a:lnTo>
                    <a:pt x="4115731" y="3814321"/>
                  </a:lnTo>
                  <a:lnTo>
                    <a:pt x="4115731" y="3811341"/>
                  </a:lnTo>
                  <a:lnTo>
                    <a:pt x="4110294" y="3811341"/>
                  </a:lnTo>
                  <a:lnTo>
                    <a:pt x="4104857" y="3811341"/>
                  </a:lnTo>
                  <a:lnTo>
                    <a:pt x="4099420" y="3811341"/>
                  </a:lnTo>
                  <a:lnTo>
                    <a:pt x="4099420" y="3808397"/>
                  </a:lnTo>
                  <a:lnTo>
                    <a:pt x="4083109" y="3808397"/>
                  </a:lnTo>
                  <a:lnTo>
                    <a:pt x="4083109" y="3805452"/>
                  </a:lnTo>
                  <a:lnTo>
                    <a:pt x="4077672" y="3805452"/>
                  </a:lnTo>
                  <a:lnTo>
                    <a:pt x="4077672" y="3802513"/>
                  </a:lnTo>
                  <a:lnTo>
                    <a:pt x="4072235" y="3802513"/>
                  </a:lnTo>
                  <a:lnTo>
                    <a:pt x="4072235" y="3799585"/>
                  </a:lnTo>
                  <a:lnTo>
                    <a:pt x="4066799" y="3799585"/>
                  </a:lnTo>
                  <a:lnTo>
                    <a:pt x="4066799" y="3796656"/>
                  </a:lnTo>
                  <a:lnTo>
                    <a:pt x="4055925" y="3796656"/>
                  </a:lnTo>
                  <a:lnTo>
                    <a:pt x="4039614" y="3796656"/>
                  </a:lnTo>
                  <a:lnTo>
                    <a:pt x="4039614" y="3793739"/>
                  </a:lnTo>
                  <a:lnTo>
                    <a:pt x="4034177" y="3793739"/>
                  </a:lnTo>
                  <a:lnTo>
                    <a:pt x="4034177" y="3790821"/>
                  </a:lnTo>
                  <a:lnTo>
                    <a:pt x="4028740" y="3790821"/>
                  </a:lnTo>
                  <a:lnTo>
                    <a:pt x="4028740" y="3787915"/>
                  </a:lnTo>
                  <a:lnTo>
                    <a:pt x="4023303" y="3787915"/>
                  </a:lnTo>
                  <a:lnTo>
                    <a:pt x="4017867" y="3787915"/>
                  </a:lnTo>
                  <a:lnTo>
                    <a:pt x="4001556" y="3787915"/>
                  </a:lnTo>
                  <a:lnTo>
                    <a:pt x="4001556" y="3785025"/>
                  </a:lnTo>
                  <a:lnTo>
                    <a:pt x="3996119" y="3785025"/>
                  </a:lnTo>
                  <a:lnTo>
                    <a:pt x="3996119" y="3779276"/>
                  </a:lnTo>
                  <a:lnTo>
                    <a:pt x="3990682" y="3779276"/>
                  </a:lnTo>
                  <a:lnTo>
                    <a:pt x="3985245" y="3779276"/>
                  </a:lnTo>
                  <a:lnTo>
                    <a:pt x="3985245" y="3773548"/>
                  </a:lnTo>
                  <a:lnTo>
                    <a:pt x="3963498" y="3773548"/>
                  </a:lnTo>
                  <a:lnTo>
                    <a:pt x="3958061" y="3773548"/>
                  </a:lnTo>
                  <a:lnTo>
                    <a:pt x="3941750" y="3773548"/>
                  </a:lnTo>
                  <a:lnTo>
                    <a:pt x="3936313" y="3773548"/>
                  </a:lnTo>
                  <a:lnTo>
                    <a:pt x="3936313" y="3770716"/>
                  </a:lnTo>
                  <a:lnTo>
                    <a:pt x="3930876" y="3770716"/>
                  </a:lnTo>
                  <a:lnTo>
                    <a:pt x="3930876" y="3767883"/>
                  </a:lnTo>
                  <a:lnTo>
                    <a:pt x="3925439" y="3767883"/>
                  </a:lnTo>
                  <a:lnTo>
                    <a:pt x="3925439" y="3759415"/>
                  </a:lnTo>
                  <a:lnTo>
                    <a:pt x="3920002" y="3759415"/>
                  </a:lnTo>
                  <a:lnTo>
                    <a:pt x="3914565" y="3759415"/>
                  </a:lnTo>
                  <a:lnTo>
                    <a:pt x="3914565" y="3756607"/>
                  </a:lnTo>
                  <a:lnTo>
                    <a:pt x="3909129" y="3756607"/>
                  </a:lnTo>
                  <a:lnTo>
                    <a:pt x="3909129" y="3753804"/>
                  </a:lnTo>
                  <a:lnTo>
                    <a:pt x="3903692" y="3753804"/>
                  </a:lnTo>
                  <a:lnTo>
                    <a:pt x="3903692" y="3751011"/>
                  </a:lnTo>
                  <a:lnTo>
                    <a:pt x="3898255" y="3751011"/>
                  </a:lnTo>
                  <a:lnTo>
                    <a:pt x="3898255" y="3748217"/>
                  </a:lnTo>
                  <a:lnTo>
                    <a:pt x="3887381" y="3748217"/>
                  </a:lnTo>
                  <a:lnTo>
                    <a:pt x="3881944" y="3748217"/>
                  </a:lnTo>
                  <a:lnTo>
                    <a:pt x="3881944" y="3745434"/>
                  </a:lnTo>
                  <a:lnTo>
                    <a:pt x="3865633" y="3745434"/>
                  </a:lnTo>
                  <a:lnTo>
                    <a:pt x="3865633" y="3739866"/>
                  </a:lnTo>
                  <a:lnTo>
                    <a:pt x="3854760" y="3739866"/>
                  </a:lnTo>
                  <a:lnTo>
                    <a:pt x="3849323" y="3739866"/>
                  </a:lnTo>
                  <a:lnTo>
                    <a:pt x="3843886" y="3739866"/>
                  </a:lnTo>
                  <a:lnTo>
                    <a:pt x="3833012" y="3739866"/>
                  </a:lnTo>
                  <a:lnTo>
                    <a:pt x="3833012" y="3728826"/>
                  </a:lnTo>
                  <a:lnTo>
                    <a:pt x="3827575" y="3728826"/>
                  </a:lnTo>
                  <a:lnTo>
                    <a:pt x="3827575" y="3726070"/>
                  </a:lnTo>
                  <a:lnTo>
                    <a:pt x="3822138" y="3726070"/>
                  </a:lnTo>
                  <a:lnTo>
                    <a:pt x="3822138" y="3723314"/>
                  </a:lnTo>
                  <a:lnTo>
                    <a:pt x="3811264" y="3723314"/>
                  </a:lnTo>
                  <a:lnTo>
                    <a:pt x="3811264" y="3717812"/>
                  </a:lnTo>
                  <a:lnTo>
                    <a:pt x="3805828" y="3717812"/>
                  </a:lnTo>
                  <a:lnTo>
                    <a:pt x="3805828" y="3715074"/>
                  </a:lnTo>
                  <a:lnTo>
                    <a:pt x="3800391" y="3715074"/>
                  </a:lnTo>
                  <a:lnTo>
                    <a:pt x="3800391" y="3709599"/>
                  </a:lnTo>
                  <a:lnTo>
                    <a:pt x="3794954" y="3709599"/>
                  </a:lnTo>
                  <a:lnTo>
                    <a:pt x="3778643" y="3709599"/>
                  </a:lnTo>
                  <a:lnTo>
                    <a:pt x="3778643" y="3704131"/>
                  </a:lnTo>
                  <a:lnTo>
                    <a:pt x="3773206" y="3704131"/>
                  </a:lnTo>
                  <a:lnTo>
                    <a:pt x="3773206" y="3693195"/>
                  </a:lnTo>
                  <a:lnTo>
                    <a:pt x="3767769" y="3693195"/>
                  </a:lnTo>
                  <a:lnTo>
                    <a:pt x="3767769" y="3690470"/>
                  </a:lnTo>
                  <a:lnTo>
                    <a:pt x="3762332" y="3690470"/>
                  </a:lnTo>
                  <a:lnTo>
                    <a:pt x="3756895" y="3690470"/>
                  </a:lnTo>
                  <a:lnTo>
                    <a:pt x="3756895" y="3687758"/>
                  </a:lnTo>
                  <a:lnTo>
                    <a:pt x="3751459" y="3687758"/>
                  </a:lnTo>
                  <a:lnTo>
                    <a:pt x="3740585" y="3687758"/>
                  </a:lnTo>
                  <a:lnTo>
                    <a:pt x="3724274" y="3687758"/>
                  </a:lnTo>
                  <a:lnTo>
                    <a:pt x="3718837" y="3687758"/>
                  </a:lnTo>
                  <a:lnTo>
                    <a:pt x="3718837" y="3685077"/>
                  </a:lnTo>
                  <a:lnTo>
                    <a:pt x="3707963" y="3685077"/>
                  </a:lnTo>
                  <a:lnTo>
                    <a:pt x="3707963" y="3682405"/>
                  </a:lnTo>
                  <a:lnTo>
                    <a:pt x="3691653" y="3682405"/>
                  </a:lnTo>
                  <a:lnTo>
                    <a:pt x="3691653" y="3679764"/>
                  </a:lnTo>
                  <a:lnTo>
                    <a:pt x="3686216" y="3679764"/>
                  </a:lnTo>
                  <a:lnTo>
                    <a:pt x="3686216" y="3677126"/>
                  </a:lnTo>
                  <a:lnTo>
                    <a:pt x="3680779" y="3677126"/>
                  </a:lnTo>
                  <a:lnTo>
                    <a:pt x="3680779" y="3674493"/>
                  </a:lnTo>
                  <a:lnTo>
                    <a:pt x="3675342" y="3674493"/>
                  </a:lnTo>
                  <a:lnTo>
                    <a:pt x="3659031" y="3674493"/>
                  </a:lnTo>
                  <a:lnTo>
                    <a:pt x="3659031" y="3671864"/>
                  </a:lnTo>
                  <a:lnTo>
                    <a:pt x="3653594" y="3671864"/>
                  </a:lnTo>
                  <a:lnTo>
                    <a:pt x="3648158" y="3671864"/>
                  </a:lnTo>
                  <a:lnTo>
                    <a:pt x="3642721" y="3671864"/>
                  </a:lnTo>
                  <a:lnTo>
                    <a:pt x="3642721" y="3669251"/>
                  </a:lnTo>
                  <a:lnTo>
                    <a:pt x="3637284" y="3669251"/>
                  </a:lnTo>
                  <a:lnTo>
                    <a:pt x="3631847" y="3669251"/>
                  </a:lnTo>
                  <a:lnTo>
                    <a:pt x="3631847" y="3666647"/>
                  </a:lnTo>
                  <a:lnTo>
                    <a:pt x="3626410" y="3666647"/>
                  </a:lnTo>
                  <a:lnTo>
                    <a:pt x="3620973" y="3666647"/>
                  </a:lnTo>
                  <a:lnTo>
                    <a:pt x="3620973" y="3664046"/>
                  </a:lnTo>
                  <a:lnTo>
                    <a:pt x="3615536" y="3664046"/>
                  </a:lnTo>
                  <a:lnTo>
                    <a:pt x="3615536" y="3658869"/>
                  </a:lnTo>
                  <a:lnTo>
                    <a:pt x="3610099" y="3658869"/>
                  </a:lnTo>
                  <a:lnTo>
                    <a:pt x="3610099" y="3653700"/>
                  </a:lnTo>
                  <a:lnTo>
                    <a:pt x="3604662" y="3653700"/>
                  </a:lnTo>
                  <a:lnTo>
                    <a:pt x="3604662" y="3648538"/>
                  </a:lnTo>
                  <a:lnTo>
                    <a:pt x="3599225" y="3648538"/>
                  </a:lnTo>
                  <a:lnTo>
                    <a:pt x="3599225" y="3645957"/>
                  </a:lnTo>
                  <a:lnTo>
                    <a:pt x="3593789" y="3645957"/>
                  </a:lnTo>
                  <a:lnTo>
                    <a:pt x="3593789" y="3640794"/>
                  </a:lnTo>
                  <a:lnTo>
                    <a:pt x="3588352" y="3640794"/>
                  </a:lnTo>
                  <a:lnTo>
                    <a:pt x="3582915" y="3640794"/>
                  </a:lnTo>
                  <a:lnTo>
                    <a:pt x="3577478" y="3640794"/>
                  </a:lnTo>
                  <a:lnTo>
                    <a:pt x="3577478" y="3638224"/>
                  </a:lnTo>
                  <a:lnTo>
                    <a:pt x="3572041" y="3638224"/>
                  </a:lnTo>
                  <a:lnTo>
                    <a:pt x="3572041" y="3633092"/>
                  </a:lnTo>
                  <a:lnTo>
                    <a:pt x="3561167" y="3633092"/>
                  </a:lnTo>
                  <a:lnTo>
                    <a:pt x="3539420" y="3633092"/>
                  </a:lnTo>
                  <a:lnTo>
                    <a:pt x="3539420" y="3627976"/>
                  </a:lnTo>
                  <a:lnTo>
                    <a:pt x="3533983" y="3627976"/>
                  </a:lnTo>
                  <a:lnTo>
                    <a:pt x="3523109" y="3627976"/>
                  </a:lnTo>
                  <a:lnTo>
                    <a:pt x="3523109" y="3625425"/>
                  </a:lnTo>
                  <a:lnTo>
                    <a:pt x="3517672" y="3625425"/>
                  </a:lnTo>
                  <a:lnTo>
                    <a:pt x="3517672" y="3622878"/>
                  </a:lnTo>
                  <a:lnTo>
                    <a:pt x="3512235" y="3622878"/>
                  </a:lnTo>
                  <a:lnTo>
                    <a:pt x="3512235" y="3617783"/>
                  </a:lnTo>
                  <a:lnTo>
                    <a:pt x="3501361" y="3617783"/>
                  </a:lnTo>
                  <a:lnTo>
                    <a:pt x="3501361" y="3615251"/>
                  </a:lnTo>
                  <a:lnTo>
                    <a:pt x="3495924" y="3615251"/>
                  </a:lnTo>
                  <a:lnTo>
                    <a:pt x="3490487" y="3615251"/>
                  </a:lnTo>
                  <a:lnTo>
                    <a:pt x="3490487" y="3607664"/>
                  </a:lnTo>
                  <a:lnTo>
                    <a:pt x="3474177" y="3607664"/>
                  </a:lnTo>
                  <a:lnTo>
                    <a:pt x="3474177" y="3605135"/>
                  </a:lnTo>
                  <a:lnTo>
                    <a:pt x="3468740" y="3605135"/>
                  </a:lnTo>
                  <a:lnTo>
                    <a:pt x="3463303" y="3605135"/>
                  </a:lnTo>
                  <a:lnTo>
                    <a:pt x="3463303" y="3600084"/>
                  </a:lnTo>
                  <a:lnTo>
                    <a:pt x="3457866" y="3600084"/>
                  </a:lnTo>
                  <a:lnTo>
                    <a:pt x="3457866" y="3597558"/>
                  </a:lnTo>
                  <a:lnTo>
                    <a:pt x="3452429" y="3597558"/>
                  </a:lnTo>
                  <a:lnTo>
                    <a:pt x="3452429" y="3592506"/>
                  </a:lnTo>
                  <a:lnTo>
                    <a:pt x="3446992" y="3592506"/>
                  </a:lnTo>
                  <a:lnTo>
                    <a:pt x="3446992" y="3589984"/>
                  </a:lnTo>
                  <a:lnTo>
                    <a:pt x="3441555" y="3589984"/>
                  </a:lnTo>
                  <a:lnTo>
                    <a:pt x="3441555" y="3587461"/>
                  </a:lnTo>
                  <a:lnTo>
                    <a:pt x="3425245" y="3587461"/>
                  </a:lnTo>
                  <a:lnTo>
                    <a:pt x="3425245" y="3584946"/>
                  </a:lnTo>
                  <a:lnTo>
                    <a:pt x="3419808" y="3584946"/>
                  </a:lnTo>
                  <a:lnTo>
                    <a:pt x="3419808" y="3579915"/>
                  </a:lnTo>
                  <a:lnTo>
                    <a:pt x="3414371" y="3579915"/>
                  </a:lnTo>
                  <a:lnTo>
                    <a:pt x="3392623" y="3579915"/>
                  </a:lnTo>
                  <a:lnTo>
                    <a:pt x="3392623" y="3577406"/>
                  </a:lnTo>
                  <a:lnTo>
                    <a:pt x="3387186" y="3577406"/>
                  </a:lnTo>
                  <a:lnTo>
                    <a:pt x="3370876" y="3577406"/>
                  </a:lnTo>
                  <a:lnTo>
                    <a:pt x="3370876" y="3569902"/>
                  </a:lnTo>
                  <a:lnTo>
                    <a:pt x="3365439" y="3569902"/>
                  </a:lnTo>
                  <a:lnTo>
                    <a:pt x="3360002" y="3569902"/>
                  </a:lnTo>
                  <a:lnTo>
                    <a:pt x="3360002" y="3567404"/>
                  </a:lnTo>
                  <a:lnTo>
                    <a:pt x="3354565" y="3567404"/>
                  </a:lnTo>
                  <a:lnTo>
                    <a:pt x="3354565" y="3564909"/>
                  </a:lnTo>
                  <a:lnTo>
                    <a:pt x="3349128" y="3564909"/>
                  </a:lnTo>
                  <a:lnTo>
                    <a:pt x="3349128" y="3559926"/>
                  </a:lnTo>
                  <a:lnTo>
                    <a:pt x="3343691" y="3559926"/>
                  </a:lnTo>
                  <a:lnTo>
                    <a:pt x="3343691" y="3557435"/>
                  </a:lnTo>
                  <a:lnTo>
                    <a:pt x="3327381" y="3557435"/>
                  </a:lnTo>
                  <a:lnTo>
                    <a:pt x="3327381" y="3554943"/>
                  </a:lnTo>
                  <a:lnTo>
                    <a:pt x="3321944" y="3554943"/>
                  </a:lnTo>
                  <a:lnTo>
                    <a:pt x="3316507" y="3554943"/>
                  </a:lnTo>
                  <a:lnTo>
                    <a:pt x="3311070" y="3554943"/>
                  </a:lnTo>
                  <a:lnTo>
                    <a:pt x="3311070" y="3549980"/>
                  </a:lnTo>
                  <a:lnTo>
                    <a:pt x="3305633" y="3549980"/>
                  </a:lnTo>
                  <a:lnTo>
                    <a:pt x="3305633" y="3547499"/>
                  </a:lnTo>
                  <a:lnTo>
                    <a:pt x="3300196" y="3547499"/>
                  </a:lnTo>
                  <a:lnTo>
                    <a:pt x="3300196" y="3545021"/>
                  </a:lnTo>
                  <a:lnTo>
                    <a:pt x="3294759" y="3545021"/>
                  </a:lnTo>
                  <a:lnTo>
                    <a:pt x="3294759" y="3542543"/>
                  </a:lnTo>
                  <a:lnTo>
                    <a:pt x="3289322" y="3542543"/>
                  </a:lnTo>
                  <a:lnTo>
                    <a:pt x="3289322" y="3540068"/>
                  </a:lnTo>
                  <a:lnTo>
                    <a:pt x="3283885" y="3540068"/>
                  </a:lnTo>
                  <a:lnTo>
                    <a:pt x="3283885" y="3535117"/>
                  </a:lnTo>
                  <a:lnTo>
                    <a:pt x="3278449" y="3535117"/>
                  </a:lnTo>
                  <a:lnTo>
                    <a:pt x="3278449" y="3532642"/>
                  </a:lnTo>
                  <a:lnTo>
                    <a:pt x="3273012" y="3532642"/>
                  </a:lnTo>
                  <a:lnTo>
                    <a:pt x="3273012" y="3530177"/>
                  </a:lnTo>
                  <a:lnTo>
                    <a:pt x="3262138" y="3530177"/>
                  </a:lnTo>
                  <a:lnTo>
                    <a:pt x="3262138" y="3525247"/>
                  </a:lnTo>
                  <a:lnTo>
                    <a:pt x="3256701" y="3525247"/>
                  </a:lnTo>
                  <a:lnTo>
                    <a:pt x="3256701" y="3522781"/>
                  </a:lnTo>
                  <a:lnTo>
                    <a:pt x="3251264" y="3522781"/>
                  </a:lnTo>
                  <a:lnTo>
                    <a:pt x="3251264" y="3520315"/>
                  </a:lnTo>
                  <a:lnTo>
                    <a:pt x="3240390" y="3520315"/>
                  </a:lnTo>
                  <a:lnTo>
                    <a:pt x="3240390" y="3517853"/>
                  </a:lnTo>
                  <a:lnTo>
                    <a:pt x="3234953" y="3517853"/>
                  </a:lnTo>
                  <a:lnTo>
                    <a:pt x="3229516" y="3517853"/>
                  </a:lnTo>
                  <a:lnTo>
                    <a:pt x="3229516" y="3512942"/>
                  </a:lnTo>
                  <a:lnTo>
                    <a:pt x="3224080" y="3512942"/>
                  </a:lnTo>
                  <a:lnTo>
                    <a:pt x="3218643" y="3512942"/>
                  </a:lnTo>
                  <a:lnTo>
                    <a:pt x="3218643" y="3508036"/>
                  </a:lnTo>
                  <a:lnTo>
                    <a:pt x="3213206" y="3508036"/>
                  </a:lnTo>
                  <a:lnTo>
                    <a:pt x="3213206" y="3505587"/>
                  </a:lnTo>
                  <a:lnTo>
                    <a:pt x="3207769" y="3505587"/>
                  </a:lnTo>
                  <a:lnTo>
                    <a:pt x="3207769" y="3503137"/>
                  </a:lnTo>
                  <a:lnTo>
                    <a:pt x="3202332" y="3503137"/>
                  </a:lnTo>
                  <a:lnTo>
                    <a:pt x="3202332" y="3498244"/>
                  </a:lnTo>
                  <a:lnTo>
                    <a:pt x="3196895" y="3498244"/>
                  </a:lnTo>
                  <a:lnTo>
                    <a:pt x="3196895" y="3495804"/>
                  </a:lnTo>
                  <a:lnTo>
                    <a:pt x="3191458" y="3495804"/>
                  </a:lnTo>
                  <a:lnTo>
                    <a:pt x="3191458" y="3490924"/>
                  </a:lnTo>
                  <a:lnTo>
                    <a:pt x="3186021" y="3490924"/>
                  </a:lnTo>
                  <a:lnTo>
                    <a:pt x="3186021" y="3486043"/>
                  </a:lnTo>
                  <a:lnTo>
                    <a:pt x="3180584" y="3486043"/>
                  </a:lnTo>
                  <a:lnTo>
                    <a:pt x="3180584" y="3483606"/>
                  </a:lnTo>
                  <a:lnTo>
                    <a:pt x="3175147" y="3483606"/>
                  </a:lnTo>
                  <a:lnTo>
                    <a:pt x="3175147" y="3476303"/>
                  </a:lnTo>
                  <a:lnTo>
                    <a:pt x="3169711" y="3476303"/>
                  </a:lnTo>
                  <a:lnTo>
                    <a:pt x="3158837" y="3476303"/>
                  </a:lnTo>
                  <a:lnTo>
                    <a:pt x="3153400" y="3476303"/>
                  </a:lnTo>
                  <a:lnTo>
                    <a:pt x="3153400" y="3471446"/>
                  </a:lnTo>
                  <a:lnTo>
                    <a:pt x="3147963" y="3471446"/>
                  </a:lnTo>
                  <a:lnTo>
                    <a:pt x="3147963" y="3469018"/>
                  </a:lnTo>
                  <a:lnTo>
                    <a:pt x="3142526" y="3469018"/>
                  </a:lnTo>
                  <a:lnTo>
                    <a:pt x="3137089" y="3469018"/>
                  </a:lnTo>
                  <a:lnTo>
                    <a:pt x="3137089" y="3466592"/>
                  </a:lnTo>
                  <a:lnTo>
                    <a:pt x="3131652" y="3466592"/>
                  </a:lnTo>
                  <a:lnTo>
                    <a:pt x="3131652" y="3459316"/>
                  </a:lnTo>
                  <a:lnTo>
                    <a:pt x="3126215" y="3459316"/>
                  </a:lnTo>
                  <a:lnTo>
                    <a:pt x="3126215" y="3456890"/>
                  </a:lnTo>
                  <a:lnTo>
                    <a:pt x="3120778" y="3456890"/>
                  </a:lnTo>
                  <a:lnTo>
                    <a:pt x="3120778" y="3452038"/>
                  </a:lnTo>
                  <a:lnTo>
                    <a:pt x="3115342" y="3452038"/>
                  </a:lnTo>
                  <a:lnTo>
                    <a:pt x="3115342" y="3449615"/>
                  </a:lnTo>
                  <a:lnTo>
                    <a:pt x="3109905" y="3449615"/>
                  </a:lnTo>
                  <a:lnTo>
                    <a:pt x="3109905" y="3447192"/>
                  </a:lnTo>
                  <a:lnTo>
                    <a:pt x="3099031" y="3447192"/>
                  </a:lnTo>
                  <a:lnTo>
                    <a:pt x="3099031" y="3444772"/>
                  </a:lnTo>
                  <a:lnTo>
                    <a:pt x="3093594" y="3444772"/>
                  </a:lnTo>
                  <a:lnTo>
                    <a:pt x="3093594" y="3442355"/>
                  </a:lnTo>
                  <a:lnTo>
                    <a:pt x="3088157" y="3442355"/>
                  </a:lnTo>
                  <a:lnTo>
                    <a:pt x="3088157" y="3437527"/>
                  </a:lnTo>
                  <a:lnTo>
                    <a:pt x="3082720" y="3437527"/>
                  </a:lnTo>
                  <a:lnTo>
                    <a:pt x="3082720" y="3435113"/>
                  </a:lnTo>
                  <a:lnTo>
                    <a:pt x="3066410" y="3435113"/>
                  </a:lnTo>
                  <a:lnTo>
                    <a:pt x="3066410" y="3432698"/>
                  </a:lnTo>
                  <a:lnTo>
                    <a:pt x="3060973" y="3432698"/>
                  </a:lnTo>
                  <a:lnTo>
                    <a:pt x="3060973" y="3427876"/>
                  </a:lnTo>
                  <a:lnTo>
                    <a:pt x="3055536" y="3427876"/>
                  </a:lnTo>
                  <a:lnTo>
                    <a:pt x="3055536" y="3425464"/>
                  </a:lnTo>
                  <a:lnTo>
                    <a:pt x="3050099" y="3425464"/>
                  </a:lnTo>
                  <a:lnTo>
                    <a:pt x="3050099" y="3423055"/>
                  </a:lnTo>
                  <a:lnTo>
                    <a:pt x="3044662" y="3423055"/>
                  </a:lnTo>
                  <a:lnTo>
                    <a:pt x="3039225" y="3423055"/>
                  </a:lnTo>
                  <a:lnTo>
                    <a:pt x="3039225" y="3420659"/>
                  </a:lnTo>
                  <a:lnTo>
                    <a:pt x="3033788" y="3420659"/>
                  </a:lnTo>
                  <a:lnTo>
                    <a:pt x="3033788" y="3415866"/>
                  </a:lnTo>
                  <a:lnTo>
                    <a:pt x="3028351" y="3415866"/>
                  </a:lnTo>
                  <a:lnTo>
                    <a:pt x="3028351" y="3413469"/>
                  </a:lnTo>
                  <a:lnTo>
                    <a:pt x="3022914" y="3413469"/>
                  </a:lnTo>
                  <a:lnTo>
                    <a:pt x="3022914" y="3411072"/>
                  </a:lnTo>
                  <a:lnTo>
                    <a:pt x="3006604" y="3411072"/>
                  </a:lnTo>
                  <a:lnTo>
                    <a:pt x="3001167" y="3411072"/>
                  </a:lnTo>
                  <a:lnTo>
                    <a:pt x="3001167" y="3408681"/>
                  </a:lnTo>
                  <a:lnTo>
                    <a:pt x="2995730" y="3408681"/>
                  </a:lnTo>
                  <a:lnTo>
                    <a:pt x="2995730" y="3406290"/>
                  </a:lnTo>
                  <a:lnTo>
                    <a:pt x="2984856" y="3406290"/>
                  </a:lnTo>
                  <a:lnTo>
                    <a:pt x="2984856" y="3401508"/>
                  </a:lnTo>
                  <a:lnTo>
                    <a:pt x="2979419" y="3401508"/>
                  </a:lnTo>
                  <a:lnTo>
                    <a:pt x="2979419" y="3399119"/>
                  </a:lnTo>
                  <a:lnTo>
                    <a:pt x="2973982" y="3399119"/>
                  </a:lnTo>
                  <a:lnTo>
                    <a:pt x="2973982" y="3396731"/>
                  </a:lnTo>
                  <a:lnTo>
                    <a:pt x="2968545" y="3396731"/>
                  </a:lnTo>
                  <a:lnTo>
                    <a:pt x="2968545" y="3391954"/>
                  </a:lnTo>
                  <a:lnTo>
                    <a:pt x="2963108" y="3391954"/>
                  </a:lnTo>
                  <a:lnTo>
                    <a:pt x="2963108" y="3389565"/>
                  </a:lnTo>
                  <a:lnTo>
                    <a:pt x="2957672" y="3389565"/>
                  </a:lnTo>
                  <a:lnTo>
                    <a:pt x="2957672" y="3387176"/>
                  </a:lnTo>
                  <a:lnTo>
                    <a:pt x="2952235" y="3387176"/>
                  </a:lnTo>
                  <a:lnTo>
                    <a:pt x="2952235" y="3384790"/>
                  </a:lnTo>
                  <a:lnTo>
                    <a:pt x="2941361" y="3384790"/>
                  </a:lnTo>
                  <a:lnTo>
                    <a:pt x="2941361" y="3382404"/>
                  </a:lnTo>
                  <a:lnTo>
                    <a:pt x="2935924" y="3382404"/>
                  </a:lnTo>
                  <a:lnTo>
                    <a:pt x="2935924" y="3377637"/>
                  </a:lnTo>
                  <a:lnTo>
                    <a:pt x="2930487" y="3377637"/>
                  </a:lnTo>
                  <a:lnTo>
                    <a:pt x="2930487" y="3375253"/>
                  </a:lnTo>
                  <a:lnTo>
                    <a:pt x="2919613" y="3375253"/>
                  </a:lnTo>
                  <a:lnTo>
                    <a:pt x="2919613" y="3370486"/>
                  </a:lnTo>
                  <a:lnTo>
                    <a:pt x="2914176" y="3370486"/>
                  </a:lnTo>
                  <a:lnTo>
                    <a:pt x="2914176" y="3365724"/>
                  </a:lnTo>
                  <a:lnTo>
                    <a:pt x="2908739" y="3365724"/>
                  </a:lnTo>
                  <a:lnTo>
                    <a:pt x="2903303" y="3365724"/>
                  </a:lnTo>
                  <a:lnTo>
                    <a:pt x="2903303" y="3363346"/>
                  </a:lnTo>
                  <a:lnTo>
                    <a:pt x="2897866" y="3363346"/>
                  </a:lnTo>
                  <a:lnTo>
                    <a:pt x="2897866" y="3356210"/>
                  </a:lnTo>
                  <a:lnTo>
                    <a:pt x="2892429" y="3356210"/>
                  </a:lnTo>
                  <a:lnTo>
                    <a:pt x="2892429" y="3353837"/>
                  </a:lnTo>
                  <a:lnTo>
                    <a:pt x="2886992" y="3353837"/>
                  </a:lnTo>
                  <a:lnTo>
                    <a:pt x="2886992" y="3346727"/>
                  </a:lnTo>
                  <a:lnTo>
                    <a:pt x="2881555" y="3346727"/>
                  </a:lnTo>
                  <a:lnTo>
                    <a:pt x="2881555" y="3344356"/>
                  </a:lnTo>
                  <a:lnTo>
                    <a:pt x="2876118" y="3344356"/>
                  </a:lnTo>
                  <a:lnTo>
                    <a:pt x="2876118" y="3337245"/>
                  </a:lnTo>
                  <a:lnTo>
                    <a:pt x="2870681" y="3337245"/>
                  </a:lnTo>
                  <a:lnTo>
                    <a:pt x="2870681" y="3334874"/>
                  </a:lnTo>
                  <a:lnTo>
                    <a:pt x="2865244" y="3334874"/>
                  </a:lnTo>
                  <a:lnTo>
                    <a:pt x="2865244" y="3323032"/>
                  </a:lnTo>
                  <a:lnTo>
                    <a:pt x="2859807" y="3323032"/>
                  </a:lnTo>
                  <a:lnTo>
                    <a:pt x="2859807" y="3320664"/>
                  </a:lnTo>
                  <a:lnTo>
                    <a:pt x="2854371" y="3320664"/>
                  </a:lnTo>
                  <a:lnTo>
                    <a:pt x="2854371" y="3313566"/>
                  </a:lnTo>
                  <a:lnTo>
                    <a:pt x="2848934" y="3313566"/>
                  </a:lnTo>
                  <a:lnTo>
                    <a:pt x="2848934" y="3311202"/>
                  </a:lnTo>
                  <a:lnTo>
                    <a:pt x="2843497" y="3311202"/>
                  </a:lnTo>
                  <a:lnTo>
                    <a:pt x="2843497" y="3306475"/>
                  </a:lnTo>
                  <a:lnTo>
                    <a:pt x="2838060" y="3306475"/>
                  </a:lnTo>
                  <a:lnTo>
                    <a:pt x="2838060" y="3304114"/>
                  </a:lnTo>
                  <a:lnTo>
                    <a:pt x="2821749" y="3304114"/>
                  </a:lnTo>
                  <a:lnTo>
                    <a:pt x="2821749" y="3301753"/>
                  </a:lnTo>
                  <a:lnTo>
                    <a:pt x="2816312" y="3301753"/>
                  </a:lnTo>
                  <a:lnTo>
                    <a:pt x="2816312" y="3297036"/>
                  </a:lnTo>
                  <a:lnTo>
                    <a:pt x="2810875" y="3297036"/>
                  </a:lnTo>
                  <a:lnTo>
                    <a:pt x="2810875" y="3294678"/>
                  </a:lnTo>
                  <a:lnTo>
                    <a:pt x="2805438" y="3294678"/>
                  </a:lnTo>
                  <a:lnTo>
                    <a:pt x="2805438" y="3292319"/>
                  </a:lnTo>
                  <a:lnTo>
                    <a:pt x="2789128" y="3292319"/>
                  </a:lnTo>
                  <a:lnTo>
                    <a:pt x="2789128" y="3287601"/>
                  </a:lnTo>
                  <a:lnTo>
                    <a:pt x="2778254" y="3287601"/>
                  </a:lnTo>
                  <a:lnTo>
                    <a:pt x="2778254" y="3282883"/>
                  </a:lnTo>
                  <a:lnTo>
                    <a:pt x="2772817" y="3282883"/>
                  </a:lnTo>
                  <a:lnTo>
                    <a:pt x="2772817" y="3280524"/>
                  </a:lnTo>
                  <a:lnTo>
                    <a:pt x="2761943" y="3280524"/>
                  </a:lnTo>
                  <a:lnTo>
                    <a:pt x="2761943" y="3271086"/>
                  </a:lnTo>
                  <a:lnTo>
                    <a:pt x="2756506" y="3271086"/>
                  </a:lnTo>
                  <a:lnTo>
                    <a:pt x="2756506" y="3266367"/>
                  </a:lnTo>
                  <a:lnTo>
                    <a:pt x="2745633" y="3266367"/>
                  </a:lnTo>
                  <a:lnTo>
                    <a:pt x="2745633" y="3261647"/>
                  </a:lnTo>
                  <a:lnTo>
                    <a:pt x="2740196" y="3261647"/>
                  </a:lnTo>
                  <a:lnTo>
                    <a:pt x="2740196" y="3256927"/>
                  </a:lnTo>
                  <a:lnTo>
                    <a:pt x="2734759" y="3256927"/>
                  </a:lnTo>
                  <a:lnTo>
                    <a:pt x="2734759" y="3254569"/>
                  </a:lnTo>
                  <a:lnTo>
                    <a:pt x="2729322" y="3254569"/>
                  </a:lnTo>
                  <a:lnTo>
                    <a:pt x="2729322" y="3249854"/>
                  </a:lnTo>
                  <a:lnTo>
                    <a:pt x="2713011" y="3249854"/>
                  </a:lnTo>
                  <a:lnTo>
                    <a:pt x="2713011" y="3242780"/>
                  </a:lnTo>
                  <a:lnTo>
                    <a:pt x="2707574" y="3242780"/>
                  </a:lnTo>
                  <a:lnTo>
                    <a:pt x="2707574" y="3238063"/>
                  </a:lnTo>
                  <a:lnTo>
                    <a:pt x="2702137" y="3238063"/>
                  </a:lnTo>
                  <a:lnTo>
                    <a:pt x="2696701" y="3238063"/>
                  </a:lnTo>
                  <a:lnTo>
                    <a:pt x="2696701" y="3235707"/>
                  </a:lnTo>
                  <a:lnTo>
                    <a:pt x="2691264" y="3235707"/>
                  </a:lnTo>
                  <a:lnTo>
                    <a:pt x="2691264" y="3233352"/>
                  </a:lnTo>
                  <a:lnTo>
                    <a:pt x="2685827" y="3233352"/>
                  </a:lnTo>
                  <a:lnTo>
                    <a:pt x="2685827" y="3230996"/>
                  </a:lnTo>
                  <a:lnTo>
                    <a:pt x="2680390" y="3230996"/>
                  </a:lnTo>
                  <a:lnTo>
                    <a:pt x="2680390" y="3226284"/>
                  </a:lnTo>
                  <a:lnTo>
                    <a:pt x="2674953" y="3226284"/>
                  </a:lnTo>
                  <a:lnTo>
                    <a:pt x="2674953" y="3223930"/>
                  </a:lnTo>
                  <a:lnTo>
                    <a:pt x="2669516" y="3223930"/>
                  </a:lnTo>
                  <a:lnTo>
                    <a:pt x="2669516" y="3216869"/>
                  </a:lnTo>
                  <a:lnTo>
                    <a:pt x="2664079" y="3216869"/>
                  </a:lnTo>
                  <a:lnTo>
                    <a:pt x="2664079" y="3214515"/>
                  </a:lnTo>
                  <a:lnTo>
                    <a:pt x="2658642" y="3214515"/>
                  </a:lnTo>
                  <a:lnTo>
                    <a:pt x="2658642" y="3212161"/>
                  </a:lnTo>
                  <a:lnTo>
                    <a:pt x="2653205" y="3212161"/>
                  </a:lnTo>
                  <a:lnTo>
                    <a:pt x="2653205" y="3207452"/>
                  </a:lnTo>
                  <a:lnTo>
                    <a:pt x="2647768" y="3207452"/>
                  </a:lnTo>
                  <a:lnTo>
                    <a:pt x="2647768" y="3205098"/>
                  </a:lnTo>
                  <a:lnTo>
                    <a:pt x="2642332" y="3205098"/>
                  </a:lnTo>
                  <a:lnTo>
                    <a:pt x="2642332" y="3200389"/>
                  </a:lnTo>
                  <a:lnTo>
                    <a:pt x="2631458" y="3200389"/>
                  </a:lnTo>
                  <a:lnTo>
                    <a:pt x="2631458" y="3195680"/>
                  </a:lnTo>
                  <a:lnTo>
                    <a:pt x="2626021" y="3195680"/>
                  </a:lnTo>
                  <a:lnTo>
                    <a:pt x="2626021" y="3190975"/>
                  </a:lnTo>
                  <a:lnTo>
                    <a:pt x="2620584" y="3190975"/>
                  </a:lnTo>
                  <a:lnTo>
                    <a:pt x="2620584" y="3188623"/>
                  </a:lnTo>
                  <a:lnTo>
                    <a:pt x="2615147" y="3188623"/>
                  </a:lnTo>
                  <a:lnTo>
                    <a:pt x="2615147" y="3181565"/>
                  </a:lnTo>
                  <a:lnTo>
                    <a:pt x="2609710" y="3181565"/>
                  </a:lnTo>
                  <a:lnTo>
                    <a:pt x="2609710" y="3179212"/>
                  </a:lnTo>
                  <a:lnTo>
                    <a:pt x="2604273" y="3179212"/>
                  </a:lnTo>
                  <a:lnTo>
                    <a:pt x="2604273" y="3176859"/>
                  </a:lnTo>
                  <a:lnTo>
                    <a:pt x="2598836" y="3176859"/>
                  </a:lnTo>
                  <a:lnTo>
                    <a:pt x="2593399" y="3176859"/>
                  </a:lnTo>
                  <a:lnTo>
                    <a:pt x="2593399" y="3172158"/>
                  </a:lnTo>
                  <a:lnTo>
                    <a:pt x="2587963" y="3172158"/>
                  </a:lnTo>
                  <a:lnTo>
                    <a:pt x="2587963" y="3169810"/>
                  </a:lnTo>
                  <a:lnTo>
                    <a:pt x="2582526" y="3169810"/>
                  </a:lnTo>
                  <a:lnTo>
                    <a:pt x="2582526" y="3167462"/>
                  </a:lnTo>
                  <a:lnTo>
                    <a:pt x="2571652" y="3167462"/>
                  </a:lnTo>
                  <a:lnTo>
                    <a:pt x="2571652" y="3165113"/>
                  </a:lnTo>
                  <a:lnTo>
                    <a:pt x="2566215" y="3165113"/>
                  </a:lnTo>
                  <a:lnTo>
                    <a:pt x="2566215" y="3155720"/>
                  </a:lnTo>
                  <a:lnTo>
                    <a:pt x="2560778" y="3155720"/>
                  </a:lnTo>
                  <a:lnTo>
                    <a:pt x="2560778" y="3153373"/>
                  </a:lnTo>
                  <a:lnTo>
                    <a:pt x="2555341" y="3153373"/>
                  </a:lnTo>
                  <a:lnTo>
                    <a:pt x="2555341" y="3151030"/>
                  </a:lnTo>
                  <a:lnTo>
                    <a:pt x="2549904" y="3151030"/>
                  </a:lnTo>
                  <a:lnTo>
                    <a:pt x="2549904" y="3146342"/>
                  </a:lnTo>
                  <a:lnTo>
                    <a:pt x="2544467" y="3146342"/>
                  </a:lnTo>
                  <a:lnTo>
                    <a:pt x="2544467" y="3143998"/>
                  </a:lnTo>
                  <a:lnTo>
                    <a:pt x="2539030" y="3143998"/>
                  </a:lnTo>
                  <a:lnTo>
                    <a:pt x="2539030" y="3141654"/>
                  </a:lnTo>
                  <a:lnTo>
                    <a:pt x="2533594" y="3141654"/>
                  </a:lnTo>
                  <a:lnTo>
                    <a:pt x="2533594" y="3134621"/>
                  </a:lnTo>
                  <a:lnTo>
                    <a:pt x="2528157" y="3134621"/>
                  </a:lnTo>
                  <a:lnTo>
                    <a:pt x="2528157" y="3129932"/>
                  </a:lnTo>
                  <a:lnTo>
                    <a:pt x="2522720" y="3129932"/>
                  </a:lnTo>
                  <a:lnTo>
                    <a:pt x="2522720" y="3127587"/>
                  </a:lnTo>
                  <a:lnTo>
                    <a:pt x="2517283" y="3127587"/>
                  </a:lnTo>
                  <a:lnTo>
                    <a:pt x="2517283" y="3125245"/>
                  </a:lnTo>
                  <a:lnTo>
                    <a:pt x="2506409" y="3125245"/>
                  </a:lnTo>
                  <a:lnTo>
                    <a:pt x="2506409" y="3120560"/>
                  </a:lnTo>
                  <a:lnTo>
                    <a:pt x="2490098" y="3120560"/>
                  </a:lnTo>
                  <a:lnTo>
                    <a:pt x="2490098" y="3118218"/>
                  </a:lnTo>
                  <a:lnTo>
                    <a:pt x="2484662" y="3118218"/>
                  </a:lnTo>
                  <a:lnTo>
                    <a:pt x="2484662" y="3113532"/>
                  </a:lnTo>
                  <a:lnTo>
                    <a:pt x="2479225" y="3113532"/>
                  </a:lnTo>
                  <a:lnTo>
                    <a:pt x="2479225" y="3108846"/>
                  </a:lnTo>
                  <a:lnTo>
                    <a:pt x="2468351" y="3108846"/>
                  </a:lnTo>
                  <a:lnTo>
                    <a:pt x="2468351" y="3106506"/>
                  </a:lnTo>
                  <a:lnTo>
                    <a:pt x="2462914" y="3106506"/>
                  </a:lnTo>
                  <a:lnTo>
                    <a:pt x="2462914" y="3104165"/>
                  </a:lnTo>
                  <a:lnTo>
                    <a:pt x="2457477" y="3104165"/>
                  </a:lnTo>
                  <a:lnTo>
                    <a:pt x="2457477" y="3094822"/>
                  </a:lnTo>
                  <a:lnTo>
                    <a:pt x="2452040" y="3094822"/>
                  </a:lnTo>
                  <a:lnTo>
                    <a:pt x="2452040" y="3092488"/>
                  </a:lnTo>
                  <a:lnTo>
                    <a:pt x="2446603" y="3092488"/>
                  </a:lnTo>
                  <a:lnTo>
                    <a:pt x="2446603" y="3087820"/>
                  </a:lnTo>
                  <a:lnTo>
                    <a:pt x="2435729" y="3087820"/>
                  </a:lnTo>
                  <a:lnTo>
                    <a:pt x="2430293" y="3087820"/>
                  </a:lnTo>
                  <a:lnTo>
                    <a:pt x="2430293" y="3080825"/>
                  </a:lnTo>
                  <a:lnTo>
                    <a:pt x="2419419" y="3080825"/>
                  </a:lnTo>
                  <a:lnTo>
                    <a:pt x="2419419" y="3076162"/>
                  </a:lnTo>
                  <a:lnTo>
                    <a:pt x="2413982" y="3076162"/>
                  </a:lnTo>
                  <a:lnTo>
                    <a:pt x="2413982" y="3073830"/>
                  </a:lnTo>
                  <a:lnTo>
                    <a:pt x="2408545" y="3073830"/>
                  </a:lnTo>
                  <a:lnTo>
                    <a:pt x="2408545" y="3069170"/>
                  </a:lnTo>
                  <a:lnTo>
                    <a:pt x="2403108" y="3069170"/>
                  </a:lnTo>
                  <a:lnTo>
                    <a:pt x="2403108" y="3064511"/>
                  </a:lnTo>
                  <a:lnTo>
                    <a:pt x="2397671" y="3064511"/>
                  </a:lnTo>
                  <a:lnTo>
                    <a:pt x="2397671" y="3062183"/>
                  </a:lnTo>
                  <a:lnTo>
                    <a:pt x="2392234" y="3062183"/>
                  </a:lnTo>
                  <a:lnTo>
                    <a:pt x="2392234" y="3059855"/>
                  </a:lnTo>
                  <a:lnTo>
                    <a:pt x="2386797" y="3059855"/>
                  </a:lnTo>
                  <a:lnTo>
                    <a:pt x="2386797" y="3057528"/>
                  </a:lnTo>
                  <a:lnTo>
                    <a:pt x="2381360" y="3057528"/>
                  </a:lnTo>
                  <a:lnTo>
                    <a:pt x="2381360" y="3048215"/>
                  </a:lnTo>
                  <a:lnTo>
                    <a:pt x="2370487" y="3048215"/>
                  </a:lnTo>
                  <a:lnTo>
                    <a:pt x="2370487" y="3045887"/>
                  </a:lnTo>
                  <a:lnTo>
                    <a:pt x="2359613" y="3045887"/>
                  </a:lnTo>
                  <a:lnTo>
                    <a:pt x="2359613" y="3043561"/>
                  </a:lnTo>
                  <a:lnTo>
                    <a:pt x="2354176" y="3043561"/>
                  </a:lnTo>
                  <a:lnTo>
                    <a:pt x="2354176" y="3041235"/>
                  </a:lnTo>
                  <a:lnTo>
                    <a:pt x="2348739" y="3041235"/>
                  </a:lnTo>
                  <a:lnTo>
                    <a:pt x="2348739" y="3036583"/>
                  </a:lnTo>
                  <a:lnTo>
                    <a:pt x="2343302" y="3036583"/>
                  </a:lnTo>
                  <a:lnTo>
                    <a:pt x="2343302" y="3029604"/>
                  </a:lnTo>
                  <a:lnTo>
                    <a:pt x="2337865" y="3029604"/>
                  </a:lnTo>
                  <a:lnTo>
                    <a:pt x="2337865" y="3024950"/>
                  </a:lnTo>
                  <a:lnTo>
                    <a:pt x="2332428" y="3024950"/>
                  </a:lnTo>
                  <a:lnTo>
                    <a:pt x="2332428" y="3017970"/>
                  </a:lnTo>
                  <a:lnTo>
                    <a:pt x="2326991" y="3017970"/>
                  </a:lnTo>
                  <a:lnTo>
                    <a:pt x="2326991" y="3013315"/>
                  </a:lnTo>
                  <a:lnTo>
                    <a:pt x="2321555" y="3013315"/>
                  </a:lnTo>
                  <a:lnTo>
                    <a:pt x="2321555" y="3006340"/>
                  </a:lnTo>
                  <a:lnTo>
                    <a:pt x="2316118" y="3006340"/>
                  </a:lnTo>
                  <a:lnTo>
                    <a:pt x="2316118" y="3001690"/>
                  </a:lnTo>
                  <a:lnTo>
                    <a:pt x="2310681" y="3001690"/>
                  </a:lnTo>
                  <a:lnTo>
                    <a:pt x="2310681" y="2997039"/>
                  </a:lnTo>
                  <a:lnTo>
                    <a:pt x="2305244" y="2997039"/>
                  </a:lnTo>
                  <a:lnTo>
                    <a:pt x="2305244" y="2994714"/>
                  </a:lnTo>
                  <a:lnTo>
                    <a:pt x="2283496" y="2994714"/>
                  </a:lnTo>
                  <a:lnTo>
                    <a:pt x="2283496" y="2990062"/>
                  </a:lnTo>
                  <a:lnTo>
                    <a:pt x="2278059" y="2990062"/>
                  </a:lnTo>
                  <a:lnTo>
                    <a:pt x="2278059" y="2985415"/>
                  </a:lnTo>
                  <a:lnTo>
                    <a:pt x="2272623" y="2985415"/>
                  </a:lnTo>
                  <a:lnTo>
                    <a:pt x="2272623" y="2983091"/>
                  </a:lnTo>
                  <a:lnTo>
                    <a:pt x="2267186" y="2983091"/>
                  </a:lnTo>
                  <a:lnTo>
                    <a:pt x="2267186" y="2980770"/>
                  </a:lnTo>
                  <a:lnTo>
                    <a:pt x="2256312" y="2980770"/>
                  </a:lnTo>
                  <a:lnTo>
                    <a:pt x="2256312" y="2978448"/>
                  </a:lnTo>
                  <a:lnTo>
                    <a:pt x="2250875" y="2978448"/>
                  </a:lnTo>
                  <a:lnTo>
                    <a:pt x="2250875" y="2969161"/>
                  </a:lnTo>
                  <a:lnTo>
                    <a:pt x="2245438" y="2969161"/>
                  </a:lnTo>
                  <a:lnTo>
                    <a:pt x="2245438" y="2962195"/>
                  </a:lnTo>
                  <a:lnTo>
                    <a:pt x="2240001" y="2962195"/>
                  </a:lnTo>
                  <a:lnTo>
                    <a:pt x="2240001" y="2957550"/>
                  </a:lnTo>
                  <a:lnTo>
                    <a:pt x="2234564" y="2957550"/>
                  </a:lnTo>
                  <a:lnTo>
                    <a:pt x="2234564" y="2952905"/>
                  </a:lnTo>
                  <a:lnTo>
                    <a:pt x="2229127" y="2952905"/>
                  </a:lnTo>
                  <a:lnTo>
                    <a:pt x="2229127" y="2950585"/>
                  </a:lnTo>
                  <a:lnTo>
                    <a:pt x="2223690" y="2950585"/>
                  </a:lnTo>
                  <a:lnTo>
                    <a:pt x="2223690" y="2945944"/>
                  </a:lnTo>
                  <a:lnTo>
                    <a:pt x="2218254" y="2945944"/>
                  </a:lnTo>
                  <a:lnTo>
                    <a:pt x="2218254" y="2941307"/>
                  </a:lnTo>
                  <a:lnTo>
                    <a:pt x="2207380" y="2941307"/>
                  </a:lnTo>
                  <a:lnTo>
                    <a:pt x="2207380" y="2938991"/>
                  </a:lnTo>
                  <a:lnTo>
                    <a:pt x="2196506" y="2938991"/>
                  </a:lnTo>
                  <a:lnTo>
                    <a:pt x="2196506" y="2932048"/>
                  </a:lnTo>
                  <a:lnTo>
                    <a:pt x="2191069" y="2932048"/>
                  </a:lnTo>
                  <a:lnTo>
                    <a:pt x="2191069" y="2927420"/>
                  </a:lnTo>
                  <a:lnTo>
                    <a:pt x="2185632" y="2927420"/>
                  </a:lnTo>
                  <a:lnTo>
                    <a:pt x="2185632" y="2918161"/>
                  </a:lnTo>
                  <a:lnTo>
                    <a:pt x="2180195" y="2918161"/>
                  </a:lnTo>
                  <a:lnTo>
                    <a:pt x="2180195" y="2913531"/>
                  </a:lnTo>
                  <a:lnTo>
                    <a:pt x="2174758" y="2913531"/>
                  </a:lnTo>
                  <a:lnTo>
                    <a:pt x="2174758" y="2911216"/>
                  </a:lnTo>
                  <a:lnTo>
                    <a:pt x="2169321" y="2911216"/>
                  </a:lnTo>
                  <a:lnTo>
                    <a:pt x="2169321" y="2901973"/>
                  </a:lnTo>
                  <a:lnTo>
                    <a:pt x="2163885" y="2901973"/>
                  </a:lnTo>
                  <a:lnTo>
                    <a:pt x="2163885" y="2899662"/>
                  </a:lnTo>
                  <a:lnTo>
                    <a:pt x="2153011" y="2899662"/>
                  </a:lnTo>
                  <a:lnTo>
                    <a:pt x="2153011" y="2897350"/>
                  </a:lnTo>
                  <a:lnTo>
                    <a:pt x="2147574" y="2897350"/>
                  </a:lnTo>
                  <a:lnTo>
                    <a:pt x="2147574" y="2895039"/>
                  </a:lnTo>
                  <a:lnTo>
                    <a:pt x="2142137" y="2895039"/>
                  </a:lnTo>
                  <a:lnTo>
                    <a:pt x="2142137" y="2888105"/>
                  </a:lnTo>
                  <a:lnTo>
                    <a:pt x="2136700" y="2888105"/>
                  </a:lnTo>
                  <a:lnTo>
                    <a:pt x="2136700" y="2883482"/>
                  </a:lnTo>
                  <a:lnTo>
                    <a:pt x="2131263" y="2883482"/>
                  </a:lnTo>
                  <a:lnTo>
                    <a:pt x="2131263" y="2878858"/>
                  </a:lnTo>
                  <a:lnTo>
                    <a:pt x="2120389" y="2878858"/>
                  </a:lnTo>
                  <a:lnTo>
                    <a:pt x="2120389" y="2862672"/>
                  </a:lnTo>
                  <a:lnTo>
                    <a:pt x="2114953" y="2862672"/>
                  </a:lnTo>
                  <a:lnTo>
                    <a:pt x="2114953" y="2860360"/>
                  </a:lnTo>
                  <a:lnTo>
                    <a:pt x="2109516" y="2860360"/>
                  </a:lnTo>
                  <a:lnTo>
                    <a:pt x="2109516" y="2855734"/>
                  </a:lnTo>
                  <a:lnTo>
                    <a:pt x="2104079" y="2855734"/>
                  </a:lnTo>
                  <a:lnTo>
                    <a:pt x="2104079" y="2851108"/>
                  </a:lnTo>
                  <a:lnTo>
                    <a:pt x="2098642" y="2851108"/>
                  </a:lnTo>
                  <a:lnTo>
                    <a:pt x="2098642" y="2848795"/>
                  </a:lnTo>
                  <a:lnTo>
                    <a:pt x="2093205" y="2848795"/>
                  </a:lnTo>
                  <a:lnTo>
                    <a:pt x="2093205" y="2846482"/>
                  </a:lnTo>
                  <a:lnTo>
                    <a:pt x="2087768" y="2846482"/>
                  </a:lnTo>
                  <a:lnTo>
                    <a:pt x="2087768" y="2839542"/>
                  </a:lnTo>
                  <a:lnTo>
                    <a:pt x="2082331" y="2839542"/>
                  </a:lnTo>
                  <a:lnTo>
                    <a:pt x="2082331" y="2837229"/>
                  </a:lnTo>
                  <a:lnTo>
                    <a:pt x="2071457" y="2837229"/>
                  </a:lnTo>
                  <a:lnTo>
                    <a:pt x="2071457" y="2832606"/>
                  </a:lnTo>
                  <a:lnTo>
                    <a:pt x="2066020" y="2832606"/>
                  </a:lnTo>
                  <a:lnTo>
                    <a:pt x="2066020" y="2830294"/>
                  </a:lnTo>
                  <a:lnTo>
                    <a:pt x="2060584" y="2830294"/>
                  </a:lnTo>
                  <a:lnTo>
                    <a:pt x="2060584" y="2827985"/>
                  </a:lnTo>
                  <a:lnTo>
                    <a:pt x="2055147" y="2827985"/>
                  </a:lnTo>
                  <a:lnTo>
                    <a:pt x="2055147" y="2823374"/>
                  </a:lnTo>
                  <a:lnTo>
                    <a:pt x="2049710" y="2823374"/>
                  </a:lnTo>
                  <a:lnTo>
                    <a:pt x="2049710" y="2821068"/>
                  </a:lnTo>
                  <a:lnTo>
                    <a:pt x="2044273" y="2821068"/>
                  </a:lnTo>
                  <a:lnTo>
                    <a:pt x="2044273" y="2814158"/>
                  </a:lnTo>
                  <a:lnTo>
                    <a:pt x="2038836" y="2814158"/>
                  </a:lnTo>
                  <a:lnTo>
                    <a:pt x="2038836" y="2809550"/>
                  </a:lnTo>
                  <a:lnTo>
                    <a:pt x="2033399" y="2809550"/>
                  </a:lnTo>
                  <a:lnTo>
                    <a:pt x="2033399" y="2802645"/>
                  </a:lnTo>
                  <a:lnTo>
                    <a:pt x="2027962" y="2802645"/>
                  </a:lnTo>
                  <a:lnTo>
                    <a:pt x="2027962" y="2800343"/>
                  </a:lnTo>
                  <a:lnTo>
                    <a:pt x="2022525" y="2800343"/>
                  </a:lnTo>
                  <a:lnTo>
                    <a:pt x="2022525" y="2798040"/>
                  </a:lnTo>
                  <a:lnTo>
                    <a:pt x="2017088" y="2798040"/>
                  </a:lnTo>
                  <a:lnTo>
                    <a:pt x="2017088" y="2795742"/>
                  </a:lnTo>
                  <a:lnTo>
                    <a:pt x="2011651" y="2795742"/>
                  </a:lnTo>
                  <a:lnTo>
                    <a:pt x="2011651" y="2788848"/>
                  </a:lnTo>
                  <a:lnTo>
                    <a:pt x="2006215" y="2788848"/>
                  </a:lnTo>
                  <a:lnTo>
                    <a:pt x="2006215" y="2784255"/>
                  </a:lnTo>
                  <a:lnTo>
                    <a:pt x="2000778" y="2784255"/>
                  </a:lnTo>
                  <a:lnTo>
                    <a:pt x="2000778" y="2779662"/>
                  </a:lnTo>
                  <a:lnTo>
                    <a:pt x="1995341" y="2779662"/>
                  </a:lnTo>
                  <a:lnTo>
                    <a:pt x="1995341" y="2777366"/>
                  </a:lnTo>
                  <a:lnTo>
                    <a:pt x="1989904" y="2777366"/>
                  </a:lnTo>
                  <a:lnTo>
                    <a:pt x="1989904" y="2775071"/>
                  </a:lnTo>
                  <a:lnTo>
                    <a:pt x="1984467" y="2775071"/>
                  </a:lnTo>
                  <a:lnTo>
                    <a:pt x="1984467" y="2770482"/>
                  </a:lnTo>
                  <a:lnTo>
                    <a:pt x="1979030" y="2770482"/>
                  </a:lnTo>
                  <a:lnTo>
                    <a:pt x="1979030" y="2768187"/>
                  </a:lnTo>
                  <a:lnTo>
                    <a:pt x="1968156" y="2768187"/>
                  </a:lnTo>
                  <a:lnTo>
                    <a:pt x="1968156" y="2765892"/>
                  </a:lnTo>
                  <a:lnTo>
                    <a:pt x="1962719" y="2765892"/>
                  </a:lnTo>
                  <a:lnTo>
                    <a:pt x="1962719" y="2763597"/>
                  </a:lnTo>
                  <a:lnTo>
                    <a:pt x="1957282" y="2763597"/>
                  </a:lnTo>
                  <a:lnTo>
                    <a:pt x="1957282" y="2759007"/>
                  </a:lnTo>
                  <a:lnTo>
                    <a:pt x="1951846" y="2759007"/>
                  </a:lnTo>
                  <a:lnTo>
                    <a:pt x="1951846" y="2754416"/>
                  </a:lnTo>
                  <a:lnTo>
                    <a:pt x="1946409" y="2754416"/>
                  </a:lnTo>
                  <a:lnTo>
                    <a:pt x="1940972" y="2754416"/>
                  </a:lnTo>
                  <a:lnTo>
                    <a:pt x="1940972" y="2749833"/>
                  </a:lnTo>
                  <a:lnTo>
                    <a:pt x="1935535" y="2749833"/>
                  </a:lnTo>
                  <a:lnTo>
                    <a:pt x="1935535" y="2747544"/>
                  </a:lnTo>
                  <a:lnTo>
                    <a:pt x="1930098" y="2747544"/>
                  </a:lnTo>
                  <a:lnTo>
                    <a:pt x="1930098" y="2745254"/>
                  </a:lnTo>
                  <a:lnTo>
                    <a:pt x="1924661" y="2745254"/>
                  </a:lnTo>
                  <a:lnTo>
                    <a:pt x="1924661" y="2742965"/>
                  </a:lnTo>
                  <a:lnTo>
                    <a:pt x="1919224" y="2742965"/>
                  </a:lnTo>
                  <a:lnTo>
                    <a:pt x="1919224" y="2738385"/>
                  </a:lnTo>
                  <a:lnTo>
                    <a:pt x="1913787" y="2738385"/>
                  </a:lnTo>
                  <a:lnTo>
                    <a:pt x="1913787" y="2736097"/>
                  </a:lnTo>
                  <a:lnTo>
                    <a:pt x="1908350" y="2736097"/>
                  </a:lnTo>
                  <a:lnTo>
                    <a:pt x="1908350" y="2729239"/>
                  </a:lnTo>
                  <a:lnTo>
                    <a:pt x="1902914" y="2729239"/>
                  </a:lnTo>
                  <a:lnTo>
                    <a:pt x="1902914" y="2726953"/>
                  </a:lnTo>
                  <a:lnTo>
                    <a:pt x="1897477" y="2726953"/>
                  </a:lnTo>
                  <a:lnTo>
                    <a:pt x="1892040" y="2726953"/>
                  </a:lnTo>
                  <a:lnTo>
                    <a:pt x="1892040" y="2722389"/>
                  </a:lnTo>
                  <a:lnTo>
                    <a:pt x="1881166" y="2722389"/>
                  </a:lnTo>
                  <a:lnTo>
                    <a:pt x="1881166" y="2715541"/>
                  </a:lnTo>
                  <a:lnTo>
                    <a:pt x="1870292" y="2715541"/>
                  </a:lnTo>
                  <a:lnTo>
                    <a:pt x="1870292" y="2710976"/>
                  </a:lnTo>
                  <a:lnTo>
                    <a:pt x="1864855" y="2710976"/>
                  </a:lnTo>
                  <a:lnTo>
                    <a:pt x="1864855" y="2706418"/>
                  </a:lnTo>
                  <a:lnTo>
                    <a:pt x="1859418" y="2706418"/>
                  </a:lnTo>
                  <a:lnTo>
                    <a:pt x="1859418" y="2704139"/>
                  </a:lnTo>
                  <a:lnTo>
                    <a:pt x="1853981" y="2704139"/>
                  </a:lnTo>
                  <a:lnTo>
                    <a:pt x="1848545" y="2704139"/>
                  </a:lnTo>
                  <a:lnTo>
                    <a:pt x="1848545" y="2699585"/>
                  </a:lnTo>
                  <a:lnTo>
                    <a:pt x="1843108" y="2699585"/>
                  </a:lnTo>
                  <a:lnTo>
                    <a:pt x="1843108" y="2697308"/>
                  </a:lnTo>
                  <a:lnTo>
                    <a:pt x="1837671" y="2697308"/>
                  </a:lnTo>
                  <a:lnTo>
                    <a:pt x="1837671" y="2695031"/>
                  </a:lnTo>
                  <a:lnTo>
                    <a:pt x="1832234" y="2695031"/>
                  </a:lnTo>
                  <a:lnTo>
                    <a:pt x="1832234" y="2690476"/>
                  </a:lnTo>
                  <a:lnTo>
                    <a:pt x="1826797" y="2690476"/>
                  </a:lnTo>
                  <a:lnTo>
                    <a:pt x="1826797" y="2685928"/>
                  </a:lnTo>
                  <a:lnTo>
                    <a:pt x="1821360" y="2685928"/>
                  </a:lnTo>
                  <a:lnTo>
                    <a:pt x="1821360" y="2683655"/>
                  </a:lnTo>
                  <a:lnTo>
                    <a:pt x="1815923" y="2683655"/>
                  </a:lnTo>
                  <a:lnTo>
                    <a:pt x="1815923" y="2679107"/>
                  </a:lnTo>
                  <a:lnTo>
                    <a:pt x="1810486" y="2679107"/>
                  </a:lnTo>
                  <a:lnTo>
                    <a:pt x="1810486" y="2674559"/>
                  </a:lnTo>
                  <a:lnTo>
                    <a:pt x="1805049" y="2674559"/>
                  </a:lnTo>
                  <a:lnTo>
                    <a:pt x="1805049" y="2667742"/>
                  </a:lnTo>
                  <a:lnTo>
                    <a:pt x="1799612" y="2667742"/>
                  </a:lnTo>
                  <a:lnTo>
                    <a:pt x="1788739" y="2667742"/>
                  </a:lnTo>
                  <a:lnTo>
                    <a:pt x="1788739" y="2665471"/>
                  </a:lnTo>
                  <a:lnTo>
                    <a:pt x="1783302" y="2665471"/>
                  </a:lnTo>
                  <a:lnTo>
                    <a:pt x="1783302" y="2660930"/>
                  </a:lnTo>
                  <a:lnTo>
                    <a:pt x="1777865" y="2660930"/>
                  </a:lnTo>
                  <a:lnTo>
                    <a:pt x="1777865" y="2656388"/>
                  </a:lnTo>
                  <a:lnTo>
                    <a:pt x="1766991" y="2656388"/>
                  </a:lnTo>
                  <a:lnTo>
                    <a:pt x="1766991" y="2651847"/>
                  </a:lnTo>
                  <a:lnTo>
                    <a:pt x="1761554" y="2651847"/>
                  </a:lnTo>
                  <a:lnTo>
                    <a:pt x="1761554" y="2649575"/>
                  </a:lnTo>
                  <a:lnTo>
                    <a:pt x="1756117" y="2649575"/>
                  </a:lnTo>
                  <a:lnTo>
                    <a:pt x="1756117" y="2633675"/>
                  </a:lnTo>
                  <a:lnTo>
                    <a:pt x="1750680" y="2633675"/>
                  </a:lnTo>
                  <a:lnTo>
                    <a:pt x="1750680" y="2631404"/>
                  </a:lnTo>
                  <a:lnTo>
                    <a:pt x="1745243" y="2631404"/>
                  </a:lnTo>
                  <a:lnTo>
                    <a:pt x="1745243" y="2617783"/>
                  </a:lnTo>
                  <a:lnTo>
                    <a:pt x="1739807" y="2617783"/>
                  </a:lnTo>
                  <a:lnTo>
                    <a:pt x="1739807" y="2615512"/>
                  </a:lnTo>
                  <a:lnTo>
                    <a:pt x="1723496" y="2615512"/>
                  </a:lnTo>
                  <a:lnTo>
                    <a:pt x="1723496" y="2613242"/>
                  </a:lnTo>
                  <a:lnTo>
                    <a:pt x="1718059" y="2613242"/>
                  </a:lnTo>
                  <a:lnTo>
                    <a:pt x="1718059" y="2608704"/>
                  </a:lnTo>
                  <a:lnTo>
                    <a:pt x="1712622" y="2608704"/>
                  </a:lnTo>
                  <a:lnTo>
                    <a:pt x="1712622" y="2604170"/>
                  </a:lnTo>
                  <a:lnTo>
                    <a:pt x="1707185" y="2604170"/>
                  </a:lnTo>
                  <a:lnTo>
                    <a:pt x="1707185" y="2601903"/>
                  </a:lnTo>
                  <a:lnTo>
                    <a:pt x="1701748" y="2601903"/>
                  </a:lnTo>
                  <a:lnTo>
                    <a:pt x="1701748" y="2595101"/>
                  </a:lnTo>
                  <a:lnTo>
                    <a:pt x="1696311" y="2595101"/>
                  </a:lnTo>
                  <a:lnTo>
                    <a:pt x="1696311" y="2590566"/>
                  </a:lnTo>
                  <a:lnTo>
                    <a:pt x="1690875" y="2590566"/>
                  </a:lnTo>
                  <a:lnTo>
                    <a:pt x="1690875" y="2583763"/>
                  </a:lnTo>
                  <a:lnTo>
                    <a:pt x="1685438" y="2583763"/>
                  </a:lnTo>
                  <a:lnTo>
                    <a:pt x="1685438" y="2576959"/>
                  </a:lnTo>
                  <a:lnTo>
                    <a:pt x="1680001" y="2576959"/>
                  </a:lnTo>
                  <a:lnTo>
                    <a:pt x="1680001" y="2574691"/>
                  </a:lnTo>
                  <a:lnTo>
                    <a:pt x="1674564" y="2574691"/>
                  </a:lnTo>
                  <a:lnTo>
                    <a:pt x="1674564" y="2563349"/>
                  </a:lnTo>
                  <a:lnTo>
                    <a:pt x="1669127" y="2563349"/>
                  </a:lnTo>
                  <a:lnTo>
                    <a:pt x="1658253" y="2563349"/>
                  </a:lnTo>
                  <a:lnTo>
                    <a:pt x="1658253" y="2558820"/>
                  </a:lnTo>
                  <a:lnTo>
                    <a:pt x="1652816" y="2558820"/>
                  </a:lnTo>
                  <a:lnTo>
                    <a:pt x="1652816" y="2552024"/>
                  </a:lnTo>
                  <a:lnTo>
                    <a:pt x="1647379" y="2552024"/>
                  </a:lnTo>
                  <a:lnTo>
                    <a:pt x="1647379" y="2545228"/>
                  </a:lnTo>
                  <a:lnTo>
                    <a:pt x="1641942" y="2545228"/>
                  </a:lnTo>
                  <a:lnTo>
                    <a:pt x="1641942" y="2540697"/>
                  </a:lnTo>
                  <a:lnTo>
                    <a:pt x="1636506" y="2540697"/>
                  </a:lnTo>
                  <a:lnTo>
                    <a:pt x="1636506" y="2529367"/>
                  </a:lnTo>
                  <a:lnTo>
                    <a:pt x="1631069" y="2529367"/>
                  </a:lnTo>
                  <a:lnTo>
                    <a:pt x="1631069" y="2524835"/>
                  </a:lnTo>
                  <a:lnTo>
                    <a:pt x="1625632" y="2524835"/>
                  </a:lnTo>
                  <a:lnTo>
                    <a:pt x="1625632" y="2513503"/>
                  </a:lnTo>
                  <a:lnTo>
                    <a:pt x="1620195" y="2513503"/>
                  </a:lnTo>
                  <a:lnTo>
                    <a:pt x="1620195" y="2511238"/>
                  </a:lnTo>
                  <a:lnTo>
                    <a:pt x="1614758" y="2511238"/>
                  </a:lnTo>
                  <a:lnTo>
                    <a:pt x="1614758" y="2506708"/>
                  </a:lnTo>
                  <a:lnTo>
                    <a:pt x="1609321" y="2506708"/>
                  </a:lnTo>
                  <a:lnTo>
                    <a:pt x="1609321" y="2502177"/>
                  </a:lnTo>
                  <a:lnTo>
                    <a:pt x="1603884" y="2502177"/>
                  </a:lnTo>
                  <a:lnTo>
                    <a:pt x="1603884" y="2490859"/>
                  </a:lnTo>
                  <a:lnTo>
                    <a:pt x="1598447" y="2490859"/>
                  </a:lnTo>
                  <a:lnTo>
                    <a:pt x="1598447" y="2486335"/>
                  </a:lnTo>
                  <a:lnTo>
                    <a:pt x="1593010" y="2486335"/>
                  </a:lnTo>
                  <a:lnTo>
                    <a:pt x="1593010" y="2481810"/>
                  </a:lnTo>
                  <a:lnTo>
                    <a:pt x="1587573" y="2481810"/>
                  </a:lnTo>
                  <a:lnTo>
                    <a:pt x="1587573" y="2479550"/>
                  </a:lnTo>
                  <a:lnTo>
                    <a:pt x="1582137" y="2479550"/>
                  </a:lnTo>
                  <a:lnTo>
                    <a:pt x="1582137" y="2475028"/>
                  </a:lnTo>
                  <a:lnTo>
                    <a:pt x="1576700" y="2475028"/>
                  </a:lnTo>
                  <a:lnTo>
                    <a:pt x="1576700" y="2470507"/>
                  </a:lnTo>
                  <a:lnTo>
                    <a:pt x="1565826" y="2470507"/>
                  </a:lnTo>
                  <a:lnTo>
                    <a:pt x="1565826" y="2456939"/>
                  </a:lnTo>
                  <a:lnTo>
                    <a:pt x="1560389" y="2456939"/>
                  </a:lnTo>
                  <a:lnTo>
                    <a:pt x="1560389" y="2450154"/>
                  </a:lnTo>
                  <a:lnTo>
                    <a:pt x="1554952" y="2450154"/>
                  </a:lnTo>
                  <a:lnTo>
                    <a:pt x="1554952" y="2436582"/>
                  </a:lnTo>
                  <a:lnTo>
                    <a:pt x="1549515" y="2436582"/>
                  </a:lnTo>
                  <a:lnTo>
                    <a:pt x="1549515" y="2434320"/>
                  </a:lnTo>
                  <a:lnTo>
                    <a:pt x="1544078" y="2434320"/>
                  </a:lnTo>
                  <a:lnTo>
                    <a:pt x="1544078" y="2423008"/>
                  </a:lnTo>
                  <a:lnTo>
                    <a:pt x="1538641" y="2423008"/>
                  </a:lnTo>
                  <a:lnTo>
                    <a:pt x="1538641" y="2420745"/>
                  </a:lnTo>
                  <a:lnTo>
                    <a:pt x="1533205" y="2420745"/>
                  </a:lnTo>
                  <a:lnTo>
                    <a:pt x="1533205" y="2411693"/>
                  </a:lnTo>
                  <a:lnTo>
                    <a:pt x="1522331" y="2411693"/>
                  </a:lnTo>
                  <a:lnTo>
                    <a:pt x="1522331" y="2407166"/>
                  </a:lnTo>
                  <a:lnTo>
                    <a:pt x="1516894" y="2407166"/>
                  </a:lnTo>
                  <a:lnTo>
                    <a:pt x="1516894" y="2402643"/>
                  </a:lnTo>
                  <a:lnTo>
                    <a:pt x="1511457" y="2402643"/>
                  </a:lnTo>
                  <a:lnTo>
                    <a:pt x="1511457" y="2393595"/>
                  </a:lnTo>
                  <a:lnTo>
                    <a:pt x="1506020" y="2393595"/>
                  </a:lnTo>
                  <a:lnTo>
                    <a:pt x="1506020" y="2391333"/>
                  </a:lnTo>
                  <a:lnTo>
                    <a:pt x="1500583" y="2391333"/>
                  </a:lnTo>
                  <a:lnTo>
                    <a:pt x="1500583" y="2377759"/>
                  </a:lnTo>
                  <a:lnTo>
                    <a:pt x="1495146" y="2377759"/>
                  </a:lnTo>
                  <a:lnTo>
                    <a:pt x="1495146" y="2373233"/>
                  </a:lnTo>
                  <a:lnTo>
                    <a:pt x="1489709" y="2373233"/>
                  </a:lnTo>
                  <a:lnTo>
                    <a:pt x="1489709" y="2366444"/>
                  </a:lnTo>
                  <a:lnTo>
                    <a:pt x="1484272" y="2366444"/>
                  </a:lnTo>
                  <a:lnTo>
                    <a:pt x="1484272" y="2359660"/>
                  </a:lnTo>
                  <a:lnTo>
                    <a:pt x="1478836" y="2359660"/>
                  </a:lnTo>
                  <a:lnTo>
                    <a:pt x="1478836" y="2357398"/>
                  </a:lnTo>
                  <a:lnTo>
                    <a:pt x="1473399" y="2357398"/>
                  </a:lnTo>
                  <a:lnTo>
                    <a:pt x="1473399" y="2355140"/>
                  </a:lnTo>
                  <a:lnTo>
                    <a:pt x="1467962" y="2355140"/>
                  </a:lnTo>
                  <a:lnTo>
                    <a:pt x="1467962" y="2341588"/>
                  </a:lnTo>
                  <a:lnTo>
                    <a:pt x="1462525" y="2341588"/>
                  </a:lnTo>
                  <a:lnTo>
                    <a:pt x="1462525" y="2339331"/>
                  </a:lnTo>
                  <a:lnTo>
                    <a:pt x="1457088" y="2339331"/>
                  </a:lnTo>
                  <a:lnTo>
                    <a:pt x="1457088" y="2330302"/>
                  </a:lnTo>
                  <a:lnTo>
                    <a:pt x="1451651" y="2330302"/>
                  </a:lnTo>
                  <a:lnTo>
                    <a:pt x="1451651" y="2328044"/>
                  </a:lnTo>
                  <a:lnTo>
                    <a:pt x="1446214" y="2328044"/>
                  </a:lnTo>
                  <a:lnTo>
                    <a:pt x="1446214" y="2325790"/>
                  </a:lnTo>
                  <a:lnTo>
                    <a:pt x="1440777" y="2325790"/>
                  </a:lnTo>
                  <a:lnTo>
                    <a:pt x="1440777" y="2321285"/>
                  </a:lnTo>
                  <a:lnTo>
                    <a:pt x="1429903" y="2321285"/>
                  </a:lnTo>
                  <a:lnTo>
                    <a:pt x="1429903" y="2312273"/>
                  </a:lnTo>
                  <a:lnTo>
                    <a:pt x="1424467" y="2312273"/>
                  </a:lnTo>
                  <a:lnTo>
                    <a:pt x="1424467" y="2307767"/>
                  </a:lnTo>
                  <a:lnTo>
                    <a:pt x="1419030" y="2307767"/>
                  </a:lnTo>
                  <a:lnTo>
                    <a:pt x="1419030" y="2303263"/>
                  </a:lnTo>
                  <a:lnTo>
                    <a:pt x="1413593" y="2303263"/>
                  </a:lnTo>
                  <a:lnTo>
                    <a:pt x="1413593" y="2301013"/>
                  </a:lnTo>
                  <a:lnTo>
                    <a:pt x="1408156" y="2301013"/>
                  </a:lnTo>
                  <a:lnTo>
                    <a:pt x="1408156" y="2296513"/>
                  </a:lnTo>
                  <a:lnTo>
                    <a:pt x="1402719" y="2296513"/>
                  </a:lnTo>
                  <a:lnTo>
                    <a:pt x="1402719" y="2287518"/>
                  </a:lnTo>
                  <a:lnTo>
                    <a:pt x="1397282" y="2287518"/>
                  </a:lnTo>
                  <a:lnTo>
                    <a:pt x="1397282" y="2285269"/>
                  </a:lnTo>
                  <a:lnTo>
                    <a:pt x="1391845" y="2285269"/>
                  </a:lnTo>
                  <a:lnTo>
                    <a:pt x="1391845" y="2278521"/>
                  </a:lnTo>
                  <a:lnTo>
                    <a:pt x="1386408" y="2278521"/>
                  </a:lnTo>
                  <a:lnTo>
                    <a:pt x="1386408" y="2276272"/>
                  </a:lnTo>
                  <a:lnTo>
                    <a:pt x="1380971" y="2276272"/>
                  </a:lnTo>
                  <a:lnTo>
                    <a:pt x="1380971" y="2267274"/>
                  </a:lnTo>
                  <a:lnTo>
                    <a:pt x="1375534" y="2267274"/>
                  </a:lnTo>
                  <a:lnTo>
                    <a:pt x="1375534" y="2265024"/>
                  </a:lnTo>
                  <a:lnTo>
                    <a:pt x="1370098" y="2265024"/>
                  </a:lnTo>
                  <a:lnTo>
                    <a:pt x="1370098" y="2262774"/>
                  </a:lnTo>
                  <a:lnTo>
                    <a:pt x="1364661" y="2262774"/>
                  </a:lnTo>
                  <a:lnTo>
                    <a:pt x="1364661" y="2258274"/>
                  </a:lnTo>
                  <a:lnTo>
                    <a:pt x="1359224" y="2258274"/>
                  </a:lnTo>
                  <a:lnTo>
                    <a:pt x="1359224" y="2253774"/>
                  </a:lnTo>
                  <a:lnTo>
                    <a:pt x="1353787" y="2253774"/>
                  </a:lnTo>
                  <a:lnTo>
                    <a:pt x="1353787" y="2251524"/>
                  </a:lnTo>
                  <a:lnTo>
                    <a:pt x="1348350" y="2251524"/>
                  </a:lnTo>
                  <a:lnTo>
                    <a:pt x="1348350" y="2244772"/>
                  </a:lnTo>
                  <a:lnTo>
                    <a:pt x="1342913" y="2244772"/>
                  </a:lnTo>
                  <a:lnTo>
                    <a:pt x="1342913" y="2242522"/>
                  </a:lnTo>
                  <a:lnTo>
                    <a:pt x="1337476" y="2242522"/>
                  </a:lnTo>
                  <a:lnTo>
                    <a:pt x="1337476" y="2240271"/>
                  </a:lnTo>
                  <a:lnTo>
                    <a:pt x="1332039" y="2240271"/>
                  </a:lnTo>
                  <a:lnTo>
                    <a:pt x="1332039" y="2238020"/>
                  </a:lnTo>
                  <a:lnTo>
                    <a:pt x="1326602" y="2238020"/>
                  </a:lnTo>
                  <a:lnTo>
                    <a:pt x="1326602" y="2233518"/>
                  </a:lnTo>
                  <a:lnTo>
                    <a:pt x="1321166" y="2233518"/>
                  </a:lnTo>
                  <a:lnTo>
                    <a:pt x="1321166" y="2231269"/>
                  </a:lnTo>
                  <a:lnTo>
                    <a:pt x="1315729" y="2231269"/>
                  </a:lnTo>
                  <a:lnTo>
                    <a:pt x="1315729" y="2229019"/>
                  </a:lnTo>
                  <a:lnTo>
                    <a:pt x="1310292" y="2229019"/>
                  </a:lnTo>
                  <a:lnTo>
                    <a:pt x="1310292" y="2226770"/>
                  </a:lnTo>
                  <a:lnTo>
                    <a:pt x="1304855" y="2226770"/>
                  </a:lnTo>
                  <a:lnTo>
                    <a:pt x="1304855" y="2217771"/>
                  </a:lnTo>
                  <a:lnTo>
                    <a:pt x="1299418" y="2217771"/>
                  </a:lnTo>
                  <a:lnTo>
                    <a:pt x="1299418" y="2213271"/>
                  </a:lnTo>
                  <a:lnTo>
                    <a:pt x="1293981" y="2213271"/>
                  </a:lnTo>
                  <a:lnTo>
                    <a:pt x="1293981" y="2197529"/>
                  </a:lnTo>
                  <a:lnTo>
                    <a:pt x="1288544" y="2197529"/>
                  </a:lnTo>
                  <a:lnTo>
                    <a:pt x="1288544" y="2195282"/>
                  </a:lnTo>
                  <a:lnTo>
                    <a:pt x="1283107" y="2195282"/>
                  </a:lnTo>
                  <a:lnTo>
                    <a:pt x="1283107" y="2193036"/>
                  </a:lnTo>
                  <a:lnTo>
                    <a:pt x="1277670" y="2193036"/>
                  </a:lnTo>
                  <a:lnTo>
                    <a:pt x="1277670" y="2181805"/>
                  </a:lnTo>
                  <a:lnTo>
                    <a:pt x="1272233" y="2181805"/>
                  </a:lnTo>
                  <a:lnTo>
                    <a:pt x="1272233" y="2177315"/>
                  </a:lnTo>
                  <a:lnTo>
                    <a:pt x="1266797" y="2177315"/>
                  </a:lnTo>
                  <a:lnTo>
                    <a:pt x="1266797" y="2172825"/>
                  </a:lnTo>
                  <a:lnTo>
                    <a:pt x="1261360" y="2172825"/>
                  </a:lnTo>
                  <a:lnTo>
                    <a:pt x="1261360" y="2170581"/>
                  </a:lnTo>
                  <a:lnTo>
                    <a:pt x="1255923" y="2170581"/>
                  </a:lnTo>
                  <a:lnTo>
                    <a:pt x="1255923" y="2166097"/>
                  </a:lnTo>
                  <a:lnTo>
                    <a:pt x="1250486" y="2166097"/>
                  </a:lnTo>
                  <a:lnTo>
                    <a:pt x="1250486" y="2159370"/>
                  </a:lnTo>
                  <a:lnTo>
                    <a:pt x="1245049" y="2159370"/>
                  </a:lnTo>
                  <a:lnTo>
                    <a:pt x="1245049" y="2154885"/>
                  </a:lnTo>
                  <a:lnTo>
                    <a:pt x="1239612" y="2154885"/>
                  </a:lnTo>
                  <a:lnTo>
                    <a:pt x="1239612" y="2152642"/>
                  </a:lnTo>
                  <a:lnTo>
                    <a:pt x="1234175" y="2152642"/>
                  </a:lnTo>
                  <a:lnTo>
                    <a:pt x="1234175" y="2148157"/>
                  </a:lnTo>
                  <a:lnTo>
                    <a:pt x="1228738" y="2148157"/>
                  </a:lnTo>
                  <a:lnTo>
                    <a:pt x="1228738" y="2141427"/>
                  </a:lnTo>
                  <a:lnTo>
                    <a:pt x="1223301" y="2141427"/>
                  </a:lnTo>
                  <a:lnTo>
                    <a:pt x="1223301" y="2134698"/>
                  </a:lnTo>
                  <a:lnTo>
                    <a:pt x="1217864" y="2134698"/>
                  </a:lnTo>
                  <a:lnTo>
                    <a:pt x="1217864" y="2130217"/>
                  </a:lnTo>
                  <a:lnTo>
                    <a:pt x="1212428" y="2130217"/>
                  </a:lnTo>
                  <a:lnTo>
                    <a:pt x="1212428" y="2119014"/>
                  </a:lnTo>
                  <a:lnTo>
                    <a:pt x="1206991" y="2119014"/>
                  </a:lnTo>
                  <a:lnTo>
                    <a:pt x="1206991" y="2116773"/>
                  </a:lnTo>
                  <a:lnTo>
                    <a:pt x="1201554" y="2116773"/>
                  </a:lnTo>
                  <a:lnTo>
                    <a:pt x="1201554" y="2105567"/>
                  </a:lnTo>
                  <a:lnTo>
                    <a:pt x="1196117" y="2105567"/>
                  </a:lnTo>
                  <a:lnTo>
                    <a:pt x="1196117" y="2096601"/>
                  </a:lnTo>
                  <a:lnTo>
                    <a:pt x="1190680" y="2096601"/>
                  </a:lnTo>
                  <a:lnTo>
                    <a:pt x="1190680" y="2089875"/>
                  </a:lnTo>
                  <a:lnTo>
                    <a:pt x="1185243" y="2089875"/>
                  </a:lnTo>
                  <a:lnTo>
                    <a:pt x="1185243" y="2080907"/>
                  </a:lnTo>
                  <a:lnTo>
                    <a:pt x="1179806" y="2080907"/>
                  </a:lnTo>
                  <a:lnTo>
                    <a:pt x="1179806" y="2076425"/>
                  </a:lnTo>
                  <a:lnTo>
                    <a:pt x="1174369" y="2076425"/>
                  </a:lnTo>
                  <a:lnTo>
                    <a:pt x="1174369" y="2069702"/>
                  </a:lnTo>
                  <a:lnTo>
                    <a:pt x="1168932" y="2069702"/>
                  </a:lnTo>
                  <a:lnTo>
                    <a:pt x="1168932" y="2067461"/>
                  </a:lnTo>
                  <a:lnTo>
                    <a:pt x="1163495" y="2067461"/>
                  </a:lnTo>
                  <a:lnTo>
                    <a:pt x="1163495" y="2062978"/>
                  </a:lnTo>
                  <a:lnTo>
                    <a:pt x="1158059" y="2062978"/>
                  </a:lnTo>
                  <a:lnTo>
                    <a:pt x="1158059" y="2056253"/>
                  </a:lnTo>
                  <a:lnTo>
                    <a:pt x="1152622" y="2056253"/>
                  </a:lnTo>
                  <a:lnTo>
                    <a:pt x="1152622" y="2051769"/>
                  </a:lnTo>
                  <a:lnTo>
                    <a:pt x="1147185" y="2051769"/>
                  </a:lnTo>
                  <a:lnTo>
                    <a:pt x="1147185" y="2045048"/>
                  </a:lnTo>
                  <a:lnTo>
                    <a:pt x="1141748" y="2045048"/>
                  </a:lnTo>
                  <a:lnTo>
                    <a:pt x="1141748" y="2031602"/>
                  </a:lnTo>
                  <a:lnTo>
                    <a:pt x="1136311" y="2031602"/>
                  </a:lnTo>
                  <a:lnTo>
                    <a:pt x="1136311" y="2027120"/>
                  </a:lnTo>
                  <a:lnTo>
                    <a:pt x="1130874" y="2027120"/>
                  </a:lnTo>
                  <a:lnTo>
                    <a:pt x="1130874" y="2015912"/>
                  </a:lnTo>
                  <a:lnTo>
                    <a:pt x="1125437" y="2015912"/>
                  </a:lnTo>
                  <a:lnTo>
                    <a:pt x="1125437" y="2013673"/>
                  </a:lnTo>
                  <a:lnTo>
                    <a:pt x="1114563" y="2013673"/>
                  </a:lnTo>
                  <a:lnTo>
                    <a:pt x="1114563" y="2011437"/>
                  </a:lnTo>
                  <a:lnTo>
                    <a:pt x="1109127" y="2011437"/>
                  </a:lnTo>
                  <a:lnTo>
                    <a:pt x="1109127" y="2002493"/>
                  </a:lnTo>
                  <a:lnTo>
                    <a:pt x="1103690" y="2002493"/>
                  </a:lnTo>
                  <a:lnTo>
                    <a:pt x="1103690" y="1998021"/>
                  </a:lnTo>
                  <a:lnTo>
                    <a:pt x="1098253" y="1998021"/>
                  </a:lnTo>
                  <a:lnTo>
                    <a:pt x="1098253" y="1991315"/>
                  </a:lnTo>
                  <a:lnTo>
                    <a:pt x="1092816" y="1991315"/>
                  </a:lnTo>
                  <a:lnTo>
                    <a:pt x="1092816" y="1986851"/>
                  </a:lnTo>
                  <a:lnTo>
                    <a:pt x="1087379" y="1986851"/>
                  </a:lnTo>
                  <a:lnTo>
                    <a:pt x="1087379" y="1984620"/>
                  </a:lnTo>
                  <a:lnTo>
                    <a:pt x="1081942" y="1984620"/>
                  </a:lnTo>
                  <a:lnTo>
                    <a:pt x="1081942" y="1973464"/>
                  </a:lnTo>
                  <a:lnTo>
                    <a:pt x="1076505" y="1973464"/>
                  </a:lnTo>
                  <a:lnTo>
                    <a:pt x="1076505" y="1969001"/>
                  </a:lnTo>
                  <a:lnTo>
                    <a:pt x="1071068" y="1969001"/>
                  </a:lnTo>
                  <a:lnTo>
                    <a:pt x="1071068" y="1966771"/>
                  </a:lnTo>
                  <a:lnTo>
                    <a:pt x="1065631" y="1966771"/>
                  </a:lnTo>
                  <a:lnTo>
                    <a:pt x="1065631" y="1955634"/>
                  </a:lnTo>
                  <a:lnTo>
                    <a:pt x="1060194" y="1955634"/>
                  </a:lnTo>
                  <a:lnTo>
                    <a:pt x="1060194" y="1953407"/>
                  </a:lnTo>
                  <a:lnTo>
                    <a:pt x="1054758" y="1953407"/>
                  </a:lnTo>
                  <a:lnTo>
                    <a:pt x="1054758" y="1948951"/>
                  </a:lnTo>
                  <a:lnTo>
                    <a:pt x="1049321" y="1948951"/>
                  </a:lnTo>
                  <a:lnTo>
                    <a:pt x="1049321" y="1944495"/>
                  </a:lnTo>
                  <a:lnTo>
                    <a:pt x="1043884" y="1944495"/>
                  </a:lnTo>
                  <a:lnTo>
                    <a:pt x="1043884" y="1940039"/>
                  </a:lnTo>
                  <a:lnTo>
                    <a:pt x="1038447" y="1940039"/>
                  </a:lnTo>
                  <a:lnTo>
                    <a:pt x="1038447" y="1931131"/>
                  </a:lnTo>
                  <a:lnTo>
                    <a:pt x="1033010" y="1931131"/>
                  </a:lnTo>
                  <a:lnTo>
                    <a:pt x="1033010" y="1926677"/>
                  </a:lnTo>
                  <a:lnTo>
                    <a:pt x="1027573" y="1926677"/>
                  </a:lnTo>
                  <a:lnTo>
                    <a:pt x="1027573" y="1922225"/>
                  </a:lnTo>
                  <a:lnTo>
                    <a:pt x="1022136" y="1922225"/>
                  </a:lnTo>
                  <a:lnTo>
                    <a:pt x="1016699" y="1922225"/>
                  </a:lnTo>
                  <a:lnTo>
                    <a:pt x="1016699" y="1915560"/>
                  </a:lnTo>
                  <a:lnTo>
                    <a:pt x="1011262" y="1915560"/>
                  </a:lnTo>
                  <a:lnTo>
                    <a:pt x="1011262" y="1913338"/>
                  </a:lnTo>
                  <a:lnTo>
                    <a:pt x="1005825" y="1913338"/>
                  </a:lnTo>
                  <a:lnTo>
                    <a:pt x="1005825" y="1902227"/>
                  </a:lnTo>
                  <a:lnTo>
                    <a:pt x="1000389" y="1902227"/>
                  </a:lnTo>
                  <a:lnTo>
                    <a:pt x="1000389" y="1897784"/>
                  </a:lnTo>
                  <a:lnTo>
                    <a:pt x="994952" y="1897784"/>
                  </a:lnTo>
                  <a:lnTo>
                    <a:pt x="994952" y="1886678"/>
                  </a:lnTo>
                  <a:lnTo>
                    <a:pt x="989515" y="1886678"/>
                  </a:lnTo>
                  <a:lnTo>
                    <a:pt x="989515" y="1884459"/>
                  </a:lnTo>
                  <a:lnTo>
                    <a:pt x="984078" y="1884459"/>
                  </a:lnTo>
                  <a:lnTo>
                    <a:pt x="984078" y="1871153"/>
                  </a:lnTo>
                  <a:lnTo>
                    <a:pt x="973204" y="1871153"/>
                  </a:lnTo>
                  <a:lnTo>
                    <a:pt x="973204" y="1868936"/>
                  </a:lnTo>
                  <a:lnTo>
                    <a:pt x="967767" y="1868936"/>
                  </a:lnTo>
                  <a:lnTo>
                    <a:pt x="967767" y="1857852"/>
                  </a:lnTo>
                  <a:lnTo>
                    <a:pt x="962330" y="1857852"/>
                  </a:lnTo>
                  <a:lnTo>
                    <a:pt x="962330" y="1851201"/>
                  </a:lnTo>
                  <a:lnTo>
                    <a:pt x="956893" y="1851201"/>
                  </a:lnTo>
                  <a:lnTo>
                    <a:pt x="956893" y="1844548"/>
                  </a:lnTo>
                  <a:lnTo>
                    <a:pt x="951457" y="1844548"/>
                  </a:lnTo>
                  <a:lnTo>
                    <a:pt x="951457" y="1842332"/>
                  </a:lnTo>
                  <a:lnTo>
                    <a:pt x="946020" y="1842332"/>
                  </a:lnTo>
                  <a:lnTo>
                    <a:pt x="946020" y="1835692"/>
                  </a:lnTo>
                  <a:lnTo>
                    <a:pt x="940583" y="1835692"/>
                  </a:lnTo>
                  <a:lnTo>
                    <a:pt x="940583" y="1824622"/>
                  </a:lnTo>
                  <a:lnTo>
                    <a:pt x="935146" y="1824622"/>
                  </a:lnTo>
                  <a:lnTo>
                    <a:pt x="935146" y="1817983"/>
                  </a:lnTo>
                  <a:lnTo>
                    <a:pt x="929709" y="1817983"/>
                  </a:lnTo>
                  <a:lnTo>
                    <a:pt x="929709" y="1815770"/>
                  </a:lnTo>
                  <a:lnTo>
                    <a:pt x="924272" y="1815770"/>
                  </a:lnTo>
                  <a:lnTo>
                    <a:pt x="924272" y="1809131"/>
                  </a:lnTo>
                  <a:lnTo>
                    <a:pt x="918835" y="1809131"/>
                  </a:lnTo>
                  <a:lnTo>
                    <a:pt x="918835" y="1806917"/>
                  </a:lnTo>
                  <a:lnTo>
                    <a:pt x="913398" y="1806917"/>
                  </a:lnTo>
                  <a:lnTo>
                    <a:pt x="913398" y="1804706"/>
                  </a:lnTo>
                  <a:lnTo>
                    <a:pt x="907961" y="1804706"/>
                  </a:lnTo>
                  <a:lnTo>
                    <a:pt x="907961" y="1798078"/>
                  </a:lnTo>
                  <a:lnTo>
                    <a:pt x="902524" y="1798078"/>
                  </a:lnTo>
                  <a:lnTo>
                    <a:pt x="902524" y="1795868"/>
                  </a:lnTo>
                  <a:lnTo>
                    <a:pt x="897088" y="1795868"/>
                  </a:lnTo>
                  <a:lnTo>
                    <a:pt x="897088" y="1787034"/>
                  </a:lnTo>
                  <a:lnTo>
                    <a:pt x="891651" y="1787034"/>
                  </a:lnTo>
                  <a:lnTo>
                    <a:pt x="891651" y="1780408"/>
                  </a:lnTo>
                  <a:lnTo>
                    <a:pt x="886214" y="1780408"/>
                  </a:lnTo>
                  <a:lnTo>
                    <a:pt x="886214" y="1775989"/>
                  </a:lnTo>
                  <a:lnTo>
                    <a:pt x="880777" y="1775989"/>
                  </a:lnTo>
                  <a:lnTo>
                    <a:pt x="880777" y="1764949"/>
                  </a:lnTo>
                  <a:lnTo>
                    <a:pt x="875340" y="1764949"/>
                  </a:lnTo>
                  <a:lnTo>
                    <a:pt x="875340" y="1751706"/>
                  </a:lnTo>
                  <a:lnTo>
                    <a:pt x="869903" y="1751706"/>
                  </a:lnTo>
                  <a:lnTo>
                    <a:pt x="869903" y="1740668"/>
                  </a:lnTo>
                  <a:lnTo>
                    <a:pt x="864466" y="1740668"/>
                  </a:lnTo>
                  <a:lnTo>
                    <a:pt x="864466" y="1725210"/>
                  </a:lnTo>
                  <a:lnTo>
                    <a:pt x="859029" y="1725210"/>
                  </a:lnTo>
                  <a:lnTo>
                    <a:pt x="859029" y="1716375"/>
                  </a:lnTo>
                  <a:lnTo>
                    <a:pt x="853592" y="1716375"/>
                  </a:lnTo>
                  <a:lnTo>
                    <a:pt x="853592" y="1714167"/>
                  </a:lnTo>
                  <a:lnTo>
                    <a:pt x="848155" y="1714167"/>
                  </a:lnTo>
                  <a:lnTo>
                    <a:pt x="848155" y="1705336"/>
                  </a:lnTo>
                  <a:lnTo>
                    <a:pt x="842719" y="1705336"/>
                  </a:lnTo>
                  <a:lnTo>
                    <a:pt x="842719" y="1694308"/>
                  </a:lnTo>
                  <a:lnTo>
                    <a:pt x="837282" y="1694308"/>
                  </a:lnTo>
                  <a:lnTo>
                    <a:pt x="837282" y="1689904"/>
                  </a:lnTo>
                  <a:lnTo>
                    <a:pt x="831845" y="1689904"/>
                  </a:lnTo>
                  <a:lnTo>
                    <a:pt x="831845" y="1674507"/>
                  </a:lnTo>
                  <a:lnTo>
                    <a:pt x="826408" y="1674507"/>
                  </a:lnTo>
                  <a:lnTo>
                    <a:pt x="826408" y="1667906"/>
                  </a:lnTo>
                  <a:lnTo>
                    <a:pt x="820971" y="1667906"/>
                  </a:lnTo>
                  <a:lnTo>
                    <a:pt x="820971" y="1663505"/>
                  </a:lnTo>
                  <a:lnTo>
                    <a:pt x="810097" y="1663505"/>
                  </a:lnTo>
                  <a:lnTo>
                    <a:pt x="810097" y="1656912"/>
                  </a:lnTo>
                  <a:lnTo>
                    <a:pt x="804660" y="1656912"/>
                  </a:lnTo>
                  <a:lnTo>
                    <a:pt x="804660" y="1645933"/>
                  </a:lnTo>
                  <a:lnTo>
                    <a:pt x="799223" y="1645933"/>
                  </a:lnTo>
                  <a:lnTo>
                    <a:pt x="799223" y="1637164"/>
                  </a:lnTo>
                  <a:lnTo>
                    <a:pt x="793786" y="1637164"/>
                  </a:lnTo>
                  <a:lnTo>
                    <a:pt x="793786" y="1619622"/>
                  </a:lnTo>
                  <a:lnTo>
                    <a:pt x="788350" y="1619622"/>
                  </a:lnTo>
                  <a:lnTo>
                    <a:pt x="788350" y="1617429"/>
                  </a:lnTo>
                  <a:lnTo>
                    <a:pt x="782913" y="1617429"/>
                  </a:lnTo>
                  <a:lnTo>
                    <a:pt x="782913" y="1615237"/>
                  </a:lnTo>
                  <a:lnTo>
                    <a:pt x="777476" y="1615237"/>
                  </a:lnTo>
                  <a:lnTo>
                    <a:pt x="777476" y="1610855"/>
                  </a:lnTo>
                  <a:lnTo>
                    <a:pt x="772039" y="1610855"/>
                  </a:lnTo>
                  <a:lnTo>
                    <a:pt x="772039" y="1597708"/>
                  </a:lnTo>
                  <a:lnTo>
                    <a:pt x="766602" y="1597708"/>
                  </a:lnTo>
                  <a:lnTo>
                    <a:pt x="766602" y="1588941"/>
                  </a:lnTo>
                  <a:lnTo>
                    <a:pt x="761165" y="1588941"/>
                  </a:lnTo>
                  <a:lnTo>
                    <a:pt x="761165" y="1577993"/>
                  </a:lnTo>
                  <a:lnTo>
                    <a:pt x="755728" y="1577993"/>
                  </a:lnTo>
                  <a:lnTo>
                    <a:pt x="755728" y="1571423"/>
                  </a:lnTo>
                  <a:lnTo>
                    <a:pt x="750291" y="1571423"/>
                  </a:lnTo>
                  <a:lnTo>
                    <a:pt x="750291" y="1562667"/>
                  </a:lnTo>
                  <a:lnTo>
                    <a:pt x="744854" y="1562667"/>
                  </a:lnTo>
                  <a:lnTo>
                    <a:pt x="744854" y="1551720"/>
                  </a:lnTo>
                  <a:lnTo>
                    <a:pt x="739418" y="1551720"/>
                  </a:lnTo>
                  <a:lnTo>
                    <a:pt x="739418" y="1542965"/>
                  </a:lnTo>
                  <a:lnTo>
                    <a:pt x="733981" y="1542965"/>
                  </a:lnTo>
                  <a:lnTo>
                    <a:pt x="733981" y="1534209"/>
                  </a:lnTo>
                  <a:lnTo>
                    <a:pt x="728544" y="1534209"/>
                  </a:lnTo>
                  <a:lnTo>
                    <a:pt x="728544" y="1523261"/>
                  </a:lnTo>
                  <a:lnTo>
                    <a:pt x="723107" y="1523261"/>
                  </a:lnTo>
                  <a:lnTo>
                    <a:pt x="723107" y="1512330"/>
                  </a:lnTo>
                  <a:lnTo>
                    <a:pt x="717670" y="1512330"/>
                  </a:lnTo>
                  <a:lnTo>
                    <a:pt x="717670" y="1505770"/>
                  </a:lnTo>
                  <a:lnTo>
                    <a:pt x="712233" y="1505770"/>
                  </a:lnTo>
                  <a:lnTo>
                    <a:pt x="712233" y="1501401"/>
                  </a:lnTo>
                  <a:lnTo>
                    <a:pt x="706796" y="1501401"/>
                  </a:lnTo>
                  <a:lnTo>
                    <a:pt x="706796" y="1488293"/>
                  </a:lnTo>
                  <a:lnTo>
                    <a:pt x="701359" y="1488293"/>
                  </a:lnTo>
                  <a:lnTo>
                    <a:pt x="701359" y="1479551"/>
                  </a:lnTo>
                  <a:lnTo>
                    <a:pt x="695922" y="1479551"/>
                  </a:lnTo>
                  <a:lnTo>
                    <a:pt x="695922" y="1470813"/>
                  </a:lnTo>
                  <a:lnTo>
                    <a:pt x="690485" y="1470813"/>
                  </a:lnTo>
                  <a:lnTo>
                    <a:pt x="690485" y="1468629"/>
                  </a:lnTo>
                  <a:lnTo>
                    <a:pt x="685049" y="1468629"/>
                  </a:lnTo>
                  <a:lnTo>
                    <a:pt x="685049" y="1459894"/>
                  </a:lnTo>
                  <a:lnTo>
                    <a:pt x="679612" y="1459894"/>
                  </a:lnTo>
                  <a:lnTo>
                    <a:pt x="679612" y="1453345"/>
                  </a:lnTo>
                  <a:lnTo>
                    <a:pt x="674175" y="1453345"/>
                  </a:lnTo>
                  <a:lnTo>
                    <a:pt x="674175" y="1440252"/>
                  </a:lnTo>
                  <a:lnTo>
                    <a:pt x="668738" y="1440252"/>
                  </a:lnTo>
                  <a:lnTo>
                    <a:pt x="668738" y="1429339"/>
                  </a:lnTo>
                  <a:lnTo>
                    <a:pt x="663301" y="1429339"/>
                  </a:lnTo>
                  <a:lnTo>
                    <a:pt x="663301" y="1420606"/>
                  </a:lnTo>
                  <a:lnTo>
                    <a:pt x="657864" y="1420606"/>
                  </a:lnTo>
                  <a:lnTo>
                    <a:pt x="657864" y="1411881"/>
                  </a:lnTo>
                  <a:lnTo>
                    <a:pt x="652427" y="1411881"/>
                  </a:lnTo>
                  <a:lnTo>
                    <a:pt x="652427" y="1400973"/>
                  </a:lnTo>
                  <a:lnTo>
                    <a:pt x="646990" y="1400973"/>
                  </a:lnTo>
                  <a:lnTo>
                    <a:pt x="646990" y="1398793"/>
                  </a:lnTo>
                  <a:lnTo>
                    <a:pt x="641553" y="1398793"/>
                  </a:lnTo>
                  <a:lnTo>
                    <a:pt x="641553" y="1396613"/>
                  </a:lnTo>
                  <a:lnTo>
                    <a:pt x="636116" y="1396613"/>
                  </a:lnTo>
                  <a:lnTo>
                    <a:pt x="636116" y="1390077"/>
                  </a:lnTo>
                  <a:lnTo>
                    <a:pt x="630680" y="1390077"/>
                  </a:lnTo>
                  <a:lnTo>
                    <a:pt x="630680" y="1379182"/>
                  </a:lnTo>
                  <a:lnTo>
                    <a:pt x="625243" y="1379182"/>
                  </a:lnTo>
                  <a:lnTo>
                    <a:pt x="625243" y="1374823"/>
                  </a:lnTo>
                  <a:lnTo>
                    <a:pt x="619806" y="1374823"/>
                  </a:lnTo>
                  <a:lnTo>
                    <a:pt x="619806" y="1363923"/>
                  </a:lnTo>
                  <a:lnTo>
                    <a:pt x="614369" y="1363923"/>
                  </a:lnTo>
                  <a:lnTo>
                    <a:pt x="614369" y="1357390"/>
                  </a:lnTo>
                  <a:lnTo>
                    <a:pt x="608932" y="1357390"/>
                  </a:lnTo>
                  <a:lnTo>
                    <a:pt x="608932" y="1350862"/>
                  </a:lnTo>
                  <a:lnTo>
                    <a:pt x="603495" y="1350862"/>
                  </a:lnTo>
                  <a:lnTo>
                    <a:pt x="603495" y="1335627"/>
                  </a:lnTo>
                  <a:lnTo>
                    <a:pt x="598058" y="1335627"/>
                  </a:lnTo>
                  <a:lnTo>
                    <a:pt x="598058" y="1326919"/>
                  </a:lnTo>
                  <a:lnTo>
                    <a:pt x="592621" y="1326919"/>
                  </a:lnTo>
                  <a:lnTo>
                    <a:pt x="592621" y="1322564"/>
                  </a:lnTo>
                  <a:lnTo>
                    <a:pt x="587184" y="1322564"/>
                  </a:lnTo>
                  <a:lnTo>
                    <a:pt x="587184" y="1313853"/>
                  </a:lnTo>
                  <a:lnTo>
                    <a:pt x="581747" y="1313853"/>
                  </a:lnTo>
                  <a:lnTo>
                    <a:pt x="581747" y="1298613"/>
                  </a:lnTo>
                  <a:lnTo>
                    <a:pt x="576311" y="1298613"/>
                  </a:lnTo>
                  <a:lnTo>
                    <a:pt x="576311" y="1294258"/>
                  </a:lnTo>
                  <a:lnTo>
                    <a:pt x="570874" y="1294258"/>
                  </a:lnTo>
                  <a:lnTo>
                    <a:pt x="570874" y="1289911"/>
                  </a:lnTo>
                  <a:lnTo>
                    <a:pt x="565437" y="1289911"/>
                  </a:lnTo>
                  <a:lnTo>
                    <a:pt x="565437" y="1276876"/>
                  </a:lnTo>
                  <a:lnTo>
                    <a:pt x="560000" y="1276876"/>
                  </a:lnTo>
                  <a:lnTo>
                    <a:pt x="560000" y="1263858"/>
                  </a:lnTo>
                  <a:lnTo>
                    <a:pt x="554563" y="1263858"/>
                  </a:lnTo>
                  <a:lnTo>
                    <a:pt x="554563" y="1244322"/>
                  </a:lnTo>
                  <a:lnTo>
                    <a:pt x="549126" y="1244322"/>
                  </a:lnTo>
                  <a:lnTo>
                    <a:pt x="549126" y="1237808"/>
                  </a:lnTo>
                  <a:lnTo>
                    <a:pt x="543689" y="1237808"/>
                  </a:lnTo>
                  <a:lnTo>
                    <a:pt x="543689" y="1211741"/>
                  </a:lnTo>
                  <a:lnTo>
                    <a:pt x="538252" y="1211741"/>
                  </a:lnTo>
                  <a:lnTo>
                    <a:pt x="538252" y="1200875"/>
                  </a:lnTo>
                  <a:lnTo>
                    <a:pt x="532815" y="1200875"/>
                  </a:lnTo>
                  <a:lnTo>
                    <a:pt x="532815" y="1190022"/>
                  </a:lnTo>
                  <a:lnTo>
                    <a:pt x="527379" y="1190022"/>
                  </a:lnTo>
                  <a:lnTo>
                    <a:pt x="527379" y="1181338"/>
                  </a:lnTo>
                  <a:lnTo>
                    <a:pt x="521942" y="1181338"/>
                  </a:lnTo>
                  <a:lnTo>
                    <a:pt x="521942" y="1174827"/>
                  </a:lnTo>
                  <a:lnTo>
                    <a:pt x="516505" y="1174827"/>
                  </a:lnTo>
                  <a:lnTo>
                    <a:pt x="516505" y="1168315"/>
                  </a:lnTo>
                  <a:lnTo>
                    <a:pt x="511068" y="1168315"/>
                  </a:lnTo>
                  <a:lnTo>
                    <a:pt x="511068" y="1155294"/>
                  </a:lnTo>
                  <a:lnTo>
                    <a:pt x="505631" y="1155294"/>
                  </a:lnTo>
                  <a:lnTo>
                    <a:pt x="505631" y="1150952"/>
                  </a:lnTo>
                  <a:lnTo>
                    <a:pt x="500194" y="1150952"/>
                  </a:lnTo>
                  <a:lnTo>
                    <a:pt x="500194" y="1142268"/>
                  </a:lnTo>
                  <a:lnTo>
                    <a:pt x="494757" y="1142268"/>
                  </a:lnTo>
                  <a:lnTo>
                    <a:pt x="494757" y="1122750"/>
                  </a:lnTo>
                  <a:lnTo>
                    <a:pt x="489320" y="1122750"/>
                  </a:lnTo>
                  <a:lnTo>
                    <a:pt x="489320" y="1116246"/>
                  </a:lnTo>
                  <a:lnTo>
                    <a:pt x="483883" y="1116246"/>
                  </a:lnTo>
                  <a:lnTo>
                    <a:pt x="483883" y="1107575"/>
                  </a:lnTo>
                  <a:lnTo>
                    <a:pt x="478446" y="1107575"/>
                  </a:lnTo>
                  <a:lnTo>
                    <a:pt x="478446" y="1088069"/>
                  </a:lnTo>
                  <a:lnTo>
                    <a:pt x="473010" y="1088069"/>
                  </a:lnTo>
                  <a:lnTo>
                    <a:pt x="473010" y="1079396"/>
                  </a:lnTo>
                  <a:lnTo>
                    <a:pt x="467573" y="1079396"/>
                  </a:lnTo>
                  <a:lnTo>
                    <a:pt x="467573" y="1066388"/>
                  </a:lnTo>
                  <a:lnTo>
                    <a:pt x="462136" y="1066388"/>
                  </a:lnTo>
                  <a:lnTo>
                    <a:pt x="462136" y="1049046"/>
                  </a:lnTo>
                  <a:lnTo>
                    <a:pt x="456699" y="1049046"/>
                  </a:lnTo>
                  <a:lnTo>
                    <a:pt x="456699" y="1036053"/>
                  </a:lnTo>
                  <a:lnTo>
                    <a:pt x="451262" y="1036053"/>
                  </a:lnTo>
                  <a:lnTo>
                    <a:pt x="451262" y="1023068"/>
                  </a:lnTo>
                  <a:lnTo>
                    <a:pt x="445825" y="1023068"/>
                  </a:lnTo>
                  <a:lnTo>
                    <a:pt x="445825" y="1016577"/>
                  </a:lnTo>
                  <a:lnTo>
                    <a:pt x="440388" y="1016577"/>
                  </a:lnTo>
                  <a:lnTo>
                    <a:pt x="440388" y="992788"/>
                  </a:lnTo>
                  <a:lnTo>
                    <a:pt x="434951" y="992788"/>
                  </a:lnTo>
                  <a:lnTo>
                    <a:pt x="434951" y="979811"/>
                  </a:lnTo>
                  <a:lnTo>
                    <a:pt x="429514" y="979811"/>
                  </a:lnTo>
                  <a:lnTo>
                    <a:pt x="429514" y="969009"/>
                  </a:lnTo>
                  <a:lnTo>
                    <a:pt x="424077" y="969009"/>
                  </a:lnTo>
                  <a:lnTo>
                    <a:pt x="424077" y="956048"/>
                  </a:lnTo>
                  <a:lnTo>
                    <a:pt x="418641" y="956048"/>
                  </a:lnTo>
                  <a:lnTo>
                    <a:pt x="418641" y="938757"/>
                  </a:lnTo>
                  <a:lnTo>
                    <a:pt x="413204" y="938757"/>
                  </a:lnTo>
                  <a:lnTo>
                    <a:pt x="413204" y="932277"/>
                  </a:lnTo>
                  <a:lnTo>
                    <a:pt x="407767" y="932277"/>
                  </a:lnTo>
                  <a:lnTo>
                    <a:pt x="407767" y="921479"/>
                  </a:lnTo>
                  <a:lnTo>
                    <a:pt x="402330" y="921479"/>
                  </a:lnTo>
                  <a:lnTo>
                    <a:pt x="402330" y="910676"/>
                  </a:lnTo>
                  <a:lnTo>
                    <a:pt x="396893" y="910676"/>
                  </a:lnTo>
                  <a:lnTo>
                    <a:pt x="396893" y="897707"/>
                  </a:lnTo>
                  <a:lnTo>
                    <a:pt x="391456" y="897707"/>
                  </a:lnTo>
                  <a:lnTo>
                    <a:pt x="391456" y="886901"/>
                  </a:lnTo>
                  <a:lnTo>
                    <a:pt x="386019" y="886901"/>
                  </a:lnTo>
                  <a:lnTo>
                    <a:pt x="386019" y="876095"/>
                  </a:lnTo>
                  <a:lnTo>
                    <a:pt x="380582" y="876095"/>
                  </a:lnTo>
                  <a:lnTo>
                    <a:pt x="380582" y="867460"/>
                  </a:lnTo>
                  <a:lnTo>
                    <a:pt x="375145" y="867460"/>
                  </a:lnTo>
                  <a:lnTo>
                    <a:pt x="375145" y="854508"/>
                  </a:lnTo>
                  <a:lnTo>
                    <a:pt x="369709" y="854508"/>
                  </a:lnTo>
                  <a:lnTo>
                    <a:pt x="369709" y="848033"/>
                  </a:lnTo>
                  <a:lnTo>
                    <a:pt x="364272" y="848033"/>
                  </a:lnTo>
                  <a:lnTo>
                    <a:pt x="364272" y="830782"/>
                  </a:lnTo>
                  <a:lnTo>
                    <a:pt x="358835" y="830782"/>
                  </a:lnTo>
                  <a:lnTo>
                    <a:pt x="358835" y="824314"/>
                  </a:lnTo>
                  <a:lnTo>
                    <a:pt x="353398" y="824314"/>
                  </a:lnTo>
                  <a:lnTo>
                    <a:pt x="353398" y="815686"/>
                  </a:lnTo>
                  <a:lnTo>
                    <a:pt x="347961" y="815686"/>
                  </a:lnTo>
                  <a:lnTo>
                    <a:pt x="347961" y="802757"/>
                  </a:lnTo>
                  <a:lnTo>
                    <a:pt x="342524" y="802757"/>
                  </a:lnTo>
                  <a:lnTo>
                    <a:pt x="342524" y="791993"/>
                  </a:lnTo>
                  <a:lnTo>
                    <a:pt x="337087" y="791993"/>
                  </a:lnTo>
                  <a:lnTo>
                    <a:pt x="337087" y="781230"/>
                  </a:lnTo>
                  <a:lnTo>
                    <a:pt x="331650" y="781230"/>
                  </a:lnTo>
                  <a:lnTo>
                    <a:pt x="331650" y="772623"/>
                  </a:lnTo>
                  <a:lnTo>
                    <a:pt x="326213" y="772623"/>
                  </a:lnTo>
                  <a:lnTo>
                    <a:pt x="326213" y="768319"/>
                  </a:lnTo>
                  <a:lnTo>
                    <a:pt x="320776" y="768319"/>
                  </a:lnTo>
                  <a:lnTo>
                    <a:pt x="320776" y="755407"/>
                  </a:lnTo>
                  <a:lnTo>
                    <a:pt x="315340" y="755407"/>
                  </a:lnTo>
                  <a:lnTo>
                    <a:pt x="315340" y="744646"/>
                  </a:lnTo>
                  <a:lnTo>
                    <a:pt x="309903" y="744646"/>
                  </a:lnTo>
                  <a:lnTo>
                    <a:pt x="309903" y="736034"/>
                  </a:lnTo>
                  <a:lnTo>
                    <a:pt x="304466" y="736034"/>
                  </a:lnTo>
                  <a:lnTo>
                    <a:pt x="304466" y="723121"/>
                  </a:lnTo>
                  <a:lnTo>
                    <a:pt x="299029" y="723121"/>
                  </a:lnTo>
                  <a:lnTo>
                    <a:pt x="299029" y="697272"/>
                  </a:lnTo>
                  <a:lnTo>
                    <a:pt x="293592" y="697272"/>
                  </a:lnTo>
                  <a:lnTo>
                    <a:pt x="293592" y="688652"/>
                  </a:lnTo>
                  <a:lnTo>
                    <a:pt x="288155" y="688652"/>
                  </a:lnTo>
                  <a:lnTo>
                    <a:pt x="288155" y="669243"/>
                  </a:lnTo>
                  <a:lnTo>
                    <a:pt x="282718" y="669243"/>
                  </a:lnTo>
                  <a:lnTo>
                    <a:pt x="282718" y="660615"/>
                  </a:lnTo>
                  <a:lnTo>
                    <a:pt x="277281" y="660615"/>
                  </a:lnTo>
                  <a:lnTo>
                    <a:pt x="277281" y="643346"/>
                  </a:lnTo>
                  <a:lnTo>
                    <a:pt x="271844" y="643346"/>
                  </a:lnTo>
                  <a:lnTo>
                    <a:pt x="271844" y="630384"/>
                  </a:lnTo>
                  <a:lnTo>
                    <a:pt x="266407" y="630384"/>
                  </a:lnTo>
                  <a:lnTo>
                    <a:pt x="266407" y="623911"/>
                  </a:lnTo>
                  <a:lnTo>
                    <a:pt x="260971" y="623911"/>
                  </a:lnTo>
                  <a:lnTo>
                    <a:pt x="260971" y="610958"/>
                  </a:lnTo>
                  <a:lnTo>
                    <a:pt x="255534" y="610958"/>
                  </a:lnTo>
                  <a:lnTo>
                    <a:pt x="255534" y="598001"/>
                  </a:lnTo>
                  <a:lnTo>
                    <a:pt x="250097" y="598001"/>
                  </a:lnTo>
                  <a:lnTo>
                    <a:pt x="250097" y="572068"/>
                  </a:lnTo>
                  <a:lnTo>
                    <a:pt x="244660" y="572068"/>
                  </a:lnTo>
                  <a:lnTo>
                    <a:pt x="244660" y="554755"/>
                  </a:lnTo>
                  <a:lnTo>
                    <a:pt x="239223" y="554755"/>
                  </a:lnTo>
                  <a:lnTo>
                    <a:pt x="239223" y="533096"/>
                  </a:lnTo>
                  <a:lnTo>
                    <a:pt x="233786" y="533096"/>
                  </a:lnTo>
                  <a:lnTo>
                    <a:pt x="233786" y="524430"/>
                  </a:lnTo>
                  <a:lnTo>
                    <a:pt x="228349" y="524430"/>
                  </a:lnTo>
                  <a:lnTo>
                    <a:pt x="228349" y="500637"/>
                  </a:lnTo>
                  <a:lnTo>
                    <a:pt x="222912" y="500637"/>
                  </a:lnTo>
                  <a:lnTo>
                    <a:pt x="222912" y="485473"/>
                  </a:lnTo>
                  <a:lnTo>
                    <a:pt x="217475" y="485473"/>
                  </a:lnTo>
                  <a:lnTo>
                    <a:pt x="217475" y="468128"/>
                  </a:lnTo>
                  <a:lnTo>
                    <a:pt x="212038" y="468128"/>
                  </a:lnTo>
                  <a:lnTo>
                    <a:pt x="212038" y="448593"/>
                  </a:lnTo>
                  <a:lnTo>
                    <a:pt x="206602" y="448593"/>
                  </a:lnTo>
                  <a:lnTo>
                    <a:pt x="206602" y="426847"/>
                  </a:lnTo>
                  <a:lnTo>
                    <a:pt x="201165" y="426847"/>
                  </a:lnTo>
                  <a:lnTo>
                    <a:pt x="201165" y="409417"/>
                  </a:lnTo>
                  <a:lnTo>
                    <a:pt x="195728" y="409417"/>
                  </a:lnTo>
                  <a:lnTo>
                    <a:pt x="195728" y="396336"/>
                  </a:lnTo>
                  <a:lnTo>
                    <a:pt x="190291" y="396336"/>
                  </a:lnTo>
                  <a:lnTo>
                    <a:pt x="190291" y="383249"/>
                  </a:lnTo>
                  <a:lnTo>
                    <a:pt x="184854" y="383249"/>
                  </a:lnTo>
                  <a:lnTo>
                    <a:pt x="184854" y="365776"/>
                  </a:lnTo>
                  <a:lnTo>
                    <a:pt x="179417" y="365776"/>
                  </a:lnTo>
                  <a:lnTo>
                    <a:pt x="179417" y="359217"/>
                  </a:lnTo>
                  <a:lnTo>
                    <a:pt x="173980" y="359217"/>
                  </a:lnTo>
                  <a:lnTo>
                    <a:pt x="173980" y="335123"/>
                  </a:lnTo>
                  <a:lnTo>
                    <a:pt x="168543" y="335123"/>
                  </a:lnTo>
                  <a:lnTo>
                    <a:pt x="168543" y="328544"/>
                  </a:lnTo>
                  <a:lnTo>
                    <a:pt x="163106" y="328544"/>
                  </a:lnTo>
                  <a:lnTo>
                    <a:pt x="163106" y="304379"/>
                  </a:lnTo>
                  <a:lnTo>
                    <a:pt x="157670" y="304379"/>
                  </a:lnTo>
                  <a:lnTo>
                    <a:pt x="157670" y="280144"/>
                  </a:lnTo>
                  <a:lnTo>
                    <a:pt x="152233" y="280144"/>
                  </a:lnTo>
                  <a:lnTo>
                    <a:pt x="152233" y="262478"/>
                  </a:lnTo>
                  <a:lnTo>
                    <a:pt x="146796" y="262478"/>
                  </a:lnTo>
                  <a:lnTo>
                    <a:pt x="146796" y="251415"/>
                  </a:lnTo>
                  <a:lnTo>
                    <a:pt x="141359" y="251415"/>
                  </a:lnTo>
                  <a:lnTo>
                    <a:pt x="141359" y="238113"/>
                  </a:lnTo>
                  <a:lnTo>
                    <a:pt x="135922" y="238113"/>
                  </a:lnTo>
                  <a:lnTo>
                    <a:pt x="135922" y="226998"/>
                  </a:lnTo>
                  <a:lnTo>
                    <a:pt x="130485" y="226998"/>
                  </a:lnTo>
                  <a:lnTo>
                    <a:pt x="130485" y="213627"/>
                  </a:lnTo>
                  <a:lnTo>
                    <a:pt x="125048" y="213627"/>
                  </a:lnTo>
                  <a:lnTo>
                    <a:pt x="125048" y="195740"/>
                  </a:lnTo>
                  <a:lnTo>
                    <a:pt x="119611" y="195740"/>
                  </a:lnTo>
                  <a:lnTo>
                    <a:pt x="119611" y="182275"/>
                  </a:lnTo>
                  <a:lnTo>
                    <a:pt x="114174" y="182275"/>
                  </a:lnTo>
                  <a:lnTo>
                    <a:pt x="114174" y="168773"/>
                  </a:lnTo>
                  <a:lnTo>
                    <a:pt x="108737" y="168773"/>
                  </a:lnTo>
                  <a:lnTo>
                    <a:pt x="108737" y="150680"/>
                  </a:lnTo>
                  <a:lnTo>
                    <a:pt x="103301" y="150680"/>
                  </a:lnTo>
                  <a:lnTo>
                    <a:pt x="103301" y="137065"/>
                  </a:lnTo>
                  <a:lnTo>
                    <a:pt x="97864" y="137065"/>
                  </a:lnTo>
                  <a:lnTo>
                    <a:pt x="97864" y="132508"/>
                  </a:lnTo>
                  <a:lnTo>
                    <a:pt x="92427" y="132508"/>
                  </a:lnTo>
                  <a:lnTo>
                    <a:pt x="92427" y="123361"/>
                  </a:lnTo>
                  <a:lnTo>
                    <a:pt x="81553" y="123361"/>
                  </a:lnTo>
                  <a:lnTo>
                    <a:pt x="81553" y="111858"/>
                  </a:lnTo>
                  <a:lnTo>
                    <a:pt x="76116" y="111858"/>
                  </a:lnTo>
                  <a:lnTo>
                    <a:pt x="76116" y="86259"/>
                  </a:lnTo>
                  <a:lnTo>
                    <a:pt x="70679" y="86259"/>
                  </a:lnTo>
                  <a:lnTo>
                    <a:pt x="70679" y="76810"/>
                  </a:lnTo>
                  <a:lnTo>
                    <a:pt x="65242" y="76810"/>
                  </a:lnTo>
                  <a:lnTo>
                    <a:pt x="65242" y="72048"/>
                  </a:lnTo>
                  <a:lnTo>
                    <a:pt x="59805" y="72048"/>
                  </a:lnTo>
                  <a:lnTo>
                    <a:pt x="59805" y="64847"/>
                  </a:lnTo>
                  <a:lnTo>
                    <a:pt x="54368" y="64847"/>
                  </a:lnTo>
                  <a:lnTo>
                    <a:pt x="54368" y="57564"/>
                  </a:lnTo>
                  <a:lnTo>
                    <a:pt x="48932" y="57564"/>
                  </a:lnTo>
                  <a:lnTo>
                    <a:pt x="48932" y="47690"/>
                  </a:lnTo>
                  <a:lnTo>
                    <a:pt x="43495" y="47690"/>
                  </a:lnTo>
                  <a:lnTo>
                    <a:pt x="43495" y="37571"/>
                  </a:lnTo>
                  <a:lnTo>
                    <a:pt x="38058" y="37571"/>
                  </a:lnTo>
                  <a:lnTo>
                    <a:pt x="38058" y="24369"/>
                  </a:lnTo>
                  <a:lnTo>
                    <a:pt x="32621" y="24369"/>
                  </a:lnTo>
                  <a:lnTo>
                    <a:pt x="32621" y="18766"/>
                  </a:lnTo>
                  <a:lnTo>
                    <a:pt x="21747" y="18766"/>
                  </a:lnTo>
                  <a:lnTo>
                    <a:pt x="21747" y="12791"/>
                  </a:lnTo>
                  <a:lnTo>
                    <a:pt x="16310" y="12791"/>
                  </a:lnTo>
                  <a:lnTo>
                    <a:pt x="16310" y="9545"/>
                  </a:lnTo>
                  <a:lnTo>
                    <a:pt x="10873" y="9545"/>
                  </a:lnTo>
                  <a:lnTo>
                    <a:pt x="10873" y="5921"/>
                  </a:lnTo>
                  <a:lnTo>
                    <a:pt x="5436" y="5921"/>
                  </a:lnTo>
                  <a:lnTo>
                    <a:pt x="5436" y="0"/>
                  </a:lnTo>
                  <a:close/>
                </a:path>
              </a:pathLst>
            </a:custGeom>
            <a:solidFill>
              <a:srgbClr val="B79F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11026" y="789916"/>
              <a:ext cx="9895152" cy="4420228"/>
            </a:xfrm>
            <a:custGeom>
              <a:avLst/>
              <a:pathLst>
                <a:path w="9895152" h="4420228">
                  <a:moveTo>
                    <a:pt x="0" y="0"/>
                  </a:moveTo>
                  <a:lnTo>
                    <a:pt x="5436" y="0"/>
                  </a:lnTo>
                  <a:lnTo>
                    <a:pt x="5436" y="0"/>
                  </a:lnTo>
                  <a:lnTo>
                    <a:pt x="10873" y="0"/>
                  </a:lnTo>
                  <a:lnTo>
                    <a:pt x="10873" y="0"/>
                  </a:lnTo>
                  <a:lnTo>
                    <a:pt x="16310" y="0"/>
                  </a:lnTo>
                  <a:lnTo>
                    <a:pt x="16310" y="0"/>
                  </a:lnTo>
                  <a:lnTo>
                    <a:pt x="21747" y="0"/>
                  </a:lnTo>
                  <a:lnTo>
                    <a:pt x="21747" y="1236"/>
                  </a:lnTo>
                  <a:lnTo>
                    <a:pt x="32621" y="1236"/>
                  </a:lnTo>
                  <a:lnTo>
                    <a:pt x="32621" y="3635"/>
                  </a:lnTo>
                  <a:lnTo>
                    <a:pt x="38058" y="3635"/>
                  </a:lnTo>
                  <a:lnTo>
                    <a:pt x="38058" y="10445"/>
                  </a:lnTo>
                  <a:lnTo>
                    <a:pt x="43495" y="10445"/>
                  </a:lnTo>
                  <a:lnTo>
                    <a:pt x="43495" y="16372"/>
                  </a:lnTo>
                  <a:lnTo>
                    <a:pt x="48932" y="16372"/>
                  </a:lnTo>
                  <a:lnTo>
                    <a:pt x="48932" y="22557"/>
                  </a:lnTo>
                  <a:lnTo>
                    <a:pt x="54368" y="22557"/>
                  </a:lnTo>
                  <a:lnTo>
                    <a:pt x="54368" y="27318"/>
                  </a:lnTo>
                  <a:lnTo>
                    <a:pt x="59805" y="27318"/>
                  </a:lnTo>
                  <a:lnTo>
                    <a:pt x="59805" y="32160"/>
                  </a:lnTo>
                  <a:lnTo>
                    <a:pt x="65242" y="32160"/>
                  </a:lnTo>
                  <a:lnTo>
                    <a:pt x="65242" y="35428"/>
                  </a:lnTo>
                  <a:lnTo>
                    <a:pt x="70679" y="35428"/>
                  </a:lnTo>
                  <a:lnTo>
                    <a:pt x="70679" y="42043"/>
                  </a:lnTo>
                  <a:lnTo>
                    <a:pt x="76116" y="42043"/>
                  </a:lnTo>
                  <a:lnTo>
                    <a:pt x="76116" y="60673"/>
                  </a:lnTo>
                  <a:lnTo>
                    <a:pt x="81553" y="60673"/>
                  </a:lnTo>
                  <a:lnTo>
                    <a:pt x="81553" y="69312"/>
                  </a:lnTo>
                  <a:lnTo>
                    <a:pt x="92427" y="69312"/>
                  </a:lnTo>
                  <a:lnTo>
                    <a:pt x="92427" y="76280"/>
                  </a:lnTo>
                  <a:lnTo>
                    <a:pt x="97864" y="76280"/>
                  </a:lnTo>
                  <a:lnTo>
                    <a:pt x="97864" y="79780"/>
                  </a:lnTo>
                  <a:lnTo>
                    <a:pt x="103301" y="79780"/>
                  </a:lnTo>
                  <a:lnTo>
                    <a:pt x="103301" y="90346"/>
                  </a:lnTo>
                  <a:lnTo>
                    <a:pt x="108737" y="90346"/>
                  </a:lnTo>
                  <a:lnTo>
                    <a:pt x="108737" y="104594"/>
                  </a:lnTo>
                  <a:lnTo>
                    <a:pt x="114174" y="104594"/>
                  </a:lnTo>
                  <a:lnTo>
                    <a:pt x="114174" y="115368"/>
                  </a:lnTo>
                  <a:lnTo>
                    <a:pt x="119611" y="115368"/>
                  </a:lnTo>
                  <a:lnTo>
                    <a:pt x="119611" y="126216"/>
                  </a:lnTo>
                  <a:lnTo>
                    <a:pt x="125048" y="126216"/>
                  </a:lnTo>
                  <a:lnTo>
                    <a:pt x="125048" y="140773"/>
                  </a:lnTo>
                  <a:lnTo>
                    <a:pt x="130485" y="140773"/>
                  </a:lnTo>
                  <a:lnTo>
                    <a:pt x="130485" y="151753"/>
                  </a:lnTo>
                  <a:lnTo>
                    <a:pt x="135922" y="151753"/>
                  </a:lnTo>
                  <a:lnTo>
                    <a:pt x="135922" y="160939"/>
                  </a:lnTo>
                  <a:lnTo>
                    <a:pt x="141359" y="160939"/>
                  </a:lnTo>
                  <a:lnTo>
                    <a:pt x="141359" y="171999"/>
                  </a:lnTo>
                  <a:lnTo>
                    <a:pt x="146796" y="171999"/>
                  </a:lnTo>
                  <a:lnTo>
                    <a:pt x="146796" y="181246"/>
                  </a:lnTo>
                  <a:lnTo>
                    <a:pt x="152233" y="181246"/>
                  </a:lnTo>
                  <a:lnTo>
                    <a:pt x="152233" y="196100"/>
                  </a:lnTo>
                  <a:lnTo>
                    <a:pt x="157670" y="196100"/>
                  </a:lnTo>
                  <a:lnTo>
                    <a:pt x="157670" y="216636"/>
                  </a:lnTo>
                  <a:lnTo>
                    <a:pt x="163106" y="216636"/>
                  </a:lnTo>
                  <a:lnTo>
                    <a:pt x="163106" y="237277"/>
                  </a:lnTo>
                  <a:lnTo>
                    <a:pt x="168543" y="237277"/>
                  </a:lnTo>
                  <a:lnTo>
                    <a:pt x="168543" y="242924"/>
                  </a:lnTo>
                  <a:lnTo>
                    <a:pt x="173980" y="242924"/>
                  </a:lnTo>
                  <a:lnTo>
                    <a:pt x="173980" y="263690"/>
                  </a:lnTo>
                  <a:lnTo>
                    <a:pt x="179417" y="263690"/>
                  </a:lnTo>
                  <a:lnTo>
                    <a:pt x="179417" y="269366"/>
                  </a:lnTo>
                  <a:lnTo>
                    <a:pt x="184854" y="269366"/>
                  </a:lnTo>
                  <a:lnTo>
                    <a:pt x="184854" y="284534"/>
                  </a:lnTo>
                  <a:lnTo>
                    <a:pt x="190291" y="284534"/>
                  </a:lnTo>
                  <a:lnTo>
                    <a:pt x="190291" y="295936"/>
                  </a:lnTo>
                  <a:lnTo>
                    <a:pt x="195728" y="295936"/>
                  </a:lnTo>
                  <a:lnTo>
                    <a:pt x="195728" y="307365"/>
                  </a:lnTo>
                  <a:lnTo>
                    <a:pt x="201165" y="307365"/>
                  </a:lnTo>
                  <a:lnTo>
                    <a:pt x="201165" y="322643"/>
                  </a:lnTo>
                  <a:lnTo>
                    <a:pt x="206602" y="322643"/>
                  </a:lnTo>
                  <a:lnTo>
                    <a:pt x="206602" y="341780"/>
                  </a:lnTo>
                  <a:lnTo>
                    <a:pt x="212038" y="341780"/>
                  </a:lnTo>
                  <a:lnTo>
                    <a:pt x="212038" y="359041"/>
                  </a:lnTo>
                  <a:lnTo>
                    <a:pt x="217475" y="359041"/>
                  </a:lnTo>
                  <a:lnTo>
                    <a:pt x="217475" y="374416"/>
                  </a:lnTo>
                  <a:lnTo>
                    <a:pt x="222912" y="374416"/>
                  </a:lnTo>
                  <a:lnTo>
                    <a:pt x="222912" y="387895"/>
                  </a:lnTo>
                  <a:lnTo>
                    <a:pt x="228349" y="387895"/>
                  </a:lnTo>
                  <a:lnTo>
                    <a:pt x="228349" y="409112"/>
                  </a:lnTo>
                  <a:lnTo>
                    <a:pt x="233786" y="409112"/>
                  </a:lnTo>
                  <a:lnTo>
                    <a:pt x="233786" y="416856"/>
                  </a:lnTo>
                  <a:lnTo>
                    <a:pt x="239223" y="416856"/>
                  </a:lnTo>
                  <a:lnTo>
                    <a:pt x="239223" y="436253"/>
                  </a:lnTo>
                  <a:lnTo>
                    <a:pt x="244660" y="436253"/>
                  </a:lnTo>
                  <a:lnTo>
                    <a:pt x="244660" y="451801"/>
                  </a:lnTo>
                  <a:lnTo>
                    <a:pt x="250097" y="451801"/>
                  </a:lnTo>
                  <a:lnTo>
                    <a:pt x="250097" y="475157"/>
                  </a:lnTo>
                  <a:lnTo>
                    <a:pt x="255534" y="475157"/>
                  </a:lnTo>
                  <a:lnTo>
                    <a:pt x="255534" y="486856"/>
                  </a:lnTo>
                  <a:lnTo>
                    <a:pt x="260971" y="486856"/>
                  </a:lnTo>
                  <a:lnTo>
                    <a:pt x="260971" y="498569"/>
                  </a:lnTo>
                  <a:lnTo>
                    <a:pt x="266407" y="498569"/>
                  </a:lnTo>
                  <a:lnTo>
                    <a:pt x="266407" y="504430"/>
                  </a:lnTo>
                  <a:lnTo>
                    <a:pt x="271844" y="504430"/>
                  </a:lnTo>
                  <a:lnTo>
                    <a:pt x="271844" y="516176"/>
                  </a:lnTo>
                  <a:lnTo>
                    <a:pt x="277281" y="516176"/>
                  </a:lnTo>
                  <a:lnTo>
                    <a:pt x="277281" y="531853"/>
                  </a:lnTo>
                  <a:lnTo>
                    <a:pt x="282718" y="531853"/>
                  </a:lnTo>
                  <a:lnTo>
                    <a:pt x="282718" y="539698"/>
                  </a:lnTo>
                  <a:lnTo>
                    <a:pt x="288155" y="539698"/>
                  </a:lnTo>
                  <a:lnTo>
                    <a:pt x="288155" y="557369"/>
                  </a:lnTo>
                  <a:lnTo>
                    <a:pt x="293592" y="557369"/>
                  </a:lnTo>
                  <a:lnTo>
                    <a:pt x="293592" y="565229"/>
                  </a:lnTo>
                  <a:lnTo>
                    <a:pt x="299029" y="565229"/>
                  </a:lnTo>
                  <a:lnTo>
                    <a:pt x="299029" y="588842"/>
                  </a:lnTo>
                  <a:lnTo>
                    <a:pt x="304466" y="588842"/>
                  </a:lnTo>
                  <a:lnTo>
                    <a:pt x="304466" y="600660"/>
                  </a:lnTo>
                  <a:lnTo>
                    <a:pt x="309903" y="600660"/>
                  </a:lnTo>
                  <a:lnTo>
                    <a:pt x="309903" y="608549"/>
                  </a:lnTo>
                  <a:lnTo>
                    <a:pt x="315340" y="608549"/>
                  </a:lnTo>
                  <a:lnTo>
                    <a:pt x="315340" y="618416"/>
                  </a:lnTo>
                  <a:lnTo>
                    <a:pt x="320776" y="618416"/>
                  </a:lnTo>
                  <a:lnTo>
                    <a:pt x="320776" y="630268"/>
                  </a:lnTo>
                  <a:lnTo>
                    <a:pt x="326213" y="630268"/>
                  </a:lnTo>
                  <a:lnTo>
                    <a:pt x="326213" y="634222"/>
                  </a:lnTo>
                  <a:lnTo>
                    <a:pt x="331650" y="634222"/>
                  </a:lnTo>
                  <a:lnTo>
                    <a:pt x="331650" y="642133"/>
                  </a:lnTo>
                  <a:lnTo>
                    <a:pt x="337087" y="642133"/>
                  </a:lnTo>
                  <a:lnTo>
                    <a:pt x="337087" y="652034"/>
                  </a:lnTo>
                  <a:lnTo>
                    <a:pt x="342524" y="652034"/>
                  </a:lnTo>
                  <a:lnTo>
                    <a:pt x="342524" y="661944"/>
                  </a:lnTo>
                  <a:lnTo>
                    <a:pt x="347961" y="661944"/>
                  </a:lnTo>
                  <a:lnTo>
                    <a:pt x="347961" y="673857"/>
                  </a:lnTo>
                  <a:lnTo>
                    <a:pt x="353398" y="673857"/>
                  </a:lnTo>
                  <a:lnTo>
                    <a:pt x="353398" y="681814"/>
                  </a:lnTo>
                  <a:lnTo>
                    <a:pt x="358835" y="681814"/>
                  </a:lnTo>
                  <a:lnTo>
                    <a:pt x="358835" y="687783"/>
                  </a:lnTo>
                  <a:lnTo>
                    <a:pt x="364272" y="687783"/>
                  </a:lnTo>
                  <a:lnTo>
                    <a:pt x="364272" y="703717"/>
                  </a:lnTo>
                  <a:lnTo>
                    <a:pt x="369709" y="703717"/>
                  </a:lnTo>
                  <a:lnTo>
                    <a:pt x="369709" y="709702"/>
                  </a:lnTo>
                  <a:lnTo>
                    <a:pt x="375145" y="709702"/>
                  </a:lnTo>
                  <a:lnTo>
                    <a:pt x="375145" y="721684"/>
                  </a:lnTo>
                  <a:lnTo>
                    <a:pt x="380582" y="721684"/>
                  </a:lnTo>
                  <a:lnTo>
                    <a:pt x="380582" y="729679"/>
                  </a:lnTo>
                  <a:lnTo>
                    <a:pt x="386019" y="729679"/>
                  </a:lnTo>
                  <a:lnTo>
                    <a:pt x="386019" y="739689"/>
                  </a:lnTo>
                  <a:lnTo>
                    <a:pt x="391456" y="739689"/>
                  </a:lnTo>
                  <a:lnTo>
                    <a:pt x="391456" y="749709"/>
                  </a:lnTo>
                  <a:lnTo>
                    <a:pt x="396893" y="749709"/>
                  </a:lnTo>
                  <a:lnTo>
                    <a:pt x="396893" y="761743"/>
                  </a:lnTo>
                  <a:lnTo>
                    <a:pt x="402330" y="761743"/>
                  </a:lnTo>
                  <a:lnTo>
                    <a:pt x="402330" y="771776"/>
                  </a:lnTo>
                  <a:lnTo>
                    <a:pt x="407767" y="771776"/>
                  </a:lnTo>
                  <a:lnTo>
                    <a:pt x="407767" y="781813"/>
                  </a:lnTo>
                  <a:lnTo>
                    <a:pt x="413204" y="781813"/>
                  </a:lnTo>
                  <a:lnTo>
                    <a:pt x="413204" y="787840"/>
                  </a:lnTo>
                  <a:lnTo>
                    <a:pt x="418641" y="787840"/>
                  </a:lnTo>
                  <a:lnTo>
                    <a:pt x="418641" y="803934"/>
                  </a:lnTo>
                  <a:lnTo>
                    <a:pt x="424077" y="803934"/>
                  </a:lnTo>
                  <a:lnTo>
                    <a:pt x="424077" y="816010"/>
                  </a:lnTo>
                  <a:lnTo>
                    <a:pt x="429514" y="816010"/>
                  </a:lnTo>
                  <a:lnTo>
                    <a:pt x="429514" y="826083"/>
                  </a:lnTo>
                  <a:lnTo>
                    <a:pt x="434951" y="826083"/>
                  </a:lnTo>
                  <a:lnTo>
                    <a:pt x="434951" y="838192"/>
                  </a:lnTo>
                  <a:lnTo>
                    <a:pt x="440388" y="838192"/>
                  </a:lnTo>
                  <a:lnTo>
                    <a:pt x="440388" y="860416"/>
                  </a:lnTo>
                  <a:lnTo>
                    <a:pt x="445825" y="860416"/>
                  </a:lnTo>
                  <a:lnTo>
                    <a:pt x="445825" y="866485"/>
                  </a:lnTo>
                  <a:lnTo>
                    <a:pt x="451262" y="866485"/>
                  </a:lnTo>
                  <a:lnTo>
                    <a:pt x="451262" y="878634"/>
                  </a:lnTo>
                  <a:lnTo>
                    <a:pt x="456699" y="878634"/>
                  </a:lnTo>
                  <a:lnTo>
                    <a:pt x="456699" y="890800"/>
                  </a:lnTo>
                  <a:lnTo>
                    <a:pt x="462136" y="890800"/>
                  </a:lnTo>
                  <a:lnTo>
                    <a:pt x="462136" y="907050"/>
                  </a:lnTo>
                  <a:lnTo>
                    <a:pt x="467573" y="907050"/>
                  </a:lnTo>
                  <a:lnTo>
                    <a:pt x="467573" y="919250"/>
                  </a:lnTo>
                  <a:lnTo>
                    <a:pt x="473010" y="919250"/>
                  </a:lnTo>
                  <a:lnTo>
                    <a:pt x="473010" y="927390"/>
                  </a:lnTo>
                  <a:lnTo>
                    <a:pt x="478446" y="927390"/>
                  </a:lnTo>
                  <a:lnTo>
                    <a:pt x="478446" y="945712"/>
                  </a:lnTo>
                  <a:lnTo>
                    <a:pt x="483883" y="945712"/>
                  </a:lnTo>
                  <a:lnTo>
                    <a:pt x="483883" y="953863"/>
                  </a:lnTo>
                  <a:lnTo>
                    <a:pt x="489320" y="953863"/>
                  </a:lnTo>
                  <a:lnTo>
                    <a:pt x="489320" y="959980"/>
                  </a:lnTo>
                  <a:lnTo>
                    <a:pt x="494757" y="959980"/>
                  </a:lnTo>
                  <a:lnTo>
                    <a:pt x="494757" y="978348"/>
                  </a:lnTo>
                  <a:lnTo>
                    <a:pt x="500194" y="978348"/>
                  </a:lnTo>
                  <a:lnTo>
                    <a:pt x="500194" y="986526"/>
                  </a:lnTo>
                  <a:lnTo>
                    <a:pt x="505631" y="986526"/>
                  </a:lnTo>
                  <a:lnTo>
                    <a:pt x="505631" y="990616"/>
                  </a:lnTo>
                  <a:lnTo>
                    <a:pt x="511068" y="990616"/>
                  </a:lnTo>
                  <a:lnTo>
                    <a:pt x="511068" y="1002890"/>
                  </a:lnTo>
                  <a:lnTo>
                    <a:pt x="516505" y="1002890"/>
                  </a:lnTo>
                  <a:lnTo>
                    <a:pt x="516505" y="1009031"/>
                  </a:lnTo>
                  <a:lnTo>
                    <a:pt x="521942" y="1009031"/>
                  </a:lnTo>
                  <a:lnTo>
                    <a:pt x="521942" y="1015173"/>
                  </a:lnTo>
                  <a:lnTo>
                    <a:pt x="527379" y="1015173"/>
                  </a:lnTo>
                  <a:lnTo>
                    <a:pt x="527379" y="1023369"/>
                  </a:lnTo>
                  <a:lnTo>
                    <a:pt x="532815" y="1023369"/>
                  </a:lnTo>
                  <a:lnTo>
                    <a:pt x="532815" y="1033616"/>
                  </a:lnTo>
                  <a:lnTo>
                    <a:pt x="538252" y="1033616"/>
                  </a:lnTo>
                  <a:lnTo>
                    <a:pt x="538252" y="1043881"/>
                  </a:lnTo>
                  <a:lnTo>
                    <a:pt x="543689" y="1043881"/>
                  </a:lnTo>
                  <a:lnTo>
                    <a:pt x="543689" y="1068531"/>
                  </a:lnTo>
                  <a:lnTo>
                    <a:pt x="549126" y="1068531"/>
                  </a:lnTo>
                  <a:lnTo>
                    <a:pt x="549126" y="1074696"/>
                  </a:lnTo>
                  <a:lnTo>
                    <a:pt x="554563" y="1074696"/>
                  </a:lnTo>
                  <a:lnTo>
                    <a:pt x="554563" y="1093197"/>
                  </a:lnTo>
                  <a:lnTo>
                    <a:pt x="560000" y="1093197"/>
                  </a:lnTo>
                  <a:lnTo>
                    <a:pt x="560000" y="1105537"/>
                  </a:lnTo>
                  <a:lnTo>
                    <a:pt x="565437" y="1105537"/>
                  </a:lnTo>
                  <a:lnTo>
                    <a:pt x="565437" y="1117899"/>
                  </a:lnTo>
                  <a:lnTo>
                    <a:pt x="570874" y="1117899"/>
                  </a:lnTo>
                  <a:lnTo>
                    <a:pt x="570874" y="1122023"/>
                  </a:lnTo>
                  <a:lnTo>
                    <a:pt x="576311" y="1122023"/>
                  </a:lnTo>
                  <a:lnTo>
                    <a:pt x="576311" y="1126155"/>
                  </a:lnTo>
                  <a:lnTo>
                    <a:pt x="581747" y="1126155"/>
                  </a:lnTo>
                  <a:lnTo>
                    <a:pt x="581747" y="1140622"/>
                  </a:lnTo>
                  <a:lnTo>
                    <a:pt x="587184" y="1140622"/>
                  </a:lnTo>
                  <a:lnTo>
                    <a:pt x="587184" y="1148895"/>
                  </a:lnTo>
                  <a:lnTo>
                    <a:pt x="592621" y="1148895"/>
                  </a:lnTo>
                  <a:lnTo>
                    <a:pt x="592621" y="1153033"/>
                  </a:lnTo>
                  <a:lnTo>
                    <a:pt x="598058" y="1153033"/>
                  </a:lnTo>
                  <a:lnTo>
                    <a:pt x="598058" y="1161309"/>
                  </a:lnTo>
                  <a:lnTo>
                    <a:pt x="603495" y="1161309"/>
                  </a:lnTo>
                  <a:lnTo>
                    <a:pt x="603495" y="1175796"/>
                  </a:lnTo>
                  <a:lnTo>
                    <a:pt x="608932" y="1175796"/>
                  </a:lnTo>
                  <a:lnTo>
                    <a:pt x="608932" y="1182007"/>
                  </a:lnTo>
                  <a:lnTo>
                    <a:pt x="614369" y="1182007"/>
                  </a:lnTo>
                  <a:lnTo>
                    <a:pt x="614369" y="1188225"/>
                  </a:lnTo>
                  <a:lnTo>
                    <a:pt x="619806" y="1188225"/>
                  </a:lnTo>
                  <a:lnTo>
                    <a:pt x="619806" y="1198601"/>
                  </a:lnTo>
                  <a:lnTo>
                    <a:pt x="625243" y="1198601"/>
                  </a:lnTo>
                  <a:lnTo>
                    <a:pt x="625243" y="1202752"/>
                  </a:lnTo>
                  <a:lnTo>
                    <a:pt x="630680" y="1202752"/>
                  </a:lnTo>
                  <a:lnTo>
                    <a:pt x="630680" y="1213131"/>
                  </a:lnTo>
                  <a:lnTo>
                    <a:pt x="636116" y="1213131"/>
                  </a:lnTo>
                  <a:lnTo>
                    <a:pt x="636116" y="1219360"/>
                  </a:lnTo>
                  <a:lnTo>
                    <a:pt x="641553" y="1219360"/>
                  </a:lnTo>
                  <a:lnTo>
                    <a:pt x="641553" y="1221438"/>
                  </a:lnTo>
                  <a:lnTo>
                    <a:pt x="646990" y="1221438"/>
                  </a:lnTo>
                  <a:lnTo>
                    <a:pt x="646990" y="1223516"/>
                  </a:lnTo>
                  <a:lnTo>
                    <a:pt x="652427" y="1223516"/>
                  </a:lnTo>
                  <a:lnTo>
                    <a:pt x="652427" y="1233917"/>
                  </a:lnTo>
                  <a:lnTo>
                    <a:pt x="657864" y="1233917"/>
                  </a:lnTo>
                  <a:lnTo>
                    <a:pt x="657864" y="1242240"/>
                  </a:lnTo>
                  <a:lnTo>
                    <a:pt x="663301" y="1242240"/>
                  </a:lnTo>
                  <a:lnTo>
                    <a:pt x="663301" y="1250573"/>
                  </a:lnTo>
                  <a:lnTo>
                    <a:pt x="668738" y="1250573"/>
                  </a:lnTo>
                  <a:lnTo>
                    <a:pt x="668738" y="1260991"/>
                  </a:lnTo>
                  <a:lnTo>
                    <a:pt x="674175" y="1260991"/>
                  </a:lnTo>
                  <a:lnTo>
                    <a:pt x="674175" y="1273497"/>
                  </a:lnTo>
                  <a:lnTo>
                    <a:pt x="679612" y="1273497"/>
                  </a:lnTo>
                  <a:lnTo>
                    <a:pt x="679612" y="1279755"/>
                  </a:lnTo>
                  <a:lnTo>
                    <a:pt x="685049" y="1279755"/>
                  </a:lnTo>
                  <a:lnTo>
                    <a:pt x="685049" y="1288104"/>
                  </a:lnTo>
                  <a:lnTo>
                    <a:pt x="690485" y="1288104"/>
                  </a:lnTo>
                  <a:lnTo>
                    <a:pt x="690485" y="1290193"/>
                  </a:lnTo>
                  <a:lnTo>
                    <a:pt x="695922" y="1290193"/>
                  </a:lnTo>
                  <a:lnTo>
                    <a:pt x="695922" y="1298548"/>
                  </a:lnTo>
                  <a:lnTo>
                    <a:pt x="701359" y="1298548"/>
                  </a:lnTo>
                  <a:lnTo>
                    <a:pt x="701359" y="1306910"/>
                  </a:lnTo>
                  <a:lnTo>
                    <a:pt x="706796" y="1306910"/>
                  </a:lnTo>
                  <a:lnTo>
                    <a:pt x="706796" y="1319456"/>
                  </a:lnTo>
                  <a:lnTo>
                    <a:pt x="712233" y="1319456"/>
                  </a:lnTo>
                  <a:lnTo>
                    <a:pt x="712233" y="1323638"/>
                  </a:lnTo>
                  <a:lnTo>
                    <a:pt x="717670" y="1323638"/>
                  </a:lnTo>
                  <a:lnTo>
                    <a:pt x="717670" y="1329920"/>
                  </a:lnTo>
                  <a:lnTo>
                    <a:pt x="723107" y="1329920"/>
                  </a:lnTo>
                  <a:lnTo>
                    <a:pt x="723107" y="1340391"/>
                  </a:lnTo>
                  <a:lnTo>
                    <a:pt x="728544" y="1340391"/>
                  </a:lnTo>
                  <a:lnTo>
                    <a:pt x="728544" y="1350881"/>
                  </a:lnTo>
                  <a:lnTo>
                    <a:pt x="733981" y="1350881"/>
                  </a:lnTo>
                  <a:lnTo>
                    <a:pt x="733981" y="1359275"/>
                  </a:lnTo>
                  <a:lnTo>
                    <a:pt x="739418" y="1359275"/>
                  </a:lnTo>
                  <a:lnTo>
                    <a:pt x="739418" y="1367671"/>
                  </a:lnTo>
                  <a:lnTo>
                    <a:pt x="744854" y="1367671"/>
                  </a:lnTo>
                  <a:lnTo>
                    <a:pt x="744854" y="1378173"/>
                  </a:lnTo>
                  <a:lnTo>
                    <a:pt x="750291" y="1378173"/>
                  </a:lnTo>
                  <a:lnTo>
                    <a:pt x="750291" y="1386577"/>
                  </a:lnTo>
                  <a:lnTo>
                    <a:pt x="755728" y="1386577"/>
                  </a:lnTo>
                  <a:lnTo>
                    <a:pt x="755728" y="1392884"/>
                  </a:lnTo>
                  <a:lnTo>
                    <a:pt x="761165" y="1392884"/>
                  </a:lnTo>
                  <a:lnTo>
                    <a:pt x="761165" y="1403398"/>
                  </a:lnTo>
                  <a:lnTo>
                    <a:pt x="766602" y="1403398"/>
                  </a:lnTo>
                  <a:lnTo>
                    <a:pt x="766602" y="1411820"/>
                  </a:lnTo>
                  <a:lnTo>
                    <a:pt x="772039" y="1411820"/>
                  </a:lnTo>
                  <a:lnTo>
                    <a:pt x="772039" y="1424456"/>
                  </a:lnTo>
                  <a:lnTo>
                    <a:pt x="777476" y="1424456"/>
                  </a:lnTo>
                  <a:lnTo>
                    <a:pt x="777476" y="1428669"/>
                  </a:lnTo>
                  <a:lnTo>
                    <a:pt x="782913" y="1428669"/>
                  </a:lnTo>
                  <a:lnTo>
                    <a:pt x="782913" y="1430777"/>
                  </a:lnTo>
                  <a:lnTo>
                    <a:pt x="788350" y="1430777"/>
                  </a:lnTo>
                  <a:lnTo>
                    <a:pt x="788350" y="1432886"/>
                  </a:lnTo>
                  <a:lnTo>
                    <a:pt x="793786" y="1432886"/>
                  </a:lnTo>
                  <a:lnTo>
                    <a:pt x="793786" y="1449761"/>
                  </a:lnTo>
                  <a:lnTo>
                    <a:pt x="799223" y="1449761"/>
                  </a:lnTo>
                  <a:lnTo>
                    <a:pt x="799223" y="1458201"/>
                  </a:lnTo>
                  <a:lnTo>
                    <a:pt x="804660" y="1458201"/>
                  </a:lnTo>
                  <a:lnTo>
                    <a:pt x="804660" y="1468770"/>
                  </a:lnTo>
                  <a:lnTo>
                    <a:pt x="810097" y="1468770"/>
                  </a:lnTo>
                  <a:lnTo>
                    <a:pt x="810097" y="1475120"/>
                  </a:lnTo>
                  <a:lnTo>
                    <a:pt x="820971" y="1475120"/>
                  </a:lnTo>
                  <a:lnTo>
                    <a:pt x="820971" y="1479358"/>
                  </a:lnTo>
                  <a:lnTo>
                    <a:pt x="826408" y="1479358"/>
                  </a:lnTo>
                  <a:lnTo>
                    <a:pt x="826408" y="1485716"/>
                  </a:lnTo>
                  <a:lnTo>
                    <a:pt x="831845" y="1485716"/>
                  </a:lnTo>
                  <a:lnTo>
                    <a:pt x="831845" y="1500555"/>
                  </a:lnTo>
                  <a:lnTo>
                    <a:pt x="837282" y="1500555"/>
                  </a:lnTo>
                  <a:lnTo>
                    <a:pt x="837282" y="1504801"/>
                  </a:lnTo>
                  <a:lnTo>
                    <a:pt x="842719" y="1504801"/>
                  </a:lnTo>
                  <a:lnTo>
                    <a:pt x="842719" y="1515433"/>
                  </a:lnTo>
                  <a:lnTo>
                    <a:pt x="848155" y="1515433"/>
                  </a:lnTo>
                  <a:lnTo>
                    <a:pt x="848155" y="1523951"/>
                  </a:lnTo>
                  <a:lnTo>
                    <a:pt x="853592" y="1523951"/>
                  </a:lnTo>
                  <a:lnTo>
                    <a:pt x="853592" y="1526080"/>
                  </a:lnTo>
                  <a:lnTo>
                    <a:pt x="859029" y="1526080"/>
                  </a:lnTo>
                  <a:lnTo>
                    <a:pt x="859029" y="1534605"/>
                  </a:lnTo>
                  <a:lnTo>
                    <a:pt x="864466" y="1534605"/>
                  </a:lnTo>
                  <a:lnTo>
                    <a:pt x="864466" y="1549526"/>
                  </a:lnTo>
                  <a:lnTo>
                    <a:pt x="869903" y="1549526"/>
                  </a:lnTo>
                  <a:lnTo>
                    <a:pt x="869903" y="1560186"/>
                  </a:lnTo>
                  <a:lnTo>
                    <a:pt x="875340" y="1560186"/>
                  </a:lnTo>
                  <a:lnTo>
                    <a:pt x="875340" y="1572982"/>
                  </a:lnTo>
                  <a:lnTo>
                    <a:pt x="880777" y="1572982"/>
                  </a:lnTo>
                  <a:lnTo>
                    <a:pt x="880777" y="1583654"/>
                  </a:lnTo>
                  <a:lnTo>
                    <a:pt x="886214" y="1583654"/>
                  </a:lnTo>
                  <a:lnTo>
                    <a:pt x="886214" y="1587926"/>
                  </a:lnTo>
                  <a:lnTo>
                    <a:pt x="891651" y="1587926"/>
                  </a:lnTo>
                  <a:lnTo>
                    <a:pt x="891651" y="1594335"/>
                  </a:lnTo>
                  <a:lnTo>
                    <a:pt x="897088" y="1594335"/>
                  </a:lnTo>
                  <a:lnTo>
                    <a:pt x="897088" y="1602880"/>
                  </a:lnTo>
                  <a:lnTo>
                    <a:pt x="902524" y="1602880"/>
                  </a:lnTo>
                  <a:lnTo>
                    <a:pt x="902524" y="1605018"/>
                  </a:lnTo>
                  <a:lnTo>
                    <a:pt x="907961" y="1605018"/>
                  </a:lnTo>
                  <a:lnTo>
                    <a:pt x="907961" y="1611433"/>
                  </a:lnTo>
                  <a:lnTo>
                    <a:pt x="913398" y="1611433"/>
                  </a:lnTo>
                  <a:lnTo>
                    <a:pt x="913398" y="1613572"/>
                  </a:lnTo>
                  <a:lnTo>
                    <a:pt x="918835" y="1613572"/>
                  </a:lnTo>
                  <a:lnTo>
                    <a:pt x="918835" y="1615715"/>
                  </a:lnTo>
                  <a:lnTo>
                    <a:pt x="924272" y="1615715"/>
                  </a:lnTo>
                  <a:lnTo>
                    <a:pt x="924272" y="1622141"/>
                  </a:lnTo>
                  <a:lnTo>
                    <a:pt x="929709" y="1622141"/>
                  </a:lnTo>
                  <a:lnTo>
                    <a:pt x="929709" y="1624284"/>
                  </a:lnTo>
                  <a:lnTo>
                    <a:pt x="935146" y="1624284"/>
                  </a:lnTo>
                  <a:lnTo>
                    <a:pt x="935146" y="1630712"/>
                  </a:lnTo>
                  <a:lnTo>
                    <a:pt x="940583" y="1630712"/>
                  </a:lnTo>
                  <a:lnTo>
                    <a:pt x="940583" y="1641433"/>
                  </a:lnTo>
                  <a:lnTo>
                    <a:pt x="946020" y="1641433"/>
                  </a:lnTo>
                  <a:lnTo>
                    <a:pt x="946020" y="1647867"/>
                  </a:lnTo>
                  <a:lnTo>
                    <a:pt x="951457" y="1647867"/>
                  </a:lnTo>
                  <a:lnTo>
                    <a:pt x="951457" y="1650015"/>
                  </a:lnTo>
                  <a:lnTo>
                    <a:pt x="956893" y="1650015"/>
                  </a:lnTo>
                  <a:lnTo>
                    <a:pt x="956893" y="1656461"/>
                  </a:lnTo>
                  <a:lnTo>
                    <a:pt x="962330" y="1656461"/>
                  </a:lnTo>
                  <a:lnTo>
                    <a:pt x="962330" y="1662908"/>
                  </a:lnTo>
                  <a:lnTo>
                    <a:pt x="967767" y="1662908"/>
                  </a:lnTo>
                  <a:lnTo>
                    <a:pt x="967767" y="1673656"/>
                  </a:lnTo>
                  <a:lnTo>
                    <a:pt x="973204" y="1673656"/>
                  </a:lnTo>
                  <a:lnTo>
                    <a:pt x="973204" y="1675805"/>
                  </a:lnTo>
                  <a:lnTo>
                    <a:pt x="984078" y="1675805"/>
                  </a:lnTo>
                  <a:lnTo>
                    <a:pt x="984078" y="1688713"/>
                  </a:lnTo>
                  <a:lnTo>
                    <a:pt x="989515" y="1688713"/>
                  </a:lnTo>
                  <a:lnTo>
                    <a:pt x="989515" y="1690866"/>
                  </a:lnTo>
                  <a:lnTo>
                    <a:pt x="994952" y="1690866"/>
                  </a:lnTo>
                  <a:lnTo>
                    <a:pt x="994952" y="1701645"/>
                  </a:lnTo>
                  <a:lnTo>
                    <a:pt x="1000389" y="1701645"/>
                  </a:lnTo>
                  <a:lnTo>
                    <a:pt x="1000389" y="1705957"/>
                  </a:lnTo>
                  <a:lnTo>
                    <a:pt x="1005825" y="1705957"/>
                  </a:lnTo>
                  <a:lnTo>
                    <a:pt x="1005825" y="1716745"/>
                  </a:lnTo>
                  <a:lnTo>
                    <a:pt x="1011262" y="1716745"/>
                  </a:lnTo>
                  <a:lnTo>
                    <a:pt x="1011262" y="1718903"/>
                  </a:lnTo>
                  <a:lnTo>
                    <a:pt x="1016699" y="1718903"/>
                  </a:lnTo>
                  <a:lnTo>
                    <a:pt x="1016699" y="1725377"/>
                  </a:lnTo>
                  <a:lnTo>
                    <a:pt x="1022136" y="1725377"/>
                  </a:lnTo>
                  <a:lnTo>
                    <a:pt x="1022136" y="1725377"/>
                  </a:lnTo>
                  <a:lnTo>
                    <a:pt x="1027573" y="1725377"/>
                  </a:lnTo>
                  <a:lnTo>
                    <a:pt x="1027573" y="1729702"/>
                  </a:lnTo>
                  <a:lnTo>
                    <a:pt x="1033010" y="1729702"/>
                  </a:lnTo>
                  <a:lnTo>
                    <a:pt x="1033010" y="1734029"/>
                  </a:lnTo>
                  <a:lnTo>
                    <a:pt x="1038447" y="1734029"/>
                  </a:lnTo>
                  <a:lnTo>
                    <a:pt x="1038447" y="1742685"/>
                  </a:lnTo>
                  <a:lnTo>
                    <a:pt x="1043884" y="1742685"/>
                  </a:lnTo>
                  <a:lnTo>
                    <a:pt x="1043884" y="1747016"/>
                  </a:lnTo>
                  <a:lnTo>
                    <a:pt x="1049321" y="1747016"/>
                  </a:lnTo>
                  <a:lnTo>
                    <a:pt x="1049321" y="1751348"/>
                  </a:lnTo>
                  <a:lnTo>
                    <a:pt x="1054758" y="1751348"/>
                  </a:lnTo>
                  <a:lnTo>
                    <a:pt x="1054758" y="1755680"/>
                  </a:lnTo>
                  <a:lnTo>
                    <a:pt x="1060194" y="1755680"/>
                  </a:lnTo>
                  <a:lnTo>
                    <a:pt x="1060194" y="1757846"/>
                  </a:lnTo>
                  <a:lnTo>
                    <a:pt x="1065631" y="1757846"/>
                  </a:lnTo>
                  <a:lnTo>
                    <a:pt x="1065631" y="1768677"/>
                  </a:lnTo>
                  <a:lnTo>
                    <a:pt x="1071068" y="1768677"/>
                  </a:lnTo>
                  <a:lnTo>
                    <a:pt x="1071068" y="1770847"/>
                  </a:lnTo>
                  <a:lnTo>
                    <a:pt x="1076505" y="1770847"/>
                  </a:lnTo>
                  <a:lnTo>
                    <a:pt x="1076505" y="1775188"/>
                  </a:lnTo>
                  <a:lnTo>
                    <a:pt x="1081942" y="1775188"/>
                  </a:lnTo>
                  <a:lnTo>
                    <a:pt x="1081942" y="1786043"/>
                  </a:lnTo>
                  <a:lnTo>
                    <a:pt x="1087379" y="1786043"/>
                  </a:lnTo>
                  <a:lnTo>
                    <a:pt x="1087379" y="1788215"/>
                  </a:lnTo>
                  <a:lnTo>
                    <a:pt x="1092816" y="1788215"/>
                  </a:lnTo>
                  <a:lnTo>
                    <a:pt x="1092816" y="1792560"/>
                  </a:lnTo>
                  <a:lnTo>
                    <a:pt x="1098253" y="1792560"/>
                  </a:lnTo>
                  <a:lnTo>
                    <a:pt x="1098253" y="1799087"/>
                  </a:lnTo>
                  <a:lnTo>
                    <a:pt x="1103690" y="1799087"/>
                  </a:lnTo>
                  <a:lnTo>
                    <a:pt x="1103690" y="1803442"/>
                  </a:lnTo>
                  <a:lnTo>
                    <a:pt x="1109127" y="1803442"/>
                  </a:lnTo>
                  <a:lnTo>
                    <a:pt x="1109127" y="1812152"/>
                  </a:lnTo>
                  <a:lnTo>
                    <a:pt x="1114563" y="1812152"/>
                  </a:lnTo>
                  <a:lnTo>
                    <a:pt x="1114563" y="1814330"/>
                  </a:lnTo>
                  <a:lnTo>
                    <a:pt x="1125437" y="1814330"/>
                  </a:lnTo>
                  <a:lnTo>
                    <a:pt x="1125437" y="1816510"/>
                  </a:lnTo>
                  <a:lnTo>
                    <a:pt x="1130874" y="1816510"/>
                  </a:lnTo>
                  <a:lnTo>
                    <a:pt x="1130874" y="1827428"/>
                  </a:lnTo>
                  <a:lnTo>
                    <a:pt x="1136311" y="1827428"/>
                  </a:lnTo>
                  <a:lnTo>
                    <a:pt x="1136311" y="1831796"/>
                  </a:lnTo>
                  <a:lnTo>
                    <a:pt x="1141748" y="1831796"/>
                  </a:lnTo>
                  <a:lnTo>
                    <a:pt x="1141748" y="1844901"/>
                  </a:lnTo>
                  <a:lnTo>
                    <a:pt x="1147185" y="1844901"/>
                  </a:lnTo>
                  <a:lnTo>
                    <a:pt x="1147185" y="1851455"/>
                  </a:lnTo>
                  <a:lnTo>
                    <a:pt x="1152622" y="1851455"/>
                  </a:lnTo>
                  <a:lnTo>
                    <a:pt x="1152622" y="1855828"/>
                  </a:lnTo>
                  <a:lnTo>
                    <a:pt x="1158059" y="1855828"/>
                  </a:lnTo>
                  <a:lnTo>
                    <a:pt x="1158059" y="1862387"/>
                  </a:lnTo>
                  <a:lnTo>
                    <a:pt x="1163495" y="1862387"/>
                  </a:lnTo>
                  <a:lnTo>
                    <a:pt x="1163495" y="1866760"/>
                  </a:lnTo>
                  <a:lnTo>
                    <a:pt x="1168932" y="1866760"/>
                  </a:lnTo>
                  <a:lnTo>
                    <a:pt x="1168932" y="1868947"/>
                  </a:lnTo>
                  <a:lnTo>
                    <a:pt x="1174369" y="1868947"/>
                  </a:lnTo>
                  <a:lnTo>
                    <a:pt x="1174369" y="1875508"/>
                  </a:lnTo>
                  <a:lnTo>
                    <a:pt x="1179806" y="1875508"/>
                  </a:lnTo>
                  <a:lnTo>
                    <a:pt x="1179806" y="1879882"/>
                  </a:lnTo>
                  <a:lnTo>
                    <a:pt x="1185243" y="1879882"/>
                  </a:lnTo>
                  <a:lnTo>
                    <a:pt x="1185243" y="1888638"/>
                  </a:lnTo>
                  <a:lnTo>
                    <a:pt x="1190680" y="1888638"/>
                  </a:lnTo>
                  <a:lnTo>
                    <a:pt x="1190680" y="1895205"/>
                  </a:lnTo>
                  <a:lnTo>
                    <a:pt x="1196117" y="1895205"/>
                  </a:lnTo>
                  <a:lnTo>
                    <a:pt x="1196117" y="1903963"/>
                  </a:lnTo>
                  <a:lnTo>
                    <a:pt x="1201554" y="1903963"/>
                  </a:lnTo>
                  <a:lnTo>
                    <a:pt x="1201554" y="1914913"/>
                  </a:lnTo>
                  <a:lnTo>
                    <a:pt x="1206991" y="1914913"/>
                  </a:lnTo>
                  <a:lnTo>
                    <a:pt x="1206991" y="1917103"/>
                  </a:lnTo>
                  <a:lnTo>
                    <a:pt x="1212428" y="1917103"/>
                  </a:lnTo>
                  <a:lnTo>
                    <a:pt x="1212428" y="1928055"/>
                  </a:lnTo>
                  <a:lnTo>
                    <a:pt x="1217864" y="1928055"/>
                  </a:lnTo>
                  <a:lnTo>
                    <a:pt x="1217864" y="1932436"/>
                  </a:lnTo>
                  <a:lnTo>
                    <a:pt x="1223301" y="1932436"/>
                  </a:lnTo>
                  <a:lnTo>
                    <a:pt x="1223301" y="1939017"/>
                  </a:lnTo>
                  <a:lnTo>
                    <a:pt x="1228738" y="1939017"/>
                  </a:lnTo>
                  <a:lnTo>
                    <a:pt x="1228738" y="1945599"/>
                  </a:lnTo>
                  <a:lnTo>
                    <a:pt x="1234175" y="1945599"/>
                  </a:lnTo>
                  <a:lnTo>
                    <a:pt x="1234175" y="1949988"/>
                  </a:lnTo>
                  <a:lnTo>
                    <a:pt x="1239612" y="1949988"/>
                  </a:lnTo>
                  <a:lnTo>
                    <a:pt x="1239612" y="1952182"/>
                  </a:lnTo>
                  <a:lnTo>
                    <a:pt x="1245049" y="1952182"/>
                  </a:lnTo>
                  <a:lnTo>
                    <a:pt x="1245049" y="1956571"/>
                  </a:lnTo>
                  <a:lnTo>
                    <a:pt x="1250486" y="1956571"/>
                  </a:lnTo>
                  <a:lnTo>
                    <a:pt x="1250486" y="1963155"/>
                  </a:lnTo>
                  <a:lnTo>
                    <a:pt x="1255923" y="1963155"/>
                  </a:lnTo>
                  <a:lnTo>
                    <a:pt x="1255923" y="1967545"/>
                  </a:lnTo>
                  <a:lnTo>
                    <a:pt x="1261360" y="1967545"/>
                  </a:lnTo>
                  <a:lnTo>
                    <a:pt x="1261360" y="1969741"/>
                  </a:lnTo>
                  <a:lnTo>
                    <a:pt x="1266797" y="1969741"/>
                  </a:lnTo>
                  <a:lnTo>
                    <a:pt x="1266797" y="1974138"/>
                  </a:lnTo>
                  <a:lnTo>
                    <a:pt x="1272233" y="1974138"/>
                  </a:lnTo>
                  <a:lnTo>
                    <a:pt x="1272233" y="1978534"/>
                  </a:lnTo>
                  <a:lnTo>
                    <a:pt x="1277670" y="1978534"/>
                  </a:lnTo>
                  <a:lnTo>
                    <a:pt x="1277670" y="1989534"/>
                  </a:lnTo>
                  <a:lnTo>
                    <a:pt x="1283107" y="1989534"/>
                  </a:lnTo>
                  <a:lnTo>
                    <a:pt x="1283107" y="1991734"/>
                  </a:lnTo>
                  <a:lnTo>
                    <a:pt x="1288544" y="1991734"/>
                  </a:lnTo>
                  <a:lnTo>
                    <a:pt x="1288544" y="1993936"/>
                  </a:lnTo>
                  <a:lnTo>
                    <a:pt x="1293981" y="1993936"/>
                  </a:lnTo>
                  <a:lnTo>
                    <a:pt x="1293981" y="2009361"/>
                  </a:lnTo>
                  <a:lnTo>
                    <a:pt x="1299418" y="2009361"/>
                  </a:lnTo>
                  <a:lnTo>
                    <a:pt x="1299418" y="2013772"/>
                  </a:lnTo>
                  <a:lnTo>
                    <a:pt x="1304855" y="2013772"/>
                  </a:lnTo>
                  <a:lnTo>
                    <a:pt x="1304855" y="2022595"/>
                  </a:lnTo>
                  <a:lnTo>
                    <a:pt x="1310292" y="2022595"/>
                  </a:lnTo>
                  <a:lnTo>
                    <a:pt x="1310292" y="2024801"/>
                  </a:lnTo>
                  <a:lnTo>
                    <a:pt x="1315729" y="2024801"/>
                  </a:lnTo>
                  <a:lnTo>
                    <a:pt x="1315729" y="2027007"/>
                  </a:lnTo>
                  <a:lnTo>
                    <a:pt x="1321166" y="2027007"/>
                  </a:lnTo>
                  <a:lnTo>
                    <a:pt x="1321166" y="2029213"/>
                  </a:lnTo>
                  <a:lnTo>
                    <a:pt x="1326602" y="2029213"/>
                  </a:lnTo>
                  <a:lnTo>
                    <a:pt x="1326602" y="2033629"/>
                  </a:lnTo>
                  <a:lnTo>
                    <a:pt x="1332039" y="2033629"/>
                  </a:lnTo>
                  <a:lnTo>
                    <a:pt x="1332039" y="2035836"/>
                  </a:lnTo>
                  <a:lnTo>
                    <a:pt x="1337476" y="2035836"/>
                  </a:lnTo>
                  <a:lnTo>
                    <a:pt x="1337476" y="2038044"/>
                  </a:lnTo>
                  <a:lnTo>
                    <a:pt x="1342913" y="2038044"/>
                  </a:lnTo>
                  <a:lnTo>
                    <a:pt x="1342913" y="2040252"/>
                  </a:lnTo>
                  <a:lnTo>
                    <a:pt x="1348350" y="2040252"/>
                  </a:lnTo>
                  <a:lnTo>
                    <a:pt x="1348350" y="2046877"/>
                  </a:lnTo>
                  <a:lnTo>
                    <a:pt x="1353787" y="2046877"/>
                  </a:lnTo>
                  <a:lnTo>
                    <a:pt x="1353787" y="2049085"/>
                  </a:lnTo>
                  <a:lnTo>
                    <a:pt x="1359224" y="2049085"/>
                  </a:lnTo>
                  <a:lnTo>
                    <a:pt x="1359224" y="2053502"/>
                  </a:lnTo>
                  <a:lnTo>
                    <a:pt x="1364661" y="2053502"/>
                  </a:lnTo>
                  <a:lnTo>
                    <a:pt x="1364661" y="2057920"/>
                  </a:lnTo>
                  <a:lnTo>
                    <a:pt x="1370098" y="2057920"/>
                  </a:lnTo>
                  <a:lnTo>
                    <a:pt x="1370098" y="2060129"/>
                  </a:lnTo>
                  <a:lnTo>
                    <a:pt x="1375534" y="2060129"/>
                  </a:lnTo>
                  <a:lnTo>
                    <a:pt x="1375534" y="2062337"/>
                  </a:lnTo>
                  <a:lnTo>
                    <a:pt x="1380971" y="2062337"/>
                  </a:lnTo>
                  <a:lnTo>
                    <a:pt x="1380971" y="2071174"/>
                  </a:lnTo>
                  <a:lnTo>
                    <a:pt x="1386408" y="2071174"/>
                  </a:lnTo>
                  <a:lnTo>
                    <a:pt x="1386408" y="2073383"/>
                  </a:lnTo>
                  <a:lnTo>
                    <a:pt x="1391845" y="2073383"/>
                  </a:lnTo>
                  <a:lnTo>
                    <a:pt x="1391845" y="2080011"/>
                  </a:lnTo>
                  <a:lnTo>
                    <a:pt x="1397282" y="2080011"/>
                  </a:lnTo>
                  <a:lnTo>
                    <a:pt x="1397282" y="2082221"/>
                  </a:lnTo>
                  <a:lnTo>
                    <a:pt x="1402719" y="2082221"/>
                  </a:lnTo>
                  <a:lnTo>
                    <a:pt x="1402719" y="2091061"/>
                  </a:lnTo>
                  <a:lnTo>
                    <a:pt x="1408156" y="2091061"/>
                  </a:lnTo>
                  <a:lnTo>
                    <a:pt x="1408156" y="2095484"/>
                  </a:lnTo>
                  <a:lnTo>
                    <a:pt x="1413593" y="2095484"/>
                  </a:lnTo>
                  <a:lnTo>
                    <a:pt x="1413593" y="2097696"/>
                  </a:lnTo>
                  <a:lnTo>
                    <a:pt x="1419030" y="2097696"/>
                  </a:lnTo>
                  <a:lnTo>
                    <a:pt x="1419030" y="2102122"/>
                  </a:lnTo>
                  <a:lnTo>
                    <a:pt x="1424467" y="2102122"/>
                  </a:lnTo>
                  <a:lnTo>
                    <a:pt x="1424467" y="2106553"/>
                  </a:lnTo>
                  <a:lnTo>
                    <a:pt x="1429903" y="2106553"/>
                  </a:lnTo>
                  <a:lnTo>
                    <a:pt x="1429903" y="2115414"/>
                  </a:lnTo>
                  <a:lnTo>
                    <a:pt x="1440777" y="2115414"/>
                  </a:lnTo>
                  <a:lnTo>
                    <a:pt x="1440777" y="2119845"/>
                  </a:lnTo>
                  <a:lnTo>
                    <a:pt x="1446214" y="2119845"/>
                  </a:lnTo>
                  <a:lnTo>
                    <a:pt x="1446214" y="2122062"/>
                  </a:lnTo>
                  <a:lnTo>
                    <a:pt x="1451651" y="2122062"/>
                  </a:lnTo>
                  <a:lnTo>
                    <a:pt x="1451651" y="2124283"/>
                  </a:lnTo>
                  <a:lnTo>
                    <a:pt x="1457088" y="2124283"/>
                  </a:lnTo>
                  <a:lnTo>
                    <a:pt x="1457088" y="2133166"/>
                  </a:lnTo>
                  <a:lnTo>
                    <a:pt x="1462525" y="2133166"/>
                  </a:lnTo>
                  <a:lnTo>
                    <a:pt x="1462525" y="2135387"/>
                  </a:lnTo>
                  <a:lnTo>
                    <a:pt x="1467962" y="2135387"/>
                  </a:lnTo>
                  <a:lnTo>
                    <a:pt x="1467962" y="2148723"/>
                  </a:lnTo>
                  <a:lnTo>
                    <a:pt x="1473399" y="2148723"/>
                  </a:lnTo>
                  <a:lnTo>
                    <a:pt x="1473399" y="2150946"/>
                  </a:lnTo>
                  <a:lnTo>
                    <a:pt x="1478836" y="2150946"/>
                  </a:lnTo>
                  <a:lnTo>
                    <a:pt x="1478836" y="2153172"/>
                  </a:lnTo>
                  <a:lnTo>
                    <a:pt x="1484272" y="2153172"/>
                  </a:lnTo>
                  <a:lnTo>
                    <a:pt x="1484272" y="2159852"/>
                  </a:lnTo>
                  <a:lnTo>
                    <a:pt x="1489709" y="2159852"/>
                  </a:lnTo>
                  <a:lnTo>
                    <a:pt x="1489709" y="2166536"/>
                  </a:lnTo>
                  <a:lnTo>
                    <a:pt x="1495146" y="2166536"/>
                  </a:lnTo>
                  <a:lnTo>
                    <a:pt x="1495146" y="2170993"/>
                  </a:lnTo>
                  <a:lnTo>
                    <a:pt x="1500583" y="2170993"/>
                  </a:lnTo>
                  <a:lnTo>
                    <a:pt x="1500583" y="2184366"/>
                  </a:lnTo>
                  <a:lnTo>
                    <a:pt x="1506020" y="2184366"/>
                  </a:lnTo>
                  <a:lnTo>
                    <a:pt x="1506020" y="2186595"/>
                  </a:lnTo>
                  <a:lnTo>
                    <a:pt x="1511457" y="2186595"/>
                  </a:lnTo>
                  <a:lnTo>
                    <a:pt x="1511457" y="2195513"/>
                  </a:lnTo>
                  <a:lnTo>
                    <a:pt x="1516894" y="2195513"/>
                  </a:lnTo>
                  <a:lnTo>
                    <a:pt x="1516894" y="2199972"/>
                  </a:lnTo>
                  <a:lnTo>
                    <a:pt x="1522331" y="2199972"/>
                  </a:lnTo>
                  <a:lnTo>
                    <a:pt x="1522331" y="2204435"/>
                  </a:lnTo>
                  <a:lnTo>
                    <a:pt x="1533205" y="2204435"/>
                  </a:lnTo>
                  <a:lnTo>
                    <a:pt x="1533205" y="2213361"/>
                  </a:lnTo>
                  <a:lnTo>
                    <a:pt x="1538641" y="2213361"/>
                  </a:lnTo>
                  <a:lnTo>
                    <a:pt x="1538641" y="2215593"/>
                  </a:lnTo>
                  <a:lnTo>
                    <a:pt x="1544078" y="2215593"/>
                  </a:lnTo>
                  <a:lnTo>
                    <a:pt x="1544078" y="2226753"/>
                  </a:lnTo>
                  <a:lnTo>
                    <a:pt x="1549515" y="2226753"/>
                  </a:lnTo>
                  <a:lnTo>
                    <a:pt x="1549515" y="2228986"/>
                  </a:lnTo>
                  <a:lnTo>
                    <a:pt x="1554952" y="2228986"/>
                  </a:lnTo>
                  <a:lnTo>
                    <a:pt x="1554952" y="2242381"/>
                  </a:lnTo>
                  <a:lnTo>
                    <a:pt x="1560389" y="2242381"/>
                  </a:lnTo>
                  <a:lnTo>
                    <a:pt x="1560389" y="2249080"/>
                  </a:lnTo>
                  <a:lnTo>
                    <a:pt x="1565826" y="2249080"/>
                  </a:lnTo>
                  <a:lnTo>
                    <a:pt x="1565826" y="2262481"/>
                  </a:lnTo>
                  <a:lnTo>
                    <a:pt x="1576700" y="2262481"/>
                  </a:lnTo>
                  <a:lnTo>
                    <a:pt x="1576700" y="2266948"/>
                  </a:lnTo>
                  <a:lnTo>
                    <a:pt x="1582137" y="2266948"/>
                  </a:lnTo>
                  <a:lnTo>
                    <a:pt x="1582137" y="2271416"/>
                  </a:lnTo>
                  <a:lnTo>
                    <a:pt x="1587573" y="2271416"/>
                  </a:lnTo>
                  <a:lnTo>
                    <a:pt x="1587573" y="2273650"/>
                  </a:lnTo>
                  <a:lnTo>
                    <a:pt x="1593010" y="2273650"/>
                  </a:lnTo>
                  <a:lnTo>
                    <a:pt x="1593010" y="2278121"/>
                  </a:lnTo>
                  <a:lnTo>
                    <a:pt x="1598447" y="2278121"/>
                  </a:lnTo>
                  <a:lnTo>
                    <a:pt x="1598447" y="2282593"/>
                  </a:lnTo>
                  <a:lnTo>
                    <a:pt x="1603884" y="2282593"/>
                  </a:lnTo>
                  <a:lnTo>
                    <a:pt x="1603884" y="2293783"/>
                  </a:lnTo>
                  <a:lnTo>
                    <a:pt x="1609321" y="2293783"/>
                  </a:lnTo>
                  <a:lnTo>
                    <a:pt x="1609321" y="2298262"/>
                  </a:lnTo>
                  <a:lnTo>
                    <a:pt x="1614758" y="2298262"/>
                  </a:lnTo>
                  <a:lnTo>
                    <a:pt x="1614758" y="2302743"/>
                  </a:lnTo>
                  <a:lnTo>
                    <a:pt x="1620195" y="2302743"/>
                  </a:lnTo>
                  <a:lnTo>
                    <a:pt x="1620195" y="2304983"/>
                  </a:lnTo>
                  <a:lnTo>
                    <a:pt x="1625632" y="2304983"/>
                  </a:lnTo>
                  <a:lnTo>
                    <a:pt x="1625632" y="2316193"/>
                  </a:lnTo>
                  <a:lnTo>
                    <a:pt x="1631069" y="2316193"/>
                  </a:lnTo>
                  <a:lnTo>
                    <a:pt x="1631069" y="2320678"/>
                  </a:lnTo>
                  <a:lnTo>
                    <a:pt x="1636506" y="2320678"/>
                  </a:lnTo>
                  <a:lnTo>
                    <a:pt x="1636506" y="2331891"/>
                  </a:lnTo>
                  <a:lnTo>
                    <a:pt x="1641942" y="2331891"/>
                  </a:lnTo>
                  <a:lnTo>
                    <a:pt x="1641942" y="2336377"/>
                  </a:lnTo>
                  <a:lnTo>
                    <a:pt x="1647379" y="2336377"/>
                  </a:lnTo>
                  <a:lnTo>
                    <a:pt x="1647379" y="2343107"/>
                  </a:lnTo>
                  <a:lnTo>
                    <a:pt x="1652816" y="2343107"/>
                  </a:lnTo>
                  <a:lnTo>
                    <a:pt x="1652816" y="2349837"/>
                  </a:lnTo>
                  <a:lnTo>
                    <a:pt x="1658253" y="2349837"/>
                  </a:lnTo>
                  <a:lnTo>
                    <a:pt x="1658253" y="2354324"/>
                  </a:lnTo>
                  <a:lnTo>
                    <a:pt x="1669127" y="2354324"/>
                  </a:lnTo>
                  <a:lnTo>
                    <a:pt x="1669127" y="2354324"/>
                  </a:lnTo>
                  <a:lnTo>
                    <a:pt x="1674564" y="2354324"/>
                  </a:lnTo>
                  <a:lnTo>
                    <a:pt x="1674564" y="2365561"/>
                  </a:lnTo>
                  <a:lnTo>
                    <a:pt x="1680001" y="2365561"/>
                  </a:lnTo>
                  <a:lnTo>
                    <a:pt x="1680001" y="2367809"/>
                  </a:lnTo>
                  <a:lnTo>
                    <a:pt x="1685438" y="2367809"/>
                  </a:lnTo>
                  <a:lnTo>
                    <a:pt x="1685438" y="2374552"/>
                  </a:lnTo>
                  <a:lnTo>
                    <a:pt x="1690875" y="2374552"/>
                  </a:lnTo>
                  <a:lnTo>
                    <a:pt x="1690875" y="2381296"/>
                  </a:lnTo>
                  <a:lnTo>
                    <a:pt x="1696311" y="2381296"/>
                  </a:lnTo>
                  <a:lnTo>
                    <a:pt x="1696311" y="2385792"/>
                  </a:lnTo>
                  <a:lnTo>
                    <a:pt x="1701748" y="2385792"/>
                  </a:lnTo>
                  <a:lnTo>
                    <a:pt x="1701748" y="2392538"/>
                  </a:lnTo>
                  <a:lnTo>
                    <a:pt x="1707185" y="2392538"/>
                  </a:lnTo>
                  <a:lnTo>
                    <a:pt x="1707185" y="2394786"/>
                  </a:lnTo>
                  <a:lnTo>
                    <a:pt x="1712622" y="2394786"/>
                  </a:lnTo>
                  <a:lnTo>
                    <a:pt x="1712622" y="2399284"/>
                  </a:lnTo>
                  <a:lnTo>
                    <a:pt x="1718059" y="2399284"/>
                  </a:lnTo>
                  <a:lnTo>
                    <a:pt x="1718059" y="2403785"/>
                  </a:lnTo>
                  <a:lnTo>
                    <a:pt x="1723496" y="2403785"/>
                  </a:lnTo>
                  <a:lnTo>
                    <a:pt x="1723496" y="2406038"/>
                  </a:lnTo>
                  <a:lnTo>
                    <a:pt x="1739807" y="2406038"/>
                  </a:lnTo>
                  <a:lnTo>
                    <a:pt x="1739807" y="2408290"/>
                  </a:lnTo>
                  <a:lnTo>
                    <a:pt x="1745243" y="2408290"/>
                  </a:lnTo>
                  <a:lnTo>
                    <a:pt x="1745243" y="2421808"/>
                  </a:lnTo>
                  <a:lnTo>
                    <a:pt x="1750680" y="2421808"/>
                  </a:lnTo>
                  <a:lnTo>
                    <a:pt x="1750680" y="2424063"/>
                  </a:lnTo>
                  <a:lnTo>
                    <a:pt x="1756117" y="2424063"/>
                  </a:lnTo>
                  <a:lnTo>
                    <a:pt x="1756117" y="2439850"/>
                  </a:lnTo>
                  <a:lnTo>
                    <a:pt x="1761554" y="2439850"/>
                  </a:lnTo>
                  <a:lnTo>
                    <a:pt x="1761554" y="2442105"/>
                  </a:lnTo>
                  <a:lnTo>
                    <a:pt x="1766991" y="2442105"/>
                  </a:lnTo>
                  <a:lnTo>
                    <a:pt x="1766991" y="2446617"/>
                  </a:lnTo>
                  <a:lnTo>
                    <a:pt x="1777865" y="2446617"/>
                  </a:lnTo>
                  <a:lnTo>
                    <a:pt x="1777865" y="2451129"/>
                  </a:lnTo>
                  <a:lnTo>
                    <a:pt x="1783302" y="2451129"/>
                  </a:lnTo>
                  <a:lnTo>
                    <a:pt x="1783302" y="2455641"/>
                  </a:lnTo>
                  <a:lnTo>
                    <a:pt x="1788739" y="2455641"/>
                  </a:lnTo>
                  <a:lnTo>
                    <a:pt x="1788739" y="2457897"/>
                  </a:lnTo>
                  <a:lnTo>
                    <a:pt x="1799612" y="2457897"/>
                  </a:lnTo>
                  <a:lnTo>
                    <a:pt x="1799612" y="2457897"/>
                  </a:lnTo>
                  <a:lnTo>
                    <a:pt x="1805049" y="2457897"/>
                  </a:lnTo>
                  <a:lnTo>
                    <a:pt x="1805049" y="2464672"/>
                  </a:lnTo>
                  <a:lnTo>
                    <a:pt x="1810486" y="2464672"/>
                  </a:lnTo>
                  <a:lnTo>
                    <a:pt x="1810486" y="2469192"/>
                  </a:lnTo>
                  <a:lnTo>
                    <a:pt x="1815923" y="2469192"/>
                  </a:lnTo>
                  <a:lnTo>
                    <a:pt x="1815923" y="2473713"/>
                  </a:lnTo>
                  <a:lnTo>
                    <a:pt x="1821360" y="2473713"/>
                  </a:lnTo>
                  <a:lnTo>
                    <a:pt x="1821360" y="2475973"/>
                  </a:lnTo>
                  <a:lnTo>
                    <a:pt x="1826797" y="2475973"/>
                  </a:lnTo>
                  <a:lnTo>
                    <a:pt x="1826797" y="2480494"/>
                  </a:lnTo>
                  <a:lnTo>
                    <a:pt x="1832234" y="2480494"/>
                  </a:lnTo>
                  <a:lnTo>
                    <a:pt x="1832234" y="2485023"/>
                  </a:lnTo>
                  <a:lnTo>
                    <a:pt x="1837671" y="2485023"/>
                  </a:lnTo>
                  <a:lnTo>
                    <a:pt x="1837671" y="2487288"/>
                  </a:lnTo>
                  <a:lnTo>
                    <a:pt x="1843108" y="2487288"/>
                  </a:lnTo>
                  <a:lnTo>
                    <a:pt x="1843108" y="2489552"/>
                  </a:lnTo>
                  <a:lnTo>
                    <a:pt x="1848545" y="2489552"/>
                  </a:lnTo>
                  <a:lnTo>
                    <a:pt x="1848545" y="2494082"/>
                  </a:lnTo>
                  <a:lnTo>
                    <a:pt x="1853981" y="2494082"/>
                  </a:lnTo>
                  <a:lnTo>
                    <a:pt x="1853981" y="2494082"/>
                  </a:lnTo>
                  <a:lnTo>
                    <a:pt x="1859418" y="2494082"/>
                  </a:lnTo>
                  <a:lnTo>
                    <a:pt x="1859418" y="2496348"/>
                  </a:lnTo>
                  <a:lnTo>
                    <a:pt x="1864855" y="2496348"/>
                  </a:lnTo>
                  <a:lnTo>
                    <a:pt x="1864855" y="2500882"/>
                  </a:lnTo>
                  <a:lnTo>
                    <a:pt x="1870292" y="2500882"/>
                  </a:lnTo>
                  <a:lnTo>
                    <a:pt x="1870292" y="2505423"/>
                  </a:lnTo>
                  <a:lnTo>
                    <a:pt x="1881166" y="2505423"/>
                  </a:lnTo>
                  <a:lnTo>
                    <a:pt x="1881166" y="2512236"/>
                  </a:lnTo>
                  <a:lnTo>
                    <a:pt x="1892040" y="2512236"/>
                  </a:lnTo>
                  <a:lnTo>
                    <a:pt x="1892040" y="2516778"/>
                  </a:lnTo>
                  <a:lnTo>
                    <a:pt x="1897477" y="2516778"/>
                  </a:lnTo>
                  <a:lnTo>
                    <a:pt x="1897477" y="2516778"/>
                  </a:lnTo>
                  <a:lnTo>
                    <a:pt x="1902914" y="2516778"/>
                  </a:lnTo>
                  <a:lnTo>
                    <a:pt x="1902914" y="2519053"/>
                  </a:lnTo>
                  <a:lnTo>
                    <a:pt x="1908350" y="2519053"/>
                  </a:lnTo>
                  <a:lnTo>
                    <a:pt x="1908350" y="2525879"/>
                  </a:lnTo>
                  <a:lnTo>
                    <a:pt x="1913787" y="2525879"/>
                  </a:lnTo>
                  <a:lnTo>
                    <a:pt x="1913787" y="2528156"/>
                  </a:lnTo>
                  <a:lnTo>
                    <a:pt x="1919224" y="2528156"/>
                  </a:lnTo>
                  <a:lnTo>
                    <a:pt x="1919224" y="2532714"/>
                  </a:lnTo>
                  <a:lnTo>
                    <a:pt x="1924661" y="2532714"/>
                  </a:lnTo>
                  <a:lnTo>
                    <a:pt x="1924661" y="2534993"/>
                  </a:lnTo>
                  <a:lnTo>
                    <a:pt x="1930098" y="2534993"/>
                  </a:lnTo>
                  <a:lnTo>
                    <a:pt x="1930098" y="2537273"/>
                  </a:lnTo>
                  <a:lnTo>
                    <a:pt x="1935535" y="2537273"/>
                  </a:lnTo>
                  <a:lnTo>
                    <a:pt x="1935535" y="2539552"/>
                  </a:lnTo>
                  <a:lnTo>
                    <a:pt x="1940972" y="2539552"/>
                  </a:lnTo>
                  <a:lnTo>
                    <a:pt x="1940972" y="2544115"/>
                  </a:lnTo>
                  <a:lnTo>
                    <a:pt x="1946409" y="2544115"/>
                  </a:lnTo>
                  <a:lnTo>
                    <a:pt x="1946409" y="2544115"/>
                  </a:lnTo>
                  <a:lnTo>
                    <a:pt x="1951846" y="2544115"/>
                  </a:lnTo>
                  <a:lnTo>
                    <a:pt x="1951846" y="2548686"/>
                  </a:lnTo>
                  <a:lnTo>
                    <a:pt x="1957282" y="2548686"/>
                  </a:lnTo>
                  <a:lnTo>
                    <a:pt x="1957282" y="2553257"/>
                  </a:lnTo>
                  <a:lnTo>
                    <a:pt x="1962719" y="2553257"/>
                  </a:lnTo>
                  <a:lnTo>
                    <a:pt x="1962719" y="2555543"/>
                  </a:lnTo>
                  <a:lnTo>
                    <a:pt x="1968156" y="2555543"/>
                  </a:lnTo>
                  <a:lnTo>
                    <a:pt x="1968156" y="2557828"/>
                  </a:lnTo>
                  <a:lnTo>
                    <a:pt x="1979030" y="2557828"/>
                  </a:lnTo>
                  <a:lnTo>
                    <a:pt x="1979030" y="2560114"/>
                  </a:lnTo>
                  <a:lnTo>
                    <a:pt x="1984467" y="2560114"/>
                  </a:lnTo>
                  <a:lnTo>
                    <a:pt x="1984467" y="2564686"/>
                  </a:lnTo>
                  <a:lnTo>
                    <a:pt x="1989904" y="2564686"/>
                  </a:lnTo>
                  <a:lnTo>
                    <a:pt x="1989904" y="2566973"/>
                  </a:lnTo>
                  <a:lnTo>
                    <a:pt x="1995341" y="2566973"/>
                  </a:lnTo>
                  <a:lnTo>
                    <a:pt x="1995341" y="2569261"/>
                  </a:lnTo>
                  <a:lnTo>
                    <a:pt x="2000778" y="2569261"/>
                  </a:lnTo>
                  <a:lnTo>
                    <a:pt x="2000778" y="2573837"/>
                  </a:lnTo>
                  <a:lnTo>
                    <a:pt x="2006215" y="2573837"/>
                  </a:lnTo>
                  <a:lnTo>
                    <a:pt x="2006215" y="2578414"/>
                  </a:lnTo>
                  <a:lnTo>
                    <a:pt x="2011651" y="2578414"/>
                  </a:lnTo>
                  <a:lnTo>
                    <a:pt x="2011651" y="2585286"/>
                  </a:lnTo>
                  <a:lnTo>
                    <a:pt x="2017088" y="2585286"/>
                  </a:lnTo>
                  <a:lnTo>
                    <a:pt x="2017088" y="2587577"/>
                  </a:lnTo>
                  <a:lnTo>
                    <a:pt x="2022525" y="2587577"/>
                  </a:lnTo>
                  <a:lnTo>
                    <a:pt x="2022525" y="2589872"/>
                  </a:lnTo>
                  <a:lnTo>
                    <a:pt x="2027962" y="2589872"/>
                  </a:lnTo>
                  <a:lnTo>
                    <a:pt x="2027962" y="2592166"/>
                  </a:lnTo>
                  <a:lnTo>
                    <a:pt x="2033399" y="2592166"/>
                  </a:lnTo>
                  <a:lnTo>
                    <a:pt x="2033399" y="2599051"/>
                  </a:lnTo>
                  <a:lnTo>
                    <a:pt x="2038836" y="2599051"/>
                  </a:lnTo>
                  <a:lnTo>
                    <a:pt x="2038836" y="2603646"/>
                  </a:lnTo>
                  <a:lnTo>
                    <a:pt x="2044273" y="2603646"/>
                  </a:lnTo>
                  <a:lnTo>
                    <a:pt x="2044273" y="2610538"/>
                  </a:lnTo>
                  <a:lnTo>
                    <a:pt x="2049710" y="2610538"/>
                  </a:lnTo>
                  <a:lnTo>
                    <a:pt x="2049710" y="2612837"/>
                  </a:lnTo>
                  <a:lnTo>
                    <a:pt x="2055147" y="2612837"/>
                  </a:lnTo>
                  <a:lnTo>
                    <a:pt x="2055147" y="2617437"/>
                  </a:lnTo>
                  <a:lnTo>
                    <a:pt x="2060584" y="2617437"/>
                  </a:lnTo>
                  <a:lnTo>
                    <a:pt x="2060584" y="2619741"/>
                  </a:lnTo>
                  <a:lnTo>
                    <a:pt x="2066020" y="2619741"/>
                  </a:lnTo>
                  <a:lnTo>
                    <a:pt x="2066020" y="2622046"/>
                  </a:lnTo>
                  <a:lnTo>
                    <a:pt x="2071457" y="2622046"/>
                  </a:lnTo>
                  <a:lnTo>
                    <a:pt x="2071457" y="2626658"/>
                  </a:lnTo>
                  <a:lnTo>
                    <a:pt x="2082331" y="2626658"/>
                  </a:lnTo>
                  <a:lnTo>
                    <a:pt x="2082331" y="2628966"/>
                  </a:lnTo>
                  <a:lnTo>
                    <a:pt x="2087768" y="2628966"/>
                  </a:lnTo>
                  <a:lnTo>
                    <a:pt x="2087768" y="2635891"/>
                  </a:lnTo>
                  <a:lnTo>
                    <a:pt x="2093205" y="2635891"/>
                  </a:lnTo>
                  <a:lnTo>
                    <a:pt x="2093205" y="2638200"/>
                  </a:lnTo>
                  <a:lnTo>
                    <a:pt x="2098642" y="2638200"/>
                  </a:lnTo>
                  <a:lnTo>
                    <a:pt x="2098642" y="2640508"/>
                  </a:lnTo>
                  <a:lnTo>
                    <a:pt x="2104079" y="2640508"/>
                  </a:lnTo>
                  <a:lnTo>
                    <a:pt x="2104079" y="2645125"/>
                  </a:lnTo>
                  <a:lnTo>
                    <a:pt x="2109516" y="2645125"/>
                  </a:lnTo>
                  <a:lnTo>
                    <a:pt x="2109516" y="2649743"/>
                  </a:lnTo>
                  <a:lnTo>
                    <a:pt x="2114953" y="2649743"/>
                  </a:lnTo>
                  <a:lnTo>
                    <a:pt x="2114953" y="2652052"/>
                  </a:lnTo>
                  <a:lnTo>
                    <a:pt x="2120389" y="2652052"/>
                  </a:lnTo>
                  <a:lnTo>
                    <a:pt x="2120389" y="2668217"/>
                  </a:lnTo>
                  <a:lnTo>
                    <a:pt x="2131263" y="2668217"/>
                  </a:lnTo>
                  <a:lnTo>
                    <a:pt x="2131263" y="2672837"/>
                  </a:lnTo>
                  <a:lnTo>
                    <a:pt x="2136700" y="2672837"/>
                  </a:lnTo>
                  <a:lnTo>
                    <a:pt x="2136700" y="2677457"/>
                  </a:lnTo>
                  <a:lnTo>
                    <a:pt x="2142137" y="2677457"/>
                  </a:lnTo>
                  <a:lnTo>
                    <a:pt x="2142137" y="2684387"/>
                  </a:lnTo>
                  <a:lnTo>
                    <a:pt x="2147574" y="2684387"/>
                  </a:lnTo>
                  <a:lnTo>
                    <a:pt x="2147574" y="2686698"/>
                  </a:lnTo>
                  <a:lnTo>
                    <a:pt x="2153011" y="2686698"/>
                  </a:lnTo>
                  <a:lnTo>
                    <a:pt x="2153011" y="2689008"/>
                  </a:lnTo>
                  <a:lnTo>
                    <a:pt x="2163885" y="2689008"/>
                  </a:lnTo>
                  <a:lnTo>
                    <a:pt x="2163885" y="2691319"/>
                  </a:lnTo>
                  <a:lnTo>
                    <a:pt x="2169321" y="2691319"/>
                  </a:lnTo>
                  <a:lnTo>
                    <a:pt x="2169321" y="2700562"/>
                  </a:lnTo>
                  <a:lnTo>
                    <a:pt x="2174758" y="2700562"/>
                  </a:lnTo>
                  <a:lnTo>
                    <a:pt x="2174758" y="2702877"/>
                  </a:lnTo>
                  <a:lnTo>
                    <a:pt x="2180195" y="2702877"/>
                  </a:lnTo>
                  <a:lnTo>
                    <a:pt x="2180195" y="2707507"/>
                  </a:lnTo>
                  <a:lnTo>
                    <a:pt x="2185632" y="2707507"/>
                  </a:lnTo>
                  <a:lnTo>
                    <a:pt x="2185632" y="2716769"/>
                  </a:lnTo>
                  <a:lnTo>
                    <a:pt x="2191069" y="2716769"/>
                  </a:lnTo>
                  <a:lnTo>
                    <a:pt x="2191069" y="2721401"/>
                  </a:lnTo>
                  <a:lnTo>
                    <a:pt x="2196506" y="2721401"/>
                  </a:lnTo>
                  <a:lnTo>
                    <a:pt x="2196506" y="2728348"/>
                  </a:lnTo>
                  <a:lnTo>
                    <a:pt x="2207380" y="2728348"/>
                  </a:lnTo>
                  <a:lnTo>
                    <a:pt x="2207380" y="2730667"/>
                  </a:lnTo>
                  <a:lnTo>
                    <a:pt x="2218254" y="2730667"/>
                  </a:lnTo>
                  <a:lnTo>
                    <a:pt x="2218254" y="2735308"/>
                  </a:lnTo>
                  <a:lnTo>
                    <a:pt x="2223690" y="2735308"/>
                  </a:lnTo>
                  <a:lnTo>
                    <a:pt x="2223690" y="2739953"/>
                  </a:lnTo>
                  <a:lnTo>
                    <a:pt x="2229127" y="2739953"/>
                  </a:lnTo>
                  <a:lnTo>
                    <a:pt x="2229127" y="2742276"/>
                  </a:lnTo>
                  <a:lnTo>
                    <a:pt x="2234564" y="2742276"/>
                  </a:lnTo>
                  <a:lnTo>
                    <a:pt x="2234564" y="2746926"/>
                  </a:lnTo>
                  <a:lnTo>
                    <a:pt x="2240001" y="2746926"/>
                  </a:lnTo>
                  <a:lnTo>
                    <a:pt x="2240001" y="2751577"/>
                  </a:lnTo>
                  <a:lnTo>
                    <a:pt x="2245438" y="2751577"/>
                  </a:lnTo>
                  <a:lnTo>
                    <a:pt x="2245438" y="2758554"/>
                  </a:lnTo>
                  <a:lnTo>
                    <a:pt x="2250875" y="2758554"/>
                  </a:lnTo>
                  <a:lnTo>
                    <a:pt x="2250875" y="2767857"/>
                  </a:lnTo>
                  <a:lnTo>
                    <a:pt x="2256312" y="2767857"/>
                  </a:lnTo>
                  <a:lnTo>
                    <a:pt x="2256312" y="2770183"/>
                  </a:lnTo>
                  <a:lnTo>
                    <a:pt x="2267186" y="2770183"/>
                  </a:lnTo>
                  <a:lnTo>
                    <a:pt x="2267186" y="2772510"/>
                  </a:lnTo>
                  <a:lnTo>
                    <a:pt x="2272623" y="2772510"/>
                  </a:lnTo>
                  <a:lnTo>
                    <a:pt x="2272623" y="2774838"/>
                  </a:lnTo>
                  <a:lnTo>
                    <a:pt x="2278059" y="2774838"/>
                  </a:lnTo>
                  <a:lnTo>
                    <a:pt x="2278059" y="2779495"/>
                  </a:lnTo>
                  <a:lnTo>
                    <a:pt x="2283496" y="2779495"/>
                  </a:lnTo>
                  <a:lnTo>
                    <a:pt x="2283496" y="2784157"/>
                  </a:lnTo>
                  <a:lnTo>
                    <a:pt x="2305244" y="2784157"/>
                  </a:lnTo>
                  <a:lnTo>
                    <a:pt x="2305244" y="2786488"/>
                  </a:lnTo>
                  <a:lnTo>
                    <a:pt x="2310681" y="2786488"/>
                  </a:lnTo>
                  <a:lnTo>
                    <a:pt x="2310681" y="2791151"/>
                  </a:lnTo>
                  <a:lnTo>
                    <a:pt x="2316118" y="2791151"/>
                  </a:lnTo>
                  <a:lnTo>
                    <a:pt x="2316118" y="2795813"/>
                  </a:lnTo>
                  <a:lnTo>
                    <a:pt x="2321555" y="2795813"/>
                  </a:lnTo>
                  <a:lnTo>
                    <a:pt x="2321555" y="2802808"/>
                  </a:lnTo>
                  <a:lnTo>
                    <a:pt x="2326991" y="2802808"/>
                  </a:lnTo>
                  <a:lnTo>
                    <a:pt x="2326991" y="2807476"/>
                  </a:lnTo>
                  <a:lnTo>
                    <a:pt x="2332428" y="2807476"/>
                  </a:lnTo>
                  <a:lnTo>
                    <a:pt x="2332428" y="2814479"/>
                  </a:lnTo>
                  <a:lnTo>
                    <a:pt x="2337865" y="2814479"/>
                  </a:lnTo>
                  <a:lnTo>
                    <a:pt x="2337865" y="2819148"/>
                  </a:lnTo>
                  <a:lnTo>
                    <a:pt x="2343302" y="2819148"/>
                  </a:lnTo>
                  <a:lnTo>
                    <a:pt x="2343302" y="2826152"/>
                  </a:lnTo>
                  <a:lnTo>
                    <a:pt x="2348739" y="2826152"/>
                  </a:lnTo>
                  <a:lnTo>
                    <a:pt x="2348739" y="2830822"/>
                  </a:lnTo>
                  <a:lnTo>
                    <a:pt x="2354176" y="2830822"/>
                  </a:lnTo>
                  <a:lnTo>
                    <a:pt x="2354176" y="2833157"/>
                  </a:lnTo>
                  <a:lnTo>
                    <a:pt x="2359613" y="2833157"/>
                  </a:lnTo>
                  <a:lnTo>
                    <a:pt x="2359613" y="2835492"/>
                  </a:lnTo>
                  <a:lnTo>
                    <a:pt x="2370487" y="2835492"/>
                  </a:lnTo>
                  <a:lnTo>
                    <a:pt x="2370487" y="2837830"/>
                  </a:lnTo>
                  <a:lnTo>
                    <a:pt x="2381360" y="2837830"/>
                  </a:lnTo>
                  <a:lnTo>
                    <a:pt x="2381360" y="2847181"/>
                  </a:lnTo>
                  <a:lnTo>
                    <a:pt x="2386797" y="2847181"/>
                  </a:lnTo>
                  <a:lnTo>
                    <a:pt x="2386797" y="2849519"/>
                  </a:lnTo>
                  <a:lnTo>
                    <a:pt x="2392234" y="2849519"/>
                  </a:lnTo>
                  <a:lnTo>
                    <a:pt x="2392234" y="2851857"/>
                  </a:lnTo>
                  <a:lnTo>
                    <a:pt x="2397671" y="2851857"/>
                  </a:lnTo>
                  <a:lnTo>
                    <a:pt x="2397671" y="2854195"/>
                  </a:lnTo>
                  <a:lnTo>
                    <a:pt x="2403108" y="2854195"/>
                  </a:lnTo>
                  <a:lnTo>
                    <a:pt x="2403108" y="2858876"/>
                  </a:lnTo>
                  <a:lnTo>
                    <a:pt x="2408545" y="2858876"/>
                  </a:lnTo>
                  <a:lnTo>
                    <a:pt x="2408545" y="2863558"/>
                  </a:lnTo>
                  <a:lnTo>
                    <a:pt x="2413982" y="2863558"/>
                  </a:lnTo>
                  <a:lnTo>
                    <a:pt x="2413982" y="2865901"/>
                  </a:lnTo>
                  <a:lnTo>
                    <a:pt x="2419419" y="2865901"/>
                  </a:lnTo>
                  <a:lnTo>
                    <a:pt x="2419419" y="2870587"/>
                  </a:lnTo>
                  <a:lnTo>
                    <a:pt x="2430293" y="2870587"/>
                  </a:lnTo>
                  <a:lnTo>
                    <a:pt x="2430293" y="2877618"/>
                  </a:lnTo>
                  <a:lnTo>
                    <a:pt x="2435729" y="2877618"/>
                  </a:lnTo>
                  <a:lnTo>
                    <a:pt x="2435729" y="2877618"/>
                  </a:lnTo>
                  <a:lnTo>
                    <a:pt x="2446603" y="2877618"/>
                  </a:lnTo>
                  <a:lnTo>
                    <a:pt x="2446603" y="2882310"/>
                  </a:lnTo>
                  <a:lnTo>
                    <a:pt x="2452040" y="2882310"/>
                  </a:lnTo>
                  <a:lnTo>
                    <a:pt x="2452040" y="2884656"/>
                  </a:lnTo>
                  <a:lnTo>
                    <a:pt x="2457477" y="2884656"/>
                  </a:lnTo>
                  <a:lnTo>
                    <a:pt x="2457477" y="2894051"/>
                  </a:lnTo>
                  <a:lnTo>
                    <a:pt x="2462914" y="2894051"/>
                  </a:lnTo>
                  <a:lnTo>
                    <a:pt x="2462914" y="2896404"/>
                  </a:lnTo>
                  <a:lnTo>
                    <a:pt x="2468351" y="2896404"/>
                  </a:lnTo>
                  <a:lnTo>
                    <a:pt x="2468351" y="2898758"/>
                  </a:lnTo>
                  <a:lnTo>
                    <a:pt x="2479225" y="2898758"/>
                  </a:lnTo>
                  <a:lnTo>
                    <a:pt x="2479225" y="2903470"/>
                  </a:lnTo>
                  <a:lnTo>
                    <a:pt x="2484662" y="2903470"/>
                  </a:lnTo>
                  <a:lnTo>
                    <a:pt x="2484662" y="2908182"/>
                  </a:lnTo>
                  <a:lnTo>
                    <a:pt x="2490098" y="2908182"/>
                  </a:lnTo>
                  <a:lnTo>
                    <a:pt x="2490098" y="2910539"/>
                  </a:lnTo>
                  <a:lnTo>
                    <a:pt x="2506409" y="2910539"/>
                  </a:lnTo>
                  <a:lnTo>
                    <a:pt x="2506409" y="2915252"/>
                  </a:lnTo>
                  <a:lnTo>
                    <a:pt x="2517283" y="2915252"/>
                  </a:lnTo>
                  <a:lnTo>
                    <a:pt x="2517283" y="2917608"/>
                  </a:lnTo>
                  <a:lnTo>
                    <a:pt x="2522720" y="2917608"/>
                  </a:lnTo>
                  <a:lnTo>
                    <a:pt x="2522720" y="2919968"/>
                  </a:lnTo>
                  <a:lnTo>
                    <a:pt x="2528157" y="2919968"/>
                  </a:lnTo>
                  <a:lnTo>
                    <a:pt x="2528157" y="2924686"/>
                  </a:lnTo>
                  <a:lnTo>
                    <a:pt x="2533594" y="2924686"/>
                  </a:lnTo>
                  <a:lnTo>
                    <a:pt x="2533594" y="2931765"/>
                  </a:lnTo>
                  <a:lnTo>
                    <a:pt x="2539030" y="2931765"/>
                  </a:lnTo>
                  <a:lnTo>
                    <a:pt x="2539030" y="2934124"/>
                  </a:lnTo>
                  <a:lnTo>
                    <a:pt x="2544467" y="2934124"/>
                  </a:lnTo>
                  <a:lnTo>
                    <a:pt x="2544467" y="2936484"/>
                  </a:lnTo>
                  <a:lnTo>
                    <a:pt x="2549904" y="2936484"/>
                  </a:lnTo>
                  <a:lnTo>
                    <a:pt x="2549904" y="2941204"/>
                  </a:lnTo>
                  <a:lnTo>
                    <a:pt x="2555341" y="2941204"/>
                  </a:lnTo>
                  <a:lnTo>
                    <a:pt x="2555341" y="2943564"/>
                  </a:lnTo>
                  <a:lnTo>
                    <a:pt x="2560778" y="2943564"/>
                  </a:lnTo>
                  <a:lnTo>
                    <a:pt x="2560778" y="2945927"/>
                  </a:lnTo>
                  <a:lnTo>
                    <a:pt x="2566215" y="2945927"/>
                  </a:lnTo>
                  <a:lnTo>
                    <a:pt x="2566215" y="2955387"/>
                  </a:lnTo>
                  <a:lnTo>
                    <a:pt x="2571652" y="2955387"/>
                  </a:lnTo>
                  <a:lnTo>
                    <a:pt x="2571652" y="2957753"/>
                  </a:lnTo>
                  <a:lnTo>
                    <a:pt x="2582526" y="2957753"/>
                  </a:lnTo>
                  <a:lnTo>
                    <a:pt x="2582526" y="2960118"/>
                  </a:lnTo>
                  <a:lnTo>
                    <a:pt x="2587963" y="2960118"/>
                  </a:lnTo>
                  <a:lnTo>
                    <a:pt x="2587963" y="2962484"/>
                  </a:lnTo>
                  <a:lnTo>
                    <a:pt x="2593399" y="2962484"/>
                  </a:lnTo>
                  <a:lnTo>
                    <a:pt x="2593399" y="2967220"/>
                  </a:lnTo>
                  <a:lnTo>
                    <a:pt x="2598836" y="2967220"/>
                  </a:lnTo>
                  <a:lnTo>
                    <a:pt x="2598836" y="2967220"/>
                  </a:lnTo>
                  <a:lnTo>
                    <a:pt x="2604273" y="2967220"/>
                  </a:lnTo>
                  <a:lnTo>
                    <a:pt x="2604273" y="2969591"/>
                  </a:lnTo>
                  <a:lnTo>
                    <a:pt x="2609710" y="2969591"/>
                  </a:lnTo>
                  <a:lnTo>
                    <a:pt x="2609710" y="2971962"/>
                  </a:lnTo>
                  <a:lnTo>
                    <a:pt x="2615147" y="2971962"/>
                  </a:lnTo>
                  <a:lnTo>
                    <a:pt x="2615147" y="2979075"/>
                  </a:lnTo>
                  <a:lnTo>
                    <a:pt x="2620584" y="2979075"/>
                  </a:lnTo>
                  <a:lnTo>
                    <a:pt x="2620584" y="2981446"/>
                  </a:lnTo>
                  <a:lnTo>
                    <a:pt x="2626021" y="2981446"/>
                  </a:lnTo>
                  <a:lnTo>
                    <a:pt x="2626021" y="2986188"/>
                  </a:lnTo>
                  <a:lnTo>
                    <a:pt x="2631458" y="2986188"/>
                  </a:lnTo>
                  <a:lnTo>
                    <a:pt x="2631458" y="2990936"/>
                  </a:lnTo>
                  <a:lnTo>
                    <a:pt x="2642332" y="2990936"/>
                  </a:lnTo>
                  <a:lnTo>
                    <a:pt x="2642332" y="2995685"/>
                  </a:lnTo>
                  <a:lnTo>
                    <a:pt x="2647768" y="2995685"/>
                  </a:lnTo>
                  <a:lnTo>
                    <a:pt x="2647768" y="2998059"/>
                  </a:lnTo>
                  <a:lnTo>
                    <a:pt x="2653205" y="2998059"/>
                  </a:lnTo>
                  <a:lnTo>
                    <a:pt x="2653205" y="3002808"/>
                  </a:lnTo>
                  <a:lnTo>
                    <a:pt x="2658642" y="3002808"/>
                  </a:lnTo>
                  <a:lnTo>
                    <a:pt x="2658642" y="3005183"/>
                  </a:lnTo>
                  <a:lnTo>
                    <a:pt x="2664079" y="3005183"/>
                  </a:lnTo>
                  <a:lnTo>
                    <a:pt x="2664079" y="3007557"/>
                  </a:lnTo>
                  <a:lnTo>
                    <a:pt x="2669516" y="3007557"/>
                  </a:lnTo>
                  <a:lnTo>
                    <a:pt x="2669516" y="3014682"/>
                  </a:lnTo>
                  <a:lnTo>
                    <a:pt x="2674953" y="3014682"/>
                  </a:lnTo>
                  <a:lnTo>
                    <a:pt x="2674953" y="3017057"/>
                  </a:lnTo>
                  <a:lnTo>
                    <a:pt x="2680390" y="3017057"/>
                  </a:lnTo>
                  <a:lnTo>
                    <a:pt x="2680390" y="3021813"/>
                  </a:lnTo>
                  <a:lnTo>
                    <a:pt x="2685827" y="3021813"/>
                  </a:lnTo>
                  <a:lnTo>
                    <a:pt x="2685827" y="3024191"/>
                  </a:lnTo>
                  <a:lnTo>
                    <a:pt x="2691264" y="3024191"/>
                  </a:lnTo>
                  <a:lnTo>
                    <a:pt x="2691264" y="3026569"/>
                  </a:lnTo>
                  <a:lnTo>
                    <a:pt x="2696701" y="3026569"/>
                  </a:lnTo>
                  <a:lnTo>
                    <a:pt x="2696701" y="3028947"/>
                  </a:lnTo>
                  <a:lnTo>
                    <a:pt x="2702137" y="3028947"/>
                  </a:lnTo>
                  <a:lnTo>
                    <a:pt x="2702137" y="3028947"/>
                  </a:lnTo>
                  <a:lnTo>
                    <a:pt x="2707574" y="3028947"/>
                  </a:lnTo>
                  <a:lnTo>
                    <a:pt x="2707574" y="3033709"/>
                  </a:lnTo>
                  <a:lnTo>
                    <a:pt x="2713011" y="3033709"/>
                  </a:lnTo>
                  <a:lnTo>
                    <a:pt x="2713011" y="3040852"/>
                  </a:lnTo>
                  <a:lnTo>
                    <a:pt x="2729322" y="3040852"/>
                  </a:lnTo>
                  <a:lnTo>
                    <a:pt x="2729322" y="3045614"/>
                  </a:lnTo>
                  <a:lnTo>
                    <a:pt x="2734759" y="3045614"/>
                  </a:lnTo>
                  <a:lnTo>
                    <a:pt x="2734759" y="3047996"/>
                  </a:lnTo>
                  <a:lnTo>
                    <a:pt x="2740196" y="3047996"/>
                  </a:lnTo>
                  <a:lnTo>
                    <a:pt x="2740196" y="3052764"/>
                  </a:lnTo>
                  <a:lnTo>
                    <a:pt x="2745633" y="3052764"/>
                  </a:lnTo>
                  <a:lnTo>
                    <a:pt x="2745633" y="3057532"/>
                  </a:lnTo>
                  <a:lnTo>
                    <a:pt x="2756506" y="3057532"/>
                  </a:lnTo>
                  <a:lnTo>
                    <a:pt x="2756506" y="3062301"/>
                  </a:lnTo>
                  <a:lnTo>
                    <a:pt x="2761943" y="3062301"/>
                  </a:lnTo>
                  <a:lnTo>
                    <a:pt x="2761943" y="3071841"/>
                  </a:lnTo>
                  <a:lnTo>
                    <a:pt x="2772817" y="3071841"/>
                  </a:lnTo>
                  <a:lnTo>
                    <a:pt x="2772817" y="3074226"/>
                  </a:lnTo>
                  <a:lnTo>
                    <a:pt x="2778254" y="3074226"/>
                  </a:lnTo>
                  <a:lnTo>
                    <a:pt x="2778254" y="3078996"/>
                  </a:lnTo>
                  <a:lnTo>
                    <a:pt x="2789128" y="3078996"/>
                  </a:lnTo>
                  <a:lnTo>
                    <a:pt x="2789128" y="3083767"/>
                  </a:lnTo>
                  <a:lnTo>
                    <a:pt x="2805438" y="3083767"/>
                  </a:lnTo>
                  <a:lnTo>
                    <a:pt x="2805438" y="3086153"/>
                  </a:lnTo>
                  <a:lnTo>
                    <a:pt x="2810875" y="3086153"/>
                  </a:lnTo>
                  <a:lnTo>
                    <a:pt x="2810875" y="3088538"/>
                  </a:lnTo>
                  <a:lnTo>
                    <a:pt x="2816312" y="3088538"/>
                  </a:lnTo>
                  <a:lnTo>
                    <a:pt x="2816312" y="3093310"/>
                  </a:lnTo>
                  <a:lnTo>
                    <a:pt x="2821749" y="3093310"/>
                  </a:lnTo>
                  <a:lnTo>
                    <a:pt x="2821749" y="3095699"/>
                  </a:lnTo>
                  <a:lnTo>
                    <a:pt x="2838060" y="3095699"/>
                  </a:lnTo>
                  <a:lnTo>
                    <a:pt x="2838060" y="3098087"/>
                  </a:lnTo>
                  <a:lnTo>
                    <a:pt x="2843497" y="3098087"/>
                  </a:lnTo>
                  <a:lnTo>
                    <a:pt x="2843497" y="3102870"/>
                  </a:lnTo>
                  <a:lnTo>
                    <a:pt x="2848934" y="3102870"/>
                  </a:lnTo>
                  <a:lnTo>
                    <a:pt x="2848934" y="3105262"/>
                  </a:lnTo>
                  <a:lnTo>
                    <a:pt x="2854371" y="3105262"/>
                  </a:lnTo>
                  <a:lnTo>
                    <a:pt x="2854371" y="3112445"/>
                  </a:lnTo>
                  <a:lnTo>
                    <a:pt x="2859807" y="3112445"/>
                  </a:lnTo>
                  <a:lnTo>
                    <a:pt x="2859807" y="3114842"/>
                  </a:lnTo>
                  <a:lnTo>
                    <a:pt x="2865244" y="3114842"/>
                  </a:lnTo>
                  <a:lnTo>
                    <a:pt x="2865244" y="3126830"/>
                  </a:lnTo>
                  <a:lnTo>
                    <a:pt x="2870681" y="3126830"/>
                  </a:lnTo>
                  <a:lnTo>
                    <a:pt x="2870681" y="3129231"/>
                  </a:lnTo>
                  <a:lnTo>
                    <a:pt x="2876118" y="3129231"/>
                  </a:lnTo>
                  <a:lnTo>
                    <a:pt x="2876118" y="3136433"/>
                  </a:lnTo>
                  <a:lnTo>
                    <a:pt x="2881555" y="3136433"/>
                  </a:lnTo>
                  <a:lnTo>
                    <a:pt x="2881555" y="3138834"/>
                  </a:lnTo>
                  <a:lnTo>
                    <a:pt x="2886992" y="3138834"/>
                  </a:lnTo>
                  <a:lnTo>
                    <a:pt x="2886992" y="3146037"/>
                  </a:lnTo>
                  <a:lnTo>
                    <a:pt x="2892429" y="3146037"/>
                  </a:lnTo>
                  <a:lnTo>
                    <a:pt x="2892429" y="3148441"/>
                  </a:lnTo>
                  <a:lnTo>
                    <a:pt x="2897866" y="3148441"/>
                  </a:lnTo>
                  <a:lnTo>
                    <a:pt x="2897866" y="3155670"/>
                  </a:lnTo>
                  <a:lnTo>
                    <a:pt x="2903303" y="3155670"/>
                  </a:lnTo>
                  <a:lnTo>
                    <a:pt x="2903303" y="3158080"/>
                  </a:lnTo>
                  <a:lnTo>
                    <a:pt x="2908739" y="3158080"/>
                  </a:lnTo>
                  <a:lnTo>
                    <a:pt x="2908739" y="3158080"/>
                  </a:lnTo>
                  <a:lnTo>
                    <a:pt x="2914176" y="3158080"/>
                  </a:lnTo>
                  <a:lnTo>
                    <a:pt x="2914176" y="3162906"/>
                  </a:lnTo>
                  <a:lnTo>
                    <a:pt x="2919613" y="3162906"/>
                  </a:lnTo>
                  <a:lnTo>
                    <a:pt x="2919613" y="3167737"/>
                  </a:lnTo>
                  <a:lnTo>
                    <a:pt x="2930487" y="3167737"/>
                  </a:lnTo>
                  <a:lnTo>
                    <a:pt x="2930487" y="3170153"/>
                  </a:lnTo>
                  <a:lnTo>
                    <a:pt x="2935924" y="3170153"/>
                  </a:lnTo>
                  <a:lnTo>
                    <a:pt x="2935924" y="3174985"/>
                  </a:lnTo>
                  <a:lnTo>
                    <a:pt x="2941361" y="3174985"/>
                  </a:lnTo>
                  <a:lnTo>
                    <a:pt x="2941361" y="3177404"/>
                  </a:lnTo>
                  <a:lnTo>
                    <a:pt x="2952235" y="3177404"/>
                  </a:lnTo>
                  <a:lnTo>
                    <a:pt x="2952235" y="3179823"/>
                  </a:lnTo>
                  <a:lnTo>
                    <a:pt x="2957672" y="3179823"/>
                  </a:lnTo>
                  <a:lnTo>
                    <a:pt x="2957672" y="3182245"/>
                  </a:lnTo>
                  <a:lnTo>
                    <a:pt x="2963108" y="3182245"/>
                  </a:lnTo>
                  <a:lnTo>
                    <a:pt x="2963108" y="3184667"/>
                  </a:lnTo>
                  <a:lnTo>
                    <a:pt x="2968545" y="3184667"/>
                  </a:lnTo>
                  <a:lnTo>
                    <a:pt x="2968545" y="3189511"/>
                  </a:lnTo>
                  <a:lnTo>
                    <a:pt x="2973982" y="3189511"/>
                  </a:lnTo>
                  <a:lnTo>
                    <a:pt x="2973982" y="3191933"/>
                  </a:lnTo>
                  <a:lnTo>
                    <a:pt x="2979419" y="3191933"/>
                  </a:lnTo>
                  <a:lnTo>
                    <a:pt x="2979419" y="3194356"/>
                  </a:lnTo>
                  <a:lnTo>
                    <a:pt x="2984856" y="3194356"/>
                  </a:lnTo>
                  <a:lnTo>
                    <a:pt x="2984856" y="3199206"/>
                  </a:lnTo>
                  <a:lnTo>
                    <a:pt x="2995730" y="3199206"/>
                  </a:lnTo>
                  <a:lnTo>
                    <a:pt x="2995730" y="3201632"/>
                  </a:lnTo>
                  <a:lnTo>
                    <a:pt x="3001167" y="3201632"/>
                  </a:lnTo>
                  <a:lnTo>
                    <a:pt x="3001167" y="3204058"/>
                  </a:lnTo>
                  <a:lnTo>
                    <a:pt x="3006604" y="3204058"/>
                  </a:lnTo>
                  <a:lnTo>
                    <a:pt x="3006604" y="3204058"/>
                  </a:lnTo>
                  <a:lnTo>
                    <a:pt x="3022914" y="3204058"/>
                  </a:lnTo>
                  <a:lnTo>
                    <a:pt x="3022914" y="3206489"/>
                  </a:lnTo>
                  <a:lnTo>
                    <a:pt x="3028351" y="3206489"/>
                  </a:lnTo>
                  <a:lnTo>
                    <a:pt x="3028351" y="3208921"/>
                  </a:lnTo>
                  <a:lnTo>
                    <a:pt x="3033788" y="3208921"/>
                  </a:lnTo>
                  <a:lnTo>
                    <a:pt x="3033788" y="3213784"/>
                  </a:lnTo>
                  <a:lnTo>
                    <a:pt x="3039225" y="3213784"/>
                  </a:lnTo>
                  <a:lnTo>
                    <a:pt x="3039225" y="3216216"/>
                  </a:lnTo>
                  <a:lnTo>
                    <a:pt x="3044662" y="3216216"/>
                  </a:lnTo>
                  <a:lnTo>
                    <a:pt x="3044662" y="3216216"/>
                  </a:lnTo>
                  <a:lnTo>
                    <a:pt x="3050099" y="3216216"/>
                  </a:lnTo>
                  <a:lnTo>
                    <a:pt x="3050099" y="3218659"/>
                  </a:lnTo>
                  <a:lnTo>
                    <a:pt x="3055536" y="3218659"/>
                  </a:lnTo>
                  <a:lnTo>
                    <a:pt x="3055536" y="3221106"/>
                  </a:lnTo>
                  <a:lnTo>
                    <a:pt x="3060973" y="3221106"/>
                  </a:lnTo>
                  <a:lnTo>
                    <a:pt x="3060973" y="3225999"/>
                  </a:lnTo>
                  <a:lnTo>
                    <a:pt x="3066410" y="3225999"/>
                  </a:lnTo>
                  <a:lnTo>
                    <a:pt x="3066410" y="3228448"/>
                  </a:lnTo>
                  <a:lnTo>
                    <a:pt x="3082720" y="3228448"/>
                  </a:lnTo>
                  <a:lnTo>
                    <a:pt x="3082720" y="3230898"/>
                  </a:lnTo>
                  <a:lnTo>
                    <a:pt x="3088157" y="3230898"/>
                  </a:lnTo>
                  <a:lnTo>
                    <a:pt x="3088157" y="3235798"/>
                  </a:lnTo>
                  <a:lnTo>
                    <a:pt x="3093594" y="3235798"/>
                  </a:lnTo>
                  <a:lnTo>
                    <a:pt x="3093594" y="3238251"/>
                  </a:lnTo>
                  <a:lnTo>
                    <a:pt x="3099031" y="3238251"/>
                  </a:lnTo>
                  <a:lnTo>
                    <a:pt x="3099031" y="3240707"/>
                  </a:lnTo>
                  <a:lnTo>
                    <a:pt x="3109905" y="3240707"/>
                  </a:lnTo>
                  <a:lnTo>
                    <a:pt x="3109905" y="3243166"/>
                  </a:lnTo>
                  <a:lnTo>
                    <a:pt x="3115342" y="3243166"/>
                  </a:lnTo>
                  <a:lnTo>
                    <a:pt x="3115342" y="3245625"/>
                  </a:lnTo>
                  <a:lnTo>
                    <a:pt x="3120778" y="3245625"/>
                  </a:lnTo>
                  <a:lnTo>
                    <a:pt x="3120778" y="3250550"/>
                  </a:lnTo>
                  <a:lnTo>
                    <a:pt x="3126215" y="3250550"/>
                  </a:lnTo>
                  <a:lnTo>
                    <a:pt x="3126215" y="3253012"/>
                  </a:lnTo>
                  <a:lnTo>
                    <a:pt x="3131652" y="3253012"/>
                  </a:lnTo>
                  <a:lnTo>
                    <a:pt x="3131652" y="3260400"/>
                  </a:lnTo>
                  <a:lnTo>
                    <a:pt x="3137089" y="3260400"/>
                  </a:lnTo>
                  <a:lnTo>
                    <a:pt x="3137089" y="3262863"/>
                  </a:lnTo>
                  <a:lnTo>
                    <a:pt x="3142526" y="3262863"/>
                  </a:lnTo>
                  <a:lnTo>
                    <a:pt x="3142526" y="3262863"/>
                  </a:lnTo>
                  <a:lnTo>
                    <a:pt x="3147963" y="3262863"/>
                  </a:lnTo>
                  <a:lnTo>
                    <a:pt x="3147963" y="3265329"/>
                  </a:lnTo>
                  <a:lnTo>
                    <a:pt x="3153400" y="3265329"/>
                  </a:lnTo>
                  <a:lnTo>
                    <a:pt x="3153400" y="3270262"/>
                  </a:lnTo>
                  <a:lnTo>
                    <a:pt x="3158837" y="3270262"/>
                  </a:lnTo>
                  <a:lnTo>
                    <a:pt x="3158837" y="3270262"/>
                  </a:lnTo>
                  <a:lnTo>
                    <a:pt x="3169711" y="3270262"/>
                  </a:lnTo>
                  <a:lnTo>
                    <a:pt x="3169711" y="3270262"/>
                  </a:lnTo>
                  <a:lnTo>
                    <a:pt x="3175147" y="3270262"/>
                  </a:lnTo>
                  <a:lnTo>
                    <a:pt x="3175147" y="3277679"/>
                  </a:lnTo>
                  <a:lnTo>
                    <a:pt x="3180584" y="3277679"/>
                  </a:lnTo>
                  <a:lnTo>
                    <a:pt x="3180584" y="3280155"/>
                  </a:lnTo>
                  <a:lnTo>
                    <a:pt x="3186021" y="3280155"/>
                  </a:lnTo>
                  <a:lnTo>
                    <a:pt x="3186021" y="3285113"/>
                  </a:lnTo>
                  <a:lnTo>
                    <a:pt x="3191458" y="3285113"/>
                  </a:lnTo>
                  <a:lnTo>
                    <a:pt x="3191458" y="3290072"/>
                  </a:lnTo>
                  <a:lnTo>
                    <a:pt x="3196895" y="3290072"/>
                  </a:lnTo>
                  <a:lnTo>
                    <a:pt x="3196895" y="3292551"/>
                  </a:lnTo>
                  <a:lnTo>
                    <a:pt x="3202332" y="3292551"/>
                  </a:lnTo>
                  <a:lnTo>
                    <a:pt x="3202332" y="3297523"/>
                  </a:lnTo>
                  <a:lnTo>
                    <a:pt x="3207769" y="3297523"/>
                  </a:lnTo>
                  <a:lnTo>
                    <a:pt x="3207769" y="3300012"/>
                  </a:lnTo>
                  <a:lnTo>
                    <a:pt x="3213206" y="3300012"/>
                  </a:lnTo>
                  <a:lnTo>
                    <a:pt x="3213206" y="3302501"/>
                  </a:lnTo>
                  <a:lnTo>
                    <a:pt x="3218643" y="3302501"/>
                  </a:lnTo>
                  <a:lnTo>
                    <a:pt x="3218643" y="3307486"/>
                  </a:lnTo>
                  <a:lnTo>
                    <a:pt x="3224080" y="3307486"/>
                  </a:lnTo>
                  <a:lnTo>
                    <a:pt x="3224080" y="3307486"/>
                  </a:lnTo>
                  <a:lnTo>
                    <a:pt x="3229516" y="3307486"/>
                  </a:lnTo>
                  <a:lnTo>
                    <a:pt x="3229516" y="3312477"/>
                  </a:lnTo>
                  <a:lnTo>
                    <a:pt x="3234953" y="3312477"/>
                  </a:lnTo>
                  <a:lnTo>
                    <a:pt x="3234953" y="3312477"/>
                  </a:lnTo>
                  <a:lnTo>
                    <a:pt x="3240390" y="3312477"/>
                  </a:lnTo>
                  <a:lnTo>
                    <a:pt x="3240390" y="3314980"/>
                  </a:lnTo>
                  <a:lnTo>
                    <a:pt x="3251264" y="3314980"/>
                  </a:lnTo>
                  <a:lnTo>
                    <a:pt x="3251264" y="3317485"/>
                  </a:lnTo>
                  <a:lnTo>
                    <a:pt x="3256701" y="3317485"/>
                  </a:lnTo>
                  <a:lnTo>
                    <a:pt x="3256701" y="3319991"/>
                  </a:lnTo>
                  <a:lnTo>
                    <a:pt x="3262138" y="3319991"/>
                  </a:lnTo>
                  <a:lnTo>
                    <a:pt x="3262138" y="3325003"/>
                  </a:lnTo>
                  <a:lnTo>
                    <a:pt x="3273012" y="3325003"/>
                  </a:lnTo>
                  <a:lnTo>
                    <a:pt x="3273012" y="3327509"/>
                  </a:lnTo>
                  <a:lnTo>
                    <a:pt x="3278449" y="3327509"/>
                  </a:lnTo>
                  <a:lnTo>
                    <a:pt x="3278449" y="3330025"/>
                  </a:lnTo>
                  <a:lnTo>
                    <a:pt x="3283885" y="3330025"/>
                  </a:lnTo>
                  <a:lnTo>
                    <a:pt x="3283885" y="3335057"/>
                  </a:lnTo>
                  <a:lnTo>
                    <a:pt x="3289322" y="3335057"/>
                  </a:lnTo>
                  <a:lnTo>
                    <a:pt x="3289322" y="3337573"/>
                  </a:lnTo>
                  <a:lnTo>
                    <a:pt x="3294759" y="3337573"/>
                  </a:lnTo>
                  <a:lnTo>
                    <a:pt x="3294759" y="3340093"/>
                  </a:lnTo>
                  <a:lnTo>
                    <a:pt x="3300196" y="3340093"/>
                  </a:lnTo>
                  <a:lnTo>
                    <a:pt x="3300196" y="3342612"/>
                  </a:lnTo>
                  <a:lnTo>
                    <a:pt x="3305633" y="3342612"/>
                  </a:lnTo>
                  <a:lnTo>
                    <a:pt x="3305633" y="3345135"/>
                  </a:lnTo>
                  <a:lnTo>
                    <a:pt x="3311070" y="3345135"/>
                  </a:lnTo>
                  <a:lnTo>
                    <a:pt x="3311070" y="3350182"/>
                  </a:lnTo>
                  <a:lnTo>
                    <a:pt x="3316507" y="3350182"/>
                  </a:lnTo>
                  <a:lnTo>
                    <a:pt x="3316507" y="3350182"/>
                  </a:lnTo>
                  <a:lnTo>
                    <a:pt x="3321944" y="3350182"/>
                  </a:lnTo>
                  <a:lnTo>
                    <a:pt x="3321944" y="3350182"/>
                  </a:lnTo>
                  <a:lnTo>
                    <a:pt x="3327381" y="3350182"/>
                  </a:lnTo>
                  <a:lnTo>
                    <a:pt x="3327381" y="3352715"/>
                  </a:lnTo>
                  <a:lnTo>
                    <a:pt x="3343691" y="3352715"/>
                  </a:lnTo>
                  <a:lnTo>
                    <a:pt x="3343691" y="3355249"/>
                  </a:lnTo>
                  <a:lnTo>
                    <a:pt x="3349128" y="3355249"/>
                  </a:lnTo>
                  <a:lnTo>
                    <a:pt x="3349128" y="3360316"/>
                  </a:lnTo>
                  <a:lnTo>
                    <a:pt x="3354565" y="3360316"/>
                  </a:lnTo>
                  <a:lnTo>
                    <a:pt x="3354565" y="3362853"/>
                  </a:lnTo>
                  <a:lnTo>
                    <a:pt x="3360002" y="3362853"/>
                  </a:lnTo>
                  <a:lnTo>
                    <a:pt x="3360002" y="3365394"/>
                  </a:lnTo>
                  <a:lnTo>
                    <a:pt x="3365439" y="3365394"/>
                  </a:lnTo>
                  <a:lnTo>
                    <a:pt x="3365439" y="3365394"/>
                  </a:lnTo>
                  <a:lnTo>
                    <a:pt x="3370876" y="3365394"/>
                  </a:lnTo>
                  <a:lnTo>
                    <a:pt x="3370876" y="3373027"/>
                  </a:lnTo>
                  <a:lnTo>
                    <a:pt x="3387186" y="3373027"/>
                  </a:lnTo>
                  <a:lnTo>
                    <a:pt x="3387186" y="3373027"/>
                  </a:lnTo>
                  <a:lnTo>
                    <a:pt x="3392623" y="3373027"/>
                  </a:lnTo>
                  <a:lnTo>
                    <a:pt x="3392623" y="3375578"/>
                  </a:lnTo>
                  <a:lnTo>
                    <a:pt x="3414371" y="3375578"/>
                  </a:lnTo>
                  <a:lnTo>
                    <a:pt x="3414371" y="3375578"/>
                  </a:lnTo>
                  <a:lnTo>
                    <a:pt x="3419808" y="3375578"/>
                  </a:lnTo>
                  <a:lnTo>
                    <a:pt x="3419808" y="3380694"/>
                  </a:lnTo>
                  <a:lnTo>
                    <a:pt x="3425245" y="3380694"/>
                  </a:lnTo>
                  <a:lnTo>
                    <a:pt x="3425245" y="3383253"/>
                  </a:lnTo>
                  <a:lnTo>
                    <a:pt x="3441555" y="3383253"/>
                  </a:lnTo>
                  <a:lnTo>
                    <a:pt x="3441555" y="3385818"/>
                  </a:lnTo>
                  <a:lnTo>
                    <a:pt x="3446992" y="3385818"/>
                  </a:lnTo>
                  <a:lnTo>
                    <a:pt x="3446992" y="3388384"/>
                  </a:lnTo>
                  <a:lnTo>
                    <a:pt x="3452429" y="3388384"/>
                  </a:lnTo>
                  <a:lnTo>
                    <a:pt x="3452429" y="3393522"/>
                  </a:lnTo>
                  <a:lnTo>
                    <a:pt x="3457866" y="3393522"/>
                  </a:lnTo>
                  <a:lnTo>
                    <a:pt x="3457866" y="3396092"/>
                  </a:lnTo>
                  <a:lnTo>
                    <a:pt x="3463303" y="3396092"/>
                  </a:lnTo>
                  <a:lnTo>
                    <a:pt x="3463303" y="3401231"/>
                  </a:lnTo>
                  <a:lnTo>
                    <a:pt x="3468740" y="3401231"/>
                  </a:lnTo>
                  <a:lnTo>
                    <a:pt x="3468740" y="3401231"/>
                  </a:lnTo>
                  <a:lnTo>
                    <a:pt x="3474177" y="3401231"/>
                  </a:lnTo>
                  <a:lnTo>
                    <a:pt x="3474177" y="3403804"/>
                  </a:lnTo>
                  <a:lnTo>
                    <a:pt x="3490487" y="3403804"/>
                  </a:lnTo>
                  <a:lnTo>
                    <a:pt x="3490487" y="3411525"/>
                  </a:lnTo>
                  <a:lnTo>
                    <a:pt x="3495924" y="3411525"/>
                  </a:lnTo>
                  <a:lnTo>
                    <a:pt x="3495924" y="3411525"/>
                  </a:lnTo>
                  <a:lnTo>
                    <a:pt x="3501361" y="3411525"/>
                  </a:lnTo>
                  <a:lnTo>
                    <a:pt x="3501361" y="3414103"/>
                  </a:lnTo>
                  <a:lnTo>
                    <a:pt x="3512235" y="3414103"/>
                  </a:lnTo>
                  <a:lnTo>
                    <a:pt x="3512235" y="3419286"/>
                  </a:lnTo>
                  <a:lnTo>
                    <a:pt x="3517672" y="3419286"/>
                  </a:lnTo>
                  <a:lnTo>
                    <a:pt x="3517672" y="3421879"/>
                  </a:lnTo>
                  <a:lnTo>
                    <a:pt x="3523109" y="3421879"/>
                  </a:lnTo>
                  <a:lnTo>
                    <a:pt x="3523109" y="3424474"/>
                  </a:lnTo>
                  <a:lnTo>
                    <a:pt x="3533983" y="3424474"/>
                  </a:lnTo>
                  <a:lnTo>
                    <a:pt x="3533983" y="3424474"/>
                  </a:lnTo>
                  <a:lnTo>
                    <a:pt x="3539420" y="3424474"/>
                  </a:lnTo>
                  <a:lnTo>
                    <a:pt x="3539420" y="3429681"/>
                  </a:lnTo>
                  <a:lnTo>
                    <a:pt x="3561167" y="3429681"/>
                  </a:lnTo>
                  <a:lnTo>
                    <a:pt x="3561167" y="3429681"/>
                  </a:lnTo>
                  <a:lnTo>
                    <a:pt x="3572041" y="3429681"/>
                  </a:lnTo>
                  <a:lnTo>
                    <a:pt x="3572041" y="3434902"/>
                  </a:lnTo>
                  <a:lnTo>
                    <a:pt x="3577478" y="3434902"/>
                  </a:lnTo>
                  <a:lnTo>
                    <a:pt x="3577478" y="3437517"/>
                  </a:lnTo>
                  <a:lnTo>
                    <a:pt x="3582915" y="3437517"/>
                  </a:lnTo>
                  <a:lnTo>
                    <a:pt x="3582915" y="3437517"/>
                  </a:lnTo>
                  <a:lnTo>
                    <a:pt x="3588352" y="3437517"/>
                  </a:lnTo>
                  <a:lnTo>
                    <a:pt x="3588352" y="3437517"/>
                  </a:lnTo>
                  <a:lnTo>
                    <a:pt x="3593789" y="3437517"/>
                  </a:lnTo>
                  <a:lnTo>
                    <a:pt x="3593789" y="3442769"/>
                  </a:lnTo>
                  <a:lnTo>
                    <a:pt x="3599225" y="3442769"/>
                  </a:lnTo>
                  <a:lnTo>
                    <a:pt x="3599225" y="3445395"/>
                  </a:lnTo>
                  <a:lnTo>
                    <a:pt x="3604662" y="3445395"/>
                  </a:lnTo>
                  <a:lnTo>
                    <a:pt x="3604662" y="3450648"/>
                  </a:lnTo>
                  <a:lnTo>
                    <a:pt x="3610099" y="3450648"/>
                  </a:lnTo>
                  <a:lnTo>
                    <a:pt x="3610099" y="3455909"/>
                  </a:lnTo>
                  <a:lnTo>
                    <a:pt x="3615536" y="3455909"/>
                  </a:lnTo>
                  <a:lnTo>
                    <a:pt x="3615536" y="3461178"/>
                  </a:lnTo>
                  <a:lnTo>
                    <a:pt x="3620973" y="3461178"/>
                  </a:lnTo>
                  <a:lnTo>
                    <a:pt x="3620973" y="3463824"/>
                  </a:lnTo>
                  <a:lnTo>
                    <a:pt x="3626410" y="3463824"/>
                  </a:lnTo>
                  <a:lnTo>
                    <a:pt x="3626410" y="3463824"/>
                  </a:lnTo>
                  <a:lnTo>
                    <a:pt x="3631847" y="3463824"/>
                  </a:lnTo>
                  <a:lnTo>
                    <a:pt x="3631847" y="3466474"/>
                  </a:lnTo>
                  <a:lnTo>
                    <a:pt x="3637284" y="3466474"/>
                  </a:lnTo>
                  <a:lnTo>
                    <a:pt x="3637284" y="3466474"/>
                  </a:lnTo>
                  <a:lnTo>
                    <a:pt x="3642721" y="3466474"/>
                  </a:lnTo>
                  <a:lnTo>
                    <a:pt x="3642721" y="3469132"/>
                  </a:lnTo>
                  <a:lnTo>
                    <a:pt x="3648158" y="3469132"/>
                  </a:lnTo>
                  <a:lnTo>
                    <a:pt x="3648158" y="3469132"/>
                  </a:lnTo>
                  <a:lnTo>
                    <a:pt x="3653594" y="3469132"/>
                  </a:lnTo>
                  <a:lnTo>
                    <a:pt x="3653594" y="3469132"/>
                  </a:lnTo>
                  <a:lnTo>
                    <a:pt x="3659031" y="3469132"/>
                  </a:lnTo>
                  <a:lnTo>
                    <a:pt x="3659031" y="3471806"/>
                  </a:lnTo>
                  <a:lnTo>
                    <a:pt x="3675342" y="3471806"/>
                  </a:lnTo>
                  <a:lnTo>
                    <a:pt x="3675342" y="3471806"/>
                  </a:lnTo>
                  <a:lnTo>
                    <a:pt x="3680779" y="3471806"/>
                  </a:lnTo>
                  <a:lnTo>
                    <a:pt x="3680779" y="3474484"/>
                  </a:lnTo>
                  <a:lnTo>
                    <a:pt x="3686216" y="3474484"/>
                  </a:lnTo>
                  <a:lnTo>
                    <a:pt x="3686216" y="3477166"/>
                  </a:lnTo>
                  <a:lnTo>
                    <a:pt x="3691653" y="3477166"/>
                  </a:lnTo>
                  <a:lnTo>
                    <a:pt x="3691653" y="3479852"/>
                  </a:lnTo>
                  <a:lnTo>
                    <a:pt x="3707963" y="3479852"/>
                  </a:lnTo>
                  <a:lnTo>
                    <a:pt x="3707963" y="3482566"/>
                  </a:lnTo>
                  <a:lnTo>
                    <a:pt x="3718837" y="3482566"/>
                  </a:lnTo>
                  <a:lnTo>
                    <a:pt x="3718837" y="3485288"/>
                  </a:lnTo>
                  <a:lnTo>
                    <a:pt x="3724274" y="3485288"/>
                  </a:lnTo>
                  <a:lnTo>
                    <a:pt x="3724274" y="3485288"/>
                  </a:lnTo>
                  <a:lnTo>
                    <a:pt x="3740585" y="3485288"/>
                  </a:lnTo>
                  <a:lnTo>
                    <a:pt x="3740585" y="3485288"/>
                  </a:lnTo>
                  <a:lnTo>
                    <a:pt x="3751459" y="3485288"/>
                  </a:lnTo>
                  <a:lnTo>
                    <a:pt x="3751459" y="3485288"/>
                  </a:lnTo>
                  <a:lnTo>
                    <a:pt x="3756895" y="3485288"/>
                  </a:lnTo>
                  <a:lnTo>
                    <a:pt x="3756895" y="3488040"/>
                  </a:lnTo>
                  <a:lnTo>
                    <a:pt x="3762332" y="3488040"/>
                  </a:lnTo>
                  <a:lnTo>
                    <a:pt x="3762332" y="3488040"/>
                  </a:lnTo>
                  <a:lnTo>
                    <a:pt x="3767769" y="3488040"/>
                  </a:lnTo>
                  <a:lnTo>
                    <a:pt x="3767769" y="3490804"/>
                  </a:lnTo>
                  <a:lnTo>
                    <a:pt x="3773206" y="3490804"/>
                  </a:lnTo>
                  <a:lnTo>
                    <a:pt x="3773206" y="3501896"/>
                  </a:lnTo>
                  <a:lnTo>
                    <a:pt x="3778643" y="3501896"/>
                  </a:lnTo>
                  <a:lnTo>
                    <a:pt x="3778643" y="3507444"/>
                  </a:lnTo>
                  <a:lnTo>
                    <a:pt x="3794954" y="3507444"/>
                  </a:lnTo>
                  <a:lnTo>
                    <a:pt x="3794954" y="3507444"/>
                  </a:lnTo>
                  <a:lnTo>
                    <a:pt x="3800391" y="3507444"/>
                  </a:lnTo>
                  <a:lnTo>
                    <a:pt x="3800391" y="3513001"/>
                  </a:lnTo>
                  <a:lnTo>
                    <a:pt x="3805828" y="3513001"/>
                  </a:lnTo>
                  <a:lnTo>
                    <a:pt x="3805828" y="3515780"/>
                  </a:lnTo>
                  <a:lnTo>
                    <a:pt x="3811264" y="3515780"/>
                  </a:lnTo>
                  <a:lnTo>
                    <a:pt x="3811264" y="3521364"/>
                  </a:lnTo>
                  <a:lnTo>
                    <a:pt x="3822138" y="3521364"/>
                  </a:lnTo>
                  <a:lnTo>
                    <a:pt x="3822138" y="3524161"/>
                  </a:lnTo>
                  <a:lnTo>
                    <a:pt x="3827575" y="3524161"/>
                  </a:lnTo>
                  <a:lnTo>
                    <a:pt x="3827575" y="3526958"/>
                  </a:lnTo>
                  <a:lnTo>
                    <a:pt x="3833012" y="3526958"/>
                  </a:lnTo>
                  <a:lnTo>
                    <a:pt x="3833012" y="3538166"/>
                  </a:lnTo>
                  <a:lnTo>
                    <a:pt x="3843886" y="3538166"/>
                  </a:lnTo>
                  <a:lnTo>
                    <a:pt x="3843886" y="3538166"/>
                  </a:lnTo>
                  <a:lnTo>
                    <a:pt x="3849323" y="3538166"/>
                  </a:lnTo>
                  <a:lnTo>
                    <a:pt x="3849323" y="3538166"/>
                  </a:lnTo>
                  <a:lnTo>
                    <a:pt x="3854760" y="3538166"/>
                  </a:lnTo>
                  <a:lnTo>
                    <a:pt x="3854760" y="3538166"/>
                  </a:lnTo>
                  <a:lnTo>
                    <a:pt x="3865633" y="3538166"/>
                  </a:lnTo>
                  <a:lnTo>
                    <a:pt x="3865633" y="3543816"/>
                  </a:lnTo>
                  <a:lnTo>
                    <a:pt x="3881944" y="3543816"/>
                  </a:lnTo>
                  <a:lnTo>
                    <a:pt x="3881944" y="3546641"/>
                  </a:lnTo>
                  <a:lnTo>
                    <a:pt x="3887381" y="3546641"/>
                  </a:lnTo>
                  <a:lnTo>
                    <a:pt x="3887381" y="3546641"/>
                  </a:lnTo>
                  <a:lnTo>
                    <a:pt x="3898255" y="3546641"/>
                  </a:lnTo>
                  <a:lnTo>
                    <a:pt x="3898255" y="3549476"/>
                  </a:lnTo>
                  <a:lnTo>
                    <a:pt x="3903692" y="3549476"/>
                  </a:lnTo>
                  <a:lnTo>
                    <a:pt x="3903692" y="3552311"/>
                  </a:lnTo>
                  <a:lnTo>
                    <a:pt x="3909129" y="3552311"/>
                  </a:lnTo>
                  <a:lnTo>
                    <a:pt x="3909129" y="3555155"/>
                  </a:lnTo>
                  <a:lnTo>
                    <a:pt x="3914565" y="3555155"/>
                  </a:lnTo>
                  <a:lnTo>
                    <a:pt x="3914565" y="3558004"/>
                  </a:lnTo>
                  <a:lnTo>
                    <a:pt x="3920002" y="3558004"/>
                  </a:lnTo>
                  <a:lnTo>
                    <a:pt x="3920002" y="3558004"/>
                  </a:lnTo>
                  <a:lnTo>
                    <a:pt x="3925439" y="3558004"/>
                  </a:lnTo>
                  <a:lnTo>
                    <a:pt x="3925439" y="3566596"/>
                  </a:lnTo>
                  <a:lnTo>
                    <a:pt x="3930876" y="3566596"/>
                  </a:lnTo>
                  <a:lnTo>
                    <a:pt x="3930876" y="3569469"/>
                  </a:lnTo>
                  <a:lnTo>
                    <a:pt x="3936313" y="3569469"/>
                  </a:lnTo>
                  <a:lnTo>
                    <a:pt x="3936313" y="3572343"/>
                  </a:lnTo>
                  <a:lnTo>
                    <a:pt x="3941750" y="3572343"/>
                  </a:lnTo>
                  <a:lnTo>
                    <a:pt x="3941750" y="3572343"/>
                  </a:lnTo>
                  <a:lnTo>
                    <a:pt x="3958061" y="3572343"/>
                  </a:lnTo>
                  <a:lnTo>
                    <a:pt x="3958061" y="3572343"/>
                  </a:lnTo>
                  <a:lnTo>
                    <a:pt x="3963498" y="3572343"/>
                  </a:lnTo>
                  <a:lnTo>
                    <a:pt x="3963498" y="3572343"/>
                  </a:lnTo>
                  <a:lnTo>
                    <a:pt x="3985245" y="3572343"/>
                  </a:lnTo>
                  <a:lnTo>
                    <a:pt x="3985245" y="3578150"/>
                  </a:lnTo>
                  <a:lnTo>
                    <a:pt x="3990682" y="3578150"/>
                  </a:lnTo>
                  <a:lnTo>
                    <a:pt x="3990682" y="3578150"/>
                  </a:lnTo>
                  <a:lnTo>
                    <a:pt x="3996119" y="3578150"/>
                  </a:lnTo>
                  <a:lnTo>
                    <a:pt x="3996119" y="3583977"/>
                  </a:lnTo>
                  <a:lnTo>
                    <a:pt x="4001556" y="3583977"/>
                  </a:lnTo>
                  <a:lnTo>
                    <a:pt x="4001556" y="3586905"/>
                  </a:lnTo>
                  <a:lnTo>
                    <a:pt x="4017867" y="3586905"/>
                  </a:lnTo>
                  <a:lnTo>
                    <a:pt x="4017867" y="3586905"/>
                  </a:lnTo>
                  <a:lnTo>
                    <a:pt x="4023303" y="3586905"/>
                  </a:lnTo>
                  <a:lnTo>
                    <a:pt x="4023303" y="3586905"/>
                  </a:lnTo>
                  <a:lnTo>
                    <a:pt x="4028740" y="3586905"/>
                  </a:lnTo>
                  <a:lnTo>
                    <a:pt x="4028740" y="3589849"/>
                  </a:lnTo>
                  <a:lnTo>
                    <a:pt x="4034177" y="3589849"/>
                  </a:lnTo>
                  <a:lnTo>
                    <a:pt x="4034177" y="3592804"/>
                  </a:lnTo>
                  <a:lnTo>
                    <a:pt x="4039614" y="3592804"/>
                  </a:lnTo>
                  <a:lnTo>
                    <a:pt x="4039614" y="3595759"/>
                  </a:lnTo>
                  <a:lnTo>
                    <a:pt x="4055925" y="3595759"/>
                  </a:lnTo>
                  <a:lnTo>
                    <a:pt x="4055925" y="3595759"/>
                  </a:lnTo>
                  <a:lnTo>
                    <a:pt x="4066799" y="3595759"/>
                  </a:lnTo>
                  <a:lnTo>
                    <a:pt x="4066799" y="3598724"/>
                  </a:lnTo>
                  <a:lnTo>
                    <a:pt x="4072235" y="3598724"/>
                  </a:lnTo>
                  <a:lnTo>
                    <a:pt x="4072235" y="3601689"/>
                  </a:lnTo>
                  <a:lnTo>
                    <a:pt x="4077672" y="3601689"/>
                  </a:lnTo>
                  <a:lnTo>
                    <a:pt x="4077672" y="3604666"/>
                  </a:lnTo>
                  <a:lnTo>
                    <a:pt x="4083109" y="3604666"/>
                  </a:lnTo>
                  <a:lnTo>
                    <a:pt x="4083109" y="3607647"/>
                  </a:lnTo>
                  <a:lnTo>
                    <a:pt x="4099420" y="3607647"/>
                  </a:lnTo>
                  <a:lnTo>
                    <a:pt x="4099420" y="3610629"/>
                  </a:lnTo>
                  <a:lnTo>
                    <a:pt x="4104857" y="3610629"/>
                  </a:lnTo>
                  <a:lnTo>
                    <a:pt x="4104857" y="3610629"/>
                  </a:lnTo>
                  <a:lnTo>
                    <a:pt x="4110294" y="3610629"/>
                  </a:lnTo>
                  <a:lnTo>
                    <a:pt x="4110294" y="3610629"/>
                  </a:lnTo>
                  <a:lnTo>
                    <a:pt x="4115731" y="3610629"/>
                  </a:lnTo>
                  <a:lnTo>
                    <a:pt x="4115731" y="3613643"/>
                  </a:lnTo>
                  <a:lnTo>
                    <a:pt x="4126604" y="3613643"/>
                  </a:lnTo>
                  <a:lnTo>
                    <a:pt x="4126604" y="3619683"/>
                  </a:lnTo>
                  <a:lnTo>
                    <a:pt x="4142915" y="3619683"/>
                  </a:lnTo>
                  <a:lnTo>
                    <a:pt x="4142915" y="3622704"/>
                  </a:lnTo>
                  <a:lnTo>
                    <a:pt x="4148352" y="3622704"/>
                  </a:lnTo>
                  <a:lnTo>
                    <a:pt x="4148352" y="3622704"/>
                  </a:lnTo>
                  <a:lnTo>
                    <a:pt x="4153789" y="3622704"/>
                  </a:lnTo>
                  <a:lnTo>
                    <a:pt x="4153789" y="3628756"/>
                  </a:lnTo>
                  <a:lnTo>
                    <a:pt x="4159226" y="3628756"/>
                  </a:lnTo>
                  <a:lnTo>
                    <a:pt x="4159226" y="3631783"/>
                  </a:lnTo>
                  <a:lnTo>
                    <a:pt x="4164663" y="3631783"/>
                  </a:lnTo>
                  <a:lnTo>
                    <a:pt x="4164663" y="3634810"/>
                  </a:lnTo>
                  <a:lnTo>
                    <a:pt x="4170100" y="3634810"/>
                  </a:lnTo>
                  <a:lnTo>
                    <a:pt x="4170100" y="3637837"/>
                  </a:lnTo>
                  <a:lnTo>
                    <a:pt x="4175537" y="3637837"/>
                  </a:lnTo>
                  <a:lnTo>
                    <a:pt x="4175537" y="3637837"/>
                  </a:lnTo>
                  <a:lnTo>
                    <a:pt x="4180973" y="3637837"/>
                  </a:lnTo>
                  <a:lnTo>
                    <a:pt x="4180973" y="3640870"/>
                  </a:lnTo>
                  <a:lnTo>
                    <a:pt x="4197284" y="3640870"/>
                  </a:lnTo>
                  <a:lnTo>
                    <a:pt x="4197284" y="3643909"/>
                  </a:lnTo>
                  <a:lnTo>
                    <a:pt x="4202721" y="3643909"/>
                  </a:lnTo>
                  <a:lnTo>
                    <a:pt x="4202721" y="3643909"/>
                  </a:lnTo>
                  <a:lnTo>
                    <a:pt x="4208158" y="3643909"/>
                  </a:lnTo>
                  <a:lnTo>
                    <a:pt x="4208158" y="3646965"/>
                  </a:lnTo>
                  <a:lnTo>
                    <a:pt x="4213595" y="3646965"/>
                  </a:lnTo>
                  <a:lnTo>
                    <a:pt x="4213595" y="3650027"/>
                  </a:lnTo>
                  <a:lnTo>
                    <a:pt x="4219032" y="3650027"/>
                  </a:lnTo>
                  <a:lnTo>
                    <a:pt x="4219032" y="3653095"/>
                  </a:lnTo>
                  <a:lnTo>
                    <a:pt x="4224469" y="3653095"/>
                  </a:lnTo>
                  <a:lnTo>
                    <a:pt x="4224469" y="3656163"/>
                  </a:lnTo>
                  <a:lnTo>
                    <a:pt x="4229906" y="3656163"/>
                  </a:lnTo>
                  <a:lnTo>
                    <a:pt x="4229906" y="3659244"/>
                  </a:lnTo>
                  <a:lnTo>
                    <a:pt x="4235342" y="3659244"/>
                  </a:lnTo>
                  <a:lnTo>
                    <a:pt x="4235342" y="3662324"/>
                  </a:lnTo>
                  <a:lnTo>
                    <a:pt x="4240779" y="3662324"/>
                  </a:lnTo>
                  <a:lnTo>
                    <a:pt x="4240779" y="3662324"/>
                  </a:lnTo>
                  <a:lnTo>
                    <a:pt x="4246216" y="3662324"/>
                  </a:lnTo>
                  <a:lnTo>
                    <a:pt x="4246216" y="3665416"/>
                  </a:lnTo>
                  <a:lnTo>
                    <a:pt x="4257090" y="3665416"/>
                  </a:lnTo>
                  <a:lnTo>
                    <a:pt x="4257090" y="3668509"/>
                  </a:lnTo>
                  <a:lnTo>
                    <a:pt x="4262527" y="3668509"/>
                  </a:lnTo>
                  <a:lnTo>
                    <a:pt x="4262527" y="3671608"/>
                  </a:lnTo>
                  <a:lnTo>
                    <a:pt x="4267964" y="3671608"/>
                  </a:lnTo>
                  <a:lnTo>
                    <a:pt x="4267964" y="3674713"/>
                  </a:lnTo>
                  <a:lnTo>
                    <a:pt x="4284274" y="3674713"/>
                  </a:lnTo>
                  <a:lnTo>
                    <a:pt x="4284274" y="3674713"/>
                  </a:lnTo>
                  <a:lnTo>
                    <a:pt x="4300585" y="3674713"/>
                  </a:lnTo>
                  <a:lnTo>
                    <a:pt x="4300585" y="3677830"/>
                  </a:lnTo>
                  <a:lnTo>
                    <a:pt x="4306022" y="3677830"/>
                  </a:lnTo>
                  <a:lnTo>
                    <a:pt x="4306022" y="3680948"/>
                  </a:lnTo>
                  <a:lnTo>
                    <a:pt x="4316896" y="3680948"/>
                  </a:lnTo>
                  <a:lnTo>
                    <a:pt x="4316896" y="3680948"/>
                  </a:lnTo>
                  <a:lnTo>
                    <a:pt x="4333207" y="3680948"/>
                  </a:lnTo>
                  <a:lnTo>
                    <a:pt x="4333207" y="3684078"/>
                  </a:lnTo>
                  <a:lnTo>
                    <a:pt x="4360391" y="3684078"/>
                  </a:lnTo>
                  <a:lnTo>
                    <a:pt x="4360391" y="3687208"/>
                  </a:lnTo>
                  <a:lnTo>
                    <a:pt x="4365828" y="3687208"/>
                  </a:lnTo>
                  <a:lnTo>
                    <a:pt x="4365828" y="3693470"/>
                  </a:lnTo>
                  <a:lnTo>
                    <a:pt x="4376702" y="3693470"/>
                  </a:lnTo>
                  <a:lnTo>
                    <a:pt x="4376702" y="3693470"/>
                  </a:lnTo>
                  <a:lnTo>
                    <a:pt x="4387576" y="3693470"/>
                  </a:lnTo>
                  <a:lnTo>
                    <a:pt x="4387576" y="3693470"/>
                  </a:lnTo>
                  <a:lnTo>
                    <a:pt x="4409323" y="3693470"/>
                  </a:lnTo>
                  <a:lnTo>
                    <a:pt x="4409323" y="3693470"/>
                  </a:lnTo>
                  <a:lnTo>
                    <a:pt x="4414760" y="3693470"/>
                  </a:lnTo>
                  <a:lnTo>
                    <a:pt x="4414760" y="3693470"/>
                  </a:lnTo>
                  <a:lnTo>
                    <a:pt x="4431071" y="3693470"/>
                  </a:lnTo>
                  <a:lnTo>
                    <a:pt x="4431071" y="3693470"/>
                  </a:lnTo>
                  <a:lnTo>
                    <a:pt x="4436508" y="3693470"/>
                  </a:lnTo>
                  <a:lnTo>
                    <a:pt x="4436508" y="3693470"/>
                  </a:lnTo>
                  <a:lnTo>
                    <a:pt x="4447381" y="3693470"/>
                  </a:lnTo>
                  <a:lnTo>
                    <a:pt x="4447381" y="3696651"/>
                  </a:lnTo>
                  <a:lnTo>
                    <a:pt x="4452818" y="3696651"/>
                  </a:lnTo>
                  <a:lnTo>
                    <a:pt x="4452818" y="3699832"/>
                  </a:lnTo>
                  <a:lnTo>
                    <a:pt x="4458255" y="3699832"/>
                  </a:lnTo>
                  <a:lnTo>
                    <a:pt x="4458255" y="3706221"/>
                  </a:lnTo>
                  <a:lnTo>
                    <a:pt x="4469129" y="3706221"/>
                  </a:lnTo>
                  <a:lnTo>
                    <a:pt x="4469129" y="3709422"/>
                  </a:lnTo>
                  <a:lnTo>
                    <a:pt x="4480003" y="3709422"/>
                  </a:lnTo>
                  <a:lnTo>
                    <a:pt x="4480003" y="3709422"/>
                  </a:lnTo>
                  <a:lnTo>
                    <a:pt x="4490877" y="3709422"/>
                  </a:lnTo>
                  <a:lnTo>
                    <a:pt x="4490877" y="3715839"/>
                  </a:lnTo>
                  <a:lnTo>
                    <a:pt x="4501750" y="3715839"/>
                  </a:lnTo>
                  <a:lnTo>
                    <a:pt x="4501750" y="3719067"/>
                  </a:lnTo>
                  <a:lnTo>
                    <a:pt x="4523498" y="3719067"/>
                  </a:lnTo>
                  <a:lnTo>
                    <a:pt x="4523498" y="3719067"/>
                  </a:lnTo>
                  <a:lnTo>
                    <a:pt x="4528935" y="3719067"/>
                  </a:lnTo>
                  <a:lnTo>
                    <a:pt x="4528935" y="3722303"/>
                  </a:lnTo>
                  <a:lnTo>
                    <a:pt x="4545246" y="3722303"/>
                  </a:lnTo>
                  <a:lnTo>
                    <a:pt x="4545246" y="3722303"/>
                  </a:lnTo>
                  <a:lnTo>
                    <a:pt x="4550682" y="3722303"/>
                  </a:lnTo>
                  <a:lnTo>
                    <a:pt x="4550682" y="3725552"/>
                  </a:lnTo>
                  <a:lnTo>
                    <a:pt x="4556119" y="3725552"/>
                  </a:lnTo>
                  <a:lnTo>
                    <a:pt x="4556119" y="3725552"/>
                  </a:lnTo>
                  <a:lnTo>
                    <a:pt x="4566993" y="3725552"/>
                  </a:lnTo>
                  <a:lnTo>
                    <a:pt x="4566993" y="3725552"/>
                  </a:lnTo>
                  <a:lnTo>
                    <a:pt x="4572430" y="3725552"/>
                  </a:lnTo>
                  <a:lnTo>
                    <a:pt x="4572430" y="3732106"/>
                  </a:lnTo>
                  <a:lnTo>
                    <a:pt x="4583304" y="3732106"/>
                  </a:lnTo>
                  <a:lnTo>
                    <a:pt x="4583304" y="3732106"/>
                  </a:lnTo>
                  <a:lnTo>
                    <a:pt x="4588741" y="3732106"/>
                  </a:lnTo>
                  <a:lnTo>
                    <a:pt x="4588741" y="3735390"/>
                  </a:lnTo>
                  <a:lnTo>
                    <a:pt x="4610488" y="3735390"/>
                  </a:lnTo>
                  <a:lnTo>
                    <a:pt x="4610488" y="3741987"/>
                  </a:lnTo>
                  <a:lnTo>
                    <a:pt x="4626799" y="3741987"/>
                  </a:lnTo>
                  <a:lnTo>
                    <a:pt x="4626799" y="3745287"/>
                  </a:lnTo>
                  <a:lnTo>
                    <a:pt x="4637673" y="3745287"/>
                  </a:lnTo>
                  <a:lnTo>
                    <a:pt x="4637673" y="3748593"/>
                  </a:lnTo>
                  <a:lnTo>
                    <a:pt x="4643110" y="3748593"/>
                  </a:lnTo>
                  <a:lnTo>
                    <a:pt x="4643110" y="3751901"/>
                  </a:lnTo>
                  <a:lnTo>
                    <a:pt x="4648547" y="3751901"/>
                  </a:lnTo>
                  <a:lnTo>
                    <a:pt x="4648547" y="3751901"/>
                  </a:lnTo>
                  <a:lnTo>
                    <a:pt x="4659420" y="3751901"/>
                  </a:lnTo>
                  <a:lnTo>
                    <a:pt x="4659420" y="3758531"/>
                  </a:lnTo>
                  <a:lnTo>
                    <a:pt x="4675731" y="3758531"/>
                  </a:lnTo>
                  <a:lnTo>
                    <a:pt x="4675731" y="3761846"/>
                  </a:lnTo>
                  <a:lnTo>
                    <a:pt x="4681168" y="3761846"/>
                  </a:lnTo>
                  <a:lnTo>
                    <a:pt x="4681168" y="3761846"/>
                  </a:lnTo>
                  <a:lnTo>
                    <a:pt x="4692042" y="3761846"/>
                  </a:lnTo>
                  <a:lnTo>
                    <a:pt x="4692042" y="3761846"/>
                  </a:lnTo>
                  <a:lnTo>
                    <a:pt x="4697479" y="3761846"/>
                  </a:lnTo>
                  <a:lnTo>
                    <a:pt x="4697479" y="3761846"/>
                  </a:lnTo>
                  <a:lnTo>
                    <a:pt x="4708352" y="3761846"/>
                  </a:lnTo>
                  <a:lnTo>
                    <a:pt x="4708352" y="3765191"/>
                  </a:lnTo>
                  <a:lnTo>
                    <a:pt x="4713789" y="3765191"/>
                  </a:lnTo>
                  <a:lnTo>
                    <a:pt x="4713789" y="3765191"/>
                  </a:lnTo>
                  <a:lnTo>
                    <a:pt x="4719226" y="3765191"/>
                  </a:lnTo>
                  <a:lnTo>
                    <a:pt x="4719226" y="3768558"/>
                  </a:lnTo>
                  <a:lnTo>
                    <a:pt x="4730100" y="3768558"/>
                  </a:lnTo>
                  <a:lnTo>
                    <a:pt x="4730100" y="3768558"/>
                  </a:lnTo>
                  <a:lnTo>
                    <a:pt x="4751848" y="3768558"/>
                  </a:lnTo>
                  <a:lnTo>
                    <a:pt x="4751848" y="3771948"/>
                  </a:lnTo>
                  <a:lnTo>
                    <a:pt x="4768158" y="3771948"/>
                  </a:lnTo>
                  <a:lnTo>
                    <a:pt x="4768158" y="3775346"/>
                  </a:lnTo>
                  <a:lnTo>
                    <a:pt x="4773595" y="3775346"/>
                  </a:lnTo>
                  <a:lnTo>
                    <a:pt x="4773595" y="3778744"/>
                  </a:lnTo>
                  <a:lnTo>
                    <a:pt x="4779032" y="3778744"/>
                  </a:lnTo>
                  <a:lnTo>
                    <a:pt x="4779032" y="3778744"/>
                  </a:lnTo>
                  <a:lnTo>
                    <a:pt x="4784469" y="3778744"/>
                  </a:lnTo>
                  <a:lnTo>
                    <a:pt x="4784469" y="3778744"/>
                  </a:lnTo>
                  <a:lnTo>
                    <a:pt x="4806217" y="3778744"/>
                  </a:lnTo>
                  <a:lnTo>
                    <a:pt x="4806217" y="3782158"/>
                  </a:lnTo>
                  <a:lnTo>
                    <a:pt x="4817090" y="3782158"/>
                  </a:lnTo>
                  <a:lnTo>
                    <a:pt x="4817090" y="3785573"/>
                  </a:lnTo>
                  <a:lnTo>
                    <a:pt x="4822527" y="3785573"/>
                  </a:lnTo>
                  <a:lnTo>
                    <a:pt x="4822527" y="3788988"/>
                  </a:lnTo>
                  <a:lnTo>
                    <a:pt x="4827964" y="3788988"/>
                  </a:lnTo>
                  <a:lnTo>
                    <a:pt x="4827964" y="3792404"/>
                  </a:lnTo>
                  <a:lnTo>
                    <a:pt x="4844275" y="3792404"/>
                  </a:lnTo>
                  <a:lnTo>
                    <a:pt x="4844275" y="3792404"/>
                  </a:lnTo>
                  <a:lnTo>
                    <a:pt x="4849712" y="3792404"/>
                  </a:lnTo>
                  <a:lnTo>
                    <a:pt x="4849712" y="3792404"/>
                  </a:lnTo>
                  <a:lnTo>
                    <a:pt x="4871459" y="3792404"/>
                  </a:lnTo>
                  <a:lnTo>
                    <a:pt x="4871459" y="3792404"/>
                  </a:lnTo>
                  <a:lnTo>
                    <a:pt x="4893207" y="3792404"/>
                  </a:lnTo>
                  <a:lnTo>
                    <a:pt x="4893207" y="3799330"/>
                  </a:lnTo>
                  <a:lnTo>
                    <a:pt x="4898644" y="3799330"/>
                  </a:lnTo>
                  <a:lnTo>
                    <a:pt x="4898644" y="3802794"/>
                  </a:lnTo>
                  <a:lnTo>
                    <a:pt x="4904081" y="3802794"/>
                  </a:lnTo>
                  <a:lnTo>
                    <a:pt x="4904081" y="3806259"/>
                  </a:lnTo>
                  <a:lnTo>
                    <a:pt x="4909518" y="3806259"/>
                  </a:lnTo>
                  <a:lnTo>
                    <a:pt x="4909518" y="3806259"/>
                  </a:lnTo>
                  <a:lnTo>
                    <a:pt x="4914955" y="3806259"/>
                  </a:lnTo>
                  <a:lnTo>
                    <a:pt x="4914955" y="3806259"/>
                  </a:lnTo>
                  <a:lnTo>
                    <a:pt x="4925828" y="3806259"/>
                  </a:lnTo>
                  <a:lnTo>
                    <a:pt x="4925828" y="3809740"/>
                  </a:lnTo>
                  <a:lnTo>
                    <a:pt x="4931265" y="3809740"/>
                  </a:lnTo>
                  <a:lnTo>
                    <a:pt x="4931265" y="3813222"/>
                  </a:lnTo>
                  <a:lnTo>
                    <a:pt x="4936702" y="3813222"/>
                  </a:lnTo>
                  <a:lnTo>
                    <a:pt x="4936702" y="3816704"/>
                  </a:lnTo>
                  <a:lnTo>
                    <a:pt x="4985634" y="3816704"/>
                  </a:lnTo>
                  <a:lnTo>
                    <a:pt x="4985634" y="3816704"/>
                  </a:lnTo>
                  <a:lnTo>
                    <a:pt x="5018256" y="3816704"/>
                  </a:lnTo>
                  <a:lnTo>
                    <a:pt x="5018256" y="3820195"/>
                  </a:lnTo>
                  <a:lnTo>
                    <a:pt x="5023693" y="3820195"/>
                  </a:lnTo>
                  <a:lnTo>
                    <a:pt x="5023693" y="3820195"/>
                  </a:lnTo>
                  <a:lnTo>
                    <a:pt x="5040003" y="3820195"/>
                  </a:lnTo>
                  <a:lnTo>
                    <a:pt x="5040003" y="3823712"/>
                  </a:lnTo>
                  <a:lnTo>
                    <a:pt x="5045440" y="3823712"/>
                  </a:lnTo>
                  <a:lnTo>
                    <a:pt x="5045440" y="3827229"/>
                  </a:lnTo>
                  <a:lnTo>
                    <a:pt x="5050877" y="3827229"/>
                  </a:lnTo>
                  <a:lnTo>
                    <a:pt x="5050877" y="3827229"/>
                  </a:lnTo>
                  <a:lnTo>
                    <a:pt x="5061751" y="3827229"/>
                  </a:lnTo>
                  <a:lnTo>
                    <a:pt x="5061751" y="3827229"/>
                  </a:lnTo>
                  <a:lnTo>
                    <a:pt x="5072625" y="3827229"/>
                  </a:lnTo>
                  <a:lnTo>
                    <a:pt x="5072625" y="3830763"/>
                  </a:lnTo>
                  <a:lnTo>
                    <a:pt x="5078061" y="3830763"/>
                  </a:lnTo>
                  <a:lnTo>
                    <a:pt x="5078061" y="3830763"/>
                  </a:lnTo>
                  <a:lnTo>
                    <a:pt x="5094372" y="3830763"/>
                  </a:lnTo>
                  <a:lnTo>
                    <a:pt x="5094372" y="3834307"/>
                  </a:lnTo>
                  <a:lnTo>
                    <a:pt x="5099809" y="3834307"/>
                  </a:lnTo>
                  <a:lnTo>
                    <a:pt x="5099809" y="3834307"/>
                  </a:lnTo>
                  <a:lnTo>
                    <a:pt x="5105246" y="3834307"/>
                  </a:lnTo>
                  <a:lnTo>
                    <a:pt x="5105246" y="3837876"/>
                  </a:lnTo>
                  <a:lnTo>
                    <a:pt x="5110683" y="3837876"/>
                  </a:lnTo>
                  <a:lnTo>
                    <a:pt x="5110683" y="3841447"/>
                  </a:lnTo>
                  <a:lnTo>
                    <a:pt x="5165052" y="3841447"/>
                  </a:lnTo>
                  <a:lnTo>
                    <a:pt x="5165052" y="3848589"/>
                  </a:lnTo>
                  <a:lnTo>
                    <a:pt x="5170489" y="3848589"/>
                  </a:lnTo>
                  <a:lnTo>
                    <a:pt x="5170489" y="3852170"/>
                  </a:lnTo>
                  <a:lnTo>
                    <a:pt x="5181363" y="3852170"/>
                  </a:lnTo>
                  <a:lnTo>
                    <a:pt x="5181363" y="3852170"/>
                  </a:lnTo>
                  <a:lnTo>
                    <a:pt x="5197673" y="3852170"/>
                  </a:lnTo>
                  <a:lnTo>
                    <a:pt x="5197673" y="3855770"/>
                  </a:lnTo>
                  <a:lnTo>
                    <a:pt x="5203110" y="3855770"/>
                  </a:lnTo>
                  <a:lnTo>
                    <a:pt x="5203110" y="3855770"/>
                  </a:lnTo>
                  <a:lnTo>
                    <a:pt x="5208547" y="3855770"/>
                  </a:lnTo>
                  <a:lnTo>
                    <a:pt x="5208547" y="3859388"/>
                  </a:lnTo>
                  <a:lnTo>
                    <a:pt x="5213984" y="3859388"/>
                  </a:lnTo>
                  <a:lnTo>
                    <a:pt x="5213984" y="3859388"/>
                  </a:lnTo>
                  <a:lnTo>
                    <a:pt x="5241168" y="3859388"/>
                  </a:lnTo>
                  <a:lnTo>
                    <a:pt x="5241168" y="3863015"/>
                  </a:lnTo>
                  <a:lnTo>
                    <a:pt x="5246605" y="3863015"/>
                  </a:lnTo>
                  <a:lnTo>
                    <a:pt x="5246605" y="3863015"/>
                  </a:lnTo>
                  <a:lnTo>
                    <a:pt x="5252042" y="3863015"/>
                  </a:lnTo>
                  <a:lnTo>
                    <a:pt x="5252042" y="3866680"/>
                  </a:lnTo>
                  <a:lnTo>
                    <a:pt x="5268353" y="3866680"/>
                  </a:lnTo>
                  <a:lnTo>
                    <a:pt x="5268353" y="3870356"/>
                  </a:lnTo>
                  <a:lnTo>
                    <a:pt x="5279227" y="3870356"/>
                  </a:lnTo>
                  <a:lnTo>
                    <a:pt x="5279227" y="3874041"/>
                  </a:lnTo>
                  <a:lnTo>
                    <a:pt x="5290100" y="3874041"/>
                  </a:lnTo>
                  <a:lnTo>
                    <a:pt x="5290100" y="3877727"/>
                  </a:lnTo>
                  <a:lnTo>
                    <a:pt x="5306411" y="3877727"/>
                  </a:lnTo>
                  <a:lnTo>
                    <a:pt x="5306411" y="3881423"/>
                  </a:lnTo>
                  <a:lnTo>
                    <a:pt x="5328159" y="3881423"/>
                  </a:lnTo>
                  <a:lnTo>
                    <a:pt x="5328159" y="3881423"/>
                  </a:lnTo>
                  <a:lnTo>
                    <a:pt x="5344469" y="3881423"/>
                  </a:lnTo>
                  <a:lnTo>
                    <a:pt x="5344469" y="3885139"/>
                  </a:lnTo>
                  <a:lnTo>
                    <a:pt x="5349906" y="3885139"/>
                  </a:lnTo>
                  <a:lnTo>
                    <a:pt x="5349906" y="3885139"/>
                  </a:lnTo>
                  <a:lnTo>
                    <a:pt x="5355343" y="3885139"/>
                  </a:lnTo>
                  <a:lnTo>
                    <a:pt x="5355343" y="3885139"/>
                  </a:lnTo>
                  <a:lnTo>
                    <a:pt x="5360780" y="3885139"/>
                  </a:lnTo>
                  <a:lnTo>
                    <a:pt x="5360780" y="3885139"/>
                  </a:lnTo>
                  <a:lnTo>
                    <a:pt x="5382528" y="3885139"/>
                  </a:lnTo>
                  <a:lnTo>
                    <a:pt x="5382528" y="3885139"/>
                  </a:lnTo>
                  <a:lnTo>
                    <a:pt x="5387965" y="3885139"/>
                  </a:lnTo>
                  <a:lnTo>
                    <a:pt x="5387965" y="3892652"/>
                  </a:lnTo>
                  <a:lnTo>
                    <a:pt x="5393402" y="3892652"/>
                  </a:lnTo>
                  <a:lnTo>
                    <a:pt x="5393402" y="3896410"/>
                  </a:lnTo>
                  <a:lnTo>
                    <a:pt x="5404275" y="3896410"/>
                  </a:lnTo>
                  <a:lnTo>
                    <a:pt x="5404275" y="3900168"/>
                  </a:lnTo>
                  <a:lnTo>
                    <a:pt x="5409712" y="3900168"/>
                  </a:lnTo>
                  <a:lnTo>
                    <a:pt x="5409712" y="3903938"/>
                  </a:lnTo>
                  <a:lnTo>
                    <a:pt x="5420586" y="3903938"/>
                  </a:lnTo>
                  <a:lnTo>
                    <a:pt x="5420586" y="3907708"/>
                  </a:lnTo>
                  <a:lnTo>
                    <a:pt x="5447770" y="3907708"/>
                  </a:lnTo>
                  <a:lnTo>
                    <a:pt x="5447770" y="3911489"/>
                  </a:lnTo>
                  <a:lnTo>
                    <a:pt x="5453207" y="3911489"/>
                  </a:lnTo>
                  <a:lnTo>
                    <a:pt x="5453207" y="3915291"/>
                  </a:lnTo>
                  <a:lnTo>
                    <a:pt x="5464081" y="3915291"/>
                  </a:lnTo>
                  <a:lnTo>
                    <a:pt x="5464081" y="3919094"/>
                  </a:lnTo>
                  <a:lnTo>
                    <a:pt x="5469518" y="3919094"/>
                  </a:lnTo>
                  <a:lnTo>
                    <a:pt x="5469518" y="3919094"/>
                  </a:lnTo>
                  <a:lnTo>
                    <a:pt x="5474955" y="3919094"/>
                  </a:lnTo>
                  <a:lnTo>
                    <a:pt x="5474955" y="3922919"/>
                  </a:lnTo>
                  <a:lnTo>
                    <a:pt x="5480392" y="3922919"/>
                  </a:lnTo>
                  <a:lnTo>
                    <a:pt x="5480392" y="3922919"/>
                  </a:lnTo>
                  <a:lnTo>
                    <a:pt x="5496703" y="3922919"/>
                  </a:lnTo>
                  <a:lnTo>
                    <a:pt x="5496703" y="3922919"/>
                  </a:lnTo>
                  <a:lnTo>
                    <a:pt x="5507576" y="3922919"/>
                  </a:lnTo>
                  <a:lnTo>
                    <a:pt x="5507576" y="3926777"/>
                  </a:lnTo>
                  <a:lnTo>
                    <a:pt x="5518450" y="3926777"/>
                  </a:lnTo>
                  <a:lnTo>
                    <a:pt x="5518450" y="3930635"/>
                  </a:lnTo>
                  <a:lnTo>
                    <a:pt x="5523887" y="3930635"/>
                  </a:lnTo>
                  <a:lnTo>
                    <a:pt x="5523887" y="3934506"/>
                  </a:lnTo>
                  <a:lnTo>
                    <a:pt x="5529324" y="3934506"/>
                  </a:lnTo>
                  <a:lnTo>
                    <a:pt x="5529324" y="3938388"/>
                  </a:lnTo>
                  <a:lnTo>
                    <a:pt x="5540198" y="3938388"/>
                  </a:lnTo>
                  <a:lnTo>
                    <a:pt x="5540198" y="3942282"/>
                  </a:lnTo>
                  <a:lnTo>
                    <a:pt x="5545635" y="3942282"/>
                  </a:lnTo>
                  <a:lnTo>
                    <a:pt x="5545635" y="3942282"/>
                  </a:lnTo>
                  <a:lnTo>
                    <a:pt x="5561945" y="3942282"/>
                  </a:lnTo>
                  <a:lnTo>
                    <a:pt x="5561945" y="3950094"/>
                  </a:lnTo>
                  <a:lnTo>
                    <a:pt x="5567382" y="3950094"/>
                  </a:lnTo>
                  <a:lnTo>
                    <a:pt x="5567382" y="3950094"/>
                  </a:lnTo>
                  <a:lnTo>
                    <a:pt x="5572819" y="3950094"/>
                  </a:lnTo>
                  <a:lnTo>
                    <a:pt x="5572819" y="3954013"/>
                  </a:lnTo>
                  <a:lnTo>
                    <a:pt x="5594567" y="3954013"/>
                  </a:lnTo>
                  <a:lnTo>
                    <a:pt x="5594567" y="3954013"/>
                  </a:lnTo>
                  <a:lnTo>
                    <a:pt x="5627188" y="3954013"/>
                  </a:lnTo>
                  <a:lnTo>
                    <a:pt x="5627188" y="3957968"/>
                  </a:lnTo>
                  <a:lnTo>
                    <a:pt x="5632625" y="3957968"/>
                  </a:lnTo>
                  <a:lnTo>
                    <a:pt x="5632625" y="3957968"/>
                  </a:lnTo>
                  <a:lnTo>
                    <a:pt x="5638062" y="3957968"/>
                  </a:lnTo>
                  <a:lnTo>
                    <a:pt x="5638062" y="3961935"/>
                  </a:lnTo>
                  <a:lnTo>
                    <a:pt x="5670683" y="3961935"/>
                  </a:lnTo>
                  <a:lnTo>
                    <a:pt x="5670683" y="3961935"/>
                  </a:lnTo>
                  <a:lnTo>
                    <a:pt x="5681557" y="3961935"/>
                  </a:lnTo>
                  <a:lnTo>
                    <a:pt x="5681557" y="3965938"/>
                  </a:lnTo>
                  <a:lnTo>
                    <a:pt x="5692431" y="3965938"/>
                  </a:lnTo>
                  <a:lnTo>
                    <a:pt x="5692431" y="3965938"/>
                  </a:lnTo>
                  <a:lnTo>
                    <a:pt x="5703305" y="3965938"/>
                  </a:lnTo>
                  <a:lnTo>
                    <a:pt x="5703305" y="3973971"/>
                  </a:lnTo>
                  <a:lnTo>
                    <a:pt x="5735926" y="3973971"/>
                  </a:lnTo>
                  <a:lnTo>
                    <a:pt x="5735926" y="3978001"/>
                  </a:lnTo>
                  <a:lnTo>
                    <a:pt x="5746800" y="3978001"/>
                  </a:lnTo>
                  <a:lnTo>
                    <a:pt x="5746800" y="3978001"/>
                  </a:lnTo>
                  <a:lnTo>
                    <a:pt x="5752237" y="3978001"/>
                  </a:lnTo>
                  <a:lnTo>
                    <a:pt x="5752237" y="3978001"/>
                  </a:lnTo>
                  <a:lnTo>
                    <a:pt x="5757674" y="3978001"/>
                  </a:lnTo>
                  <a:lnTo>
                    <a:pt x="5757674" y="3978001"/>
                  </a:lnTo>
                  <a:lnTo>
                    <a:pt x="5763111" y="3978001"/>
                  </a:lnTo>
                  <a:lnTo>
                    <a:pt x="5763111" y="3978001"/>
                  </a:lnTo>
                  <a:lnTo>
                    <a:pt x="5773984" y="3978001"/>
                  </a:lnTo>
                  <a:lnTo>
                    <a:pt x="5773984" y="3982095"/>
                  </a:lnTo>
                  <a:lnTo>
                    <a:pt x="5779421" y="3982095"/>
                  </a:lnTo>
                  <a:lnTo>
                    <a:pt x="5779421" y="3986202"/>
                  </a:lnTo>
                  <a:lnTo>
                    <a:pt x="5801169" y="3986202"/>
                  </a:lnTo>
                  <a:lnTo>
                    <a:pt x="5801169" y="3986202"/>
                  </a:lnTo>
                  <a:lnTo>
                    <a:pt x="5812043" y="3986202"/>
                  </a:lnTo>
                  <a:lnTo>
                    <a:pt x="5812043" y="3990348"/>
                  </a:lnTo>
                  <a:lnTo>
                    <a:pt x="5822916" y="3990348"/>
                  </a:lnTo>
                  <a:lnTo>
                    <a:pt x="5822916" y="3990348"/>
                  </a:lnTo>
                  <a:lnTo>
                    <a:pt x="5828353" y="3990348"/>
                  </a:lnTo>
                  <a:lnTo>
                    <a:pt x="5828353" y="3990348"/>
                  </a:lnTo>
                  <a:lnTo>
                    <a:pt x="5839227" y="3990348"/>
                  </a:lnTo>
                  <a:lnTo>
                    <a:pt x="5839227" y="3994549"/>
                  </a:lnTo>
                  <a:lnTo>
                    <a:pt x="5850101" y="3994549"/>
                  </a:lnTo>
                  <a:lnTo>
                    <a:pt x="5850101" y="3998765"/>
                  </a:lnTo>
                  <a:lnTo>
                    <a:pt x="5866412" y="3998765"/>
                  </a:lnTo>
                  <a:lnTo>
                    <a:pt x="5866412" y="3998765"/>
                  </a:lnTo>
                  <a:lnTo>
                    <a:pt x="5888159" y="3998765"/>
                  </a:lnTo>
                  <a:lnTo>
                    <a:pt x="5888159" y="4003009"/>
                  </a:lnTo>
                  <a:lnTo>
                    <a:pt x="5899033" y="4003009"/>
                  </a:lnTo>
                  <a:lnTo>
                    <a:pt x="5899033" y="4003009"/>
                  </a:lnTo>
                  <a:lnTo>
                    <a:pt x="5915344" y="4003009"/>
                  </a:lnTo>
                  <a:lnTo>
                    <a:pt x="5915344" y="4007282"/>
                  </a:lnTo>
                  <a:lnTo>
                    <a:pt x="5931654" y="4007282"/>
                  </a:lnTo>
                  <a:lnTo>
                    <a:pt x="5931654" y="4011584"/>
                  </a:lnTo>
                  <a:lnTo>
                    <a:pt x="5937091" y="4011584"/>
                  </a:lnTo>
                  <a:lnTo>
                    <a:pt x="5937091" y="4011584"/>
                  </a:lnTo>
                  <a:lnTo>
                    <a:pt x="5947965" y="4011584"/>
                  </a:lnTo>
                  <a:lnTo>
                    <a:pt x="5947965" y="4015917"/>
                  </a:lnTo>
                  <a:lnTo>
                    <a:pt x="5958839" y="4015917"/>
                  </a:lnTo>
                  <a:lnTo>
                    <a:pt x="5958839" y="4015917"/>
                  </a:lnTo>
                  <a:lnTo>
                    <a:pt x="5964276" y="4015917"/>
                  </a:lnTo>
                  <a:lnTo>
                    <a:pt x="5964276" y="4015917"/>
                  </a:lnTo>
                  <a:lnTo>
                    <a:pt x="5975150" y="4015917"/>
                  </a:lnTo>
                  <a:lnTo>
                    <a:pt x="5975150" y="4015917"/>
                  </a:lnTo>
                  <a:lnTo>
                    <a:pt x="5980586" y="4015917"/>
                  </a:lnTo>
                  <a:lnTo>
                    <a:pt x="5980586" y="4015917"/>
                  </a:lnTo>
                  <a:lnTo>
                    <a:pt x="5986023" y="4015917"/>
                  </a:lnTo>
                  <a:lnTo>
                    <a:pt x="5986023" y="4020310"/>
                  </a:lnTo>
                  <a:lnTo>
                    <a:pt x="5996897" y="4020310"/>
                  </a:lnTo>
                  <a:lnTo>
                    <a:pt x="5996897" y="4020310"/>
                  </a:lnTo>
                  <a:lnTo>
                    <a:pt x="6002334" y="4020310"/>
                  </a:lnTo>
                  <a:lnTo>
                    <a:pt x="6002334" y="4020310"/>
                  </a:lnTo>
                  <a:lnTo>
                    <a:pt x="6007771" y="4020310"/>
                  </a:lnTo>
                  <a:lnTo>
                    <a:pt x="6007771" y="4020310"/>
                  </a:lnTo>
                  <a:lnTo>
                    <a:pt x="6013208" y="4020310"/>
                  </a:lnTo>
                  <a:lnTo>
                    <a:pt x="6013208" y="4020310"/>
                  </a:lnTo>
                  <a:lnTo>
                    <a:pt x="6040392" y="4020310"/>
                  </a:lnTo>
                  <a:lnTo>
                    <a:pt x="6040392" y="4024796"/>
                  </a:lnTo>
                  <a:lnTo>
                    <a:pt x="6051266" y="4024796"/>
                  </a:lnTo>
                  <a:lnTo>
                    <a:pt x="6051266" y="4024796"/>
                  </a:lnTo>
                  <a:lnTo>
                    <a:pt x="6056703" y="4024796"/>
                  </a:lnTo>
                  <a:lnTo>
                    <a:pt x="6056703" y="4029300"/>
                  </a:lnTo>
                  <a:lnTo>
                    <a:pt x="6062140" y="4029300"/>
                  </a:lnTo>
                  <a:lnTo>
                    <a:pt x="6062140" y="4033820"/>
                  </a:lnTo>
                  <a:lnTo>
                    <a:pt x="6089324" y="4033820"/>
                  </a:lnTo>
                  <a:lnTo>
                    <a:pt x="6089324" y="4033820"/>
                  </a:lnTo>
                  <a:lnTo>
                    <a:pt x="6094761" y="4033820"/>
                  </a:lnTo>
                  <a:lnTo>
                    <a:pt x="6094761" y="4033820"/>
                  </a:lnTo>
                  <a:lnTo>
                    <a:pt x="6105635" y="4033820"/>
                  </a:lnTo>
                  <a:lnTo>
                    <a:pt x="6105635" y="4038392"/>
                  </a:lnTo>
                  <a:lnTo>
                    <a:pt x="6127383" y="4038392"/>
                  </a:lnTo>
                  <a:lnTo>
                    <a:pt x="6127383" y="4038392"/>
                  </a:lnTo>
                  <a:lnTo>
                    <a:pt x="6132820" y="4038392"/>
                  </a:lnTo>
                  <a:lnTo>
                    <a:pt x="6132820" y="4042981"/>
                  </a:lnTo>
                  <a:lnTo>
                    <a:pt x="6138256" y="4042981"/>
                  </a:lnTo>
                  <a:lnTo>
                    <a:pt x="6138256" y="4047572"/>
                  </a:lnTo>
                  <a:lnTo>
                    <a:pt x="6143693" y="4047572"/>
                  </a:lnTo>
                  <a:lnTo>
                    <a:pt x="6143693" y="4052165"/>
                  </a:lnTo>
                  <a:lnTo>
                    <a:pt x="6165441" y="4052165"/>
                  </a:lnTo>
                  <a:lnTo>
                    <a:pt x="6165441" y="4056759"/>
                  </a:lnTo>
                  <a:lnTo>
                    <a:pt x="6187188" y="4056759"/>
                  </a:lnTo>
                  <a:lnTo>
                    <a:pt x="6187188" y="4061356"/>
                  </a:lnTo>
                  <a:lnTo>
                    <a:pt x="6198062" y="4061356"/>
                  </a:lnTo>
                  <a:lnTo>
                    <a:pt x="6198062" y="4065954"/>
                  </a:lnTo>
                  <a:lnTo>
                    <a:pt x="6203499" y="4065954"/>
                  </a:lnTo>
                  <a:lnTo>
                    <a:pt x="6203499" y="4070554"/>
                  </a:lnTo>
                  <a:lnTo>
                    <a:pt x="6208936" y="4070554"/>
                  </a:lnTo>
                  <a:lnTo>
                    <a:pt x="6208936" y="4075155"/>
                  </a:lnTo>
                  <a:lnTo>
                    <a:pt x="6241557" y="4075155"/>
                  </a:lnTo>
                  <a:lnTo>
                    <a:pt x="6241557" y="4075155"/>
                  </a:lnTo>
                  <a:lnTo>
                    <a:pt x="6246994" y="4075155"/>
                  </a:lnTo>
                  <a:lnTo>
                    <a:pt x="6246994" y="4079811"/>
                  </a:lnTo>
                  <a:lnTo>
                    <a:pt x="6268742" y="4079811"/>
                  </a:lnTo>
                  <a:lnTo>
                    <a:pt x="6268742" y="4084468"/>
                  </a:lnTo>
                  <a:lnTo>
                    <a:pt x="6279616" y="4084468"/>
                  </a:lnTo>
                  <a:lnTo>
                    <a:pt x="6279616" y="4084468"/>
                  </a:lnTo>
                  <a:lnTo>
                    <a:pt x="6285053" y="4084468"/>
                  </a:lnTo>
                  <a:lnTo>
                    <a:pt x="6285053" y="4084468"/>
                  </a:lnTo>
                  <a:lnTo>
                    <a:pt x="6295926" y="4084468"/>
                  </a:lnTo>
                  <a:lnTo>
                    <a:pt x="6295926" y="4089163"/>
                  </a:lnTo>
                  <a:lnTo>
                    <a:pt x="6350295" y="4089163"/>
                  </a:lnTo>
                  <a:lnTo>
                    <a:pt x="6350295" y="4093859"/>
                  </a:lnTo>
                  <a:lnTo>
                    <a:pt x="6355732" y="4093859"/>
                  </a:lnTo>
                  <a:lnTo>
                    <a:pt x="6355732" y="4093859"/>
                  </a:lnTo>
                  <a:lnTo>
                    <a:pt x="6366606" y="4093859"/>
                  </a:lnTo>
                  <a:lnTo>
                    <a:pt x="6366606" y="4098576"/>
                  </a:lnTo>
                  <a:lnTo>
                    <a:pt x="6372043" y="4098576"/>
                  </a:lnTo>
                  <a:lnTo>
                    <a:pt x="6372043" y="4103295"/>
                  </a:lnTo>
                  <a:lnTo>
                    <a:pt x="6442723" y="4103295"/>
                  </a:lnTo>
                  <a:lnTo>
                    <a:pt x="6442723" y="4103295"/>
                  </a:lnTo>
                  <a:lnTo>
                    <a:pt x="6475344" y="4103295"/>
                  </a:lnTo>
                  <a:lnTo>
                    <a:pt x="6475344" y="4108053"/>
                  </a:lnTo>
                  <a:lnTo>
                    <a:pt x="6491655" y="4108053"/>
                  </a:lnTo>
                  <a:lnTo>
                    <a:pt x="6491655" y="4117574"/>
                  </a:lnTo>
                  <a:lnTo>
                    <a:pt x="6502529" y="4117574"/>
                  </a:lnTo>
                  <a:lnTo>
                    <a:pt x="6502529" y="4117574"/>
                  </a:lnTo>
                  <a:lnTo>
                    <a:pt x="6513402" y="4117574"/>
                  </a:lnTo>
                  <a:lnTo>
                    <a:pt x="6513402" y="4122376"/>
                  </a:lnTo>
                  <a:lnTo>
                    <a:pt x="6535150" y="4122376"/>
                  </a:lnTo>
                  <a:lnTo>
                    <a:pt x="6535150" y="4122376"/>
                  </a:lnTo>
                  <a:lnTo>
                    <a:pt x="6562334" y="4122376"/>
                  </a:lnTo>
                  <a:lnTo>
                    <a:pt x="6562334" y="4127200"/>
                  </a:lnTo>
                  <a:lnTo>
                    <a:pt x="6573208" y="4127200"/>
                  </a:lnTo>
                  <a:lnTo>
                    <a:pt x="6573208" y="4132026"/>
                  </a:lnTo>
                  <a:lnTo>
                    <a:pt x="6584082" y="4132026"/>
                  </a:lnTo>
                  <a:lnTo>
                    <a:pt x="6584082" y="4136853"/>
                  </a:lnTo>
                  <a:lnTo>
                    <a:pt x="6633014" y="4136853"/>
                  </a:lnTo>
                  <a:lnTo>
                    <a:pt x="6633014" y="4136853"/>
                  </a:lnTo>
                  <a:lnTo>
                    <a:pt x="6654762" y="4136853"/>
                  </a:lnTo>
                  <a:lnTo>
                    <a:pt x="6654762" y="4136853"/>
                  </a:lnTo>
                  <a:lnTo>
                    <a:pt x="6660199" y="4136853"/>
                  </a:lnTo>
                  <a:lnTo>
                    <a:pt x="6660199" y="4136853"/>
                  </a:lnTo>
                  <a:lnTo>
                    <a:pt x="6698257" y="4136853"/>
                  </a:lnTo>
                  <a:lnTo>
                    <a:pt x="6698257" y="4136853"/>
                  </a:lnTo>
                  <a:lnTo>
                    <a:pt x="6714568" y="4136853"/>
                  </a:lnTo>
                  <a:lnTo>
                    <a:pt x="6714568" y="4141806"/>
                  </a:lnTo>
                  <a:lnTo>
                    <a:pt x="6736315" y="4141806"/>
                  </a:lnTo>
                  <a:lnTo>
                    <a:pt x="6736315" y="4146760"/>
                  </a:lnTo>
                  <a:lnTo>
                    <a:pt x="6768936" y="4146760"/>
                  </a:lnTo>
                  <a:lnTo>
                    <a:pt x="6768936" y="4146760"/>
                  </a:lnTo>
                  <a:lnTo>
                    <a:pt x="6790684" y="4146760"/>
                  </a:lnTo>
                  <a:lnTo>
                    <a:pt x="6790684" y="4146760"/>
                  </a:lnTo>
                  <a:lnTo>
                    <a:pt x="6801558" y="4146760"/>
                  </a:lnTo>
                  <a:lnTo>
                    <a:pt x="6801558" y="4146760"/>
                  </a:lnTo>
                  <a:lnTo>
                    <a:pt x="6812432" y="4146760"/>
                  </a:lnTo>
                  <a:lnTo>
                    <a:pt x="6812432" y="4146760"/>
                  </a:lnTo>
                  <a:lnTo>
                    <a:pt x="6845053" y="4146760"/>
                  </a:lnTo>
                  <a:lnTo>
                    <a:pt x="6845053" y="4151803"/>
                  </a:lnTo>
                  <a:lnTo>
                    <a:pt x="6850490" y="4151803"/>
                  </a:lnTo>
                  <a:lnTo>
                    <a:pt x="6850490" y="4151803"/>
                  </a:lnTo>
                  <a:lnTo>
                    <a:pt x="6883111" y="4151803"/>
                  </a:lnTo>
                  <a:lnTo>
                    <a:pt x="6883111" y="4156892"/>
                  </a:lnTo>
                  <a:lnTo>
                    <a:pt x="6888548" y="4156892"/>
                  </a:lnTo>
                  <a:lnTo>
                    <a:pt x="6888548" y="4162007"/>
                  </a:lnTo>
                  <a:lnTo>
                    <a:pt x="6910296" y="4162007"/>
                  </a:lnTo>
                  <a:lnTo>
                    <a:pt x="6910296" y="4167147"/>
                  </a:lnTo>
                  <a:lnTo>
                    <a:pt x="6959228" y="4167147"/>
                  </a:lnTo>
                  <a:lnTo>
                    <a:pt x="6959228" y="4167147"/>
                  </a:lnTo>
                  <a:lnTo>
                    <a:pt x="6997286" y="4167147"/>
                  </a:lnTo>
                  <a:lnTo>
                    <a:pt x="6997286" y="4167147"/>
                  </a:lnTo>
                  <a:lnTo>
                    <a:pt x="7008160" y="4167147"/>
                  </a:lnTo>
                  <a:lnTo>
                    <a:pt x="7008160" y="4167147"/>
                  </a:lnTo>
                  <a:lnTo>
                    <a:pt x="7024471" y="4167147"/>
                  </a:lnTo>
                  <a:lnTo>
                    <a:pt x="7024471" y="4172360"/>
                  </a:lnTo>
                  <a:lnTo>
                    <a:pt x="7040781" y="4172360"/>
                  </a:lnTo>
                  <a:lnTo>
                    <a:pt x="7040781" y="4182795"/>
                  </a:lnTo>
                  <a:lnTo>
                    <a:pt x="7073403" y="4182795"/>
                  </a:lnTo>
                  <a:lnTo>
                    <a:pt x="7073403" y="4182795"/>
                  </a:lnTo>
                  <a:lnTo>
                    <a:pt x="7122335" y="4182795"/>
                  </a:lnTo>
                  <a:lnTo>
                    <a:pt x="7122335" y="4182795"/>
                  </a:lnTo>
                  <a:lnTo>
                    <a:pt x="7127772" y="4182795"/>
                  </a:lnTo>
                  <a:lnTo>
                    <a:pt x="7127772" y="4182795"/>
                  </a:lnTo>
                  <a:lnTo>
                    <a:pt x="7144082" y="4182795"/>
                  </a:lnTo>
                  <a:lnTo>
                    <a:pt x="7144082" y="4188090"/>
                  </a:lnTo>
                  <a:lnTo>
                    <a:pt x="7154956" y="4188090"/>
                  </a:lnTo>
                  <a:lnTo>
                    <a:pt x="7154956" y="4188090"/>
                  </a:lnTo>
                  <a:lnTo>
                    <a:pt x="7160393" y="4188090"/>
                  </a:lnTo>
                  <a:lnTo>
                    <a:pt x="7160393" y="4188090"/>
                  </a:lnTo>
                  <a:lnTo>
                    <a:pt x="7176704" y="4188090"/>
                  </a:lnTo>
                  <a:lnTo>
                    <a:pt x="7176704" y="4188090"/>
                  </a:lnTo>
                  <a:lnTo>
                    <a:pt x="7187578" y="4188090"/>
                  </a:lnTo>
                  <a:lnTo>
                    <a:pt x="7187578" y="4188090"/>
                  </a:lnTo>
                  <a:lnTo>
                    <a:pt x="7193014" y="4188090"/>
                  </a:lnTo>
                  <a:lnTo>
                    <a:pt x="7193014" y="4188090"/>
                  </a:lnTo>
                  <a:lnTo>
                    <a:pt x="7203888" y="4188090"/>
                  </a:lnTo>
                  <a:lnTo>
                    <a:pt x="7203888" y="4188090"/>
                  </a:lnTo>
                  <a:lnTo>
                    <a:pt x="7214762" y="4188090"/>
                  </a:lnTo>
                  <a:lnTo>
                    <a:pt x="7214762" y="4188090"/>
                  </a:lnTo>
                  <a:lnTo>
                    <a:pt x="7220199" y="4188090"/>
                  </a:lnTo>
                  <a:lnTo>
                    <a:pt x="7220199" y="4193650"/>
                  </a:lnTo>
                  <a:lnTo>
                    <a:pt x="7247383" y="4193650"/>
                  </a:lnTo>
                  <a:lnTo>
                    <a:pt x="7247383" y="4193650"/>
                  </a:lnTo>
                  <a:lnTo>
                    <a:pt x="7269131" y="4193650"/>
                  </a:lnTo>
                  <a:lnTo>
                    <a:pt x="7269131" y="4199242"/>
                  </a:lnTo>
                  <a:lnTo>
                    <a:pt x="7290879" y="4199242"/>
                  </a:lnTo>
                  <a:lnTo>
                    <a:pt x="7290879" y="4204837"/>
                  </a:lnTo>
                  <a:lnTo>
                    <a:pt x="7301752" y="4204837"/>
                  </a:lnTo>
                  <a:lnTo>
                    <a:pt x="7301752" y="4204837"/>
                  </a:lnTo>
                  <a:lnTo>
                    <a:pt x="7307189" y="4204837"/>
                  </a:lnTo>
                  <a:lnTo>
                    <a:pt x="7307189" y="4204837"/>
                  </a:lnTo>
                  <a:lnTo>
                    <a:pt x="7318063" y="4204837"/>
                  </a:lnTo>
                  <a:lnTo>
                    <a:pt x="7318063" y="4210493"/>
                  </a:lnTo>
                  <a:lnTo>
                    <a:pt x="7388743" y="4210493"/>
                  </a:lnTo>
                  <a:lnTo>
                    <a:pt x="7388743" y="4216154"/>
                  </a:lnTo>
                  <a:lnTo>
                    <a:pt x="7415927" y="4216154"/>
                  </a:lnTo>
                  <a:lnTo>
                    <a:pt x="7415927" y="4216154"/>
                  </a:lnTo>
                  <a:lnTo>
                    <a:pt x="7453986" y="4216154"/>
                  </a:lnTo>
                  <a:lnTo>
                    <a:pt x="7453986" y="4221848"/>
                  </a:lnTo>
                  <a:lnTo>
                    <a:pt x="7524665" y="4221848"/>
                  </a:lnTo>
                  <a:lnTo>
                    <a:pt x="7524665" y="4221848"/>
                  </a:lnTo>
                  <a:lnTo>
                    <a:pt x="7530102" y="4221848"/>
                  </a:lnTo>
                  <a:lnTo>
                    <a:pt x="7530102" y="4227575"/>
                  </a:lnTo>
                  <a:lnTo>
                    <a:pt x="7546413" y="4227575"/>
                  </a:lnTo>
                  <a:lnTo>
                    <a:pt x="7546413" y="4233308"/>
                  </a:lnTo>
                  <a:lnTo>
                    <a:pt x="7551850" y="4233308"/>
                  </a:lnTo>
                  <a:lnTo>
                    <a:pt x="7551850" y="4239044"/>
                  </a:lnTo>
                  <a:lnTo>
                    <a:pt x="7573597" y="4239044"/>
                  </a:lnTo>
                  <a:lnTo>
                    <a:pt x="7573597" y="4239044"/>
                  </a:lnTo>
                  <a:lnTo>
                    <a:pt x="7579034" y="4239044"/>
                  </a:lnTo>
                  <a:lnTo>
                    <a:pt x="7579034" y="4239044"/>
                  </a:lnTo>
                  <a:lnTo>
                    <a:pt x="7649714" y="4239044"/>
                  </a:lnTo>
                  <a:lnTo>
                    <a:pt x="7649714" y="4239044"/>
                  </a:lnTo>
                  <a:lnTo>
                    <a:pt x="7671461" y="4239044"/>
                  </a:lnTo>
                  <a:lnTo>
                    <a:pt x="7671461" y="4239044"/>
                  </a:lnTo>
                  <a:lnTo>
                    <a:pt x="7687772" y="4239044"/>
                  </a:lnTo>
                  <a:lnTo>
                    <a:pt x="7687772" y="4244910"/>
                  </a:lnTo>
                  <a:lnTo>
                    <a:pt x="7704083" y="4244910"/>
                  </a:lnTo>
                  <a:lnTo>
                    <a:pt x="7704083" y="4250813"/>
                  </a:lnTo>
                  <a:lnTo>
                    <a:pt x="7720394" y="4250813"/>
                  </a:lnTo>
                  <a:lnTo>
                    <a:pt x="7720394" y="4250813"/>
                  </a:lnTo>
                  <a:lnTo>
                    <a:pt x="7725830" y="4250813"/>
                  </a:lnTo>
                  <a:lnTo>
                    <a:pt x="7725830" y="4250813"/>
                  </a:lnTo>
                  <a:lnTo>
                    <a:pt x="7747578" y="4250813"/>
                  </a:lnTo>
                  <a:lnTo>
                    <a:pt x="7747578" y="4250813"/>
                  </a:lnTo>
                  <a:lnTo>
                    <a:pt x="7758452" y="4250813"/>
                  </a:lnTo>
                  <a:lnTo>
                    <a:pt x="7758452" y="4256820"/>
                  </a:lnTo>
                  <a:lnTo>
                    <a:pt x="7818258" y="4256820"/>
                  </a:lnTo>
                  <a:lnTo>
                    <a:pt x="7818258" y="4262833"/>
                  </a:lnTo>
                  <a:lnTo>
                    <a:pt x="7856316" y="4262833"/>
                  </a:lnTo>
                  <a:lnTo>
                    <a:pt x="7856316" y="4268851"/>
                  </a:lnTo>
                  <a:lnTo>
                    <a:pt x="7872627" y="4268851"/>
                  </a:lnTo>
                  <a:lnTo>
                    <a:pt x="7872627" y="4268851"/>
                  </a:lnTo>
                  <a:lnTo>
                    <a:pt x="7878064" y="4268851"/>
                  </a:lnTo>
                  <a:lnTo>
                    <a:pt x="7878064" y="4274908"/>
                  </a:lnTo>
                  <a:lnTo>
                    <a:pt x="7883500" y="4274908"/>
                  </a:lnTo>
                  <a:lnTo>
                    <a:pt x="7883500" y="4280971"/>
                  </a:lnTo>
                  <a:lnTo>
                    <a:pt x="7899811" y="4280971"/>
                  </a:lnTo>
                  <a:lnTo>
                    <a:pt x="7899811" y="4280971"/>
                  </a:lnTo>
                  <a:lnTo>
                    <a:pt x="7916122" y="4280971"/>
                  </a:lnTo>
                  <a:lnTo>
                    <a:pt x="7916122" y="4287076"/>
                  </a:lnTo>
                  <a:lnTo>
                    <a:pt x="7981365" y="4287076"/>
                  </a:lnTo>
                  <a:lnTo>
                    <a:pt x="7981365" y="4287076"/>
                  </a:lnTo>
                  <a:lnTo>
                    <a:pt x="7992238" y="4287076"/>
                  </a:lnTo>
                  <a:lnTo>
                    <a:pt x="7992238" y="4287076"/>
                  </a:lnTo>
                  <a:lnTo>
                    <a:pt x="8008549" y="4287076"/>
                  </a:lnTo>
                  <a:lnTo>
                    <a:pt x="8008549" y="4287076"/>
                  </a:lnTo>
                  <a:lnTo>
                    <a:pt x="8019423" y="4287076"/>
                  </a:lnTo>
                  <a:lnTo>
                    <a:pt x="8019423" y="4287076"/>
                  </a:lnTo>
                  <a:lnTo>
                    <a:pt x="8035734" y="4287076"/>
                  </a:lnTo>
                  <a:lnTo>
                    <a:pt x="8035734" y="4293450"/>
                  </a:lnTo>
                  <a:lnTo>
                    <a:pt x="8052044" y="4293450"/>
                  </a:lnTo>
                  <a:lnTo>
                    <a:pt x="8052044" y="4293450"/>
                  </a:lnTo>
                  <a:lnTo>
                    <a:pt x="8057481" y="4293450"/>
                  </a:lnTo>
                  <a:lnTo>
                    <a:pt x="8057481" y="4293450"/>
                  </a:lnTo>
                  <a:lnTo>
                    <a:pt x="8068355" y="4293450"/>
                  </a:lnTo>
                  <a:lnTo>
                    <a:pt x="8068355" y="4293450"/>
                  </a:lnTo>
                  <a:lnTo>
                    <a:pt x="8100976" y="4293450"/>
                  </a:lnTo>
                  <a:lnTo>
                    <a:pt x="8100976" y="4293450"/>
                  </a:lnTo>
                  <a:lnTo>
                    <a:pt x="8149908" y="4293450"/>
                  </a:lnTo>
                  <a:lnTo>
                    <a:pt x="8149908" y="4299993"/>
                  </a:lnTo>
                  <a:lnTo>
                    <a:pt x="8171656" y="4299993"/>
                  </a:lnTo>
                  <a:lnTo>
                    <a:pt x="8171656" y="4306544"/>
                  </a:lnTo>
                  <a:lnTo>
                    <a:pt x="8182530" y="4306544"/>
                  </a:lnTo>
                  <a:lnTo>
                    <a:pt x="8182530" y="4306544"/>
                  </a:lnTo>
                  <a:lnTo>
                    <a:pt x="8187967" y="4306544"/>
                  </a:lnTo>
                  <a:lnTo>
                    <a:pt x="8187967" y="4306544"/>
                  </a:lnTo>
                  <a:lnTo>
                    <a:pt x="8220588" y="4306544"/>
                  </a:lnTo>
                  <a:lnTo>
                    <a:pt x="8220588" y="4313232"/>
                  </a:lnTo>
                  <a:lnTo>
                    <a:pt x="8226025" y="4313232"/>
                  </a:lnTo>
                  <a:lnTo>
                    <a:pt x="8226025" y="4313232"/>
                  </a:lnTo>
                  <a:lnTo>
                    <a:pt x="8253209" y="4313232"/>
                  </a:lnTo>
                  <a:lnTo>
                    <a:pt x="8253209" y="4313232"/>
                  </a:lnTo>
                  <a:lnTo>
                    <a:pt x="8264083" y="4313232"/>
                  </a:lnTo>
                  <a:lnTo>
                    <a:pt x="8264083" y="4313232"/>
                  </a:lnTo>
                  <a:lnTo>
                    <a:pt x="8285831" y="4313232"/>
                  </a:lnTo>
                  <a:lnTo>
                    <a:pt x="8285831" y="4313232"/>
                  </a:lnTo>
                  <a:lnTo>
                    <a:pt x="8296705" y="4313232"/>
                  </a:lnTo>
                  <a:lnTo>
                    <a:pt x="8296705" y="4313232"/>
                  </a:lnTo>
                  <a:lnTo>
                    <a:pt x="8334763" y="4313232"/>
                  </a:lnTo>
                  <a:lnTo>
                    <a:pt x="8334763" y="4313232"/>
                  </a:lnTo>
                  <a:lnTo>
                    <a:pt x="8378258" y="4313232"/>
                  </a:lnTo>
                  <a:lnTo>
                    <a:pt x="8378258" y="4320353"/>
                  </a:lnTo>
                  <a:lnTo>
                    <a:pt x="8410879" y="4320353"/>
                  </a:lnTo>
                  <a:lnTo>
                    <a:pt x="8410879" y="4320353"/>
                  </a:lnTo>
                  <a:lnTo>
                    <a:pt x="8443501" y="4320353"/>
                  </a:lnTo>
                  <a:lnTo>
                    <a:pt x="8443501" y="4327536"/>
                  </a:lnTo>
                  <a:lnTo>
                    <a:pt x="8448938" y="4327536"/>
                  </a:lnTo>
                  <a:lnTo>
                    <a:pt x="8448938" y="4334729"/>
                  </a:lnTo>
                  <a:lnTo>
                    <a:pt x="8486996" y="4334729"/>
                  </a:lnTo>
                  <a:lnTo>
                    <a:pt x="8486996" y="4334729"/>
                  </a:lnTo>
                  <a:lnTo>
                    <a:pt x="8492433" y="4334729"/>
                  </a:lnTo>
                  <a:lnTo>
                    <a:pt x="8492433" y="4334729"/>
                  </a:lnTo>
                  <a:lnTo>
                    <a:pt x="8497870" y="4334729"/>
                  </a:lnTo>
                  <a:lnTo>
                    <a:pt x="8497870" y="4334729"/>
                  </a:lnTo>
                  <a:lnTo>
                    <a:pt x="8530491" y="4334729"/>
                  </a:lnTo>
                  <a:lnTo>
                    <a:pt x="8530491" y="4334729"/>
                  </a:lnTo>
                  <a:lnTo>
                    <a:pt x="8573986" y="4334729"/>
                  </a:lnTo>
                  <a:lnTo>
                    <a:pt x="8573986" y="4334729"/>
                  </a:lnTo>
                  <a:lnTo>
                    <a:pt x="8590297" y="4334729"/>
                  </a:lnTo>
                  <a:lnTo>
                    <a:pt x="8590297" y="4342320"/>
                  </a:lnTo>
                  <a:lnTo>
                    <a:pt x="8601171" y="4342320"/>
                  </a:lnTo>
                  <a:lnTo>
                    <a:pt x="8601171" y="4342320"/>
                  </a:lnTo>
                  <a:lnTo>
                    <a:pt x="8617482" y="4342320"/>
                  </a:lnTo>
                  <a:lnTo>
                    <a:pt x="8617482" y="4349985"/>
                  </a:lnTo>
                  <a:lnTo>
                    <a:pt x="8639229" y="4349985"/>
                  </a:lnTo>
                  <a:lnTo>
                    <a:pt x="8639229" y="4349985"/>
                  </a:lnTo>
                  <a:lnTo>
                    <a:pt x="8650103" y="4349985"/>
                  </a:lnTo>
                  <a:lnTo>
                    <a:pt x="8650103" y="4349985"/>
                  </a:lnTo>
                  <a:lnTo>
                    <a:pt x="8699035" y="4349985"/>
                  </a:lnTo>
                  <a:lnTo>
                    <a:pt x="8699035" y="4357785"/>
                  </a:lnTo>
                  <a:lnTo>
                    <a:pt x="8715346" y="4357785"/>
                  </a:lnTo>
                  <a:lnTo>
                    <a:pt x="8715346" y="4357785"/>
                  </a:lnTo>
                  <a:lnTo>
                    <a:pt x="8845831" y="4357785"/>
                  </a:lnTo>
                  <a:lnTo>
                    <a:pt x="8845831" y="4357785"/>
                  </a:lnTo>
                  <a:lnTo>
                    <a:pt x="8900200" y="4357785"/>
                  </a:lnTo>
                  <a:lnTo>
                    <a:pt x="8900200" y="4357785"/>
                  </a:lnTo>
                  <a:lnTo>
                    <a:pt x="8938258" y="4357785"/>
                  </a:lnTo>
                  <a:lnTo>
                    <a:pt x="8938258" y="4357785"/>
                  </a:lnTo>
                  <a:lnTo>
                    <a:pt x="8987191" y="4357785"/>
                  </a:lnTo>
                  <a:lnTo>
                    <a:pt x="8987191" y="4357785"/>
                  </a:lnTo>
                  <a:lnTo>
                    <a:pt x="9046996" y="4357785"/>
                  </a:lnTo>
                  <a:lnTo>
                    <a:pt x="9046996" y="4357785"/>
                  </a:lnTo>
                  <a:lnTo>
                    <a:pt x="9095928" y="4357785"/>
                  </a:lnTo>
                  <a:lnTo>
                    <a:pt x="9095928" y="4357785"/>
                  </a:lnTo>
                  <a:lnTo>
                    <a:pt x="9144861" y="4357785"/>
                  </a:lnTo>
                  <a:lnTo>
                    <a:pt x="9144861" y="4357785"/>
                  </a:lnTo>
                  <a:lnTo>
                    <a:pt x="9150297" y="4357785"/>
                  </a:lnTo>
                  <a:lnTo>
                    <a:pt x="9150297" y="4357785"/>
                  </a:lnTo>
                  <a:lnTo>
                    <a:pt x="9172045" y="4357785"/>
                  </a:lnTo>
                  <a:lnTo>
                    <a:pt x="9172045" y="4357785"/>
                  </a:lnTo>
                  <a:lnTo>
                    <a:pt x="9231851" y="4357785"/>
                  </a:lnTo>
                  <a:lnTo>
                    <a:pt x="9231851" y="4366358"/>
                  </a:lnTo>
                  <a:lnTo>
                    <a:pt x="9248162" y="4366358"/>
                  </a:lnTo>
                  <a:lnTo>
                    <a:pt x="9248162" y="4366358"/>
                  </a:lnTo>
                  <a:lnTo>
                    <a:pt x="9253599" y="4366358"/>
                  </a:lnTo>
                  <a:lnTo>
                    <a:pt x="9253599" y="4366358"/>
                  </a:lnTo>
                  <a:lnTo>
                    <a:pt x="9335152" y="4366358"/>
                  </a:lnTo>
                  <a:lnTo>
                    <a:pt x="9335152" y="4375109"/>
                  </a:lnTo>
                  <a:lnTo>
                    <a:pt x="9340589" y="4375109"/>
                  </a:lnTo>
                  <a:lnTo>
                    <a:pt x="9340589" y="4383885"/>
                  </a:lnTo>
                  <a:lnTo>
                    <a:pt x="9460201" y="4383885"/>
                  </a:lnTo>
                  <a:lnTo>
                    <a:pt x="9460201" y="4392688"/>
                  </a:lnTo>
                  <a:lnTo>
                    <a:pt x="9465638" y="4392688"/>
                  </a:lnTo>
                  <a:lnTo>
                    <a:pt x="9465638" y="4401515"/>
                  </a:lnTo>
                  <a:lnTo>
                    <a:pt x="9623308" y="4401515"/>
                  </a:lnTo>
                  <a:lnTo>
                    <a:pt x="9623308" y="4401515"/>
                  </a:lnTo>
                  <a:lnTo>
                    <a:pt x="9683113" y="4401515"/>
                  </a:lnTo>
                  <a:lnTo>
                    <a:pt x="9683113" y="4401515"/>
                  </a:lnTo>
                  <a:lnTo>
                    <a:pt x="9688550" y="4401515"/>
                  </a:lnTo>
                  <a:lnTo>
                    <a:pt x="9688550" y="4401515"/>
                  </a:lnTo>
                  <a:lnTo>
                    <a:pt x="9699424" y="4401515"/>
                  </a:lnTo>
                  <a:lnTo>
                    <a:pt x="9699424" y="4401515"/>
                  </a:lnTo>
                  <a:lnTo>
                    <a:pt x="9726609" y="4401515"/>
                  </a:lnTo>
                  <a:lnTo>
                    <a:pt x="9726609" y="4410715"/>
                  </a:lnTo>
                  <a:lnTo>
                    <a:pt x="9737482" y="4410715"/>
                  </a:lnTo>
                  <a:lnTo>
                    <a:pt x="9737482" y="4410715"/>
                  </a:lnTo>
                  <a:lnTo>
                    <a:pt x="9748356" y="4410715"/>
                  </a:lnTo>
                  <a:lnTo>
                    <a:pt x="9748356" y="4410715"/>
                  </a:lnTo>
                  <a:lnTo>
                    <a:pt x="9884279" y="4410715"/>
                  </a:lnTo>
                  <a:lnTo>
                    <a:pt x="9884279" y="4410715"/>
                  </a:lnTo>
                  <a:lnTo>
                    <a:pt x="9895152" y="4410715"/>
                  </a:lnTo>
                  <a:lnTo>
                    <a:pt x="9895152" y="44202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11026" y="789916"/>
              <a:ext cx="9895152" cy="4631077"/>
            </a:xfrm>
            <a:custGeom>
              <a:avLst/>
              <a:pathLst>
                <a:path w="9895152" h="4631077">
                  <a:moveTo>
                    <a:pt x="9895152" y="4631077"/>
                  </a:moveTo>
                  <a:lnTo>
                    <a:pt x="9895152" y="4620490"/>
                  </a:lnTo>
                  <a:lnTo>
                    <a:pt x="9884279" y="4620490"/>
                  </a:lnTo>
                  <a:lnTo>
                    <a:pt x="9884279" y="4620490"/>
                  </a:lnTo>
                  <a:lnTo>
                    <a:pt x="9748356" y="4620490"/>
                  </a:lnTo>
                  <a:lnTo>
                    <a:pt x="9748356" y="4620490"/>
                  </a:lnTo>
                  <a:lnTo>
                    <a:pt x="9737482" y="4620490"/>
                  </a:lnTo>
                  <a:lnTo>
                    <a:pt x="9737482" y="4620490"/>
                  </a:lnTo>
                  <a:lnTo>
                    <a:pt x="9726609" y="4620490"/>
                  </a:lnTo>
                  <a:lnTo>
                    <a:pt x="9726609" y="4610335"/>
                  </a:lnTo>
                  <a:lnTo>
                    <a:pt x="9699424" y="4610335"/>
                  </a:lnTo>
                  <a:lnTo>
                    <a:pt x="9699424" y="4610335"/>
                  </a:lnTo>
                  <a:lnTo>
                    <a:pt x="9688550" y="4610335"/>
                  </a:lnTo>
                  <a:lnTo>
                    <a:pt x="9688550" y="4610335"/>
                  </a:lnTo>
                  <a:lnTo>
                    <a:pt x="9683113" y="4610335"/>
                  </a:lnTo>
                  <a:lnTo>
                    <a:pt x="9683113" y="4610335"/>
                  </a:lnTo>
                  <a:lnTo>
                    <a:pt x="9623308" y="4610335"/>
                  </a:lnTo>
                  <a:lnTo>
                    <a:pt x="9623308" y="4610335"/>
                  </a:lnTo>
                  <a:lnTo>
                    <a:pt x="9465638" y="4610335"/>
                  </a:lnTo>
                  <a:lnTo>
                    <a:pt x="9465638" y="4600708"/>
                  </a:lnTo>
                  <a:lnTo>
                    <a:pt x="9460201" y="4600708"/>
                  </a:lnTo>
                  <a:lnTo>
                    <a:pt x="9460201" y="4591055"/>
                  </a:lnTo>
                  <a:lnTo>
                    <a:pt x="9340589" y="4591055"/>
                  </a:lnTo>
                  <a:lnTo>
                    <a:pt x="9340589" y="4581377"/>
                  </a:lnTo>
                  <a:lnTo>
                    <a:pt x="9335152" y="4581377"/>
                  </a:lnTo>
                  <a:lnTo>
                    <a:pt x="9335152" y="4571673"/>
                  </a:lnTo>
                  <a:lnTo>
                    <a:pt x="9253599" y="4571673"/>
                  </a:lnTo>
                  <a:lnTo>
                    <a:pt x="9253599" y="4571673"/>
                  </a:lnTo>
                  <a:lnTo>
                    <a:pt x="9248162" y="4571673"/>
                  </a:lnTo>
                  <a:lnTo>
                    <a:pt x="9248162" y="4571673"/>
                  </a:lnTo>
                  <a:lnTo>
                    <a:pt x="9231851" y="4571673"/>
                  </a:lnTo>
                  <a:lnTo>
                    <a:pt x="9231851" y="4562192"/>
                  </a:lnTo>
                  <a:lnTo>
                    <a:pt x="9172045" y="4562192"/>
                  </a:lnTo>
                  <a:lnTo>
                    <a:pt x="9172045" y="4562192"/>
                  </a:lnTo>
                  <a:lnTo>
                    <a:pt x="9150297" y="4562192"/>
                  </a:lnTo>
                  <a:lnTo>
                    <a:pt x="9150297" y="4562192"/>
                  </a:lnTo>
                  <a:lnTo>
                    <a:pt x="9144861" y="4562192"/>
                  </a:lnTo>
                  <a:lnTo>
                    <a:pt x="9144861" y="4562192"/>
                  </a:lnTo>
                  <a:lnTo>
                    <a:pt x="9095928" y="4562192"/>
                  </a:lnTo>
                  <a:lnTo>
                    <a:pt x="9095928" y="4562192"/>
                  </a:lnTo>
                  <a:lnTo>
                    <a:pt x="9046996" y="4562192"/>
                  </a:lnTo>
                  <a:lnTo>
                    <a:pt x="9046996" y="4562192"/>
                  </a:lnTo>
                  <a:lnTo>
                    <a:pt x="8987191" y="4562192"/>
                  </a:lnTo>
                  <a:lnTo>
                    <a:pt x="8987191" y="4562192"/>
                  </a:lnTo>
                  <a:lnTo>
                    <a:pt x="8938258" y="4562192"/>
                  </a:lnTo>
                  <a:lnTo>
                    <a:pt x="8938258" y="4562192"/>
                  </a:lnTo>
                  <a:lnTo>
                    <a:pt x="8900200" y="4562192"/>
                  </a:lnTo>
                  <a:lnTo>
                    <a:pt x="8900200" y="4562192"/>
                  </a:lnTo>
                  <a:lnTo>
                    <a:pt x="8845831" y="4562192"/>
                  </a:lnTo>
                  <a:lnTo>
                    <a:pt x="8845831" y="4562192"/>
                  </a:lnTo>
                  <a:lnTo>
                    <a:pt x="8715346" y="4562192"/>
                  </a:lnTo>
                  <a:lnTo>
                    <a:pt x="8715346" y="4562192"/>
                  </a:lnTo>
                  <a:lnTo>
                    <a:pt x="8699035" y="4562192"/>
                  </a:lnTo>
                  <a:lnTo>
                    <a:pt x="8699035" y="4553849"/>
                  </a:lnTo>
                  <a:lnTo>
                    <a:pt x="8650103" y="4553849"/>
                  </a:lnTo>
                  <a:lnTo>
                    <a:pt x="8650103" y="4553849"/>
                  </a:lnTo>
                  <a:lnTo>
                    <a:pt x="8639229" y="4553849"/>
                  </a:lnTo>
                  <a:lnTo>
                    <a:pt x="8639229" y="4553849"/>
                  </a:lnTo>
                  <a:lnTo>
                    <a:pt x="8617482" y="4553849"/>
                  </a:lnTo>
                  <a:lnTo>
                    <a:pt x="8617482" y="4545671"/>
                  </a:lnTo>
                  <a:lnTo>
                    <a:pt x="8601171" y="4545671"/>
                  </a:lnTo>
                  <a:lnTo>
                    <a:pt x="8601171" y="4545671"/>
                  </a:lnTo>
                  <a:lnTo>
                    <a:pt x="8590297" y="4545671"/>
                  </a:lnTo>
                  <a:lnTo>
                    <a:pt x="8590297" y="4537565"/>
                  </a:lnTo>
                  <a:lnTo>
                    <a:pt x="8573986" y="4537565"/>
                  </a:lnTo>
                  <a:lnTo>
                    <a:pt x="8573986" y="4537565"/>
                  </a:lnTo>
                  <a:lnTo>
                    <a:pt x="8530491" y="4537565"/>
                  </a:lnTo>
                  <a:lnTo>
                    <a:pt x="8530491" y="4537565"/>
                  </a:lnTo>
                  <a:lnTo>
                    <a:pt x="8497870" y="4537565"/>
                  </a:lnTo>
                  <a:lnTo>
                    <a:pt x="8497870" y="4537565"/>
                  </a:lnTo>
                  <a:lnTo>
                    <a:pt x="8492433" y="4537565"/>
                  </a:lnTo>
                  <a:lnTo>
                    <a:pt x="8492433" y="4537565"/>
                  </a:lnTo>
                  <a:lnTo>
                    <a:pt x="8486996" y="4537565"/>
                  </a:lnTo>
                  <a:lnTo>
                    <a:pt x="8486996" y="4537565"/>
                  </a:lnTo>
                  <a:lnTo>
                    <a:pt x="8448938" y="4537565"/>
                  </a:lnTo>
                  <a:lnTo>
                    <a:pt x="8448938" y="4530001"/>
                  </a:lnTo>
                  <a:lnTo>
                    <a:pt x="8443501" y="4530001"/>
                  </a:lnTo>
                  <a:lnTo>
                    <a:pt x="8443501" y="4522426"/>
                  </a:lnTo>
                  <a:lnTo>
                    <a:pt x="8410879" y="4522426"/>
                  </a:lnTo>
                  <a:lnTo>
                    <a:pt x="8410879" y="4522426"/>
                  </a:lnTo>
                  <a:lnTo>
                    <a:pt x="8378258" y="4522426"/>
                  </a:lnTo>
                  <a:lnTo>
                    <a:pt x="8378258" y="4514913"/>
                  </a:lnTo>
                  <a:lnTo>
                    <a:pt x="8334763" y="4514913"/>
                  </a:lnTo>
                  <a:lnTo>
                    <a:pt x="8334763" y="4514913"/>
                  </a:lnTo>
                  <a:lnTo>
                    <a:pt x="8296705" y="4514913"/>
                  </a:lnTo>
                  <a:lnTo>
                    <a:pt x="8296705" y="4514913"/>
                  </a:lnTo>
                  <a:lnTo>
                    <a:pt x="8285831" y="4514913"/>
                  </a:lnTo>
                  <a:lnTo>
                    <a:pt x="8285831" y="4514913"/>
                  </a:lnTo>
                  <a:lnTo>
                    <a:pt x="8264083" y="4514913"/>
                  </a:lnTo>
                  <a:lnTo>
                    <a:pt x="8264083" y="4514913"/>
                  </a:lnTo>
                  <a:lnTo>
                    <a:pt x="8253209" y="4514913"/>
                  </a:lnTo>
                  <a:lnTo>
                    <a:pt x="8253209" y="4514913"/>
                  </a:lnTo>
                  <a:lnTo>
                    <a:pt x="8226025" y="4514913"/>
                  </a:lnTo>
                  <a:lnTo>
                    <a:pt x="8226025" y="4514913"/>
                  </a:lnTo>
                  <a:lnTo>
                    <a:pt x="8220588" y="4514913"/>
                  </a:lnTo>
                  <a:lnTo>
                    <a:pt x="8220588" y="4507980"/>
                  </a:lnTo>
                  <a:lnTo>
                    <a:pt x="8187967" y="4507980"/>
                  </a:lnTo>
                  <a:lnTo>
                    <a:pt x="8187967" y="4507980"/>
                  </a:lnTo>
                  <a:lnTo>
                    <a:pt x="8182530" y="4507980"/>
                  </a:lnTo>
                  <a:lnTo>
                    <a:pt x="8182530" y="4507980"/>
                  </a:lnTo>
                  <a:lnTo>
                    <a:pt x="8171656" y="4507980"/>
                  </a:lnTo>
                  <a:lnTo>
                    <a:pt x="8171656" y="4501214"/>
                  </a:lnTo>
                  <a:lnTo>
                    <a:pt x="8149908" y="4501214"/>
                  </a:lnTo>
                  <a:lnTo>
                    <a:pt x="8149908" y="4494441"/>
                  </a:lnTo>
                  <a:lnTo>
                    <a:pt x="8100976" y="4494441"/>
                  </a:lnTo>
                  <a:lnTo>
                    <a:pt x="8100976" y="4494441"/>
                  </a:lnTo>
                  <a:lnTo>
                    <a:pt x="8068355" y="4494441"/>
                  </a:lnTo>
                  <a:lnTo>
                    <a:pt x="8068355" y="4494441"/>
                  </a:lnTo>
                  <a:lnTo>
                    <a:pt x="8057481" y="4494441"/>
                  </a:lnTo>
                  <a:lnTo>
                    <a:pt x="8057481" y="4494441"/>
                  </a:lnTo>
                  <a:lnTo>
                    <a:pt x="8052044" y="4494441"/>
                  </a:lnTo>
                  <a:lnTo>
                    <a:pt x="8052044" y="4494441"/>
                  </a:lnTo>
                  <a:lnTo>
                    <a:pt x="8035734" y="4494441"/>
                  </a:lnTo>
                  <a:lnTo>
                    <a:pt x="8035734" y="4487880"/>
                  </a:lnTo>
                  <a:lnTo>
                    <a:pt x="8019423" y="4487880"/>
                  </a:lnTo>
                  <a:lnTo>
                    <a:pt x="8019423" y="4487880"/>
                  </a:lnTo>
                  <a:lnTo>
                    <a:pt x="8008549" y="4487880"/>
                  </a:lnTo>
                  <a:lnTo>
                    <a:pt x="8008549" y="4487880"/>
                  </a:lnTo>
                  <a:lnTo>
                    <a:pt x="7992238" y="4487880"/>
                  </a:lnTo>
                  <a:lnTo>
                    <a:pt x="7992238" y="4487880"/>
                  </a:lnTo>
                  <a:lnTo>
                    <a:pt x="7981365" y="4487880"/>
                  </a:lnTo>
                  <a:lnTo>
                    <a:pt x="7981365" y="4487880"/>
                  </a:lnTo>
                  <a:lnTo>
                    <a:pt x="7916122" y="4487880"/>
                  </a:lnTo>
                  <a:lnTo>
                    <a:pt x="7916122" y="4481660"/>
                  </a:lnTo>
                  <a:lnTo>
                    <a:pt x="7899811" y="4481660"/>
                  </a:lnTo>
                  <a:lnTo>
                    <a:pt x="7899811" y="4481660"/>
                  </a:lnTo>
                  <a:lnTo>
                    <a:pt x="7883500" y="4481660"/>
                  </a:lnTo>
                  <a:lnTo>
                    <a:pt x="7883500" y="4475482"/>
                  </a:lnTo>
                  <a:lnTo>
                    <a:pt x="7878064" y="4475482"/>
                  </a:lnTo>
                  <a:lnTo>
                    <a:pt x="7878064" y="4469298"/>
                  </a:lnTo>
                  <a:lnTo>
                    <a:pt x="7872627" y="4469298"/>
                  </a:lnTo>
                  <a:lnTo>
                    <a:pt x="7872627" y="4469298"/>
                  </a:lnTo>
                  <a:lnTo>
                    <a:pt x="7856316" y="4469298"/>
                  </a:lnTo>
                  <a:lnTo>
                    <a:pt x="7856316" y="4463154"/>
                  </a:lnTo>
                  <a:lnTo>
                    <a:pt x="7818258" y="4463154"/>
                  </a:lnTo>
                  <a:lnTo>
                    <a:pt x="7818258" y="4457005"/>
                  </a:lnTo>
                  <a:lnTo>
                    <a:pt x="7758452" y="4457005"/>
                  </a:lnTo>
                  <a:lnTo>
                    <a:pt x="7758452" y="4450851"/>
                  </a:lnTo>
                  <a:lnTo>
                    <a:pt x="7747578" y="4450851"/>
                  </a:lnTo>
                  <a:lnTo>
                    <a:pt x="7747578" y="4450851"/>
                  </a:lnTo>
                  <a:lnTo>
                    <a:pt x="7725830" y="4450851"/>
                  </a:lnTo>
                  <a:lnTo>
                    <a:pt x="7725830" y="4450851"/>
                  </a:lnTo>
                  <a:lnTo>
                    <a:pt x="7720394" y="4450851"/>
                  </a:lnTo>
                  <a:lnTo>
                    <a:pt x="7720394" y="4450851"/>
                  </a:lnTo>
                  <a:lnTo>
                    <a:pt x="7704083" y="4450851"/>
                  </a:lnTo>
                  <a:lnTo>
                    <a:pt x="7704083" y="4444822"/>
                  </a:lnTo>
                  <a:lnTo>
                    <a:pt x="7687772" y="4444822"/>
                  </a:lnTo>
                  <a:lnTo>
                    <a:pt x="7687772" y="4438830"/>
                  </a:lnTo>
                  <a:lnTo>
                    <a:pt x="7671461" y="4438830"/>
                  </a:lnTo>
                  <a:lnTo>
                    <a:pt x="7671461" y="4438830"/>
                  </a:lnTo>
                  <a:lnTo>
                    <a:pt x="7649714" y="4438830"/>
                  </a:lnTo>
                  <a:lnTo>
                    <a:pt x="7649714" y="4438830"/>
                  </a:lnTo>
                  <a:lnTo>
                    <a:pt x="7579034" y="4438830"/>
                  </a:lnTo>
                  <a:lnTo>
                    <a:pt x="7579034" y="4438830"/>
                  </a:lnTo>
                  <a:lnTo>
                    <a:pt x="7573597" y="4438830"/>
                  </a:lnTo>
                  <a:lnTo>
                    <a:pt x="7573597" y="4438830"/>
                  </a:lnTo>
                  <a:lnTo>
                    <a:pt x="7551850" y="4438830"/>
                  </a:lnTo>
                  <a:lnTo>
                    <a:pt x="7551850" y="4432994"/>
                  </a:lnTo>
                  <a:lnTo>
                    <a:pt x="7546413" y="4432994"/>
                  </a:lnTo>
                  <a:lnTo>
                    <a:pt x="7546413" y="4427154"/>
                  </a:lnTo>
                  <a:lnTo>
                    <a:pt x="7530102" y="4427154"/>
                  </a:lnTo>
                  <a:lnTo>
                    <a:pt x="7530102" y="4421310"/>
                  </a:lnTo>
                  <a:lnTo>
                    <a:pt x="7524665" y="4421310"/>
                  </a:lnTo>
                  <a:lnTo>
                    <a:pt x="7524665" y="4421310"/>
                  </a:lnTo>
                  <a:lnTo>
                    <a:pt x="7453986" y="4421310"/>
                  </a:lnTo>
                  <a:lnTo>
                    <a:pt x="7453986" y="4415500"/>
                  </a:lnTo>
                  <a:lnTo>
                    <a:pt x="7415927" y="4415500"/>
                  </a:lnTo>
                  <a:lnTo>
                    <a:pt x="7415927" y="4415500"/>
                  </a:lnTo>
                  <a:lnTo>
                    <a:pt x="7388743" y="4415500"/>
                  </a:lnTo>
                  <a:lnTo>
                    <a:pt x="7388743" y="4409723"/>
                  </a:lnTo>
                  <a:lnTo>
                    <a:pt x="7318063" y="4409723"/>
                  </a:lnTo>
                  <a:lnTo>
                    <a:pt x="7318063" y="4403942"/>
                  </a:lnTo>
                  <a:lnTo>
                    <a:pt x="7307189" y="4403942"/>
                  </a:lnTo>
                  <a:lnTo>
                    <a:pt x="7307189" y="4403942"/>
                  </a:lnTo>
                  <a:lnTo>
                    <a:pt x="7301752" y="4403942"/>
                  </a:lnTo>
                  <a:lnTo>
                    <a:pt x="7301752" y="4403942"/>
                  </a:lnTo>
                  <a:lnTo>
                    <a:pt x="7290879" y="4403942"/>
                  </a:lnTo>
                  <a:lnTo>
                    <a:pt x="7290879" y="4398231"/>
                  </a:lnTo>
                  <a:lnTo>
                    <a:pt x="7269131" y="4398231"/>
                  </a:lnTo>
                  <a:lnTo>
                    <a:pt x="7269131" y="4392515"/>
                  </a:lnTo>
                  <a:lnTo>
                    <a:pt x="7247383" y="4392515"/>
                  </a:lnTo>
                  <a:lnTo>
                    <a:pt x="7247383" y="4392515"/>
                  </a:lnTo>
                  <a:lnTo>
                    <a:pt x="7220199" y="4392515"/>
                  </a:lnTo>
                  <a:lnTo>
                    <a:pt x="7220199" y="4386831"/>
                  </a:lnTo>
                  <a:lnTo>
                    <a:pt x="7214762" y="4386831"/>
                  </a:lnTo>
                  <a:lnTo>
                    <a:pt x="7214762" y="4386831"/>
                  </a:lnTo>
                  <a:lnTo>
                    <a:pt x="7203888" y="4386831"/>
                  </a:lnTo>
                  <a:lnTo>
                    <a:pt x="7203888" y="4386831"/>
                  </a:lnTo>
                  <a:lnTo>
                    <a:pt x="7193014" y="4386831"/>
                  </a:lnTo>
                  <a:lnTo>
                    <a:pt x="7193014" y="4386831"/>
                  </a:lnTo>
                  <a:lnTo>
                    <a:pt x="7187578" y="4386831"/>
                  </a:lnTo>
                  <a:lnTo>
                    <a:pt x="7187578" y="4386831"/>
                  </a:lnTo>
                  <a:lnTo>
                    <a:pt x="7176704" y="4386831"/>
                  </a:lnTo>
                  <a:lnTo>
                    <a:pt x="7176704" y="4386831"/>
                  </a:lnTo>
                  <a:lnTo>
                    <a:pt x="7160393" y="4386831"/>
                  </a:lnTo>
                  <a:lnTo>
                    <a:pt x="7160393" y="4386831"/>
                  </a:lnTo>
                  <a:lnTo>
                    <a:pt x="7154956" y="4386831"/>
                  </a:lnTo>
                  <a:lnTo>
                    <a:pt x="7154956" y="4386831"/>
                  </a:lnTo>
                  <a:lnTo>
                    <a:pt x="7144082" y="4386831"/>
                  </a:lnTo>
                  <a:lnTo>
                    <a:pt x="7144082" y="4381474"/>
                  </a:lnTo>
                  <a:lnTo>
                    <a:pt x="7127772" y="4381474"/>
                  </a:lnTo>
                  <a:lnTo>
                    <a:pt x="7127772" y="4381474"/>
                  </a:lnTo>
                  <a:lnTo>
                    <a:pt x="7122335" y="4381474"/>
                  </a:lnTo>
                  <a:lnTo>
                    <a:pt x="7122335" y="4381474"/>
                  </a:lnTo>
                  <a:lnTo>
                    <a:pt x="7073403" y="4381474"/>
                  </a:lnTo>
                  <a:lnTo>
                    <a:pt x="7073403" y="4381474"/>
                  </a:lnTo>
                  <a:lnTo>
                    <a:pt x="7040781" y="4381474"/>
                  </a:lnTo>
                  <a:lnTo>
                    <a:pt x="7040781" y="4370934"/>
                  </a:lnTo>
                  <a:lnTo>
                    <a:pt x="7024471" y="4370934"/>
                  </a:lnTo>
                  <a:lnTo>
                    <a:pt x="7024471" y="4365660"/>
                  </a:lnTo>
                  <a:lnTo>
                    <a:pt x="7008160" y="4365660"/>
                  </a:lnTo>
                  <a:lnTo>
                    <a:pt x="7008160" y="4365660"/>
                  </a:lnTo>
                  <a:lnTo>
                    <a:pt x="6997286" y="4365660"/>
                  </a:lnTo>
                  <a:lnTo>
                    <a:pt x="6997286" y="4365660"/>
                  </a:lnTo>
                  <a:lnTo>
                    <a:pt x="6959228" y="4365660"/>
                  </a:lnTo>
                  <a:lnTo>
                    <a:pt x="6959228" y="4365660"/>
                  </a:lnTo>
                  <a:lnTo>
                    <a:pt x="6910296" y="4365660"/>
                  </a:lnTo>
                  <a:lnTo>
                    <a:pt x="6910296" y="4360470"/>
                  </a:lnTo>
                  <a:lnTo>
                    <a:pt x="6888548" y="4360470"/>
                  </a:lnTo>
                  <a:lnTo>
                    <a:pt x="6888548" y="4355306"/>
                  </a:lnTo>
                  <a:lnTo>
                    <a:pt x="6883111" y="4355306"/>
                  </a:lnTo>
                  <a:lnTo>
                    <a:pt x="6883111" y="4350167"/>
                  </a:lnTo>
                  <a:lnTo>
                    <a:pt x="6850490" y="4350167"/>
                  </a:lnTo>
                  <a:lnTo>
                    <a:pt x="6850490" y="4350167"/>
                  </a:lnTo>
                  <a:lnTo>
                    <a:pt x="6845053" y="4350167"/>
                  </a:lnTo>
                  <a:lnTo>
                    <a:pt x="6845053" y="4345080"/>
                  </a:lnTo>
                  <a:lnTo>
                    <a:pt x="6812432" y="4345080"/>
                  </a:lnTo>
                  <a:lnTo>
                    <a:pt x="6812432" y="4345080"/>
                  </a:lnTo>
                  <a:lnTo>
                    <a:pt x="6801558" y="4345080"/>
                  </a:lnTo>
                  <a:lnTo>
                    <a:pt x="6801558" y="4345080"/>
                  </a:lnTo>
                  <a:lnTo>
                    <a:pt x="6790684" y="4345080"/>
                  </a:lnTo>
                  <a:lnTo>
                    <a:pt x="6790684" y="4345080"/>
                  </a:lnTo>
                  <a:lnTo>
                    <a:pt x="6768936" y="4345080"/>
                  </a:lnTo>
                  <a:lnTo>
                    <a:pt x="6768936" y="4345080"/>
                  </a:lnTo>
                  <a:lnTo>
                    <a:pt x="6736315" y="4345080"/>
                  </a:lnTo>
                  <a:lnTo>
                    <a:pt x="6736315" y="4340097"/>
                  </a:lnTo>
                  <a:lnTo>
                    <a:pt x="6714568" y="4340097"/>
                  </a:lnTo>
                  <a:lnTo>
                    <a:pt x="6714568" y="4335110"/>
                  </a:lnTo>
                  <a:lnTo>
                    <a:pt x="6698257" y="4335110"/>
                  </a:lnTo>
                  <a:lnTo>
                    <a:pt x="6698257" y="4335110"/>
                  </a:lnTo>
                  <a:lnTo>
                    <a:pt x="6660199" y="4335110"/>
                  </a:lnTo>
                  <a:lnTo>
                    <a:pt x="6660199" y="4335110"/>
                  </a:lnTo>
                  <a:lnTo>
                    <a:pt x="6654762" y="4335110"/>
                  </a:lnTo>
                  <a:lnTo>
                    <a:pt x="6654762" y="4335110"/>
                  </a:lnTo>
                  <a:lnTo>
                    <a:pt x="6633014" y="4335110"/>
                  </a:lnTo>
                  <a:lnTo>
                    <a:pt x="6633014" y="4335110"/>
                  </a:lnTo>
                  <a:lnTo>
                    <a:pt x="6584082" y="4335110"/>
                  </a:lnTo>
                  <a:lnTo>
                    <a:pt x="6584082" y="4330271"/>
                  </a:lnTo>
                  <a:lnTo>
                    <a:pt x="6573208" y="4330271"/>
                  </a:lnTo>
                  <a:lnTo>
                    <a:pt x="6573208" y="4325429"/>
                  </a:lnTo>
                  <a:lnTo>
                    <a:pt x="6562334" y="4325429"/>
                  </a:lnTo>
                  <a:lnTo>
                    <a:pt x="6562334" y="4320586"/>
                  </a:lnTo>
                  <a:lnTo>
                    <a:pt x="6535150" y="4320586"/>
                  </a:lnTo>
                  <a:lnTo>
                    <a:pt x="6535150" y="4320586"/>
                  </a:lnTo>
                  <a:lnTo>
                    <a:pt x="6513402" y="4320586"/>
                  </a:lnTo>
                  <a:lnTo>
                    <a:pt x="6513402" y="4315764"/>
                  </a:lnTo>
                  <a:lnTo>
                    <a:pt x="6502529" y="4315764"/>
                  </a:lnTo>
                  <a:lnTo>
                    <a:pt x="6502529" y="4315764"/>
                  </a:lnTo>
                  <a:lnTo>
                    <a:pt x="6491655" y="4315764"/>
                  </a:lnTo>
                  <a:lnTo>
                    <a:pt x="6491655" y="4306207"/>
                  </a:lnTo>
                  <a:lnTo>
                    <a:pt x="6475344" y="4306207"/>
                  </a:lnTo>
                  <a:lnTo>
                    <a:pt x="6475344" y="4301425"/>
                  </a:lnTo>
                  <a:lnTo>
                    <a:pt x="6442723" y="4301425"/>
                  </a:lnTo>
                  <a:lnTo>
                    <a:pt x="6442723" y="4301425"/>
                  </a:lnTo>
                  <a:lnTo>
                    <a:pt x="6372043" y="4301425"/>
                  </a:lnTo>
                  <a:lnTo>
                    <a:pt x="6372043" y="4296687"/>
                  </a:lnTo>
                  <a:lnTo>
                    <a:pt x="6366606" y="4296687"/>
                  </a:lnTo>
                  <a:lnTo>
                    <a:pt x="6366606" y="4291947"/>
                  </a:lnTo>
                  <a:lnTo>
                    <a:pt x="6355732" y="4291947"/>
                  </a:lnTo>
                  <a:lnTo>
                    <a:pt x="6355732" y="4291947"/>
                  </a:lnTo>
                  <a:lnTo>
                    <a:pt x="6350295" y="4291947"/>
                  </a:lnTo>
                  <a:lnTo>
                    <a:pt x="6350295" y="4287226"/>
                  </a:lnTo>
                  <a:lnTo>
                    <a:pt x="6295926" y="4287226"/>
                  </a:lnTo>
                  <a:lnTo>
                    <a:pt x="6295926" y="4282504"/>
                  </a:lnTo>
                  <a:lnTo>
                    <a:pt x="6285053" y="4282504"/>
                  </a:lnTo>
                  <a:lnTo>
                    <a:pt x="6285053" y="4282504"/>
                  </a:lnTo>
                  <a:lnTo>
                    <a:pt x="6279616" y="4282504"/>
                  </a:lnTo>
                  <a:lnTo>
                    <a:pt x="6279616" y="4282504"/>
                  </a:lnTo>
                  <a:lnTo>
                    <a:pt x="6268742" y="4282504"/>
                  </a:lnTo>
                  <a:lnTo>
                    <a:pt x="6268742" y="4277824"/>
                  </a:lnTo>
                  <a:lnTo>
                    <a:pt x="6246994" y="4277824"/>
                  </a:lnTo>
                  <a:lnTo>
                    <a:pt x="6246994" y="4273141"/>
                  </a:lnTo>
                  <a:lnTo>
                    <a:pt x="6241557" y="4273141"/>
                  </a:lnTo>
                  <a:lnTo>
                    <a:pt x="6241557" y="4273141"/>
                  </a:lnTo>
                  <a:lnTo>
                    <a:pt x="6208936" y="4273141"/>
                  </a:lnTo>
                  <a:lnTo>
                    <a:pt x="6208936" y="4268519"/>
                  </a:lnTo>
                  <a:lnTo>
                    <a:pt x="6203499" y="4268519"/>
                  </a:lnTo>
                  <a:lnTo>
                    <a:pt x="6203499" y="4263896"/>
                  </a:lnTo>
                  <a:lnTo>
                    <a:pt x="6198062" y="4263896"/>
                  </a:lnTo>
                  <a:lnTo>
                    <a:pt x="6198062" y="4259271"/>
                  </a:lnTo>
                  <a:lnTo>
                    <a:pt x="6187188" y="4259271"/>
                  </a:lnTo>
                  <a:lnTo>
                    <a:pt x="6187188" y="4254644"/>
                  </a:lnTo>
                  <a:lnTo>
                    <a:pt x="6165441" y="4254644"/>
                  </a:lnTo>
                  <a:lnTo>
                    <a:pt x="6165441" y="4250016"/>
                  </a:lnTo>
                  <a:lnTo>
                    <a:pt x="6143693" y="4250016"/>
                  </a:lnTo>
                  <a:lnTo>
                    <a:pt x="6143693" y="4245385"/>
                  </a:lnTo>
                  <a:lnTo>
                    <a:pt x="6138256" y="4245385"/>
                  </a:lnTo>
                  <a:lnTo>
                    <a:pt x="6138256" y="4240753"/>
                  </a:lnTo>
                  <a:lnTo>
                    <a:pt x="6132820" y="4240753"/>
                  </a:lnTo>
                  <a:lnTo>
                    <a:pt x="6132820" y="4236120"/>
                  </a:lnTo>
                  <a:lnTo>
                    <a:pt x="6127383" y="4236120"/>
                  </a:lnTo>
                  <a:lnTo>
                    <a:pt x="6127383" y="4236120"/>
                  </a:lnTo>
                  <a:lnTo>
                    <a:pt x="6105635" y="4236120"/>
                  </a:lnTo>
                  <a:lnTo>
                    <a:pt x="6105635" y="4231504"/>
                  </a:lnTo>
                  <a:lnTo>
                    <a:pt x="6094761" y="4231504"/>
                  </a:lnTo>
                  <a:lnTo>
                    <a:pt x="6094761" y="4231504"/>
                  </a:lnTo>
                  <a:lnTo>
                    <a:pt x="6089324" y="4231504"/>
                  </a:lnTo>
                  <a:lnTo>
                    <a:pt x="6089324" y="4231504"/>
                  </a:lnTo>
                  <a:lnTo>
                    <a:pt x="6062140" y="4231504"/>
                  </a:lnTo>
                  <a:lnTo>
                    <a:pt x="6062140" y="4226946"/>
                  </a:lnTo>
                  <a:lnTo>
                    <a:pt x="6056703" y="4226946"/>
                  </a:lnTo>
                  <a:lnTo>
                    <a:pt x="6056703" y="4222405"/>
                  </a:lnTo>
                  <a:lnTo>
                    <a:pt x="6051266" y="4222405"/>
                  </a:lnTo>
                  <a:lnTo>
                    <a:pt x="6051266" y="4222405"/>
                  </a:lnTo>
                  <a:lnTo>
                    <a:pt x="6040392" y="4222405"/>
                  </a:lnTo>
                  <a:lnTo>
                    <a:pt x="6040392" y="4217881"/>
                  </a:lnTo>
                  <a:lnTo>
                    <a:pt x="6013208" y="4217881"/>
                  </a:lnTo>
                  <a:lnTo>
                    <a:pt x="6013208" y="4217881"/>
                  </a:lnTo>
                  <a:lnTo>
                    <a:pt x="6007771" y="4217881"/>
                  </a:lnTo>
                  <a:lnTo>
                    <a:pt x="6007771" y="4217881"/>
                  </a:lnTo>
                  <a:lnTo>
                    <a:pt x="6002334" y="4217881"/>
                  </a:lnTo>
                  <a:lnTo>
                    <a:pt x="6002334" y="4217881"/>
                  </a:lnTo>
                  <a:lnTo>
                    <a:pt x="5996897" y="4217881"/>
                  </a:lnTo>
                  <a:lnTo>
                    <a:pt x="5996897" y="4217881"/>
                  </a:lnTo>
                  <a:lnTo>
                    <a:pt x="5986023" y="4217881"/>
                  </a:lnTo>
                  <a:lnTo>
                    <a:pt x="5986023" y="4213466"/>
                  </a:lnTo>
                  <a:lnTo>
                    <a:pt x="5980586" y="4213466"/>
                  </a:lnTo>
                  <a:lnTo>
                    <a:pt x="5980586" y="4213466"/>
                  </a:lnTo>
                  <a:lnTo>
                    <a:pt x="5975150" y="4213466"/>
                  </a:lnTo>
                  <a:lnTo>
                    <a:pt x="5975150" y="4213466"/>
                  </a:lnTo>
                  <a:lnTo>
                    <a:pt x="5964276" y="4213466"/>
                  </a:lnTo>
                  <a:lnTo>
                    <a:pt x="5964276" y="4213466"/>
                  </a:lnTo>
                  <a:lnTo>
                    <a:pt x="5958839" y="4213466"/>
                  </a:lnTo>
                  <a:lnTo>
                    <a:pt x="5958839" y="4213466"/>
                  </a:lnTo>
                  <a:lnTo>
                    <a:pt x="5947965" y="4213466"/>
                  </a:lnTo>
                  <a:lnTo>
                    <a:pt x="5947965" y="4209120"/>
                  </a:lnTo>
                  <a:lnTo>
                    <a:pt x="5937091" y="4209120"/>
                  </a:lnTo>
                  <a:lnTo>
                    <a:pt x="5937091" y="4209120"/>
                  </a:lnTo>
                  <a:lnTo>
                    <a:pt x="5931654" y="4209120"/>
                  </a:lnTo>
                  <a:lnTo>
                    <a:pt x="5931654" y="4204806"/>
                  </a:lnTo>
                  <a:lnTo>
                    <a:pt x="5915344" y="4204806"/>
                  </a:lnTo>
                  <a:lnTo>
                    <a:pt x="5915344" y="4200525"/>
                  </a:lnTo>
                  <a:lnTo>
                    <a:pt x="5899033" y="4200525"/>
                  </a:lnTo>
                  <a:lnTo>
                    <a:pt x="5899033" y="4200525"/>
                  </a:lnTo>
                  <a:lnTo>
                    <a:pt x="5888159" y="4200525"/>
                  </a:lnTo>
                  <a:lnTo>
                    <a:pt x="5888159" y="4196276"/>
                  </a:lnTo>
                  <a:lnTo>
                    <a:pt x="5866412" y="4196276"/>
                  </a:lnTo>
                  <a:lnTo>
                    <a:pt x="5866412" y="4196276"/>
                  </a:lnTo>
                  <a:lnTo>
                    <a:pt x="5850101" y="4196276"/>
                  </a:lnTo>
                  <a:lnTo>
                    <a:pt x="5850101" y="4192057"/>
                  </a:lnTo>
                  <a:lnTo>
                    <a:pt x="5839227" y="4192057"/>
                  </a:lnTo>
                  <a:lnTo>
                    <a:pt x="5839227" y="4187854"/>
                  </a:lnTo>
                  <a:lnTo>
                    <a:pt x="5828353" y="4187854"/>
                  </a:lnTo>
                  <a:lnTo>
                    <a:pt x="5828353" y="4187854"/>
                  </a:lnTo>
                  <a:lnTo>
                    <a:pt x="5822916" y="4187854"/>
                  </a:lnTo>
                  <a:lnTo>
                    <a:pt x="5822916" y="4187854"/>
                  </a:lnTo>
                  <a:lnTo>
                    <a:pt x="5812043" y="4187854"/>
                  </a:lnTo>
                  <a:lnTo>
                    <a:pt x="5812043" y="4183711"/>
                  </a:lnTo>
                  <a:lnTo>
                    <a:pt x="5801169" y="4183711"/>
                  </a:lnTo>
                  <a:lnTo>
                    <a:pt x="5801169" y="4183711"/>
                  </a:lnTo>
                  <a:lnTo>
                    <a:pt x="5779421" y="4183711"/>
                  </a:lnTo>
                  <a:lnTo>
                    <a:pt x="5779421" y="4179613"/>
                  </a:lnTo>
                  <a:lnTo>
                    <a:pt x="5773984" y="4179613"/>
                  </a:lnTo>
                  <a:lnTo>
                    <a:pt x="5773984" y="4175528"/>
                  </a:lnTo>
                  <a:lnTo>
                    <a:pt x="5763111" y="4175528"/>
                  </a:lnTo>
                  <a:lnTo>
                    <a:pt x="5763111" y="4175528"/>
                  </a:lnTo>
                  <a:lnTo>
                    <a:pt x="5757674" y="4175528"/>
                  </a:lnTo>
                  <a:lnTo>
                    <a:pt x="5757674" y="4175528"/>
                  </a:lnTo>
                  <a:lnTo>
                    <a:pt x="5752237" y="4175528"/>
                  </a:lnTo>
                  <a:lnTo>
                    <a:pt x="5752237" y="4175528"/>
                  </a:lnTo>
                  <a:lnTo>
                    <a:pt x="5746800" y="4175528"/>
                  </a:lnTo>
                  <a:lnTo>
                    <a:pt x="5746800" y="4175528"/>
                  </a:lnTo>
                  <a:lnTo>
                    <a:pt x="5735926" y="4175528"/>
                  </a:lnTo>
                  <a:lnTo>
                    <a:pt x="5735926" y="4171515"/>
                  </a:lnTo>
                  <a:lnTo>
                    <a:pt x="5703305" y="4171515"/>
                  </a:lnTo>
                  <a:lnTo>
                    <a:pt x="5703305" y="4163515"/>
                  </a:lnTo>
                  <a:lnTo>
                    <a:pt x="5692431" y="4163515"/>
                  </a:lnTo>
                  <a:lnTo>
                    <a:pt x="5692431" y="4163515"/>
                  </a:lnTo>
                  <a:lnTo>
                    <a:pt x="5681557" y="4163515"/>
                  </a:lnTo>
                  <a:lnTo>
                    <a:pt x="5681557" y="4159527"/>
                  </a:lnTo>
                  <a:lnTo>
                    <a:pt x="5670683" y="4159527"/>
                  </a:lnTo>
                  <a:lnTo>
                    <a:pt x="5670683" y="4159527"/>
                  </a:lnTo>
                  <a:lnTo>
                    <a:pt x="5638062" y="4159527"/>
                  </a:lnTo>
                  <a:lnTo>
                    <a:pt x="5638062" y="4155579"/>
                  </a:lnTo>
                  <a:lnTo>
                    <a:pt x="5632625" y="4155579"/>
                  </a:lnTo>
                  <a:lnTo>
                    <a:pt x="5632625" y="4155579"/>
                  </a:lnTo>
                  <a:lnTo>
                    <a:pt x="5627188" y="4155579"/>
                  </a:lnTo>
                  <a:lnTo>
                    <a:pt x="5627188" y="4151644"/>
                  </a:lnTo>
                  <a:lnTo>
                    <a:pt x="5594567" y="4151644"/>
                  </a:lnTo>
                  <a:lnTo>
                    <a:pt x="5594567" y="4151644"/>
                  </a:lnTo>
                  <a:lnTo>
                    <a:pt x="5572819" y="4151644"/>
                  </a:lnTo>
                  <a:lnTo>
                    <a:pt x="5572819" y="4147748"/>
                  </a:lnTo>
                  <a:lnTo>
                    <a:pt x="5567382" y="4147748"/>
                  </a:lnTo>
                  <a:lnTo>
                    <a:pt x="5567382" y="4147748"/>
                  </a:lnTo>
                  <a:lnTo>
                    <a:pt x="5561945" y="4147748"/>
                  </a:lnTo>
                  <a:lnTo>
                    <a:pt x="5561945" y="4139980"/>
                  </a:lnTo>
                  <a:lnTo>
                    <a:pt x="5545635" y="4139980"/>
                  </a:lnTo>
                  <a:lnTo>
                    <a:pt x="5545635" y="4139980"/>
                  </a:lnTo>
                  <a:lnTo>
                    <a:pt x="5540198" y="4139980"/>
                  </a:lnTo>
                  <a:lnTo>
                    <a:pt x="5540198" y="4136107"/>
                  </a:lnTo>
                  <a:lnTo>
                    <a:pt x="5529324" y="4136107"/>
                  </a:lnTo>
                  <a:lnTo>
                    <a:pt x="5529324" y="4132246"/>
                  </a:lnTo>
                  <a:lnTo>
                    <a:pt x="5523887" y="4132246"/>
                  </a:lnTo>
                  <a:lnTo>
                    <a:pt x="5523887" y="4128397"/>
                  </a:lnTo>
                  <a:lnTo>
                    <a:pt x="5518450" y="4128397"/>
                  </a:lnTo>
                  <a:lnTo>
                    <a:pt x="5518450" y="4124560"/>
                  </a:lnTo>
                  <a:lnTo>
                    <a:pt x="5507576" y="4124560"/>
                  </a:lnTo>
                  <a:lnTo>
                    <a:pt x="5507576" y="4120722"/>
                  </a:lnTo>
                  <a:lnTo>
                    <a:pt x="5496703" y="4120722"/>
                  </a:lnTo>
                  <a:lnTo>
                    <a:pt x="5496703" y="4120722"/>
                  </a:lnTo>
                  <a:lnTo>
                    <a:pt x="5480392" y="4120722"/>
                  </a:lnTo>
                  <a:lnTo>
                    <a:pt x="5480392" y="4120722"/>
                  </a:lnTo>
                  <a:lnTo>
                    <a:pt x="5474955" y="4120722"/>
                  </a:lnTo>
                  <a:lnTo>
                    <a:pt x="5474955" y="4116920"/>
                  </a:lnTo>
                  <a:lnTo>
                    <a:pt x="5469518" y="4116920"/>
                  </a:lnTo>
                  <a:lnTo>
                    <a:pt x="5469518" y="4116920"/>
                  </a:lnTo>
                  <a:lnTo>
                    <a:pt x="5464081" y="4116920"/>
                  </a:lnTo>
                  <a:lnTo>
                    <a:pt x="5464081" y="4113141"/>
                  </a:lnTo>
                  <a:lnTo>
                    <a:pt x="5453207" y="4113141"/>
                  </a:lnTo>
                  <a:lnTo>
                    <a:pt x="5453207" y="4109362"/>
                  </a:lnTo>
                  <a:lnTo>
                    <a:pt x="5447770" y="4109362"/>
                  </a:lnTo>
                  <a:lnTo>
                    <a:pt x="5447770" y="4105605"/>
                  </a:lnTo>
                  <a:lnTo>
                    <a:pt x="5420586" y="4105605"/>
                  </a:lnTo>
                  <a:lnTo>
                    <a:pt x="5420586" y="4101860"/>
                  </a:lnTo>
                  <a:lnTo>
                    <a:pt x="5409712" y="4101860"/>
                  </a:lnTo>
                  <a:lnTo>
                    <a:pt x="5409712" y="4098114"/>
                  </a:lnTo>
                  <a:lnTo>
                    <a:pt x="5404275" y="4098114"/>
                  </a:lnTo>
                  <a:lnTo>
                    <a:pt x="5404275" y="4094378"/>
                  </a:lnTo>
                  <a:lnTo>
                    <a:pt x="5393402" y="4094378"/>
                  </a:lnTo>
                  <a:lnTo>
                    <a:pt x="5393402" y="4090642"/>
                  </a:lnTo>
                  <a:lnTo>
                    <a:pt x="5387965" y="4090642"/>
                  </a:lnTo>
                  <a:lnTo>
                    <a:pt x="5387965" y="4083167"/>
                  </a:lnTo>
                  <a:lnTo>
                    <a:pt x="5382528" y="4083167"/>
                  </a:lnTo>
                  <a:lnTo>
                    <a:pt x="5382528" y="4083167"/>
                  </a:lnTo>
                  <a:lnTo>
                    <a:pt x="5360780" y="4083167"/>
                  </a:lnTo>
                  <a:lnTo>
                    <a:pt x="5360780" y="4083167"/>
                  </a:lnTo>
                  <a:lnTo>
                    <a:pt x="5355343" y="4083167"/>
                  </a:lnTo>
                  <a:lnTo>
                    <a:pt x="5355343" y="4083167"/>
                  </a:lnTo>
                  <a:lnTo>
                    <a:pt x="5349906" y="4083167"/>
                  </a:lnTo>
                  <a:lnTo>
                    <a:pt x="5349906" y="4083167"/>
                  </a:lnTo>
                  <a:lnTo>
                    <a:pt x="5344469" y="4083167"/>
                  </a:lnTo>
                  <a:lnTo>
                    <a:pt x="5344469" y="4079474"/>
                  </a:lnTo>
                  <a:lnTo>
                    <a:pt x="5328159" y="4079474"/>
                  </a:lnTo>
                  <a:lnTo>
                    <a:pt x="5328159" y="4079474"/>
                  </a:lnTo>
                  <a:lnTo>
                    <a:pt x="5306411" y="4079474"/>
                  </a:lnTo>
                  <a:lnTo>
                    <a:pt x="5306411" y="4075802"/>
                  </a:lnTo>
                  <a:lnTo>
                    <a:pt x="5290100" y="4075802"/>
                  </a:lnTo>
                  <a:lnTo>
                    <a:pt x="5290100" y="4072141"/>
                  </a:lnTo>
                  <a:lnTo>
                    <a:pt x="5279227" y="4072141"/>
                  </a:lnTo>
                  <a:lnTo>
                    <a:pt x="5279227" y="4068479"/>
                  </a:lnTo>
                  <a:lnTo>
                    <a:pt x="5268353" y="4068479"/>
                  </a:lnTo>
                  <a:lnTo>
                    <a:pt x="5268353" y="4064826"/>
                  </a:lnTo>
                  <a:lnTo>
                    <a:pt x="5252042" y="4064826"/>
                  </a:lnTo>
                  <a:lnTo>
                    <a:pt x="5252042" y="4061184"/>
                  </a:lnTo>
                  <a:lnTo>
                    <a:pt x="5246605" y="4061184"/>
                  </a:lnTo>
                  <a:lnTo>
                    <a:pt x="5246605" y="4061184"/>
                  </a:lnTo>
                  <a:lnTo>
                    <a:pt x="5241168" y="4061184"/>
                  </a:lnTo>
                  <a:lnTo>
                    <a:pt x="5241168" y="4057584"/>
                  </a:lnTo>
                  <a:lnTo>
                    <a:pt x="5213984" y="4057584"/>
                  </a:lnTo>
                  <a:lnTo>
                    <a:pt x="5213984" y="4057584"/>
                  </a:lnTo>
                  <a:lnTo>
                    <a:pt x="5208547" y="4057584"/>
                  </a:lnTo>
                  <a:lnTo>
                    <a:pt x="5208547" y="4053993"/>
                  </a:lnTo>
                  <a:lnTo>
                    <a:pt x="5203110" y="4053993"/>
                  </a:lnTo>
                  <a:lnTo>
                    <a:pt x="5203110" y="4053993"/>
                  </a:lnTo>
                  <a:lnTo>
                    <a:pt x="5197673" y="4053993"/>
                  </a:lnTo>
                  <a:lnTo>
                    <a:pt x="5197673" y="4050422"/>
                  </a:lnTo>
                  <a:lnTo>
                    <a:pt x="5181363" y="4050422"/>
                  </a:lnTo>
                  <a:lnTo>
                    <a:pt x="5181363" y="4050422"/>
                  </a:lnTo>
                  <a:lnTo>
                    <a:pt x="5170489" y="4050422"/>
                  </a:lnTo>
                  <a:lnTo>
                    <a:pt x="5170489" y="4046871"/>
                  </a:lnTo>
                  <a:lnTo>
                    <a:pt x="5165052" y="4046871"/>
                  </a:lnTo>
                  <a:lnTo>
                    <a:pt x="5165052" y="4039786"/>
                  </a:lnTo>
                  <a:lnTo>
                    <a:pt x="5110683" y="4039786"/>
                  </a:lnTo>
                  <a:lnTo>
                    <a:pt x="5110683" y="4036243"/>
                  </a:lnTo>
                  <a:lnTo>
                    <a:pt x="5105246" y="4036243"/>
                  </a:lnTo>
                  <a:lnTo>
                    <a:pt x="5105246" y="4032699"/>
                  </a:lnTo>
                  <a:lnTo>
                    <a:pt x="5099809" y="4032699"/>
                  </a:lnTo>
                  <a:lnTo>
                    <a:pt x="5099809" y="4032699"/>
                  </a:lnTo>
                  <a:lnTo>
                    <a:pt x="5094372" y="4032699"/>
                  </a:lnTo>
                  <a:lnTo>
                    <a:pt x="5094372" y="4029184"/>
                  </a:lnTo>
                  <a:lnTo>
                    <a:pt x="5078061" y="4029184"/>
                  </a:lnTo>
                  <a:lnTo>
                    <a:pt x="5078061" y="4029184"/>
                  </a:lnTo>
                  <a:lnTo>
                    <a:pt x="5072625" y="4029184"/>
                  </a:lnTo>
                  <a:lnTo>
                    <a:pt x="5072625" y="4025678"/>
                  </a:lnTo>
                  <a:lnTo>
                    <a:pt x="5061751" y="4025678"/>
                  </a:lnTo>
                  <a:lnTo>
                    <a:pt x="5061751" y="4025678"/>
                  </a:lnTo>
                  <a:lnTo>
                    <a:pt x="5050877" y="4025678"/>
                  </a:lnTo>
                  <a:lnTo>
                    <a:pt x="5050877" y="4025678"/>
                  </a:lnTo>
                  <a:lnTo>
                    <a:pt x="5045440" y="4025678"/>
                  </a:lnTo>
                  <a:lnTo>
                    <a:pt x="5045440" y="4022191"/>
                  </a:lnTo>
                  <a:lnTo>
                    <a:pt x="5040003" y="4022191"/>
                  </a:lnTo>
                  <a:lnTo>
                    <a:pt x="5040003" y="4018703"/>
                  </a:lnTo>
                  <a:lnTo>
                    <a:pt x="5023693" y="4018703"/>
                  </a:lnTo>
                  <a:lnTo>
                    <a:pt x="5023693" y="4018703"/>
                  </a:lnTo>
                  <a:lnTo>
                    <a:pt x="5018256" y="4018703"/>
                  </a:lnTo>
                  <a:lnTo>
                    <a:pt x="5018256" y="4015242"/>
                  </a:lnTo>
                  <a:lnTo>
                    <a:pt x="4985634" y="4015242"/>
                  </a:lnTo>
                  <a:lnTo>
                    <a:pt x="4985634" y="4015242"/>
                  </a:lnTo>
                  <a:lnTo>
                    <a:pt x="4936702" y="4015242"/>
                  </a:lnTo>
                  <a:lnTo>
                    <a:pt x="4936702" y="4011791"/>
                  </a:lnTo>
                  <a:lnTo>
                    <a:pt x="4931265" y="4011791"/>
                  </a:lnTo>
                  <a:lnTo>
                    <a:pt x="4931265" y="4008338"/>
                  </a:lnTo>
                  <a:lnTo>
                    <a:pt x="4925828" y="4008338"/>
                  </a:lnTo>
                  <a:lnTo>
                    <a:pt x="4925828" y="4004886"/>
                  </a:lnTo>
                  <a:lnTo>
                    <a:pt x="4914955" y="4004886"/>
                  </a:lnTo>
                  <a:lnTo>
                    <a:pt x="4914955" y="4004886"/>
                  </a:lnTo>
                  <a:lnTo>
                    <a:pt x="4909518" y="4004886"/>
                  </a:lnTo>
                  <a:lnTo>
                    <a:pt x="4909518" y="4004886"/>
                  </a:lnTo>
                  <a:lnTo>
                    <a:pt x="4904081" y="4004886"/>
                  </a:lnTo>
                  <a:lnTo>
                    <a:pt x="4904081" y="4001451"/>
                  </a:lnTo>
                  <a:lnTo>
                    <a:pt x="4898644" y="4001451"/>
                  </a:lnTo>
                  <a:lnTo>
                    <a:pt x="4898644" y="3998015"/>
                  </a:lnTo>
                  <a:lnTo>
                    <a:pt x="4893207" y="3998015"/>
                  </a:lnTo>
                  <a:lnTo>
                    <a:pt x="4893207" y="3991142"/>
                  </a:lnTo>
                  <a:lnTo>
                    <a:pt x="4871459" y="3991142"/>
                  </a:lnTo>
                  <a:lnTo>
                    <a:pt x="4871459" y="3991142"/>
                  </a:lnTo>
                  <a:lnTo>
                    <a:pt x="4849712" y="3991142"/>
                  </a:lnTo>
                  <a:lnTo>
                    <a:pt x="4849712" y="3991142"/>
                  </a:lnTo>
                  <a:lnTo>
                    <a:pt x="4844275" y="3991142"/>
                  </a:lnTo>
                  <a:lnTo>
                    <a:pt x="4844275" y="3991142"/>
                  </a:lnTo>
                  <a:lnTo>
                    <a:pt x="4827964" y="3991142"/>
                  </a:lnTo>
                  <a:lnTo>
                    <a:pt x="4827964" y="3987758"/>
                  </a:lnTo>
                  <a:lnTo>
                    <a:pt x="4822527" y="3987758"/>
                  </a:lnTo>
                  <a:lnTo>
                    <a:pt x="4822527" y="3984374"/>
                  </a:lnTo>
                  <a:lnTo>
                    <a:pt x="4817090" y="3984374"/>
                  </a:lnTo>
                  <a:lnTo>
                    <a:pt x="4817090" y="3980989"/>
                  </a:lnTo>
                  <a:lnTo>
                    <a:pt x="4806217" y="3980989"/>
                  </a:lnTo>
                  <a:lnTo>
                    <a:pt x="4806217" y="3977603"/>
                  </a:lnTo>
                  <a:lnTo>
                    <a:pt x="4784469" y="3977603"/>
                  </a:lnTo>
                  <a:lnTo>
                    <a:pt x="4784469" y="3977603"/>
                  </a:lnTo>
                  <a:lnTo>
                    <a:pt x="4779032" y="3977603"/>
                  </a:lnTo>
                  <a:lnTo>
                    <a:pt x="4779032" y="3977603"/>
                  </a:lnTo>
                  <a:lnTo>
                    <a:pt x="4773595" y="3977603"/>
                  </a:lnTo>
                  <a:lnTo>
                    <a:pt x="4773595" y="3974234"/>
                  </a:lnTo>
                  <a:lnTo>
                    <a:pt x="4768158" y="3974234"/>
                  </a:lnTo>
                  <a:lnTo>
                    <a:pt x="4768158" y="3970865"/>
                  </a:lnTo>
                  <a:lnTo>
                    <a:pt x="4751848" y="3970865"/>
                  </a:lnTo>
                  <a:lnTo>
                    <a:pt x="4751848" y="3967503"/>
                  </a:lnTo>
                  <a:lnTo>
                    <a:pt x="4730100" y="3967503"/>
                  </a:lnTo>
                  <a:lnTo>
                    <a:pt x="4730100" y="3967503"/>
                  </a:lnTo>
                  <a:lnTo>
                    <a:pt x="4719226" y="3967503"/>
                  </a:lnTo>
                  <a:lnTo>
                    <a:pt x="4719226" y="3964167"/>
                  </a:lnTo>
                  <a:lnTo>
                    <a:pt x="4713789" y="3964167"/>
                  </a:lnTo>
                  <a:lnTo>
                    <a:pt x="4713789" y="3964167"/>
                  </a:lnTo>
                  <a:lnTo>
                    <a:pt x="4708352" y="3964167"/>
                  </a:lnTo>
                  <a:lnTo>
                    <a:pt x="4708352" y="3960854"/>
                  </a:lnTo>
                  <a:lnTo>
                    <a:pt x="4697479" y="3960854"/>
                  </a:lnTo>
                  <a:lnTo>
                    <a:pt x="4697479" y="3960854"/>
                  </a:lnTo>
                  <a:lnTo>
                    <a:pt x="4692042" y="3960854"/>
                  </a:lnTo>
                  <a:lnTo>
                    <a:pt x="4692042" y="3960854"/>
                  </a:lnTo>
                  <a:lnTo>
                    <a:pt x="4681168" y="3960854"/>
                  </a:lnTo>
                  <a:lnTo>
                    <a:pt x="4681168" y="3960854"/>
                  </a:lnTo>
                  <a:lnTo>
                    <a:pt x="4675731" y="3960854"/>
                  </a:lnTo>
                  <a:lnTo>
                    <a:pt x="4675731" y="3957574"/>
                  </a:lnTo>
                  <a:lnTo>
                    <a:pt x="4659420" y="3957574"/>
                  </a:lnTo>
                  <a:lnTo>
                    <a:pt x="4659420" y="3951012"/>
                  </a:lnTo>
                  <a:lnTo>
                    <a:pt x="4648547" y="3951012"/>
                  </a:lnTo>
                  <a:lnTo>
                    <a:pt x="4648547" y="3951012"/>
                  </a:lnTo>
                  <a:lnTo>
                    <a:pt x="4643110" y="3951012"/>
                  </a:lnTo>
                  <a:lnTo>
                    <a:pt x="4643110" y="3947738"/>
                  </a:lnTo>
                  <a:lnTo>
                    <a:pt x="4637673" y="3947738"/>
                  </a:lnTo>
                  <a:lnTo>
                    <a:pt x="4637673" y="3944463"/>
                  </a:lnTo>
                  <a:lnTo>
                    <a:pt x="4626799" y="3944463"/>
                  </a:lnTo>
                  <a:lnTo>
                    <a:pt x="4626799" y="3941197"/>
                  </a:lnTo>
                  <a:lnTo>
                    <a:pt x="4610488" y="3941197"/>
                  </a:lnTo>
                  <a:lnTo>
                    <a:pt x="4610488" y="3934661"/>
                  </a:lnTo>
                  <a:lnTo>
                    <a:pt x="4588741" y="3934661"/>
                  </a:lnTo>
                  <a:lnTo>
                    <a:pt x="4588741" y="3931409"/>
                  </a:lnTo>
                  <a:lnTo>
                    <a:pt x="4583304" y="3931409"/>
                  </a:lnTo>
                  <a:lnTo>
                    <a:pt x="4583304" y="3931409"/>
                  </a:lnTo>
                  <a:lnTo>
                    <a:pt x="4572430" y="3931409"/>
                  </a:lnTo>
                  <a:lnTo>
                    <a:pt x="4572430" y="3924918"/>
                  </a:lnTo>
                  <a:lnTo>
                    <a:pt x="4566993" y="3924918"/>
                  </a:lnTo>
                  <a:lnTo>
                    <a:pt x="4566993" y="3924918"/>
                  </a:lnTo>
                  <a:lnTo>
                    <a:pt x="4556119" y="3924918"/>
                  </a:lnTo>
                  <a:lnTo>
                    <a:pt x="4556119" y="3924918"/>
                  </a:lnTo>
                  <a:lnTo>
                    <a:pt x="4550682" y="3924918"/>
                  </a:lnTo>
                  <a:lnTo>
                    <a:pt x="4550682" y="3921702"/>
                  </a:lnTo>
                  <a:lnTo>
                    <a:pt x="4545246" y="3921702"/>
                  </a:lnTo>
                  <a:lnTo>
                    <a:pt x="4545246" y="3921702"/>
                  </a:lnTo>
                  <a:lnTo>
                    <a:pt x="4528935" y="3921702"/>
                  </a:lnTo>
                  <a:lnTo>
                    <a:pt x="4528935" y="3918500"/>
                  </a:lnTo>
                  <a:lnTo>
                    <a:pt x="4523498" y="3918500"/>
                  </a:lnTo>
                  <a:lnTo>
                    <a:pt x="4523498" y="3918500"/>
                  </a:lnTo>
                  <a:lnTo>
                    <a:pt x="4501750" y="3918500"/>
                  </a:lnTo>
                  <a:lnTo>
                    <a:pt x="4501750" y="3915306"/>
                  </a:lnTo>
                  <a:lnTo>
                    <a:pt x="4490877" y="3915306"/>
                  </a:lnTo>
                  <a:lnTo>
                    <a:pt x="4490877" y="3908959"/>
                  </a:lnTo>
                  <a:lnTo>
                    <a:pt x="4480003" y="3908959"/>
                  </a:lnTo>
                  <a:lnTo>
                    <a:pt x="4480003" y="3908959"/>
                  </a:lnTo>
                  <a:lnTo>
                    <a:pt x="4469129" y="3908959"/>
                  </a:lnTo>
                  <a:lnTo>
                    <a:pt x="4469129" y="3905793"/>
                  </a:lnTo>
                  <a:lnTo>
                    <a:pt x="4458255" y="3905793"/>
                  </a:lnTo>
                  <a:lnTo>
                    <a:pt x="4458255" y="3899473"/>
                  </a:lnTo>
                  <a:lnTo>
                    <a:pt x="4452818" y="3899473"/>
                  </a:lnTo>
                  <a:lnTo>
                    <a:pt x="4452818" y="3896326"/>
                  </a:lnTo>
                  <a:lnTo>
                    <a:pt x="4447381" y="3896326"/>
                  </a:lnTo>
                  <a:lnTo>
                    <a:pt x="4447381" y="3893180"/>
                  </a:lnTo>
                  <a:lnTo>
                    <a:pt x="4436508" y="3893180"/>
                  </a:lnTo>
                  <a:lnTo>
                    <a:pt x="4436508" y="3893180"/>
                  </a:lnTo>
                  <a:lnTo>
                    <a:pt x="4431071" y="3893180"/>
                  </a:lnTo>
                  <a:lnTo>
                    <a:pt x="4431071" y="3893180"/>
                  </a:lnTo>
                  <a:lnTo>
                    <a:pt x="4414760" y="3893180"/>
                  </a:lnTo>
                  <a:lnTo>
                    <a:pt x="4414760" y="3893180"/>
                  </a:lnTo>
                  <a:lnTo>
                    <a:pt x="4409323" y="3893180"/>
                  </a:lnTo>
                  <a:lnTo>
                    <a:pt x="4409323" y="3893180"/>
                  </a:lnTo>
                  <a:lnTo>
                    <a:pt x="4387576" y="3893180"/>
                  </a:lnTo>
                  <a:lnTo>
                    <a:pt x="4387576" y="3893180"/>
                  </a:lnTo>
                  <a:lnTo>
                    <a:pt x="4376702" y="3893180"/>
                  </a:lnTo>
                  <a:lnTo>
                    <a:pt x="4376702" y="3893180"/>
                  </a:lnTo>
                  <a:lnTo>
                    <a:pt x="4365828" y="3893180"/>
                  </a:lnTo>
                  <a:lnTo>
                    <a:pt x="4365828" y="3886995"/>
                  </a:lnTo>
                  <a:lnTo>
                    <a:pt x="4360391" y="3886995"/>
                  </a:lnTo>
                  <a:lnTo>
                    <a:pt x="4360391" y="3883903"/>
                  </a:lnTo>
                  <a:lnTo>
                    <a:pt x="4333207" y="3883903"/>
                  </a:lnTo>
                  <a:lnTo>
                    <a:pt x="4333207" y="3880810"/>
                  </a:lnTo>
                  <a:lnTo>
                    <a:pt x="4316896" y="3880810"/>
                  </a:lnTo>
                  <a:lnTo>
                    <a:pt x="4316896" y="3880810"/>
                  </a:lnTo>
                  <a:lnTo>
                    <a:pt x="4306022" y="3880810"/>
                  </a:lnTo>
                  <a:lnTo>
                    <a:pt x="4306022" y="3877730"/>
                  </a:lnTo>
                  <a:lnTo>
                    <a:pt x="4300585" y="3877730"/>
                  </a:lnTo>
                  <a:lnTo>
                    <a:pt x="4300585" y="3874649"/>
                  </a:lnTo>
                  <a:lnTo>
                    <a:pt x="4284274" y="3874649"/>
                  </a:lnTo>
                  <a:lnTo>
                    <a:pt x="4284274" y="3874649"/>
                  </a:lnTo>
                  <a:lnTo>
                    <a:pt x="4267964" y="3874649"/>
                  </a:lnTo>
                  <a:lnTo>
                    <a:pt x="4267964" y="3871582"/>
                  </a:lnTo>
                  <a:lnTo>
                    <a:pt x="4262527" y="3871582"/>
                  </a:lnTo>
                  <a:lnTo>
                    <a:pt x="4262527" y="3868521"/>
                  </a:lnTo>
                  <a:lnTo>
                    <a:pt x="4257090" y="3868521"/>
                  </a:lnTo>
                  <a:lnTo>
                    <a:pt x="4257090" y="3865466"/>
                  </a:lnTo>
                  <a:lnTo>
                    <a:pt x="4246216" y="3865466"/>
                  </a:lnTo>
                  <a:lnTo>
                    <a:pt x="4246216" y="3862411"/>
                  </a:lnTo>
                  <a:lnTo>
                    <a:pt x="4240779" y="3862411"/>
                  </a:lnTo>
                  <a:lnTo>
                    <a:pt x="4240779" y="3862411"/>
                  </a:lnTo>
                  <a:lnTo>
                    <a:pt x="4235342" y="3862411"/>
                  </a:lnTo>
                  <a:lnTo>
                    <a:pt x="4235342" y="3859368"/>
                  </a:lnTo>
                  <a:lnTo>
                    <a:pt x="4229906" y="3859368"/>
                  </a:lnTo>
                  <a:lnTo>
                    <a:pt x="4229906" y="3856325"/>
                  </a:lnTo>
                  <a:lnTo>
                    <a:pt x="4224469" y="3856325"/>
                  </a:lnTo>
                  <a:lnTo>
                    <a:pt x="4224469" y="3853294"/>
                  </a:lnTo>
                  <a:lnTo>
                    <a:pt x="4219032" y="3853294"/>
                  </a:lnTo>
                  <a:lnTo>
                    <a:pt x="4219032" y="3850263"/>
                  </a:lnTo>
                  <a:lnTo>
                    <a:pt x="4213595" y="3850263"/>
                  </a:lnTo>
                  <a:lnTo>
                    <a:pt x="4213595" y="3847238"/>
                  </a:lnTo>
                  <a:lnTo>
                    <a:pt x="4208158" y="3847238"/>
                  </a:lnTo>
                  <a:lnTo>
                    <a:pt x="4208158" y="3844219"/>
                  </a:lnTo>
                  <a:lnTo>
                    <a:pt x="4202721" y="3844219"/>
                  </a:lnTo>
                  <a:lnTo>
                    <a:pt x="4202721" y="3844219"/>
                  </a:lnTo>
                  <a:lnTo>
                    <a:pt x="4197284" y="3844219"/>
                  </a:lnTo>
                  <a:lnTo>
                    <a:pt x="4197284" y="3841218"/>
                  </a:lnTo>
                  <a:lnTo>
                    <a:pt x="4180973" y="3841218"/>
                  </a:lnTo>
                  <a:lnTo>
                    <a:pt x="4180973" y="3838224"/>
                  </a:lnTo>
                  <a:lnTo>
                    <a:pt x="4175537" y="3838224"/>
                  </a:lnTo>
                  <a:lnTo>
                    <a:pt x="4175537" y="3838224"/>
                  </a:lnTo>
                  <a:lnTo>
                    <a:pt x="4170100" y="3838224"/>
                  </a:lnTo>
                  <a:lnTo>
                    <a:pt x="4170100" y="3835235"/>
                  </a:lnTo>
                  <a:lnTo>
                    <a:pt x="4164663" y="3835235"/>
                  </a:lnTo>
                  <a:lnTo>
                    <a:pt x="4164663" y="3832245"/>
                  </a:lnTo>
                  <a:lnTo>
                    <a:pt x="4159226" y="3832245"/>
                  </a:lnTo>
                  <a:lnTo>
                    <a:pt x="4159226" y="3829255"/>
                  </a:lnTo>
                  <a:lnTo>
                    <a:pt x="4153789" y="3829255"/>
                  </a:lnTo>
                  <a:lnTo>
                    <a:pt x="4153789" y="3823275"/>
                  </a:lnTo>
                  <a:lnTo>
                    <a:pt x="4148352" y="3823275"/>
                  </a:lnTo>
                  <a:lnTo>
                    <a:pt x="4148352" y="3823275"/>
                  </a:lnTo>
                  <a:lnTo>
                    <a:pt x="4142915" y="3823275"/>
                  </a:lnTo>
                  <a:lnTo>
                    <a:pt x="4142915" y="3820291"/>
                  </a:lnTo>
                  <a:lnTo>
                    <a:pt x="4126604" y="3820291"/>
                  </a:lnTo>
                  <a:lnTo>
                    <a:pt x="4126604" y="3814321"/>
                  </a:lnTo>
                  <a:lnTo>
                    <a:pt x="4115731" y="3814321"/>
                  </a:lnTo>
                  <a:lnTo>
                    <a:pt x="4115731" y="3811341"/>
                  </a:lnTo>
                  <a:lnTo>
                    <a:pt x="4110294" y="3811341"/>
                  </a:lnTo>
                  <a:lnTo>
                    <a:pt x="4110294" y="3811341"/>
                  </a:lnTo>
                  <a:lnTo>
                    <a:pt x="4104857" y="3811341"/>
                  </a:lnTo>
                  <a:lnTo>
                    <a:pt x="4104857" y="3811341"/>
                  </a:lnTo>
                  <a:lnTo>
                    <a:pt x="4099420" y="3811341"/>
                  </a:lnTo>
                  <a:lnTo>
                    <a:pt x="4099420" y="3808397"/>
                  </a:lnTo>
                  <a:lnTo>
                    <a:pt x="4083109" y="3808397"/>
                  </a:lnTo>
                  <a:lnTo>
                    <a:pt x="4083109" y="3805452"/>
                  </a:lnTo>
                  <a:lnTo>
                    <a:pt x="4077672" y="3805452"/>
                  </a:lnTo>
                  <a:lnTo>
                    <a:pt x="4077672" y="3802513"/>
                  </a:lnTo>
                  <a:lnTo>
                    <a:pt x="4072235" y="3802513"/>
                  </a:lnTo>
                  <a:lnTo>
                    <a:pt x="4072235" y="3799585"/>
                  </a:lnTo>
                  <a:lnTo>
                    <a:pt x="4066799" y="3799585"/>
                  </a:lnTo>
                  <a:lnTo>
                    <a:pt x="4066799" y="3796656"/>
                  </a:lnTo>
                  <a:lnTo>
                    <a:pt x="4055925" y="3796656"/>
                  </a:lnTo>
                  <a:lnTo>
                    <a:pt x="4055925" y="3796656"/>
                  </a:lnTo>
                  <a:lnTo>
                    <a:pt x="4039614" y="3796656"/>
                  </a:lnTo>
                  <a:lnTo>
                    <a:pt x="4039614" y="3793739"/>
                  </a:lnTo>
                  <a:lnTo>
                    <a:pt x="4034177" y="3793739"/>
                  </a:lnTo>
                  <a:lnTo>
                    <a:pt x="4034177" y="3790821"/>
                  </a:lnTo>
                  <a:lnTo>
                    <a:pt x="4028740" y="3790821"/>
                  </a:lnTo>
                  <a:lnTo>
                    <a:pt x="4028740" y="3787915"/>
                  </a:lnTo>
                  <a:lnTo>
                    <a:pt x="4023303" y="3787915"/>
                  </a:lnTo>
                  <a:lnTo>
                    <a:pt x="4023303" y="3787915"/>
                  </a:lnTo>
                  <a:lnTo>
                    <a:pt x="4017867" y="3787915"/>
                  </a:lnTo>
                  <a:lnTo>
                    <a:pt x="4017867" y="3787915"/>
                  </a:lnTo>
                  <a:lnTo>
                    <a:pt x="4001556" y="3787915"/>
                  </a:lnTo>
                  <a:lnTo>
                    <a:pt x="4001556" y="3785025"/>
                  </a:lnTo>
                  <a:lnTo>
                    <a:pt x="3996119" y="3785025"/>
                  </a:lnTo>
                  <a:lnTo>
                    <a:pt x="3996119" y="3779276"/>
                  </a:lnTo>
                  <a:lnTo>
                    <a:pt x="3990682" y="3779276"/>
                  </a:lnTo>
                  <a:lnTo>
                    <a:pt x="3990682" y="3779276"/>
                  </a:lnTo>
                  <a:lnTo>
                    <a:pt x="3985245" y="3779276"/>
                  </a:lnTo>
                  <a:lnTo>
                    <a:pt x="3985245" y="3773548"/>
                  </a:lnTo>
                  <a:lnTo>
                    <a:pt x="3963498" y="3773548"/>
                  </a:lnTo>
                  <a:lnTo>
                    <a:pt x="3963498" y="3773548"/>
                  </a:lnTo>
                  <a:lnTo>
                    <a:pt x="3958061" y="3773548"/>
                  </a:lnTo>
                  <a:lnTo>
                    <a:pt x="3958061" y="3773548"/>
                  </a:lnTo>
                  <a:lnTo>
                    <a:pt x="3941750" y="3773548"/>
                  </a:lnTo>
                  <a:lnTo>
                    <a:pt x="3941750" y="3773548"/>
                  </a:lnTo>
                  <a:lnTo>
                    <a:pt x="3936313" y="3773548"/>
                  </a:lnTo>
                  <a:lnTo>
                    <a:pt x="3936313" y="3770716"/>
                  </a:lnTo>
                  <a:lnTo>
                    <a:pt x="3930876" y="3770716"/>
                  </a:lnTo>
                  <a:lnTo>
                    <a:pt x="3930876" y="3767883"/>
                  </a:lnTo>
                  <a:lnTo>
                    <a:pt x="3925439" y="3767883"/>
                  </a:lnTo>
                  <a:lnTo>
                    <a:pt x="3925439" y="3759415"/>
                  </a:lnTo>
                  <a:lnTo>
                    <a:pt x="3920002" y="3759415"/>
                  </a:lnTo>
                  <a:lnTo>
                    <a:pt x="3920002" y="3759415"/>
                  </a:lnTo>
                  <a:lnTo>
                    <a:pt x="3914565" y="3759415"/>
                  </a:lnTo>
                  <a:lnTo>
                    <a:pt x="3914565" y="3756607"/>
                  </a:lnTo>
                  <a:lnTo>
                    <a:pt x="3909129" y="3756607"/>
                  </a:lnTo>
                  <a:lnTo>
                    <a:pt x="3909129" y="3753804"/>
                  </a:lnTo>
                  <a:lnTo>
                    <a:pt x="3903692" y="3753804"/>
                  </a:lnTo>
                  <a:lnTo>
                    <a:pt x="3903692" y="3751011"/>
                  </a:lnTo>
                  <a:lnTo>
                    <a:pt x="3898255" y="3751011"/>
                  </a:lnTo>
                  <a:lnTo>
                    <a:pt x="3898255" y="3748217"/>
                  </a:lnTo>
                  <a:lnTo>
                    <a:pt x="3887381" y="3748217"/>
                  </a:lnTo>
                  <a:lnTo>
                    <a:pt x="3887381" y="3748217"/>
                  </a:lnTo>
                  <a:lnTo>
                    <a:pt x="3881944" y="3748217"/>
                  </a:lnTo>
                  <a:lnTo>
                    <a:pt x="3881944" y="3745434"/>
                  </a:lnTo>
                  <a:lnTo>
                    <a:pt x="3865633" y="3745434"/>
                  </a:lnTo>
                  <a:lnTo>
                    <a:pt x="3865633" y="3739866"/>
                  </a:lnTo>
                  <a:lnTo>
                    <a:pt x="3854760" y="3739866"/>
                  </a:lnTo>
                  <a:lnTo>
                    <a:pt x="3854760" y="3739866"/>
                  </a:lnTo>
                  <a:lnTo>
                    <a:pt x="3849323" y="3739866"/>
                  </a:lnTo>
                  <a:lnTo>
                    <a:pt x="3849323" y="3739866"/>
                  </a:lnTo>
                  <a:lnTo>
                    <a:pt x="3843886" y="3739866"/>
                  </a:lnTo>
                  <a:lnTo>
                    <a:pt x="3843886" y="3739866"/>
                  </a:lnTo>
                  <a:lnTo>
                    <a:pt x="3833012" y="3739866"/>
                  </a:lnTo>
                  <a:lnTo>
                    <a:pt x="3833012" y="3728826"/>
                  </a:lnTo>
                  <a:lnTo>
                    <a:pt x="3827575" y="3728826"/>
                  </a:lnTo>
                  <a:lnTo>
                    <a:pt x="3827575" y="3726070"/>
                  </a:lnTo>
                  <a:lnTo>
                    <a:pt x="3822138" y="3726070"/>
                  </a:lnTo>
                  <a:lnTo>
                    <a:pt x="3822138" y="3723314"/>
                  </a:lnTo>
                  <a:lnTo>
                    <a:pt x="3811264" y="3723314"/>
                  </a:lnTo>
                  <a:lnTo>
                    <a:pt x="3811264" y="3717812"/>
                  </a:lnTo>
                  <a:lnTo>
                    <a:pt x="3805828" y="3717812"/>
                  </a:lnTo>
                  <a:lnTo>
                    <a:pt x="3805828" y="3715074"/>
                  </a:lnTo>
                  <a:lnTo>
                    <a:pt x="3800391" y="3715074"/>
                  </a:lnTo>
                  <a:lnTo>
                    <a:pt x="3800391" y="3709599"/>
                  </a:lnTo>
                  <a:lnTo>
                    <a:pt x="3794954" y="3709599"/>
                  </a:lnTo>
                  <a:lnTo>
                    <a:pt x="3794954" y="3709599"/>
                  </a:lnTo>
                  <a:lnTo>
                    <a:pt x="3778643" y="3709599"/>
                  </a:lnTo>
                  <a:lnTo>
                    <a:pt x="3778643" y="3704131"/>
                  </a:lnTo>
                  <a:lnTo>
                    <a:pt x="3773206" y="3704131"/>
                  </a:lnTo>
                  <a:lnTo>
                    <a:pt x="3773206" y="3693195"/>
                  </a:lnTo>
                  <a:lnTo>
                    <a:pt x="3767769" y="3693195"/>
                  </a:lnTo>
                  <a:lnTo>
                    <a:pt x="3767769" y="3690470"/>
                  </a:lnTo>
                  <a:lnTo>
                    <a:pt x="3762332" y="3690470"/>
                  </a:lnTo>
                  <a:lnTo>
                    <a:pt x="3762332" y="3690470"/>
                  </a:lnTo>
                  <a:lnTo>
                    <a:pt x="3756895" y="3690470"/>
                  </a:lnTo>
                  <a:lnTo>
                    <a:pt x="3756895" y="3687758"/>
                  </a:lnTo>
                  <a:lnTo>
                    <a:pt x="3751459" y="3687758"/>
                  </a:lnTo>
                  <a:lnTo>
                    <a:pt x="3751459" y="3687758"/>
                  </a:lnTo>
                  <a:lnTo>
                    <a:pt x="3740585" y="3687758"/>
                  </a:lnTo>
                  <a:lnTo>
                    <a:pt x="3740585" y="3687758"/>
                  </a:lnTo>
                  <a:lnTo>
                    <a:pt x="3724274" y="3687758"/>
                  </a:lnTo>
                  <a:lnTo>
                    <a:pt x="3724274" y="3687758"/>
                  </a:lnTo>
                  <a:lnTo>
                    <a:pt x="3718837" y="3687758"/>
                  </a:lnTo>
                  <a:lnTo>
                    <a:pt x="3718837" y="3685077"/>
                  </a:lnTo>
                  <a:lnTo>
                    <a:pt x="3707963" y="3685077"/>
                  </a:lnTo>
                  <a:lnTo>
                    <a:pt x="3707963" y="3682405"/>
                  </a:lnTo>
                  <a:lnTo>
                    <a:pt x="3691653" y="3682405"/>
                  </a:lnTo>
                  <a:lnTo>
                    <a:pt x="3691653" y="3679764"/>
                  </a:lnTo>
                  <a:lnTo>
                    <a:pt x="3686216" y="3679764"/>
                  </a:lnTo>
                  <a:lnTo>
                    <a:pt x="3686216" y="3677126"/>
                  </a:lnTo>
                  <a:lnTo>
                    <a:pt x="3680779" y="3677126"/>
                  </a:lnTo>
                  <a:lnTo>
                    <a:pt x="3680779" y="3674493"/>
                  </a:lnTo>
                  <a:lnTo>
                    <a:pt x="3675342" y="3674493"/>
                  </a:lnTo>
                  <a:lnTo>
                    <a:pt x="3675342" y="3674493"/>
                  </a:lnTo>
                  <a:lnTo>
                    <a:pt x="3659031" y="3674493"/>
                  </a:lnTo>
                  <a:lnTo>
                    <a:pt x="3659031" y="3671864"/>
                  </a:lnTo>
                  <a:lnTo>
                    <a:pt x="3653594" y="3671864"/>
                  </a:lnTo>
                  <a:lnTo>
                    <a:pt x="3653594" y="3671864"/>
                  </a:lnTo>
                  <a:lnTo>
                    <a:pt x="3648158" y="3671864"/>
                  </a:lnTo>
                  <a:lnTo>
                    <a:pt x="3648158" y="3671864"/>
                  </a:lnTo>
                  <a:lnTo>
                    <a:pt x="3642721" y="3671864"/>
                  </a:lnTo>
                  <a:lnTo>
                    <a:pt x="3642721" y="3669251"/>
                  </a:lnTo>
                  <a:lnTo>
                    <a:pt x="3637284" y="3669251"/>
                  </a:lnTo>
                  <a:lnTo>
                    <a:pt x="3637284" y="3669251"/>
                  </a:lnTo>
                  <a:lnTo>
                    <a:pt x="3631847" y="3669251"/>
                  </a:lnTo>
                  <a:lnTo>
                    <a:pt x="3631847" y="3666647"/>
                  </a:lnTo>
                  <a:lnTo>
                    <a:pt x="3626410" y="3666647"/>
                  </a:lnTo>
                  <a:lnTo>
                    <a:pt x="3626410" y="3666647"/>
                  </a:lnTo>
                  <a:lnTo>
                    <a:pt x="3620973" y="3666647"/>
                  </a:lnTo>
                  <a:lnTo>
                    <a:pt x="3620973" y="3664046"/>
                  </a:lnTo>
                  <a:lnTo>
                    <a:pt x="3615536" y="3664046"/>
                  </a:lnTo>
                  <a:lnTo>
                    <a:pt x="3615536" y="3658869"/>
                  </a:lnTo>
                  <a:lnTo>
                    <a:pt x="3610099" y="3658869"/>
                  </a:lnTo>
                  <a:lnTo>
                    <a:pt x="3610099" y="3653700"/>
                  </a:lnTo>
                  <a:lnTo>
                    <a:pt x="3604662" y="3653700"/>
                  </a:lnTo>
                  <a:lnTo>
                    <a:pt x="3604662" y="3648538"/>
                  </a:lnTo>
                  <a:lnTo>
                    <a:pt x="3599225" y="3648538"/>
                  </a:lnTo>
                  <a:lnTo>
                    <a:pt x="3599225" y="3645957"/>
                  </a:lnTo>
                  <a:lnTo>
                    <a:pt x="3593789" y="3645957"/>
                  </a:lnTo>
                  <a:lnTo>
                    <a:pt x="3593789" y="3640794"/>
                  </a:lnTo>
                  <a:lnTo>
                    <a:pt x="3588352" y="3640794"/>
                  </a:lnTo>
                  <a:lnTo>
                    <a:pt x="3588352" y="3640794"/>
                  </a:lnTo>
                  <a:lnTo>
                    <a:pt x="3582915" y="3640794"/>
                  </a:lnTo>
                  <a:lnTo>
                    <a:pt x="3582915" y="3640794"/>
                  </a:lnTo>
                  <a:lnTo>
                    <a:pt x="3577478" y="3640794"/>
                  </a:lnTo>
                  <a:lnTo>
                    <a:pt x="3577478" y="3638224"/>
                  </a:lnTo>
                  <a:lnTo>
                    <a:pt x="3572041" y="3638224"/>
                  </a:lnTo>
                  <a:lnTo>
                    <a:pt x="3572041" y="3633092"/>
                  </a:lnTo>
                  <a:lnTo>
                    <a:pt x="3561167" y="3633092"/>
                  </a:lnTo>
                  <a:lnTo>
                    <a:pt x="3561167" y="3633092"/>
                  </a:lnTo>
                  <a:lnTo>
                    <a:pt x="3539420" y="3633092"/>
                  </a:lnTo>
                  <a:lnTo>
                    <a:pt x="3539420" y="3627976"/>
                  </a:lnTo>
                  <a:lnTo>
                    <a:pt x="3533983" y="3627976"/>
                  </a:lnTo>
                  <a:lnTo>
                    <a:pt x="3533983" y="3627976"/>
                  </a:lnTo>
                  <a:lnTo>
                    <a:pt x="3523109" y="3627976"/>
                  </a:lnTo>
                  <a:lnTo>
                    <a:pt x="3523109" y="3625425"/>
                  </a:lnTo>
                  <a:lnTo>
                    <a:pt x="3517672" y="3625425"/>
                  </a:lnTo>
                  <a:lnTo>
                    <a:pt x="3517672" y="3622878"/>
                  </a:lnTo>
                  <a:lnTo>
                    <a:pt x="3512235" y="3622878"/>
                  </a:lnTo>
                  <a:lnTo>
                    <a:pt x="3512235" y="3617783"/>
                  </a:lnTo>
                  <a:lnTo>
                    <a:pt x="3501361" y="3617783"/>
                  </a:lnTo>
                  <a:lnTo>
                    <a:pt x="3501361" y="3615251"/>
                  </a:lnTo>
                  <a:lnTo>
                    <a:pt x="3495924" y="3615251"/>
                  </a:lnTo>
                  <a:lnTo>
                    <a:pt x="3495924" y="3615251"/>
                  </a:lnTo>
                  <a:lnTo>
                    <a:pt x="3490487" y="3615251"/>
                  </a:lnTo>
                  <a:lnTo>
                    <a:pt x="3490487" y="3607664"/>
                  </a:lnTo>
                  <a:lnTo>
                    <a:pt x="3474177" y="3607664"/>
                  </a:lnTo>
                  <a:lnTo>
                    <a:pt x="3474177" y="3605135"/>
                  </a:lnTo>
                  <a:lnTo>
                    <a:pt x="3468740" y="3605135"/>
                  </a:lnTo>
                  <a:lnTo>
                    <a:pt x="3468740" y="3605135"/>
                  </a:lnTo>
                  <a:lnTo>
                    <a:pt x="3463303" y="3605135"/>
                  </a:lnTo>
                  <a:lnTo>
                    <a:pt x="3463303" y="3600084"/>
                  </a:lnTo>
                  <a:lnTo>
                    <a:pt x="3457866" y="3600084"/>
                  </a:lnTo>
                  <a:lnTo>
                    <a:pt x="3457866" y="3597558"/>
                  </a:lnTo>
                  <a:lnTo>
                    <a:pt x="3452429" y="3597558"/>
                  </a:lnTo>
                  <a:lnTo>
                    <a:pt x="3452429" y="3592506"/>
                  </a:lnTo>
                  <a:lnTo>
                    <a:pt x="3446992" y="3592506"/>
                  </a:lnTo>
                  <a:lnTo>
                    <a:pt x="3446992" y="3589984"/>
                  </a:lnTo>
                  <a:lnTo>
                    <a:pt x="3441555" y="3589984"/>
                  </a:lnTo>
                  <a:lnTo>
                    <a:pt x="3441555" y="3587461"/>
                  </a:lnTo>
                  <a:lnTo>
                    <a:pt x="3425245" y="3587461"/>
                  </a:lnTo>
                  <a:lnTo>
                    <a:pt x="3425245" y="3584946"/>
                  </a:lnTo>
                  <a:lnTo>
                    <a:pt x="3419808" y="3584946"/>
                  </a:lnTo>
                  <a:lnTo>
                    <a:pt x="3419808" y="3579915"/>
                  </a:lnTo>
                  <a:lnTo>
                    <a:pt x="3414371" y="3579915"/>
                  </a:lnTo>
                  <a:lnTo>
                    <a:pt x="3414371" y="3579915"/>
                  </a:lnTo>
                  <a:lnTo>
                    <a:pt x="3392623" y="3579915"/>
                  </a:lnTo>
                  <a:lnTo>
                    <a:pt x="3392623" y="3577406"/>
                  </a:lnTo>
                  <a:lnTo>
                    <a:pt x="3387186" y="3577406"/>
                  </a:lnTo>
                  <a:lnTo>
                    <a:pt x="3387186" y="3577406"/>
                  </a:lnTo>
                  <a:lnTo>
                    <a:pt x="3370876" y="3577406"/>
                  </a:lnTo>
                  <a:lnTo>
                    <a:pt x="3370876" y="3569902"/>
                  </a:lnTo>
                  <a:lnTo>
                    <a:pt x="3365439" y="3569902"/>
                  </a:lnTo>
                  <a:lnTo>
                    <a:pt x="3365439" y="3569902"/>
                  </a:lnTo>
                  <a:lnTo>
                    <a:pt x="3360002" y="3569902"/>
                  </a:lnTo>
                  <a:lnTo>
                    <a:pt x="3360002" y="3567404"/>
                  </a:lnTo>
                  <a:lnTo>
                    <a:pt x="3354565" y="3567404"/>
                  </a:lnTo>
                  <a:lnTo>
                    <a:pt x="3354565" y="3564909"/>
                  </a:lnTo>
                  <a:lnTo>
                    <a:pt x="3349128" y="3564909"/>
                  </a:lnTo>
                  <a:lnTo>
                    <a:pt x="3349128" y="3559926"/>
                  </a:lnTo>
                  <a:lnTo>
                    <a:pt x="3343691" y="3559926"/>
                  </a:lnTo>
                  <a:lnTo>
                    <a:pt x="3343691" y="3557435"/>
                  </a:lnTo>
                  <a:lnTo>
                    <a:pt x="3327381" y="3557435"/>
                  </a:lnTo>
                  <a:lnTo>
                    <a:pt x="3327381" y="3554943"/>
                  </a:lnTo>
                  <a:lnTo>
                    <a:pt x="3321944" y="3554943"/>
                  </a:lnTo>
                  <a:lnTo>
                    <a:pt x="3321944" y="3554943"/>
                  </a:lnTo>
                  <a:lnTo>
                    <a:pt x="3316507" y="3554943"/>
                  </a:lnTo>
                  <a:lnTo>
                    <a:pt x="3316507" y="3554943"/>
                  </a:lnTo>
                  <a:lnTo>
                    <a:pt x="3311070" y="3554943"/>
                  </a:lnTo>
                  <a:lnTo>
                    <a:pt x="3311070" y="3549980"/>
                  </a:lnTo>
                  <a:lnTo>
                    <a:pt x="3305633" y="3549980"/>
                  </a:lnTo>
                  <a:lnTo>
                    <a:pt x="3305633" y="3547499"/>
                  </a:lnTo>
                  <a:lnTo>
                    <a:pt x="3300196" y="3547499"/>
                  </a:lnTo>
                  <a:lnTo>
                    <a:pt x="3300196" y="3545021"/>
                  </a:lnTo>
                  <a:lnTo>
                    <a:pt x="3294759" y="3545021"/>
                  </a:lnTo>
                  <a:lnTo>
                    <a:pt x="3294759" y="3542543"/>
                  </a:lnTo>
                  <a:lnTo>
                    <a:pt x="3289322" y="3542543"/>
                  </a:lnTo>
                  <a:lnTo>
                    <a:pt x="3289322" y="3540068"/>
                  </a:lnTo>
                  <a:lnTo>
                    <a:pt x="3283885" y="3540068"/>
                  </a:lnTo>
                  <a:lnTo>
                    <a:pt x="3283885" y="3535117"/>
                  </a:lnTo>
                  <a:lnTo>
                    <a:pt x="3278449" y="3535117"/>
                  </a:lnTo>
                  <a:lnTo>
                    <a:pt x="3278449" y="3532642"/>
                  </a:lnTo>
                  <a:lnTo>
                    <a:pt x="3273012" y="3532642"/>
                  </a:lnTo>
                  <a:lnTo>
                    <a:pt x="3273012" y="3530177"/>
                  </a:lnTo>
                  <a:lnTo>
                    <a:pt x="3262138" y="3530177"/>
                  </a:lnTo>
                  <a:lnTo>
                    <a:pt x="3262138" y="3525247"/>
                  </a:lnTo>
                  <a:lnTo>
                    <a:pt x="3256701" y="3525247"/>
                  </a:lnTo>
                  <a:lnTo>
                    <a:pt x="3256701" y="3522781"/>
                  </a:lnTo>
                  <a:lnTo>
                    <a:pt x="3251264" y="3522781"/>
                  </a:lnTo>
                  <a:lnTo>
                    <a:pt x="3251264" y="3520315"/>
                  </a:lnTo>
                  <a:lnTo>
                    <a:pt x="3240390" y="3520315"/>
                  </a:lnTo>
                  <a:lnTo>
                    <a:pt x="3240390" y="3517853"/>
                  </a:lnTo>
                  <a:lnTo>
                    <a:pt x="3234953" y="3517853"/>
                  </a:lnTo>
                  <a:lnTo>
                    <a:pt x="3234953" y="3517853"/>
                  </a:lnTo>
                  <a:lnTo>
                    <a:pt x="3229516" y="3517853"/>
                  </a:lnTo>
                  <a:lnTo>
                    <a:pt x="3229516" y="3512942"/>
                  </a:lnTo>
                  <a:lnTo>
                    <a:pt x="3224080" y="3512942"/>
                  </a:lnTo>
                  <a:lnTo>
                    <a:pt x="3224080" y="3512942"/>
                  </a:lnTo>
                  <a:lnTo>
                    <a:pt x="3218643" y="3512942"/>
                  </a:lnTo>
                  <a:lnTo>
                    <a:pt x="3218643" y="3508036"/>
                  </a:lnTo>
                  <a:lnTo>
                    <a:pt x="3213206" y="3508036"/>
                  </a:lnTo>
                  <a:lnTo>
                    <a:pt x="3213206" y="3505587"/>
                  </a:lnTo>
                  <a:lnTo>
                    <a:pt x="3207769" y="3505587"/>
                  </a:lnTo>
                  <a:lnTo>
                    <a:pt x="3207769" y="3503137"/>
                  </a:lnTo>
                  <a:lnTo>
                    <a:pt x="3202332" y="3503137"/>
                  </a:lnTo>
                  <a:lnTo>
                    <a:pt x="3202332" y="3498244"/>
                  </a:lnTo>
                  <a:lnTo>
                    <a:pt x="3196895" y="3498244"/>
                  </a:lnTo>
                  <a:lnTo>
                    <a:pt x="3196895" y="3495804"/>
                  </a:lnTo>
                  <a:lnTo>
                    <a:pt x="3191458" y="3495804"/>
                  </a:lnTo>
                  <a:lnTo>
                    <a:pt x="3191458" y="3490924"/>
                  </a:lnTo>
                  <a:lnTo>
                    <a:pt x="3186021" y="3490924"/>
                  </a:lnTo>
                  <a:lnTo>
                    <a:pt x="3186021" y="3486043"/>
                  </a:lnTo>
                  <a:lnTo>
                    <a:pt x="3180584" y="3486043"/>
                  </a:lnTo>
                  <a:lnTo>
                    <a:pt x="3180584" y="3483606"/>
                  </a:lnTo>
                  <a:lnTo>
                    <a:pt x="3175147" y="3483606"/>
                  </a:lnTo>
                  <a:lnTo>
                    <a:pt x="3175147" y="3476303"/>
                  </a:lnTo>
                  <a:lnTo>
                    <a:pt x="3169711" y="3476303"/>
                  </a:lnTo>
                  <a:lnTo>
                    <a:pt x="3169711" y="3476303"/>
                  </a:lnTo>
                  <a:lnTo>
                    <a:pt x="3158837" y="3476303"/>
                  </a:lnTo>
                  <a:lnTo>
                    <a:pt x="3158837" y="3476303"/>
                  </a:lnTo>
                  <a:lnTo>
                    <a:pt x="3153400" y="3476303"/>
                  </a:lnTo>
                  <a:lnTo>
                    <a:pt x="3153400" y="3471446"/>
                  </a:lnTo>
                  <a:lnTo>
                    <a:pt x="3147963" y="3471446"/>
                  </a:lnTo>
                  <a:lnTo>
                    <a:pt x="3147963" y="3469018"/>
                  </a:lnTo>
                  <a:lnTo>
                    <a:pt x="3142526" y="3469018"/>
                  </a:lnTo>
                  <a:lnTo>
                    <a:pt x="3142526" y="3469018"/>
                  </a:lnTo>
                  <a:lnTo>
                    <a:pt x="3137089" y="3469018"/>
                  </a:lnTo>
                  <a:lnTo>
                    <a:pt x="3137089" y="3466592"/>
                  </a:lnTo>
                  <a:lnTo>
                    <a:pt x="3131652" y="3466592"/>
                  </a:lnTo>
                  <a:lnTo>
                    <a:pt x="3131652" y="3459316"/>
                  </a:lnTo>
                  <a:lnTo>
                    <a:pt x="3126215" y="3459316"/>
                  </a:lnTo>
                  <a:lnTo>
                    <a:pt x="3126215" y="3456890"/>
                  </a:lnTo>
                  <a:lnTo>
                    <a:pt x="3120778" y="3456890"/>
                  </a:lnTo>
                  <a:lnTo>
                    <a:pt x="3120778" y="3452038"/>
                  </a:lnTo>
                  <a:lnTo>
                    <a:pt x="3115342" y="3452038"/>
                  </a:lnTo>
                  <a:lnTo>
                    <a:pt x="3115342" y="3449615"/>
                  </a:lnTo>
                  <a:lnTo>
                    <a:pt x="3109905" y="3449615"/>
                  </a:lnTo>
                  <a:lnTo>
                    <a:pt x="3109905" y="3447192"/>
                  </a:lnTo>
                  <a:lnTo>
                    <a:pt x="3099031" y="3447192"/>
                  </a:lnTo>
                  <a:lnTo>
                    <a:pt x="3099031" y="3444772"/>
                  </a:lnTo>
                  <a:lnTo>
                    <a:pt x="3093594" y="3444772"/>
                  </a:lnTo>
                  <a:lnTo>
                    <a:pt x="3093594" y="3442355"/>
                  </a:lnTo>
                  <a:lnTo>
                    <a:pt x="3088157" y="3442355"/>
                  </a:lnTo>
                  <a:lnTo>
                    <a:pt x="3088157" y="3437527"/>
                  </a:lnTo>
                  <a:lnTo>
                    <a:pt x="3082720" y="3437527"/>
                  </a:lnTo>
                  <a:lnTo>
                    <a:pt x="3082720" y="3435113"/>
                  </a:lnTo>
                  <a:lnTo>
                    <a:pt x="3066410" y="3435113"/>
                  </a:lnTo>
                  <a:lnTo>
                    <a:pt x="3066410" y="3432698"/>
                  </a:lnTo>
                  <a:lnTo>
                    <a:pt x="3060973" y="3432698"/>
                  </a:lnTo>
                  <a:lnTo>
                    <a:pt x="3060973" y="3427876"/>
                  </a:lnTo>
                  <a:lnTo>
                    <a:pt x="3055536" y="3427876"/>
                  </a:lnTo>
                  <a:lnTo>
                    <a:pt x="3055536" y="3425464"/>
                  </a:lnTo>
                  <a:lnTo>
                    <a:pt x="3050099" y="3425464"/>
                  </a:lnTo>
                  <a:lnTo>
                    <a:pt x="3050099" y="3423055"/>
                  </a:lnTo>
                  <a:lnTo>
                    <a:pt x="3044662" y="3423055"/>
                  </a:lnTo>
                  <a:lnTo>
                    <a:pt x="3044662" y="3423055"/>
                  </a:lnTo>
                  <a:lnTo>
                    <a:pt x="3039225" y="3423055"/>
                  </a:lnTo>
                  <a:lnTo>
                    <a:pt x="3039225" y="3420659"/>
                  </a:lnTo>
                  <a:lnTo>
                    <a:pt x="3033788" y="3420659"/>
                  </a:lnTo>
                  <a:lnTo>
                    <a:pt x="3033788" y="3415866"/>
                  </a:lnTo>
                  <a:lnTo>
                    <a:pt x="3028351" y="3415866"/>
                  </a:lnTo>
                  <a:lnTo>
                    <a:pt x="3028351" y="3413469"/>
                  </a:lnTo>
                  <a:lnTo>
                    <a:pt x="3022914" y="3413469"/>
                  </a:lnTo>
                  <a:lnTo>
                    <a:pt x="3022914" y="3411072"/>
                  </a:lnTo>
                  <a:lnTo>
                    <a:pt x="3006604" y="3411072"/>
                  </a:lnTo>
                  <a:lnTo>
                    <a:pt x="3006604" y="3411072"/>
                  </a:lnTo>
                  <a:lnTo>
                    <a:pt x="3001167" y="3411072"/>
                  </a:lnTo>
                  <a:lnTo>
                    <a:pt x="3001167" y="3408681"/>
                  </a:lnTo>
                  <a:lnTo>
                    <a:pt x="2995730" y="3408681"/>
                  </a:lnTo>
                  <a:lnTo>
                    <a:pt x="2995730" y="3406290"/>
                  </a:lnTo>
                  <a:lnTo>
                    <a:pt x="2984856" y="3406290"/>
                  </a:lnTo>
                  <a:lnTo>
                    <a:pt x="2984856" y="3401508"/>
                  </a:lnTo>
                  <a:lnTo>
                    <a:pt x="2979419" y="3401508"/>
                  </a:lnTo>
                  <a:lnTo>
                    <a:pt x="2979419" y="3399119"/>
                  </a:lnTo>
                  <a:lnTo>
                    <a:pt x="2973982" y="3399119"/>
                  </a:lnTo>
                  <a:lnTo>
                    <a:pt x="2973982" y="3396731"/>
                  </a:lnTo>
                  <a:lnTo>
                    <a:pt x="2968545" y="3396731"/>
                  </a:lnTo>
                  <a:lnTo>
                    <a:pt x="2968545" y="3391954"/>
                  </a:lnTo>
                  <a:lnTo>
                    <a:pt x="2963108" y="3391954"/>
                  </a:lnTo>
                  <a:lnTo>
                    <a:pt x="2963108" y="3389565"/>
                  </a:lnTo>
                  <a:lnTo>
                    <a:pt x="2957672" y="3389565"/>
                  </a:lnTo>
                  <a:lnTo>
                    <a:pt x="2957672" y="3387176"/>
                  </a:lnTo>
                  <a:lnTo>
                    <a:pt x="2952235" y="3387176"/>
                  </a:lnTo>
                  <a:lnTo>
                    <a:pt x="2952235" y="3384790"/>
                  </a:lnTo>
                  <a:lnTo>
                    <a:pt x="2941361" y="3384790"/>
                  </a:lnTo>
                  <a:lnTo>
                    <a:pt x="2941361" y="3382404"/>
                  </a:lnTo>
                  <a:lnTo>
                    <a:pt x="2935924" y="3382404"/>
                  </a:lnTo>
                  <a:lnTo>
                    <a:pt x="2935924" y="3377637"/>
                  </a:lnTo>
                  <a:lnTo>
                    <a:pt x="2930487" y="3377637"/>
                  </a:lnTo>
                  <a:lnTo>
                    <a:pt x="2930487" y="3375253"/>
                  </a:lnTo>
                  <a:lnTo>
                    <a:pt x="2919613" y="3375253"/>
                  </a:lnTo>
                  <a:lnTo>
                    <a:pt x="2919613" y="3370486"/>
                  </a:lnTo>
                  <a:lnTo>
                    <a:pt x="2914176" y="3370486"/>
                  </a:lnTo>
                  <a:lnTo>
                    <a:pt x="2914176" y="3365724"/>
                  </a:lnTo>
                  <a:lnTo>
                    <a:pt x="2908739" y="3365724"/>
                  </a:lnTo>
                  <a:lnTo>
                    <a:pt x="2908739" y="3365724"/>
                  </a:lnTo>
                  <a:lnTo>
                    <a:pt x="2903303" y="3365724"/>
                  </a:lnTo>
                  <a:lnTo>
                    <a:pt x="2903303" y="3363346"/>
                  </a:lnTo>
                  <a:lnTo>
                    <a:pt x="2897866" y="3363346"/>
                  </a:lnTo>
                  <a:lnTo>
                    <a:pt x="2897866" y="3356210"/>
                  </a:lnTo>
                  <a:lnTo>
                    <a:pt x="2892429" y="3356210"/>
                  </a:lnTo>
                  <a:lnTo>
                    <a:pt x="2892429" y="3353837"/>
                  </a:lnTo>
                  <a:lnTo>
                    <a:pt x="2886992" y="3353837"/>
                  </a:lnTo>
                  <a:lnTo>
                    <a:pt x="2886992" y="3346727"/>
                  </a:lnTo>
                  <a:lnTo>
                    <a:pt x="2881555" y="3346727"/>
                  </a:lnTo>
                  <a:lnTo>
                    <a:pt x="2881555" y="3344356"/>
                  </a:lnTo>
                  <a:lnTo>
                    <a:pt x="2876118" y="3344356"/>
                  </a:lnTo>
                  <a:lnTo>
                    <a:pt x="2876118" y="3337245"/>
                  </a:lnTo>
                  <a:lnTo>
                    <a:pt x="2870681" y="3337245"/>
                  </a:lnTo>
                  <a:lnTo>
                    <a:pt x="2870681" y="3334874"/>
                  </a:lnTo>
                  <a:lnTo>
                    <a:pt x="2865244" y="3334874"/>
                  </a:lnTo>
                  <a:lnTo>
                    <a:pt x="2865244" y="3323032"/>
                  </a:lnTo>
                  <a:lnTo>
                    <a:pt x="2859807" y="3323032"/>
                  </a:lnTo>
                  <a:lnTo>
                    <a:pt x="2859807" y="3320664"/>
                  </a:lnTo>
                  <a:lnTo>
                    <a:pt x="2854371" y="3320664"/>
                  </a:lnTo>
                  <a:lnTo>
                    <a:pt x="2854371" y="3313566"/>
                  </a:lnTo>
                  <a:lnTo>
                    <a:pt x="2848934" y="3313566"/>
                  </a:lnTo>
                  <a:lnTo>
                    <a:pt x="2848934" y="3311202"/>
                  </a:lnTo>
                  <a:lnTo>
                    <a:pt x="2843497" y="3311202"/>
                  </a:lnTo>
                  <a:lnTo>
                    <a:pt x="2843497" y="3306475"/>
                  </a:lnTo>
                  <a:lnTo>
                    <a:pt x="2838060" y="3306475"/>
                  </a:lnTo>
                  <a:lnTo>
                    <a:pt x="2838060" y="3304114"/>
                  </a:lnTo>
                  <a:lnTo>
                    <a:pt x="2821749" y="3304114"/>
                  </a:lnTo>
                  <a:lnTo>
                    <a:pt x="2821749" y="3301753"/>
                  </a:lnTo>
                  <a:lnTo>
                    <a:pt x="2816312" y="3301753"/>
                  </a:lnTo>
                  <a:lnTo>
                    <a:pt x="2816312" y="3297036"/>
                  </a:lnTo>
                  <a:lnTo>
                    <a:pt x="2810875" y="3297036"/>
                  </a:lnTo>
                  <a:lnTo>
                    <a:pt x="2810875" y="3294678"/>
                  </a:lnTo>
                  <a:lnTo>
                    <a:pt x="2805438" y="3294678"/>
                  </a:lnTo>
                  <a:lnTo>
                    <a:pt x="2805438" y="3292319"/>
                  </a:lnTo>
                  <a:lnTo>
                    <a:pt x="2789128" y="3292319"/>
                  </a:lnTo>
                  <a:lnTo>
                    <a:pt x="2789128" y="3287601"/>
                  </a:lnTo>
                  <a:lnTo>
                    <a:pt x="2778254" y="3287601"/>
                  </a:lnTo>
                  <a:lnTo>
                    <a:pt x="2778254" y="3282883"/>
                  </a:lnTo>
                  <a:lnTo>
                    <a:pt x="2772817" y="3282883"/>
                  </a:lnTo>
                  <a:lnTo>
                    <a:pt x="2772817" y="3280524"/>
                  </a:lnTo>
                  <a:lnTo>
                    <a:pt x="2761943" y="3280524"/>
                  </a:lnTo>
                  <a:lnTo>
                    <a:pt x="2761943" y="3271086"/>
                  </a:lnTo>
                  <a:lnTo>
                    <a:pt x="2756506" y="3271086"/>
                  </a:lnTo>
                  <a:lnTo>
                    <a:pt x="2756506" y="3266367"/>
                  </a:lnTo>
                  <a:lnTo>
                    <a:pt x="2745633" y="3266367"/>
                  </a:lnTo>
                  <a:lnTo>
                    <a:pt x="2745633" y="3261647"/>
                  </a:lnTo>
                  <a:lnTo>
                    <a:pt x="2740196" y="3261647"/>
                  </a:lnTo>
                  <a:lnTo>
                    <a:pt x="2740196" y="3256927"/>
                  </a:lnTo>
                  <a:lnTo>
                    <a:pt x="2734759" y="3256927"/>
                  </a:lnTo>
                  <a:lnTo>
                    <a:pt x="2734759" y="3254569"/>
                  </a:lnTo>
                  <a:lnTo>
                    <a:pt x="2729322" y="3254569"/>
                  </a:lnTo>
                  <a:lnTo>
                    <a:pt x="2729322" y="3249854"/>
                  </a:lnTo>
                  <a:lnTo>
                    <a:pt x="2713011" y="3249854"/>
                  </a:lnTo>
                  <a:lnTo>
                    <a:pt x="2713011" y="3242780"/>
                  </a:lnTo>
                  <a:lnTo>
                    <a:pt x="2707574" y="3242780"/>
                  </a:lnTo>
                  <a:lnTo>
                    <a:pt x="2707574" y="3238063"/>
                  </a:lnTo>
                  <a:lnTo>
                    <a:pt x="2702137" y="3238063"/>
                  </a:lnTo>
                  <a:lnTo>
                    <a:pt x="2702137" y="3238063"/>
                  </a:lnTo>
                  <a:lnTo>
                    <a:pt x="2696701" y="3238063"/>
                  </a:lnTo>
                  <a:lnTo>
                    <a:pt x="2696701" y="3235707"/>
                  </a:lnTo>
                  <a:lnTo>
                    <a:pt x="2691264" y="3235707"/>
                  </a:lnTo>
                  <a:lnTo>
                    <a:pt x="2691264" y="3233352"/>
                  </a:lnTo>
                  <a:lnTo>
                    <a:pt x="2685827" y="3233352"/>
                  </a:lnTo>
                  <a:lnTo>
                    <a:pt x="2685827" y="3230996"/>
                  </a:lnTo>
                  <a:lnTo>
                    <a:pt x="2680390" y="3230996"/>
                  </a:lnTo>
                  <a:lnTo>
                    <a:pt x="2680390" y="3226284"/>
                  </a:lnTo>
                  <a:lnTo>
                    <a:pt x="2674953" y="3226284"/>
                  </a:lnTo>
                  <a:lnTo>
                    <a:pt x="2674953" y="3223930"/>
                  </a:lnTo>
                  <a:lnTo>
                    <a:pt x="2669516" y="3223930"/>
                  </a:lnTo>
                  <a:lnTo>
                    <a:pt x="2669516" y="3216869"/>
                  </a:lnTo>
                  <a:lnTo>
                    <a:pt x="2664079" y="3216869"/>
                  </a:lnTo>
                  <a:lnTo>
                    <a:pt x="2664079" y="3214515"/>
                  </a:lnTo>
                  <a:lnTo>
                    <a:pt x="2658642" y="3214515"/>
                  </a:lnTo>
                  <a:lnTo>
                    <a:pt x="2658642" y="3212161"/>
                  </a:lnTo>
                  <a:lnTo>
                    <a:pt x="2653205" y="3212161"/>
                  </a:lnTo>
                  <a:lnTo>
                    <a:pt x="2653205" y="3207452"/>
                  </a:lnTo>
                  <a:lnTo>
                    <a:pt x="2647768" y="3207452"/>
                  </a:lnTo>
                  <a:lnTo>
                    <a:pt x="2647768" y="3205098"/>
                  </a:lnTo>
                  <a:lnTo>
                    <a:pt x="2642332" y="3205098"/>
                  </a:lnTo>
                  <a:lnTo>
                    <a:pt x="2642332" y="3200389"/>
                  </a:lnTo>
                  <a:lnTo>
                    <a:pt x="2631458" y="3200389"/>
                  </a:lnTo>
                  <a:lnTo>
                    <a:pt x="2631458" y="3195680"/>
                  </a:lnTo>
                  <a:lnTo>
                    <a:pt x="2626021" y="3195680"/>
                  </a:lnTo>
                  <a:lnTo>
                    <a:pt x="2626021" y="3190975"/>
                  </a:lnTo>
                  <a:lnTo>
                    <a:pt x="2620584" y="3190975"/>
                  </a:lnTo>
                  <a:lnTo>
                    <a:pt x="2620584" y="3188623"/>
                  </a:lnTo>
                  <a:lnTo>
                    <a:pt x="2615147" y="3188623"/>
                  </a:lnTo>
                  <a:lnTo>
                    <a:pt x="2615147" y="3181565"/>
                  </a:lnTo>
                  <a:lnTo>
                    <a:pt x="2609710" y="3181565"/>
                  </a:lnTo>
                  <a:lnTo>
                    <a:pt x="2609710" y="3179212"/>
                  </a:lnTo>
                  <a:lnTo>
                    <a:pt x="2604273" y="3179212"/>
                  </a:lnTo>
                  <a:lnTo>
                    <a:pt x="2604273" y="3176859"/>
                  </a:lnTo>
                  <a:lnTo>
                    <a:pt x="2598836" y="3176859"/>
                  </a:lnTo>
                  <a:lnTo>
                    <a:pt x="2598836" y="3176859"/>
                  </a:lnTo>
                  <a:lnTo>
                    <a:pt x="2593399" y="3176859"/>
                  </a:lnTo>
                  <a:lnTo>
                    <a:pt x="2593399" y="3172158"/>
                  </a:lnTo>
                  <a:lnTo>
                    <a:pt x="2587963" y="3172158"/>
                  </a:lnTo>
                  <a:lnTo>
                    <a:pt x="2587963" y="3169810"/>
                  </a:lnTo>
                  <a:lnTo>
                    <a:pt x="2582526" y="3169810"/>
                  </a:lnTo>
                  <a:lnTo>
                    <a:pt x="2582526" y="3167462"/>
                  </a:lnTo>
                  <a:lnTo>
                    <a:pt x="2571652" y="3167462"/>
                  </a:lnTo>
                  <a:lnTo>
                    <a:pt x="2571652" y="3165113"/>
                  </a:lnTo>
                  <a:lnTo>
                    <a:pt x="2566215" y="3165113"/>
                  </a:lnTo>
                  <a:lnTo>
                    <a:pt x="2566215" y="3155720"/>
                  </a:lnTo>
                  <a:lnTo>
                    <a:pt x="2560778" y="3155720"/>
                  </a:lnTo>
                  <a:lnTo>
                    <a:pt x="2560778" y="3153373"/>
                  </a:lnTo>
                  <a:lnTo>
                    <a:pt x="2555341" y="3153373"/>
                  </a:lnTo>
                  <a:lnTo>
                    <a:pt x="2555341" y="3151030"/>
                  </a:lnTo>
                  <a:lnTo>
                    <a:pt x="2549904" y="3151030"/>
                  </a:lnTo>
                  <a:lnTo>
                    <a:pt x="2549904" y="3146342"/>
                  </a:lnTo>
                  <a:lnTo>
                    <a:pt x="2544467" y="3146342"/>
                  </a:lnTo>
                  <a:lnTo>
                    <a:pt x="2544467" y="3143998"/>
                  </a:lnTo>
                  <a:lnTo>
                    <a:pt x="2539030" y="3143998"/>
                  </a:lnTo>
                  <a:lnTo>
                    <a:pt x="2539030" y="3141654"/>
                  </a:lnTo>
                  <a:lnTo>
                    <a:pt x="2533594" y="3141654"/>
                  </a:lnTo>
                  <a:lnTo>
                    <a:pt x="2533594" y="3134621"/>
                  </a:lnTo>
                  <a:lnTo>
                    <a:pt x="2528157" y="3134621"/>
                  </a:lnTo>
                  <a:lnTo>
                    <a:pt x="2528157" y="3129932"/>
                  </a:lnTo>
                  <a:lnTo>
                    <a:pt x="2522720" y="3129932"/>
                  </a:lnTo>
                  <a:lnTo>
                    <a:pt x="2522720" y="3127587"/>
                  </a:lnTo>
                  <a:lnTo>
                    <a:pt x="2517283" y="3127587"/>
                  </a:lnTo>
                  <a:lnTo>
                    <a:pt x="2517283" y="3125245"/>
                  </a:lnTo>
                  <a:lnTo>
                    <a:pt x="2506409" y="3125245"/>
                  </a:lnTo>
                  <a:lnTo>
                    <a:pt x="2506409" y="3120560"/>
                  </a:lnTo>
                  <a:lnTo>
                    <a:pt x="2490098" y="3120560"/>
                  </a:lnTo>
                  <a:lnTo>
                    <a:pt x="2490098" y="3118218"/>
                  </a:lnTo>
                  <a:lnTo>
                    <a:pt x="2484662" y="3118218"/>
                  </a:lnTo>
                  <a:lnTo>
                    <a:pt x="2484662" y="3113532"/>
                  </a:lnTo>
                  <a:lnTo>
                    <a:pt x="2479225" y="3113532"/>
                  </a:lnTo>
                  <a:lnTo>
                    <a:pt x="2479225" y="3108846"/>
                  </a:lnTo>
                  <a:lnTo>
                    <a:pt x="2468351" y="3108846"/>
                  </a:lnTo>
                  <a:lnTo>
                    <a:pt x="2468351" y="3106506"/>
                  </a:lnTo>
                  <a:lnTo>
                    <a:pt x="2462914" y="3106506"/>
                  </a:lnTo>
                  <a:lnTo>
                    <a:pt x="2462914" y="3104165"/>
                  </a:lnTo>
                  <a:lnTo>
                    <a:pt x="2457477" y="3104165"/>
                  </a:lnTo>
                  <a:lnTo>
                    <a:pt x="2457477" y="3094822"/>
                  </a:lnTo>
                  <a:lnTo>
                    <a:pt x="2452040" y="3094822"/>
                  </a:lnTo>
                  <a:lnTo>
                    <a:pt x="2452040" y="3092488"/>
                  </a:lnTo>
                  <a:lnTo>
                    <a:pt x="2446603" y="3092488"/>
                  </a:lnTo>
                  <a:lnTo>
                    <a:pt x="2446603" y="3087820"/>
                  </a:lnTo>
                  <a:lnTo>
                    <a:pt x="2435729" y="3087820"/>
                  </a:lnTo>
                  <a:lnTo>
                    <a:pt x="2435729" y="3087820"/>
                  </a:lnTo>
                  <a:lnTo>
                    <a:pt x="2430293" y="3087820"/>
                  </a:lnTo>
                  <a:lnTo>
                    <a:pt x="2430293" y="3080825"/>
                  </a:lnTo>
                  <a:lnTo>
                    <a:pt x="2419419" y="3080825"/>
                  </a:lnTo>
                  <a:lnTo>
                    <a:pt x="2419419" y="3076162"/>
                  </a:lnTo>
                  <a:lnTo>
                    <a:pt x="2413982" y="3076162"/>
                  </a:lnTo>
                  <a:lnTo>
                    <a:pt x="2413982" y="3073830"/>
                  </a:lnTo>
                  <a:lnTo>
                    <a:pt x="2408545" y="3073830"/>
                  </a:lnTo>
                  <a:lnTo>
                    <a:pt x="2408545" y="3069170"/>
                  </a:lnTo>
                  <a:lnTo>
                    <a:pt x="2403108" y="3069170"/>
                  </a:lnTo>
                  <a:lnTo>
                    <a:pt x="2403108" y="3064511"/>
                  </a:lnTo>
                  <a:lnTo>
                    <a:pt x="2397671" y="3064511"/>
                  </a:lnTo>
                  <a:lnTo>
                    <a:pt x="2397671" y="3062183"/>
                  </a:lnTo>
                  <a:lnTo>
                    <a:pt x="2392234" y="3062183"/>
                  </a:lnTo>
                  <a:lnTo>
                    <a:pt x="2392234" y="3059855"/>
                  </a:lnTo>
                  <a:lnTo>
                    <a:pt x="2386797" y="3059855"/>
                  </a:lnTo>
                  <a:lnTo>
                    <a:pt x="2386797" y="3057528"/>
                  </a:lnTo>
                  <a:lnTo>
                    <a:pt x="2381360" y="3057528"/>
                  </a:lnTo>
                  <a:lnTo>
                    <a:pt x="2381360" y="3048215"/>
                  </a:lnTo>
                  <a:lnTo>
                    <a:pt x="2370487" y="3048215"/>
                  </a:lnTo>
                  <a:lnTo>
                    <a:pt x="2370487" y="3045887"/>
                  </a:lnTo>
                  <a:lnTo>
                    <a:pt x="2359613" y="3045887"/>
                  </a:lnTo>
                  <a:lnTo>
                    <a:pt x="2359613" y="3043561"/>
                  </a:lnTo>
                  <a:lnTo>
                    <a:pt x="2354176" y="3043561"/>
                  </a:lnTo>
                  <a:lnTo>
                    <a:pt x="2354176" y="3041235"/>
                  </a:lnTo>
                  <a:lnTo>
                    <a:pt x="2348739" y="3041235"/>
                  </a:lnTo>
                  <a:lnTo>
                    <a:pt x="2348739" y="3036583"/>
                  </a:lnTo>
                  <a:lnTo>
                    <a:pt x="2343302" y="3036583"/>
                  </a:lnTo>
                  <a:lnTo>
                    <a:pt x="2343302" y="3029604"/>
                  </a:lnTo>
                  <a:lnTo>
                    <a:pt x="2337865" y="3029604"/>
                  </a:lnTo>
                  <a:lnTo>
                    <a:pt x="2337865" y="3024950"/>
                  </a:lnTo>
                  <a:lnTo>
                    <a:pt x="2332428" y="3024950"/>
                  </a:lnTo>
                  <a:lnTo>
                    <a:pt x="2332428" y="3017970"/>
                  </a:lnTo>
                  <a:lnTo>
                    <a:pt x="2326991" y="3017970"/>
                  </a:lnTo>
                  <a:lnTo>
                    <a:pt x="2326991" y="3013315"/>
                  </a:lnTo>
                  <a:lnTo>
                    <a:pt x="2321555" y="3013315"/>
                  </a:lnTo>
                  <a:lnTo>
                    <a:pt x="2321555" y="3006340"/>
                  </a:lnTo>
                  <a:lnTo>
                    <a:pt x="2316118" y="3006340"/>
                  </a:lnTo>
                  <a:lnTo>
                    <a:pt x="2316118" y="3001690"/>
                  </a:lnTo>
                  <a:lnTo>
                    <a:pt x="2310681" y="3001690"/>
                  </a:lnTo>
                  <a:lnTo>
                    <a:pt x="2310681" y="2997039"/>
                  </a:lnTo>
                  <a:lnTo>
                    <a:pt x="2305244" y="2997039"/>
                  </a:lnTo>
                  <a:lnTo>
                    <a:pt x="2305244" y="2994714"/>
                  </a:lnTo>
                  <a:lnTo>
                    <a:pt x="2283496" y="2994714"/>
                  </a:lnTo>
                  <a:lnTo>
                    <a:pt x="2283496" y="2990062"/>
                  </a:lnTo>
                  <a:lnTo>
                    <a:pt x="2278059" y="2990062"/>
                  </a:lnTo>
                  <a:lnTo>
                    <a:pt x="2278059" y="2985415"/>
                  </a:lnTo>
                  <a:lnTo>
                    <a:pt x="2272623" y="2985415"/>
                  </a:lnTo>
                  <a:lnTo>
                    <a:pt x="2272623" y="2983091"/>
                  </a:lnTo>
                  <a:lnTo>
                    <a:pt x="2267186" y="2983091"/>
                  </a:lnTo>
                  <a:lnTo>
                    <a:pt x="2267186" y="2980770"/>
                  </a:lnTo>
                  <a:lnTo>
                    <a:pt x="2256312" y="2980770"/>
                  </a:lnTo>
                  <a:lnTo>
                    <a:pt x="2256312" y="2978448"/>
                  </a:lnTo>
                  <a:lnTo>
                    <a:pt x="2250875" y="2978448"/>
                  </a:lnTo>
                  <a:lnTo>
                    <a:pt x="2250875" y="2969161"/>
                  </a:lnTo>
                  <a:lnTo>
                    <a:pt x="2245438" y="2969161"/>
                  </a:lnTo>
                  <a:lnTo>
                    <a:pt x="2245438" y="2962195"/>
                  </a:lnTo>
                  <a:lnTo>
                    <a:pt x="2240001" y="2962195"/>
                  </a:lnTo>
                  <a:lnTo>
                    <a:pt x="2240001" y="2957550"/>
                  </a:lnTo>
                  <a:lnTo>
                    <a:pt x="2234564" y="2957550"/>
                  </a:lnTo>
                  <a:lnTo>
                    <a:pt x="2234564" y="2952905"/>
                  </a:lnTo>
                  <a:lnTo>
                    <a:pt x="2229127" y="2952905"/>
                  </a:lnTo>
                  <a:lnTo>
                    <a:pt x="2229127" y="2950585"/>
                  </a:lnTo>
                  <a:lnTo>
                    <a:pt x="2223690" y="2950585"/>
                  </a:lnTo>
                  <a:lnTo>
                    <a:pt x="2223690" y="2945944"/>
                  </a:lnTo>
                  <a:lnTo>
                    <a:pt x="2218254" y="2945944"/>
                  </a:lnTo>
                  <a:lnTo>
                    <a:pt x="2218254" y="2941307"/>
                  </a:lnTo>
                  <a:lnTo>
                    <a:pt x="2207380" y="2941307"/>
                  </a:lnTo>
                  <a:lnTo>
                    <a:pt x="2207380" y="2938991"/>
                  </a:lnTo>
                  <a:lnTo>
                    <a:pt x="2196506" y="2938991"/>
                  </a:lnTo>
                  <a:lnTo>
                    <a:pt x="2196506" y="2932048"/>
                  </a:lnTo>
                  <a:lnTo>
                    <a:pt x="2191069" y="2932048"/>
                  </a:lnTo>
                  <a:lnTo>
                    <a:pt x="2191069" y="2927420"/>
                  </a:lnTo>
                  <a:lnTo>
                    <a:pt x="2185632" y="2927420"/>
                  </a:lnTo>
                  <a:lnTo>
                    <a:pt x="2185632" y="2918161"/>
                  </a:lnTo>
                  <a:lnTo>
                    <a:pt x="2180195" y="2918161"/>
                  </a:lnTo>
                  <a:lnTo>
                    <a:pt x="2180195" y="2913531"/>
                  </a:lnTo>
                  <a:lnTo>
                    <a:pt x="2174758" y="2913531"/>
                  </a:lnTo>
                  <a:lnTo>
                    <a:pt x="2174758" y="2911216"/>
                  </a:lnTo>
                  <a:lnTo>
                    <a:pt x="2169321" y="2911216"/>
                  </a:lnTo>
                  <a:lnTo>
                    <a:pt x="2169321" y="2901973"/>
                  </a:lnTo>
                  <a:lnTo>
                    <a:pt x="2163885" y="2901973"/>
                  </a:lnTo>
                  <a:lnTo>
                    <a:pt x="2163885" y="2899662"/>
                  </a:lnTo>
                  <a:lnTo>
                    <a:pt x="2153011" y="2899662"/>
                  </a:lnTo>
                  <a:lnTo>
                    <a:pt x="2153011" y="2897350"/>
                  </a:lnTo>
                  <a:lnTo>
                    <a:pt x="2147574" y="2897350"/>
                  </a:lnTo>
                  <a:lnTo>
                    <a:pt x="2147574" y="2895039"/>
                  </a:lnTo>
                  <a:lnTo>
                    <a:pt x="2142137" y="2895039"/>
                  </a:lnTo>
                  <a:lnTo>
                    <a:pt x="2142137" y="2888105"/>
                  </a:lnTo>
                  <a:lnTo>
                    <a:pt x="2136700" y="2888105"/>
                  </a:lnTo>
                  <a:lnTo>
                    <a:pt x="2136700" y="2883482"/>
                  </a:lnTo>
                  <a:lnTo>
                    <a:pt x="2131263" y="2883482"/>
                  </a:lnTo>
                  <a:lnTo>
                    <a:pt x="2131263" y="2878858"/>
                  </a:lnTo>
                  <a:lnTo>
                    <a:pt x="2120389" y="2878858"/>
                  </a:lnTo>
                  <a:lnTo>
                    <a:pt x="2120389" y="2862672"/>
                  </a:lnTo>
                  <a:lnTo>
                    <a:pt x="2114953" y="2862672"/>
                  </a:lnTo>
                  <a:lnTo>
                    <a:pt x="2114953" y="2860360"/>
                  </a:lnTo>
                  <a:lnTo>
                    <a:pt x="2109516" y="2860360"/>
                  </a:lnTo>
                  <a:lnTo>
                    <a:pt x="2109516" y="2855734"/>
                  </a:lnTo>
                  <a:lnTo>
                    <a:pt x="2104079" y="2855734"/>
                  </a:lnTo>
                  <a:lnTo>
                    <a:pt x="2104079" y="2851108"/>
                  </a:lnTo>
                  <a:lnTo>
                    <a:pt x="2098642" y="2851108"/>
                  </a:lnTo>
                  <a:lnTo>
                    <a:pt x="2098642" y="2848795"/>
                  </a:lnTo>
                  <a:lnTo>
                    <a:pt x="2093205" y="2848795"/>
                  </a:lnTo>
                  <a:lnTo>
                    <a:pt x="2093205" y="2846482"/>
                  </a:lnTo>
                  <a:lnTo>
                    <a:pt x="2087768" y="2846482"/>
                  </a:lnTo>
                  <a:lnTo>
                    <a:pt x="2087768" y="2839542"/>
                  </a:lnTo>
                  <a:lnTo>
                    <a:pt x="2082331" y="2839542"/>
                  </a:lnTo>
                  <a:lnTo>
                    <a:pt x="2082331" y="2837229"/>
                  </a:lnTo>
                  <a:lnTo>
                    <a:pt x="2071457" y="2837229"/>
                  </a:lnTo>
                  <a:lnTo>
                    <a:pt x="2071457" y="2832606"/>
                  </a:lnTo>
                  <a:lnTo>
                    <a:pt x="2066020" y="2832606"/>
                  </a:lnTo>
                  <a:lnTo>
                    <a:pt x="2066020" y="2830294"/>
                  </a:lnTo>
                  <a:lnTo>
                    <a:pt x="2060584" y="2830294"/>
                  </a:lnTo>
                  <a:lnTo>
                    <a:pt x="2060584" y="2827985"/>
                  </a:lnTo>
                  <a:lnTo>
                    <a:pt x="2055147" y="2827985"/>
                  </a:lnTo>
                  <a:lnTo>
                    <a:pt x="2055147" y="2823374"/>
                  </a:lnTo>
                  <a:lnTo>
                    <a:pt x="2049710" y="2823374"/>
                  </a:lnTo>
                  <a:lnTo>
                    <a:pt x="2049710" y="2821068"/>
                  </a:lnTo>
                  <a:lnTo>
                    <a:pt x="2044273" y="2821068"/>
                  </a:lnTo>
                  <a:lnTo>
                    <a:pt x="2044273" y="2814158"/>
                  </a:lnTo>
                  <a:lnTo>
                    <a:pt x="2038836" y="2814158"/>
                  </a:lnTo>
                  <a:lnTo>
                    <a:pt x="2038836" y="2809550"/>
                  </a:lnTo>
                  <a:lnTo>
                    <a:pt x="2033399" y="2809550"/>
                  </a:lnTo>
                  <a:lnTo>
                    <a:pt x="2033399" y="2802645"/>
                  </a:lnTo>
                  <a:lnTo>
                    <a:pt x="2027962" y="2802645"/>
                  </a:lnTo>
                  <a:lnTo>
                    <a:pt x="2027962" y="2800343"/>
                  </a:lnTo>
                  <a:lnTo>
                    <a:pt x="2022525" y="2800343"/>
                  </a:lnTo>
                  <a:lnTo>
                    <a:pt x="2022525" y="2798040"/>
                  </a:lnTo>
                  <a:lnTo>
                    <a:pt x="2017088" y="2798040"/>
                  </a:lnTo>
                  <a:lnTo>
                    <a:pt x="2017088" y="2795742"/>
                  </a:lnTo>
                  <a:lnTo>
                    <a:pt x="2011651" y="2795742"/>
                  </a:lnTo>
                  <a:lnTo>
                    <a:pt x="2011651" y="2788848"/>
                  </a:lnTo>
                  <a:lnTo>
                    <a:pt x="2006215" y="2788848"/>
                  </a:lnTo>
                  <a:lnTo>
                    <a:pt x="2006215" y="2784255"/>
                  </a:lnTo>
                  <a:lnTo>
                    <a:pt x="2000778" y="2784255"/>
                  </a:lnTo>
                  <a:lnTo>
                    <a:pt x="2000778" y="2779662"/>
                  </a:lnTo>
                  <a:lnTo>
                    <a:pt x="1995341" y="2779662"/>
                  </a:lnTo>
                  <a:lnTo>
                    <a:pt x="1995341" y="2777366"/>
                  </a:lnTo>
                  <a:lnTo>
                    <a:pt x="1989904" y="2777366"/>
                  </a:lnTo>
                  <a:lnTo>
                    <a:pt x="1989904" y="2775071"/>
                  </a:lnTo>
                  <a:lnTo>
                    <a:pt x="1984467" y="2775071"/>
                  </a:lnTo>
                  <a:lnTo>
                    <a:pt x="1984467" y="2770482"/>
                  </a:lnTo>
                  <a:lnTo>
                    <a:pt x="1979030" y="2770482"/>
                  </a:lnTo>
                  <a:lnTo>
                    <a:pt x="1979030" y="2768187"/>
                  </a:lnTo>
                  <a:lnTo>
                    <a:pt x="1968156" y="2768187"/>
                  </a:lnTo>
                  <a:lnTo>
                    <a:pt x="1968156" y="2765892"/>
                  </a:lnTo>
                  <a:lnTo>
                    <a:pt x="1962719" y="2765892"/>
                  </a:lnTo>
                  <a:lnTo>
                    <a:pt x="1962719" y="2763597"/>
                  </a:lnTo>
                  <a:lnTo>
                    <a:pt x="1957282" y="2763597"/>
                  </a:lnTo>
                  <a:lnTo>
                    <a:pt x="1957282" y="2759007"/>
                  </a:lnTo>
                  <a:lnTo>
                    <a:pt x="1951846" y="2759007"/>
                  </a:lnTo>
                  <a:lnTo>
                    <a:pt x="1951846" y="2754416"/>
                  </a:lnTo>
                  <a:lnTo>
                    <a:pt x="1946409" y="2754416"/>
                  </a:lnTo>
                  <a:lnTo>
                    <a:pt x="1946409" y="2754416"/>
                  </a:lnTo>
                  <a:lnTo>
                    <a:pt x="1940972" y="2754416"/>
                  </a:lnTo>
                  <a:lnTo>
                    <a:pt x="1940972" y="2749833"/>
                  </a:lnTo>
                  <a:lnTo>
                    <a:pt x="1935535" y="2749833"/>
                  </a:lnTo>
                  <a:lnTo>
                    <a:pt x="1935535" y="2747544"/>
                  </a:lnTo>
                  <a:lnTo>
                    <a:pt x="1930098" y="2747544"/>
                  </a:lnTo>
                  <a:lnTo>
                    <a:pt x="1930098" y="2745254"/>
                  </a:lnTo>
                  <a:lnTo>
                    <a:pt x="1924661" y="2745254"/>
                  </a:lnTo>
                  <a:lnTo>
                    <a:pt x="1924661" y="2742965"/>
                  </a:lnTo>
                  <a:lnTo>
                    <a:pt x="1919224" y="2742965"/>
                  </a:lnTo>
                  <a:lnTo>
                    <a:pt x="1919224" y="2738385"/>
                  </a:lnTo>
                  <a:lnTo>
                    <a:pt x="1913787" y="2738385"/>
                  </a:lnTo>
                  <a:lnTo>
                    <a:pt x="1913787" y="2736097"/>
                  </a:lnTo>
                  <a:lnTo>
                    <a:pt x="1908350" y="2736097"/>
                  </a:lnTo>
                  <a:lnTo>
                    <a:pt x="1908350" y="2729239"/>
                  </a:lnTo>
                  <a:lnTo>
                    <a:pt x="1902914" y="2729239"/>
                  </a:lnTo>
                  <a:lnTo>
                    <a:pt x="1902914" y="2726953"/>
                  </a:lnTo>
                  <a:lnTo>
                    <a:pt x="1897477" y="2726953"/>
                  </a:lnTo>
                  <a:lnTo>
                    <a:pt x="1897477" y="2726953"/>
                  </a:lnTo>
                  <a:lnTo>
                    <a:pt x="1892040" y="2726953"/>
                  </a:lnTo>
                  <a:lnTo>
                    <a:pt x="1892040" y="2722389"/>
                  </a:lnTo>
                  <a:lnTo>
                    <a:pt x="1881166" y="2722389"/>
                  </a:lnTo>
                  <a:lnTo>
                    <a:pt x="1881166" y="2715541"/>
                  </a:lnTo>
                  <a:lnTo>
                    <a:pt x="1870292" y="2715541"/>
                  </a:lnTo>
                  <a:lnTo>
                    <a:pt x="1870292" y="2710976"/>
                  </a:lnTo>
                  <a:lnTo>
                    <a:pt x="1864855" y="2710976"/>
                  </a:lnTo>
                  <a:lnTo>
                    <a:pt x="1864855" y="2706418"/>
                  </a:lnTo>
                  <a:lnTo>
                    <a:pt x="1859418" y="2706418"/>
                  </a:lnTo>
                  <a:lnTo>
                    <a:pt x="1859418" y="2704139"/>
                  </a:lnTo>
                  <a:lnTo>
                    <a:pt x="1853981" y="2704139"/>
                  </a:lnTo>
                  <a:lnTo>
                    <a:pt x="1853981" y="2704139"/>
                  </a:lnTo>
                  <a:lnTo>
                    <a:pt x="1848545" y="2704139"/>
                  </a:lnTo>
                  <a:lnTo>
                    <a:pt x="1848545" y="2699585"/>
                  </a:lnTo>
                  <a:lnTo>
                    <a:pt x="1843108" y="2699585"/>
                  </a:lnTo>
                  <a:lnTo>
                    <a:pt x="1843108" y="2697308"/>
                  </a:lnTo>
                  <a:lnTo>
                    <a:pt x="1837671" y="2697308"/>
                  </a:lnTo>
                  <a:lnTo>
                    <a:pt x="1837671" y="2695031"/>
                  </a:lnTo>
                  <a:lnTo>
                    <a:pt x="1832234" y="2695031"/>
                  </a:lnTo>
                  <a:lnTo>
                    <a:pt x="1832234" y="2690476"/>
                  </a:lnTo>
                  <a:lnTo>
                    <a:pt x="1826797" y="2690476"/>
                  </a:lnTo>
                  <a:lnTo>
                    <a:pt x="1826797" y="2685928"/>
                  </a:lnTo>
                  <a:lnTo>
                    <a:pt x="1821360" y="2685928"/>
                  </a:lnTo>
                  <a:lnTo>
                    <a:pt x="1821360" y="2683655"/>
                  </a:lnTo>
                  <a:lnTo>
                    <a:pt x="1815923" y="2683655"/>
                  </a:lnTo>
                  <a:lnTo>
                    <a:pt x="1815923" y="2679107"/>
                  </a:lnTo>
                  <a:lnTo>
                    <a:pt x="1810486" y="2679107"/>
                  </a:lnTo>
                  <a:lnTo>
                    <a:pt x="1810486" y="2674559"/>
                  </a:lnTo>
                  <a:lnTo>
                    <a:pt x="1805049" y="2674559"/>
                  </a:lnTo>
                  <a:lnTo>
                    <a:pt x="1805049" y="2667742"/>
                  </a:lnTo>
                  <a:lnTo>
                    <a:pt x="1799612" y="2667742"/>
                  </a:lnTo>
                  <a:lnTo>
                    <a:pt x="1799612" y="2667742"/>
                  </a:lnTo>
                  <a:lnTo>
                    <a:pt x="1788739" y="2667742"/>
                  </a:lnTo>
                  <a:lnTo>
                    <a:pt x="1788739" y="2665471"/>
                  </a:lnTo>
                  <a:lnTo>
                    <a:pt x="1783302" y="2665471"/>
                  </a:lnTo>
                  <a:lnTo>
                    <a:pt x="1783302" y="2660930"/>
                  </a:lnTo>
                  <a:lnTo>
                    <a:pt x="1777865" y="2660930"/>
                  </a:lnTo>
                  <a:lnTo>
                    <a:pt x="1777865" y="2656388"/>
                  </a:lnTo>
                  <a:lnTo>
                    <a:pt x="1766991" y="2656388"/>
                  </a:lnTo>
                  <a:lnTo>
                    <a:pt x="1766991" y="2651847"/>
                  </a:lnTo>
                  <a:lnTo>
                    <a:pt x="1761554" y="2651847"/>
                  </a:lnTo>
                  <a:lnTo>
                    <a:pt x="1761554" y="2649575"/>
                  </a:lnTo>
                  <a:lnTo>
                    <a:pt x="1756117" y="2649575"/>
                  </a:lnTo>
                  <a:lnTo>
                    <a:pt x="1756117" y="2633675"/>
                  </a:lnTo>
                  <a:lnTo>
                    <a:pt x="1750680" y="2633675"/>
                  </a:lnTo>
                  <a:lnTo>
                    <a:pt x="1750680" y="2631404"/>
                  </a:lnTo>
                  <a:lnTo>
                    <a:pt x="1745243" y="2631404"/>
                  </a:lnTo>
                  <a:lnTo>
                    <a:pt x="1745243" y="2617783"/>
                  </a:lnTo>
                  <a:lnTo>
                    <a:pt x="1739807" y="2617783"/>
                  </a:lnTo>
                  <a:lnTo>
                    <a:pt x="1739807" y="2615512"/>
                  </a:lnTo>
                  <a:lnTo>
                    <a:pt x="1723496" y="2615512"/>
                  </a:lnTo>
                  <a:lnTo>
                    <a:pt x="1723496" y="2613242"/>
                  </a:lnTo>
                  <a:lnTo>
                    <a:pt x="1718059" y="2613242"/>
                  </a:lnTo>
                  <a:lnTo>
                    <a:pt x="1718059" y="2608704"/>
                  </a:lnTo>
                  <a:lnTo>
                    <a:pt x="1712622" y="2608704"/>
                  </a:lnTo>
                  <a:lnTo>
                    <a:pt x="1712622" y="2604170"/>
                  </a:lnTo>
                  <a:lnTo>
                    <a:pt x="1707185" y="2604170"/>
                  </a:lnTo>
                  <a:lnTo>
                    <a:pt x="1707185" y="2601903"/>
                  </a:lnTo>
                  <a:lnTo>
                    <a:pt x="1701748" y="2601903"/>
                  </a:lnTo>
                  <a:lnTo>
                    <a:pt x="1701748" y="2595101"/>
                  </a:lnTo>
                  <a:lnTo>
                    <a:pt x="1696311" y="2595101"/>
                  </a:lnTo>
                  <a:lnTo>
                    <a:pt x="1696311" y="2590566"/>
                  </a:lnTo>
                  <a:lnTo>
                    <a:pt x="1690875" y="2590566"/>
                  </a:lnTo>
                  <a:lnTo>
                    <a:pt x="1690875" y="2583763"/>
                  </a:lnTo>
                  <a:lnTo>
                    <a:pt x="1685438" y="2583763"/>
                  </a:lnTo>
                  <a:lnTo>
                    <a:pt x="1685438" y="2576959"/>
                  </a:lnTo>
                  <a:lnTo>
                    <a:pt x="1680001" y="2576959"/>
                  </a:lnTo>
                  <a:lnTo>
                    <a:pt x="1680001" y="2574691"/>
                  </a:lnTo>
                  <a:lnTo>
                    <a:pt x="1674564" y="2574691"/>
                  </a:lnTo>
                  <a:lnTo>
                    <a:pt x="1674564" y="2563349"/>
                  </a:lnTo>
                  <a:lnTo>
                    <a:pt x="1669127" y="2563349"/>
                  </a:lnTo>
                  <a:lnTo>
                    <a:pt x="1669127" y="2563349"/>
                  </a:lnTo>
                  <a:lnTo>
                    <a:pt x="1658253" y="2563349"/>
                  </a:lnTo>
                  <a:lnTo>
                    <a:pt x="1658253" y="2558820"/>
                  </a:lnTo>
                  <a:lnTo>
                    <a:pt x="1652816" y="2558820"/>
                  </a:lnTo>
                  <a:lnTo>
                    <a:pt x="1652816" y="2552024"/>
                  </a:lnTo>
                  <a:lnTo>
                    <a:pt x="1647379" y="2552024"/>
                  </a:lnTo>
                  <a:lnTo>
                    <a:pt x="1647379" y="2545228"/>
                  </a:lnTo>
                  <a:lnTo>
                    <a:pt x="1641942" y="2545228"/>
                  </a:lnTo>
                  <a:lnTo>
                    <a:pt x="1641942" y="2540697"/>
                  </a:lnTo>
                  <a:lnTo>
                    <a:pt x="1636506" y="2540697"/>
                  </a:lnTo>
                  <a:lnTo>
                    <a:pt x="1636506" y="2529367"/>
                  </a:lnTo>
                  <a:lnTo>
                    <a:pt x="1631069" y="2529367"/>
                  </a:lnTo>
                  <a:lnTo>
                    <a:pt x="1631069" y="2524835"/>
                  </a:lnTo>
                  <a:lnTo>
                    <a:pt x="1625632" y="2524835"/>
                  </a:lnTo>
                  <a:lnTo>
                    <a:pt x="1625632" y="2513503"/>
                  </a:lnTo>
                  <a:lnTo>
                    <a:pt x="1620195" y="2513503"/>
                  </a:lnTo>
                  <a:lnTo>
                    <a:pt x="1620195" y="2511238"/>
                  </a:lnTo>
                  <a:lnTo>
                    <a:pt x="1614758" y="2511238"/>
                  </a:lnTo>
                  <a:lnTo>
                    <a:pt x="1614758" y="2506708"/>
                  </a:lnTo>
                  <a:lnTo>
                    <a:pt x="1609321" y="2506708"/>
                  </a:lnTo>
                  <a:lnTo>
                    <a:pt x="1609321" y="2502177"/>
                  </a:lnTo>
                  <a:lnTo>
                    <a:pt x="1603884" y="2502177"/>
                  </a:lnTo>
                  <a:lnTo>
                    <a:pt x="1603884" y="2490859"/>
                  </a:lnTo>
                  <a:lnTo>
                    <a:pt x="1598447" y="2490859"/>
                  </a:lnTo>
                  <a:lnTo>
                    <a:pt x="1598447" y="2486335"/>
                  </a:lnTo>
                  <a:lnTo>
                    <a:pt x="1593010" y="2486335"/>
                  </a:lnTo>
                  <a:lnTo>
                    <a:pt x="1593010" y="2481810"/>
                  </a:lnTo>
                  <a:lnTo>
                    <a:pt x="1587573" y="2481810"/>
                  </a:lnTo>
                  <a:lnTo>
                    <a:pt x="1587573" y="2479550"/>
                  </a:lnTo>
                  <a:lnTo>
                    <a:pt x="1582137" y="2479550"/>
                  </a:lnTo>
                  <a:lnTo>
                    <a:pt x="1582137" y="2475028"/>
                  </a:lnTo>
                  <a:lnTo>
                    <a:pt x="1576700" y="2475028"/>
                  </a:lnTo>
                  <a:lnTo>
                    <a:pt x="1576700" y="2470507"/>
                  </a:lnTo>
                  <a:lnTo>
                    <a:pt x="1565826" y="2470507"/>
                  </a:lnTo>
                  <a:lnTo>
                    <a:pt x="1565826" y="2456939"/>
                  </a:lnTo>
                  <a:lnTo>
                    <a:pt x="1560389" y="2456939"/>
                  </a:lnTo>
                  <a:lnTo>
                    <a:pt x="1560389" y="2450154"/>
                  </a:lnTo>
                  <a:lnTo>
                    <a:pt x="1554952" y="2450154"/>
                  </a:lnTo>
                  <a:lnTo>
                    <a:pt x="1554952" y="2436582"/>
                  </a:lnTo>
                  <a:lnTo>
                    <a:pt x="1549515" y="2436582"/>
                  </a:lnTo>
                  <a:lnTo>
                    <a:pt x="1549515" y="2434320"/>
                  </a:lnTo>
                  <a:lnTo>
                    <a:pt x="1544078" y="2434320"/>
                  </a:lnTo>
                  <a:lnTo>
                    <a:pt x="1544078" y="2423008"/>
                  </a:lnTo>
                  <a:lnTo>
                    <a:pt x="1538641" y="2423008"/>
                  </a:lnTo>
                  <a:lnTo>
                    <a:pt x="1538641" y="2420745"/>
                  </a:lnTo>
                  <a:lnTo>
                    <a:pt x="1533205" y="2420745"/>
                  </a:lnTo>
                  <a:lnTo>
                    <a:pt x="1533205" y="2411693"/>
                  </a:lnTo>
                  <a:lnTo>
                    <a:pt x="1522331" y="2411693"/>
                  </a:lnTo>
                  <a:lnTo>
                    <a:pt x="1522331" y="2407166"/>
                  </a:lnTo>
                  <a:lnTo>
                    <a:pt x="1516894" y="2407166"/>
                  </a:lnTo>
                  <a:lnTo>
                    <a:pt x="1516894" y="2402643"/>
                  </a:lnTo>
                  <a:lnTo>
                    <a:pt x="1511457" y="2402643"/>
                  </a:lnTo>
                  <a:lnTo>
                    <a:pt x="1511457" y="2393595"/>
                  </a:lnTo>
                  <a:lnTo>
                    <a:pt x="1506020" y="2393595"/>
                  </a:lnTo>
                  <a:lnTo>
                    <a:pt x="1506020" y="2391333"/>
                  </a:lnTo>
                  <a:lnTo>
                    <a:pt x="1500583" y="2391333"/>
                  </a:lnTo>
                  <a:lnTo>
                    <a:pt x="1500583" y="2377759"/>
                  </a:lnTo>
                  <a:lnTo>
                    <a:pt x="1495146" y="2377759"/>
                  </a:lnTo>
                  <a:lnTo>
                    <a:pt x="1495146" y="2373233"/>
                  </a:lnTo>
                  <a:lnTo>
                    <a:pt x="1489709" y="2373233"/>
                  </a:lnTo>
                  <a:lnTo>
                    <a:pt x="1489709" y="2366444"/>
                  </a:lnTo>
                  <a:lnTo>
                    <a:pt x="1484272" y="2366444"/>
                  </a:lnTo>
                  <a:lnTo>
                    <a:pt x="1484272" y="2359660"/>
                  </a:lnTo>
                  <a:lnTo>
                    <a:pt x="1478836" y="2359660"/>
                  </a:lnTo>
                  <a:lnTo>
                    <a:pt x="1478836" y="2357398"/>
                  </a:lnTo>
                  <a:lnTo>
                    <a:pt x="1473399" y="2357398"/>
                  </a:lnTo>
                  <a:lnTo>
                    <a:pt x="1473399" y="2355140"/>
                  </a:lnTo>
                  <a:lnTo>
                    <a:pt x="1467962" y="2355140"/>
                  </a:lnTo>
                  <a:lnTo>
                    <a:pt x="1467962" y="2341588"/>
                  </a:lnTo>
                  <a:lnTo>
                    <a:pt x="1462525" y="2341588"/>
                  </a:lnTo>
                  <a:lnTo>
                    <a:pt x="1462525" y="2339331"/>
                  </a:lnTo>
                  <a:lnTo>
                    <a:pt x="1457088" y="2339331"/>
                  </a:lnTo>
                  <a:lnTo>
                    <a:pt x="1457088" y="2330302"/>
                  </a:lnTo>
                  <a:lnTo>
                    <a:pt x="1451651" y="2330302"/>
                  </a:lnTo>
                  <a:lnTo>
                    <a:pt x="1451651" y="2328044"/>
                  </a:lnTo>
                  <a:lnTo>
                    <a:pt x="1446214" y="2328044"/>
                  </a:lnTo>
                  <a:lnTo>
                    <a:pt x="1446214" y="2325790"/>
                  </a:lnTo>
                  <a:lnTo>
                    <a:pt x="1440777" y="2325790"/>
                  </a:lnTo>
                  <a:lnTo>
                    <a:pt x="1440777" y="2321285"/>
                  </a:lnTo>
                  <a:lnTo>
                    <a:pt x="1429903" y="2321285"/>
                  </a:lnTo>
                  <a:lnTo>
                    <a:pt x="1429903" y="2312273"/>
                  </a:lnTo>
                  <a:lnTo>
                    <a:pt x="1424467" y="2312273"/>
                  </a:lnTo>
                  <a:lnTo>
                    <a:pt x="1424467" y="2307767"/>
                  </a:lnTo>
                  <a:lnTo>
                    <a:pt x="1419030" y="2307767"/>
                  </a:lnTo>
                  <a:lnTo>
                    <a:pt x="1419030" y="2303263"/>
                  </a:lnTo>
                  <a:lnTo>
                    <a:pt x="1413593" y="2303263"/>
                  </a:lnTo>
                  <a:lnTo>
                    <a:pt x="1413593" y="2301013"/>
                  </a:lnTo>
                  <a:lnTo>
                    <a:pt x="1408156" y="2301013"/>
                  </a:lnTo>
                  <a:lnTo>
                    <a:pt x="1408156" y="2296513"/>
                  </a:lnTo>
                  <a:lnTo>
                    <a:pt x="1402719" y="2296513"/>
                  </a:lnTo>
                  <a:lnTo>
                    <a:pt x="1402719" y="2287518"/>
                  </a:lnTo>
                  <a:lnTo>
                    <a:pt x="1397282" y="2287518"/>
                  </a:lnTo>
                  <a:lnTo>
                    <a:pt x="1397282" y="2285269"/>
                  </a:lnTo>
                  <a:lnTo>
                    <a:pt x="1391845" y="2285269"/>
                  </a:lnTo>
                  <a:lnTo>
                    <a:pt x="1391845" y="2278521"/>
                  </a:lnTo>
                  <a:lnTo>
                    <a:pt x="1386408" y="2278521"/>
                  </a:lnTo>
                  <a:lnTo>
                    <a:pt x="1386408" y="2276272"/>
                  </a:lnTo>
                  <a:lnTo>
                    <a:pt x="1380971" y="2276272"/>
                  </a:lnTo>
                  <a:lnTo>
                    <a:pt x="1380971" y="2267274"/>
                  </a:lnTo>
                  <a:lnTo>
                    <a:pt x="1375534" y="2267274"/>
                  </a:lnTo>
                  <a:lnTo>
                    <a:pt x="1375534" y="2265024"/>
                  </a:lnTo>
                  <a:lnTo>
                    <a:pt x="1370098" y="2265024"/>
                  </a:lnTo>
                  <a:lnTo>
                    <a:pt x="1370098" y="2262774"/>
                  </a:lnTo>
                  <a:lnTo>
                    <a:pt x="1364661" y="2262774"/>
                  </a:lnTo>
                  <a:lnTo>
                    <a:pt x="1364661" y="2258274"/>
                  </a:lnTo>
                  <a:lnTo>
                    <a:pt x="1359224" y="2258274"/>
                  </a:lnTo>
                  <a:lnTo>
                    <a:pt x="1359224" y="2253774"/>
                  </a:lnTo>
                  <a:lnTo>
                    <a:pt x="1353787" y="2253774"/>
                  </a:lnTo>
                  <a:lnTo>
                    <a:pt x="1353787" y="2251524"/>
                  </a:lnTo>
                  <a:lnTo>
                    <a:pt x="1348350" y="2251524"/>
                  </a:lnTo>
                  <a:lnTo>
                    <a:pt x="1348350" y="2244772"/>
                  </a:lnTo>
                  <a:lnTo>
                    <a:pt x="1342913" y="2244772"/>
                  </a:lnTo>
                  <a:lnTo>
                    <a:pt x="1342913" y="2242522"/>
                  </a:lnTo>
                  <a:lnTo>
                    <a:pt x="1337476" y="2242522"/>
                  </a:lnTo>
                  <a:lnTo>
                    <a:pt x="1337476" y="2240271"/>
                  </a:lnTo>
                  <a:lnTo>
                    <a:pt x="1332039" y="2240271"/>
                  </a:lnTo>
                  <a:lnTo>
                    <a:pt x="1332039" y="2238020"/>
                  </a:lnTo>
                  <a:lnTo>
                    <a:pt x="1326602" y="2238020"/>
                  </a:lnTo>
                  <a:lnTo>
                    <a:pt x="1326602" y="2233518"/>
                  </a:lnTo>
                  <a:lnTo>
                    <a:pt x="1321166" y="2233518"/>
                  </a:lnTo>
                  <a:lnTo>
                    <a:pt x="1321166" y="2231269"/>
                  </a:lnTo>
                  <a:lnTo>
                    <a:pt x="1315729" y="2231269"/>
                  </a:lnTo>
                  <a:lnTo>
                    <a:pt x="1315729" y="2229019"/>
                  </a:lnTo>
                  <a:lnTo>
                    <a:pt x="1310292" y="2229019"/>
                  </a:lnTo>
                  <a:lnTo>
                    <a:pt x="1310292" y="2226770"/>
                  </a:lnTo>
                  <a:lnTo>
                    <a:pt x="1304855" y="2226770"/>
                  </a:lnTo>
                  <a:lnTo>
                    <a:pt x="1304855" y="2217771"/>
                  </a:lnTo>
                  <a:lnTo>
                    <a:pt x="1299418" y="2217771"/>
                  </a:lnTo>
                  <a:lnTo>
                    <a:pt x="1299418" y="2213271"/>
                  </a:lnTo>
                  <a:lnTo>
                    <a:pt x="1293981" y="2213271"/>
                  </a:lnTo>
                  <a:lnTo>
                    <a:pt x="1293981" y="2197529"/>
                  </a:lnTo>
                  <a:lnTo>
                    <a:pt x="1288544" y="2197529"/>
                  </a:lnTo>
                  <a:lnTo>
                    <a:pt x="1288544" y="2195282"/>
                  </a:lnTo>
                  <a:lnTo>
                    <a:pt x="1283107" y="2195282"/>
                  </a:lnTo>
                  <a:lnTo>
                    <a:pt x="1283107" y="2193036"/>
                  </a:lnTo>
                  <a:lnTo>
                    <a:pt x="1277670" y="2193036"/>
                  </a:lnTo>
                  <a:lnTo>
                    <a:pt x="1277670" y="2181805"/>
                  </a:lnTo>
                  <a:lnTo>
                    <a:pt x="1272233" y="2181805"/>
                  </a:lnTo>
                  <a:lnTo>
                    <a:pt x="1272233" y="2177315"/>
                  </a:lnTo>
                  <a:lnTo>
                    <a:pt x="1266797" y="2177315"/>
                  </a:lnTo>
                  <a:lnTo>
                    <a:pt x="1266797" y="2172825"/>
                  </a:lnTo>
                  <a:lnTo>
                    <a:pt x="1261360" y="2172825"/>
                  </a:lnTo>
                  <a:lnTo>
                    <a:pt x="1261360" y="2170581"/>
                  </a:lnTo>
                  <a:lnTo>
                    <a:pt x="1255923" y="2170581"/>
                  </a:lnTo>
                  <a:lnTo>
                    <a:pt x="1255923" y="2166097"/>
                  </a:lnTo>
                  <a:lnTo>
                    <a:pt x="1250486" y="2166097"/>
                  </a:lnTo>
                  <a:lnTo>
                    <a:pt x="1250486" y="2159370"/>
                  </a:lnTo>
                  <a:lnTo>
                    <a:pt x="1245049" y="2159370"/>
                  </a:lnTo>
                  <a:lnTo>
                    <a:pt x="1245049" y="2154885"/>
                  </a:lnTo>
                  <a:lnTo>
                    <a:pt x="1239612" y="2154885"/>
                  </a:lnTo>
                  <a:lnTo>
                    <a:pt x="1239612" y="2152642"/>
                  </a:lnTo>
                  <a:lnTo>
                    <a:pt x="1234175" y="2152642"/>
                  </a:lnTo>
                  <a:lnTo>
                    <a:pt x="1234175" y="2148157"/>
                  </a:lnTo>
                  <a:lnTo>
                    <a:pt x="1228738" y="2148157"/>
                  </a:lnTo>
                  <a:lnTo>
                    <a:pt x="1228738" y="2141427"/>
                  </a:lnTo>
                  <a:lnTo>
                    <a:pt x="1223301" y="2141427"/>
                  </a:lnTo>
                  <a:lnTo>
                    <a:pt x="1223301" y="2134698"/>
                  </a:lnTo>
                  <a:lnTo>
                    <a:pt x="1217864" y="2134698"/>
                  </a:lnTo>
                  <a:lnTo>
                    <a:pt x="1217864" y="2130217"/>
                  </a:lnTo>
                  <a:lnTo>
                    <a:pt x="1212428" y="2130217"/>
                  </a:lnTo>
                  <a:lnTo>
                    <a:pt x="1212428" y="2119014"/>
                  </a:lnTo>
                  <a:lnTo>
                    <a:pt x="1206991" y="2119014"/>
                  </a:lnTo>
                  <a:lnTo>
                    <a:pt x="1206991" y="2116773"/>
                  </a:lnTo>
                  <a:lnTo>
                    <a:pt x="1201554" y="2116773"/>
                  </a:lnTo>
                  <a:lnTo>
                    <a:pt x="1201554" y="2105567"/>
                  </a:lnTo>
                  <a:lnTo>
                    <a:pt x="1196117" y="2105567"/>
                  </a:lnTo>
                  <a:lnTo>
                    <a:pt x="1196117" y="2096601"/>
                  </a:lnTo>
                  <a:lnTo>
                    <a:pt x="1190680" y="2096601"/>
                  </a:lnTo>
                  <a:lnTo>
                    <a:pt x="1190680" y="2089875"/>
                  </a:lnTo>
                  <a:lnTo>
                    <a:pt x="1185243" y="2089875"/>
                  </a:lnTo>
                  <a:lnTo>
                    <a:pt x="1185243" y="2080907"/>
                  </a:lnTo>
                  <a:lnTo>
                    <a:pt x="1179806" y="2080907"/>
                  </a:lnTo>
                  <a:lnTo>
                    <a:pt x="1179806" y="2076425"/>
                  </a:lnTo>
                  <a:lnTo>
                    <a:pt x="1174369" y="2076425"/>
                  </a:lnTo>
                  <a:lnTo>
                    <a:pt x="1174369" y="2069702"/>
                  </a:lnTo>
                  <a:lnTo>
                    <a:pt x="1168932" y="2069702"/>
                  </a:lnTo>
                  <a:lnTo>
                    <a:pt x="1168932" y="2067461"/>
                  </a:lnTo>
                  <a:lnTo>
                    <a:pt x="1163495" y="2067461"/>
                  </a:lnTo>
                  <a:lnTo>
                    <a:pt x="1163495" y="2062978"/>
                  </a:lnTo>
                  <a:lnTo>
                    <a:pt x="1158059" y="2062978"/>
                  </a:lnTo>
                  <a:lnTo>
                    <a:pt x="1158059" y="2056253"/>
                  </a:lnTo>
                  <a:lnTo>
                    <a:pt x="1152622" y="2056253"/>
                  </a:lnTo>
                  <a:lnTo>
                    <a:pt x="1152622" y="2051769"/>
                  </a:lnTo>
                  <a:lnTo>
                    <a:pt x="1147185" y="2051769"/>
                  </a:lnTo>
                  <a:lnTo>
                    <a:pt x="1147185" y="2045048"/>
                  </a:lnTo>
                  <a:lnTo>
                    <a:pt x="1141748" y="2045048"/>
                  </a:lnTo>
                  <a:lnTo>
                    <a:pt x="1141748" y="2031602"/>
                  </a:lnTo>
                  <a:lnTo>
                    <a:pt x="1136311" y="2031602"/>
                  </a:lnTo>
                  <a:lnTo>
                    <a:pt x="1136311" y="2027120"/>
                  </a:lnTo>
                  <a:lnTo>
                    <a:pt x="1130874" y="2027120"/>
                  </a:lnTo>
                  <a:lnTo>
                    <a:pt x="1130874" y="2015912"/>
                  </a:lnTo>
                  <a:lnTo>
                    <a:pt x="1125437" y="2015912"/>
                  </a:lnTo>
                  <a:lnTo>
                    <a:pt x="1125437" y="2013673"/>
                  </a:lnTo>
                  <a:lnTo>
                    <a:pt x="1114563" y="2013673"/>
                  </a:lnTo>
                  <a:lnTo>
                    <a:pt x="1114563" y="2011437"/>
                  </a:lnTo>
                  <a:lnTo>
                    <a:pt x="1109127" y="2011437"/>
                  </a:lnTo>
                  <a:lnTo>
                    <a:pt x="1109127" y="2002493"/>
                  </a:lnTo>
                  <a:lnTo>
                    <a:pt x="1103690" y="2002493"/>
                  </a:lnTo>
                  <a:lnTo>
                    <a:pt x="1103690" y="1998021"/>
                  </a:lnTo>
                  <a:lnTo>
                    <a:pt x="1098253" y="1998021"/>
                  </a:lnTo>
                  <a:lnTo>
                    <a:pt x="1098253" y="1991315"/>
                  </a:lnTo>
                  <a:lnTo>
                    <a:pt x="1092816" y="1991315"/>
                  </a:lnTo>
                  <a:lnTo>
                    <a:pt x="1092816" y="1986851"/>
                  </a:lnTo>
                  <a:lnTo>
                    <a:pt x="1087379" y="1986851"/>
                  </a:lnTo>
                  <a:lnTo>
                    <a:pt x="1087379" y="1984620"/>
                  </a:lnTo>
                  <a:lnTo>
                    <a:pt x="1081942" y="1984620"/>
                  </a:lnTo>
                  <a:lnTo>
                    <a:pt x="1081942" y="1973464"/>
                  </a:lnTo>
                  <a:lnTo>
                    <a:pt x="1076505" y="1973464"/>
                  </a:lnTo>
                  <a:lnTo>
                    <a:pt x="1076505" y="1969001"/>
                  </a:lnTo>
                  <a:lnTo>
                    <a:pt x="1071068" y="1969001"/>
                  </a:lnTo>
                  <a:lnTo>
                    <a:pt x="1071068" y="1966771"/>
                  </a:lnTo>
                  <a:lnTo>
                    <a:pt x="1065631" y="1966771"/>
                  </a:lnTo>
                  <a:lnTo>
                    <a:pt x="1065631" y="1955634"/>
                  </a:lnTo>
                  <a:lnTo>
                    <a:pt x="1060194" y="1955634"/>
                  </a:lnTo>
                  <a:lnTo>
                    <a:pt x="1060194" y="1953407"/>
                  </a:lnTo>
                  <a:lnTo>
                    <a:pt x="1054758" y="1953407"/>
                  </a:lnTo>
                  <a:lnTo>
                    <a:pt x="1054758" y="1948951"/>
                  </a:lnTo>
                  <a:lnTo>
                    <a:pt x="1049321" y="1948951"/>
                  </a:lnTo>
                  <a:lnTo>
                    <a:pt x="1049321" y="1944495"/>
                  </a:lnTo>
                  <a:lnTo>
                    <a:pt x="1043884" y="1944495"/>
                  </a:lnTo>
                  <a:lnTo>
                    <a:pt x="1043884" y="1940039"/>
                  </a:lnTo>
                  <a:lnTo>
                    <a:pt x="1038447" y="1940039"/>
                  </a:lnTo>
                  <a:lnTo>
                    <a:pt x="1038447" y="1931131"/>
                  </a:lnTo>
                  <a:lnTo>
                    <a:pt x="1033010" y="1931131"/>
                  </a:lnTo>
                  <a:lnTo>
                    <a:pt x="1033010" y="1926677"/>
                  </a:lnTo>
                  <a:lnTo>
                    <a:pt x="1027573" y="1926677"/>
                  </a:lnTo>
                  <a:lnTo>
                    <a:pt x="1027573" y="1922225"/>
                  </a:lnTo>
                  <a:lnTo>
                    <a:pt x="1022136" y="1922225"/>
                  </a:lnTo>
                  <a:lnTo>
                    <a:pt x="1022136" y="1922225"/>
                  </a:lnTo>
                  <a:lnTo>
                    <a:pt x="1016699" y="1922225"/>
                  </a:lnTo>
                  <a:lnTo>
                    <a:pt x="1016699" y="1915560"/>
                  </a:lnTo>
                  <a:lnTo>
                    <a:pt x="1011262" y="1915560"/>
                  </a:lnTo>
                  <a:lnTo>
                    <a:pt x="1011262" y="1913338"/>
                  </a:lnTo>
                  <a:lnTo>
                    <a:pt x="1005825" y="1913338"/>
                  </a:lnTo>
                  <a:lnTo>
                    <a:pt x="1005825" y="1902227"/>
                  </a:lnTo>
                  <a:lnTo>
                    <a:pt x="1000389" y="1902227"/>
                  </a:lnTo>
                  <a:lnTo>
                    <a:pt x="1000389" y="1897784"/>
                  </a:lnTo>
                  <a:lnTo>
                    <a:pt x="994952" y="1897784"/>
                  </a:lnTo>
                  <a:lnTo>
                    <a:pt x="994952" y="1886678"/>
                  </a:lnTo>
                  <a:lnTo>
                    <a:pt x="989515" y="1886678"/>
                  </a:lnTo>
                  <a:lnTo>
                    <a:pt x="989515" y="1884459"/>
                  </a:lnTo>
                  <a:lnTo>
                    <a:pt x="984078" y="1884459"/>
                  </a:lnTo>
                  <a:lnTo>
                    <a:pt x="984078" y="1871153"/>
                  </a:lnTo>
                  <a:lnTo>
                    <a:pt x="973204" y="1871153"/>
                  </a:lnTo>
                  <a:lnTo>
                    <a:pt x="973204" y="1868936"/>
                  </a:lnTo>
                  <a:lnTo>
                    <a:pt x="967767" y="1868936"/>
                  </a:lnTo>
                  <a:lnTo>
                    <a:pt x="967767" y="1857852"/>
                  </a:lnTo>
                  <a:lnTo>
                    <a:pt x="962330" y="1857852"/>
                  </a:lnTo>
                  <a:lnTo>
                    <a:pt x="962330" y="1851201"/>
                  </a:lnTo>
                  <a:lnTo>
                    <a:pt x="956893" y="1851201"/>
                  </a:lnTo>
                  <a:lnTo>
                    <a:pt x="956893" y="1844548"/>
                  </a:lnTo>
                  <a:lnTo>
                    <a:pt x="951457" y="1844548"/>
                  </a:lnTo>
                  <a:lnTo>
                    <a:pt x="951457" y="1842332"/>
                  </a:lnTo>
                  <a:lnTo>
                    <a:pt x="946020" y="1842332"/>
                  </a:lnTo>
                  <a:lnTo>
                    <a:pt x="946020" y="1835692"/>
                  </a:lnTo>
                  <a:lnTo>
                    <a:pt x="940583" y="1835692"/>
                  </a:lnTo>
                  <a:lnTo>
                    <a:pt x="940583" y="1824622"/>
                  </a:lnTo>
                  <a:lnTo>
                    <a:pt x="935146" y="1824622"/>
                  </a:lnTo>
                  <a:lnTo>
                    <a:pt x="935146" y="1817983"/>
                  </a:lnTo>
                  <a:lnTo>
                    <a:pt x="929709" y="1817983"/>
                  </a:lnTo>
                  <a:lnTo>
                    <a:pt x="929709" y="1815770"/>
                  </a:lnTo>
                  <a:lnTo>
                    <a:pt x="924272" y="1815770"/>
                  </a:lnTo>
                  <a:lnTo>
                    <a:pt x="924272" y="1809131"/>
                  </a:lnTo>
                  <a:lnTo>
                    <a:pt x="918835" y="1809131"/>
                  </a:lnTo>
                  <a:lnTo>
                    <a:pt x="918835" y="1806917"/>
                  </a:lnTo>
                  <a:lnTo>
                    <a:pt x="913398" y="1806917"/>
                  </a:lnTo>
                  <a:lnTo>
                    <a:pt x="913398" y="1804706"/>
                  </a:lnTo>
                  <a:lnTo>
                    <a:pt x="907961" y="1804706"/>
                  </a:lnTo>
                  <a:lnTo>
                    <a:pt x="907961" y="1798078"/>
                  </a:lnTo>
                  <a:lnTo>
                    <a:pt x="902524" y="1798078"/>
                  </a:lnTo>
                  <a:lnTo>
                    <a:pt x="902524" y="1795868"/>
                  </a:lnTo>
                  <a:lnTo>
                    <a:pt x="897088" y="1795868"/>
                  </a:lnTo>
                  <a:lnTo>
                    <a:pt x="897088" y="1787034"/>
                  </a:lnTo>
                  <a:lnTo>
                    <a:pt x="891651" y="1787034"/>
                  </a:lnTo>
                  <a:lnTo>
                    <a:pt x="891651" y="1780408"/>
                  </a:lnTo>
                  <a:lnTo>
                    <a:pt x="886214" y="1780408"/>
                  </a:lnTo>
                  <a:lnTo>
                    <a:pt x="886214" y="1775989"/>
                  </a:lnTo>
                  <a:lnTo>
                    <a:pt x="880777" y="1775989"/>
                  </a:lnTo>
                  <a:lnTo>
                    <a:pt x="880777" y="1764949"/>
                  </a:lnTo>
                  <a:lnTo>
                    <a:pt x="875340" y="1764949"/>
                  </a:lnTo>
                  <a:lnTo>
                    <a:pt x="875340" y="1751706"/>
                  </a:lnTo>
                  <a:lnTo>
                    <a:pt x="869903" y="1751706"/>
                  </a:lnTo>
                  <a:lnTo>
                    <a:pt x="869903" y="1740668"/>
                  </a:lnTo>
                  <a:lnTo>
                    <a:pt x="864466" y="1740668"/>
                  </a:lnTo>
                  <a:lnTo>
                    <a:pt x="864466" y="1725210"/>
                  </a:lnTo>
                  <a:lnTo>
                    <a:pt x="859029" y="1725210"/>
                  </a:lnTo>
                  <a:lnTo>
                    <a:pt x="859029" y="1716375"/>
                  </a:lnTo>
                  <a:lnTo>
                    <a:pt x="853592" y="1716375"/>
                  </a:lnTo>
                  <a:lnTo>
                    <a:pt x="853592" y="1714167"/>
                  </a:lnTo>
                  <a:lnTo>
                    <a:pt x="848155" y="1714167"/>
                  </a:lnTo>
                  <a:lnTo>
                    <a:pt x="848155" y="1705336"/>
                  </a:lnTo>
                  <a:lnTo>
                    <a:pt x="842719" y="1705336"/>
                  </a:lnTo>
                  <a:lnTo>
                    <a:pt x="842719" y="1694308"/>
                  </a:lnTo>
                  <a:lnTo>
                    <a:pt x="837282" y="1694308"/>
                  </a:lnTo>
                  <a:lnTo>
                    <a:pt x="837282" y="1689904"/>
                  </a:lnTo>
                  <a:lnTo>
                    <a:pt x="831845" y="1689904"/>
                  </a:lnTo>
                  <a:lnTo>
                    <a:pt x="831845" y="1674507"/>
                  </a:lnTo>
                  <a:lnTo>
                    <a:pt x="826408" y="1674507"/>
                  </a:lnTo>
                  <a:lnTo>
                    <a:pt x="826408" y="1667906"/>
                  </a:lnTo>
                  <a:lnTo>
                    <a:pt x="820971" y="1667906"/>
                  </a:lnTo>
                  <a:lnTo>
                    <a:pt x="820971" y="1663505"/>
                  </a:lnTo>
                  <a:lnTo>
                    <a:pt x="810097" y="1663505"/>
                  </a:lnTo>
                  <a:lnTo>
                    <a:pt x="810097" y="1656912"/>
                  </a:lnTo>
                  <a:lnTo>
                    <a:pt x="804660" y="1656912"/>
                  </a:lnTo>
                  <a:lnTo>
                    <a:pt x="804660" y="1645933"/>
                  </a:lnTo>
                  <a:lnTo>
                    <a:pt x="799223" y="1645933"/>
                  </a:lnTo>
                  <a:lnTo>
                    <a:pt x="799223" y="1637164"/>
                  </a:lnTo>
                  <a:lnTo>
                    <a:pt x="793786" y="1637164"/>
                  </a:lnTo>
                  <a:lnTo>
                    <a:pt x="793786" y="1619622"/>
                  </a:lnTo>
                  <a:lnTo>
                    <a:pt x="788350" y="1619622"/>
                  </a:lnTo>
                  <a:lnTo>
                    <a:pt x="788350" y="1617429"/>
                  </a:lnTo>
                  <a:lnTo>
                    <a:pt x="782913" y="1617429"/>
                  </a:lnTo>
                  <a:lnTo>
                    <a:pt x="782913" y="1615237"/>
                  </a:lnTo>
                  <a:lnTo>
                    <a:pt x="777476" y="1615237"/>
                  </a:lnTo>
                  <a:lnTo>
                    <a:pt x="777476" y="1610855"/>
                  </a:lnTo>
                  <a:lnTo>
                    <a:pt x="772039" y="1610855"/>
                  </a:lnTo>
                  <a:lnTo>
                    <a:pt x="772039" y="1597708"/>
                  </a:lnTo>
                  <a:lnTo>
                    <a:pt x="766602" y="1597708"/>
                  </a:lnTo>
                  <a:lnTo>
                    <a:pt x="766602" y="1588941"/>
                  </a:lnTo>
                  <a:lnTo>
                    <a:pt x="761165" y="1588941"/>
                  </a:lnTo>
                  <a:lnTo>
                    <a:pt x="761165" y="1577993"/>
                  </a:lnTo>
                  <a:lnTo>
                    <a:pt x="755728" y="1577993"/>
                  </a:lnTo>
                  <a:lnTo>
                    <a:pt x="755728" y="1571423"/>
                  </a:lnTo>
                  <a:lnTo>
                    <a:pt x="750291" y="1571423"/>
                  </a:lnTo>
                  <a:lnTo>
                    <a:pt x="750291" y="1562667"/>
                  </a:lnTo>
                  <a:lnTo>
                    <a:pt x="744854" y="1562667"/>
                  </a:lnTo>
                  <a:lnTo>
                    <a:pt x="744854" y="1551720"/>
                  </a:lnTo>
                  <a:lnTo>
                    <a:pt x="739418" y="1551720"/>
                  </a:lnTo>
                  <a:lnTo>
                    <a:pt x="739418" y="1542965"/>
                  </a:lnTo>
                  <a:lnTo>
                    <a:pt x="733981" y="1542965"/>
                  </a:lnTo>
                  <a:lnTo>
                    <a:pt x="733981" y="1534209"/>
                  </a:lnTo>
                  <a:lnTo>
                    <a:pt x="728544" y="1534209"/>
                  </a:lnTo>
                  <a:lnTo>
                    <a:pt x="728544" y="1523261"/>
                  </a:lnTo>
                  <a:lnTo>
                    <a:pt x="723107" y="1523261"/>
                  </a:lnTo>
                  <a:lnTo>
                    <a:pt x="723107" y="1512330"/>
                  </a:lnTo>
                  <a:lnTo>
                    <a:pt x="717670" y="1512330"/>
                  </a:lnTo>
                  <a:lnTo>
                    <a:pt x="717670" y="1505770"/>
                  </a:lnTo>
                  <a:lnTo>
                    <a:pt x="712233" y="1505770"/>
                  </a:lnTo>
                  <a:lnTo>
                    <a:pt x="712233" y="1501401"/>
                  </a:lnTo>
                  <a:lnTo>
                    <a:pt x="706796" y="1501401"/>
                  </a:lnTo>
                  <a:lnTo>
                    <a:pt x="706796" y="1488293"/>
                  </a:lnTo>
                  <a:lnTo>
                    <a:pt x="701359" y="1488293"/>
                  </a:lnTo>
                  <a:lnTo>
                    <a:pt x="701359" y="1479551"/>
                  </a:lnTo>
                  <a:lnTo>
                    <a:pt x="695922" y="1479551"/>
                  </a:lnTo>
                  <a:lnTo>
                    <a:pt x="695922" y="1470813"/>
                  </a:lnTo>
                  <a:lnTo>
                    <a:pt x="690485" y="1470813"/>
                  </a:lnTo>
                  <a:lnTo>
                    <a:pt x="690485" y="1468629"/>
                  </a:lnTo>
                  <a:lnTo>
                    <a:pt x="685049" y="1468629"/>
                  </a:lnTo>
                  <a:lnTo>
                    <a:pt x="685049" y="1459894"/>
                  </a:lnTo>
                  <a:lnTo>
                    <a:pt x="679612" y="1459894"/>
                  </a:lnTo>
                  <a:lnTo>
                    <a:pt x="679612" y="1453345"/>
                  </a:lnTo>
                  <a:lnTo>
                    <a:pt x="674175" y="1453345"/>
                  </a:lnTo>
                  <a:lnTo>
                    <a:pt x="674175" y="1440252"/>
                  </a:lnTo>
                  <a:lnTo>
                    <a:pt x="668738" y="1440252"/>
                  </a:lnTo>
                  <a:lnTo>
                    <a:pt x="668738" y="1429339"/>
                  </a:lnTo>
                  <a:lnTo>
                    <a:pt x="663301" y="1429339"/>
                  </a:lnTo>
                  <a:lnTo>
                    <a:pt x="663301" y="1420606"/>
                  </a:lnTo>
                  <a:lnTo>
                    <a:pt x="657864" y="1420606"/>
                  </a:lnTo>
                  <a:lnTo>
                    <a:pt x="657864" y="1411881"/>
                  </a:lnTo>
                  <a:lnTo>
                    <a:pt x="652427" y="1411881"/>
                  </a:lnTo>
                  <a:lnTo>
                    <a:pt x="652427" y="1400973"/>
                  </a:lnTo>
                  <a:lnTo>
                    <a:pt x="646990" y="1400973"/>
                  </a:lnTo>
                  <a:lnTo>
                    <a:pt x="646990" y="1398793"/>
                  </a:lnTo>
                  <a:lnTo>
                    <a:pt x="641553" y="1398793"/>
                  </a:lnTo>
                  <a:lnTo>
                    <a:pt x="641553" y="1396613"/>
                  </a:lnTo>
                  <a:lnTo>
                    <a:pt x="636116" y="1396613"/>
                  </a:lnTo>
                  <a:lnTo>
                    <a:pt x="636116" y="1390077"/>
                  </a:lnTo>
                  <a:lnTo>
                    <a:pt x="630680" y="1390077"/>
                  </a:lnTo>
                  <a:lnTo>
                    <a:pt x="630680" y="1379182"/>
                  </a:lnTo>
                  <a:lnTo>
                    <a:pt x="625243" y="1379182"/>
                  </a:lnTo>
                  <a:lnTo>
                    <a:pt x="625243" y="1374823"/>
                  </a:lnTo>
                  <a:lnTo>
                    <a:pt x="619806" y="1374823"/>
                  </a:lnTo>
                  <a:lnTo>
                    <a:pt x="619806" y="1363923"/>
                  </a:lnTo>
                  <a:lnTo>
                    <a:pt x="614369" y="1363923"/>
                  </a:lnTo>
                  <a:lnTo>
                    <a:pt x="614369" y="1357390"/>
                  </a:lnTo>
                  <a:lnTo>
                    <a:pt x="608932" y="1357390"/>
                  </a:lnTo>
                  <a:lnTo>
                    <a:pt x="608932" y="1350862"/>
                  </a:lnTo>
                  <a:lnTo>
                    <a:pt x="603495" y="1350862"/>
                  </a:lnTo>
                  <a:lnTo>
                    <a:pt x="603495" y="1335627"/>
                  </a:lnTo>
                  <a:lnTo>
                    <a:pt x="598058" y="1335627"/>
                  </a:lnTo>
                  <a:lnTo>
                    <a:pt x="598058" y="1326919"/>
                  </a:lnTo>
                  <a:lnTo>
                    <a:pt x="592621" y="1326919"/>
                  </a:lnTo>
                  <a:lnTo>
                    <a:pt x="592621" y="1322564"/>
                  </a:lnTo>
                  <a:lnTo>
                    <a:pt x="587184" y="1322564"/>
                  </a:lnTo>
                  <a:lnTo>
                    <a:pt x="587184" y="1313853"/>
                  </a:lnTo>
                  <a:lnTo>
                    <a:pt x="581747" y="1313853"/>
                  </a:lnTo>
                  <a:lnTo>
                    <a:pt x="581747" y="1298613"/>
                  </a:lnTo>
                  <a:lnTo>
                    <a:pt x="576311" y="1298613"/>
                  </a:lnTo>
                  <a:lnTo>
                    <a:pt x="576311" y="1294258"/>
                  </a:lnTo>
                  <a:lnTo>
                    <a:pt x="570874" y="1294258"/>
                  </a:lnTo>
                  <a:lnTo>
                    <a:pt x="570874" y="1289911"/>
                  </a:lnTo>
                  <a:lnTo>
                    <a:pt x="565437" y="1289911"/>
                  </a:lnTo>
                  <a:lnTo>
                    <a:pt x="565437" y="1276876"/>
                  </a:lnTo>
                  <a:lnTo>
                    <a:pt x="560000" y="1276876"/>
                  </a:lnTo>
                  <a:lnTo>
                    <a:pt x="560000" y="1263858"/>
                  </a:lnTo>
                  <a:lnTo>
                    <a:pt x="554563" y="1263858"/>
                  </a:lnTo>
                  <a:lnTo>
                    <a:pt x="554563" y="1244322"/>
                  </a:lnTo>
                  <a:lnTo>
                    <a:pt x="549126" y="1244322"/>
                  </a:lnTo>
                  <a:lnTo>
                    <a:pt x="549126" y="1237808"/>
                  </a:lnTo>
                  <a:lnTo>
                    <a:pt x="543689" y="1237808"/>
                  </a:lnTo>
                  <a:lnTo>
                    <a:pt x="543689" y="1211741"/>
                  </a:lnTo>
                  <a:lnTo>
                    <a:pt x="538252" y="1211741"/>
                  </a:lnTo>
                  <a:lnTo>
                    <a:pt x="538252" y="1200875"/>
                  </a:lnTo>
                  <a:lnTo>
                    <a:pt x="532815" y="1200875"/>
                  </a:lnTo>
                  <a:lnTo>
                    <a:pt x="532815" y="1190022"/>
                  </a:lnTo>
                  <a:lnTo>
                    <a:pt x="527379" y="1190022"/>
                  </a:lnTo>
                  <a:lnTo>
                    <a:pt x="527379" y="1181338"/>
                  </a:lnTo>
                  <a:lnTo>
                    <a:pt x="521942" y="1181338"/>
                  </a:lnTo>
                  <a:lnTo>
                    <a:pt x="521942" y="1174827"/>
                  </a:lnTo>
                  <a:lnTo>
                    <a:pt x="516505" y="1174827"/>
                  </a:lnTo>
                  <a:lnTo>
                    <a:pt x="516505" y="1168315"/>
                  </a:lnTo>
                  <a:lnTo>
                    <a:pt x="511068" y="1168315"/>
                  </a:lnTo>
                  <a:lnTo>
                    <a:pt x="511068" y="1155294"/>
                  </a:lnTo>
                  <a:lnTo>
                    <a:pt x="505631" y="1155294"/>
                  </a:lnTo>
                  <a:lnTo>
                    <a:pt x="505631" y="1150952"/>
                  </a:lnTo>
                  <a:lnTo>
                    <a:pt x="500194" y="1150952"/>
                  </a:lnTo>
                  <a:lnTo>
                    <a:pt x="500194" y="1142268"/>
                  </a:lnTo>
                  <a:lnTo>
                    <a:pt x="494757" y="1142268"/>
                  </a:lnTo>
                  <a:lnTo>
                    <a:pt x="494757" y="1122750"/>
                  </a:lnTo>
                  <a:lnTo>
                    <a:pt x="489320" y="1122750"/>
                  </a:lnTo>
                  <a:lnTo>
                    <a:pt x="489320" y="1116246"/>
                  </a:lnTo>
                  <a:lnTo>
                    <a:pt x="483883" y="1116246"/>
                  </a:lnTo>
                  <a:lnTo>
                    <a:pt x="483883" y="1107575"/>
                  </a:lnTo>
                  <a:lnTo>
                    <a:pt x="478446" y="1107575"/>
                  </a:lnTo>
                  <a:lnTo>
                    <a:pt x="478446" y="1088069"/>
                  </a:lnTo>
                  <a:lnTo>
                    <a:pt x="473010" y="1088069"/>
                  </a:lnTo>
                  <a:lnTo>
                    <a:pt x="473010" y="1079396"/>
                  </a:lnTo>
                  <a:lnTo>
                    <a:pt x="467573" y="1079396"/>
                  </a:lnTo>
                  <a:lnTo>
                    <a:pt x="467573" y="1066388"/>
                  </a:lnTo>
                  <a:lnTo>
                    <a:pt x="462136" y="1066388"/>
                  </a:lnTo>
                  <a:lnTo>
                    <a:pt x="462136" y="1049046"/>
                  </a:lnTo>
                  <a:lnTo>
                    <a:pt x="456699" y="1049046"/>
                  </a:lnTo>
                  <a:lnTo>
                    <a:pt x="456699" y="1036053"/>
                  </a:lnTo>
                  <a:lnTo>
                    <a:pt x="451262" y="1036053"/>
                  </a:lnTo>
                  <a:lnTo>
                    <a:pt x="451262" y="1023068"/>
                  </a:lnTo>
                  <a:lnTo>
                    <a:pt x="445825" y="1023068"/>
                  </a:lnTo>
                  <a:lnTo>
                    <a:pt x="445825" y="1016577"/>
                  </a:lnTo>
                  <a:lnTo>
                    <a:pt x="440388" y="1016577"/>
                  </a:lnTo>
                  <a:lnTo>
                    <a:pt x="440388" y="992788"/>
                  </a:lnTo>
                  <a:lnTo>
                    <a:pt x="434951" y="992788"/>
                  </a:lnTo>
                  <a:lnTo>
                    <a:pt x="434951" y="979811"/>
                  </a:lnTo>
                  <a:lnTo>
                    <a:pt x="429514" y="979811"/>
                  </a:lnTo>
                  <a:lnTo>
                    <a:pt x="429514" y="969009"/>
                  </a:lnTo>
                  <a:lnTo>
                    <a:pt x="424077" y="969009"/>
                  </a:lnTo>
                  <a:lnTo>
                    <a:pt x="424077" y="956048"/>
                  </a:lnTo>
                  <a:lnTo>
                    <a:pt x="418641" y="956048"/>
                  </a:lnTo>
                  <a:lnTo>
                    <a:pt x="418641" y="938757"/>
                  </a:lnTo>
                  <a:lnTo>
                    <a:pt x="413204" y="938757"/>
                  </a:lnTo>
                  <a:lnTo>
                    <a:pt x="413204" y="932277"/>
                  </a:lnTo>
                  <a:lnTo>
                    <a:pt x="407767" y="932277"/>
                  </a:lnTo>
                  <a:lnTo>
                    <a:pt x="407767" y="921479"/>
                  </a:lnTo>
                  <a:lnTo>
                    <a:pt x="402330" y="921479"/>
                  </a:lnTo>
                  <a:lnTo>
                    <a:pt x="402330" y="910676"/>
                  </a:lnTo>
                  <a:lnTo>
                    <a:pt x="396893" y="910676"/>
                  </a:lnTo>
                  <a:lnTo>
                    <a:pt x="396893" y="897707"/>
                  </a:lnTo>
                  <a:lnTo>
                    <a:pt x="391456" y="897707"/>
                  </a:lnTo>
                  <a:lnTo>
                    <a:pt x="391456" y="886901"/>
                  </a:lnTo>
                  <a:lnTo>
                    <a:pt x="386019" y="886901"/>
                  </a:lnTo>
                  <a:lnTo>
                    <a:pt x="386019" y="876095"/>
                  </a:lnTo>
                  <a:lnTo>
                    <a:pt x="380582" y="876095"/>
                  </a:lnTo>
                  <a:lnTo>
                    <a:pt x="380582" y="867460"/>
                  </a:lnTo>
                  <a:lnTo>
                    <a:pt x="375145" y="867460"/>
                  </a:lnTo>
                  <a:lnTo>
                    <a:pt x="375145" y="854508"/>
                  </a:lnTo>
                  <a:lnTo>
                    <a:pt x="369709" y="854508"/>
                  </a:lnTo>
                  <a:lnTo>
                    <a:pt x="369709" y="848033"/>
                  </a:lnTo>
                  <a:lnTo>
                    <a:pt x="364272" y="848033"/>
                  </a:lnTo>
                  <a:lnTo>
                    <a:pt x="364272" y="830782"/>
                  </a:lnTo>
                  <a:lnTo>
                    <a:pt x="358835" y="830782"/>
                  </a:lnTo>
                  <a:lnTo>
                    <a:pt x="358835" y="824314"/>
                  </a:lnTo>
                  <a:lnTo>
                    <a:pt x="353398" y="824314"/>
                  </a:lnTo>
                  <a:lnTo>
                    <a:pt x="353398" y="815686"/>
                  </a:lnTo>
                  <a:lnTo>
                    <a:pt x="347961" y="815686"/>
                  </a:lnTo>
                  <a:lnTo>
                    <a:pt x="347961" y="802757"/>
                  </a:lnTo>
                  <a:lnTo>
                    <a:pt x="342524" y="802757"/>
                  </a:lnTo>
                  <a:lnTo>
                    <a:pt x="342524" y="791993"/>
                  </a:lnTo>
                  <a:lnTo>
                    <a:pt x="337087" y="791993"/>
                  </a:lnTo>
                  <a:lnTo>
                    <a:pt x="337087" y="781230"/>
                  </a:lnTo>
                  <a:lnTo>
                    <a:pt x="331650" y="781230"/>
                  </a:lnTo>
                  <a:lnTo>
                    <a:pt x="331650" y="772623"/>
                  </a:lnTo>
                  <a:lnTo>
                    <a:pt x="326213" y="772623"/>
                  </a:lnTo>
                  <a:lnTo>
                    <a:pt x="326213" y="768319"/>
                  </a:lnTo>
                  <a:lnTo>
                    <a:pt x="320776" y="768319"/>
                  </a:lnTo>
                  <a:lnTo>
                    <a:pt x="320776" y="755407"/>
                  </a:lnTo>
                  <a:lnTo>
                    <a:pt x="315340" y="755407"/>
                  </a:lnTo>
                  <a:lnTo>
                    <a:pt x="315340" y="744646"/>
                  </a:lnTo>
                  <a:lnTo>
                    <a:pt x="309903" y="744646"/>
                  </a:lnTo>
                  <a:lnTo>
                    <a:pt x="309903" y="736034"/>
                  </a:lnTo>
                  <a:lnTo>
                    <a:pt x="304466" y="736034"/>
                  </a:lnTo>
                  <a:lnTo>
                    <a:pt x="304466" y="723121"/>
                  </a:lnTo>
                  <a:lnTo>
                    <a:pt x="299029" y="723121"/>
                  </a:lnTo>
                  <a:lnTo>
                    <a:pt x="299029" y="697272"/>
                  </a:lnTo>
                  <a:lnTo>
                    <a:pt x="293592" y="697272"/>
                  </a:lnTo>
                  <a:lnTo>
                    <a:pt x="293592" y="688652"/>
                  </a:lnTo>
                  <a:lnTo>
                    <a:pt x="288155" y="688652"/>
                  </a:lnTo>
                  <a:lnTo>
                    <a:pt x="288155" y="669243"/>
                  </a:lnTo>
                  <a:lnTo>
                    <a:pt x="282718" y="669243"/>
                  </a:lnTo>
                  <a:lnTo>
                    <a:pt x="282718" y="660615"/>
                  </a:lnTo>
                  <a:lnTo>
                    <a:pt x="277281" y="660615"/>
                  </a:lnTo>
                  <a:lnTo>
                    <a:pt x="277281" y="643346"/>
                  </a:lnTo>
                  <a:lnTo>
                    <a:pt x="271844" y="643346"/>
                  </a:lnTo>
                  <a:lnTo>
                    <a:pt x="271844" y="630384"/>
                  </a:lnTo>
                  <a:lnTo>
                    <a:pt x="266407" y="630384"/>
                  </a:lnTo>
                  <a:lnTo>
                    <a:pt x="266407" y="623911"/>
                  </a:lnTo>
                  <a:lnTo>
                    <a:pt x="260971" y="623911"/>
                  </a:lnTo>
                  <a:lnTo>
                    <a:pt x="260971" y="610958"/>
                  </a:lnTo>
                  <a:lnTo>
                    <a:pt x="255534" y="610958"/>
                  </a:lnTo>
                  <a:lnTo>
                    <a:pt x="255534" y="598001"/>
                  </a:lnTo>
                  <a:lnTo>
                    <a:pt x="250097" y="598001"/>
                  </a:lnTo>
                  <a:lnTo>
                    <a:pt x="250097" y="572068"/>
                  </a:lnTo>
                  <a:lnTo>
                    <a:pt x="244660" y="572068"/>
                  </a:lnTo>
                  <a:lnTo>
                    <a:pt x="244660" y="554755"/>
                  </a:lnTo>
                  <a:lnTo>
                    <a:pt x="239223" y="554755"/>
                  </a:lnTo>
                  <a:lnTo>
                    <a:pt x="239223" y="533096"/>
                  </a:lnTo>
                  <a:lnTo>
                    <a:pt x="233786" y="533096"/>
                  </a:lnTo>
                  <a:lnTo>
                    <a:pt x="233786" y="524430"/>
                  </a:lnTo>
                  <a:lnTo>
                    <a:pt x="228349" y="524430"/>
                  </a:lnTo>
                  <a:lnTo>
                    <a:pt x="228349" y="500637"/>
                  </a:lnTo>
                  <a:lnTo>
                    <a:pt x="222912" y="500637"/>
                  </a:lnTo>
                  <a:lnTo>
                    <a:pt x="222912" y="485473"/>
                  </a:lnTo>
                  <a:lnTo>
                    <a:pt x="217475" y="485473"/>
                  </a:lnTo>
                  <a:lnTo>
                    <a:pt x="217475" y="468128"/>
                  </a:lnTo>
                  <a:lnTo>
                    <a:pt x="212038" y="468128"/>
                  </a:lnTo>
                  <a:lnTo>
                    <a:pt x="212038" y="448593"/>
                  </a:lnTo>
                  <a:lnTo>
                    <a:pt x="206602" y="448593"/>
                  </a:lnTo>
                  <a:lnTo>
                    <a:pt x="206602" y="426847"/>
                  </a:lnTo>
                  <a:lnTo>
                    <a:pt x="201165" y="426847"/>
                  </a:lnTo>
                  <a:lnTo>
                    <a:pt x="201165" y="409417"/>
                  </a:lnTo>
                  <a:lnTo>
                    <a:pt x="195728" y="409417"/>
                  </a:lnTo>
                  <a:lnTo>
                    <a:pt x="195728" y="396336"/>
                  </a:lnTo>
                  <a:lnTo>
                    <a:pt x="190291" y="396336"/>
                  </a:lnTo>
                  <a:lnTo>
                    <a:pt x="190291" y="383249"/>
                  </a:lnTo>
                  <a:lnTo>
                    <a:pt x="184854" y="383249"/>
                  </a:lnTo>
                  <a:lnTo>
                    <a:pt x="184854" y="365776"/>
                  </a:lnTo>
                  <a:lnTo>
                    <a:pt x="179417" y="365776"/>
                  </a:lnTo>
                  <a:lnTo>
                    <a:pt x="179417" y="359217"/>
                  </a:lnTo>
                  <a:lnTo>
                    <a:pt x="173980" y="359217"/>
                  </a:lnTo>
                  <a:lnTo>
                    <a:pt x="173980" y="335123"/>
                  </a:lnTo>
                  <a:lnTo>
                    <a:pt x="168543" y="335123"/>
                  </a:lnTo>
                  <a:lnTo>
                    <a:pt x="168543" y="328544"/>
                  </a:lnTo>
                  <a:lnTo>
                    <a:pt x="163106" y="328544"/>
                  </a:lnTo>
                  <a:lnTo>
                    <a:pt x="163106" y="304379"/>
                  </a:lnTo>
                  <a:lnTo>
                    <a:pt x="157670" y="304379"/>
                  </a:lnTo>
                  <a:lnTo>
                    <a:pt x="157670" y="280144"/>
                  </a:lnTo>
                  <a:lnTo>
                    <a:pt x="152233" y="280144"/>
                  </a:lnTo>
                  <a:lnTo>
                    <a:pt x="152233" y="262478"/>
                  </a:lnTo>
                  <a:lnTo>
                    <a:pt x="146796" y="262478"/>
                  </a:lnTo>
                  <a:lnTo>
                    <a:pt x="146796" y="251415"/>
                  </a:lnTo>
                  <a:lnTo>
                    <a:pt x="141359" y="251415"/>
                  </a:lnTo>
                  <a:lnTo>
                    <a:pt x="141359" y="238113"/>
                  </a:lnTo>
                  <a:lnTo>
                    <a:pt x="135922" y="238113"/>
                  </a:lnTo>
                  <a:lnTo>
                    <a:pt x="135922" y="226998"/>
                  </a:lnTo>
                  <a:lnTo>
                    <a:pt x="130485" y="226998"/>
                  </a:lnTo>
                  <a:lnTo>
                    <a:pt x="130485" y="213627"/>
                  </a:lnTo>
                  <a:lnTo>
                    <a:pt x="125048" y="213627"/>
                  </a:lnTo>
                  <a:lnTo>
                    <a:pt x="125048" y="195740"/>
                  </a:lnTo>
                  <a:lnTo>
                    <a:pt x="119611" y="195740"/>
                  </a:lnTo>
                  <a:lnTo>
                    <a:pt x="119611" y="182275"/>
                  </a:lnTo>
                  <a:lnTo>
                    <a:pt x="114174" y="182275"/>
                  </a:lnTo>
                  <a:lnTo>
                    <a:pt x="114174" y="168773"/>
                  </a:lnTo>
                  <a:lnTo>
                    <a:pt x="108737" y="168773"/>
                  </a:lnTo>
                  <a:lnTo>
                    <a:pt x="108737" y="150680"/>
                  </a:lnTo>
                  <a:lnTo>
                    <a:pt x="103301" y="150680"/>
                  </a:lnTo>
                  <a:lnTo>
                    <a:pt x="103301" y="137065"/>
                  </a:lnTo>
                  <a:lnTo>
                    <a:pt x="97864" y="137065"/>
                  </a:lnTo>
                  <a:lnTo>
                    <a:pt x="97864" y="132508"/>
                  </a:lnTo>
                  <a:lnTo>
                    <a:pt x="92427" y="132508"/>
                  </a:lnTo>
                  <a:lnTo>
                    <a:pt x="92427" y="123361"/>
                  </a:lnTo>
                  <a:lnTo>
                    <a:pt x="81553" y="123361"/>
                  </a:lnTo>
                  <a:lnTo>
                    <a:pt x="81553" y="111858"/>
                  </a:lnTo>
                  <a:lnTo>
                    <a:pt x="76116" y="111858"/>
                  </a:lnTo>
                  <a:lnTo>
                    <a:pt x="76116" y="86259"/>
                  </a:lnTo>
                  <a:lnTo>
                    <a:pt x="70679" y="86259"/>
                  </a:lnTo>
                  <a:lnTo>
                    <a:pt x="70679" y="76810"/>
                  </a:lnTo>
                  <a:lnTo>
                    <a:pt x="65242" y="76810"/>
                  </a:lnTo>
                  <a:lnTo>
                    <a:pt x="65242" y="72048"/>
                  </a:lnTo>
                  <a:lnTo>
                    <a:pt x="59805" y="72048"/>
                  </a:lnTo>
                  <a:lnTo>
                    <a:pt x="59805" y="64847"/>
                  </a:lnTo>
                  <a:lnTo>
                    <a:pt x="54368" y="64847"/>
                  </a:lnTo>
                  <a:lnTo>
                    <a:pt x="54368" y="57564"/>
                  </a:lnTo>
                  <a:lnTo>
                    <a:pt x="48932" y="57564"/>
                  </a:lnTo>
                  <a:lnTo>
                    <a:pt x="48932" y="47690"/>
                  </a:lnTo>
                  <a:lnTo>
                    <a:pt x="43495" y="47690"/>
                  </a:lnTo>
                  <a:lnTo>
                    <a:pt x="43495" y="37571"/>
                  </a:lnTo>
                  <a:lnTo>
                    <a:pt x="38058" y="37571"/>
                  </a:lnTo>
                  <a:lnTo>
                    <a:pt x="38058" y="24369"/>
                  </a:lnTo>
                  <a:lnTo>
                    <a:pt x="32621" y="24369"/>
                  </a:lnTo>
                  <a:lnTo>
                    <a:pt x="32621" y="18766"/>
                  </a:lnTo>
                  <a:lnTo>
                    <a:pt x="21747" y="18766"/>
                  </a:lnTo>
                  <a:lnTo>
                    <a:pt x="21747" y="12791"/>
                  </a:lnTo>
                  <a:lnTo>
                    <a:pt x="16310" y="12791"/>
                  </a:lnTo>
                  <a:lnTo>
                    <a:pt x="16310" y="9545"/>
                  </a:lnTo>
                  <a:lnTo>
                    <a:pt x="10873" y="9545"/>
                  </a:lnTo>
                  <a:lnTo>
                    <a:pt x="10873" y="5921"/>
                  </a:lnTo>
                  <a:lnTo>
                    <a:pt x="5436" y="5921"/>
                  </a:lnTo>
                  <a:lnTo>
                    <a:pt x="5436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011026" y="789916"/>
              <a:ext cx="9922337" cy="3813877"/>
            </a:xfrm>
            <a:custGeom>
              <a:avLst/>
              <a:pathLst>
                <a:path w="9922337" h="3813877">
                  <a:moveTo>
                    <a:pt x="0" y="0"/>
                  </a:moveTo>
                  <a:lnTo>
                    <a:pt x="5436" y="0"/>
                  </a:lnTo>
                  <a:lnTo>
                    <a:pt x="21747" y="0"/>
                  </a:lnTo>
                  <a:lnTo>
                    <a:pt x="27184" y="0"/>
                  </a:lnTo>
                  <a:lnTo>
                    <a:pt x="27184" y="1561"/>
                  </a:lnTo>
                  <a:lnTo>
                    <a:pt x="38058" y="1561"/>
                  </a:lnTo>
                  <a:lnTo>
                    <a:pt x="38058" y="4590"/>
                  </a:lnTo>
                  <a:lnTo>
                    <a:pt x="43495" y="4590"/>
                  </a:lnTo>
                  <a:lnTo>
                    <a:pt x="43495" y="6215"/>
                  </a:lnTo>
                  <a:lnTo>
                    <a:pt x="54368" y="6215"/>
                  </a:lnTo>
                  <a:lnTo>
                    <a:pt x="54368" y="9624"/>
                  </a:lnTo>
                  <a:lnTo>
                    <a:pt x="59805" y="9624"/>
                  </a:lnTo>
                  <a:lnTo>
                    <a:pt x="59805" y="13192"/>
                  </a:lnTo>
                  <a:lnTo>
                    <a:pt x="65242" y="13192"/>
                  </a:lnTo>
                  <a:lnTo>
                    <a:pt x="65242" y="15025"/>
                  </a:lnTo>
                  <a:lnTo>
                    <a:pt x="70679" y="15025"/>
                  </a:lnTo>
                  <a:lnTo>
                    <a:pt x="81553" y="15025"/>
                  </a:lnTo>
                  <a:lnTo>
                    <a:pt x="81553" y="22599"/>
                  </a:lnTo>
                  <a:lnTo>
                    <a:pt x="86990" y="22599"/>
                  </a:lnTo>
                  <a:lnTo>
                    <a:pt x="86990" y="34482"/>
                  </a:lnTo>
                  <a:lnTo>
                    <a:pt x="92427" y="34482"/>
                  </a:lnTo>
                  <a:lnTo>
                    <a:pt x="92427" y="40593"/>
                  </a:lnTo>
                  <a:lnTo>
                    <a:pt x="97864" y="40593"/>
                  </a:lnTo>
                  <a:lnTo>
                    <a:pt x="97864" y="50969"/>
                  </a:lnTo>
                  <a:lnTo>
                    <a:pt x="103301" y="50969"/>
                  </a:lnTo>
                  <a:lnTo>
                    <a:pt x="103301" y="59406"/>
                  </a:lnTo>
                  <a:lnTo>
                    <a:pt x="108737" y="59406"/>
                  </a:lnTo>
                  <a:lnTo>
                    <a:pt x="108737" y="65799"/>
                  </a:lnTo>
                  <a:lnTo>
                    <a:pt x="114174" y="65799"/>
                  </a:lnTo>
                  <a:lnTo>
                    <a:pt x="114174" y="72242"/>
                  </a:lnTo>
                  <a:lnTo>
                    <a:pt x="119611" y="72242"/>
                  </a:lnTo>
                  <a:lnTo>
                    <a:pt x="119611" y="89640"/>
                  </a:lnTo>
                  <a:lnTo>
                    <a:pt x="125048" y="89640"/>
                  </a:lnTo>
                  <a:lnTo>
                    <a:pt x="125048" y="96230"/>
                  </a:lnTo>
                  <a:lnTo>
                    <a:pt x="130485" y="96230"/>
                  </a:lnTo>
                  <a:lnTo>
                    <a:pt x="130485" y="100641"/>
                  </a:lnTo>
                  <a:lnTo>
                    <a:pt x="135922" y="100641"/>
                  </a:lnTo>
                  <a:lnTo>
                    <a:pt x="135922" y="109502"/>
                  </a:lnTo>
                  <a:lnTo>
                    <a:pt x="141359" y="109502"/>
                  </a:lnTo>
                  <a:lnTo>
                    <a:pt x="141359" y="118410"/>
                  </a:lnTo>
                  <a:lnTo>
                    <a:pt x="146796" y="118410"/>
                  </a:lnTo>
                  <a:lnTo>
                    <a:pt x="146796" y="120644"/>
                  </a:lnTo>
                  <a:lnTo>
                    <a:pt x="152233" y="120644"/>
                  </a:lnTo>
                  <a:lnTo>
                    <a:pt x="152233" y="134111"/>
                  </a:lnTo>
                  <a:lnTo>
                    <a:pt x="157670" y="134111"/>
                  </a:lnTo>
                  <a:lnTo>
                    <a:pt x="157670" y="145402"/>
                  </a:lnTo>
                  <a:lnTo>
                    <a:pt x="163106" y="145402"/>
                  </a:lnTo>
                  <a:lnTo>
                    <a:pt x="163106" y="152202"/>
                  </a:lnTo>
                  <a:lnTo>
                    <a:pt x="168543" y="152202"/>
                  </a:lnTo>
                  <a:lnTo>
                    <a:pt x="173980" y="152202"/>
                  </a:lnTo>
                  <a:lnTo>
                    <a:pt x="173980" y="159023"/>
                  </a:lnTo>
                  <a:lnTo>
                    <a:pt x="179417" y="159023"/>
                  </a:lnTo>
                  <a:lnTo>
                    <a:pt x="179417" y="163583"/>
                  </a:lnTo>
                  <a:lnTo>
                    <a:pt x="184854" y="163583"/>
                  </a:lnTo>
                  <a:lnTo>
                    <a:pt x="184854" y="168151"/>
                  </a:lnTo>
                  <a:lnTo>
                    <a:pt x="190291" y="168151"/>
                  </a:lnTo>
                  <a:lnTo>
                    <a:pt x="190291" y="179600"/>
                  </a:lnTo>
                  <a:lnTo>
                    <a:pt x="195728" y="179600"/>
                  </a:lnTo>
                  <a:lnTo>
                    <a:pt x="195728" y="184193"/>
                  </a:lnTo>
                  <a:lnTo>
                    <a:pt x="201165" y="184193"/>
                  </a:lnTo>
                  <a:lnTo>
                    <a:pt x="201165" y="191098"/>
                  </a:lnTo>
                  <a:lnTo>
                    <a:pt x="206602" y="191098"/>
                  </a:lnTo>
                  <a:lnTo>
                    <a:pt x="206602" y="200324"/>
                  </a:lnTo>
                  <a:lnTo>
                    <a:pt x="212038" y="200324"/>
                  </a:lnTo>
                  <a:lnTo>
                    <a:pt x="212038" y="204946"/>
                  </a:lnTo>
                  <a:lnTo>
                    <a:pt x="217475" y="204946"/>
                  </a:lnTo>
                  <a:lnTo>
                    <a:pt x="217475" y="211889"/>
                  </a:lnTo>
                  <a:lnTo>
                    <a:pt x="222912" y="211889"/>
                  </a:lnTo>
                  <a:lnTo>
                    <a:pt x="222912" y="225809"/>
                  </a:lnTo>
                  <a:lnTo>
                    <a:pt x="228349" y="225809"/>
                  </a:lnTo>
                  <a:lnTo>
                    <a:pt x="228349" y="228133"/>
                  </a:lnTo>
                  <a:lnTo>
                    <a:pt x="233786" y="228133"/>
                  </a:lnTo>
                  <a:lnTo>
                    <a:pt x="233786" y="239799"/>
                  </a:lnTo>
                  <a:lnTo>
                    <a:pt x="239223" y="239799"/>
                  </a:lnTo>
                  <a:lnTo>
                    <a:pt x="244660" y="239799"/>
                  </a:lnTo>
                  <a:lnTo>
                    <a:pt x="244660" y="253841"/>
                  </a:lnTo>
                  <a:lnTo>
                    <a:pt x="250097" y="253841"/>
                  </a:lnTo>
                  <a:lnTo>
                    <a:pt x="250097" y="258534"/>
                  </a:lnTo>
                  <a:lnTo>
                    <a:pt x="255534" y="258534"/>
                  </a:lnTo>
                  <a:lnTo>
                    <a:pt x="255534" y="270292"/>
                  </a:lnTo>
                  <a:lnTo>
                    <a:pt x="260971" y="270292"/>
                  </a:lnTo>
                  <a:lnTo>
                    <a:pt x="260971" y="284439"/>
                  </a:lnTo>
                  <a:lnTo>
                    <a:pt x="266407" y="284439"/>
                  </a:lnTo>
                  <a:lnTo>
                    <a:pt x="266407" y="289162"/>
                  </a:lnTo>
                  <a:lnTo>
                    <a:pt x="271844" y="289162"/>
                  </a:lnTo>
                  <a:lnTo>
                    <a:pt x="271844" y="293888"/>
                  </a:lnTo>
                  <a:lnTo>
                    <a:pt x="277281" y="293888"/>
                  </a:lnTo>
                  <a:lnTo>
                    <a:pt x="277281" y="303352"/>
                  </a:lnTo>
                  <a:lnTo>
                    <a:pt x="282718" y="303352"/>
                  </a:lnTo>
                  <a:lnTo>
                    <a:pt x="282718" y="317573"/>
                  </a:lnTo>
                  <a:lnTo>
                    <a:pt x="288155" y="317573"/>
                  </a:lnTo>
                  <a:lnTo>
                    <a:pt x="288155" y="327069"/>
                  </a:lnTo>
                  <a:lnTo>
                    <a:pt x="293592" y="327069"/>
                  </a:lnTo>
                  <a:lnTo>
                    <a:pt x="293592" y="331825"/>
                  </a:lnTo>
                  <a:lnTo>
                    <a:pt x="299029" y="331825"/>
                  </a:lnTo>
                  <a:lnTo>
                    <a:pt x="299029" y="338963"/>
                  </a:lnTo>
                  <a:lnTo>
                    <a:pt x="304466" y="338963"/>
                  </a:lnTo>
                  <a:lnTo>
                    <a:pt x="304466" y="350875"/>
                  </a:lnTo>
                  <a:lnTo>
                    <a:pt x="309903" y="350875"/>
                  </a:lnTo>
                  <a:lnTo>
                    <a:pt x="309903" y="358033"/>
                  </a:lnTo>
                  <a:lnTo>
                    <a:pt x="315340" y="358033"/>
                  </a:lnTo>
                  <a:lnTo>
                    <a:pt x="315340" y="372377"/>
                  </a:lnTo>
                  <a:lnTo>
                    <a:pt x="320776" y="372377"/>
                  </a:lnTo>
                  <a:lnTo>
                    <a:pt x="320776" y="377163"/>
                  </a:lnTo>
                  <a:lnTo>
                    <a:pt x="331650" y="377163"/>
                  </a:lnTo>
                  <a:lnTo>
                    <a:pt x="331650" y="381952"/>
                  </a:lnTo>
                  <a:lnTo>
                    <a:pt x="337087" y="381952"/>
                  </a:lnTo>
                  <a:lnTo>
                    <a:pt x="337087" y="384348"/>
                  </a:lnTo>
                  <a:lnTo>
                    <a:pt x="342524" y="384348"/>
                  </a:lnTo>
                  <a:lnTo>
                    <a:pt x="342524" y="398747"/>
                  </a:lnTo>
                  <a:lnTo>
                    <a:pt x="347961" y="398747"/>
                  </a:lnTo>
                  <a:lnTo>
                    <a:pt x="347961" y="405962"/>
                  </a:lnTo>
                  <a:lnTo>
                    <a:pt x="353398" y="405962"/>
                  </a:lnTo>
                  <a:lnTo>
                    <a:pt x="353398" y="408371"/>
                  </a:lnTo>
                  <a:lnTo>
                    <a:pt x="358835" y="408371"/>
                  </a:lnTo>
                  <a:lnTo>
                    <a:pt x="358835" y="413192"/>
                  </a:lnTo>
                  <a:lnTo>
                    <a:pt x="369709" y="413192"/>
                  </a:lnTo>
                  <a:lnTo>
                    <a:pt x="369709" y="418015"/>
                  </a:lnTo>
                  <a:lnTo>
                    <a:pt x="375145" y="418015"/>
                  </a:lnTo>
                  <a:lnTo>
                    <a:pt x="375145" y="420428"/>
                  </a:lnTo>
                  <a:lnTo>
                    <a:pt x="380582" y="420428"/>
                  </a:lnTo>
                  <a:lnTo>
                    <a:pt x="380582" y="427669"/>
                  </a:lnTo>
                  <a:lnTo>
                    <a:pt x="386019" y="427669"/>
                  </a:lnTo>
                  <a:lnTo>
                    <a:pt x="386019" y="437336"/>
                  </a:lnTo>
                  <a:lnTo>
                    <a:pt x="391456" y="437336"/>
                  </a:lnTo>
                  <a:lnTo>
                    <a:pt x="391456" y="439755"/>
                  </a:lnTo>
                  <a:lnTo>
                    <a:pt x="396893" y="439755"/>
                  </a:lnTo>
                  <a:lnTo>
                    <a:pt x="396893" y="444595"/>
                  </a:lnTo>
                  <a:lnTo>
                    <a:pt x="402330" y="444595"/>
                  </a:lnTo>
                  <a:lnTo>
                    <a:pt x="402330" y="454287"/>
                  </a:lnTo>
                  <a:lnTo>
                    <a:pt x="407767" y="454287"/>
                  </a:lnTo>
                  <a:lnTo>
                    <a:pt x="407767" y="468840"/>
                  </a:lnTo>
                  <a:lnTo>
                    <a:pt x="413204" y="468840"/>
                  </a:lnTo>
                  <a:lnTo>
                    <a:pt x="413204" y="476124"/>
                  </a:lnTo>
                  <a:lnTo>
                    <a:pt x="418641" y="476124"/>
                  </a:lnTo>
                  <a:lnTo>
                    <a:pt x="418641" y="480982"/>
                  </a:lnTo>
                  <a:lnTo>
                    <a:pt x="424077" y="480982"/>
                  </a:lnTo>
                  <a:lnTo>
                    <a:pt x="424077" y="485842"/>
                  </a:lnTo>
                  <a:lnTo>
                    <a:pt x="429514" y="485842"/>
                  </a:lnTo>
                  <a:lnTo>
                    <a:pt x="429514" y="495568"/>
                  </a:lnTo>
                  <a:lnTo>
                    <a:pt x="434951" y="495568"/>
                  </a:lnTo>
                  <a:lnTo>
                    <a:pt x="434951" y="502867"/>
                  </a:lnTo>
                  <a:lnTo>
                    <a:pt x="440388" y="502867"/>
                  </a:lnTo>
                  <a:lnTo>
                    <a:pt x="440388" y="512606"/>
                  </a:lnTo>
                  <a:lnTo>
                    <a:pt x="445825" y="512606"/>
                  </a:lnTo>
                  <a:lnTo>
                    <a:pt x="445825" y="524796"/>
                  </a:lnTo>
                  <a:lnTo>
                    <a:pt x="451262" y="524796"/>
                  </a:lnTo>
                  <a:lnTo>
                    <a:pt x="451262" y="529677"/>
                  </a:lnTo>
                  <a:lnTo>
                    <a:pt x="456699" y="529677"/>
                  </a:lnTo>
                  <a:lnTo>
                    <a:pt x="456699" y="537006"/>
                  </a:lnTo>
                  <a:lnTo>
                    <a:pt x="462136" y="537006"/>
                  </a:lnTo>
                  <a:lnTo>
                    <a:pt x="462136" y="544343"/>
                  </a:lnTo>
                  <a:lnTo>
                    <a:pt x="467573" y="544343"/>
                  </a:lnTo>
                  <a:lnTo>
                    <a:pt x="467573" y="546791"/>
                  </a:lnTo>
                  <a:lnTo>
                    <a:pt x="473010" y="546791"/>
                  </a:lnTo>
                  <a:lnTo>
                    <a:pt x="473010" y="551687"/>
                  </a:lnTo>
                  <a:lnTo>
                    <a:pt x="478446" y="551687"/>
                  </a:lnTo>
                  <a:lnTo>
                    <a:pt x="478446" y="554136"/>
                  </a:lnTo>
                  <a:lnTo>
                    <a:pt x="483883" y="554136"/>
                  </a:lnTo>
                  <a:lnTo>
                    <a:pt x="483883" y="556585"/>
                  </a:lnTo>
                  <a:lnTo>
                    <a:pt x="494757" y="556585"/>
                  </a:lnTo>
                  <a:lnTo>
                    <a:pt x="494757" y="561485"/>
                  </a:lnTo>
                  <a:lnTo>
                    <a:pt x="500194" y="561485"/>
                  </a:lnTo>
                  <a:lnTo>
                    <a:pt x="500194" y="566387"/>
                  </a:lnTo>
                  <a:lnTo>
                    <a:pt x="505631" y="566387"/>
                  </a:lnTo>
                  <a:lnTo>
                    <a:pt x="505631" y="571290"/>
                  </a:lnTo>
                  <a:lnTo>
                    <a:pt x="511068" y="571290"/>
                  </a:lnTo>
                  <a:lnTo>
                    <a:pt x="511068" y="578651"/>
                  </a:lnTo>
                  <a:lnTo>
                    <a:pt x="516505" y="578651"/>
                  </a:lnTo>
                  <a:lnTo>
                    <a:pt x="516505" y="586016"/>
                  </a:lnTo>
                  <a:lnTo>
                    <a:pt x="521942" y="586016"/>
                  </a:lnTo>
                  <a:lnTo>
                    <a:pt x="521942" y="593384"/>
                  </a:lnTo>
                  <a:lnTo>
                    <a:pt x="527379" y="593384"/>
                  </a:lnTo>
                  <a:lnTo>
                    <a:pt x="527379" y="603214"/>
                  </a:lnTo>
                  <a:lnTo>
                    <a:pt x="532815" y="603214"/>
                  </a:lnTo>
                  <a:lnTo>
                    <a:pt x="532815" y="605672"/>
                  </a:lnTo>
                  <a:lnTo>
                    <a:pt x="538252" y="605672"/>
                  </a:lnTo>
                  <a:lnTo>
                    <a:pt x="538252" y="610592"/>
                  </a:lnTo>
                  <a:lnTo>
                    <a:pt x="543689" y="610592"/>
                  </a:lnTo>
                  <a:lnTo>
                    <a:pt x="543689" y="615517"/>
                  </a:lnTo>
                  <a:lnTo>
                    <a:pt x="549126" y="615517"/>
                  </a:lnTo>
                  <a:lnTo>
                    <a:pt x="549126" y="625370"/>
                  </a:lnTo>
                  <a:lnTo>
                    <a:pt x="554563" y="625370"/>
                  </a:lnTo>
                  <a:lnTo>
                    <a:pt x="554563" y="632764"/>
                  </a:lnTo>
                  <a:lnTo>
                    <a:pt x="560000" y="632764"/>
                  </a:lnTo>
                  <a:lnTo>
                    <a:pt x="560000" y="647568"/>
                  </a:lnTo>
                  <a:lnTo>
                    <a:pt x="565437" y="647568"/>
                  </a:lnTo>
                  <a:lnTo>
                    <a:pt x="570874" y="647568"/>
                  </a:lnTo>
                  <a:lnTo>
                    <a:pt x="570874" y="662401"/>
                  </a:lnTo>
                  <a:lnTo>
                    <a:pt x="576311" y="662401"/>
                  </a:lnTo>
                  <a:lnTo>
                    <a:pt x="576311" y="664878"/>
                  </a:lnTo>
                  <a:lnTo>
                    <a:pt x="581747" y="664878"/>
                  </a:lnTo>
                  <a:lnTo>
                    <a:pt x="581747" y="672311"/>
                  </a:lnTo>
                  <a:lnTo>
                    <a:pt x="587184" y="672311"/>
                  </a:lnTo>
                  <a:lnTo>
                    <a:pt x="587184" y="677269"/>
                  </a:lnTo>
                  <a:lnTo>
                    <a:pt x="592621" y="677269"/>
                  </a:lnTo>
                  <a:lnTo>
                    <a:pt x="592621" y="687188"/>
                  </a:lnTo>
                  <a:lnTo>
                    <a:pt x="598058" y="687188"/>
                  </a:lnTo>
                  <a:lnTo>
                    <a:pt x="598058" y="694634"/>
                  </a:lnTo>
                  <a:lnTo>
                    <a:pt x="603495" y="694634"/>
                  </a:lnTo>
                  <a:lnTo>
                    <a:pt x="603495" y="702084"/>
                  </a:lnTo>
                  <a:lnTo>
                    <a:pt x="608932" y="702084"/>
                  </a:lnTo>
                  <a:lnTo>
                    <a:pt x="608932" y="709536"/>
                  </a:lnTo>
                  <a:lnTo>
                    <a:pt x="614369" y="709536"/>
                  </a:lnTo>
                  <a:lnTo>
                    <a:pt x="614369" y="712020"/>
                  </a:lnTo>
                  <a:lnTo>
                    <a:pt x="619806" y="712020"/>
                  </a:lnTo>
                  <a:lnTo>
                    <a:pt x="619806" y="721968"/>
                  </a:lnTo>
                  <a:lnTo>
                    <a:pt x="625243" y="721968"/>
                  </a:lnTo>
                  <a:lnTo>
                    <a:pt x="625243" y="726943"/>
                  </a:lnTo>
                  <a:lnTo>
                    <a:pt x="630680" y="726943"/>
                  </a:lnTo>
                  <a:lnTo>
                    <a:pt x="630680" y="731920"/>
                  </a:lnTo>
                  <a:lnTo>
                    <a:pt x="636116" y="731920"/>
                  </a:lnTo>
                  <a:lnTo>
                    <a:pt x="652427" y="731920"/>
                  </a:lnTo>
                  <a:lnTo>
                    <a:pt x="652427" y="734411"/>
                  </a:lnTo>
                  <a:lnTo>
                    <a:pt x="657864" y="734411"/>
                  </a:lnTo>
                  <a:lnTo>
                    <a:pt x="657864" y="746880"/>
                  </a:lnTo>
                  <a:lnTo>
                    <a:pt x="663301" y="746880"/>
                  </a:lnTo>
                  <a:lnTo>
                    <a:pt x="663301" y="749375"/>
                  </a:lnTo>
                  <a:lnTo>
                    <a:pt x="668738" y="749375"/>
                  </a:lnTo>
                  <a:lnTo>
                    <a:pt x="668738" y="754365"/>
                  </a:lnTo>
                  <a:lnTo>
                    <a:pt x="674175" y="754365"/>
                  </a:lnTo>
                  <a:lnTo>
                    <a:pt x="674175" y="759356"/>
                  </a:lnTo>
                  <a:lnTo>
                    <a:pt x="679612" y="759356"/>
                  </a:lnTo>
                  <a:lnTo>
                    <a:pt x="685049" y="759356"/>
                  </a:lnTo>
                  <a:lnTo>
                    <a:pt x="685049" y="766850"/>
                  </a:lnTo>
                  <a:lnTo>
                    <a:pt x="690485" y="766850"/>
                  </a:lnTo>
                  <a:lnTo>
                    <a:pt x="690485" y="769351"/>
                  </a:lnTo>
                  <a:lnTo>
                    <a:pt x="695922" y="769351"/>
                  </a:lnTo>
                  <a:lnTo>
                    <a:pt x="695922" y="771853"/>
                  </a:lnTo>
                  <a:lnTo>
                    <a:pt x="701359" y="771853"/>
                  </a:lnTo>
                  <a:lnTo>
                    <a:pt x="701359" y="776860"/>
                  </a:lnTo>
                  <a:lnTo>
                    <a:pt x="706796" y="776860"/>
                  </a:lnTo>
                  <a:lnTo>
                    <a:pt x="706796" y="786876"/>
                  </a:lnTo>
                  <a:lnTo>
                    <a:pt x="712233" y="786876"/>
                  </a:lnTo>
                  <a:lnTo>
                    <a:pt x="717670" y="786876"/>
                  </a:lnTo>
                  <a:lnTo>
                    <a:pt x="717670" y="794399"/>
                  </a:lnTo>
                  <a:lnTo>
                    <a:pt x="723107" y="794399"/>
                  </a:lnTo>
                  <a:lnTo>
                    <a:pt x="723107" y="799422"/>
                  </a:lnTo>
                  <a:lnTo>
                    <a:pt x="728544" y="799422"/>
                  </a:lnTo>
                  <a:lnTo>
                    <a:pt x="728544" y="806966"/>
                  </a:lnTo>
                  <a:lnTo>
                    <a:pt x="739418" y="806966"/>
                  </a:lnTo>
                  <a:lnTo>
                    <a:pt x="739418" y="814513"/>
                  </a:lnTo>
                  <a:lnTo>
                    <a:pt x="744854" y="814513"/>
                  </a:lnTo>
                  <a:lnTo>
                    <a:pt x="744854" y="819548"/>
                  </a:lnTo>
                  <a:lnTo>
                    <a:pt x="750291" y="819548"/>
                  </a:lnTo>
                  <a:lnTo>
                    <a:pt x="750291" y="832142"/>
                  </a:lnTo>
                  <a:lnTo>
                    <a:pt x="755728" y="832142"/>
                  </a:lnTo>
                  <a:lnTo>
                    <a:pt x="755728" y="837181"/>
                  </a:lnTo>
                  <a:lnTo>
                    <a:pt x="761165" y="837181"/>
                  </a:lnTo>
                  <a:lnTo>
                    <a:pt x="761165" y="849783"/>
                  </a:lnTo>
                  <a:lnTo>
                    <a:pt x="766602" y="849783"/>
                  </a:lnTo>
                  <a:lnTo>
                    <a:pt x="766602" y="857352"/>
                  </a:lnTo>
                  <a:lnTo>
                    <a:pt x="772039" y="857352"/>
                  </a:lnTo>
                  <a:lnTo>
                    <a:pt x="772039" y="859876"/>
                  </a:lnTo>
                  <a:lnTo>
                    <a:pt x="777476" y="859876"/>
                  </a:lnTo>
                  <a:lnTo>
                    <a:pt x="777476" y="869973"/>
                  </a:lnTo>
                  <a:lnTo>
                    <a:pt x="782913" y="869973"/>
                  </a:lnTo>
                  <a:lnTo>
                    <a:pt x="782913" y="875022"/>
                  </a:lnTo>
                  <a:lnTo>
                    <a:pt x="793786" y="875022"/>
                  </a:lnTo>
                  <a:lnTo>
                    <a:pt x="793786" y="885131"/>
                  </a:lnTo>
                  <a:lnTo>
                    <a:pt x="799223" y="885131"/>
                  </a:lnTo>
                  <a:lnTo>
                    <a:pt x="799223" y="890187"/>
                  </a:lnTo>
                  <a:lnTo>
                    <a:pt x="804660" y="890187"/>
                  </a:lnTo>
                  <a:lnTo>
                    <a:pt x="804660" y="897772"/>
                  </a:lnTo>
                  <a:lnTo>
                    <a:pt x="815534" y="897772"/>
                  </a:lnTo>
                  <a:lnTo>
                    <a:pt x="815534" y="900301"/>
                  </a:lnTo>
                  <a:lnTo>
                    <a:pt x="820971" y="900301"/>
                  </a:lnTo>
                  <a:lnTo>
                    <a:pt x="820971" y="905360"/>
                  </a:lnTo>
                  <a:lnTo>
                    <a:pt x="826408" y="905360"/>
                  </a:lnTo>
                  <a:lnTo>
                    <a:pt x="826408" y="907890"/>
                  </a:lnTo>
                  <a:lnTo>
                    <a:pt x="837282" y="907890"/>
                  </a:lnTo>
                  <a:lnTo>
                    <a:pt x="837282" y="912950"/>
                  </a:lnTo>
                  <a:lnTo>
                    <a:pt x="842719" y="912950"/>
                  </a:lnTo>
                  <a:lnTo>
                    <a:pt x="842719" y="918017"/>
                  </a:lnTo>
                  <a:lnTo>
                    <a:pt x="848155" y="918017"/>
                  </a:lnTo>
                  <a:lnTo>
                    <a:pt x="848155" y="920551"/>
                  </a:lnTo>
                  <a:lnTo>
                    <a:pt x="853592" y="920551"/>
                  </a:lnTo>
                  <a:lnTo>
                    <a:pt x="853592" y="925622"/>
                  </a:lnTo>
                  <a:lnTo>
                    <a:pt x="859029" y="925622"/>
                  </a:lnTo>
                  <a:lnTo>
                    <a:pt x="859029" y="930695"/>
                  </a:lnTo>
                  <a:lnTo>
                    <a:pt x="864466" y="930695"/>
                  </a:lnTo>
                  <a:lnTo>
                    <a:pt x="864466" y="938305"/>
                  </a:lnTo>
                  <a:lnTo>
                    <a:pt x="869903" y="938305"/>
                  </a:lnTo>
                  <a:lnTo>
                    <a:pt x="869903" y="950993"/>
                  </a:lnTo>
                  <a:lnTo>
                    <a:pt x="875340" y="950993"/>
                  </a:lnTo>
                  <a:lnTo>
                    <a:pt x="875340" y="953532"/>
                  </a:lnTo>
                  <a:lnTo>
                    <a:pt x="880777" y="953532"/>
                  </a:lnTo>
                  <a:lnTo>
                    <a:pt x="880777" y="958609"/>
                  </a:lnTo>
                  <a:lnTo>
                    <a:pt x="886214" y="958609"/>
                  </a:lnTo>
                  <a:lnTo>
                    <a:pt x="886214" y="971307"/>
                  </a:lnTo>
                  <a:lnTo>
                    <a:pt x="891651" y="971307"/>
                  </a:lnTo>
                  <a:lnTo>
                    <a:pt x="891651" y="978929"/>
                  </a:lnTo>
                  <a:lnTo>
                    <a:pt x="897088" y="978929"/>
                  </a:lnTo>
                  <a:lnTo>
                    <a:pt x="897088" y="984011"/>
                  </a:lnTo>
                  <a:lnTo>
                    <a:pt x="913398" y="984011"/>
                  </a:lnTo>
                  <a:lnTo>
                    <a:pt x="913398" y="991636"/>
                  </a:lnTo>
                  <a:lnTo>
                    <a:pt x="918835" y="991636"/>
                  </a:lnTo>
                  <a:lnTo>
                    <a:pt x="918835" y="1004348"/>
                  </a:lnTo>
                  <a:lnTo>
                    <a:pt x="924272" y="1004348"/>
                  </a:lnTo>
                  <a:lnTo>
                    <a:pt x="924272" y="1006891"/>
                  </a:lnTo>
                  <a:lnTo>
                    <a:pt x="929709" y="1006891"/>
                  </a:lnTo>
                  <a:lnTo>
                    <a:pt x="929709" y="1011978"/>
                  </a:lnTo>
                  <a:lnTo>
                    <a:pt x="935146" y="1011978"/>
                  </a:lnTo>
                  <a:lnTo>
                    <a:pt x="935146" y="1014522"/>
                  </a:lnTo>
                  <a:lnTo>
                    <a:pt x="940583" y="1014522"/>
                  </a:lnTo>
                  <a:lnTo>
                    <a:pt x="940583" y="1017066"/>
                  </a:lnTo>
                  <a:lnTo>
                    <a:pt x="946020" y="1017066"/>
                  </a:lnTo>
                  <a:lnTo>
                    <a:pt x="946020" y="1024704"/>
                  </a:lnTo>
                  <a:lnTo>
                    <a:pt x="951457" y="1024704"/>
                  </a:lnTo>
                  <a:lnTo>
                    <a:pt x="956893" y="1024704"/>
                  </a:lnTo>
                  <a:lnTo>
                    <a:pt x="956893" y="1034897"/>
                  </a:lnTo>
                  <a:lnTo>
                    <a:pt x="962330" y="1034897"/>
                  </a:lnTo>
                  <a:lnTo>
                    <a:pt x="962330" y="1037447"/>
                  </a:lnTo>
                  <a:lnTo>
                    <a:pt x="967767" y="1037447"/>
                  </a:lnTo>
                  <a:lnTo>
                    <a:pt x="967767" y="1039998"/>
                  </a:lnTo>
                  <a:lnTo>
                    <a:pt x="973204" y="1039998"/>
                  </a:lnTo>
                  <a:lnTo>
                    <a:pt x="973204" y="1042549"/>
                  </a:lnTo>
                  <a:lnTo>
                    <a:pt x="978641" y="1042549"/>
                  </a:lnTo>
                  <a:lnTo>
                    <a:pt x="978641" y="1050202"/>
                  </a:lnTo>
                  <a:lnTo>
                    <a:pt x="984078" y="1050202"/>
                  </a:lnTo>
                  <a:lnTo>
                    <a:pt x="984078" y="1052755"/>
                  </a:lnTo>
                  <a:lnTo>
                    <a:pt x="989515" y="1052755"/>
                  </a:lnTo>
                  <a:lnTo>
                    <a:pt x="989515" y="1055309"/>
                  </a:lnTo>
                  <a:lnTo>
                    <a:pt x="994952" y="1055309"/>
                  </a:lnTo>
                  <a:lnTo>
                    <a:pt x="994952" y="1065530"/>
                  </a:lnTo>
                  <a:lnTo>
                    <a:pt x="1000389" y="1065530"/>
                  </a:lnTo>
                  <a:lnTo>
                    <a:pt x="1005825" y="1065530"/>
                  </a:lnTo>
                  <a:lnTo>
                    <a:pt x="1005825" y="1075761"/>
                  </a:lnTo>
                  <a:lnTo>
                    <a:pt x="1011262" y="1075761"/>
                  </a:lnTo>
                  <a:lnTo>
                    <a:pt x="1011262" y="1083437"/>
                  </a:lnTo>
                  <a:lnTo>
                    <a:pt x="1016699" y="1083437"/>
                  </a:lnTo>
                  <a:lnTo>
                    <a:pt x="1016699" y="1088555"/>
                  </a:lnTo>
                  <a:lnTo>
                    <a:pt x="1022136" y="1088555"/>
                  </a:lnTo>
                  <a:lnTo>
                    <a:pt x="1022136" y="1093676"/>
                  </a:lnTo>
                  <a:lnTo>
                    <a:pt x="1027573" y="1093676"/>
                  </a:lnTo>
                  <a:lnTo>
                    <a:pt x="1027573" y="1098799"/>
                  </a:lnTo>
                  <a:lnTo>
                    <a:pt x="1033010" y="1098799"/>
                  </a:lnTo>
                  <a:lnTo>
                    <a:pt x="1033010" y="1101361"/>
                  </a:lnTo>
                  <a:lnTo>
                    <a:pt x="1038447" y="1101361"/>
                  </a:lnTo>
                  <a:lnTo>
                    <a:pt x="1038447" y="1103923"/>
                  </a:lnTo>
                  <a:lnTo>
                    <a:pt x="1043884" y="1103923"/>
                  </a:lnTo>
                  <a:lnTo>
                    <a:pt x="1043884" y="1106485"/>
                  </a:lnTo>
                  <a:lnTo>
                    <a:pt x="1049321" y="1106485"/>
                  </a:lnTo>
                  <a:lnTo>
                    <a:pt x="1049321" y="1111610"/>
                  </a:lnTo>
                  <a:lnTo>
                    <a:pt x="1054758" y="1111610"/>
                  </a:lnTo>
                  <a:lnTo>
                    <a:pt x="1054758" y="1114172"/>
                  </a:lnTo>
                  <a:lnTo>
                    <a:pt x="1060194" y="1114172"/>
                  </a:lnTo>
                  <a:lnTo>
                    <a:pt x="1060194" y="1126989"/>
                  </a:lnTo>
                  <a:lnTo>
                    <a:pt x="1065631" y="1126989"/>
                  </a:lnTo>
                  <a:lnTo>
                    <a:pt x="1065631" y="1132117"/>
                  </a:lnTo>
                  <a:lnTo>
                    <a:pt x="1076505" y="1132117"/>
                  </a:lnTo>
                  <a:lnTo>
                    <a:pt x="1076505" y="1134683"/>
                  </a:lnTo>
                  <a:lnTo>
                    <a:pt x="1081942" y="1134683"/>
                  </a:lnTo>
                  <a:lnTo>
                    <a:pt x="1081942" y="1142381"/>
                  </a:lnTo>
                  <a:lnTo>
                    <a:pt x="1087379" y="1142381"/>
                  </a:lnTo>
                  <a:lnTo>
                    <a:pt x="1087379" y="1144948"/>
                  </a:lnTo>
                  <a:lnTo>
                    <a:pt x="1103690" y="1144948"/>
                  </a:lnTo>
                  <a:lnTo>
                    <a:pt x="1103690" y="1147515"/>
                  </a:lnTo>
                  <a:lnTo>
                    <a:pt x="1114563" y="1147515"/>
                  </a:lnTo>
                  <a:lnTo>
                    <a:pt x="1114563" y="1150085"/>
                  </a:lnTo>
                  <a:lnTo>
                    <a:pt x="1130874" y="1150085"/>
                  </a:lnTo>
                  <a:lnTo>
                    <a:pt x="1130874" y="1152655"/>
                  </a:lnTo>
                  <a:lnTo>
                    <a:pt x="1141748" y="1152655"/>
                  </a:lnTo>
                  <a:lnTo>
                    <a:pt x="1141748" y="1155226"/>
                  </a:lnTo>
                  <a:lnTo>
                    <a:pt x="1147185" y="1155226"/>
                  </a:lnTo>
                  <a:lnTo>
                    <a:pt x="1147185" y="1157797"/>
                  </a:lnTo>
                  <a:lnTo>
                    <a:pt x="1158059" y="1157797"/>
                  </a:lnTo>
                  <a:lnTo>
                    <a:pt x="1158059" y="1160369"/>
                  </a:lnTo>
                  <a:lnTo>
                    <a:pt x="1168932" y="1160369"/>
                  </a:lnTo>
                  <a:lnTo>
                    <a:pt x="1168932" y="1162942"/>
                  </a:lnTo>
                  <a:lnTo>
                    <a:pt x="1174369" y="1162942"/>
                  </a:lnTo>
                  <a:lnTo>
                    <a:pt x="1174369" y="1168088"/>
                  </a:lnTo>
                  <a:lnTo>
                    <a:pt x="1179806" y="1168088"/>
                  </a:lnTo>
                  <a:lnTo>
                    <a:pt x="1179806" y="1170663"/>
                  </a:lnTo>
                  <a:lnTo>
                    <a:pt x="1185243" y="1170663"/>
                  </a:lnTo>
                  <a:lnTo>
                    <a:pt x="1185243" y="1178394"/>
                  </a:lnTo>
                  <a:lnTo>
                    <a:pt x="1190680" y="1178394"/>
                  </a:lnTo>
                  <a:lnTo>
                    <a:pt x="1190680" y="1180971"/>
                  </a:lnTo>
                  <a:lnTo>
                    <a:pt x="1196117" y="1180971"/>
                  </a:lnTo>
                  <a:lnTo>
                    <a:pt x="1196117" y="1183549"/>
                  </a:lnTo>
                  <a:lnTo>
                    <a:pt x="1206991" y="1183549"/>
                  </a:lnTo>
                  <a:lnTo>
                    <a:pt x="1206991" y="1188704"/>
                  </a:lnTo>
                  <a:lnTo>
                    <a:pt x="1212428" y="1188704"/>
                  </a:lnTo>
                  <a:lnTo>
                    <a:pt x="1212428" y="1193861"/>
                  </a:lnTo>
                  <a:lnTo>
                    <a:pt x="1217864" y="1193861"/>
                  </a:lnTo>
                  <a:lnTo>
                    <a:pt x="1217864" y="1199021"/>
                  </a:lnTo>
                  <a:lnTo>
                    <a:pt x="1223301" y="1199021"/>
                  </a:lnTo>
                  <a:lnTo>
                    <a:pt x="1239612" y="1199021"/>
                  </a:lnTo>
                  <a:lnTo>
                    <a:pt x="1239612" y="1201605"/>
                  </a:lnTo>
                  <a:lnTo>
                    <a:pt x="1245049" y="1201605"/>
                  </a:lnTo>
                  <a:lnTo>
                    <a:pt x="1245049" y="1204188"/>
                  </a:lnTo>
                  <a:lnTo>
                    <a:pt x="1250486" y="1204188"/>
                  </a:lnTo>
                  <a:lnTo>
                    <a:pt x="1250486" y="1211941"/>
                  </a:lnTo>
                  <a:lnTo>
                    <a:pt x="1255923" y="1211941"/>
                  </a:lnTo>
                  <a:lnTo>
                    <a:pt x="1261360" y="1211941"/>
                  </a:lnTo>
                  <a:lnTo>
                    <a:pt x="1261360" y="1214529"/>
                  </a:lnTo>
                  <a:lnTo>
                    <a:pt x="1266797" y="1214529"/>
                  </a:lnTo>
                  <a:lnTo>
                    <a:pt x="1266797" y="1219706"/>
                  </a:lnTo>
                  <a:lnTo>
                    <a:pt x="1272233" y="1219706"/>
                  </a:lnTo>
                  <a:lnTo>
                    <a:pt x="1272233" y="1222294"/>
                  </a:lnTo>
                  <a:lnTo>
                    <a:pt x="1277670" y="1222294"/>
                  </a:lnTo>
                  <a:lnTo>
                    <a:pt x="1277670" y="1227472"/>
                  </a:lnTo>
                  <a:lnTo>
                    <a:pt x="1283107" y="1227472"/>
                  </a:lnTo>
                  <a:lnTo>
                    <a:pt x="1283107" y="1230061"/>
                  </a:lnTo>
                  <a:lnTo>
                    <a:pt x="1288544" y="1230061"/>
                  </a:lnTo>
                  <a:lnTo>
                    <a:pt x="1293981" y="1230061"/>
                  </a:lnTo>
                  <a:lnTo>
                    <a:pt x="1293981" y="1235242"/>
                  </a:lnTo>
                  <a:lnTo>
                    <a:pt x="1299418" y="1235242"/>
                  </a:lnTo>
                  <a:lnTo>
                    <a:pt x="1299418" y="1240428"/>
                  </a:lnTo>
                  <a:lnTo>
                    <a:pt x="1304855" y="1240428"/>
                  </a:lnTo>
                  <a:lnTo>
                    <a:pt x="1310292" y="1240428"/>
                  </a:lnTo>
                  <a:lnTo>
                    <a:pt x="1310292" y="1243023"/>
                  </a:lnTo>
                  <a:lnTo>
                    <a:pt x="1315729" y="1243023"/>
                  </a:lnTo>
                  <a:lnTo>
                    <a:pt x="1315729" y="1253405"/>
                  </a:lnTo>
                  <a:lnTo>
                    <a:pt x="1321166" y="1253405"/>
                  </a:lnTo>
                  <a:lnTo>
                    <a:pt x="1321166" y="1256001"/>
                  </a:lnTo>
                  <a:lnTo>
                    <a:pt x="1326602" y="1256001"/>
                  </a:lnTo>
                  <a:lnTo>
                    <a:pt x="1326602" y="1258597"/>
                  </a:lnTo>
                  <a:lnTo>
                    <a:pt x="1332039" y="1258597"/>
                  </a:lnTo>
                  <a:lnTo>
                    <a:pt x="1332039" y="1263789"/>
                  </a:lnTo>
                  <a:lnTo>
                    <a:pt x="1337476" y="1263789"/>
                  </a:lnTo>
                  <a:lnTo>
                    <a:pt x="1342913" y="1263789"/>
                  </a:lnTo>
                  <a:lnTo>
                    <a:pt x="1342913" y="1266389"/>
                  </a:lnTo>
                  <a:lnTo>
                    <a:pt x="1348350" y="1266389"/>
                  </a:lnTo>
                  <a:lnTo>
                    <a:pt x="1348350" y="1271593"/>
                  </a:lnTo>
                  <a:lnTo>
                    <a:pt x="1353787" y="1271593"/>
                  </a:lnTo>
                  <a:lnTo>
                    <a:pt x="1353787" y="1274195"/>
                  </a:lnTo>
                  <a:lnTo>
                    <a:pt x="1359224" y="1274195"/>
                  </a:lnTo>
                  <a:lnTo>
                    <a:pt x="1359224" y="1282003"/>
                  </a:lnTo>
                  <a:lnTo>
                    <a:pt x="1364661" y="1282003"/>
                  </a:lnTo>
                  <a:lnTo>
                    <a:pt x="1364661" y="1287209"/>
                  </a:lnTo>
                  <a:lnTo>
                    <a:pt x="1370098" y="1287209"/>
                  </a:lnTo>
                  <a:lnTo>
                    <a:pt x="1370098" y="1295019"/>
                  </a:lnTo>
                  <a:lnTo>
                    <a:pt x="1375534" y="1295019"/>
                  </a:lnTo>
                  <a:lnTo>
                    <a:pt x="1375534" y="1297623"/>
                  </a:lnTo>
                  <a:lnTo>
                    <a:pt x="1380971" y="1297623"/>
                  </a:lnTo>
                  <a:lnTo>
                    <a:pt x="1380971" y="1310644"/>
                  </a:lnTo>
                  <a:lnTo>
                    <a:pt x="1386408" y="1310644"/>
                  </a:lnTo>
                  <a:lnTo>
                    <a:pt x="1386408" y="1318464"/>
                  </a:lnTo>
                  <a:lnTo>
                    <a:pt x="1402719" y="1318464"/>
                  </a:lnTo>
                  <a:lnTo>
                    <a:pt x="1402719" y="1323679"/>
                  </a:lnTo>
                  <a:lnTo>
                    <a:pt x="1408156" y="1323679"/>
                  </a:lnTo>
                  <a:lnTo>
                    <a:pt x="1408156" y="1326286"/>
                  </a:lnTo>
                  <a:lnTo>
                    <a:pt x="1419030" y="1326286"/>
                  </a:lnTo>
                  <a:lnTo>
                    <a:pt x="1419030" y="1328894"/>
                  </a:lnTo>
                  <a:lnTo>
                    <a:pt x="1424467" y="1328894"/>
                  </a:lnTo>
                  <a:lnTo>
                    <a:pt x="1424467" y="1331503"/>
                  </a:lnTo>
                  <a:lnTo>
                    <a:pt x="1429903" y="1331503"/>
                  </a:lnTo>
                  <a:lnTo>
                    <a:pt x="1429903" y="1334113"/>
                  </a:lnTo>
                  <a:lnTo>
                    <a:pt x="1435340" y="1334113"/>
                  </a:lnTo>
                  <a:lnTo>
                    <a:pt x="1440777" y="1334113"/>
                  </a:lnTo>
                  <a:lnTo>
                    <a:pt x="1440777" y="1339336"/>
                  </a:lnTo>
                  <a:lnTo>
                    <a:pt x="1446214" y="1339336"/>
                  </a:lnTo>
                  <a:lnTo>
                    <a:pt x="1446214" y="1341950"/>
                  </a:lnTo>
                  <a:lnTo>
                    <a:pt x="1451651" y="1341950"/>
                  </a:lnTo>
                  <a:lnTo>
                    <a:pt x="1451651" y="1344564"/>
                  </a:lnTo>
                  <a:lnTo>
                    <a:pt x="1457088" y="1344564"/>
                  </a:lnTo>
                  <a:lnTo>
                    <a:pt x="1457088" y="1349792"/>
                  </a:lnTo>
                  <a:lnTo>
                    <a:pt x="1462525" y="1349792"/>
                  </a:lnTo>
                  <a:lnTo>
                    <a:pt x="1462525" y="1352408"/>
                  </a:lnTo>
                  <a:lnTo>
                    <a:pt x="1467962" y="1352408"/>
                  </a:lnTo>
                  <a:lnTo>
                    <a:pt x="1467962" y="1357640"/>
                  </a:lnTo>
                  <a:lnTo>
                    <a:pt x="1473399" y="1357640"/>
                  </a:lnTo>
                  <a:lnTo>
                    <a:pt x="1473399" y="1365491"/>
                  </a:lnTo>
                  <a:lnTo>
                    <a:pt x="1478836" y="1365491"/>
                  </a:lnTo>
                  <a:lnTo>
                    <a:pt x="1478836" y="1373343"/>
                  </a:lnTo>
                  <a:lnTo>
                    <a:pt x="1484272" y="1373343"/>
                  </a:lnTo>
                  <a:lnTo>
                    <a:pt x="1484272" y="1381196"/>
                  </a:lnTo>
                  <a:lnTo>
                    <a:pt x="1489709" y="1381196"/>
                  </a:lnTo>
                  <a:lnTo>
                    <a:pt x="1489709" y="1386436"/>
                  </a:lnTo>
                  <a:lnTo>
                    <a:pt x="1506020" y="1386436"/>
                  </a:lnTo>
                  <a:lnTo>
                    <a:pt x="1506020" y="1389056"/>
                  </a:lnTo>
                  <a:lnTo>
                    <a:pt x="1511457" y="1389056"/>
                  </a:lnTo>
                  <a:lnTo>
                    <a:pt x="1511457" y="1391677"/>
                  </a:lnTo>
                  <a:lnTo>
                    <a:pt x="1516894" y="1391677"/>
                  </a:lnTo>
                  <a:lnTo>
                    <a:pt x="1516894" y="1396918"/>
                  </a:lnTo>
                  <a:lnTo>
                    <a:pt x="1522331" y="1396918"/>
                  </a:lnTo>
                  <a:lnTo>
                    <a:pt x="1522331" y="1402163"/>
                  </a:lnTo>
                  <a:lnTo>
                    <a:pt x="1527768" y="1402163"/>
                  </a:lnTo>
                  <a:lnTo>
                    <a:pt x="1527768" y="1404788"/>
                  </a:lnTo>
                  <a:lnTo>
                    <a:pt x="1533205" y="1404788"/>
                  </a:lnTo>
                  <a:lnTo>
                    <a:pt x="1533205" y="1410038"/>
                  </a:lnTo>
                  <a:lnTo>
                    <a:pt x="1538641" y="1410038"/>
                  </a:lnTo>
                  <a:lnTo>
                    <a:pt x="1538641" y="1415289"/>
                  </a:lnTo>
                  <a:lnTo>
                    <a:pt x="1544078" y="1415289"/>
                  </a:lnTo>
                  <a:lnTo>
                    <a:pt x="1544078" y="1423166"/>
                  </a:lnTo>
                  <a:lnTo>
                    <a:pt x="1554952" y="1423166"/>
                  </a:lnTo>
                  <a:lnTo>
                    <a:pt x="1554952" y="1425793"/>
                  </a:lnTo>
                  <a:lnTo>
                    <a:pt x="1560389" y="1425793"/>
                  </a:lnTo>
                  <a:lnTo>
                    <a:pt x="1560389" y="1428419"/>
                  </a:lnTo>
                  <a:lnTo>
                    <a:pt x="1565826" y="1428419"/>
                  </a:lnTo>
                  <a:lnTo>
                    <a:pt x="1565826" y="1433672"/>
                  </a:lnTo>
                  <a:lnTo>
                    <a:pt x="1576700" y="1433672"/>
                  </a:lnTo>
                  <a:lnTo>
                    <a:pt x="1576700" y="1438926"/>
                  </a:lnTo>
                  <a:lnTo>
                    <a:pt x="1582137" y="1438926"/>
                  </a:lnTo>
                  <a:lnTo>
                    <a:pt x="1582137" y="1441553"/>
                  </a:lnTo>
                  <a:lnTo>
                    <a:pt x="1587573" y="1441553"/>
                  </a:lnTo>
                  <a:lnTo>
                    <a:pt x="1593010" y="1441553"/>
                  </a:lnTo>
                  <a:lnTo>
                    <a:pt x="1593010" y="1446818"/>
                  </a:lnTo>
                  <a:lnTo>
                    <a:pt x="1609321" y="1446818"/>
                  </a:lnTo>
                  <a:lnTo>
                    <a:pt x="1609321" y="1449451"/>
                  </a:lnTo>
                  <a:lnTo>
                    <a:pt x="1614758" y="1449451"/>
                  </a:lnTo>
                  <a:lnTo>
                    <a:pt x="1620195" y="1449451"/>
                  </a:lnTo>
                  <a:lnTo>
                    <a:pt x="1620195" y="1454722"/>
                  </a:lnTo>
                  <a:lnTo>
                    <a:pt x="1625632" y="1454722"/>
                  </a:lnTo>
                  <a:lnTo>
                    <a:pt x="1625632" y="1459992"/>
                  </a:lnTo>
                  <a:lnTo>
                    <a:pt x="1636506" y="1459992"/>
                  </a:lnTo>
                  <a:lnTo>
                    <a:pt x="1636506" y="1462628"/>
                  </a:lnTo>
                  <a:lnTo>
                    <a:pt x="1647379" y="1462628"/>
                  </a:lnTo>
                  <a:lnTo>
                    <a:pt x="1647379" y="1465264"/>
                  </a:lnTo>
                  <a:lnTo>
                    <a:pt x="1652816" y="1465264"/>
                  </a:lnTo>
                  <a:lnTo>
                    <a:pt x="1652816" y="1473172"/>
                  </a:lnTo>
                  <a:lnTo>
                    <a:pt x="1658253" y="1473172"/>
                  </a:lnTo>
                  <a:lnTo>
                    <a:pt x="1658253" y="1481082"/>
                  </a:lnTo>
                  <a:lnTo>
                    <a:pt x="1663690" y="1481082"/>
                  </a:lnTo>
                  <a:lnTo>
                    <a:pt x="1663690" y="1486356"/>
                  </a:lnTo>
                  <a:lnTo>
                    <a:pt x="1674564" y="1486356"/>
                  </a:lnTo>
                  <a:lnTo>
                    <a:pt x="1680001" y="1486356"/>
                  </a:lnTo>
                  <a:lnTo>
                    <a:pt x="1680001" y="1488995"/>
                  </a:lnTo>
                  <a:lnTo>
                    <a:pt x="1690875" y="1488995"/>
                  </a:lnTo>
                  <a:lnTo>
                    <a:pt x="1690875" y="1496914"/>
                  </a:lnTo>
                  <a:lnTo>
                    <a:pt x="1701748" y="1496914"/>
                  </a:lnTo>
                  <a:lnTo>
                    <a:pt x="1701748" y="1499554"/>
                  </a:lnTo>
                  <a:lnTo>
                    <a:pt x="1707185" y="1499554"/>
                  </a:lnTo>
                  <a:lnTo>
                    <a:pt x="1707185" y="1504834"/>
                  </a:lnTo>
                  <a:lnTo>
                    <a:pt x="1712622" y="1504834"/>
                  </a:lnTo>
                  <a:lnTo>
                    <a:pt x="1712622" y="1510114"/>
                  </a:lnTo>
                  <a:lnTo>
                    <a:pt x="1728933" y="1510114"/>
                  </a:lnTo>
                  <a:lnTo>
                    <a:pt x="1728933" y="1512755"/>
                  </a:lnTo>
                  <a:lnTo>
                    <a:pt x="1734370" y="1512755"/>
                  </a:lnTo>
                  <a:lnTo>
                    <a:pt x="1734370" y="1515396"/>
                  </a:lnTo>
                  <a:lnTo>
                    <a:pt x="1766991" y="1515396"/>
                  </a:lnTo>
                  <a:lnTo>
                    <a:pt x="1766991" y="1518037"/>
                  </a:lnTo>
                  <a:lnTo>
                    <a:pt x="1772428" y="1518037"/>
                  </a:lnTo>
                  <a:lnTo>
                    <a:pt x="1772428" y="1523319"/>
                  </a:lnTo>
                  <a:lnTo>
                    <a:pt x="1777865" y="1523319"/>
                  </a:lnTo>
                  <a:lnTo>
                    <a:pt x="1777865" y="1525960"/>
                  </a:lnTo>
                  <a:lnTo>
                    <a:pt x="1783302" y="1525960"/>
                  </a:lnTo>
                  <a:lnTo>
                    <a:pt x="1788739" y="1525960"/>
                  </a:lnTo>
                  <a:lnTo>
                    <a:pt x="1788739" y="1531251"/>
                  </a:lnTo>
                  <a:lnTo>
                    <a:pt x="1794176" y="1531251"/>
                  </a:lnTo>
                  <a:lnTo>
                    <a:pt x="1794176" y="1533898"/>
                  </a:lnTo>
                  <a:lnTo>
                    <a:pt x="1805049" y="1533898"/>
                  </a:lnTo>
                  <a:lnTo>
                    <a:pt x="1805049" y="1539194"/>
                  </a:lnTo>
                  <a:lnTo>
                    <a:pt x="1810486" y="1539194"/>
                  </a:lnTo>
                  <a:lnTo>
                    <a:pt x="1810486" y="1541842"/>
                  </a:lnTo>
                  <a:lnTo>
                    <a:pt x="1815923" y="1541842"/>
                  </a:lnTo>
                  <a:lnTo>
                    <a:pt x="1815923" y="1544490"/>
                  </a:lnTo>
                  <a:lnTo>
                    <a:pt x="1821360" y="1544490"/>
                  </a:lnTo>
                  <a:lnTo>
                    <a:pt x="1821360" y="1549786"/>
                  </a:lnTo>
                  <a:lnTo>
                    <a:pt x="1826797" y="1549786"/>
                  </a:lnTo>
                  <a:lnTo>
                    <a:pt x="1832234" y="1549786"/>
                  </a:lnTo>
                  <a:lnTo>
                    <a:pt x="1832234" y="1552437"/>
                  </a:lnTo>
                  <a:lnTo>
                    <a:pt x="1837671" y="1552437"/>
                  </a:lnTo>
                  <a:lnTo>
                    <a:pt x="1837671" y="1555088"/>
                  </a:lnTo>
                  <a:lnTo>
                    <a:pt x="1859418" y="1555088"/>
                  </a:lnTo>
                  <a:lnTo>
                    <a:pt x="1859418" y="1557738"/>
                  </a:lnTo>
                  <a:lnTo>
                    <a:pt x="1870292" y="1557738"/>
                  </a:lnTo>
                  <a:lnTo>
                    <a:pt x="1870292" y="1563040"/>
                  </a:lnTo>
                  <a:lnTo>
                    <a:pt x="1875729" y="1563040"/>
                  </a:lnTo>
                  <a:lnTo>
                    <a:pt x="1875729" y="1565691"/>
                  </a:lnTo>
                  <a:lnTo>
                    <a:pt x="1881166" y="1565691"/>
                  </a:lnTo>
                  <a:lnTo>
                    <a:pt x="1881166" y="1573646"/>
                  </a:lnTo>
                  <a:lnTo>
                    <a:pt x="1886603" y="1573646"/>
                  </a:lnTo>
                  <a:lnTo>
                    <a:pt x="1886603" y="1581602"/>
                  </a:lnTo>
                  <a:lnTo>
                    <a:pt x="1892040" y="1581602"/>
                  </a:lnTo>
                  <a:lnTo>
                    <a:pt x="1892040" y="1584255"/>
                  </a:lnTo>
                  <a:lnTo>
                    <a:pt x="1897477" y="1584255"/>
                  </a:lnTo>
                  <a:lnTo>
                    <a:pt x="1897477" y="1589560"/>
                  </a:lnTo>
                  <a:lnTo>
                    <a:pt x="1902914" y="1589560"/>
                  </a:lnTo>
                  <a:lnTo>
                    <a:pt x="1902914" y="1592212"/>
                  </a:lnTo>
                  <a:lnTo>
                    <a:pt x="1908350" y="1592212"/>
                  </a:lnTo>
                  <a:lnTo>
                    <a:pt x="1908350" y="1594867"/>
                  </a:lnTo>
                  <a:lnTo>
                    <a:pt x="1913787" y="1594867"/>
                  </a:lnTo>
                  <a:lnTo>
                    <a:pt x="1913787" y="1597524"/>
                  </a:lnTo>
                  <a:lnTo>
                    <a:pt x="1919224" y="1597524"/>
                  </a:lnTo>
                  <a:lnTo>
                    <a:pt x="1919224" y="1600181"/>
                  </a:lnTo>
                  <a:lnTo>
                    <a:pt x="1924661" y="1600181"/>
                  </a:lnTo>
                  <a:lnTo>
                    <a:pt x="1924661" y="1605496"/>
                  </a:lnTo>
                  <a:lnTo>
                    <a:pt x="1935535" y="1605496"/>
                  </a:lnTo>
                  <a:lnTo>
                    <a:pt x="1935535" y="1613475"/>
                  </a:lnTo>
                  <a:lnTo>
                    <a:pt x="1940972" y="1613475"/>
                  </a:lnTo>
                  <a:lnTo>
                    <a:pt x="1940972" y="1616135"/>
                  </a:lnTo>
                  <a:lnTo>
                    <a:pt x="1946409" y="1616135"/>
                  </a:lnTo>
                  <a:lnTo>
                    <a:pt x="1946409" y="1618797"/>
                  </a:lnTo>
                  <a:lnTo>
                    <a:pt x="1957282" y="1618797"/>
                  </a:lnTo>
                  <a:lnTo>
                    <a:pt x="1957282" y="1621459"/>
                  </a:lnTo>
                  <a:lnTo>
                    <a:pt x="1962719" y="1621459"/>
                  </a:lnTo>
                  <a:lnTo>
                    <a:pt x="1962719" y="1624123"/>
                  </a:lnTo>
                  <a:lnTo>
                    <a:pt x="1968156" y="1624123"/>
                  </a:lnTo>
                  <a:lnTo>
                    <a:pt x="1968156" y="1626788"/>
                  </a:lnTo>
                  <a:lnTo>
                    <a:pt x="1973593" y="1626788"/>
                  </a:lnTo>
                  <a:lnTo>
                    <a:pt x="1973593" y="1629452"/>
                  </a:lnTo>
                  <a:lnTo>
                    <a:pt x="1984467" y="1629452"/>
                  </a:lnTo>
                  <a:lnTo>
                    <a:pt x="1984467" y="1632117"/>
                  </a:lnTo>
                  <a:lnTo>
                    <a:pt x="1989904" y="1632117"/>
                  </a:lnTo>
                  <a:lnTo>
                    <a:pt x="1989904" y="1637447"/>
                  </a:lnTo>
                  <a:lnTo>
                    <a:pt x="2000778" y="1637447"/>
                  </a:lnTo>
                  <a:lnTo>
                    <a:pt x="2000778" y="1642777"/>
                  </a:lnTo>
                  <a:lnTo>
                    <a:pt x="2006215" y="1642777"/>
                  </a:lnTo>
                  <a:lnTo>
                    <a:pt x="2006215" y="1650774"/>
                  </a:lnTo>
                  <a:lnTo>
                    <a:pt x="2017088" y="1650774"/>
                  </a:lnTo>
                  <a:lnTo>
                    <a:pt x="2017088" y="1653440"/>
                  </a:lnTo>
                  <a:lnTo>
                    <a:pt x="2022525" y="1653440"/>
                  </a:lnTo>
                  <a:lnTo>
                    <a:pt x="2022525" y="1658780"/>
                  </a:lnTo>
                  <a:lnTo>
                    <a:pt x="2027962" y="1658780"/>
                  </a:lnTo>
                  <a:lnTo>
                    <a:pt x="2027962" y="1664121"/>
                  </a:lnTo>
                  <a:lnTo>
                    <a:pt x="2033399" y="1664121"/>
                  </a:lnTo>
                  <a:lnTo>
                    <a:pt x="2038836" y="1664121"/>
                  </a:lnTo>
                  <a:lnTo>
                    <a:pt x="2038836" y="1666794"/>
                  </a:lnTo>
                  <a:lnTo>
                    <a:pt x="2044273" y="1666794"/>
                  </a:lnTo>
                  <a:lnTo>
                    <a:pt x="2044273" y="1669467"/>
                  </a:lnTo>
                  <a:lnTo>
                    <a:pt x="2049710" y="1669467"/>
                  </a:lnTo>
                  <a:lnTo>
                    <a:pt x="2049710" y="1674812"/>
                  </a:lnTo>
                  <a:lnTo>
                    <a:pt x="2055147" y="1674812"/>
                  </a:lnTo>
                  <a:lnTo>
                    <a:pt x="2055147" y="1680159"/>
                  </a:lnTo>
                  <a:lnTo>
                    <a:pt x="2060584" y="1680159"/>
                  </a:lnTo>
                  <a:lnTo>
                    <a:pt x="2060584" y="1682837"/>
                  </a:lnTo>
                  <a:lnTo>
                    <a:pt x="2071457" y="1682837"/>
                  </a:lnTo>
                  <a:lnTo>
                    <a:pt x="2071457" y="1685514"/>
                  </a:lnTo>
                  <a:lnTo>
                    <a:pt x="2082331" y="1685514"/>
                  </a:lnTo>
                  <a:lnTo>
                    <a:pt x="2087768" y="1685514"/>
                  </a:lnTo>
                  <a:lnTo>
                    <a:pt x="2087768" y="1688194"/>
                  </a:lnTo>
                  <a:lnTo>
                    <a:pt x="2104079" y="1688194"/>
                  </a:lnTo>
                  <a:lnTo>
                    <a:pt x="2104079" y="1690874"/>
                  </a:lnTo>
                  <a:lnTo>
                    <a:pt x="2114953" y="1690874"/>
                  </a:lnTo>
                  <a:lnTo>
                    <a:pt x="2114953" y="1696234"/>
                  </a:lnTo>
                  <a:lnTo>
                    <a:pt x="2131263" y="1696234"/>
                  </a:lnTo>
                  <a:lnTo>
                    <a:pt x="2131263" y="1709637"/>
                  </a:lnTo>
                  <a:lnTo>
                    <a:pt x="2142137" y="1709637"/>
                  </a:lnTo>
                  <a:lnTo>
                    <a:pt x="2142137" y="1712319"/>
                  </a:lnTo>
                  <a:lnTo>
                    <a:pt x="2147574" y="1712319"/>
                  </a:lnTo>
                  <a:lnTo>
                    <a:pt x="2147574" y="1717681"/>
                  </a:lnTo>
                  <a:lnTo>
                    <a:pt x="2158448" y="1717681"/>
                  </a:lnTo>
                  <a:lnTo>
                    <a:pt x="2158448" y="1723045"/>
                  </a:lnTo>
                  <a:lnTo>
                    <a:pt x="2163885" y="1723045"/>
                  </a:lnTo>
                  <a:lnTo>
                    <a:pt x="2163885" y="1725727"/>
                  </a:lnTo>
                  <a:lnTo>
                    <a:pt x="2169321" y="1725727"/>
                  </a:lnTo>
                  <a:lnTo>
                    <a:pt x="2169321" y="1728409"/>
                  </a:lnTo>
                  <a:lnTo>
                    <a:pt x="2174758" y="1728409"/>
                  </a:lnTo>
                  <a:lnTo>
                    <a:pt x="2174758" y="1733773"/>
                  </a:lnTo>
                  <a:lnTo>
                    <a:pt x="2180195" y="1733773"/>
                  </a:lnTo>
                  <a:lnTo>
                    <a:pt x="2180195" y="1736456"/>
                  </a:lnTo>
                  <a:lnTo>
                    <a:pt x="2185632" y="1736456"/>
                  </a:lnTo>
                  <a:lnTo>
                    <a:pt x="2185632" y="1741825"/>
                  </a:lnTo>
                  <a:lnTo>
                    <a:pt x="2191069" y="1741825"/>
                  </a:lnTo>
                  <a:lnTo>
                    <a:pt x="2191069" y="1744510"/>
                  </a:lnTo>
                  <a:lnTo>
                    <a:pt x="2196506" y="1744510"/>
                  </a:lnTo>
                  <a:lnTo>
                    <a:pt x="2196506" y="1749881"/>
                  </a:lnTo>
                  <a:lnTo>
                    <a:pt x="2207380" y="1749881"/>
                  </a:lnTo>
                  <a:lnTo>
                    <a:pt x="2207380" y="1752566"/>
                  </a:lnTo>
                  <a:lnTo>
                    <a:pt x="2218254" y="1752566"/>
                  </a:lnTo>
                  <a:lnTo>
                    <a:pt x="2218254" y="1755254"/>
                  </a:lnTo>
                  <a:lnTo>
                    <a:pt x="2223690" y="1755254"/>
                  </a:lnTo>
                  <a:lnTo>
                    <a:pt x="2223690" y="1757942"/>
                  </a:lnTo>
                  <a:lnTo>
                    <a:pt x="2234564" y="1757942"/>
                  </a:lnTo>
                  <a:lnTo>
                    <a:pt x="2234564" y="1766006"/>
                  </a:lnTo>
                  <a:lnTo>
                    <a:pt x="2245438" y="1766006"/>
                  </a:lnTo>
                  <a:lnTo>
                    <a:pt x="2245438" y="1774071"/>
                  </a:lnTo>
                  <a:lnTo>
                    <a:pt x="2250875" y="1774071"/>
                  </a:lnTo>
                  <a:lnTo>
                    <a:pt x="2250875" y="1776760"/>
                  </a:lnTo>
                  <a:lnTo>
                    <a:pt x="2256312" y="1776760"/>
                  </a:lnTo>
                  <a:lnTo>
                    <a:pt x="2256312" y="1782138"/>
                  </a:lnTo>
                  <a:lnTo>
                    <a:pt x="2267186" y="1782138"/>
                  </a:lnTo>
                  <a:lnTo>
                    <a:pt x="2267186" y="1784828"/>
                  </a:lnTo>
                  <a:lnTo>
                    <a:pt x="2283496" y="1784828"/>
                  </a:lnTo>
                  <a:lnTo>
                    <a:pt x="2283496" y="1790207"/>
                  </a:lnTo>
                  <a:lnTo>
                    <a:pt x="2294370" y="1790207"/>
                  </a:lnTo>
                  <a:lnTo>
                    <a:pt x="2294370" y="1795586"/>
                  </a:lnTo>
                  <a:lnTo>
                    <a:pt x="2299807" y="1795586"/>
                  </a:lnTo>
                  <a:lnTo>
                    <a:pt x="2299807" y="1798276"/>
                  </a:lnTo>
                  <a:lnTo>
                    <a:pt x="2305244" y="1798276"/>
                  </a:lnTo>
                  <a:lnTo>
                    <a:pt x="2305244" y="1803657"/>
                  </a:lnTo>
                  <a:lnTo>
                    <a:pt x="2321555" y="1803657"/>
                  </a:lnTo>
                  <a:lnTo>
                    <a:pt x="2321555" y="1809042"/>
                  </a:lnTo>
                  <a:lnTo>
                    <a:pt x="2332428" y="1809042"/>
                  </a:lnTo>
                  <a:lnTo>
                    <a:pt x="2332428" y="1814428"/>
                  </a:lnTo>
                  <a:lnTo>
                    <a:pt x="2337865" y="1814428"/>
                  </a:lnTo>
                  <a:lnTo>
                    <a:pt x="2337865" y="1817121"/>
                  </a:lnTo>
                  <a:lnTo>
                    <a:pt x="2348739" y="1817121"/>
                  </a:lnTo>
                  <a:lnTo>
                    <a:pt x="2348739" y="1819814"/>
                  </a:lnTo>
                  <a:lnTo>
                    <a:pt x="2354176" y="1819814"/>
                  </a:lnTo>
                  <a:lnTo>
                    <a:pt x="2354176" y="1825201"/>
                  </a:lnTo>
                  <a:lnTo>
                    <a:pt x="2365050" y="1825201"/>
                  </a:lnTo>
                  <a:lnTo>
                    <a:pt x="2365050" y="1830589"/>
                  </a:lnTo>
                  <a:lnTo>
                    <a:pt x="2370487" y="1830589"/>
                  </a:lnTo>
                  <a:lnTo>
                    <a:pt x="2370487" y="1835977"/>
                  </a:lnTo>
                  <a:lnTo>
                    <a:pt x="2375924" y="1835977"/>
                  </a:lnTo>
                  <a:lnTo>
                    <a:pt x="2375924" y="1838672"/>
                  </a:lnTo>
                  <a:lnTo>
                    <a:pt x="2381360" y="1838672"/>
                  </a:lnTo>
                  <a:lnTo>
                    <a:pt x="2381360" y="1844061"/>
                  </a:lnTo>
                  <a:lnTo>
                    <a:pt x="2386797" y="1844061"/>
                  </a:lnTo>
                  <a:lnTo>
                    <a:pt x="2386797" y="1846755"/>
                  </a:lnTo>
                  <a:lnTo>
                    <a:pt x="2392234" y="1846755"/>
                  </a:lnTo>
                  <a:lnTo>
                    <a:pt x="2392234" y="1849450"/>
                  </a:lnTo>
                  <a:lnTo>
                    <a:pt x="2397671" y="1849450"/>
                  </a:lnTo>
                  <a:lnTo>
                    <a:pt x="2397671" y="1857542"/>
                  </a:lnTo>
                  <a:lnTo>
                    <a:pt x="2403108" y="1857542"/>
                  </a:lnTo>
                  <a:lnTo>
                    <a:pt x="2403108" y="1860240"/>
                  </a:lnTo>
                  <a:lnTo>
                    <a:pt x="2408545" y="1860240"/>
                  </a:lnTo>
                  <a:lnTo>
                    <a:pt x="2413982" y="1860240"/>
                  </a:lnTo>
                  <a:lnTo>
                    <a:pt x="2413982" y="1865640"/>
                  </a:lnTo>
                  <a:lnTo>
                    <a:pt x="2419419" y="1865640"/>
                  </a:lnTo>
                  <a:lnTo>
                    <a:pt x="2419419" y="1868340"/>
                  </a:lnTo>
                  <a:lnTo>
                    <a:pt x="2424856" y="1868340"/>
                  </a:lnTo>
                  <a:lnTo>
                    <a:pt x="2430293" y="1868340"/>
                  </a:lnTo>
                  <a:lnTo>
                    <a:pt x="2430293" y="1876454"/>
                  </a:lnTo>
                  <a:lnTo>
                    <a:pt x="2435729" y="1876454"/>
                  </a:lnTo>
                  <a:lnTo>
                    <a:pt x="2446603" y="1876454"/>
                  </a:lnTo>
                  <a:lnTo>
                    <a:pt x="2446603" y="1881868"/>
                  </a:lnTo>
                  <a:lnTo>
                    <a:pt x="2457477" y="1881868"/>
                  </a:lnTo>
                  <a:lnTo>
                    <a:pt x="2462914" y="1881868"/>
                  </a:lnTo>
                  <a:lnTo>
                    <a:pt x="2462914" y="1889998"/>
                  </a:lnTo>
                  <a:lnTo>
                    <a:pt x="2468351" y="1889998"/>
                  </a:lnTo>
                  <a:lnTo>
                    <a:pt x="2468351" y="1892708"/>
                  </a:lnTo>
                  <a:lnTo>
                    <a:pt x="2473788" y="1892708"/>
                  </a:lnTo>
                  <a:lnTo>
                    <a:pt x="2473788" y="1895418"/>
                  </a:lnTo>
                  <a:lnTo>
                    <a:pt x="2479225" y="1895418"/>
                  </a:lnTo>
                  <a:lnTo>
                    <a:pt x="2479225" y="1903556"/>
                  </a:lnTo>
                  <a:lnTo>
                    <a:pt x="2484662" y="1903556"/>
                  </a:lnTo>
                  <a:lnTo>
                    <a:pt x="2484662" y="1911695"/>
                  </a:lnTo>
                  <a:lnTo>
                    <a:pt x="2500972" y="1911695"/>
                  </a:lnTo>
                  <a:lnTo>
                    <a:pt x="2500972" y="1919835"/>
                  </a:lnTo>
                  <a:lnTo>
                    <a:pt x="2506409" y="1919835"/>
                  </a:lnTo>
                  <a:lnTo>
                    <a:pt x="2506409" y="1922549"/>
                  </a:lnTo>
                  <a:lnTo>
                    <a:pt x="2511846" y="1922549"/>
                  </a:lnTo>
                  <a:lnTo>
                    <a:pt x="2511846" y="1930691"/>
                  </a:lnTo>
                  <a:lnTo>
                    <a:pt x="2517283" y="1930691"/>
                  </a:lnTo>
                  <a:lnTo>
                    <a:pt x="2517283" y="1936120"/>
                  </a:lnTo>
                  <a:lnTo>
                    <a:pt x="2522720" y="1936120"/>
                  </a:lnTo>
                  <a:lnTo>
                    <a:pt x="2522720" y="1944264"/>
                  </a:lnTo>
                  <a:lnTo>
                    <a:pt x="2533594" y="1944264"/>
                  </a:lnTo>
                  <a:lnTo>
                    <a:pt x="2533594" y="1952410"/>
                  </a:lnTo>
                  <a:lnTo>
                    <a:pt x="2539030" y="1952410"/>
                  </a:lnTo>
                  <a:lnTo>
                    <a:pt x="2539030" y="1955126"/>
                  </a:lnTo>
                  <a:lnTo>
                    <a:pt x="2544467" y="1955126"/>
                  </a:lnTo>
                  <a:lnTo>
                    <a:pt x="2544467" y="1957841"/>
                  </a:lnTo>
                  <a:lnTo>
                    <a:pt x="2549904" y="1957841"/>
                  </a:lnTo>
                  <a:lnTo>
                    <a:pt x="2549904" y="1960557"/>
                  </a:lnTo>
                  <a:lnTo>
                    <a:pt x="2555341" y="1960557"/>
                  </a:lnTo>
                  <a:lnTo>
                    <a:pt x="2555341" y="1963275"/>
                  </a:lnTo>
                  <a:lnTo>
                    <a:pt x="2560778" y="1963275"/>
                  </a:lnTo>
                  <a:lnTo>
                    <a:pt x="2560778" y="1965993"/>
                  </a:lnTo>
                  <a:lnTo>
                    <a:pt x="2571652" y="1965993"/>
                  </a:lnTo>
                  <a:lnTo>
                    <a:pt x="2571652" y="1968712"/>
                  </a:lnTo>
                  <a:lnTo>
                    <a:pt x="2577089" y="1968712"/>
                  </a:lnTo>
                  <a:lnTo>
                    <a:pt x="2577089" y="1971431"/>
                  </a:lnTo>
                  <a:lnTo>
                    <a:pt x="2582526" y="1971431"/>
                  </a:lnTo>
                  <a:lnTo>
                    <a:pt x="2582526" y="1974149"/>
                  </a:lnTo>
                  <a:lnTo>
                    <a:pt x="2587963" y="1974149"/>
                  </a:lnTo>
                  <a:lnTo>
                    <a:pt x="2587963" y="1976868"/>
                  </a:lnTo>
                  <a:lnTo>
                    <a:pt x="2598836" y="1976868"/>
                  </a:lnTo>
                  <a:lnTo>
                    <a:pt x="2598836" y="1979587"/>
                  </a:lnTo>
                  <a:lnTo>
                    <a:pt x="2604273" y="1979587"/>
                  </a:lnTo>
                  <a:lnTo>
                    <a:pt x="2604273" y="1985026"/>
                  </a:lnTo>
                  <a:lnTo>
                    <a:pt x="2609710" y="1985026"/>
                  </a:lnTo>
                  <a:lnTo>
                    <a:pt x="2609710" y="1987745"/>
                  </a:lnTo>
                  <a:lnTo>
                    <a:pt x="2615147" y="1987745"/>
                  </a:lnTo>
                  <a:lnTo>
                    <a:pt x="2615147" y="1990465"/>
                  </a:lnTo>
                  <a:lnTo>
                    <a:pt x="2626021" y="1990465"/>
                  </a:lnTo>
                  <a:lnTo>
                    <a:pt x="2626021" y="1993185"/>
                  </a:lnTo>
                  <a:lnTo>
                    <a:pt x="2636895" y="1993185"/>
                  </a:lnTo>
                  <a:lnTo>
                    <a:pt x="2647768" y="1993185"/>
                  </a:lnTo>
                  <a:lnTo>
                    <a:pt x="2647768" y="1995911"/>
                  </a:lnTo>
                  <a:lnTo>
                    <a:pt x="2653205" y="1995911"/>
                  </a:lnTo>
                  <a:lnTo>
                    <a:pt x="2653205" y="1998638"/>
                  </a:lnTo>
                  <a:lnTo>
                    <a:pt x="2669516" y="1998638"/>
                  </a:lnTo>
                  <a:lnTo>
                    <a:pt x="2669516" y="2004096"/>
                  </a:lnTo>
                  <a:lnTo>
                    <a:pt x="2674953" y="2004096"/>
                  </a:lnTo>
                  <a:lnTo>
                    <a:pt x="2674953" y="2006826"/>
                  </a:lnTo>
                  <a:lnTo>
                    <a:pt x="2680390" y="2006826"/>
                  </a:lnTo>
                  <a:lnTo>
                    <a:pt x="2680390" y="2009558"/>
                  </a:lnTo>
                  <a:lnTo>
                    <a:pt x="2685827" y="2009558"/>
                  </a:lnTo>
                  <a:lnTo>
                    <a:pt x="2685827" y="2012290"/>
                  </a:lnTo>
                  <a:lnTo>
                    <a:pt x="2691264" y="2012290"/>
                  </a:lnTo>
                  <a:lnTo>
                    <a:pt x="2691264" y="2017754"/>
                  </a:lnTo>
                  <a:lnTo>
                    <a:pt x="2707574" y="2017754"/>
                  </a:lnTo>
                  <a:lnTo>
                    <a:pt x="2707574" y="2020486"/>
                  </a:lnTo>
                  <a:lnTo>
                    <a:pt x="2713011" y="2020486"/>
                  </a:lnTo>
                  <a:lnTo>
                    <a:pt x="2713011" y="2023221"/>
                  </a:lnTo>
                  <a:lnTo>
                    <a:pt x="2718448" y="2023221"/>
                  </a:lnTo>
                  <a:lnTo>
                    <a:pt x="2718448" y="2028691"/>
                  </a:lnTo>
                  <a:lnTo>
                    <a:pt x="2723885" y="2028691"/>
                  </a:lnTo>
                  <a:lnTo>
                    <a:pt x="2723885" y="2034162"/>
                  </a:lnTo>
                  <a:lnTo>
                    <a:pt x="2729322" y="2034162"/>
                  </a:lnTo>
                  <a:lnTo>
                    <a:pt x="2729322" y="2042369"/>
                  </a:lnTo>
                  <a:lnTo>
                    <a:pt x="2734759" y="2042369"/>
                  </a:lnTo>
                  <a:lnTo>
                    <a:pt x="2734759" y="2047841"/>
                  </a:lnTo>
                  <a:lnTo>
                    <a:pt x="2740196" y="2047841"/>
                  </a:lnTo>
                  <a:lnTo>
                    <a:pt x="2740196" y="2050578"/>
                  </a:lnTo>
                  <a:lnTo>
                    <a:pt x="2756506" y="2050578"/>
                  </a:lnTo>
                  <a:lnTo>
                    <a:pt x="2756506" y="2053314"/>
                  </a:lnTo>
                  <a:lnTo>
                    <a:pt x="2761943" y="2053314"/>
                  </a:lnTo>
                  <a:lnTo>
                    <a:pt x="2761943" y="2056053"/>
                  </a:lnTo>
                  <a:lnTo>
                    <a:pt x="2767380" y="2056053"/>
                  </a:lnTo>
                  <a:lnTo>
                    <a:pt x="2767380" y="2067010"/>
                  </a:lnTo>
                  <a:lnTo>
                    <a:pt x="2772817" y="2067010"/>
                  </a:lnTo>
                  <a:lnTo>
                    <a:pt x="2772817" y="2069750"/>
                  </a:lnTo>
                  <a:lnTo>
                    <a:pt x="2778254" y="2069750"/>
                  </a:lnTo>
                  <a:lnTo>
                    <a:pt x="2778254" y="2075229"/>
                  </a:lnTo>
                  <a:lnTo>
                    <a:pt x="2794565" y="2075229"/>
                  </a:lnTo>
                  <a:lnTo>
                    <a:pt x="2800002" y="2075229"/>
                  </a:lnTo>
                  <a:lnTo>
                    <a:pt x="2800002" y="2080714"/>
                  </a:lnTo>
                  <a:lnTo>
                    <a:pt x="2805438" y="2080714"/>
                  </a:lnTo>
                  <a:lnTo>
                    <a:pt x="2805438" y="2083457"/>
                  </a:lnTo>
                  <a:lnTo>
                    <a:pt x="2810875" y="2083457"/>
                  </a:lnTo>
                  <a:lnTo>
                    <a:pt x="2810875" y="2086200"/>
                  </a:lnTo>
                  <a:lnTo>
                    <a:pt x="2827186" y="2086200"/>
                  </a:lnTo>
                  <a:lnTo>
                    <a:pt x="2827186" y="2088943"/>
                  </a:lnTo>
                  <a:lnTo>
                    <a:pt x="2832623" y="2088943"/>
                  </a:lnTo>
                  <a:lnTo>
                    <a:pt x="2832623" y="2091686"/>
                  </a:lnTo>
                  <a:lnTo>
                    <a:pt x="2838060" y="2091686"/>
                  </a:lnTo>
                  <a:lnTo>
                    <a:pt x="2838060" y="2094429"/>
                  </a:lnTo>
                  <a:lnTo>
                    <a:pt x="2843497" y="2094429"/>
                  </a:lnTo>
                  <a:lnTo>
                    <a:pt x="2843497" y="2097175"/>
                  </a:lnTo>
                  <a:lnTo>
                    <a:pt x="2848934" y="2097175"/>
                  </a:lnTo>
                  <a:lnTo>
                    <a:pt x="2848934" y="2099920"/>
                  </a:lnTo>
                  <a:lnTo>
                    <a:pt x="2854371" y="2099920"/>
                  </a:lnTo>
                  <a:lnTo>
                    <a:pt x="2854371" y="2102666"/>
                  </a:lnTo>
                  <a:lnTo>
                    <a:pt x="2859807" y="2102666"/>
                  </a:lnTo>
                  <a:lnTo>
                    <a:pt x="2859807" y="2110905"/>
                  </a:lnTo>
                  <a:lnTo>
                    <a:pt x="2865244" y="2110905"/>
                  </a:lnTo>
                  <a:lnTo>
                    <a:pt x="2870681" y="2110905"/>
                  </a:lnTo>
                  <a:lnTo>
                    <a:pt x="2876118" y="2110905"/>
                  </a:lnTo>
                  <a:lnTo>
                    <a:pt x="2876118" y="2116413"/>
                  </a:lnTo>
                  <a:lnTo>
                    <a:pt x="2881555" y="2116413"/>
                  </a:lnTo>
                  <a:lnTo>
                    <a:pt x="2881555" y="2119167"/>
                  </a:lnTo>
                  <a:lnTo>
                    <a:pt x="2892429" y="2119167"/>
                  </a:lnTo>
                  <a:lnTo>
                    <a:pt x="2892429" y="2124675"/>
                  </a:lnTo>
                  <a:lnTo>
                    <a:pt x="2903303" y="2124675"/>
                  </a:lnTo>
                  <a:lnTo>
                    <a:pt x="2903303" y="2127432"/>
                  </a:lnTo>
                  <a:lnTo>
                    <a:pt x="2908739" y="2127432"/>
                  </a:lnTo>
                  <a:lnTo>
                    <a:pt x="2908739" y="2132946"/>
                  </a:lnTo>
                  <a:lnTo>
                    <a:pt x="2914176" y="2132946"/>
                  </a:lnTo>
                  <a:lnTo>
                    <a:pt x="2914176" y="2141218"/>
                  </a:lnTo>
                  <a:lnTo>
                    <a:pt x="2919613" y="2141218"/>
                  </a:lnTo>
                  <a:lnTo>
                    <a:pt x="2919613" y="2143976"/>
                  </a:lnTo>
                  <a:lnTo>
                    <a:pt x="2925050" y="2143976"/>
                  </a:lnTo>
                  <a:lnTo>
                    <a:pt x="2925050" y="2149492"/>
                  </a:lnTo>
                  <a:lnTo>
                    <a:pt x="2930487" y="2149492"/>
                  </a:lnTo>
                  <a:lnTo>
                    <a:pt x="2930487" y="2152252"/>
                  </a:lnTo>
                  <a:lnTo>
                    <a:pt x="2946798" y="2152252"/>
                  </a:lnTo>
                  <a:lnTo>
                    <a:pt x="2952235" y="2152252"/>
                  </a:lnTo>
                  <a:lnTo>
                    <a:pt x="2952235" y="2155015"/>
                  </a:lnTo>
                  <a:lnTo>
                    <a:pt x="2957672" y="2155015"/>
                  </a:lnTo>
                  <a:lnTo>
                    <a:pt x="2963108" y="2155015"/>
                  </a:lnTo>
                  <a:lnTo>
                    <a:pt x="2963108" y="2157781"/>
                  </a:lnTo>
                  <a:lnTo>
                    <a:pt x="2968545" y="2157781"/>
                  </a:lnTo>
                  <a:lnTo>
                    <a:pt x="2968545" y="2160547"/>
                  </a:lnTo>
                  <a:lnTo>
                    <a:pt x="2979419" y="2160547"/>
                  </a:lnTo>
                  <a:lnTo>
                    <a:pt x="2979419" y="2166079"/>
                  </a:lnTo>
                  <a:lnTo>
                    <a:pt x="2995730" y="2166079"/>
                  </a:lnTo>
                  <a:lnTo>
                    <a:pt x="2995730" y="2168847"/>
                  </a:lnTo>
                  <a:lnTo>
                    <a:pt x="3006604" y="2168847"/>
                  </a:lnTo>
                  <a:lnTo>
                    <a:pt x="3012041" y="2168847"/>
                  </a:lnTo>
                  <a:lnTo>
                    <a:pt x="3012041" y="2171618"/>
                  </a:lnTo>
                  <a:lnTo>
                    <a:pt x="3017477" y="2171618"/>
                  </a:lnTo>
                  <a:lnTo>
                    <a:pt x="3017477" y="2174390"/>
                  </a:lnTo>
                  <a:lnTo>
                    <a:pt x="3044662" y="2174390"/>
                  </a:lnTo>
                  <a:lnTo>
                    <a:pt x="3044662" y="2177161"/>
                  </a:lnTo>
                  <a:lnTo>
                    <a:pt x="3055536" y="2177161"/>
                  </a:lnTo>
                  <a:lnTo>
                    <a:pt x="3055536" y="2179936"/>
                  </a:lnTo>
                  <a:lnTo>
                    <a:pt x="3066410" y="2179936"/>
                  </a:lnTo>
                  <a:lnTo>
                    <a:pt x="3066410" y="2182710"/>
                  </a:lnTo>
                  <a:lnTo>
                    <a:pt x="3071846" y="2182710"/>
                  </a:lnTo>
                  <a:lnTo>
                    <a:pt x="3109905" y="2182710"/>
                  </a:lnTo>
                  <a:lnTo>
                    <a:pt x="3109905" y="2185487"/>
                  </a:lnTo>
                  <a:lnTo>
                    <a:pt x="3115342" y="2185487"/>
                  </a:lnTo>
                  <a:lnTo>
                    <a:pt x="3115342" y="2193818"/>
                  </a:lnTo>
                  <a:lnTo>
                    <a:pt x="3131652" y="2193818"/>
                  </a:lnTo>
                  <a:lnTo>
                    <a:pt x="3131652" y="2199374"/>
                  </a:lnTo>
                  <a:lnTo>
                    <a:pt x="3137089" y="2199374"/>
                  </a:lnTo>
                  <a:lnTo>
                    <a:pt x="3137089" y="2202151"/>
                  </a:lnTo>
                  <a:lnTo>
                    <a:pt x="3142526" y="2202151"/>
                  </a:lnTo>
                  <a:lnTo>
                    <a:pt x="3142526" y="2207707"/>
                  </a:lnTo>
                  <a:lnTo>
                    <a:pt x="3153400" y="2207707"/>
                  </a:lnTo>
                  <a:lnTo>
                    <a:pt x="3153400" y="2213264"/>
                  </a:lnTo>
                  <a:lnTo>
                    <a:pt x="3158837" y="2213264"/>
                  </a:lnTo>
                  <a:lnTo>
                    <a:pt x="3164274" y="2213264"/>
                  </a:lnTo>
                  <a:lnTo>
                    <a:pt x="3164274" y="2216047"/>
                  </a:lnTo>
                  <a:lnTo>
                    <a:pt x="3175147" y="2216047"/>
                  </a:lnTo>
                  <a:lnTo>
                    <a:pt x="3180584" y="2216047"/>
                  </a:lnTo>
                  <a:lnTo>
                    <a:pt x="3186021" y="2216047"/>
                  </a:lnTo>
                  <a:lnTo>
                    <a:pt x="3186021" y="2218839"/>
                  </a:lnTo>
                  <a:lnTo>
                    <a:pt x="3191458" y="2218839"/>
                  </a:lnTo>
                  <a:lnTo>
                    <a:pt x="3191458" y="2221630"/>
                  </a:lnTo>
                  <a:lnTo>
                    <a:pt x="3196895" y="2221630"/>
                  </a:lnTo>
                  <a:lnTo>
                    <a:pt x="3196895" y="2224422"/>
                  </a:lnTo>
                  <a:lnTo>
                    <a:pt x="3202332" y="2224422"/>
                  </a:lnTo>
                  <a:lnTo>
                    <a:pt x="3202332" y="2235630"/>
                  </a:lnTo>
                  <a:lnTo>
                    <a:pt x="3207769" y="2235630"/>
                  </a:lnTo>
                  <a:lnTo>
                    <a:pt x="3207769" y="2241240"/>
                  </a:lnTo>
                  <a:lnTo>
                    <a:pt x="3218643" y="2241240"/>
                  </a:lnTo>
                  <a:lnTo>
                    <a:pt x="3218643" y="2244048"/>
                  </a:lnTo>
                  <a:lnTo>
                    <a:pt x="3224080" y="2244048"/>
                  </a:lnTo>
                  <a:lnTo>
                    <a:pt x="3229516" y="2244048"/>
                  </a:lnTo>
                  <a:lnTo>
                    <a:pt x="3229516" y="2249669"/>
                  </a:lnTo>
                  <a:lnTo>
                    <a:pt x="3234953" y="2249669"/>
                  </a:lnTo>
                  <a:lnTo>
                    <a:pt x="3240390" y="2249669"/>
                  </a:lnTo>
                  <a:lnTo>
                    <a:pt x="3240390" y="2252488"/>
                  </a:lnTo>
                  <a:lnTo>
                    <a:pt x="3245827" y="2252488"/>
                  </a:lnTo>
                  <a:lnTo>
                    <a:pt x="3251264" y="2252488"/>
                  </a:lnTo>
                  <a:lnTo>
                    <a:pt x="3251264" y="2255312"/>
                  </a:lnTo>
                  <a:lnTo>
                    <a:pt x="3256701" y="2255312"/>
                  </a:lnTo>
                  <a:lnTo>
                    <a:pt x="3256701" y="2258139"/>
                  </a:lnTo>
                  <a:lnTo>
                    <a:pt x="3262138" y="2258139"/>
                  </a:lnTo>
                  <a:lnTo>
                    <a:pt x="3262138" y="2260968"/>
                  </a:lnTo>
                  <a:lnTo>
                    <a:pt x="3267575" y="2260968"/>
                  </a:lnTo>
                  <a:lnTo>
                    <a:pt x="3278449" y="2260968"/>
                  </a:lnTo>
                  <a:lnTo>
                    <a:pt x="3278449" y="2263803"/>
                  </a:lnTo>
                  <a:lnTo>
                    <a:pt x="3283885" y="2263803"/>
                  </a:lnTo>
                  <a:lnTo>
                    <a:pt x="3283885" y="2266641"/>
                  </a:lnTo>
                  <a:lnTo>
                    <a:pt x="3289322" y="2266641"/>
                  </a:lnTo>
                  <a:lnTo>
                    <a:pt x="3289322" y="2272322"/>
                  </a:lnTo>
                  <a:lnTo>
                    <a:pt x="3294759" y="2272322"/>
                  </a:lnTo>
                  <a:lnTo>
                    <a:pt x="3300196" y="2272322"/>
                  </a:lnTo>
                  <a:lnTo>
                    <a:pt x="3300196" y="2275166"/>
                  </a:lnTo>
                  <a:lnTo>
                    <a:pt x="3305633" y="2275166"/>
                  </a:lnTo>
                  <a:lnTo>
                    <a:pt x="3305633" y="2278012"/>
                  </a:lnTo>
                  <a:lnTo>
                    <a:pt x="3311070" y="2278012"/>
                  </a:lnTo>
                  <a:lnTo>
                    <a:pt x="3311070" y="2280859"/>
                  </a:lnTo>
                  <a:lnTo>
                    <a:pt x="3316507" y="2280859"/>
                  </a:lnTo>
                  <a:lnTo>
                    <a:pt x="3321944" y="2280859"/>
                  </a:lnTo>
                  <a:lnTo>
                    <a:pt x="3321944" y="2283714"/>
                  </a:lnTo>
                  <a:lnTo>
                    <a:pt x="3327381" y="2283714"/>
                  </a:lnTo>
                  <a:lnTo>
                    <a:pt x="3327381" y="2289424"/>
                  </a:lnTo>
                  <a:lnTo>
                    <a:pt x="3332817" y="2289424"/>
                  </a:lnTo>
                  <a:lnTo>
                    <a:pt x="3332817" y="2292279"/>
                  </a:lnTo>
                  <a:lnTo>
                    <a:pt x="3338254" y="2292279"/>
                  </a:lnTo>
                  <a:lnTo>
                    <a:pt x="3349128" y="2292279"/>
                  </a:lnTo>
                  <a:lnTo>
                    <a:pt x="3349128" y="2295137"/>
                  </a:lnTo>
                  <a:lnTo>
                    <a:pt x="3354565" y="2295137"/>
                  </a:lnTo>
                  <a:lnTo>
                    <a:pt x="3365439" y="2295137"/>
                  </a:lnTo>
                  <a:lnTo>
                    <a:pt x="3365439" y="2300870"/>
                  </a:lnTo>
                  <a:lnTo>
                    <a:pt x="3370876" y="2300870"/>
                  </a:lnTo>
                  <a:lnTo>
                    <a:pt x="3370876" y="2306604"/>
                  </a:lnTo>
                  <a:lnTo>
                    <a:pt x="3376313" y="2306604"/>
                  </a:lnTo>
                  <a:lnTo>
                    <a:pt x="3381750" y="2306604"/>
                  </a:lnTo>
                  <a:lnTo>
                    <a:pt x="3381750" y="2312344"/>
                  </a:lnTo>
                  <a:lnTo>
                    <a:pt x="3387186" y="2312344"/>
                  </a:lnTo>
                  <a:lnTo>
                    <a:pt x="3392623" y="2312344"/>
                  </a:lnTo>
                  <a:lnTo>
                    <a:pt x="3398060" y="2312344"/>
                  </a:lnTo>
                  <a:lnTo>
                    <a:pt x="3398060" y="2315225"/>
                  </a:lnTo>
                  <a:lnTo>
                    <a:pt x="3403497" y="2315225"/>
                  </a:lnTo>
                  <a:lnTo>
                    <a:pt x="3414371" y="2315225"/>
                  </a:lnTo>
                  <a:lnTo>
                    <a:pt x="3414371" y="2320994"/>
                  </a:lnTo>
                  <a:lnTo>
                    <a:pt x="3419808" y="2320994"/>
                  </a:lnTo>
                  <a:lnTo>
                    <a:pt x="3425245" y="2320994"/>
                  </a:lnTo>
                  <a:lnTo>
                    <a:pt x="3430682" y="2320994"/>
                  </a:lnTo>
                  <a:lnTo>
                    <a:pt x="3436119" y="2320994"/>
                  </a:lnTo>
                  <a:lnTo>
                    <a:pt x="3436119" y="2323887"/>
                  </a:lnTo>
                  <a:lnTo>
                    <a:pt x="3441555" y="2323887"/>
                  </a:lnTo>
                  <a:lnTo>
                    <a:pt x="3441555" y="2326785"/>
                  </a:lnTo>
                  <a:lnTo>
                    <a:pt x="3452429" y="2326785"/>
                  </a:lnTo>
                  <a:lnTo>
                    <a:pt x="3452429" y="2329684"/>
                  </a:lnTo>
                  <a:lnTo>
                    <a:pt x="3457866" y="2329684"/>
                  </a:lnTo>
                  <a:lnTo>
                    <a:pt x="3463303" y="2329684"/>
                  </a:lnTo>
                  <a:lnTo>
                    <a:pt x="3463303" y="2335488"/>
                  </a:lnTo>
                  <a:lnTo>
                    <a:pt x="3474177" y="2335488"/>
                  </a:lnTo>
                  <a:lnTo>
                    <a:pt x="3474177" y="2338393"/>
                  </a:lnTo>
                  <a:lnTo>
                    <a:pt x="3479614" y="2338393"/>
                  </a:lnTo>
                  <a:lnTo>
                    <a:pt x="3479614" y="2344204"/>
                  </a:lnTo>
                  <a:lnTo>
                    <a:pt x="3490487" y="2344204"/>
                  </a:lnTo>
                  <a:lnTo>
                    <a:pt x="3490487" y="2347109"/>
                  </a:lnTo>
                  <a:lnTo>
                    <a:pt x="3501361" y="2347109"/>
                  </a:lnTo>
                  <a:lnTo>
                    <a:pt x="3501361" y="2350018"/>
                  </a:lnTo>
                  <a:lnTo>
                    <a:pt x="3506798" y="2350018"/>
                  </a:lnTo>
                  <a:lnTo>
                    <a:pt x="3506798" y="2352932"/>
                  </a:lnTo>
                  <a:lnTo>
                    <a:pt x="3517672" y="2352932"/>
                  </a:lnTo>
                  <a:lnTo>
                    <a:pt x="3517672" y="2355850"/>
                  </a:lnTo>
                  <a:lnTo>
                    <a:pt x="3523109" y="2355850"/>
                  </a:lnTo>
                  <a:lnTo>
                    <a:pt x="3528546" y="2355850"/>
                  </a:lnTo>
                  <a:lnTo>
                    <a:pt x="3533983" y="2355850"/>
                  </a:lnTo>
                  <a:lnTo>
                    <a:pt x="3533983" y="2361703"/>
                  </a:lnTo>
                  <a:lnTo>
                    <a:pt x="3539420" y="2361703"/>
                  </a:lnTo>
                  <a:lnTo>
                    <a:pt x="3539420" y="2364635"/>
                  </a:lnTo>
                  <a:lnTo>
                    <a:pt x="3544856" y="2364635"/>
                  </a:lnTo>
                  <a:lnTo>
                    <a:pt x="3544856" y="2370501"/>
                  </a:lnTo>
                  <a:lnTo>
                    <a:pt x="3555730" y="2370501"/>
                  </a:lnTo>
                  <a:lnTo>
                    <a:pt x="3561167" y="2370501"/>
                  </a:lnTo>
                  <a:lnTo>
                    <a:pt x="3561167" y="2376385"/>
                  </a:lnTo>
                  <a:lnTo>
                    <a:pt x="3572041" y="2376385"/>
                  </a:lnTo>
                  <a:lnTo>
                    <a:pt x="3577478" y="2376385"/>
                  </a:lnTo>
                  <a:lnTo>
                    <a:pt x="3582915" y="2376385"/>
                  </a:lnTo>
                  <a:lnTo>
                    <a:pt x="3582915" y="2379336"/>
                  </a:lnTo>
                  <a:lnTo>
                    <a:pt x="3588352" y="2379336"/>
                  </a:lnTo>
                  <a:lnTo>
                    <a:pt x="3593789" y="2379336"/>
                  </a:lnTo>
                  <a:lnTo>
                    <a:pt x="3604662" y="2379336"/>
                  </a:lnTo>
                  <a:lnTo>
                    <a:pt x="3610099" y="2379336"/>
                  </a:lnTo>
                  <a:lnTo>
                    <a:pt x="3610099" y="2382300"/>
                  </a:lnTo>
                  <a:lnTo>
                    <a:pt x="3615536" y="2382300"/>
                  </a:lnTo>
                  <a:lnTo>
                    <a:pt x="3615536" y="2385266"/>
                  </a:lnTo>
                  <a:lnTo>
                    <a:pt x="3620973" y="2385266"/>
                  </a:lnTo>
                  <a:lnTo>
                    <a:pt x="3631847" y="2385266"/>
                  </a:lnTo>
                  <a:lnTo>
                    <a:pt x="3631847" y="2388236"/>
                  </a:lnTo>
                  <a:lnTo>
                    <a:pt x="3637284" y="2388236"/>
                  </a:lnTo>
                  <a:lnTo>
                    <a:pt x="3637284" y="2391209"/>
                  </a:lnTo>
                  <a:lnTo>
                    <a:pt x="3653594" y="2391209"/>
                  </a:lnTo>
                  <a:lnTo>
                    <a:pt x="3653594" y="2394185"/>
                  </a:lnTo>
                  <a:lnTo>
                    <a:pt x="3664468" y="2394185"/>
                  </a:lnTo>
                  <a:lnTo>
                    <a:pt x="3664468" y="2397167"/>
                  </a:lnTo>
                  <a:lnTo>
                    <a:pt x="3669905" y="2397167"/>
                  </a:lnTo>
                  <a:lnTo>
                    <a:pt x="3669905" y="2400153"/>
                  </a:lnTo>
                  <a:lnTo>
                    <a:pt x="3675342" y="2400153"/>
                  </a:lnTo>
                  <a:lnTo>
                    <a:pt x="3675342" y="2403139"/>
                  </a:lnTo>
                  <a:lnTo>
                    <a:pt x="3680779" y="2403139"/>
                  </a:lnTo>
                  <a:lnTo>
                    <a:pt x="3697090" y="2403139"/>
                  </a:lnTo>
                  <a:lnTo>
                    <a:pt x="3697090" y="2406128"/>
                  </a:lnTo>
                  <a:lnTo>
                    <a:pt x="3707963" y="2406128"/>
                  </a:lnTo>
                  <a:lnTo>
                    <a:pt x="3707963" y="2415096"/>
                  </a:lnTo>
                  <a:lnTo>
                    <a:pt x="3713400" y="2415096"/>
                  </a:lnTo>
                  <a:lnTo>
                    <a:pt x="3713400" y="2418086"/>
                  </a:lnTo>
                  <a:lnTo>
                    <a:pt x="3724274" y="2418086"/>
                  </a:lnTo>
                  <a:lnTo>
                    <a:pt x="3729711" y="2418086"/>
                  </a:lnTo>
                  <a:lnTo>
                    <a:pt x="3740585" y="2418086"/>
                  </a:lnTo>
                  <a:lnTo>
                    <a:pt x="3746022" y="2418086"/>
                  </a:lnTo>
                  <a:lnTo>
                    <a:pt x="3767769" y="2418086"/>
                  </a:lnTo>
                  <a:lnTo>
                    <a:pt x="3767769" y="2424110"/>
                  </a:lnTo>
                  <a:lnTo>
                    <a:pt x="3773206" y="2424110"/>
                  </a:lnTo>
                  <a:lnTo>
                    <a:pt x="3773206" y="2427125"/>
                  </a:lnTo>
                  <a:lnTo>
                    <a:pt x="3794954" y="2427125"/>
                  </a:lnTo>
                  <a:lnTo>
                    <a:pt x="3800391" y="2427125"/>
                  </a:lnTo>
                  <a:lnTo>
                    <a:pt x="3800391" y="2430144"/>
                  </a:lnTo>
                  <a:lnTo>
                    <a:pt x="3805828" y="2430144"/>
                  </a:lnTo>
                  <a:lnTo>
                    <a:pt x="3811264" y="2430144"/>
                  </a:lnTo>
                  <a:lnTo>
                    <a:pt x="3811264" y="2436201"/>
                  </a:lnTo>
                  <a:lnTo>
                    <a:pt x="3816701" y="2436201"/>
                  </a:lnTo>
                  <a:lnTo>
                    <a:pt x="3816701" y="2439233"/>
                  </a:lnTo>
                  <a:lnTo>
                    <a:pt x="3822138" y="2439233"/>
                  </a:lnTo>
                  <a:lnTo>
                    <a:pt x="3822138" y="2442269"/>
                  </a:lnTo>
                  <a:lnTo>
                    <a:pt x="3833012" y="2442269"/>
                  </a:lnTo>
                  <a:lnTo>
                    <a:pt x="3843886" y="2442269"/>
                  </a:lnTo>
                  <a:lnTo>
                    <a:pt x="3843886" y="2445314"/>
                  </a:lnTo>
                  <a:lnTo>
                    <a:pt x="3854760" y="2445314"/>
                  </a:lnTo>
                  <a:lnTo>
                    <a:pt x="3854760" y="2448366"/>
                  </a:lnTo>
                  <a:lnTo>
                    <a:pt x="3860197" y="2448366"/>
                  </a:lnTo>
                  <a:lnTo>
                    <a:pt x="3860197" y="2454477"/>
                  </a:lnTo>
                  <a:lnTo>
                    <a:pt x="3865633" y="2454477"/>
                  </a:lnTo>
                  <a:lnTo>
                    <a:pt x="3865633" y="2460596"/>
                  </a:lnTo>
                  <a:lnTo>
                    <a:pt x="3881944" y="2460596"/>
                  </a:lnTo>
                  <a:lnTo>
                    <a:pt x="3881944" y="2469785"/>
                  </a:lnTo>
                  <a:lnTo>
                    <a:pt x="3925439" y="2469785"/>
                  </a:lnTo>
                  <a:lnTo>
                    <a:pt x="3941750" y="2469785"/>
                  </a:lnTo>
                  <a:lnTo>
                    <a:pt x="3941750" y="2472852"/>
                  </a:lnTo>
                  <a:lnTo>
                    <a:pt x="3958061" y="2472852"/>
                  </a:lnTo>
                  <a:lnTo>
                    <a:pt x="3974371" y="2472852"/>
                  </a:lnTo>
                  <a:lnTo>
                    <a:pt x="3974371" y="2475926"/>
                  </a:lnTo>
                  <a:lnTo>
                    <a:pt x="3979808" y="2475926"/>
                  </a:lnTo>
                  <a:lnTo>
                    <a:pt x="3979808" y="2479003"/>
                  </a:lnTo>
                  <a:lnTo>
                    <a:pt x="3985245" y="2479003"/>
                  </a:lnTo>
                  <a:lnTo>
                    <a:pt x="3985245" y="2485158"/>
                  </a:lnTo>
                  <a:lnTo>
                    <a:pt x="3990682" y="2485158"/>
                  </a:lnTo>
                  <a:lnTo>
                    <a:pt x="3990682" y="2491314"/>
                  </a:lnTo>
                  <a:lnTo>
                    <a:pt x="3996119" y="2491314"/>
                  </a:lnTo>
                  <a:lnTo>
                    <a:pt x="3996119" y="2494400"/>
                  </a:lnTo>
                  <a:lnTo>
                    <a:pt x="4006993" y="2494400"/>
                  </a:lnTo>
                  <a:lnTo>
                    <a:pt x="4012430" y="2494400"/>
                  </a:lnTo>
                  <a:lnTo>
                    <a:pt x="4012430" y="2497488"/>
                  </a:lnTo>
                  <a:lnTo>
                    <a:pt x="4017867" y="2497488"/>
                  </a:lnTo>
                  <a:lnTo>
                    <a:pt x="4028740" y="2497488"/>
                  </a:lnTo>
                  <a:lnTo>
                    <a:pt x="4028740" y="2503680"/>
                  </a:lnTo>
                  <a:lnTo>
                    <a:pt x="4034177" y="2503680"/>
                  </a:lnTo>
                  <a:lnTo>
                    <a:pt x="4039614" y="2503680"/>
                  </a:lnTo>
                  <a:lnTo>
                    <a:pt x="4050488" y="2503680"/>
                  </a:lnTo>
                  <a:lnTo>
                    <a:pt x="4050488" y="2506783"/>
                  </a:lnTo>
                  <a:lnTo>
                    <a:pt x="4055925" y="2506783"/>
                  </a:lnTo>
                  <a:lnTo>
                    <a:pt x="4055925" y="2509886"/>
                  </a:lnTo>
                  <a:lnTo>
                    <a:pt x="4066799" y="2509886"/>
                  </a:lnTo>
                  <a:lnTo>
                    <a:pt x="4066799" y="2512993"/>
                  </a:lnTo>
                  <a:lnTo>
                    <a:pt x="4072235" y="2512993"/>
                  </a:lnTo>
                  <a:lnTo>
                    <a:pt x="4077672" y="2512993"/>
                  </a:lnTo>
                  <a:lnTo>
                    <a:pt x="4077672" y="2516107"/>
                  </a:lnTo>
                  <a:lnTo>
                    <a:pt x="4088546" y="2516107"/>
                  </a:lnTo>
                  <a:lnTo>
                    <a:pt x="4088546" y="2519224"/>
                  </a:lnTo>
                  <a:lnTo>
                    <a:pt x="4093983" y="2519224"/>
                  </a:lnTo>
                  <a:lnTo>
                    <a:pt x="4099420" y="2519224"/>
                  </a:lnTo>
                  <a:lnTo>
                    <a:pt x="4104857" y="2519224"/>
                  </a:lnTo>
                  <a:lnTo>
                    <a:pt x="4104857" y="2522349"/>
                  </a:lnTo>
                  <a:lnTo>
                    <a:pt x="4110294" y="2522349"/>
                  </a:lnTo>
                  <a:lnTo>
                    <a:pt x="4110294" y="2525478"/>
                  </a:lnTo>
                  <a:lnTo>
                    <a:pt x="4121168" y="2525478"/>
                  </a:lnTo>
                  <a:lnTo>
                    <a:pt x="4121168" y="2528607"/>
                  </a:lnTo>
                  <a:lnTo>
                    <a:pt x="4132041" y="2528607"/>
                  </a:lnTo>
                  <a:lnTo>
                    <a:pt x="4132041" y="2534865"/>
                  </a:lnTo>
                  <a:lnTo>
                    <a:pt x="4137478" y="2534865"/>
                  </a:lnTo>
                  <a:lnTo>
                    <a:pt x="4137478" y="2537994"/>
                  </a:lnTo>
                  <a:lnTo>
                    <a:pt x="4142915" y="2537994"/>
                  </a:lnTo>
                  <a:lnTo>
                    <a:pt x="4148352" y="2537994"/>
                  </a:lnTo>
                  <a:lnTo>
                    <a:pt x="4148352" y="2541128"/>
                  </a:lnTo>
                  <a:lnTo>
                    <a:pt x="4153789" y="2541128"/>
                  </a:lnTo>
                  <a:lnTo>
                    <a:pt x="4153789" y="2544268"/>
                  </a:lnTo>
                  <a:lnTo>
                    <a:pt x="4175537" y="2544268"/>
                  </a:lnTo>
                  <a:lnTo>
                    <a:pt x="4180973" y="2544268"/>
                  </a:lnTo>
                  <a:lnTo>
                    <a:pt x="4180973" y="2547413"/>
                  </a:lnTo>
                  <a:lnTo>
                    <a:pt x="4186410" y="2547413"/>
                  </a:lnTo>
                  <a:lnTo>
                    <a:pt x="4191847" y="2547413"/>
                  </a:lnTo>
                  <a:lnTo>
                    <a:pt x="4191847" y="2553709"/>
                  </a:lnTo>
                  <a:lnTo>
                    <a:pt x="4197284" y="2553709"/>
                  </a:lnTo>
                  <a:lnTo>
                    <a:pt x="4197284" y="2556858"/>
                  </a:lnTo>
                  <a:lnTo>
                    <a:pt x="4202721" y="2556858"/>
                  </a:lnTo>
                  <a:lnTo>
                    <a:pt x="4202721" y="2560007"/>
                  </a:lnTo>
                  <a:lnTo>
                    <a:pt x="4208158" y="2560007"/>
                  </a:lnTo>
                  <a:lnTo>
                    <a:pt x="4208158" y="2563156"/>
                  </a:lnTo>
                  <a:lnTo>
                    <a:pt x="4219032" y="2563156"/>
                  </a:lnTo>
                  <a:lnTo>
                    <a:pt x="4219032" y="2566309"/>
                  </a:lnTo>
                  <a:lnTo>
                    <a:pt x="4224469" y="2566309"/>
                  </a:lnTo>
                  <a:lnTo>
                    <a:pt x="4229906" y="2566309"/>
                  </a:lnTo>
                  <a:lnTo>
                    <a:pt x="4229906" y="2569466"/>
                  </a:lnTo>
                  <a:lnTo>
                    <a:pt x="4240779" y="2569466"/>
                  </a:lnTo>
                  <a:lnTo>
                    <a:pt x="4257090" y="2569466"/>
                  </a:lnTo>
                  <a:lnTo>
                    <a:pt x="4262527" y="2569466"/>
                  </a:lnTo>
                  <a:lnTo>
                    <a:pt x="4267964" y="2569466"/>
                  </a:lnTo>
                  <a:lnTo>
                    <a:pt x="4267964" y="2572645"/>
                  </a:lnTo>
                  <a:lnTo>
                    <a:pt x="4284274" y="2572645"/>
                  </a:lnTo>
                  <a:lnTo>
                    <a:pt x="4284274" y="2575824"/>
                  </a:lnTo>
                  <a:lnTo>
                    <a:pt x="4289711" y="2575824"/>
                  </a:lnTo>
                  <a:lnTo>
                    <a:pt x="4289711" y="2579004"/>
                  </a:lnTo>
                  <a:lnTo>
                    <a:pt x="4295148" y="2579004"/>
                  </a:lnTo>
                  <a:lnTo>
                    <a:pt x="4295148" y="2585363"/>
                  </a:lnTo>
                  <a:lnTo>
                    <a:pt x="4300585" y="2585363"/>
                  </a:lnTo>
                  <a:lnTo>
                    <a:pt x="4306022" y="2585363"/>
                  </a:lnTo>
                  <a:lnTo>
                    <a:pt x="4306022" y="2591739"/>
                  </a:lnTo>
                  <a:lnTo>
                    <a:pt x="4316896" y="2591739"/>
                  </a:lnTo>
                  <a:lnTo>
                    <a:pt x="4316896" y="2598115"/>
                  </a:lnTo>
                  <a:lnTo>
                    <a:pt x="4322333" y="2598115"/>
                  </a:lnTo>
                  <a:lnTo>
                    <a:pt x="4322333" y="2601308"/>
                  </a:lnTo>
                  <a:lnTo>
                    <a:pt x="4327770" y="2601308"/>
                  </a:lnTo>
                  <a:lnTo>
                    <a:pt x="4327770" y="2604504"/>
                  </a:lnTo>
                  <a:lnTo>
                    <a:pt x="4333207" y="2604504"/>
                  </a:lnTo>
                  <a:lnTo>
                    <a:pt x="4333207" y="2607701"/>
                  </a:lnTo>
                  <a:lnTo>
                    <a:pt x="4338643" y="2607701"/>
                  </a:lnTo>
                  <a:lnTo>
                    <a:pt x="4344080" y="2607701"/>
                  </a:lnTo>
                  <a:lnTo>
                    <a:pt x="4349517" y="2607701"/>
                  </a:lnTo>
                  <a:lnTo>
                    <a:pt x="4354954" y="2607701"/>
                  </a:lnTo>
                  <a:lnTo>
                    <a:pt x="4360391" y="2607701"/>
                  </a:lnTo>
                  <a:lnTo>
                    <a:pt x="4360391" y="2610920"/>
                  </a:lnTo>
                  <a:lnTo>
                    <a:pt x="4365828" y="2610920"/>
                  </a:lnTo>
                  <a:lnTo>
                    <a:pt x="4365828" y="2614140"/>
                  </a:lnTo>
                  <a:lnTo>
                    <a:pt x="4371265" y="2614140"/>
                  </a:lnTo>
                  <a:lnTo>
                    <a:pt x="4371265" y="2617364"/>
                  </a:lnTo>
                  <a:lnTo>
                    <a:pt x="4376702" y="2617364"/>
                  </a:lnTo>
                  <a:lnTo>
                    <a:pt x="4376702" y="2620597"/>
                  </a:lnTo>
                  <a:lnTo>
                    <a:pt x="4382139" y="2620597"/>
                  </a:lnTo>
                  <a:lnTo>
                    <a:pt x="4382139" y="2623837"/>
                  </a:lnTo>
                  <a:lnTo>
                    <a:pt x="4387576" y="2623837"/>
                  </a:lnTo>
                  <a:lnTo>
                    <a:pt x="4387576" y="2627081"/>
                  </a:lnTo>
                  <a:lnTo>
                    <a:pt x="4393012" y="2627081"/>
                  </a:lnTo>
                  <a:lnTo>
                    <a:pt x="4403886" y="2627081"/>
                  </a:lnTo>
                  <a:lnTo>
                    <a:pt x="4403886" y="2630333"/>
                  </a:lnTo>
                  <a:lnTo>
                    <a:pt x="4425634" y="2630333"/>
                  </a:lnTo>
                  <a:lnTo>
                    <a:pt x="4425634" y="2633586"/>
                  </a:lnTo>
                  <a:lnTo>
                    <a:pt x="4436508" y="2633586"/>
                  </a:lnTo>
                  <a:lnTo>
                    <a:pt x="4436508" y="2643345"/>
                  </a:lnTo>
                  <a:lnTo>
                    <a:pt x="4447381" y="2643345"/>
                  </a:lnTo>
                  <a:lnTo>
                    <a:pt x="4452818" y="2643345"/>
                  </a:lnTo>
                  <a:lnTo>
                    <a:pt x="4469129" y="2643345"/>
                  </a:lnTo>
                  <a:lnTo>
                    <a:pt x="4469129" y="2646611"/>
                  </a:lnTo>
                  <a:lnTo>
                    <a:pt x="4474566" y="2646611"/>
                  </a:lnTo>
                  <a:lnTo>
                    <a:pt x="4474566" y="2649877"/>
                  </a:lnTo>
                  <a:lnTo>
                    <a:pt x="4480003" y="2649877"/>
                  </a:lnTo>
                  <a:lnTo>
                    <a:pt x="4480003" y="2653143"/>
                  </a:lnTo>
                  <a:lnTo>
                    <a:pt x="4485440" y="2653143"/>
                  </a:lnTo>
                  <a:lnTo>
                    <a:pt x="4485440" y="2659676"/>
                  </a:lnTo>
                  <a:lnTo>
                    <a:pt x="4490877" y="2659676"/>
                  </a:lnTo>
                  <a:lnTo>
                    <a:pt x="4490877" y="2662947"/>
                  </a:lnTo>
                  <a:lnTo>
                    <a:pt x="4496313" y="2662947"/>
                  </a:lnTo>
                  <a:lnTo>
                    <a:pt x="4496313" y="2669506"/>
                  </a:lnTo>
                  <a:lnTo>
                    <a:pt x="4507187" y="2669506"/>
                  </a:lnTo>
                  <a:lnTo>
                    <a:pt x="4507187" y="2672790"/>
                  </a:lnTo>
                  <a:lnTo>
                    <a:pt x="4518061" y="2672790"/>
                  </a:lnTo>
                  <a:lnTo>
                    <a:pt x="4518061" y="2676074"/>
                  </a:lnTo>
                  <a:lnTo>
                    <a:pt x="4534372" y="2676074"/>
                  </a:lnTo>
                  <a:lnTo>
                    <a:pt x="4539809" y="2676074"/>
                  </a:lnTo>
                  <a:lnTo>
                    <a:pt x="4539809" y="2679363"/>
                  </a:lnTo>
                  <a:lnTo>
                    <a:pt x="4545246" y="2679363"/>
                  </a:lnTo>
                  <a:lnTo>
                    <a:pt x="4545246" y="2685941"/>
                  </a:lnTo>
                  <a:lnTo>
                    <a:pt x="4550682" y="2685941"/>
                  </a:lnTo>
                  <a:lnTo>
                    <a:pt x="4550682" y="2689230"/>
                  </a:lnTo>
                  <a:lnTo>
                    <a:pt x="4556119" y="2689230"/>
                  </a:lnTo>
                  <a:lnTo>
                    <a:pt x="4556119" y="2695810"/>
                  </a:lnTo>
                  <a:lnTo>
                    <a:pt x="4561556" y="2695810"/>
                  </a:lnTo>
                  <a:lnTo>
                    <a:pt x="4561556" y="2699100"/>
                  </a:lnTo>
                  <a:lnTo>
                    <a:pt x="4566993" y="2699100"/>
                  </a:lnTo>
                  <a:lnTo>
                    <a:pt x="4566993" y="2702390"/>
                  </a:lnTo>
                  <a:lnTo>
                    <a:pt x="4577867" y="2702390"/>
                  </a:lnTo>
                  <a:lnTo>
                    <a:pt x="4577867" y="2705689"/>
                  </a:lnTo>
                  <a:lnTo>
                    <a:pt x="4583304" y="2705689"/>
                  </a:lnTo>
                  <a:lnTo>
                    <a:pt x="4588741" y="2705689"/>
                  </a:lnTo>
                  <a:lnTo>
                    <a:pt x="4594178" y="2705689"/>
                  </a:lnTo>
                  <a:lnTo>
                    <a:pt x="4605051" y="2705689"/>
                  </a:lnTo>
                  <a:lnTo>
                    <a:pt x="4615925" y="2705689"/>
                  </a:lnTo>
                  <a:lnTo>
                    <a:pt x="4615925" y="2709014"/>
                  </a:lnTo>
                  <a:lnTo>
                    <a:pt x="4632236" y="2709014"/>
                  </a:lnTo>
                  <a:lnTo>
                    <a:pt x="4632236" y="2712338"/>
                  </a:lnTo>
                  <a:lnTo>
                    <a:pt x="4643110" y="2712338"/>
                  </a:lnTo>
                  <a:lnTo>
                    <a:pt x="4643110" y="2715664"/>
                  </a:lnTo>
                  <a:lnTo>
                    <a:pt x="4653983" y="2715664"/>
                  </a:lnTo>
                  <a:lnTo>
                    <a:pt x="4653983" y="2718993"/>
                  </a:lnTo>
                  <a:lnTo>
                    <a:pt x="4664857" y="2718993"/>
                  </a:lnTo>
                  <a:lnTo>
                    <a:pt x="4664857" y="2722327"/>
                  </a:lnTo>
                  <a:lnTo>
                    <a:pt x="4670294" y="2722327"/>
                  </a:lnTo>
                  <a:lnTo>
                    <a:pt x="4675731" y="2722327"/>
                  </a:lnTo>
                  <a:lnTo>
                    <a:pt x="4692042" y="2722327"/>
                  </a:lnTo>
                  <a:lnTo>
                    <a:pt x="4692042" y="2725675"/>
                  </a:lnTo>
                  <a:lnTo>
                    <a:pt x="4708352" y="2725675"/>
                  </a:lnTo>
                  <a:lnTo>
                    <a:pt x="4708352" y="2729023"/>
                  </a:lnTo>
                  <a:lnTo>
                    <a:pt x="4735537" y="2729023"/>
                  </a:lnTo>
                  <a:lnTo>
                    <a:pt x="4735537" y="2732371"/>
                  </a:lnTo>
                  <a:lnTo>
                    <a:pt x="4740974" y="2732371"/>
                  </a:lnTo>
                  <a:lnTo>
                    <a:pt x="4740974" y="2735719"/>
                  </a:lnTo>
                  <a:lnTo>
                    <a:pt x="4746411" y="2735719"/>
                  </a:lnTo>
                  <a:lnTo>
                    <a:pt x="4746411" y="2742416"/>
                  </a:lnTo>
                  <a:lnTo>
                    <a:pt x="4751848" y="2742416"/>
                  </a:lnTo>
                  <a:lnTo>
                    <a:pt x="4751848" y="2745770"/>
                  </a:lnTo>
                  <a:lnTo>
                    <a:pt x="4773595" y="2745770"/>
                  </a:lnTo>
                  <a:lnTo>
                    <a:pt x="4773595" y="2749124"/>
                  </a:lnTo>
                  <a:lnTo>
                    <a:pt x="4784469" y="2749124"/>
                  </a:lnTo>
                  <a:lnTo>
                    <a:pt x="4789906" y="2749124"/>
                  </a:lnTo>
                  <a:lnTo>
                    <a:pt x="4795343" y="2749124"/>
                  </a:lnTo>
                  <a:lnTo>
                    <a:pt x="4795343" y="2752487"/>
                  </a:lnTo>
                  <a:lnTo>
                    <a:pt x="4800780" y="2752487"/>
                  </a:lnTo>
                  <a:lnTo>
                    <a:pt x="4811654" y="2752487"/>
                  </a:lnTo>
                  <a:lnTo>
                    <a:pt x="4811654" y="2755854"/>
                  </a:lnTo>
                  <a:lnTo>
                    <a:pt x="4838838" y="2755854"/>
                  </a:lnTo>
                  <a:lnTo>
                    <a:pt x="4849712" y="2755854"/>
                  </a:lnTo>
                  <a:lnTo>
                    <a:pt x="4866022" y="2755854"/>
                  </a:lnTo>
                  <a:lnTo>
                    <a:pt x="4871459" y="2755854"/>
                  </a:lnTo>
                  <a:lnTo>
                    <a:pt x="4904081" y="2755854"/>
                  </a:lnTo>
                  <a:lnTo>
                    <a:pt x="4904081" y="2759249"/>
                  </a:lnTo>
                  <a:lnTo>
                    <a:pt x="4909518" y="2759249"/>
                  </a:lnTo>
                  <a:lnTo>
                    <a:pt x="4909518" y="2762649"/>
                  </a:lnTo>
                  <a:lnTo>
                    <a:pt x="4914955" y="2762649"/>
                  </a:lnTo>
                  <a:lnTo>
                    <a:pt x="4920391" y="2762649"/>
                  </a:lnTo>
                  <a:lnTo>
                    <a:pt x="4920391" y="2769485"/>
                  </a:lnTo>
                  <a:lnTo>
                    <a:pt x="4931265" y="2769485"/>
                  </a:lnTo>
                  <a:lnTo>
                    <a:pt x="4936702" y="2769485"/>
                  </a:lnTo>
                  <a:lnTo>
                    <a:pt x="4936702" y="2772909"/>
                  </a:lnTo>
                  <a:lnTo>
                    <a:pt x="4947576" y="2772909"/>
                  </a:lnTo>
                  <a:lnTo>
                    <a:pt x="4969324" y="2772909"/>
                  </a:lnTo>
                  <a:lnTo>
                    <a:pt x="4969324" y="2783222"/>
                  </a:lnTo>
                  <a:lnTo>
                    <a:pt x="4980197" y="2783222"/>
                  </a:lnTo>
                  <a:lnTo>
                    <a:pt x="4980197" y="2786666"/>
                  </a:lnTo>
                  <a:lnTo>
                    <a:pt x="4991071" y="2786666"/>
                  </a:lnTo>
                  <a:lnTo>
                    <a:pt x="4991071" y="2790119"/>
                  </a:lnTo>
                  <a:lnTo>
                    <a:pt x="5007382" y="2790119"/>
                  </a:lnTo>
                  <a:lnTo>
                    <a:pt x="5012819" y="2790119"/>
                  </a:lnTo>
                  <a:lnTo>
                    <a:pt x="5023693" y="2790119"/>
                  </a:lnTo>
                  <a:lnTo>
                    <a:pt x="5029129" y="2790119"/>
                  </a:lnTo>
                  <a:lnTo>
                    <a:pt x="5034566" y="2790119"/>
                  </a:lnTo>
                  <a:lnTo>
                    <a:pt x="5034566" y="2797083"/>
                  </a:lnTo>
                  <a:lnTo>
                    <a:pt x="5040003" y="2797083"/>
                  </a:lnTo>
                  <a:lnTo>
                    <a:pt x="5040003" y="2800565"/>
                  </a:lnTo>
                  <a:lnTo>
                    <a:pt x="5056314" y="2800565"/>
                  </a:lnTo>
                  <a:lnTo>
                    <a:pt x="5061751" y="2800565"/>
                  </a:lnTo>
                  <a:lnTo>
                    <a:pt x="5072625" y="2800565"/>
                  </a:lnTo>
                  <a:lnTo>
                    <a:pt x="5072625" y="2804058"/>
                  </a:lnTo>
                  <a:lnTo>
                    <a:pt x="5094372" y="2804058"/>
                  </a:lnTo>
                  <a:lnTo>
                    <a:pt x="5099809" y="2804058"/>
                  </a:lnTo>
                  <a:lnTo>
                    <a:pt x="5121557" y="2804058"/>
                  </a:lnTo>
                  <a:lnTo>
                    <a:pt x="5121557" y="2814582"/>
                  </a:lnTo>
                  <a:lnTo>
                    <a:pt x="5137867" y="2814582"/>
                  </a:lnTo>
                  <a:lnTo>
                    <a:pt x="5159615" y="2814582"/>
                  </a:lnTo>
                  <a:lnTo>
                    <a:pt x="5159615" y="2821609"/>
                  </a:lnTo>
                  <a:lnTo>
                    <a:pt x="5165052" y="2821609"/>
                  </a:lnTo>
                  <a:lnTo>
                    <a:pt x="5165052" y="2825124"/>
                  </a:lnTo>
                  <a:lnTo>
                    <a:pt x="5175926" y="2825124"/>
                  </a:lnTo>
                  <a:lnTo>
                    <a:pt x="5175926" y="2828638"/>
                  </a:lnTo>
                  <a:lnTo>
                    <a:pt x="5181363" y="2828638"/>
                  </a:lnTo>
                  <a:lnTo>
                    <a:pt x="5192236" y="2828638"/>
                  </a:lnTo>
                  <a:lnTo>
                    <a:pt x="5192236" y="2835679"/>
                  </a:lnTo>
                  <a:lnTo>
                    <a:pt x="5197673" y="2835679"/>
                  </a:lnTo>
                  <a:lnTo>
                    <a:pt x="5208547" y="2835679"/>
                  </a:lnTo>
                  <a:lnTo>
                    <a:pt x="5213984" y="2835679"/>
                  </a:lnTo>
                  <a:lnTo>
                    <a:pt x="5213984" y="2842750"/>
                  </a:lnTo>
                  <a:lnTo>
                    <a:pt x="5219421" y="2842750"/>
                  </a:lnTo>
                  <a:lnTo>
                    <a:pt x="5230295" y="2842750"/>
                  </a:lnTo>
                  <a:lnTo>
                    <a:pt x="5230295" y="2849844"/>
                  </a:lnTo>
                  <a:lnTo>
                    <a:pt x="5235731" y="2849844"/>
                  </a:lnTo>
                  <a:lnTo>
                    <a:pt x="5235731" y="2853391"/>
                  </a:lnTo>
                  <a:lnTo>
                    <a:pt x="5241168" y="2853391"/>
                  </a:lnTo>
                  <a:lnTo>
                    <a:pt x="5246605" y="2853391"/>
                  </a:lnTo>
                  <a:lnTo>
                    <a:pt x="5246605" y="2856944"/>
                  </a:lnTo>
                  <a:lnTo>
                    <a:pt x="5262916" y="2856944"/>
                  </a:lnTo>
                  <a:lnTo>
                    <a:pt x="5262916" y="2860497"/>
                  </a:lnTo>
                  <a:lnTo>
                    <a:pt x="5268353" y="2860497"/>
                  </a:lnTo>
                  <a:lnTo>
                    <a:pt x="5268353" y="2867614"/>
                  </a:lnTo>
                  <a:lnTo>
                    <a:pt x="5273790" y="2867614"/>
                  </a:lnTo>
                  <a:lnTo>
                    <a:pt x="5284664" y="2867614"/>
                  </a:lnTo>
                  <a:lnTo>
                    <a:pt x="5311848" y="2867614"/>
                  </a:lnTo>
                  <a:lnTo>
                    <a:pt x="5311848" y="2871189"/>
                  </a:lnTo>
                  <a:lnTo>
                    <a:pt x="5333596" y="2871189"/>
                  </a:lnTo>
                  <a:lnTo>
                    <a:pt x="5333596" y="2874765"/>
                  </a:lnTo>
                  <a:lnTo>
                    <a:pt x="5344469" y="2874765"/>
                  </a:lnTo>
                  <a:lnTo>
                    <a:pt x="5360780" y="2874765"/>
                  </a:lnTo>
                  <a:lnTo>
                    <a:pt x="5360780" y="2878346"/>
                  </a:lnTo>
                  <a:lnTo>
                    <a:pt x="5366217" y="2878346"/>
                  </a:lnTo>
                  <a:lnTo>
                    <a:pt x="5377091" y="2878346"/>
                  </a:lnTo>
                  <a:lnTo>
                    <a:pt x="5377091" y="2881932"/>
                  </a:lnTo>
                  <a:lnTo>
                    <a:pt x="5404275" y="2881932"/>
                  </a:lnTo>
                  <a:lnTo>
                    <a:pt x="5404275" y="2885519"/>
                  </a:lnTo>
                  <a:lnTo>
                    <a:pt x="5409712" y="2885519"/>
                  </a:lnTo>
                  <a:lnTo>
                    <a:pt x="5409712" y="2889112"/>
                  </a:lnTo>
                  <a:lnTo>
                    <a:pt x="5420586" y="2889112"/>
                  </a:lnTo>
                  <a:lnTo>
                    <a:pt x="5420586" y="2892710"/>
                  </a:lnTo>
                  <a:lnTo>
                    <a:pt x="5431460" y="2892710"/>
                  </a:lnTo>
                  <a:lnTo>
                    <a:pt x="5431460" y="2896309"/>
                  </a:lnTo>
                  <a:lnTo>
                    <a:pt x="5442334" y="2896309"/>
                  </a:lnTo>
                  <a:lnTo>
                    <a:pt x="5442334" y="2899908"/>
                  </a:lnTo>
                  <a:lnTo>
                    <a:pt x="5464081" y="2899908"/>
                  </a:lnTo>
                  <a:lnTo>
                    <a:pt x="5464081" y="2903513"/>
                  </a:lnTo>
                  <a:lnTo>
                    <a:pt x="5480392" y="2903513"/>
                  </a:lnTo>
                  <a:lnTo>
                    <a:pt x="5480392" y="2910734"/>
                  </a:lnTo>
                  <a:lnTo>
                    <a:pt x="5491266" y="2910734"/>
                  </a:lnTo>
                  <a:lnTo>
                    <a:pt x="5491266" y="2914346"/>
                  </a:lnTo>
                  <a:lnTo>
                    <a:pt x="5496703" y="2914346"/>
                  </a:lnTo>
                  <a:lnTo>
                    <a:pt x="5502139" y="2914346"/>
                  </a:lnTo>
                  <a:lnTo>
                    <a:pt x="5507576" y="2914346"/>
                  </a:lnTo>
                  <a:lnTo>
                    <a:pt x="5507576" y="2917968"/>
                  </a:lnTo>
                  <a:lnTo>
                    <a:pt x="5518450" y="2917968"/>
                  </a:lnTo>
                  <a:lnTo>
                    <a:pt x="5545635" y="2917968"/>
                  </a:lnTo>
                  <a:lnTo>
                    <a:pt x="5551072" y="2917968"/>
                  </a:lnTo>
                  <a:lnTo>
                    <a:pt x="5551072" y="2921602"/>
                  </a:lnTo>
                  <a:lnTo>
                    <a:pt x="5556508" y="2921602"/>
                  </a:lnTo>
                  <a:lnTo>
                    <a:pt x="5556508" y="2932507"/>
                  </a:lnTo>
                  <a:lnTo>
                    <a:pt x="5561945" y="2932507"/>
                  </a:lnTo>
                  <a:lnTo>
                    <a:pt x="5578256" y="2932507"/>
                  </a:lnTo>
                  <a:lnTo>
                    <a:pt x="5578256" y="2936148"/>
                  </a:lnTo>
                  <a:lnTo>
                    <a:pt x="5583693" y="2936148"/>
                  </a:lnTo>
                  <a:lnTo>
                    <a:pt x="5583693" y="2939789"/>
                  </a:lnTo>
                  <a:lnTo>
                    <a:pt x="5589130" y="2939789"/>
                  </a:lnTo>
                  <a:lnTo>
                    <a:pt x="5594567" y="2939789"/>
                  </a:lnTo>
                  <a:lnTo>
                    <a:pt x="5605440" y="2939789"/>
                  </a:lnTo>
                  <a:lnTo>
                    <a:pt x="5627188" y="2939789"/>
                  </a:lnTo>
                  <a:lnTo>
                    <a:pt x="5632625" y="2939789"/>
                  </a:lnTo>
                  <a:lnTo>
                    <a:pt x="5632625" y="2947130"/>
                  </a:lnTo>
                  <a:lnTo>
                    <a:pt x="5648936" y="2947130"/>
                  </a:lnTo>
                  <a:lnTo>
                    <a:pt x="5648936" y="2954472"/>
                  </a:lnTo>
                  <a:lnTo>
                    <a:pt x="5670683" y="2954472"/>
                  </a:lnTo>
                  <a:lnTo>
                    <a:pt x="5692431" y="2954472"/>
                  </a:lnTo>
                  <a:lnTo>
                    <a:pt x="5703305" y="2954472"/>
                  </a:lnTo>
                  <a:lnTo>
                    <a:pt x="5714178" y="2954472"/>
                  </a:lnTo>
                  <a:lnTo>
                    <a:pt x="5714178" y="2961874"/>
                  </a:lnTo>
                  <a:lnTo>
                    <a:pt x="5719615" y="2961874"/>
                  </a:lnTo>
                  <a:lnTo>
                    <a:pt x="5725052" y="2961874"/>
                  </a:lnTo>
                  <a:lnTo>
                    <a:pt x="5725052" y="2965581"/>
                  </a:lnTo>
                  <a:lnTo>
                    <a:pt x="5741363" y="2965581"/>
                  </a:lnTo>
                  <a:lnTo>
                    <a:pt x="5746800" y="2965581"/>
                  </a:lnTo>
                  <a:lnTo>
                    <a:pt x="5768547" y="2965581"/>
                  </a:lnTo>
                  <a:lnTo>
                    <a:pt x="5784858" y="2965581"/>
                  </a:lnTo>
                  <a:lnTo>
                    <a:pt x="5790295" y="2965581"/>
                  </a:lnTo>
                  <a:lnTo>
                    <a:pt x="5806606" y="2965581"/>
                  </a:lnTo>
                  <a:lnTo>
                    <a:pt x="5812043" y="2965581"/>
                  </a:lnTo>
                  <a:lnTo>
                    <a:pt x="5812043" y="2969348"/>
                  </a:lnTo>
                  <a:lnTo>
                    <a:pt x="5817479" y="2969348"/>
                  </a:lnTo>
                  <a:lnTo>
                    <a:pt x="5817479" y="2973128"/>
                  </a:lnTo>
                  <a:lnTo>
                    <a:pt x="5822916" y="2973128"/>
                  </a:lnTo>
                  <a:lnTo>
                    <a:pt x="5822916" y="2976908"/>
                  </a:lnTo>
                  <a:lnTo>
                    <a:pt x="5833790" y="2976908"/>
                  </a:lnTo>
                  <a:lnTo>
                    <a:pt x="5833790" y="2980689"/>
                  </a:lnTo>
                  <a:lnTo>
                    <a:pt x="5850101" y="2980689"/>
                  </a:lnTo>
                  <a:lnTo>
                    <a:pt x="5860975" y="2980689"/>
                  </a:lnTo>
                  <a:lnTo>
                    <a:pt x="5871848" y="2980689"/>
                  </a:lnTo>
                  <a:lnTo>
                    <a:pt x="5871848" y="2984482"/>
                  </a:lnTo>
                  <a:lnTo>
                    <a:pt x="5899033" y="2984482"/>
                  </a:lnTo>
                  <a:lnTo>
                    <a:pt x="5899033" y="2988276"/>
                  </a:lnTo>
                  <a:lnTo>
                    <a:pt x="5909907" y="2988276"/>
                  </a:lnTo>
                  <a:lnTo>
                    <a:pt x="5909907" y="2992070"/>
                  </a:lnTo>
                  <a:lnTo>
                    <a:pt x="5915344" y="2992070"/>
                  </a:lnTo>
                  <a:lnTo>
                    <a:pt x="5915344" y="2995865"/>
                  </a:lnTo>
                  <a:lnTo>
                    <a:pt x="5931654" y="2995865"/>
                  </a:lnTo>
                  <a:lnTo>
                    <a:pt x="5937091" y="2995865"/>
                  </a:lnTo>
                  <a:lnTo>
                    <a:pt x="5937091" y="2999667"/>
                  </a:lnTo>
                  <a:lnTo>
                    <a:pt x="5958839" y="2999667"/>
                  </a:lnTo>
                  <a:lnTo>
                    <a:pt x="5958839" y="3003481"/>
                  </a:lnTo>
                  <a:lnTo>
                    <a:pt x="5975150" y="3003481"/>
                  </a:lnTo>
                  <a:lnTo>
                    <a:pt x="5980586" y="3003481"/>
                  </a:lnTo>
                  <a:lnTo>
                    <a:pt x="6007771" y="3003481"/>
                  </a:lnTo>
                  <a:lnTo>
                    <a:pt x="6007771" y="3007315"/>
                  </a:lnTo>
                  <a:lnTo>
                    <a:pt x="6013208" y="3007315"/>
                  </a:lnTo>
                  <a:lnTo>
                    <a:pt x="6024082" y="3007315"/>
                  </a:lnTo>
                  <a:lnTo>
                    <a:pt x="6024082" y="3011163"/>
                  </a:lnTo>
                  <a:lnTo>
                    <a:pt x="6029518" y="3011163"/>
                  </a:lnTo>
                  <a:lnTo>
                    <a:pt x="6034955" y="3011163"/>
                  </a:lnTo>
                  <a:lnTo>
                    <a:pt x="6045829" y="3011163"/>
                  </a:lnTo>
                  <a:lnTo>
                    <a:pt x="6051266" y="3011163"/>
                  </a:lnTo>
                  <a:lnTo>
                    <a:pt x="6051266" y="3015030"/>
                  </a:lnTo>
                  <a:lnTo>
                    <a:pt x="6067577" y="3015030"/>
                  </a:lnTo>
                  <a:lnTo>
                    <a:pt x="6073014" y="3015030"/>
                  </a:lnTo>
                  <a:lnTo>
                    <a:pt x="6083887" y="3015030"/>
                  </a:lnTo>
                  <a:lnTo>
                    <a:pt x="6094761" y="3015030"/>
                  </a:lnTo>
                  <a:lnTo>
                    <a:pt x="6094761" y="3018924"/>
                  </a:lnTo>
                  <a:lnTo>
                    <a:pt x="6116509" y="3018924"/>
                  </a:lnTo>
                  <a:lnTo>
                    <a:pt x="6121946" y="3018924"/>
                  </a:lnTo>
                  <a:lnTo>
                    <a:pt x="6138256" y="3018924"/>
                  </a:lnTo>
                  <a:lnTo>
                    <a:pt x="6149130" y="3018924"/>
                  </a:lnTo>
                  <a:lnTo>
                    <a:pt x="6154567" y="3018924"/>
                  </a:lnTo>
                  <a:lnTo>
                    <a:pt x="6154567" y="3022852"/>
                  </a:lnTo>
                  <a:lnTo>
                    <a:pt x="6160004" y="3022852"/>
                  </a:lnTo>
                  <a:lnTo>
                    <a:pt x="6203499" y="3022852"/>
                  </a:lnTo>
                  <a:lnTo>
                    <a:pt x="6219810" y="3022852"/>
                  </a:lnTo>
                  <a:lnTo>
                    <a:pt x="6219810" y="3026807"/>
                  </a:lnTo>
                  <a:lnTo>
                    <a:pt x="6246994" y="3026807"/>
                  </a:lnTo>
                  <a:lnTo>
                    <a:pt x="6257868" y="3026807"/>
                  </a:lnTo>
                  <a:lnTo>
                    <a:pt x="6268742" y="3026807"/>
                  </a:lnTo>
                  <a:lnTo>
                    <a:pt x="6279616" y="3026807"/>
                  </a:lnTo>
                  <a:lnTo>
                    <a:pt x="6290490" y="3026807"/>
                  </a:lnTo>
                  <a:lnTo>
                    <a:pt x="6317674" y="3026807"/>
                  </a:lnTo>
                  <a:lnTo>
                    <a:pt x="6317674" y="3030798"/>
                  </a:lnTo>
                  <a:lnTo>
                    <a:pt x="6333985" y="3030798"/>
                  </a:lnTo>
                  <a:lnTo>
                    <a:pt x="6339422" y="3030798"/>
                  </a:lnTo>
                  <a:lnTo>
                    <a:pt x="6339422" y="3034796"/>
                  </a:lnTo>
                  <a:lnTo>
                    <a:pt x="6350295" y="3034796"/>
                  </a:lnTo>
                  <a:lnTo>
                    <a:pt x="6350295" y="3042794"/>
                  </a:lnTo>
                  <a:lnTo>
                    <a:pt x="6355732" y="3042794"/>
                  </a:lnTo>
                  <a:lnTo>
                    <a:pt x="6361169" y="3042794"/>
                  </a:lnTo>
                  <a:lnTo>
                    <a:pt x="6361169" y="3046815"/>
                  </a:lnTo>
                  <a:lnTo>
                    <a:pt x="6366606" y="3046815"/>
                  </a:lnTo>
                  <a:lnTo>
                    <a:pt x="6366606" y="3050837"/>
                  </a:lnTo>
                  <a:lnTo>
                    <a:pt x="6372043" y="3050837"/>
                  </a:lnTo>
                  <a:lnTo>
                    <a:pt x="6372043" y="3054859"/>
                  </a:lnTo>
                  <a:lnTo>
                    <a:pt x="6393791" y="3054859"/>
                  </a:lnTo>
                  <a:lnTo>
                    <a:pt x="6393791" y="3058889"/>
                  </a:lnTo>
                  <a:lnTo>
                    <a:pt x="6404664" y="3058889"/>
                  </a:lnTo>
                  <a:lnTo>
                    <a:pt x="6404664" y="3062920"/>
                  </a:lnTo>
                  <a:lnTo>
                    <a:pt x="6415538" y="3062920"/>
                  </a:lnTo>
                  <a:lnTo>
                    <a:pt x="6415538" y="3066958"/>
                  </a:lnTo>
                  <a:lnTo>
                    <a:pt x="6431849" y="3066958"/>
                  </a:lnTo>
                  <a:lnTo>
                    <a:pt x="6431849" y="3070997"/>
                  </a:lnTo>
                  <a:lnTo>
                    <a:pt x="6453596" y="3070997"/>
                  </a:lnTo>
                  <a:lnTo>
                    <a:pt x="6453596" y="3079077"/>
                  </a:lnTo>
                  <a:lnTo>
                    <a:pt x="6459033" y="3079077"/>
                  </a:lnTo>
                  <a:lnTo>
                    <a:pt x="6480781" y="3079077"/>
                  </a:lnTo>
                  <a:lnTo>
                    <a:pt x="6486218" y="3079077"/>
                  </a:lnTo>
                  <a:lnTo>
                    <a:pt x="6486218" y="3083132"/>
                  </a:lnTo>
                  <a:lnTo>
                    <a:pt x="6491655" y="3083132"/>
                  </a:lnTo>
                  <a:lnTo>
                    <a:pt x="6491655" y="3091245"/>
                  </a:lnTo>
                  <a:lnTo>
                    <a:pt x="6497092" y="3091245"/>
                  </a:lnTo>
                  <a:lnTo>
                    <a:pt x="6502529" y="3091245"/>
                  </a:lnTo>
                  <a:lnTo>
                    <a:pt x="6502529" y="3095309"/>
                  </a:lnTo>
                  <a:lnTo>
                    <a:pt x="6518839" y="3095309"/>
                  </a:lnTo>
                  <a:lnTo>
                    <a:pt x="6518839" y="3099374"/>
                  </a:lnTo>
                  <a:lnTo>
                    <a:pt x="6524276" y="3099374"/>
                  </a:lnTo>
                  <a:lnTo>
                    <a:pt x="6524276" y="3103440"/>
                  </a:lnTo>
                  <a:lnTo>
                    <a:pt x="6535150" y="3103440"/>
                  </a:lnTo>
                  <a:lnTo>
                    <a:pt x="6535150" y="3107506"/>
                  </a:lnTo>
                  <a:lnTo>
                    <a:pt x="6546024" y="3107506"/>
                  </a:lnTo>
                  <a:lnTo>
                    <a:pt x="6551461" y="3107506"/>
                  </a:lnTo>
                  <a:lnTo>
                    <a:pt x="6562334" y="3107506"/>
                  </a:lnTo>
                  <a:lnTo>
                    <a:pt x="6578645" y="3107506"/>
                  </a:lnTo>
                  <a:lnTo>
                    <a:pt x="6584082" y="3107506"/>
                  </a:lnTo>
                  <a:lnTo>
                    <a:pt x="6584082" y="3111611"/>
                  </a:lnTo>
                  <a:lnTo>
                    <a:pt x="6589519" y="3111611"/>
                  </a:lnTo>
                  <a:lnTo>
                    <a:pt x="6594956" y="3111611"/>
                  </a:lnTo>
                  <a:lnTo>
                    <a:pt x="6600393" y="3111611"/>
                  </a:lnTo>
                  <a:lnTo>
                    <a:pt x="6611266" y="3111611"/>
                  </a:lnTo>
                  <a:lnTo>
                    <a:pt x="6627577" y="3111611"/>
                  </a:lnTo>
                  <a:lnTo>
                    <a:pt x="6627577" y="3115763"/>
                  </a:lnTo>
                  <a:lnTo>
                    <a:pt x="6633014" y="3115763"/>
                  </a:lnTo>
                  <a:lnTo>
                    <a:pt x="6638451" y="3115763"/>
                  </a:lnTo>
                  <a:lnTo>
                    <a:pt x="6660199" y="3115763"/>
                  </a:lnTo>
                  <a:lnTo>
                    <a:pt x="6671072" y="3115763"/>
                  </a:lnTo>
                  <a:lnTo>
                    <a:pt x="6671072" y="3119947"/>
                  </a:lnTo>
                  <a:lnTo>
                    <a:pt x="6692820" y="3119947"/>
                  </a:lnTo>
                  <a:lnTo>
                    <a:pt x="6698257" y="3119947"/>
                  </a:lnTo>
                  <a:lnTo>
                    <a:pt x="6714568" y="3119947"/>
                  </a:lnTo>
                  <a:lnTo>
                    <a:pt x="6720004" y="3119947"/>
                  </a:lnTo>
                  <a:lnTo>
                    <a:pt x="6736315" y="3119947"/>
                  </a:lnTo>
                  <a:lnTo>
                    <a:pt x="6736315" y="3124172"/>
                  </a:lnTo>
                  <a:lnTo>
                    <a:pt x="6741752" y="3124172"/>
                  </a:lnTo>
                  <a:lnTo>
                    <a:pt x="6741752" y="3128398"/>
                  </a:lnTo>
                  <a:lnTo>
                    <a:pt x="6752626" y="3128398"/>
                  </a:lnTo>
                  <a:lnTo>
                    <a:pt x="6758063" y="3128398"/>
                  </a:lnTo>
                  <a:lnTo>
                    <a:pt x="6758063" y="3132633"/>
                  </a:lnTo>
                  <a:lnTo>
                    <a:pt x="6774373" y="3132633"/>
                  </a:lnTo>
                  <a:lnTo>
                    <a:pt x="6774373" y="3136868"/>
                  </a:lnTo>
                  <a:lnTo>
                    <a:pt x="6790684" y="3136868"/>
                  </a:lnTo>
                  <a:lnTo>
                    <a:pt x="6790684" y="3141121"/>
                  </a:lnTo>
                  <a:lnTo>
                    <a:pt x="6801558" y="3141121"/>
                  </a:lnTo>
                  <a:lnTo>
                    <a:pt x="6801558" y="3145375"/>
                  </a:lnTo>
                  <a:lnTo>
                    <a:pt x="6812432" y="3145375"/>
                  </a:lnTo>
                  <a:lnTo>
                    <a:pt x="6828742" y="3145375"/>
                  </a:lnTo>
                  <a:lnTo>
                    <a:pt x="6839616" y="3145375"/>
                  </a:lnTo>
                  <a:lnTo>
                    <a:pt x="6861364" y="3145375"/>
                  </a:lnTo>
                  <a:lnTo>
                    <a:pt x="6921170" y="3145375"/>
                  </a:lnTo>
                  <a:lnTo>
                    <a:pt x="6921170" y="3149671"/>
                  </a:lnTo>
                  <a:lnTo>
                    <a:pt x="6932043" y="3149671"/>
                  </a:lnTo>
                  <a:lnTo>
                    <a:pt x="6937480" y="3149671"/>
                  </a:lnTo>
                  <a:lnTo>
                    <a:pt x="6937480" y="3153985"/>
                  </a:lnTo>
                  <a:lnTo>
                    <a:pt x="6953791" y="3153985"/>
                  </a:lnTo>
                  <a:lnTo>
                    <a:pt x="6959228" y="3153985"/>
                  </a:lnTo>
                  <a:lnTo>
                    <a:pt x="6959228" y="3158317"/>
                  </a:lnTo>
                  <a:lnTo>
                    <a:pt x="6964665" y="3158317"/>
                  </a:lnTo>
                  <a:lnTo>
                    <a:pt x="6970102" y="3158317"/>
                  </a:lnTo>
                  <a:lnTo>
                    <a:pt x="6975539" y="3158317"/>
                  </a:lnTo>
                  <a:lnTo>
                    <a:pt x="6975539" y="3162695"/>
                  </a:lnTo>
                  <a:lnTo>
                    <a:pt x="6980975" y="3162695"/>
                  </a:lnTo>
                  <a:lnTo>
                    <a:pt x="6980975" y="3167072"/>
                  </a:lnTo>
                  <a:lnTo>
                    <a:pt x="6986412" y="3167072"/>
                  </a:lnTo>
                  <a:lnTo>
                    <a:pt x="6986412" y="3171460"/>
                  </a:lnTo>
                  <a:lnTo>
                    <a:pt x="6997286" y="3171460"/>
                  </a:lnTo>
                  <a:lnTo>
                    <a:pt x="7008160" y="3171460"/>
                  </a:lnTo>
                  <a:lnTo>
                    <a:pt x="7019034" y="3171460"/>
                  </a:lnTo>
                  <a:lnTo>
                    <a:pt x="7024471" y="3171460"/>
                  </a:lnTo>
                  <a:lnTo>
                    <a:pt x="7024471" y="3175876"/>
                  </a:lnTo>
                  <a:lnTo>
                    <a:pt x="7040781" y="3175876"/>
                  </a:lnTo>
                  <a:lnTo>
                    <a:pt x="7040781" y="3180292"/>
                  </a:lnTo>
                  <a:lnTo>
                    <a:pt x="7046218" y="3180292"/>
                  </a:lnTo>
                  <a:lnTo>
                    <a:pt x="7051655" y="3180292"/>
                  </a:lnTo>
                  <a:lnTo>
                    <a:pt x="7051655" y="3184728"/>
                  </a:lnTo>
                  <a:lnTo>
                    <a:pt x="7057092" y="3184728"/>
                  </a:lnTo>
                  <a:lnTo>
                    <a:pt x="7073403" y="3184728"/>
                  </a:lnTo>
                  <a:lnTo>
                    <a:pt x="7073403" y="3189173"/>
                  </a:lnTo>
                  <a:lnTo>
                    <a:pt x="7089713" y="3189173"/>
                  </a:lnTo>
                  <a:lnTo>
                    <a:pt x="7095150" y="3189173"/>
                  </a:lnTo>
                  <a:lnTo>
                    <a:pt x="7095150" y="3193629"/>
                  </a:lnTo>
                  <a:lnTo>
                    <a:pt x="7106024" y="3193629"/>
                  </a:lnTo>
                  <a:lnTo>
                    <a:pt x="7111461" y="3193629"/>
                  </a:lnTo>
                  <a:lnTo>
                    <a:pt x="7111461" y="3198105"/>
                  </a:lnTo>
                  <a:lnTo>
                    <a:pt x="7149519" y="3198105"/>
                  </a:lnTo>
                  <a:lnTo>
                    <a:pt x="7187578" y="3198105"/>
                  </a:lnTo>
                  <a:lnTo>
                    <a:pt x="7209325" y="3198105"/>
                  </a:lnTo>
                  <a:lnTo>
                    <a:pt x="7241947" y="3198105"/>
                  </a:lnTo>
                  <a:lnTo>
                    <a:pt x="7258257" y="3198105"/>
                  </a:lnTo>
                  <a:lnTo>
                    <a:pt x="7263694" y="3198105"/>
                  </a:lnTo>
                  <a:lnTo>
                    <a:pt x="7269131" y="3198105"/>
                  </a:lnTo>
                  <a:lnTo>
                    <a:pt x="7280005" y="3198105"/>
                  </a:lnTo>
                  <a:lnTo>
                    <a:pt x="7290879" y="3198105"/>
                  </a:lnTo>
                  <a:lnTo>
                    <a:pt x="7296316" y="3198105"/>
                  </a:lnTo>
                  <a:lnTo>
                    <a:pt x="7301752" y="3198105"/>
                  </a:lnTo>
                  <a:lnTo>
                    <a:pt x="7301752" y="3202678"/>
                  </a:lnTo>
                  <a:lnTo>
                    <a:pt x="7307189" y="3202678"/>
                  </a:lnTo>
                  <a:lnTo>
                    <a:pt x="7323500" y="3202678"/>
                  </a:lnTo>
                  <a:lnTo>
                    <a:pt x="7328937" y="3202678"/>
                  </a:lnTo>
                  <a:lnTo>
                    <a:pt x="7334374" y="3202678"/>
                  </a:lnTo>
                  <a:lnTo>
                    <a:pt x="7339811" y="3202678"/>
                  </a:lnTo>
                  <a:lnTo>
                    <a:pt x="7345248" y="3202678"/>
                  </a:lnTo>
                  <a:lnTo>
                    <a:pt x="7350684" y="3202678"/>
                  </a:lnTo>
                  <a:lnTo>
                    <a:pt x="7356121" y="3202678"/>
                  </a:lnTo>
                  <a:lnTo>
                    <a:pt x="7356121" y="3207343"/>
                  </a:lnTo>
                  <a:lnTo>
                    <a:pt x="7361558" y="3207343"/>
                  </a:lnTo>
                  <a:lnTo>
                    <a:pt x="7361558" y="3212009"/>
                  </a:lnTo>
                  <a:lnTo>
                    <a:pt x="7366995" y="3212009"/>
                  </a:lnTo>
                  <a:lnTo>
                    <a:pt x="7366995" y="3216677"/>
                  </a:lnTo>
                  <a:lnTo>
                    <a:pt x="7372432" y="3216677"/>
                  </a:lnTo>
                  <a:lnTo>
                    <a:pt x="7377869" y="3216677"/>
                  </a:lnTo>
                  <a:lnTo>
                    <a:pt x="7377869" y="3221376"/>
                  </a:lnTo>
                  <a:lnTo>
                    <a:pt x="7383306" y="3221376"/>
                  </a:lnTo>
                  <a:lnTo>
                    <a:pt x="7383306" y="3226077"/>
                  </a:lnTo>
                  <a:lnTo>
                    <a:pt x="7405053" y="3226077"/>
                  </a:lnTo>
                  <a:lnTo>
                    <a:pt x="7415927" y="3226077"/>
                  </a:lnTo>
                  <a:lnTo>
                    <a:pt x="7415927" y="3230789"/>
                  </a:lnTo>
                  <a:lnTo>
                    <a:pt x="7459422" y="3230789"/>
                  </a:lnTo>
                  <a:lnTo>
                    <a:pt x="7464859" y="3230789"/>
                  </a:lnTo>
                  <a:lnTo>
                    <a:pt x="7464859" y="3235535"/>
                  </a:lnTo>
                  <a:lnTo>
                    <a:pt x="7475733" y="3235535"/>
                  </a:lnTo>
                  <a:lnTo>
                    <a:pt x="7492044" y="3235535"/>
                  </a:lnTo>
                  <a:lnTo>
                    <a:pt x="7492044" y="3240293"/>
                  </a:lnTo>
                  <a:lnTo>
                    <a:pt x="7497481" y="3240293"/>
                  </a:lnTo>
                  <a:lnTo>
                    <a:pt x="7530102" y="3240293"/>
                  </a:lnTo>
                  <a:lnTo>
                    <a:pt x="7551850" y="3240293"/>
                  </a:lnTo>
                  <a:lnTo>
                    <a:pt x="7557287" y="3240293"/>
                  </a:lnTo>
                  <a:lnTo>
                    <a:pt x="7557287" y="3245095"/>
                  </a:lnTo>
                  <a:lnTo>
                    <a:pt x="7573597" y="3245095"/>
                  </a:lnTo>
                  <a:lnTo>
                    <a:pt x="7579034" y="3245095"/>
                  </a:lnTo>
                  <a:lnTo>
                    <a:pt x="7595345" y="3245095"/>
                  </a:lnTo>
                  <a:lnTo>
                    <a:pt x="7595345" y="3249944"/>
                  </a:lnTo>
                  <a:lnTo>
                    <a:pt x="7649714" y="3249944"/>
                  </a:lnTo>
                  <a:lnTo>
                    <a:pt x="7660588" y="3249944"/>
                  </a:lnTo>
                  <a:lnTo>
                    <a:pt x="7666025" y="3249944"/>
                  </a:lnTo>
                  <a:lnTo>
                    <a:pt x="7666025" y="3254840"/>
                  </a:lnTo>
                  <a:lnTo>
                    <a:pt x="7687772" y="3254840"/>
                  </a:lnTo>
                  <a:lnTo>
                    <a:pt x="7687772" y="3259750"/>
                  </a:lnTo>
                  <a:lnTo>
                    <a:pt x="7693209" y="3259750"/>
                  </a:lnTo>
                  <a:lnTo>
                    <a:pt x="7698646" y="3259750"/>
                  </a:lnTo>
                  <a:lnTo>
                    <a:pt x="7725830" y="3259750"/>
                  </a:lnTo>
                  <a:lnTo>
                    <a:pt x="7747578" y="3259750"/>
                  </a:lnTo>
                  <a:lnTo>
                    <a:pt x="7780199" y="3259750"/>
                  </a:lnTo>
                  <a:lnTo>
                    <a:pt x="7791073" y="3259750"/>
                  </a:lnTo>
                  <a:lnTo>
                    <a:pt x="7796510" y="3259750"/>
                  </a:lnTo>
                  <a:lnTo>
                    <a:pt x="7807384" y="3259750"/>
                  </a:lnTo>
                  <a:lnTo>
                    <a:pt x="7812821" y="3259750"/>
                  </a:lnTo>
                  <a:lnTo>
                    <a:pt x="7840005" y="3259750"/>
                  </a:lnTo>
                  <a:lnTo>
                    <a:pt x="7840005" y="3264817"/>
                  </a:lnTo>
                  <a:lnTo>
                    <a:pt x="7845442" y="3264817"/>
                  </a:lnTo>
                  <a:lnTo>
                    <a:pt x="7845442" y="3269887"/>
                  </a:lnTo>
                  <a:lnTo>
                    <a:pt x="7888937" y="3269887"/>
                  </a:lnTo>
                  <a:lnTo>
                    <a:pt x="7888937" y="3274957"/>
                  </a:lnTo>
                  <a:lnTo>
                    <a:pt x="7894374" y="3274957"/>
                  </a:lnTo>
                  <a:lnTo>
                    <a:pt x="7894374" y="3280029"/>
                  </a:lnTo>
                  <a:lnTo>
                    <a:pt x="7899811" y="3280029"/>
                  </a:lnTo>
                  <a:lnTo>
                    <a:pt x="7899811" y="3285115"/>
                  </a:lnTo>
                  <a:lnTo>
                    <a:pt x="7905248" y="3285115"/>
                  </a:lnTo>
                  <a:lnTo>
                    <a:pt x="7910685" y="3285115"/>
                  </a:lnTo>
                  <a:lnTo>
                    <a:pt x="7937869" y="3285115"/>
                  </a:lnTo>
                  <a:lnTo>
                    <a:pt x="7970491" y="3285115"/>
                  </a:lnTo>
                  <a:lnTo>
                    <a:pt x="7981365" y="3285115"/>
                  </a:lnTo>
                  <a:lnTo>
                    <a:pt x="8003112" y="3285115"/>
                  </a:lnTo>
                  <a:lnTo>
                    <a:pt x="8030297" y="3285115"/>
                  </a:lnTo>
                  <a:lnTo>
                    <a:pt x="8035734" y="3285115"/>
                  </a:lnTo>
                  <a:lnTo>
                    <a:pt x="8035734" y="3290294"/>
                  </a:lnTo>
                  <a:lnTo>
                    <a:pt x="8041170" y="3290294"/>
                  </a:lnTo>
                  <a:lnTo>
                    <a:pt x="8041170" y="3295474"/>
                  </a:lnTo>
                  <a:lnTo>
                    <a:pt x="8046607" y="3295474"/>
                  </a:lnTo>
                  <a:lnTo>
                    <a:pt x="8057481" y="3295474"/>
                  </a:lnTo>
                  <a:lnTo>
                    <a:pt x="8057481" y="3300668"/>
                  </a:lnTo>
                  <a:lnTo>
                    <a:pt x="8068355" y="3300668"/>
                  </a:lnTo>
                  <a:lnTo>
                    <a:pt x="8073792" y="3300668"/>
                  </a:lnTo>
                  <a:lnTo>
                    <a:pt x="8073792" y="3305878"/>
                  </a:lnTo>
                  <a:lnTo>
                    <a:pt x="8084666" y="3305878"/>
                  </a:lnTo>
                  <a:lnTo>
                    <a:pt x="8084666" y="3311089"/>
                  </a:lnTo>
                  <a:lnTo>
                    <a:pt x="8100976" y="3311089"/>
                  </a:lnTo>
                  <a:lnTo>
                    <a:pt x="8106413" y="3311089"/>
                  </a:lnTo>
                  <a:lnTo>
                    <a:pt x="8128161" y="3311089"/>
                  </a:lnTo>
                  <a:lnTo>
                    <a:pt x="8139035" y="3311089"/>
                  </a:lnTo>
                  <a:lnTo>
                    <a:pt x="8160782" y="3311089"/>
                  </a:lnTo>
                  <a:lnTo>
                    <a:pt x="8160782" y="3316357"/>
                  </a:lnTo>
                  <a:lnTo>
                    <a:pt x="8193404" y="3316357"/>
                  </a:lnTo>
                  <a:lnTo>
                    <a:pt x="8193404" y="3321626"/>
                  </a:lnTo>
                  <a:lnTo>
                    <a:pt x="8204277" y="3321626"/>
                  </a:lnTo>
                  <a:lnTo>
                    <a:pt x="8226025" y="3321626"/>
                  </a:lnTo>
                  <a:lnTo>
                    <a:pt x="8253209" y="3321626"/>
                  </a:lnTo>
                  <a:lnTo>
                    <a:pt x="8258646" y="3321626"/>
                  </a:lnTo>
                  <a:lnTo>
                    <a:pt x="8264083" y="3321626"/>
                  </a:lnTo>
                  <a:lnTo>
                    <a:pt x="8291268" y="3321626"/>
                  </a:lnTo>
                  <a:lnTo>
                    <a:pt x="8307578" y="3321626"/>
                  </a:lnTo>
                  <a:lnTo>
                    <a:pt x="8307578" y="3326997"/>
                  </a:lnTo>
                  <a:lnTo>
                    <a:pt x="8318452" y="3326997"/>
                  </a:lnTo>
                  <a:lnTo>
                    <a:pt x="8334763" y="3326997"/>
                  </a:lnTo>
                  <a:lnTo>
                    <a:pt x="8351074" y="3326997"/>
                  </a:lnTo>
                  <a:lnTo>
                    <a:pt x="8351074" y="3332427"/>
                  </a:lnTo>
                  <a:lnTo>
                    <a:pt x="8356510" y="3332427"/>
                  </a:lnTo>
                  <a:lnTo>
                    <a:pt x="8356510" y="3337860"/>
                  </a:lnTo>
                  <a:lnTo>
                    <a:pt x="8361947" y="3337860"/>
                  </a:lnTo>
                  <a:lnTo>
                    <a:pt x="8372821" y="3337860"/>
                  </a:lnTo>
                  <a:lnTo>
                    <a:pt x="8383695" y="3337860"/>
                  </a:lnTo>
                  <a:lnTo>
                    <a:pt x="8389132" y="3337860"/>
                  </a:lnTo>
                  <a:lnTo>
                    <a:pt x="8481559" y="3337860"/>
                  </a:lnTo>
                  <a:lnTo>
                    <a:pt x="8492433" y="3337860"/>
                  </a:lnTo>
                  <a:lnTo>
                    <a:pt x="8508744" y="3337860"/>
                  </a:lnTo>
                  <a:lnTo>
                    <a:pt x="8530491" y="3337860"/>
                  </a:lnTo>
                  <a:lnTo>
                    <a:pt x="8530491" y="3343416"/>
                  </a:lnTo>
                  <a:lnTo>
                    <a:pt x="8535928" y="3343416"/>
                  </a:lnTo>
                  <a:lnTo>
                    <a:pt x="8541365" y="3343416"/>
                  </a:lnTo>
                  <a:lnTo>
                    <a:pt x="8557676" y="3343416"/>
                  </a:lnTo>
                  <a:lnTo>
                    <a:pt x="8563113" y="3343416"/>
                  </a:lnTo>
                  <a:lnTo>
                    <a:pt x="8563113" y="3349022"/>
                  </a:lnTo>
                  <a:lnTo>
                    <a:pt x="8590297" y="3349022"/>
                  </a:lnTo>
                  <a:lnTo>
                    <a:pt x="8601171" y="3349022"/>
                  </a:lnTo>
                  <a:lnTo>
                    <a:pt x="8622918" y="3349022"/>
                  </a:lnTo>
                  <a:lnTo>
                    <a:pt x="8622918" y="3354662"/>
                  </a:lnTo>
                  <a:lnTo>
                    <a:pt x="8639229" y="3354662"/>
                  </a:lnTo>
                  <a:lnTo>
                    <a:pt x="8650103" y="3354662"/>
                  </a:lnTo>
                  <a:lnTo>
                    <a:pt x="8655540" y="3354662"/>
                  </a:lnTo>
                  <a:lnTo>
                    <a:pt x="8655540" y="3366047"/>
                  </a:lnTo>
                  <a:lnTo>
                    <a:pt x="8671851" y="3366047"/>
                  </a:lnTo>
                  <a:lnTo>
                    <a:pt x="8688161" y="3366047"/>
                  </a:lnTo>
                  <a:lnTo>
                    <a:pt x="8688161" y="3371776"/>
                  </a:lnTo>
                  <a:lnTo>
                    <a:pt x="8720783" y="3371776"/>
                  </a:lnTo>
                  <a:lnTo>
                    <a:pt x="8731656" y="3371776"/>
                  </a:lnTo>
                  <a:lnTo>
                    <a:pt x="8737093" y="3371776"/>
                  </a:lnTo>
                  <a:lnTo>
                    <a:pt x="8737093" y="3377575"/>
                  </a:lnTo>
                  <a:lnTo>
                    <a:pt x="8747967" y="3377575"/>
                  </a:lnTo>
                  <a:lnTo>
                    <a:pt x="8769715" y="3377575"/>
                  </a:lnTo>
                  <a:lnTo>
                    <a:pt x="8791462" y="3377575"/>
                  </a:lnTo>
                  <a:lnTo>
                    <a:pt x="8791462" y="3383430"/>
                  </a:lnTo>
                  <a:lnTo>
                    <a:pt x="8796899" y="3383430"/>
                  </a:lnTo>
                  <a:lnTo>
                    <a:pt x="8796899" y="3389287"/>
                  </a:lnTo>
                  <a:lnTo>
                    <a:pt x="8818647" y="3389287"/>
                  </a:lnTo>
                  <a:lnTo>
                    <a:pt x="8845831" y="3389287"/>
                  </a:lnTo>
                  <a:lnTo>
                    <a:pt x="8862142" y="3389287"/>
                  </a:lnTo>
                  <a:lnTo>
                    <a:pt x="8867579" y="3389287"/>
                  </a:lnTo>
                  <a:lnTo>
                    <a:pt x="8867579" y="3395237"/>
                  </a:lnTo>
                  <a:lnTo>
                    <a:pt x="8878453" y="3395237"/>
                  </a:lnTo>
                  <a:lnTo>
                    <a:pt x="8911074" y="3395237"/>
                  </a:lnTo>
                  <a:lnTo>
                    <a:pt x="8911074" y="3401226"/>
                  </a:lnTo>
                  <a:lnTo>
                    <a:pt x="8938258" y="3401226"/>
                  </a:lnTo>
                  <a:lnTo>
                    <a:pt x="8943695" y="3401226"/>
                  </a:lnTo>
                  <a:lnTo>
                    <a:pt x="8949132" y="3401226"/>
                  </a:lnTo>
                  <a:lnTo>
                    <a:pt x="8954569" y="3401226"/>
                  </a:lnTo>
                  <a:lnTo>
                    <a:pt x="8954569" y="3407275"/>
                  </a:lnTo>
                  <a:lnTo>
                    <a:pt x="8981754" y="3407275"/>
                  </a:lnTo>
                  <a:lnTo>
                    <a:pt x="8981754" y="3413326"/>
                  </a:lnTo>
                  <a:lnTo>
                    <a:pt x="8998064" y="3413326"/>
                  </a:lnTo>
                  <a:lnTo>
                    <a:pt x="8998064" y="3425438"/>
                  </a:lnTo>
                  <a:lnTo>
                    <a:pt x="9025249" y="3425438"/>
                  </a:lnTo>
                  <a:lnTo>
                    <a:pt x="9025249" y="3431497"/>
                  </a:lnTo>
                  <a:lnTo>
                    <a:pt x="9046996" y="3431497"/>
                  </a:lnTo>
                  <a:lnTo>
                    <a:pt x="9046996" y="3437560"/>
                  </a:lnTo>
                  <a:lnTo>
                    <a:pt x="9057870" y="3437560"/>
                  </a:lnTo>
                  <a:lnTo>
                    <a:pt x="9068744" y="3437560"/>
                  </a:lnTo>
                  <a:lnTo>
                    <a:pt x="9068744" y="3443664"/>
                  </a:lnTo>
                  <a:lnTo>
                    <a:pt x="9079618" y="3443664"/>
                  </a:lnTo>
                  <a:lnTo>
                    <a:pt x="9095928" y="3443664"/>
                  </a:lnTo>
                  <a:lnTo>
                    <a:pt x="9101365" y="3443664"/>
                  </a:lnTo>
                  <a:lnTo>
                    <a:pt x="9112239" y="3443664"/>
                  </a:lnTo>
                  <a:lnTo>
                    <a:pt x="9112239" y="3449852"/>
                  </a:lnTo>
                  <a:lnTo>
                    <a:pt x="9123113" y="3449852"/>
                  </a:lnTo>
                  <a:lnTo>
                    <a:pt x="9123113" y="3456043"/>
                  </a:lnTo>
                  <a:lnTo>
                    <a:pt x="9128550" y="3456043"/>
                  </a:lnTo>
                  <a:lnTo>
                    <a:pt x="9133987" y="3456043"/>
                  </a:lnTo>
                  <a:lnTo>
                    <a:pt x="9133987" y="3462258"/>
                  </a:lnTo>
                  <a:lnTo>
                    <a:pt x="9161171" y="3462258"/>
                  </a:lnTo>
                  <a:lnTo>
                    <a:pt x="9177482" y="3462258"/>
                  </a:lnTo>
                  <a:lnTo>
                    <a:pt x="9177482" y="3468517"/>
                  </a:lnTo>
                  <a:lnTo>
                    <a:pt x="9210103" y="3468517"/>
                  </a:lnTo>
                  <a:lnTo>
                    <a:pt x="9259035" y="3468517"/>
                  </a:lnTo>
                  <a:lnTo>
                    <a:pt x="9259035" y="3474801"/>
                  </a:lnTo>
                  <a:lnTo>
                    <a:pt x="9291657" y="3474801"/>
                  </a:lnTo>
                  <a:lnTo>
                    <a:pt x="9318841" y="3474801"/>
                  </a:lnTo>
                  <a:lnTo>
                    <a:pt x="9329715" y="3474801"/>
                  </a:lnTo>
                  <a:lnTo>
                    <a:pt x="9356900" y="3474801"/>
                  </a:lnTo>
                  <a:lnTo>
                    <a:pt x="9356900" y="3481153"/>
                  </a:lnTo>
                  <a:lnTo>
                    <a:pt x="9362336" y="3481153"/>
                  </a:lnTo>
                  <a:lnTo>
                    <a:pt x="9373210" y="3481153"/>
                  </a:lnTo>
                  <a:lnTo>
                    <a:pt x="9405832" y="3481153"/>
                  </a:lnTo>
                  <a:lnTo>
                    <a:pt x="9405832" y="3487597"/>
                  </a:lnTo>
                  <a:lnTo>
                    <a:pt x="9411269" y="3487597"/>
                  </a:lnTo>
                  <a:lnTo>
                    <a:pt x="9411269" y="3494044"/>
                  </a:lnTo>
                  <a:lnTo>
                    <a:pt x="9427579" y="3494044"/>
                  </a:lnTo>
                  <a:lnTo>
                    <a:pt x="9460201" y="3494044"/>
                  </a:lnTo>
                  <a:lnTo>
                    <a:pt x="9471074" y="3494044"/>
                  </a:lnTo>
                  <a:lnTo>
                    <a:pt x="9471074" y="3500564"/>
                  </a:lnTo>
                  <a:lnTo>
                    <a:pt x="9492822" y="3500564"/>
                  </a:lnTo>
                  <a:lnTo>
                    <a:pt x="9498259" y="3500564"/>
                  </a:lnTo>
                  <a:lnTo>
                    <a:pt x="9509133" y="3500564"/>
                  </a:lnTo>
                  <a:lnTo>
                    <a:pt x="9558065" y="3500564"/>
                  </a:lnTo>
                  <a:lnTo>
                    <a:pt x="9558065" y="3507159"/>
                  </a:lnTo>
                  <a:lnTo>
                    <a:pt x="9590686" y="3507159"/>
                  </a:lnTo>
                  <a:lnTo>
                    <a:pt x="9596123" y="3507159"/>
                  </a:lnTo>
                  <a:lnTo>
                    <a:pt x="9623308" y="3507159"/>
                  </a:lnTo>
                  <a:lnTo>
                    <a:pt x="9623308" y="3513805"/>
                  </a:lnTo>
                  <a:lnTo>
                    <a:pt x="9628744" y="3513805"/>
                  </a:lnTo>
                  <a:lnTo>
                    <a:pt x="9688550" y="3513805"/>
                  </a:lnTo>
                  <a:lnTo>
                    <a:pt x="9688550" y="3520505"/>
                  </a:lnTo>
                  <a:lnTo>
                    <a:pt x="9699424" y="3520505"/>
                  </a:lnTo>
                  <a:lnTo>
                    <a:pt x="9699424" y="3527233"/>
                  </a:lnTo>
                  <a:lnTo>
                    <a:pt x="9748356" y="3527233"/>
                  </a:lnTo>
                  <a:lnTo>
                    <a:pt x="9770104" y="3527233"/>
                  </a:lnTo>
                  <a:lnTo>
                    <a:pt x="9791851" y="3527233"/>
                  </a:lnTo>
                  <a:lnTo>
                    <a:pt x="9791851" y="3534017"/>
                  </a:lnTo>
                  <a:lnTo>
                    <a:pt x="9840783" y="3534017"/>
                  </a:lnTo>
                  <a:lnTo>
                    <a:pt x="9846220" y="3534017"/>
                  </a:lnTo>
                  <a:lnTo>
                    <a:pt x="9846220" y="3540830"/>
                  </a:lnTo>
                  <a:lnTo>
                    <a:pt x="9889715" y="3540830"/>
                  </a:lnTo>
                  <a:lnTo>
                    <a:pt x="9895152" y="3540830"/>
                  </a:lnTo>
                  <a:lnTo>
                    <a:pt x="9895152" y="3547700"/>
                  </a:lnTo>
                  <a:lnTo>
                    <a:pt x="9900589" y="3547700"/>
                  </a:lnTo>
                  <a:lnTo>
                    <a:pt x="9911463" y="3547700"/>
                  </a:lnTo>
                  <a:lnTo>
                    <a:pt x="9911463" y="3554602"/>
                  </a:lnTo>
                  <a:lnTo>
                    <a:pt x="9922337" y="3554602"/>
                  </a:lnTo>
                  <a:lnTo>
                    <a:pt x="9922337" y="3813877"/>
                  </a:lnTo>
                  <a:lnTo>
                    <a:pt x="9911463" y="3813877"/>
                  </a:lnTo>
                  <a:lnTo>
                    <a:pt x="9911463" y="3806609"/>
                  </a:lnTo>
                  <a:lnTo>
                    <a:pt x="9900589" y="3806609"/>
                  </a:lnTo>
                  <a:lnTo>
                    <a:pt x="9895152" y="3806609"/>
                  </a:lnTo>
                  <a:lnTo>
                    <a:pt x="9895152" y="3799372"/>
                  </a:lnTo>
                  <a:lnTo>
                    <a:pt x="9889715" y="3799372"/>
                  </a:lnTo>
                  <a:lnTo>
                    <a:pt x="9846220" y="3799372"/>
                  </a:lnTo>
                  <a:lnTo>
                    <a:pt x="9846220" y="3792199"/>
                  </a:lnTo>
                  <a:lnTo>
                    <a:pt x="9840783" y="3792199"/>
                  </a:lnTo>
                  <a:lnTo>
                    <a:pt x="9791851" y="3792199"/>
                  </a:lnTo>
                  <a:lnTo>
                    <a:pt x="9791851" y="3785056"/>
                  </a:lnTo>
                  <a:lnTo>
                    <a:pt x="9770104" y="3785056"/>
                  </a:lnTo>
                  <a:lnTo>
                    <a:pt x="9748356" y="3785056"/>
                  </a:lnTo>
                  <a:lnTo>
                    <a:pt x="9699424" y="3785056"/>
                  </a:lnTo>
                  <a:lnTo>
                    <a:pt x="9699424" y="3777974"/>
                  </a:lnTo>
                  <a:lnTo>
                    <a:pt x="9688550" y="3777974"/>
                  </a:lnTo>
                  <a:lnTo>
                    <a:pt x="9688550" y="3770922"/>
                  </a:lnTo>
                  <a:lnTo>
                    <a:pt x="9628744" y="3770922"/>
                  </a:lnTo>
                  <a:lnTo>
                    <a:pt x="9623308" y="3770922"/>
                  </a:lnTo>
                  <a:lnTo>
                    <a:pt x="9623308" y="3763929"/>
                  </a:lnTo>
                  <a:lnTo>
                    <a:pt x="9596123" y="3763929"/>
                  </a:lnTo>
                  <a:lnTo>
                    <a:pt x="9590686" y="3763929"/>
                  </a:lnTo>
                  <a:lnTo>
                    <a:pt x="9558065" y="3763929"/>
                  </a:lnTo>
                  <a:lnTo>
                    <a:pt x="9558065" y="3756995"/>
                  </a:lnTo>
                  <a:lnTo>
                    <a:pt x="9509133" y="3756995"/>
                  </a:lnTo>
                  <a:lnTo>
                    <a:pt x="9498259" y="3756995"/>
                  </a:lnTo>
                  <a:lnTo>
                    <a:pt x="9492822" y="3756995"/>
                  </a:lnTo>
                  <a:lnTo>
                    <a:pt x="9471074" y="3756995"/>
                  </a:lnTo>
                  <a:lnTo>
                    <a:pt x="9471074" y="3750149"/>
                  </a:lnTo>
                  <a:lnTo>
                    <a:pt x="9460201" y="3750149"/>
                  </a:lnTo>
                  <a:lnTo>
                    <a:pt x="9427579" y="3750149"/>
                  </a:lnTo>
                  <a:lnTo>
                    <a:pt x="9411269" y="3750149"/>
                  </a:lnTo>
                  <a:lnTo>
                    <a:pt x="9411269" y="3743389"/>
                  </a:lnTo>
                  <a:lnTo>
                    <a:pt x="9405832" y="3743389"/>
                  </a:lnTo>
                  <a:lnTo>
                    <a:pt x="9405832" y="3736625"/>
                  </a:lnTo>
                  <a:lnTo>
                    <a:pt x="9373210" y="3736625"/>
                  </a:lnTo>
                  <a:lnTo>
                    <a:pt x="9362336" y="3736625"/>
                  </a:lnTo>
                  <a:lnTo>
                    <a:pt x="9356900" y="3736625"/>
                  </a:lnTo>
                  <a:lnTo>
                    <a:pt x="9356900" y="3729972"/>
                  </a:lnTo>
                  <a:lnTo>
                    <a:pt x="9329715" y="3729972"/>
                  </a:lnTo>
                  <a:lnTo>
                    <a:pt x="9318841" y="3729972"/>
                  </a:lnTo>
                  <a:lnTo>
                    <a:pt x="9291657" y="3729972"/>
                  </a:lnTo>
                  <a:lnTo>
                    <a:pt x="9259035" y="3729972"/>
                  </a:lnTo>
                  <a:lnTo>
                    <a:pt x="9259035" y="3723399"/>
                  </a:lnTo>
                  <a:lnTo>
                    <a:pt x="9210103" y="3723399"/>
                  </a:lnTo>
                  <a:lnTo>
                    <a:pt x="9177482" y="3723399"/>
                  </a:lnTo>
                  <a:lnTo>
                    <a:pt x="9177482" y="3716850"/>
                  </a:lnTo>
                  <a:lnTo>
                    <a:pt x="9161171" y="3716850"/>
                  </a:lnTo>
                  <a:lnTo>
                    <a:pt x="9133987" y="3716850"/>
                  </a:lnTo>
                  <a:lnTo>
                    <a:pt x="9133987" y="3710351"/>
                  </a:lnTo>
                  <a:lnTo>
                    <a:pt x="9128550" y="3710351"/>
                  </a:lnTo>
                  <a:lnTo>
                    <a:pt x="9123113" y="3710351"/>
                  </a:lnTo>
                  <a:lnTo>
                    <a:pt x="9123113" y="3703876"/>
                  </a:lnTo>
                  <a:lnTo>
                    <a:pt x="9112239" y="3703876"/>
                  </a:lnTo>
                  <a:lnTo>
                    <a:pt x="9112239" y="3697397"/>
                  </a:lnTo>
                  <a:lnTo>
                    <a:pt x="9101365" y="3697397"/>
                  </a:lnTo>
                  <a:lnTo>
                    <a:pt x="9095928" y="3697397"/>
                  </a:lnTo>
                  <a:lnTo>
                    <a:pt x="9079618" y="3697397"/>
                  </a:lnTo>
                  <a:lnTo>
                    <a:pt x="9068744" y="3697397"/>
                  </a:lnTo>
                  <a:lnTo>
                    <a:pt x="9068744" y="3691018"/>
                  </a:lnTo>
                  <a:lnTo>
                    <a:pt x="9057870" y="3691018"/>
                  </a:lnTo>
                  <a:lnTo>
                    <a:pt x="9046996" y="3691018"/>
                  </a:lnTo>
                  <a:lnTo>
                    <a:pt x="9046996" y="3684687"/>
                  </a:lnTo>
                  <a:lnTo>
                    <a:pt x="9025249" y="3684687"/>
                  </a:lnTo>
                  <a:lnTo>
                    <a:pt x="9025249" y="3678352"/>
                  </a:lnTo>
                  <a:lnTo>
                    <a:pt x="8998064" y="3678352"/>
                  </a:lnTo>
                  <a:lnTo>
                    <a:pt x="8998064" y="3665675"/>
                  </a:lnTo>
                  <a:lnTo>
                    <a:pt x="8981754" y="3665675"/>
                  </a:lnTo>
                  <a:lnTo>
                    <a:pt x="8981754" y="3659332"/>
                  </a:lnTo>
                  <a:lnTo>
                    <a:pt x="8954569" y="3659332"/>
                  </a:lnTo>
                  <a:lnTo>
                    <a:pt x="8954569" y="3652987"/>
                  </a:lnTo>
                  <a:lnTo>
                    <a:pt x="8949132" y="3652987"/>
                  </a:lnTo>
                  <a:lnTo>
                    <a:pt x="8943695" y="3652987"/>
                  </a:lnTo>
                  <a:lnTo>
                    <a:pt x="8938258" y="3652987"/>
                  </a:lnTo>
                  <a:lnTo>
                    <a:pt x="8911074" y="3652987"/>
                  </a:lnTo>
                  <a:lnTo>
                    <a:pt x="8911074" y="3646711"/>
                  </a:lnTo>
                  <a:lnTo>
                    <a:pt x="8878453" y="3646711"/>
                  </a:lnTo>
                  <a:lnTo>
                    <a:pt x="8867579" y="3646711"/>
                  </a:lnTo>
                  <a:lnTo>
                    <a:pt x="8867579" y="3640479"/>
                  </a:lnTo>
                  <a:lnTo>
                    <a:pt x="8862142" y="3640479"/>
                  </a:lnTo>
                  <a:lnTo>
                    <a:pt x="8845831" y="3640479"/>
                  </a:lnTo>
                  <a:lnTo>
                    <a:pt x="8818647" y="3640479"/>
                  </a:lnTo>
                  <a:lnTo>
                    <a:pt x="8796899" y="3640479"/>
                  </a:lnTo>
                  <a:lnTo>
                    <a:pt x="8796899" y="3634359"/>
                  </a:lnTo>
                  <a:lnTo>
                    <a:pt x="8791462" y="3634359"/>
                  </a:lnTo>
                  <a:lnTo>
                    <a:pt x="8791462" y="3628236"/>
                  </a:lnTo>
                  <a:lnTo>
                    <a:pt x="8769715" y="3628236"/>
                  </a:lnTo>
                  <a:lnTo>
                    <a:pt x="8747967" y="3628236"/>
                  </a:lnTo>
                  <a:lnTo>
                    <a:pt x="8737093" y="3628236"/>
                  </a:lnTo>
                  <a:lnTo>
                    <a:pt x="8737093" y="3622177"/>
                  </a:lnTo>
                  <a:lnTo>
                    <a:pt x="8731656" y="3622177"/>
                  </a:lnTo>
                  <a:lnTo>
                    <a:pt x="8720783" y="3622177"/>
                  </a:lnTo>
                  <a:lnTo>
                    <a:pt x="8688161" y="3622177"/>
                  </a:lnTo>
                  <a:lnTo>
                    <a:pt x="8688161" y="3616202"/>
                  </a:lnTo>
                  <a:lnTo>
                    <a:pt x="8671851" y="3616202"/>
                  </a:lnTo>
                  <a:lnTo>
                    <a:pt x="8655540" y="3616202"/>
                  </a:lnTo>
                  <a:lnTo>
                    <a:pt x="8655540" y="3604328"/>
                  </a:lnTo>
                  <a:lnTo>
                    <a:pt x="8650103" y="3604328"/>
                  </a:lnTo>
                  <a:lnTo>
                    <a:pt x="8639229" y="3604328"/>
                  </a:lnTo>
                  <a:lnTo>
                    <a:pt x="8622918" y="3604328"/>
                  </a:lnTo>
                  <a:lnTo>
                    <a:pt x="8622918" y="3598449"/>
                  </a:lnTo>
                  <a:lnTo>
                    <a:pt x="8601171" y="3598449"/>
                  </a:lnTo>
                  <a:lnTo>
                    <a:pt x="8590297" y="3598449"/>
                  </a:lnTo>
                  <a:lnTo>
                    <a:pt x="8563113" y="3598449"/>
                  </a:lnTo>
                  <a:lnTo>
                    <a:pt x="8563113" y="3592609"/>
                  </a:lnTo>
                  <a:lnTo>
                    <a:pt x="8557676" y="3592609"/>
                  </a:lnTo>
                  <a:lnTo>
                    <a:pt x="8541365" y="3592609"/>
                  </a:lnTo>
                  <a:lnTo>
                    <a:pt x="8535928" y="3592609"/>
                  </a:lnTo>
                  <a:lnTo>
                    <a:pt x="8530491" y="3592609"/>
                  </a:lnTo>
                  <a:lnTo>
                    <a:pt x="8530491" y="3586825"/>
                  </a:lnTo>
                  <a:lnTo>
                    <a:pt x="8508744" y="3586825"/>
                  </a:lnTo>
                  <a:lnTo>
                    <a:pt x="8492433" y="3586825"/>
                  </a:lnTo>
                  <a:lnTo>
                    <a:pt x="8481559" y="3586825"/>
                  </a:lnTo>
                  <a:lnTo>
                    <a:pt x="8389132" y="3586825"/>
                  </a:lnTo>
                  <a:lnTo>
                    <a:pt x="8383695" y="3586825"/>
                  </a:lnTo>
                  <a:lnTo>
                    <a:pt x="8372821" y="3586825"/>
                  </a:lnTo>
                  <a:lnTo>
                    <a:pt x="8361947" y="3586825"/>
                  </a:lnTo>
                  <a:lnTo>
                    <a:pt x="8356510" y="3586825"/>
                  </a:lnTo>
                  <a:lnTo>
                    <a:pt x="8356510" y="3581190"/>
                  </a:lnTo>
                  <a:lnTo>
                    <a:pt x="8351074" y="3581190"/>
                  </a:lnTo>
                  <a:lnTo>
                    <a:pt x="8351074" y="3575554"/>
                  </a:lnTo>
                  <a:lnTo>
                    <a:pt x="8334763" y="3575554"/>
                  </a:lnTo>
                  <a:lnTo>
                    <a:pt x="8318452" y="3575554"/>
                  </a:lnTo>
                  <a:lnTo>
                    <a:pt x="8307578" y="3575554"/>
                  </a:lnTo>
                  <a:lnTo>
                    <a:pt x="8307578" y="3569989"/>
                  </a:lnTo>
                  <a:lnTo>
                    <a:pt x="8291268" y="3569989"/>
                  </a:lnTo>
                  <a:lnTo>
                    <a:pt x="8264083" y="3569989"/>
                  </a:lnTo>
                  <a:lnTo>
                    <a:pt x="8258646" y="3569989"/>
                  </a:lnTo>
                  <a:lnTo>
                    <a:pt x="8253209" y="3569989"/>
                  </a:lnTo>
                  <a:lnTo>
                    <a:pt x="8226025" y="3569989"/>
                  </a:lnTo>
                  <a:lnTo>
                    <a:pt x="8204277" y="3569989"/>
                  </a:lnTo>
                  <a:lnTo>
                    <a:pt x="8193404" y="3569989"/>
                  </a:lnTo>
                  <a:lnTo>
                    <a:pt x="8193404" y="3564543"/>
                  </a:lnTo>
                  <a:lnTo>
                    <a:pt x="8160782" y="3564543"/>
                  </a:lnTo>
                  <a:lnTo>
                    <a:pt x="8160782" y="3559096"/>
                  </a:lnTo>
                  <a:lnTo>
                    <a:pt x="8139035" y="3559096"/>
                  </a:lnTo>
                  <a:lnTo>
                    <a:pt x="8128161" y="3559096"/>
                  </a:lnTo>
                  <a:lnTo>
                    <a:pt x="8106413" y="3559096"/>
                  </a:lnTo>
                  <a:lnTo>
                    <a:pt x="8100976" y="3559096"/>
                  </a:lnTo>
                  <a:lnTo>
                    <a:pt x="8084666" y="3559096"/>
                  </a:lnTo>
                  <a:lnTo>
                    <a:pt x="8084666" y="3553715"/>
                  </a:lnTo>
                  <a:lnTo>
                    <a:pt x="8073792" y="3553715"/>
                  </a:lnTo>
                  <a:lnTo>
                    <a:pt x="8073792" y="3548332"/>
                  </a:lnTo>
                  <a:lnTo>
                    <a:pt x="8068355" y="3548332"/>
                  </a:lnTo>
                  <a:lnTo>
                    <a:pt x="8057481" y="3548332"/>
                  </a:lnTo>
                  <a:lnTo>
                    <a:pt x="8057481" y="3542963"/>
                  </a:lnTo>
                  <a:lnTo>
                    <a:pt x="8046607" y="3542963"/>
                  </a:lnTo>
                  <a:lnTo>
                    <a:pt x="8041170" y="3542963"/>
                  </a:lnTo>
                  <a:lnTo>
                    <a:pt x="8041170" y="3537610"/>
                  </a:lnTo>
                  <a:lnTo>
                    <a:pt x="8035734" y="3537610"/>
                  </a:lnTo>
                  <a:lnTo>
                    <a:pt x="8035734" y="3532255"/>
                  </a:lnTo>
                  <a:lnTo>
                    <a:pt x="8030297" y="3532255"/>
                  </a:lnTo>
                  <a:lnTo>
                    <a:pt x="8003112" y="3532255"/>
                  </a:lnTo>
                  <a:lnTo>
                    <a:pt x="7981365" y="3532255"/>
                  </a:lnTo>
                  <a:lnTo>
                    <a:pt x="7970491" y="3532255"/>
                  </a:lnTo>
                  <a:lnTo>
                    <a:pt x="7937869" y="3532255"/>
                  </a:lnTo>
                  <a:lnTo>
                    <a:pt x="7910685" y="3532255"/>
                  </a:lnTo>
                  <a:lnTo>
                    <a:pt x="7905248" y="3532255"/>
                  </a:lnTo>
                  <a:lnTo>
                    <a:pt x="7899811" y="3532255"/>
                  </a:lnTo>
                  <a:lnTo>
                    <a:pt x="7899811" y="3527009"/>
                  </a:lnTo>
                  <a:lnTo>
                    <a:pt x="7894374" y="3527009"/>
                  </a:lnTo>
                  <a:lnTo>
                    <a:pt x="7894374" y="3521777"/>
                  </a:lnTo>
                  <a:lnTo>
                    <a:pt x="7888937" y="3521777"/>
                  </a:lnTo>
                  <a:lnTo>
                    <a:pt x="7888937" y="3516544"/>
                  </a:lnTo>
                  <a:lnTo>
                    <a:pt x="7845442" y="3516544"/>
                  </a:lnTo>
                  <a:lnTo>
                    <a:pt x="7845442" y="3511309"/>
                  </a:lnTo>
                  <a:lnTo>
                    <a:pt x="7840005" y="3511309"/>
                  </a:lnTo>
                  <a:lnTo>
                    <a:pt x="7840005" y="3506073"/>
                  </a:lnTo>
                  <a:lnTo>
                    <a:pt x="7812821" y="3506073"/>
                  </a:lnTo>
                  <a:lnTo>
                    <a:pt x="7807384" y="3506073"/>
                  </a:lnTo>
                  <a:lnTo>
                    <a:pt x="7796510" y="3506073"/>
                  </a:lnTo>
                  <a:lnTo>
                    <a:pt x="7791073" y="3506073"/>
                  </a:lnTo>
                  <a:lnTo>
                    <a:pt x="7780199" y="3506073"/>
                  </a:lnTo>
                  <a:lnTo>
                    <a:pt x="7747578" y="3506073"/>
                  </a:lnTo>
                  <a:lnTo>
                    <a:pt x="7725830" y="3506073"/>
                  </a:lnTo>
                  <a:lnTo>
                    <a:pt x="7698646" y="3506073"/>
                  </a:lnTo>
                  <a:lnTo>
                    <a:pt x="7693209" y="3506073"/>
                  </a:lnTo>
                  <a:lnTo>
                    <a:pt x="7687772" y="3506073"/>
                  </a:lnTo>
                  <a:lnTo>
                    <a:pt x="7687772" y="3501027"/>
                  </a:lnTo>
                  <a:lnTo>
                    <a:pt x="7666025" y="3501027"/>
                  </a:lnTo>
                  <a:lnTo>
                    <a:pt x="7666025" y="3495993"/>
                  </a:lnTo>
                  <a:lnTo>
                    <a:pt x="7660588" y="3495993"/>
                  </a:lnTo>
                  <a:lnTo>
                    <a:pt x="7649714" y="3495993"/>
                  </a:lnTo>
                  <a:lnTo>
                    <a:pt x="7595345" y="3495993"/>
                  </a:lnTo>
                  <a:lnTo>
                    <a:pt x="7595345" y="3491013"/>
                  </a:lnTo>
                  <a:lnTo>
                    <a:pt x="7579034" y="3491013"/>
                  </a:lnTo>
                  <a:lnTo>
                    <a:pt x="7573597" y="3491013"/>
                  </a:lnTo>
                  <a:lnTo>
                    <a:pt x="7557287" y="3491013"/>
                  </a:lnTo>
                  <a:lnTo>
                    <a:pt x="7557287" y="3486086"/>
                  </a:lnTo>
                  <a:lnTo>
                    <a:pt x="7551850" y="3486086"/>
                  </a:lnTo>
                  <a:lnTo>
                    <a:pt x="7530102" y="3486086"/>
                  </a:lnTo>
                  <a:lnTo>
                    <a:pt x="7497481" y="3486086"/>
                  </a:lnTo>
                  <a:lnTo>
                    <a:pt x="7492044" y="3486086"/>
                  </a:lnTo>
                  <a:lnTo>
                    <a:pt x="7492044" y="3481211"/>
                  </a:lnTo>
                  <a:lnTo>
                    <a:pt x="7475733" y="3481211"/>
                  </a:lnTo>
                  <a:lnTo>
                    <a:pt x="7464859" y="3481211"/>
                  </a:lnTo>
                  <a:lnTo>
                    <a:pt x="7464859" y="3476347"/>
                  </a:lnTo>
                  <a:lnTo>
                    <a:pt x="7459422" y="3476347"/>
                  </a:lnTo>
                  <a:lnTo>
                    <a:pt x="7415927" y="3476347"/>
                  </a:lnTo>
                  <a:lnTo>
                    <a:pt x="7415927" y="3471521"/>
                  </a:lnTo>
                  <a:lnTo>
                    <a:pt x="7405053" y="3471521"/>
                  </a:lnTo>
                  <a:lnTo>
                    <a:pt x="7383306" y="3471521"/>
                  </a:lnTo>
                  <a:lnTo>
                    <a:pt x="7383306" y="3466707"/>
                  </a:lnTo>
                  <a:lnTo>
                    <a:pt x="7377869" y="3466707"/>
                  </a:lnTo>
                  <a:lnTo>
                    <a:pt x="7377869" y="3461891"/>
                  </a:lnTo>
                  <a:lnTo>
                    <a:pt x="7372432" y="3461891"/>
                  </a:lnTo>
                  <a:lnTo>
                    <a:pt x="7366995" y="3461891"/>
                  </a:lnTo>
                  <a:lnTo>
                    <a:pt x="7366995" y="3457112"/>
                  </a:lnTo>
                  <a:lnTo>
                    <a:pt x="7361558" y="3457112"/>
                  </a:lnTo>
                  <a:lnTo>
                    <a:pt x="7361558" y="3452332"/>
                  </a:lnTo>
                  <a:lnTo>
                    <a:pt x="7356121" y="3452332"/>
                  </a:lnTo>
                  <a:lnTo>
                    <a:pt x="7356121" y="3447551"/>
                  </a:lnTo>
                  <a:lnTo>
                    <a:pt x="7350684" y="3447551"/>
                  </a:lnTo>
                  <a:lnTo>
                    <a:pt x="7345248" y="3447551"/>
                  </a:lnTo>
                  <a:lnTo>
                    <a:pt x="7339811" y="3447551"/>
                  </a:lnTo>
                  <a:lnTo>
                    <a:pt x="7334374" y="3447551"/>
                  </a:lnTo>
                  <a:lnTo>
                    <a:pt x="7328937" y="3447551"/>
                  </a:lnTo>
                  <a:lnTo>
                    <a:pt x="7323500" y="3447551"/>
                  </a:lnTo>
                  <a:lnTo>
                    <a:pt x="7307189" y="3447551"/>
                  </a:lnTo>
                  <a:lnTo>
                    <a:pt x="7301752" y="3447551"/>
                  </a:lnTo>
                  <a:lnTo>
                    <a:pt x="7301752" y="3442877"/>
                  </a:lnTo>
                  <a:lnTo>
                    <a:pt x="7296316" y="3442877"/>
                  </a:lnTo>
                  <a:lnTo>
                    <a:pt x="7290879" y="3442877"/>
                  </a:lnTo>
                  <a:lnTo>
                    <a:pt x="7280005" y="3442877"/>
                  </a:lnTo>
                  <a:lnTo>
                    <a:pt x="7269131" y="3442877"/>
                  </a:lnTo>
                  <a:lnTo>
                    <a:pt x="7263694" y="3442877"/>
                  </a:lnTo>
                  <a:lnTo>
                    <a:pt x="7258257" y="3442877"/>
                  </a:lnTo>
                  <a:lnTo>
                    <a:pt x="7241947" y="3442877"/>
                  </a:lnTo>
                  <a:lnTo>
                    <a:pt x="7209325" y="3442877"/>
                  </a:lnTo>
                  <a:lnTo>
                    <a:pt x="7187578" y="3442877"/>
                  </a:lnTo>
                  <a:lnTo>
                    <a:pt x="7149519" y="3442877"/>
                  </a:lnTo>
                  <a:lnTo>
                    <a:pt x="7111461" y="3442877"/>
                  </a:lnTo>
                  <a:lnTo>
                    <a:pt x="7111461" y="3438316"/>
                  </a:lnTo>
                  <a:lnTo>
                    <a:pt x="7106024" y="3438316"/>
                  </a:lnTo>
                  <a:lnTo>
                    <a:pt x="7095150" y="3438316"/>
                  </a:lnTo>
                  <a:lnTo>
                    <a:pt x="7095150" y="3433777"/>
                  </a:lnTo>
                  <a:lnTo>
                    <a:pt x="7089713" y="3433777"/>
                  </a:lnTo>
                  <a:lnTo>
                    <a:pt x="7073403" y="3433777"/>
                  </a:lnTo>
                  <a:lnTo>
                    <a:pt x="7073403" y="3429248"/>
                  </a:lnTo>
                  <a:lnTo>
                    <a:pt x="7057092" y="3429248"/>
                  </a:lnTo>
                  <a:lnTo>
                    <a:pt x="7051655" y="3429248"/>
                  </a:lnTo>
                  <a:lnTo>
                    <a:pt x="7051655" y="3424729"/>
                  </a:lnTo>
                  <a:lnTo>
                    <a:pt x="7046218" y="3424729"/>
                  </a:lnTo>
                  <a:lnTo>
                    <a:pt x="7040781" y="3424729"/>
                  </a:lnTo>
                  <a:lnTo>
                    <a:pt x="7040781" y="3420231"/>
                  </a:lnTo>
                  <a:lnTo>
                    <a:pt x="7024471" y="3420231"/>
                  </a:lnTo>
                  <a:lnTo>
                    <a:pt x="7024471" y="3415732"/>
                  </a:lnTo>
                  <a:lnTo>
                    <a:pt x="7019034" y="3415732"/>
                  </a:lnTo>
                  <a:lnTo>
                    <a:pt x="7008160" y="3415732"/>
                  </a:lnTo>
                  <a:lnTo>
                    <a:pt x="6997286" y="3415732"/>
                  </a:lnTo>
                  <a:lnTo>
                    <a:pt x="6986412" y="3415732"/>
                  </a:lnTo>
                  <a:lnTo>
                    <a:pt x="6986412" y="3411264"/>
                  </a:lnTo>
                  <a:lnTo>
                    <a:pt x="6980975" y="3411264"/>
                  </a:lnTo>
                  <a:lnTo>
                    <a:pt x="6980975" y="3406806"/>
                  </a:lnTo>
                  <a:lnTo>
                    <a:pt x="6975539" y="3406806"/>
                  </a:lnTo>
                  <a:lnTo>
                    <a:pt x="6975539" y="3402347"/>
                  </a:lnTo>
                  <a:lnTo>
                    <a:pt x="6970102" y="3402347"/>
                  </a:lnTo>
                  <a:lnTo>
                    <a:pt x="6964665" y="3402347"/>
                  </a:lnTo>
                  <a:lnTo>
                    <a:pt x="6959228" y="3402347"/>
                  </a:lnTo>
                  <a:lnTo>
                    <a:pt x="6959228" y="3397939"/>
                  </a:lnTo>
                  <a:lnTo>
                    <a:pt x="6953791" y="3397939"/>
                  </a:lnTo>
                  <a:lnTo>
                    <a:pt x="6937480" y="3397939"/>
                  </a:lnTo>
                  <a:lnTo>
                    <a:pt x="6937480" y="3393550"/>
                  </a:lnTo>
                  <a:lnTo>
                    <a:pt x="6932043" y="3393550"/>
                  </a:lnTo>
                  <a:lnTo>
                    <a:pt x="6921170" y="3393550"/>
                  </a:lnTo>
                  <a:lnTo>
                    <a:pt x="6921170" y="3389181"/>
                  </a:lnTo>
                  <a:lnTo>
                    <a:pt x="6861364" y="3389181"/>
                  </a:lnTo>
                  <a:lnTo>
                    <a:pt x="6839616" y="3389181"/>
                  </a:lnTo>
                  <a:lnTo>
                    <a:pt x="6828742" y="3389181"/>
                  </a:lnTo>
                  <a:lnTo>
                    <a:pt x="6812432" y="3389181"/>
                  </a:lnTo>
                  <a:lnTo>
                    <a:pt x="6801558" y="3389181"/>
                  </a:lnTo>
                  <a:lnTo>
                    <a:pt x="6801558" y="3384860"/>
                  </a:lnTo>
                  <a:lnTo>
                    <a:pt x="6790684" y="3384860"/>
                  </a:lnTo>
                  <a:lnTo>
                    <a:pt x="6790684" y="3380539"/>
                  </a:lnTo>
                  <a:lnTo>
                    <a:pt x="6774373" y="3380539"/>
                  </a:lnTo>
                  <a:lnTo>
                    <a:pt x="6774373" y="3376236"/>
                  </a:lnTo>
                  <a:lnTo>
                    <a:pt x="6758063" y="3376236"/>
                  </a:lnTo>
                  <a:lnTo>
                    <a:pt x="6758063" y="3371932"/>
                  </a:lnTo>
                  <a:lnTo>
                    <a:pt x="6752626" y="3371932"/>
                  </a:lnTo>
                  <a:lnTo>
                    <a:pt x="6741752" y="3371932"/>
                  </a:lnTo>
                  <a:lnTo>
                    <a:pt x="6741752" y="3367637"/>
                  </a:lnTo>
                  <a:lnTo>
                    <a:pt x="6736315" y="3367637"/>
                  </a:lnTo>
                  <a:lnTo>
                    <a:pt x="6736315" y="3363342"/>
                  </a:lnTo>
                  <a:lnTo>
                    <a:pt x="6720004" y="3363342"/>
                  </a:lnTo>
                  <a:lnTo>
                    <a:pt x="6714568" y="3363342"/>
                  </a:lnTo>
                  <a:lnTo>
                    <a:pt x="6698257" y="3363342"/>
                  </a:lnTo>
                  <a:lnTo>
                    <a:pt x="6692820" y="3363342"/>
                  </a:lnTo>
                  <a:lnTo>
                    <a:pt x="6671072" y="3363342"/>
                  </a:lnTo>
                  <a:lnTo>
                    <a:pt x="6671072" y="3359093"/>
                  </a:lnTo>
                  <a:lnTo>
                    <a:pt x="6660199" y="3359093"/>
                  </a:lnTo>
                  <a:lnTo>
                    <a:pt x="6638451" y="3359093"/>
                  </a:lnTo>
                  <a:lnTo>
                    <a:pt x="6633014" y="3359093"/>
                  </a:lnTo>
                  <a:lnTo>
                    <a:pt x="6627577" y="3359093"/>
                  </a:lnTo>
                  <a:lnTo>
                    <a:pt x="6627577" y="3354880"/>
                  </a:lnTo>
                  <a:lnTo>
                    <a:pt x="6611266" y="3354880"/>
                  </a:lnTo>
                  <a:lnTo>
                    <a:pt x="6600393" y="3354880"/>
                  </a:lnTo>
                  <a:lnTo>
                    <a:pt x="6594956" y="3354880"/>
                  </a:lnTo>
                  <a:lnTo>
                    <a:pt x="6589519" y="3354880"/>
                  </a:lnTo>
                  <a:lnTo>
                    <a:pt x="6584082" y="3354880"/>
                  </a:lnTo>
                  <a:lnTo>
                    <a:pt x="6584082" y="3350720"/>
                  </a:lnTo>
                  <a:lnTo>
                    <a:pt x="6578645" y="3350720"/>
                  </a:lnTo>
                  <a:lnTo>
                    <a:pt x="6562334" y="3350720"/>
                  </a:lnTo>
                  <a:lnTo>
                    <a:pt x="6551461" y="3350720"/>
                  </a:lnTo>
                  <a:lnTo>
                    <a:pt x="6546024" y="3350720"/>
                  </a:lnTo>
                  <a:lnTo>
                    <a:pt x="6535150" y="3350720"/>
                  </a:lnTo>
                  <a:lnTo>
                    <a:pt x="6535150" y="3346604"/>
                  </a:lnTo>
                  <a:lnTo>
                    <a:pt x="6524276" y="3346604"/>
                  </a:lnTo>
                  <a:lnTo>
                    <a:pt x="6524276" y="3342487"/>
                  </a:lnTo>
                  <a:lnTo>
                    <a:pt x="6518839" y="3342487"/>
                  </a:lnTo>
                  <a:lnTo>
                    <a:pt x="6518839" y="3338369"/>
                  </a:lnTo>
                  <a:lnTo>
                    <a:pt x="6502529" y="3338369"/>
                  </a:lnTo>
                  <a:lnTo>
                    <a:pt x="6502529" y="3334251"/>
                  </a:lnTo>
                  <a:lnTo>
                    <a:pt x="6497092" y="3334251"/>
                  </a:lnTo>
                  <a:lnTo>
                    <a:pt x="6491655" y="3334251"/>
                  </a:lnTo>
                  <a:lnTo>
                    <a:pt x="6491655" y="3326030"/>
                  </a:lnTo>
                  <a:lnTo>
                    <a:pt x="6486218" y="3326030"/>
                  </a:lnTo>
                  <a:lnTo>
                    <a:pt x="6486218" y="3321918"/>
                  </a:lnTo>
                  <a:lnTo>
                    <a:pt x="6480781" y="3321918"/>
                  </a:lnTo>
                  <a:lnTo>
                    <a:pt x="6459033" y="3321918"/>
                  </a:lnTo>
                  <a:lnTo>
                    <a:pt x="6453596" y="3321918"/>
                  </a:lnTo>
                  <a:lnTo>
                    <a:pt x="6453596" y="3313728"/>
                  </a:lnTo>
                  <a:lnTo>
                    <a:pt x="6431849" y="3313728"/>
                  </a:lnTo>
                  <a:lnTo>
                    <a:pt x="6431849" y="3309632"/>
                  </a:lnTo>
                  <a:lnTo>
                    <a:pt x="6415538" y="3309632"/>
                  </a:lnTo>
                  <a:lnTo>
                    <a:pt x="6415538" y="3305535"/>
                  </a:lnTo>
                  <a:lnTo>
                    <a:pt x="6404664" y="3305535"/>
                  </a:lnTo>
                  <a:lnTo>
                    <a:pt x="6404664" y="3301446"/>
                  </a:lnTo>
                  <a:lnTo>
                    <a:pt x="6393791" y="3301446"/>
                  </a:lnTo>
                  <a:lnTo>
                    <a:pt x="6393791" y="3297357"/>
                  </a:lnTo>
                  <a:lnTo>
                    <a:pt x="6372043" y="3297357"/>
                  </a:lnTo>
                  <a:lnTo>
                    <a:pt x="6372043" y="3293275"/>
                  </a:lnTo>
                  <a:lnTo>
                    <a:pt x="6366606" y="3293275"/>
                  </a:lnTo>
                  <a:lnTo>
                    <a:pt x="6366606" y="3289193"/>
                  </a:lnTo>
                  <a:lnTo>
                    <a:pt x="6361169" y="3289193"/>
                  </a:lnTo>
                  <a:lnTo>
                    <a:pt x="6361169" y="3285110"/>
                  </a:lnTo>
                  <a:lnTo>
                    <a:pt x="6355732" y="3285110"/>
                  </a:lnTo>
                  <a:lnTo>
                    <a:pt x="6350295" y="3285110"/>
                  </a:lnTo>
                  <a:lnTo>
                    <a:pt x="6350295" y="3276991"/>
                  </a:lnTo>
                  <a:lnTo>
                    <a:pt x="6339422" y="3276991"/>
                  </a:lnTo>
                  <a:lnTo>
                    <a:pt x="6339422" y="3272932"/>
                  </a:lnTo>
                  <a:lnTo>
                    <a:pt x="6333985" y="3272932"/>
                  </a:lnTo>
                  <a:lnTo>
                    <a:pt x="6317674" y="3272932"/>
                  </a:lnTo>
                  <a:lnTo>
                    <a:pt x="6317674" y="3268879"/>
                  </a:lnTo>
                  <a:lnTo>
                    <a:pt x="6290490" y="3268879"/>
                  </a:lnTo>
                  <a:lnTo>
                    <a:pt x="6279616" y="3268879"/>
                  </a:lnTo>
                  <a:lnTo>
                    <a:pt x="6268742" y="3268879"/>
                  </a:lnTo>
                  <a:lnTo>
                    <a:pt x="6257868" y="3268879"/>
                  </a:lnTo>
                  <a:lnTo>
                    <a:pt x="6246994" y="3268879"/>
                  </a:lnTo>
                  <a:lnTo>
                    <a:pt x="6219810" y="3268879"/>
                  </a:lnTo>
                  <a:lnTo>
                    <a:pt x="6219810" y="3264866"/>
                  </a:lnTo>
                  <a:lnTo>
                    <a:pt x="6203499" y="3264866"/>
                  </a:lnTo>
                  <a:lnTo>
                    <a:pt x="6160004" y="3264866"/>
                  </a:lnTo>
                  <a:lnTo>
                    <a:pt x="6154567" y="3264866"/>
                  </a:lnTo>
                  <a:lnTo>
                    <a:pt x="6154567" y="3260884"/>
                  </a:lnTo>
                  <a:lnTo>
                    <a:pt x="6149130" y="3260884"/>
                  </a:lnTo>
                  <a:lnTo>
                    <a:pt x="6138256" y="3260884"/>
                  </a:lnTo>
                  <a:lnTo>
                    <a:pt x="6121946" y="3260884"/>
                  </a:lnTo>
                  <a:lnTo>
                    <a:pt x="6116509" y="3260884"/>
                  </a:lnTo>
                  <a:lnTo>
                    <a:pt x="6094761" y="3260884"/>
                  </a:lnTo>
                  <a:lnTo>
                    <a:pt x="6094761" y="3256940"/>
                  </a:lnTo>
                  <a:lnTo>
                    <a:pt x="6083887" y="3256940"/>
                  </a:lnTo>
                  <a:lnTo>
                    <a:pt x="6073014" y="3256940"/>
                  </a:lnTo>
                  <a:lnTo>
                    <a:pt x="6067577" y="3256940"/>
                  </a:lnTo>
                  <a:lnTo>
                    <a:pt x="6051266" y="3256940"/>
                  </a:lnTo>
                  <a:lnTo>
                    <a:pt x="6051266" y="3253025"/>
                  </a:lnTo>
                  <a:lnTo>
                    <a:pt x="6045829" y="3253025"/>
                  </a:lnTo>
                  <a:lnTo>
                    <a:pt x="6034955" y="3253025"/>
                  </a:lnTo>
                  <a:lnTo>
                    <a:pt x="6029518" y="3253025"/>
                  </a:lnTo>
                  <a:lnTo>
                    <a:pt x="6024082" y="3253025"/>
                  </a:lnTo>
                  <a:lnTo>
                    <a:pt x="6024082" y="3249132"/>
                  </a:lnTo>
                  <a:lnTo>
                    <a:pt x="6013208" y="3249132"/>
                  </a:lnTo>
                  <a:lnTo>
                    <a:pt x="6007771" y="3249132"/>
                  </a:lnTo>
                  <a:lnTo>
                    <a:pt x="6007771" y="3245253"/>
                  </a:lnTo>
                  <a:lnTo>
                    <a:pt x="5980586" y="3245253"/>
                  </a:lnTo>
                  <a:lnTo>
                    <a:pt x="5975150" y="3245253"/>
                  </a:lnTo>
                  <a:lnTo>
                    <a:pt x="5958839" y="3245253"/>
                  </a:lnTo>
                  <a:lnTo>
                    <a:pt x="5958839" y="3241396"/>
                  </a:lnTo>
                  <a:lnTo>
                    <a:pt x="5937091" y="3241396"/>
                  </a:lnTo>
                  <a:lnTo>
                    <a:pt x="5937091" y="3237553"/>
                  </a:lnTo>
                  <a:lnTo>
                    <a:pt x="5931654" y="3237553"/>
                  </a:lnTo>
                  <a:lnTo>
                    <a:pt x="5915344" y="3237553"/>
                  </a:lnTo>
                  <a:lnTo>
                    <a:pt x="5915344" y="3233716"/>
                  </a:lnTo>
                  <a:lnTo>
                    <a:pt x="5909907" y="3233716"/>
                  </a:lnTo>
                  <a:lnTo>
                    <a:pt x="5909907" y="3229879"/>
                  </a:lnTo>
                  <a:lnTo>
                    <a:pt x="5899033" y="3229879"/>
                  </a:lnTo>
                  <a:lnTo>
                    <a:pt x="5899033" y="3226041"/>
                  </a:lnTo>
                  <a:lnTo>
                    <a:pt x="5871848" y="3226041"/>
                  </a:lnTo>
                  <a:lnTo>
                    <a:pt x="5871848" y="3222203"/>
                  </a:lnTo>
                  <a:lnTo>
                    <a:pt x="5860975" y="3222203"/>
                  </a:lnTo>
                  <a:lnTo>
                    <a:pt x="5850101" y="3222203"/>
                  </a:lnTo>
                  <a:lnTo>
                    <a:pt x="5833790" y="3222203"/>
                  </a:lnTo>
                  <a:lnTo>
                    <a:pt x="5833790" y="3218378"/>
                  </a:lnTo>
                  <a:lnTo>
                    <a:pt x="5822916" y="3218378"/>
                  </a:lnTo>
                  <a:lnTo>
                    <a:pt x="5822916" y="3214554"/>
                  </a:lnTo>
                  <a:lnTo>
                    <a:pt x="5817479" y="3214554"/>
                  </a:lnTo>
                  <a:lnTo>
                    <a:pt x="5817479" y="3210728"/>
                  </a:lnTo>
                  <a:lnTo>
                    <a:pt x="5812043" y="3210728"/>
                  </a:lnTo>
                  <a:lnTo>
                    <a:pt x="5812043" y="3206916"/>
                  </a:lnTo>
                  <a:lnTo>
                    <a:pt x="5806606" y="3206916"/>
                  </a:lnTo>
                  <a:lnTo>
                    <a:pt x="5790295" y="3206916"/>
                  </a:lnTo>
                  <a:lnTo>
                    <a:pt x="5784858" y="3206916"/>
                  </a:lnTo>
                  <a:lnTo>
                    <a:pt x="5768547" y="3206916"/>
                  </a:lnTo>
                  <a:lnTo>
                    <a:pt x="5746800" y="3206916"/>
                  </a:lnTo>
                  <a:lnTo>
                    <a:pt x="5741363" y="3206916"/>
                  </a:lnTo>
                  <a:lnTo>
                    <a:pt x="5725052" y="3206916"/>
                  </a:lnTo>
                  <a:lnTo>
                    <a:pt x="5725052" y="3203172"/>
                  </a:lnTo>
                  <a:lnTo>
                    <a:pt x="5719615" y="3203172"/>
                  </a:lnTo>
                  <a:lnTo>
                    <a:pt x="5714178" y="3203172"/>
                  </a:lnTo>
                  <a:lnTo>
                    <a:pt x="5714178" y="3195696"/>
                  </a:lnTo>
                  <a:lnTo>
                    <a:pt x="5703305" y="3195696"/>
                  </a:lnTo>
                  <a:lnTo>
                    <a:pt x="5692431" y="3195696"/>
                  </a:lnTo>
                  <a:lnTo>
                    <a:pt x="5670683" y="3195696"/>
                  </a:lnTo>
                  <a:lnTo>
                    <a:pt x="5648936" y="3195696"/>
                  </a:lnTo>
                  <a:lnTo>
                    <a:pt x="5648936" y="3188283"/>
                  </a:lnTo>
                  <a:lnTo>
                    <a:pt x="5632625" y="3188283"/>
                  </a:lnTo>
                  <a:lnTo>
                    <a:pt x="5632625" y="3180869"/>
                  </a:lnTo>
                  <a:lnTo>
                    <a:pt x="5627188" y="3180869"/>
                  </a:lnTo>
                  <a:lnTo>
                    <a:pt x="5605440" y="3180869"/>
                  </a:lnTo>
                  <a:lnTo>
                    <a:pt x="5594567" y="3180869"/>
                  </a:lnTo>
                  <a:lnTo>
                    <a:pt x="5589130" y="3180869"/>
                  </a:lnTo>
                  <a:lnTo>
                    <a:pt x="5583693" y="3180869"/>
                  </a:lnTo>
                  <a:lnTo>
                    <a:pt x="5583693" y="3177194"/>
                  </a:lnTo>
                  <a:lnTo>
                    <a:pt x="5578256" y="3177194"/>
                  </a:lnTo>
                  <a:lnTo>
                    <a:pt x="5578256" y="3173518"/>
                  </a:lnTo>
                  <a:lnTo>
                    <a:pt x="5561945" y="3173518"/>
                  </a:lnTo>
                  <a:lnTo>
                    <a:pt x="5556508" y="3173518"/>
                  </a:lnTo>
                  <a:lnTo>
                    <a:pt x="5556508" y="3162507"/>
                  </a:lnTo>
                  <a:lnTo>
                    <a:pt x="5551072" y="3162507"/>
                  </a:lnTo>
                  <a:lnTo>
                    <a:pt x="5551072" y="3158836"/>
                  </a:lnTo>
                  <a:lnTo>
                    <a:pt x="5545635" y="3158836"/>
                  </a:lnTo>
                  <a:lnTo>
                    <a:pt x="5518450" y="3158836"/>
                  </a:lnTo>
                  <a:lnTo>
                    <a:pt x="5507576" y="3158836"/>
                  </a:lnTo>
                  <a:lnTo>
                    <a:pt x="5507576" y="3155177"/>
                  </a:lnTo>
                  <a:lnTo>
                    <a:pt x="5502139" y="3155177"/>
                  </a:lnTo>
                  <a:lnTo>
                    <a:pt x="5496703" y="3155177"/>
                  </a:lnTo>
                  <a:lnTo>
                    <a:pt x="5491266" y="3155177"/>
                  </a:lnTo>
                  <a:lnTo>
                    <a:pt x="5491266" y="3151530"/>
                  </a:lnTo>
                  <a:lnTo>
                    <a:pt x="5480392" y="3151530"/>
                  </a:lnTo>
                  <a:lnTo>
                    <a:pt x="5480392" y="3144235"/>
                  </a:lnTo>
                  <a:lnTo>
                    <a:pt x="5464081" y="3144235"/>
                  </a:lnTo>
                  <a:lnTo>
                    <a:pt x="5464081" y="3140593"/>
                  </a:lnTo>
                  <a:lnTo>
                    <a:pt x="5442334" y="3140593"/>
                  </a:lnTo>
                  <a:lnTo>
                    <a:pt x="5442334" y="3136957"/>
                  </a:lnTo>
                  <a:lnTo>
                    <a:pt x="5431460" y="3136957"/>
                  </a:lnTo>
                  <a:lnTo>
                    <a:pt x="5431460" y="3133321"/>
                  </a:lnTo>
                  <a:lnTo>
                    <a:pt x="5420586" y="3133321"/>
                  </a:lnTo>
                  <a:lnTo>
                    <a:pt x="5420586" y="3129684"/>
                  </a:lnTo>
                  <a:lnTo>
                    <a:pt x="5409712" y="3129684"/>
                  </a:lnTo>
                  <a:lnTo>
                    <a:pt x="5409712" y="3126053"/>
                  </a:lnTo>
                  <a:lnTo>
                    <a:pt x="5404275" y="3126053"/>
                  </a:lnTo>
                  <a:lnTo>
                    <a:pt x="5404275" y="3122428"/>
                  </a:lnTo>
                  <a:lnTo>
                    <a:pt x="5377091" y="3122428"/>
                  </a:lnTo>
                  <a:lnTo>
                    <a:pt x="5377091" y="3118802"/>
                  </a:lnTo>
                  <a:lnTo>
                    <a:pt x="5366217" y="3118802"/>
                  </a:lnTo>
                  <a:lnTo>
                    <a:pt x="5360780" y="3118802"/>
                  </a:lnTo>
                  <a:lnTo>
                    <a:pt x="5360780" y="3115182"/>
                  </a:lnTo>
                  <a:lnTo>
                    <a:pt x="5344469" y="3115182"/>
                  </a:lnTo>
                  <a:lnTo>
                    <a:pt x="5333596" y="3115182"/>
                  </a:lnTo>
                  <a:lnTo>
                    <a:pt x="5333596" y="3111567"/>
                  </a:lnTo>
                  <a:lnTo>
                    <a:pt x="5311848" y="3111567"/>
                  </a:lnTo>
                  <a:lnTo>
                    <a:pt x="5311848" y="3107952"/>
                  </a:lnTo>
                  <a:lnTo>
                    <a:pt x="5284664" y="3107952"/>
                  </a:lnTo>
                  <a:lnTo>
                    <a:pt x="5273790" y="3107952"/>
                  </a:lnTo>
                  <a:lnTo>
                    <a:pt x="5268353" y="3107952"/>
                  </a:lnTo>
                  <a:lnTo>
                    <a:pt x="5268353" y="3100757"/>
                  </a:lnTo>
                  <a:lnTo>
                    <a:pt x="5262916" y="3100757"/>
                  </a:lnTo>
                  <a:lnTo>
                    <a:pt x="5262916" y="3097164"/>
                  </a:lnTo>
                  <a:lnTo>
                    <a:pt x="5246605" y="3097164"/>
                  </a:lnTo>
                  <a:lnTo>
                    <a:pt x="5246605" y="3093572"/>
                  </a:lnTo>
                  <a:lnTo>
                    <a:pt x="5241168" y="3093572"/>
                  </a:lnTo>
                  <a:lnTo>
                    <a:pt x="5235731" y="3093572"/>
                  </a:lnTo>
                  <a:lnTo>
                    <a:pt x="5235731" y="3089985"/>
                  </a:lnTo>
                  <a:lnTo>
                    <a:pt x="5230295" y="3089985"/>
                  </a:lnTo>
                  <a:lnTo>
                    <a:pt x="5230295" y="3082809"/>
                  </a:lnTo>
                  <a:lnTo>
                    <a:pt x="5219421" y="3082809"/>
                  </a:lnTo>
                  <a:lnTo>
                    <a:pt x="5213984" y="3082809"/>
                  </a:lnTo>
                  <a:lnTo>
                    <a:pt x="5213984" y="3075655"/>
                  </a:lnTo>
                  <a:lnTo>
                    <a:pt x="5208547" y="3075655"/>
                  </a:lnTo>
                  <a:lnTo>
                    <a:pt x="5197673" y="3075655"/>
                  </a:lnTo>
                  <a:lnTo>
                    <a:pt x="5192236" y="3075655"/>
                  </a:lnTo>
                  <a:lnTo>
                    <a:pt x="5192236" y="3068534"/>
                  </a:lnTo>
                  <a:lnTo>
                    <a:pt x="5181363" y="3068534"/>
                  </a:lnTo>
                  <a:lnTo>
                    <a:pt x="5175926" y="3068534"/>
                  </a:lnTo>
                  <a:lnTo>
                    <a:pt x="5175926" y="3064979"/>
                  </a:lnTo>
                  <a:lnTo>
                    <a:pt x="5165052" y="3064979"/>
                  </a:lnTo>
                  <a:lnTo>
                    <a:pt x="5165052" y="3061424"/>
                  </a:lnTo>
                  <a:lnTo>
                    <a:pt x="5159615" y="3061424"/>
                  </a:lnTo>
                  <a:lnTo>
                    <a:pt x="5159615" y="3054311"/>
                  </a:lnTo>
                  <a:lnTo>
                    <a:pt x="5137867" y="3054311"/>
                  </a:lnTo>
                  <a:lnTo>
                    <a:pt x="5121557" y="3054311"/>
                  </a:lnTo>
                  <a:lnTo>
                    <a:pt x="5121557" y="3043657"/>
                  </a:lnTo>
                  <a:lnTo>
                    <a:pt x="5099809" y="3043657"/>
                  </a:lnTo>
                  <a:lnTo>
                    <a:pt x="5094372" y="3043657"/>
                  </a:lnTo>
                  <a:lnTo>
                    <a:pt x="5072625" y="3043657"/>
                  </a:lnTo>
                  <a:lnTo>
                    <a:pt x="5072625" y="3040122"/>
                  </a:lnTo>
                  <a:lnTo>
                    <a:pt x="5061751" y="3040122"/>
                  </a:lnTo>
                  <a:lnTo>
                    <a:pt x="5056314" y="3040122"/>
                  </a:lnTo>
                  <a:lnTo>
                    <a:pt x="5040003" y="3040122"/>
                  </a:lnTo>
                  <a:lnTo>
                    <a:pt x="5040003" y="3036597"/>
                  </a:lnTo>
                  <a:lnTo>
                    <a:pt x="5034566" y="3036597"/>
                  </a:lnTo>
                  <a:lnTo>
                    <a:pt x="5034566" y="3029547"/>
                  </a:lnTo>
                  <a:lnTo>
                    <a:pt x="5029129" y="3029547"/>
                  </a:lnTo>
                  <a:lnTo>
                    <a:pt x="5023693" y="3029547"/>
                  </a:lnTo>
                  <a:lnTo>
                    <a:pt x="5012819" y="3029547"/>
                  </a:lnTo>
                  <a:lnTo>
                    <a:pt x="5007382" y="3029547"/>
                  </a:lnTo>
                  <a:lnTo>
                    <a:pt x="4991071" y="3029547"/>
                  </a:lnTo>
                  <a:lnTo>
                    <a:pt x="4991071" y="3026054"/>
                  </a:lnTo>
                  <a:lnTo>
                    <a:pt x="4980197" y="3026054"/>
                  </a:lnTo>
                  <a:lnTo>
                    <a:pt x="4980197" y="3022571"/>
                  </a:lnTo>
                  <a:lnTo>
                    <a:pt x="4969324" y="3022571"/>
                  </a:lnTo>
                  <a:lnTo>
                    <a:pt x="4969324" y="3012137"/>
                  </a:lnTo>
                  <a:lnTo>
                    <a:pt x="4947576" y="3012137"/>
                  </a:lnTo>
                  <a:lnTo>
                    <a:pt x="4936702" y="3012137"/>
                  </a:lnTo>
                  <a:lnTo>
                    <a:pt x="4936702" y="3008674"/>
                  </a:lnTo>
                  <a:lnTo>
                    <a:pt x="4931265" y="3008674"/>
                  </a:lnTo>
                  <a:lnTo>
                    <a:pt x="4920391" y="3008674"/>
                  </a:lnTo>
                  <a:lnTo>
                    <a:pt x="4920391" y="3001757"/>
                  </a:lnTo>
                  <a:lnTo>
                    <a:pt x="4914955" y="3001757"/>
                  </a:lnTo>
                  <a:lnTo>
                    <a:pt x="4909518" y="3001757"/>
                  </a:lnTo>
                  <a:lnTo>
                    <a:pt x="4909518" y="2998319"/>
                  </a:lnTo>
                  <a:lnTo>
                    <a:pt x="4904081" y="2998319"/>
                  </a:lnTo>
                  <a:lnTo>
                    <a:pt x="4904081" y="2994886"/>
                  </a:lnTo>
                  <a:lnTo>
                    <a:pt x="4871459" y="2994886"/>
                  </a:lnTo>
                  <a:lnTo>
                    <a:pt x="4866022" y="2994886"/>
                  </a:lnTo>
                  <a:lnTo>
                    <a:pt x="4849712" y="2994886"/>
                  </a:lnTo>
                  <a:lnTo>
                    <a:pt x="4838838" y="2994886"/>
                  </a:lnTo>
                  <a:lnTo>
                    <a:pt x="4811654" y="2994886"/>
                  </a:lnTo>
                  <a:lnTo>
                    <a:pt x="4811654" y="2991483"/>
                  </a:lnTo>
                  <a:lnTo>
                    <a:pt x="4800780" y="2991483"/>
                  </a:lnTo>
                  <a:lnTo>
                    <a:pt x="4795343" y="2991483"/>
                  </a:lnTo>
                  <a:lnTo>
                    <a:pt x="4795343" y="2988084"/>
                  </a:lnTo>
                  <a:lnTo>
                    <a:pt x="4789906" y="2988084"/>
                  </a:lnTo>
                  <a:lnTo>
                    <a:pt x="4784469" y="2988084"/>
                  </a:lnTo>
                  <a:lnTo>
                    <a:pt x="4773595" y="2988084"/>
                  </a:lnTo>
                  <a:lnTo>
                    <a:pt x="4773595" y="2984695"/>
                  </a:lnTo>
                  <a:lnTo>
                    <a:pt x="4751848" y="2984695"/>
                  </a:lnTo>
                  <a:lnTo>
                    <a:pt x="4751848" y="2981306"/>
                  </a:lnTo>
                  <a:lnTo>
                    <a:pt x="4746411" y="2981306"/>
                  </a:lnTo>
                  <a:lnTo>
                    <a:pt x="4746411" y="2974537"/>
                  </a:lnTo>
                  <a:lnTo>
                    <a:pt x="4740974" y="2974537"/>
                  </a:lnTo>
                  <a:lnTo>
                    <a:pt x="4740974" y="2971152"/>
                  </a:lnTo>
                  <a:lnTo>
                    <a:pt x="4735537" y="2971152"/>
                  </a:lnTo>
                  <a:lnTo>
                    <a:pt x="4735537" y="2967767"/>
                  </a:lnTo>
                  <a:lnTo>
                    <a:pt x="4708352" y="2967767"/>
                  </a:lnTo>
                  <a:lnTo>
                    <a:pt x="4708352" y="2964381"/>
                  </a:lnTo>
                  <a:lnTo>
                    <a:pt x="4692042" y="2964381"/>
                  </a:lnTo>
                  <a:lnTo>
                    <a:pt x="4692042" y="2960995"/>
                  </a:lnTo>
                  <a:lnTo>
                    <a:pt x="4675731" y="2960995"/>
                  </a:lnTo>
                  <a:lnTo>
                    <a:pt x="4670294" y="2960995"/>
                  </a:lnTo>
                  <a:lnTo>
                    <a:pt x="4664857" y="2960995"/>
                  </a:lnTo>
                  <a:lnTo>
                    <a:pt x="4664857" y="2957624"/>
                  </a:lnTo>
                  <a:lnTo>
                    <a:pt x="4653983" y="2957624"/>
                  </a:lnTo>
                  <a:lnTo>
                    <a:pt x="4653983" y="2954257"/>
                  </a:lnTo>
                  <a:lnTo>
                    <a:pt x="4643110" y="2954257"/>
                  </a:lnTo>
                  <a:lnTo>
                    <a:pt x="4643110" y="2950895"/>
                  </a:lnTo>
                  <a:lnTo>
                    <a:pt x="4632236" y="2950895"/>
                  </a:lnTo>
                  <a:lnTo>
                    <a:pt x="4632236" y="2947532"/>
                  </a:lnTo>
                  <a:lnTo>
                    <a:pt x="4615925" y="2947532"/>
                  </a:lnTo>
                  <a:lnTo>
                    <a:pt x="4615925" y="2944169"/>
                  </a:lnTo>
                  <a:lnTo>
                    <a:pt x="4605051" y="2944169"/>
                  </a:lnTo>
                  <a:lnTo>
                    <a:pt x="4594178" y="2944169"/>
                  </a:lnTo>
                  <a:lnTo>
                    <a:pt x="4588741" y="2944169"/>
                  </a:lnTo>
                  <a:lnTo>
                    <a:pt x="4583304" y="2944169"/>
                  </a:lnTo>
                  <a:lnTo>
                    <a:pt x="4577867" y="2944169"/>
                  </a:lnTo>
                  <a:lnTo>
                    <a:pt x="4577867" y="2940834"/>
                  </a:lnTo>
                  <a:lnTo>
                    <a:pt x="4566993" y="2940834"/>
                  </a:lnTo>
                  <a:lnTo>
                    <a:pt x="4566993" y="2937509"/>
                  </a:lnTo>
                  <a:lnTo>
                    <a:pt x="4561556" y="2937509"/>
                  </a:lnTo>
                  <a:lnTo>
                    <a:pt x="4561556" y="2934183"/>
                  </a:lnTo>
                  <a:lnTo>
                    <a:pt x="4556119" y="2934183"/>
                  </a:lnTo>
                  <a:lnTo>
                    <a:pt x="4556119" y="2927530"/>
                  </a:lnTo>
                  <a:lnTo>
                    <a:pt x="4550682" y="2927530"/>
                  </a:lnTo>
                  <a:lnTo>
                    <a:pt x="4550682" y="2924204"/>
                  </a:lnTo>
                  <a:lnTo>
                    <a:pt x="4545246" y="2924204"/>
                  </a:lnTo>
                  <a:lnTo>
                    <a:pt x="4545246" y="2917550"/>
                  </a:lnTo>
                  <a:lnTo>
                    <a:pt x="4539809" y="2917550"/>
                  </a:lnTo>
                  <a:lnTo>
                    <a:pt x="4539809" y="2914222"/>
                  </a:lnTo>
                  <a:lnTo>
                    <a:pt x="4534372" y="2914222"/>
                  </a:lnTo>
                  <a:lnTo>
                    <a:pt x="4518061" y="2914222"/>
                  </a:lnTo>
                  <a:lnTo>
                    <a:pt x="4518061" y="2910899"/>
                  </a:lnTo>
                  <a:lnTo>
                    <a:pt x="4507187" y="2910899"/>
                  </a:lnTo>
                  <a:lnTo>
                    <a:pt x="4507187" y="2907576"/>
                  </a:lnTo>
                  <a:lnTo>
                    <a:pt x="4496313" y="2907576"/>
                  </a:lnTo>
                  <a:lnTo>
                    <a:pt x="4496313" y="2900938"/>
                  </a:lnTo>
                  <a:lnTo>
                    <a:pt x="4490877" y="2900938"/>
                  </a:lnTo>
                  <a:lnTo>
                    <a:pt x="4490877" y="2897627"/>
                  </a:lnTo>
                  <a:lnTo>
                    <a:pt x="4485440" y="2897627"/>
                  </a:lnTo>
                  <a:lnTo>
                    <a:pt x="4485440" y="2891015"/>
                  </a:lnTo>
                  <a:lnTo>
                    <a:pt x="4480003" y="2891015"/>
                  </a:lnTo>
                  <a:lnTo>
                    <a:pt x="4480003" y="2887708"/>
                  </a:lnTo>
                  <a:lnTo>
                    <a:pt x="4474566" y="2887708"/>
                  </a:lnTo>
                  <a:lnTo>
                    <a:pt x="4474566" y="2884401"/>
                  </a:lnTo>
                  <a:lnTo>
                    <a:pt x="4469129" y="2884401"/>
                  </a:lnTo>
                  <a:lnTo>
                    <a:pt x="4469129" y="2881094"/>
                  </a:lnTo>
                  <a:lnTo>
                    <a:pt x="4452818" y="2881094"/>
                  </a:lnTo>
                  <a:lnTo>
                    <a:pt x="4447381" y="2881094"/>
                  </a:lnTo>
                  <a:lnTo>
                    <a:pt x="4436508" y="2881094"/>
                  </a:lnTo>
                  <a:lnTo>
                    <a:pt x="4436508" y="2871212"/>
                  </a:lnTo>
                  <a:lnTo>
                    <a:pt x="4425634" y="2871212"/>
                  </a:lnTo>
                  <a:lnTo>
                    <a:pt x="4425634" y="2867917"/>
                  </a:lnTo>
                  <a:lnTo>
                    <a:pt x="4403886" y="2867917"/>
                  </a:lnTo>
                  <a:lnTo>
                    <a:pt x="4403886" y="2864622"/>
                  </a:lnTo>
                  <a:lnTo>
                    <a:pt x="4393012" y="2864622"/>
                  </a:lnTo>
                  <a:lnTo>
                    <a:pt x="4387576" y="2864622"/>
                  </a:lnTo>
                  <a:lnTo>
                    <a:pt x="4387576" y="2861336"/>
                  </a:lnTo>
                  <a:lnTo>
                    <a:pt x="4382139" y="2861336"/>
                  </a:lnTo>
                  <a:lnTo>
                    <a:pt x="4382139" y="2858054"/>
                  </a:lnTo>
                  <a:lnTo>
                    <a:pt x="4376702" y="2858054"/>
                  </a:lnTo>
                  <a:lnTo>
                    <a:pt x="4376702" y="2854780"/>
                  </a:lnTo>
                  <a:lnTo>
                    <a:pt x="4371265" y="2854780"/>
                  </a:lnTo>
                  <a:lnTo>
                    <a:pt x="4371265" y="2851515"/>
                  </a:lnTo>
                  <a:lnTo>
                    <a:pt x="4365828" y="2851515"/>
                  </a:lnTo>
                  <a:lnTo>
                    <a:pt x="4365828" y="2848254"/>
                  </a:lnTo>
                  <a:lnTo>
                    <a:pt x="4360391" y="2848254"/>
                  </a:lnTo>
                  <a:lnTo>
                    <a:pt x="4360391" y="2844993"/>
                  </a:lnTo>
                  <a:lnTo>
                    <a:pt x="4354954" y="2844993"/>
                  </a:lnTo>
                  <a:lnTo>
                    <a:pt x="4349517" y="2844993"/>
                  </a:lnTo>
                  <a:lnTo>
                    <a:pt x="4344080" y="2844993"/>
                  </a:lnTo>
                  <a:lnTo>
                    <a:pt x="4338643" y="2844993"/>
                  </a:lnTo>
                  <a:lnTo>
                    <a:pt x="4333207" y="2844993"/>
                  </a:lnTo>
                  <a:lnTo>
                    <a:pt x="4333207" y="2841757"/>
                  </a:lnTo>
                  <a:lnTo>
                    <a:pt x="4327770" y="2841757"/>
                  </a:lnTo>
                  <a:lnTo>
                    <a:pt x="4327770" y="2838521"/>
                  </a:lnTo>
                  <a:lnTo>
                    <a:pt x="4322333" y="2838521"/>
                  </a:lnTo>
                  <a:lnTo>
                    <a:pt x="4322333" y="2835289"/>
                  </a:lnTo>
                  <a:lnTo>
                    <a:pt x="4316896" y="2835289"/>
                  </a:lnTo>
                  <a:lnTo>
                    <a:pt x="4316896" y="2828833"/>
                  </a:lnTo>
                  <a:lnTo>
                    <a:pt x="4306022" y="2828833"/>
                  </a:lnTo>
                  <a:lnTo>
                    <a:pt x="4306022" y="2822375"/>
                  </a:lnTo>
                  <a:lnTo>
                    <a:pt x="4300585" y="2822375"/>
                  </a:lnTo>
                  <a:lnTo>
                    <a:pt x="4295148" y="2822375"/>
                  </a:lnTo>
                  <a:lnTo>
                    <a:pt x="4295148" y="2815934"/>
                  </a:lnTo>
                  <a:lnTo>
                    <a:pt x="4289711" y="2815934"/>
                  </a:lnTo>
                  <a:lnTo>
                    <a:pt x="4289711" y="2812713"/>
                  </a:lnTo>
                  <a:lnTo>
                    <a:pt x="4284274" y="2812713"/>
                  </a:lnTo>
                  <a:lnTo>
                    <a:pt x="4284274" y="2809492"/>
                  </a:lnTo>
                  <a:lnTo>
                    <a:pt x="4267964" y="2809492"/>
                  </a:lnTo>
                  <a:lnTo>
                    <a:pt x="4267964" y="2806270"/>
                  </a:lnTo>
                  <a:lnTo>
                    <a:pt x="4262527" y="2806270"/>
                  </a:lnTo>
                  <a:lnTo>
                    <a:pt x="4257090" y="2806270"/>
                  </a:lnTo>
                  <a:lnTo>
                    <a:pt x="4240779" y="2806270"/>
                  </a:lnTo>
                  <a:lnTo>
                    <a:pt x="4229906" y="2806270"/>
                  </a:lnTo>
                  <a:lnTo>
                    <a:pt x="4229906" y="2803073"/>
                  </a:lnTo>
                  <a:lnTo>
                    <a:pt x="4224469" y="2803073"/>
                  </a:lnTo>
                  <a:lnTo>
                    <a:pt x="4219032" y="2803073"/>
                  </a:lnTo>
                  <a:lnTo>
                    <a:pt x="4219032" y="2799880"/>
                  </a:lnTo>
                  <a:lnTo>
                    <a:pt x="4208158" y="2799880"/>
                  </a:lnTo>
                  <a:lnTo>
                    <a:pt x="4208158" y="2796691"/>
                  </a:lnTo>
                  <a:lnTo>
                    <a:pt x="4202721" y="2796691"/>
                  </a:lnTo>
                  <a:lnTo>
                    <a:pt x="4202721" y="2793501"/>
                  </a:lnTo>
                  <a:lnTo>
                    <a:pt x="4197284" y="2793501"/>
                  </a:lnTo>
                  <a:lnTo>
                    <a:pt x="4197284" y="2790311"/>
                  </a:lnTo>
                  <a:lnTo>
                    <a:pt x="4191847" y="2790311"/>
                  </a:lnTo>
                  <a:lnTo>
                    <a:pt x="4191847" y="2783931"/>
                  </a:lnTo>
                  <a:lnTo>
                    <a:pt x="4186410" y="2783931"/>
                  </a:lnTo>
                  <a:lnTo>
                    <a:pt x="4180973" y="2783931"/>
                  </a:lnTo>
                  <a:lnTo>
                    <a:pt x="4180973" y="2780745"/>
                  </a:lnTo>
                  <a:lnTo>
                    <a:pt x="4175537" y="2780745"/>
                  </a:lnTo>
                  <a:lnTo>
                    <a:pt x="4153789" y="2780745"/>
                  </a:lnTo>
                  <a:lnTo>
                    <a:pt x="4153789" y="2777562"/>
                  </a:lnTo>
                  <a:lnTo>
                    <a:pt x="4148352" y="2777562"/>
                  </a:lnTo>
                  <a:lnTo>
                    <a:pt x="4148352" y="2774387"/>
                  </a:lnTo>
                  <a:lnTo>
                    <a:pt x="4142915" y="2774387"/>
                  </a:lnTo>
                  <a:lnTo>
                    <a:pt x="4137478" y="2774387"/>
                  </a:lnTo>
                  <a:lnTo>
                    <a:pt x="4137478" y="2771216"/>
                  </a:lnTo>
                  <a:lnTo>
                    <a:pt x="4132041" y="2771216"/>
                  </a:lnTo>
                  <a:lnTo>
                    <a:pt x="4132041" y="2764873"/>
                  </a:lnTo>
                  <a:lnTo>
                    <a:pt x="4121168" y="2764873"/>
                  </a:lnTo>
                  <a:lnTo>
                    <a:pt x="4121168" y="2761701"/>
                  </a:lnTo>
                  <a:lnTo>
                    <a:pt x="4110294" y="2761701"/>
                  </a:lnTo>
                  <a:lnTo>
                    <a:pt x="4110294" y="2758529"/>
                  </a:lnTo>
                  <a:lnTo>
                    <a:pt x="4104857" y="2758529"/>
                  </a:lnTo>
                  <a:lnTo>
                    <a:pt x="4104857" y="2755361"/>
                  </a:lnTo>
                  <a:lnTo>
                    <a:pt x="4099420" y="2755361"/>
                  </a:lnTo>
                  <a:lnTo>
                    <a:pt x="4093983" y="2755361"/>
                  </a:lnTo>
                  <a:lnTo>
                    <a:pt x="4088546" y="2755361"/>
                  </a:lnTo>
                  <a:lnTo>
                    <a:pt x="4088546" y="2752200"/>
                  </a:lnTo>
                  <a:lnTo>
                    <a:pt x="4077672" y="2752200"/>
                  </a:lnTo>
                  <a:lnTo>
                    <a:pt x="4077672" y="2749044"/>
                  </a:lnTo>
                  <a:lnTo>
                    <a:pt x="4072235" y="2749044"/>
                  </a:lnTo>
                  <a:lnTo>
                    <a:pt x="4066799" y="2749044"/>
                  </a:lnTo>
                  <a:lnTo>
                    <a:pt x="4066799" y="2745894"/>
                  </a:lnTo>
                  <a:lnTo>
                    <a:pt x="4055925" y="2745894"/>
                  </a:lnTo>
                  <a:lnTo>
                    <a:pt x="4055925" y="2742748"/>
                  </a:lnTo>
                  <a:lnTo>
                    <a:pt x="4050488" y="2742748"/>
                  </a:lnTo>
                  <a:lnTo>
                    <a:pt x="4050488" y="2739603"/>
                  </a:lnTo>
                  <a:lnTo>
                    <a:pt x="4039614" y="2739603"/>
                  </a:lnTo>
                  <a:lnTo>
                    <a:pt x="4034177" y="2739603"/>
                  </a:lnTo>
                  <a:lnTo>
                    <a:pt x="4028740" y="2739603"/>
                  </a:lnTo>
                  <a:lnTo>
                    <a:pt x="4028740" y="2733325"/>
                  </a:lnTo>
                  <a:lnTo>
                    <a:pt x="4017867" y="2733325"/>
                  </a:lnTo>
                  <a:lnTo>
                    <a:pt x="4012430" y="2733325"/>
                  </a:lnTo>
                  <a:lnTo>
                    <a:pt x="4012430" y="2730194"/>
                  </a:lnTo>
                  <a:lnTo>
                    <a:pt x="4006993" y="2730194"/>
                  </a:lnTo>
                  <a:lnTo>
                    <a:pt x="3996119" y="2730194"/>
                  </a:lnTo>
                  <a:lnTo>
                    <a:pt x="3996119" y="2727067"/>
                  </a:lnTo>
                  <a:lnTo>
                    <a:pt x="3990682" y="2727067"/>
                  </a:lnTo>
                  <a:lnTo>
                    <a:pt x="3990682" y="2720826"/>
                  </a:lnTo>
                  <a:lnTo>
                    <a:pt x="3985245" y="2720826"/>
                  </a:lnTo>
                  <a:lnTo>
                    <a:pt x="3985245" y="2714584"/>
                  </a:lnTo>
                  <a:lnTo>
                    <a:pt x="3979808" y="2714584"/>
                  </a:lnTo>
                  <a:lnTo>
                    <a:pt x="3979808" y="2711463"/>
                  </a:lnTo>
                  <a:lnTo>
                    <a:pt x="3974371" y="2711463"/>
                  </a:lnTo>
                  <a:lnTo>
                    <a:pt x="3974371" y="2708345"/>
                  </a:lnTo>
                  <a:lnTo>
                    <a:pt x="3958061" y="2708345"/>
                  </a:lnTo>
                  <a:lnTo>
                    <a:pt x="3941750" y="2708345"/>
                  </a:lnTo>
                  <a:lnTo>
                    <a:pt x="3941750" y="2705235"/>
                  </a:lnTo>
                  <a:lnTo>
                    <a:pt x="3925439" y="2705235"/>
                  </a:lnTo>
                  <a:lnTo>
                    <a:pt x="3881944" y="2705235"/>
                  </a:lnTo>
                  <a:lnTo>
                    <a:pt x="3881944" y="2695914"/>
                  </a:lnTo>
                  <a:lnTo>
                    <a:pt x="3865633" y="2695914"/>
                  </a:lnTo>
                  <a:lnTo>
                    <a:pt x="3865633" y="2689706"/>
                  </a:lnTo>
                  <a:lnTo>
                    <a:pt x="3860197" y="2689706"/>
                  </a:lnTo>
                  <a:lnTo>
                    <a:pt x="3860197" y="2683505"/>
                  </a:lnTo>
                  <a:lnTo>
                    <a:pt x="3854760" y="2683505"/>
                  </a:lnTo>
                  <a:lnTo>
                    <a:pt x="3854760" y="2680408"/>
                  </a:lnTo>
                  <a:lnTo>
                    <a:pt x="3843886" y="2680408"/>
                  </a:lnTo>
                  <a:lnTo>
                    <a:pt x="3843886" y="2677318"/>
                  </a:lnTo>
                  <a:lnTo>
                    <a:pt x="3833012" y="2677318"/>
                  </a:lnTo>
                  <a:lnTo>
                    <a:pt x="3822138" y="2677318"/>
                  </a:lnTo>
                  <a:lnTo>
                    <a:pt x="3822138" y="2674238"/>
                  </a:lnTo>
                  <a:lnTo>
                    <a:pt x="3816701" y="2674238"/>
                  </a:lnTo>
                  <a:lnTo>
                    <a:pt x="3816701" y="2671162"/>
                  </a:lnTo>
                  <a:lnTo>
                    <a:pt x="3811264" y="2671162"/>
                  </a:lnTo>
                  <a:lnTo>
                    <a:pt x="3811264" y="2665017"/>
                  </a:lnTo>
                  <a:lnTo>
                    <a:pt x="3805828" y="2665017"/>
                  </a:lnTo>
                  <a:lnTo>
                    <a:pt x="3800391" y="2665017"/>
                  </a:lnTo>
                  <a:lnTo>
                    <a:pt x="3800391" y="2661955"/>
                  </a:lnTo>
                  <a:lnTo>
                    <a:pt x="3794954" y="2661955"/>
                  </a:lnTo>
                  <a:lnTo>
                    <a:pt x="3773206" y="2661955"/>
                  </a:lnTo>
                  <a:lnTo>
                    <a:pt x="3773206" y="2658896"/>
                  </a:lnTo>
                  <a:lnTo>
                    <a:pt x="3767769" y="2658896"/>
                  </a:lnTo>
                  <a:lnTo>
                    <a:pt x="3767769" y="2652784"/>
                  </a:lnTo>
                  <a:lnTo>
                    <a:pt x="3746022" y="2652784"/>
                  </a:lnTo>
                  <a:lnTo>
                    <a:pt x="3740585" y="2652784"/>
                  </a:lnTo>
                  <a:lnTo>
                    <a:pt x="3729711" y="2652784"/>
                  </a:lnTo>
                  <a:lnTo>
                    <a:pt x="3724274" y="2652784"/>
                  </a:lnTo>
                  <a:lnTo>
                    <a:pt x="3713400" y="2652784"/>
                  </a:lnTo>
                  <a:lnTo>
                    <a:pt x="3713400" y="2649752"/>
                  </a:lnTo>
                  <a:lnTo>
                    <a:pt x="3707963" y="2649752"/>
                  </a:lnTo>
                  <a:lnTo>
                    <a:pt x="3707963" y="2640656"/>
                  </a:lnTo>
                  <a:lnTo>
                    <a:pt x="3697090" y="2640656"/>
                  </a:lnTo>
                  <a:lnTo>
                    <a:pt x="3697090" y="2637624"/>
                  </a:lnTo>
                  <a:lnTo>
                    <a:pt x="3680779" y="2637624"/>
                  </a:lnTo>
                  <a:lnTo>
                    <a:pt x="3675342" y="2637624"/>
                  </a:lnTo>
                  <a:lnTo>
                    <a:pt x="3675342" y="2634595"/>
                  </a:lnTo>
                  <a:lnTo>
                    <a:pt x="3669905" y="2634595"/>
                  </a:lnTo>
                  <a:lnTo>
                    <a:pt x="3669905" y="2631566"/>
                  </a:lnTo>
                  <a:lnTo>
                    <a:pt x="3664468" y="2631566"/>
                  </a:lnTo>
                  <a:lnTo>
                    <a:pt x="3664468" y="2628540"/>
                  </a:lnTo>
                  <a:lnTo>
                    <a:pt x="3653594" y="2628540"/>
                  </a:lnTo>
                  <a:lnTo>
                    <a:pt x="3653594" y="2625520"/>
                  </a:lnTo>
                  <a:lnTo>
                    <a:pt x="3637284" y="2625520"/>
                  </a:lnTo>
                  <a:lnTo>
                    <a:pt x="3637284" y="2622504"/>
                  </a:lnTo>
                  <a:lnTo>
                    <a:pt x="3631847" y="2622504"/>
                  </a:lnTo>
                  <a:lnTo>
                    <a:pt x="3631847" y="2619491"/>
                  </a:lnTo>
                  <a:lnTo>
                    <a:pt x="3620973" y="2619491"/>
                  </a:lnTo>
                  <a:lnTo>
                    <a:pt x="3615536" y="2619491"/>
                  </a:lnTo>
                  <a:lnTo>
                    <a:pt x="3615536" y="2616481"/>
                  </a:lnTo>
                  <a:lnTo>
                    <a:pt x="3610099" y="2616481"/>
                  </a:lnTo>
                  <a:lnTo>
                    <a:pt x="3610099" y="2613475"/>
                  </a:lnTo>
                  <a:lnTo>
                    <a:pt x="3604662" y="2613475"/>
                  </a:lnTo>
                  <a:lnTo>
                    <a:pt x="3593789" y="2613475"/>
                  </a:lnTo>
                  <a:lnTo>
                    <a:pt x="3588352" y="2613475"/>
                  </a:lnTo>
                  <a:lnTo>
                    <a:pt x="3582915" y="2613475"/>
                  </a:lnTo>
                  <a:lnTo>
                    <a:pt x="3582915" y="2610481"/>
                  </a:lnTo>
                  <a:lnTo>
                    <a:pt x="3577478" y="2610481"/>
                  </a:lnTo>
                  <a:lnTo>
                    <a:pt x="3572041" y="2610481"/>
                  </a:lnTo>
                  <a:lnTo>
                    <a:pt x="3561167" y="2610481"/>
                  </a:lnTo>
                  <a:lnTo>
                    <a:pt x="3561167" y="2604514"/>
                  </a:lnTo>
                  <a:lnTo>
                    <a:pt x="3555730" y="2604514"/>
                  </a:lnTo>
                  <a:lnTo>
                    <a:pt x="3544856" y="2604514"/>
                  </a:lnTo>
                  <a:lnTo>
                    <a:pt x="3544856" y="2598565"/>
                  </a:lnTo>
                  <a:lnTo>
                    <a:pt x="3539420" y="2598565"/>
                  </a:lnTo>
                  <a:lnTo>
                    <a:pt x="3539420" y="2595591"/>
                  </a:lnTo>
                  <a:lnTo>
                    <a:pt x="3533983" y="2595591"/>
                  </a:lnTo>
                  <a:lnTo>
                    <a:pt x="3533983" y="2589654"/>
                  </a:lnTo>
                  <a:lnTo>
                    <a:pt x="3528546" y="2589654"/>
                  </a:lnTo>
                  <a:lnTo>
                    <a:pt x="3523109" y="2589654"/>
                  </a:lnTo>
                  <a:lnTo>
                    <a:pt x="3517672" y="2589654"/>
                  </a:lnTo>
                  <a:lnTo>
                    <a:pt x="3517672" y="2586695"/>
                  </a:lnTo>
                  <a:lnTo>
                    <a:pt x="3506798" y="2586695"/>
                  </a:lnTo>
                  <a:lnTo>
                    <a:pt x="3506798" y="2583739"/>
                  </a:lnTo>
                  <a:lnTo>
                    <a:pt x="3501361" y="2583739"/>
                  </a:lnTo>
                  <a:lnTo>
                    <a:pt x="3501361" y="2580790"/>
                  </a:lnTo>
                  <a:lnTo>
                    <a:pt x="3490487" y="2580790"/>
                  </a:lnTo>
                  <a:lnTo>
                    <a:pt x="3490487" y="2577843"/>
                  </a:lnTo>
                  <a:lnTo>
                    <a:pt x="3479614" y="2577843"/>
                  </a:lnTo>
                  <a:lnTo>
                    <a:pt x="3479614" y="2571950"/>
                  </a:lnTo>
                  <a:lnTo>
                    <a:pt x="3474177" y="2571950"/>
                  </a:lnTo>
                  <a:lnTo>
                    <a:pt x="3474177" y="2569003"/>
                  </a:lnTo>
                  <a:lnTo>
                    <a:pt x="3463303" y="2569003"/>
                  </a:lnTo>
                  <a:lnTo>
                    <a:pt x="3463303" y="2563115"/>
                  </a:lnTo>
                  <a:lnTo>
                    <a:pt x="3457866" y="2563115"/>
                  </a:lnTo>
                  <a:lnTo>
                    <a:pt x="3452429" y="2563115"/>
                  </a:lnTo>
                  <a:lnTo>
                    <a:pt x="3452429" y="2560173"/>
                  </a:lnTo>
                  <a:lnTo>
                    <a:pt x="3441555" y="2560173"/>
                  </a:lnTo>
                  <a:lnTo>
                    <a:pt x="3441555" y="2557232"/>
                  </a:lnTo>
                  <a:lnTo>
                    <a:pt x="3436119" y="2557232"/>
                  </a:lnTo>
                  <a:lnTo>
                    <a:pt x="3436119" y="2554297"/>
                  </a:lnTo>
                  <a:lnTo>
                    <a:pt x="3430682" y="2554297"/>
                  </a:lnTo>
                  <a:lnTo>
                    <a:pt x="3425245" y="2554297"/>
                  </a:lnTo>
                  <a:lnTo>
                    <a:pt x="3419808" y="2554297"/>
                  </a:lnTo>
                  <a:lnTo>
                    <a:pt x="3414371" y="2554297"/>
                  </a:lnTo>
                  <a:lnTo>
                    <a:pt x="3414371" y="2548444"/>
                  </a:lnTo>
                  <a:lnTo>
                    <a:pt x="3403497" y="2548444"/>
                  </a:lnTo>
                  <a:lnTo>
                    <a:pt x="3398060" y="2548444"/>
                  </a:lnTo>
                  <a:lnTo>
                    <a:pt x="3398060" y="2545521"/>
                  </a:lnTo>
                  <a:lnTo>
                    <a:pt x="3392623" y="2545521"/>
                  </a:lnTo>
                  <a:lnTo>
                    <a:pt x="3387186" y="2545521"/>
                  </a:lnTo>
                  <a:lnTo>
                    <a:pt x="3381750" y="2545521"/>
                  </a:lnTo>
                  <a:lnTo>
                    <a:pt x="3381750" y="2539699"/>
                  </a:lnTo>
                  <a:lnTo>
                    <a:pt x="3376313" y="2539699"/>
                  </a:lnTo>
                  <a:lnTo>
                    <a:pt x="3370876" y="2539699"/>
                  </a:lnTo>
                  <a:lnTo>
                    <a:pt x="3370876" y="2533882"/>
                  </a:lnTo>
                  <a:lnTo>
                    <a:pt x="3365439" y="2533882"/>
                  </a:lnTo>
                  <a:lnTo>
                    <a:pt x="3365439" y="2528064"/>
                  </a:lnTo>
                  <a:lnTo>
                    <a:pt x="3354565" y="2528064"/>
                  </a:lnTo>
                  <a:lnTo>
                    <a:pt x="3349128" y="2528064"/>
                  </a:lnTo>
                  <a:lnTo>
                    <a:pt x="3349128" y="2525164"/>
                  </a:lnTo>
                  <a:lnTo>
                    <a:pt x="3338254" y="2525164"/>
                  </a:lnTo>
                  <a:lnTo>
                    <a:pt x="3332817" y="2525164"/>
                  </a:lnTo>
                  <a:lnTo>
                    <a:pt x="3332817" y="2522267"/>
                  </a:lnTo>
                  <a:lnTo>
                    <a:pt x="3327381" y="2522267"/>
                  </a:lnTo>
                  <a:lnTo>
                    <a:pt x="3327381" y="2516473"/>
                  </a:lnTo>
                  <a:lnTo>
                    <a:pt x="3321944" y="2516473"/>
                  </a:lnTo>
                  <a:lnTo>
                    <a:pt x="3321944" y="2513575"/>
                  </a:lnTo>
                  <a:lnTo>
                    <a:pt x="3316507" y="2513575"/>
                  </a:lnTo>
                  <a:lnTo>
                    <a:pt x="3311070" y="2513575"/>
                  </a:lnTo>
                  <a:lnTo>
                    <a:pt x="3311070" y="2510686"/>
                  </a:lnTo>
                  <a:lnTo>
                    <a:pt x="3305633" y="2510686"/>
                  </a:lnTo>
                  <a:lnTo>
                    <a:pt x="3305633" y="2507798"/>
                  </a:lnTo>
                  <a:lnTo>
                    <a:pt x="3300196" y="2507798"/>
                  </a:lnTo>
                  <a:lnTo>
                    <a:pt x="3300196" y="2504912"/>
                  </a:lnTo>
                  <a:lnTo>
                    <a:pt x="3294759" y="2504912"/>
                  </a:lnTo>
                  <a:lnTo>
                    <a:pt x="3289322" y="2504912"/>
                  </a:lnTo>
                  <a:lnTo>
                    <a:pt x="3289322" y="2499145"/>
                  </a:lnTo>
                  <a:lnTo>
                    <a:pt x="3283885" y="2499145"/>
                  </a:lnTo>
                  <a:lnTo>
                    <a:pt x="3283885" y="2496264"/>
                  </a:lnTo>
                  <a:lnTo>
                    <a:pt x="3278449" y="2496264"/>
                  </a:lnTo>
                  <a:lnTo>
                    <a:pt x="3278449" y="2493387"/>
                  </a:lnTo>
                  <a:lnTo>
                    <a:pt x="3267575" y="2493387"/>
                  </a:lnTo>
                  <a:lnTo>
                    <a:pt x="3262138" y="2493387"/>
                  </a:lnTo>
                  <a:lnTo>
                    <a:pt x="3262138" y="2490514"/>
                  </a:lnTo>
                  <a:lnTo>
                    <a:pt x="3256701" y="2490514"/>
                  </a:lnTo>
                  <a:lnTo>
                    <a:pt x="3256701" y="2487645"/>
                  </a:lnTo>
                  <a:lnTo>
                    <a:pt x="3251264" y="2487645"/>
                  </a:lnTo>
                  <a:lnTo>
                    <a:pt x="3251264" y="2484779"/>
                  </a:lnTo>
                  <a:lnTo>
                    <a:pt x="3245827" y="2484779"/>
                  </a:lnTo>
                  <a:lnTo>
                    <a:pt x="3240390" y="2484779"/>
                  </a:lnTo>
                  <a:lnTo>
                    <a:pt x="3240390" y="2481918"/>
                  </a:lnTo>
                  <a:lnTo>
                    <a:pt x="3234953" y="2481918"/>
                  </a:lnTo>
                  <a:lnTo>
                    <a:pt x="3229516" y="2481918"/>
                  </a:lnTo>
                  <a:lnTo>
                    <a:pt x="3229516" y="2476213"/>
                  </a:lnTo>
                  <a:lnTo>
                    <a:pt x="3224080" y="2476213"/>
                  </a:lnTo>
                  <a:lnTo>
                    <a:pt x="3218643" y="2476213"/>
                  </a:lnTo>
                  <a:lnTo>
                    <a:pt x="3218643" y="2473363"/>
                  </a:lnTo>
                  <a:lnTo>
                    <a:pt x="3207769" y="2473363"/>
                  </a:lnTo>
                  <a:lnTo>
                    <a:pt x="3207769" y="2467669"/>
                  </a:lnTo>
                  <a:lnTo>
                    <a:pt x="3202332" y="2467669"/>
                  </a:lnTo>
                  <a:lnTo>
                    <a:pt x="3202332" y="2456290"/>
                  </a:lnTo>
                  <a:lnTo>
                    <a:pt x="3196895" y="2456290"/>
                  </a:lnTo>
                  <a:lnTo>
                    <a:pt x="3196895" y="2453456"/>
                  </a:lnTo>
                  <a:lnTo>
                    <a:pt x="3191458" y="2453456"/>
                  </a:lnTo>
                  <a:lnTo>
                    <a:pt x="3191458" y="2450622"/>
                  </a:lnTo>
                  <a:lnTo>
                    <a:pt x="3186021" y="2450622"/>
                  </a:lnTo>
                  <a:lnTo>
                    <a:pt x="3186021" y="2447788"/>
                  </a:lnTo>
                  <a:lnTo>
                    <a:pt x="3180584" y="2447788"/>
                  </a:lnTo>
                  <a:lnTo>
                    <a:pt x="3175147" y="2447788"/>
                  </a:lnTo>
                  <a:lnTo>
                    <a:pt x="3164274" y="2447788"/>
                  </a:lnTo>
                  <a:lnTo>
                    <a:pt x="3164274" y="2444962"/>
                  </a:lnTo>
                  <a:lnTo>
                    <a:pt x="3158837" y="2444962"/>
                  </a:lnTo>
                  <a:lnTo>
                    <a:pt x="3153400" y="2444962"/>
                  </a:lnTo>
                  <a:lnTo>
                    <a:pt x="3153400" y="2439321"/>
                  </a:lnTo>
                  <a:lnTo>
                    <a:pt x="3142526" y="2439321"/>
                  </a:lnTo>
                  <a:lnTo>
                    <a:pt x="3142526" y="2433680"/>
                  </a:lnTo>
                  <a:lnTo>
                    <a:pt x="3137089" y="2433680"/>
                  </a:lnTo>
                  <a:lnTo>
                    <a:pt x="3137089" y="2430859"/>
                  </a:lnTo>
                  <a:lnTo>
                    <a:pt x="3131652" y="2430859"/>
                  </a:lnTo>
                  <a:lnTo>
                    <a:pt x="3131652" y="2425216"/>
                  </a:lnTo>
                  <a:lnTo>
                    <a:pt x="3115342" y="2425216"/>
                  </a:lnTo>
                  <a:lnTo>
                    <a:pt x="3115342" y="2416752"/>
                  </a:lnTo>
                  <a:lnTo>
                    <a:pt x="3109905" y="2416752"/>
                  </a:lnTo>
                  <a:lnTo>
                    <a:pt x="3109905" y="2413930"/>
                  </a:lnTo>
                  <a:lnTo>
                    <a:pt x="3071846" y="2413930"/>
                  </a:lnTo>
                  <a:lnTo>
                    <a:pt x="3066410" y="2413930"/>
                  </a:lnTo>
                  <a:lnTo>
                    <a:pt x="3066410" y="2411110"/>
                  </a:lnTo>
                  <a:lnTo>
                    <a:pt x="3055536" y="2411110"/>
                  </a:lnTo>
                  <a:lnTo>
                    <a:pt x="3055536" y="2408291"/>
                  </a:lnTo>
                  <a:lnTo>
                    <a:pt x="3044662" y="2408291"/>
                  </a:lnTo>
                  <a:lnTo>
                    <a:pt x="3044662" y="2405474"/>
                  </a:lnTo>
                  <a:lnTo>
                    <a:pt x="3017477" y="2405474"/>
                  </a:lnTo>
                  <a:lnTo>
                    <a:pt x="3017477" y="2402657"/>
                  </a:lnTo>
                  <a:lnTo>
                    <a:pt x="3012041" y="2402657"/>
                  </a:lnTo>
                  <a:lnTo>
                    <a:pt x="3012041" y="2399840"/>
                  </a:lnTo>
                  <a:lnTo>
                    <a:pt x="3006604" y="2399840"/>
                  </a:lnTo>
                  <a:lnTo>
                    <a:pt x="2995730" y="2399840"/>
                  </a:lnTo>
                  <a:lnTo>
                    <a:pt x="2995730" y="2397026"/>
                  </a:lnTo>
                  <a:lnTo>
                    <a:pt x="2979419" y="2397026"/>
                  </a:lnTo>
                  <a:lnTo>
                    <a:pt x="2979419" y="2391402"/>
                  </a:lnTo>
                  <a:lnTo>
                    <a:pt x="2968545" y="2391402"/>
                  </a:lnTo>
                  <a:lnTo>
                    <a:pt x="2968545" y="2388589"/>
                  </a:lnTo>
                  <a:lnTo>
                    <a:pt x="2963108" y="2388589"/>
                  </a:lnTo>
                  <a:lnTo>
                    <a:pt x="2963108" y="2385777"/>
                  </a:lnTo>
                  <a:lnTo>
                    <a:pt x="2957672" y="2385777"/>
                  </a:lnTo>
                  <a:lnTo>
                    <a:pt x="2952235" y="2385777"/>
                  </a:lnTo>
                  <a:lnTo>
                    <a:pt x="2952235" y="2382967"/>
                  </a:lnTo>
                  <a:lnTo>
                    <a:pt x="2946798" y="2382967"/>
                  </a:lnTo>
                  <a:lnTo>
                    <a:pt x="2930487" y="2382967"/>
                  </a:lnTo>
                  <a:lnTo>
                    <a:pt x="2930487" y="2380160"/>
                  </a:lnTo>
                  <a:lnTo>
                    <a:pt x="2925050" y="2380160"/>
                  </a:lnTo>
                  <a:lnTo>
                    <a:pt x="2925050" y="2374550"/>
                  </a:lnTo>
                  <a:lnTo>
                    <a:pt x="2919613" y="2374550"/>
                  </a:lnTo>
                  <a:lnTo>
                    <a:pt x="2919613" y="2371745"/>
                  </a:lnTo>
                  <a:lnTo>
                    <a:pt x="2914176" y="2371745"/>
                  </a:lnTo>
                  <a:lnTo>
                    <a:pt x="2914176" y="2363329"/>
                  </a:lnTo>
                  <a:lnTo>
                    <a:pt x="2908739" y="2363329"/>
                  </a:lnTo>
                  <a:lnTo>
                    <a:pt x="2908739" y="2357718"/>
                  </a:lnTo>
                  <a:lnTo>
                    <a:pt x="2903303" y="2357718"/>
                  </a:lnTo>
                  <a:lnTo>
                    <a:pt x="2903303" y="2354912"/>
                  </a:lnTo>
                  <a:lnTo>
                    <a:pt x="2892429" y="2354912"/>
                  </a:lnTo>
                  <a:lnTo>
                    <a:pt x="2892429" y="2349305"/>
                  </a:lnTo>
                  <a:lnTo>
                    <a:pt x="2881555" y="2349305"/>
                  </a:lnTo>
                  <a:lnTo>
                    <a:pt x="2881555" y="2346502"/>
                  </a:lnTo>
                  <a:lnTo>
                    <a:pt x="2876118" y="2346502"/>
                  </a:lnTo>
                  <a:lnTo>
                    <a:pt x="2876118" y="2340894"/>
                  </a:lnTo>
                  <a:lnTo>
                    <a:pt x="2870681" y="2340894"/>
                  </a:lnTo>
                  <a:lnTo>
                    <a:pt x="2865244" y="2340894"/>
                  </a:lnTo>
                  <a:lnTo>
                    <a:pt x="2859807" y="2340894"/>
                  </a:lnTo>
                  <a:lnTo>
                    <a:pt x="2859807" y="2332505"/>
                  </a:lnTo>
                  <a:lnTo>
                    <a:pt x="2854371" y="2332505"/>
                  </a:lnTo>
                  <a:lnTo>
                    <a:pt x="2854371" y="2329708"/>
                  </a:lnTo>
                  <a:lnTo>
                    <a:pt x="2848934" y="2329708"/>
                  </a:lnTo>
                  <a:lnTo>
                    <a:pt x="2848934" y="2326912"/>
                  </a:lnTo>
                  <a:lnTo>
                    <a:pt x="2843497" y="2326912"/>
                  </a:lnTo>
                  <a:lnTo>
                    <a:pt x="2843497" y="2324115"/>
                  </a:lnTo>
                  <a:lnTo>
                    <a:pt x="2838060" y="2324115"/>
                  </a:lnTo>
                  <a:lnTo>
                    <a:pt x="2838060" y="2321320"/>
                  </a:lnTo>
                  <a:lnTo>
                    <a:pt x="2832623" y="2321320"/>
                  </a:lnTo>
                  <a:lnTo>
                    <a:pt x="2832623" y="2318526"/>
                  </a:lnTo>
                  <a:lnTo>
                    <a:pt x="2827186" y="2318526"/>
                  </a:lnTo>
                  <a:lnTo>
                    <a:pt x="2827186" y="2315731"/>
                  </a:lnTo>
                  <a:lnTo>
                    <a:pt x="2810875" y="2315731"/>
                  </a:lnTo>
                  <a:lnTo>
                    <a:pt x="2810875" y="2312936"/>
                  </a:lnTo>
                  <a:lnTo>
                    <a:pt x="2805438" y="2312936"/>
                  </a:lnTo>
                  <a:lnTo>
                    <a:pt x="2805438" y="2310141"/>
                  </a:lnTo>
                  <a:lnTo>
                    <a:pt x="2800002" y="2310141"/>
                  </a:lnTo>
                  <a:lnTo>
                    <a:pt x="2800002" y="2304551"/>
                  </a:lnTo>
                  <a:lnTo>
                    <a:pt x="2794565" y="2304551"/>
                  </a:lnTo>
                  <a:lnTo>
                    <a:pt x="2778254" y="2304551"/>
                  </a:lnTo>
                  <a:lnTo>
                    <a:pt x="2778254" y="2298965"/>
                  </a:lnTo>
                  <a:lnTo>
                    <a:pt x="2772817" y="2298965"/>
                  </a:lnTo>
                  <a:lnTo>
                    <a:pt x="2772817" y="2296172"/>
                  </a:lnTo>
                  <a:lnTo>
                    <a:pt x="2767380" y="2296172"/>
                  </a:lnTo>
                  <a:lnTo>
                    <a:pt x="2767380" y="2284998"/>
                  </a:lnTo>
                  <a:lnTo>
                    <a:pt x="2761943" y="2284998"/>
                  </a:lnTo>
                  <a:lnTo>
                    <a:pt x="2761943" y="2282204"/>
                  </a:lnTo>
                  <a:lnTo>
                    <a:pt x="2756506" y="2282204"/>
                  </a:lnTo>
                  <a:lnTo>
                    <a:pt x="2756506" y="2279413"/>
                  </a:lnTo>
                  <a:lnTo>
                    <a:pt x="2740196" y="2279413"/>
                  </a:lnTo>
                  <a:lnTo>
                    <a:pt x="2740196" y="2276622"/>
                  </a:lnTo>
                  <a:lnTo>
                    <a:pt x="2734759" y="2276622"/>
                  </a:lnTo>
                  <a:lnTo>
                    <a:pt x="2734759" y="2271038"/>
                  </a:lnTo>
                  <a:lnTo>
                    <a:pt x="2729322" y="2271038"/>
                  </a:lnTo>
                  <a:lnTo>
                    <a:pt x="2729322" y="2262662"/>
                  </a:lnTo>
                  <a:lnTo>
                    <a:pt x="2723885" y="2262662"/>
                  </a:lnTo>
                  <a:lnTo>
                    <a:pt x="2723885" y="2257077"/>
                  </a:lnTo>
                  <a:lnTo>
                    <a:pt x="2718448" y="2257077"/>
                  </a:lnTo>
                  <a:lnTo>
                    <a:pt x="2718448" y="2251491"/>
                  </a:lnTo>
                  <a:lnTo>
                    <a:pt x="2713011" y="2251491"/>
                  </a:lnTo>
                  <a:lnTo>
                    <a:pt x="2713011" y="2248698"/>
                  </a:lnTo>
                  <a:lnTo>
                    <a:pt x="2707574" y="2248698"/>
                  </a:lnTo>
                  <a:lnTo>
                    <a:pt x="2707574" y="2245908"/>
                  </a:lnTo>
                  <a:lnTo>
                    <a:pt x="2691264" y="2245908"/>
                  </a:lnTo>
                  <a:lnTo>
                    <a:pt x="2691264" y="2240326"/>
                  </a:lnTo>
                  <a:lnTo>
                    <a:pt x="2685827" y="2240326"/>
                  </a:lnTo>
                  <a:lnTo>
                    <a:pt x="2685827" y="2237535"/>
                  </a:lnTo>
                  <a:lnTo>
                    <a:pt x="2680390" y="2237535"/>
                  </a:lnTo>
                  <a:lnTo>
                    <a:pt x="2680390" y="2234744"/>
                  </a:lnTo>
                  <a:lnTo>
                    <a:pt x="2674953" y="2234744"/>
                  </a:lnTo>
                  <a:lnTo>
                    <a:pt x="2674953" y="2231955"/>
                  </a:lnTo>
                  <a:lnTo>
                    <a:pt x="2669516" y="2231955"/>
                  </a:lnTo>
                  <a:lnTo>
                    <a:pt x="2669516" y="2226377"/>
                  </a:lnTo>
                  <a:lnTo>
                    <a:pt x="2653205" y="2226377"/>
                  </a:lnTo>
                  <a:lnTo>
                    <a:pt x="2653205" y="2223591"/>
                  </a:lnTo>
                  <a:lnTo>
                    <a:pt x="2647768" y="2223591"/>
                  </a:lnTo>
                  <a:lnTo>
                    <a:pt x="2647768" y="2220804"/>
                  </a:lnTo>
                  <a:lnTo>
                    <a:pt x="2636895" y="2220804"/>
                  </a:lnTo>
                  <a:lnTo>
                    <a:pt x="2626021" y="2220804"/>
                  </a:lnTo>
                  <a:lnTo>
                    <a:pt x="2626021" y="2218025"/>
                  </a:lnTo>
                  <a:lnTo>
                    <a:pt x="2615147" y="2218025"/>
                  </a:lnTo>
                  <a:lnTo>
                    <a:pt x="2615147" y="2215245"/>
                  </a:lnTo>
                  <a:lnTo>
                    <a:pt x="2609710" y="2215245"/>
                  </a:lnTo>
                  <a:lnTo>
                    <a:pt x="2609710" y="2212465"/>
                  </a:lnTo>
                  <a:lnTo>
                    <a:pt x="2604273" y="2212465"/>
                  </a:lnTo>
                  <a:lnTo>
                    <a:pt x="2604273" y="2206905"/>
                  </a:lnTo>
                  <a:lnTo>
                    <a:pt x="2598836" y="2206905"/>
                  </a:lnTo>
                  <a:lnTo>
                    <a:pt x="2598836" y="2204125"/>
                  </a:lnTo>
                  <a:lnTo>
                    <a:pt x="2587963" y="2204125"/>
                  </a:lnTo>
                  <a:lnTo>
                    <a:pt x="2587963" y="2201345"/>
                  </a:lnTo>
                  <a:lnTo>
                    <a:pt x="2582526" y="2201345"/>
                  </a:lnTo>
                  <a:lnTo>
                    <a:pt x="2582526" y="2198565"/>
                  </a:lnTo>
                  <a:lnTo>
                    <a:pt x="2577089" y="2198565"/>
                  </a:lnTo>
                  <a:lnTo>
                    <a:pt x="2577089" y="2195784"/>
                  </a:lnTo>
                  <a:lnTo>
                    <a:pt x="2571652" y="2195784"/>
                  </a:lnTo>
                  <a:lnTo>
                    <a:pt x="2571652" y="2193003"/>
                  </a:lnTo>
                  <a:lnTo>
                    <a:pt x="2560778" y="2193003"/>
                  </a:lnTo>
                  <a:lnTo>
                    <a:pt x="2560778" y="2190222"/>
                  </a:lnTo>
                  <a:lnTo>
                    <a:pt x="2555341" y="2190222"/>
                  </a:lnTo>
                  <a:lnTo>
                    <a:pt x="2555341" y="2187441"/>
                  </a:lnTo>
                  <a:lnTo>
                    <a:pt x="2549904" y="2187441"/>
                  </a:lnTo>
                  <a:lnTo>
                    <a:pt x="2549904" y="2184663"/>
                  </a:lnTo>
                  <a:lnTo>
                    <a:pt x="2544467" y="2184663"/>
                  </a:lnTo>
                  <a:lnTo>
                    <a:pt x="2544467" y="2181884"/>
                  </a:lnTo>
                  <a:lnTo>
                    <a:pt x="2539030" y="2181884"/>
                  </a:lnTo>
                  <a:lnTo>
                    <a:pt x="2539030" y="2179105"/>
                  </a:lnTo>
                  <a:lnTo>
                    <a:pt x="2533594" y="2179105"/>
                  </a:lnTo>
                  <a:lnTo>
                    <a:pt x="2533594" y="2170767"/>
                  </a:lnTo>
                  <a:lnTo>
                    <a:pt x="2522720" y="2170767"/>
                  </a:lnTo>
                  <a:lnTo>
                    <a:pt x="2522720" y="2162428"/>
                  </a:lnTo>
                  <a:lnTo>
                    <a:pt x="2517283" y="2162428"/>
                  </a:lnTo>
                  <a:lnTo>
                    <a:pt x="2517283" y="2156868"/>
                  </a:lnTo>
                  <a:lnTo>
                    <a:pt x="2511846" y="2156868"/>
                  </a:lnTo>
                  <a:lnTo>
                    <a:pt x="2511846" y="2148527"/>
                  </a:lnTo>
                  <a:lnTo>
                    <a:pt x="2506409" y="2148527"/>
                  </a:lnTo>
                  <a:lnTo>
                    <a:pt x="2506409" y="2145746"/>
                  </a:lnTo>
                  <a:lnTo>
                    <a:pt x="2500972" y="2145746"/>
                  </a:lnTo>
                  <a:lnTo>
                    <a:pt x="2500972" y="2137403"/>
                  </a:lnTo>
                  <a:lnTo>
                    <a:pt x="2484662" y="2137403"/>
                  </a:lnTo>
                  <a:lnTo>
                    <a:pt x="2484662" y="2129059"/>
                  </a:lnTo>
                  <a:lnTo>
                    <a:pt x="2479225" y="2129059"/>
                  </a:lnTo>
                  <a:lnTo>
                    <a:pt x="2479225" y="2120713"/>
                  </a:lnTo>
                  <a:lnTo>
                    <a:pt x="2473788" y="2120713"/>
                  </a:lnTo>
                  <a:lnTo>
                    <a:pt x="2473788" y="2117933"/>
                  </a:lnTo>
                  <a:lnTo>
                    <a:pt x="2468351" y="2117933"/>
                  </a:lnTo>
                  <a:lnTo>
                    <a:pt x="2468351" y="2115153"/>
                  </a:lnTo>
                  <a:lnTo>
                    <a:pt x="2462914" y="2115153"/>
                  </a:lnTo>
                  <a:lnTo>
                    <a:pt x="2462914" y="2106813"/>
                  </a:lnTo>
                  <a:lnTo>
                    <a:pt x="2457477" y="2106813"/>
                  </a:lnTo>
                  <a:lnTo>
                    <a:pt x="2446603" y="2106813"/>
                  </a:lnTo>
                  <a:lnTo>
                    <a:pt x="2446603" y="2101256"/>
                  </a:lnTo>
                  <a:lnTo>
                    <a:pt x="2435729" y="2101256"/>
                  </a:lnTo>
                  <a:lnTo>
                    <a:pt x="2430293" y="2101256"/>
                  </a:lnTo>
                  <a:lnTo>
                    <a:pt x="2430293" y="2092928"/>
                  </a:lnTo>
                  <a:lnTo>
                    <a:pt x="2424856" y="2092928"/>
                  </a:lnTo>
                  <a:lnTo>
                    <a:pt x="2419419" y="2092928"/>
                  </a:lnTo>
                  <a:lnTo>
                    <a:pt x="2419419" y="2090156"/>
                  </a:lnTo>
                  <a:lnTo>
                    <a:pt x="2413982" y="2090156"/>
                  </a:lnTo>
                  <a:lnTo>
                    <a:pt x="2413982" y="2084613"/>
                  </a:lnTo>
                  <a:lnTo>
                    <a:pt x="2408545" y="2084613"/>
                  </a:lnTo>
                  <a:lnTo>
                    <a:pt x="2403108" y="2084613"/>
                  </a:lnTo>
                  <a:lnTo>
                    <a:pt x="2403108" y="2081843"/>
                  </a:lnTo>
                  <a:lnTo>
                    <a:pt x="2397671" y="2081843"/>
                  </a:lnTo>
                  <a:lnTo>
                    <a:pt x="2397671" y="2073533"/>
                  </a:lnTo>
                  <a:lnTo>
                    <a:pt x="2392234" y="2073533"/>
                  </a:lnTo>
                  <a:lnTo>
                    <a:pt x="2392234" y="2070765"/>
                  </a:lnTo>
                  <a:lnTo>
                    <a:pt x="2386797" y="2070765"/>
                  </a:lnTo>
                  <a:lnTo>
                    <a:pt x="2386797" y="2067997"/>
                  </a:lnTo>
                  <a:lnTo>
                    <a:pt x="2381360" y="2067997"/>
                  </a:lnTo>
                  <a:lnTo>
                    <a:pt x="2381360" y="2062461"/>
                  </a:lnTo>
                  <a:lnTo>
                    <a:pt x="2375924" y="2062461"/>
                  </a:lnTo>
                  <a:lnTo>
                    <a:pt x="2375924" y="2059692"/>
                  </a:lnTo>
                  <a:lnTo>
                    <a:pt x="2370487" y="2059692"/>
                  </a:lnTo>
                  <a:lnTo>
                    <a:pt x="2370487" y="2054155"/>
                  </a:lnTo>
                  <a:lnTo>
                    <a:pt x="2365050" y="2054155"/>
                  </a:lnTo>
                  <a:lnTo>
                    <a:pt x="2365050" y="2048617"/>
                  </a:lnTo>
                  <a:lnTo>
                    <a:pt x="2354176" y="2048617"/>
                  </a:lnTo>
                  <a:lnTo>
                    <a:pt x="2354176" y="2043078"/>
                  </a:lnTo>
                  <a:lnTo>
                    <a:pt x="2348739" y="2043078"/>
                  </a:lnTo>
                  <a:lnTo>
                    <a:pt x="2348739" y="2040309"/>
                  </a:lnTo>
                  <a:lnTo>
                    <a:pt x="2337865" y="2040309"/>
                  </a:lnTo>
                  <a:lnTo>
                    <a:pt x="2337865" y="2037539"/>
                  </a:lnTo>
                  <a:lnTo>
                    <a:pt x="2332428" y="2037539"/>
                  </a:lnTo>
                  <a:lnTo>
                    <a:pt x="2332428" y="2031999"/>
                  </a:lnTo>
                  <a:lnTo>
                    <a:pt x="2321555" y="2031999"/>
                  </a:lnTo>
                  <a:lnTo>
                    <a:pt x="2321555" y="2026459"/>
                  </a:lnTo>
                  <a:lnTo>
                    <a:pt x="2305244" y="2026459"/>
                  </a:lnTo>
                  <a:lnTo>
                    <a:pt x="2305244" y="2020923"/>
                  </a:lnTo>
                  <a:lnTo>
                    <a:pt x="2299807" y="2020923"/>
                  </a:lnTo>
                  <a:lnTo>
                    <a:pt x="2299807" y="2018154"/>
                  </a:lnTo>
                  <a:lnTo>
                    <a:pt x="2294370" y="2018154"/>
                  </a:lnTo>
                  <a:lnTo>
                    <a:pt x="2294370" y="2012617"/>
                  </a:lnTo>
                  <a:lnTo>
                    <a:pt x="2283496" y="2012617"/>
                  </a:lnTo>
                  <a:lnTo>
                    <a:pt x="2283496" y="2007079"/>
                  </a:lnTo>
                  <a:lnTo>
                    <a:pt x="2267186" y="2007079"/>
                  </a:lnTo>
                  <a:lnTo>
                    <a:pt x="2267186" y="2004310"/>
                  </a:lnTo>
                  <a:lnTo>
                    <a:pt x="2256312" y="2004310"/>
                  </a:lnTo>
                  <a:lnTo>
                    <a:pt x="2256312" y="1998772"/>
                  </a:lnTo>
                  <a:lnTo>
                    <a:pt x="2250875" y="1998772"/>
                  </a:lnTo>
                  <a:lnTo>
                    <a:pt x="2250875" y="1996002"/>
                  </a:lnTo>
                  <a:lnTo>
                    <a:pt x="2245438" y="1996002"/>
                  </a:lnTo>
                  <a:lnTo>
                    <a:pt x="2245438" y="1987693"/>
                  </a:lnTo>
                  <a:lnTo>
                    <a:pt x="2234564" y="1987693"/>
                  </a:lnTo>
                  <a:lnTo>
                    <a:pt x="2234564" y="1979382"/>
                  </a:lnTo>
                  <a:lnTo>
                    <a:pt x="2223690" y="1979382"/>
                  </a:lnTo>
                  <a:lnTo>
                    <a:pt x="2223690" y="1976611"/>
                  </a:lnTo>
                  <a:lnTo>
                    <a:pt x="2218254" y="1976611"/>
                  </a:lnTo>
                  <a:lnTo>
                    <a:pt x="2218254" y="1973840"/>
                  </a:lnTo>
                  <a:lnTo>
                    <a:pt x="2207380" y="1973840"/>
                  </a:lnTo>
                  <a:lnTo>
                    <a:pt x="2207380" y="1971072"/>
                  </a:lnTo>
                  <a:lnTo>
                    <a:pt x="2196506" y="1971072"/>
                  </a:lnTo>
                  <a:lnTo>
                    <a:pt x="2196506" y="1965534"/>
                  </a:lnTo>
                  <a:lnTo>
                    <a:pt x="2191069" y="1965534"/>
                  </a:lnTo>
                  <a:lnTo>
                    <a:pt x="2191069" y="1962765"/>
                  </a:lnTo>
                  <a:lnTo>
                    <a:pt x="2185632" y="1962765"/>
                  </a:lnTo>
                  <a:lnTo>
                    <a:pt x="2185632" y="1957226"/>
                  </a:lnTo>
                  <a:lnTo>
                    <a:pt x="2180195" y="1957226"/>
                  </a:lnTo>
                  <a:lnTo>
                    <a:pt x="2180195" y="1954459"/>
                  </a:lnTo>
                  <a:lnTo>
                    <a:pt x="2174758" y="1954459"/>
                  </a:lnTo>
                  <a:lnTo>
                    <a:pt x="2174758" y="1948924"/>
                  </a:lnTo>
                  <a:lnTo>
                    <a:pt x="2169321" y="1948924"/>
                  </a:lnTo>
                  <a:lnTo>
                    <a:pt x="2169321" y="1946156"/>
                  </a:lnTo>
                  <a:lnTo>
                    <a:pt x="2163885" y="1946156"/>
                  </a:lnTo>
                  <a:lnTo>
                    <a:pt x="2163885" y="1943389"/>
                  </a:lnTo>
                  <a:lnTo>
                    <a:pt x="2158448" y="1943389"/>
                  </a:lnTo>
                  <a:lnTo>
                    <a:pt x="2158448" y="1937852"/>
                  </a:lnTo>
                  <a:lnTo>
                    <a:pt x="2147574" y="1937852"/>
                  </a:lnTo>
                  <a:lnTo>
                    <a:pt x="2147574" y="1932316"/>
                  </a:lnTo>
                  <a:lnTo>
                    <a:pt x="2142137" y="1932316"/>
                  </a:lnTo>
                  <a:lnTo>
                    <a:pt x="2142137" y="1929547"/>
                  </a:lnTo>
                  <a:lnTo>
                    <a:pt x="2131263" y="1929547"/>
                  </a:lnTo>
                  <a:lnTo>
                    <a:pt x="2131263" y="1915702"/>
                  </a:lnTo>
                  <a:lnTo>
                    <a:pt x="2114953" y="1915702"/>
                  </a:lnTo>
                  <a:lnTo>
                    <a:pt x="2114953" y="1910162"/>
                  </a:lnTo>
                  <a:lnTo>
                    <a:pt x="2104079" y="1910162"/>
                  </a:lnTo>
                  <a:lnTo>
                    <a:pt x="2104079" y="1907393"/>
                  </a:lnTo>
                  <a:lnTo>
                    <a:pt x="2087768" y="1907393"/>
                  </a:lnTo>
                  <a:lnTo>
                    <a:pt x="2087768" y="1904623"/>
                  </a:lnTo>
                  <a:lnTo>
                    <a:pt x="2082331" y="1904623"/>
                  </a:lnTo>
                  <a:lnTo>
                    <a:pt x="2071457" y="1904623"/>
                  </a:lnTo>
                  <a:lnTo>
                    <a:pt x="2071457" y="1901855"/>
                  </a:lnTo>
                  <a:lnTo>
                    <a:pt x="2060584" y="1901855"/>
                  </a:lnTo>
                  <a:lnTo>
                    <a:pt x="2060584" y="1899087"/>
                  </a:lnTo>
                  <a:lnTo>
                    <a:pt x="2055147" y="1899087"/>
                  </a:lnTo>
                  <a:lnTo>
                    <a:pt x="2055147" y="1893559"/>
                  </a:lnTo>
                  <a:lnTo>
                    <a:pt x="2049710" y="1893559"/>
                  </a:lnTo>
                  <a:lnTo>
                    <a:pt x="2049710" y="1888031"/>
                  </a:lnTo>
                  <a:lnTo>
                    <a:pt x="2044273" y="1888031"/>
                  </a:lnTo>
                  <a:lnTo>
                    <a:pt x="2044273" y="1885266"/>
                  </a:lnTo>
                  <a:lnTo>
                    <a:pt x="2038836" y="1885266"/>
                  </a:lnTo>
                  <a:lnTo>
                    <a:pt x="2038836" y="1882502"/>
                  </a:lnTo>
                  <a:lnTo>
                    <a:pt x="2033399" y="1882502"/>
                  </a:lnTo>
                  <a:lnTo>
                    <a:pt x="2027962" y="1882502"/>
                  </a:lnTo>
                  <a:lnTo>
                    <a:pt x="2027962" y="1876977"/>
                  </a:lnTo>
                  <a:lnTo>
                    <a:pt x="2022525" y="1876977"/>
                  </a:lnTo>
                  <a:lnTo>
                    <a:pt x="2022525" y="1871451"/>
                  </a:lnTo>
                  <a:lnTo>
                    <a:pt x="2017088" y="1871451"/>
                  </a:lnTo>
                  <a:lnTo>
                    <a:pt x="2017088" y="1868693"/>
                  </a:lnTo>
                  <a:lnTo>
                    <a:pt x="2006215" y="1868693"/>
                  </a:lnTo>
                  <a:lnTo>
                    <a:pt x="2006215" y="1860416"/>
                  </a:lnTo>
                  <a:lnTo>
                    <a:pt x="2000778" y="1860416"/>
                  </a:lnTo>
                  <a:lnTo>
                    <a:pt x="2000778" y="1854897"/>
                  </a:lnTo>
                  <a:lnTo>
                    <a:pt x="1989904" y="1854897"/>
                  </a:lnTo>
                  <a:lnTo>
                    <a:pt x="1989904" y="1849378"/>
                  </a:lnTo>
                  <a:lnTo>
                    <a:pt x="1984467" y="1849378"/>
                  </a:lnTo>
                  <a:lnTo>
                    <a:pt x="1984467" y="1846618"/>
                  </a:lnTo>
                  <a:lnTo>
                    <a:pt x="1973593" y="1846618"/>
                  </a:lnTo>
                  <a:lnTo>
                    <a:pt x="1973593" y="1843858"/>
                  </a:lnTo>
                  <a:lnTo>
                    <a:pt x="1968156" y="1843858"/>
                  </a:lnTo>
                  <a:lnTo>
                    <a:pt x="1968156" y="1841098"/>
                  </a:lnTo>
                  <a:lnTo>
                    <a:pt x="1962719" y="1841098"/>
                  </a:lnTo>
                  <a:lnTo>
                    <a:pt x="1962719" y="1838338"/>
                  </a:lnTo>
                  <a:lnTo>
                    <a:pt x="1957282" y="1838338"/>
                  </a:lnTo>
                  <a:lnTo>
                    <a:pt x="1957282" y="1835579"/>
                  </a:lnTo>
                  <a:lnTo>
                    <a:pt x="1946409" y="1835579"/>
                  </a:lnTo>
                  <a:lnTo>
                    <a:pt x="1946409" y="1832821"/>
                  </a:lnTo>
                  <a:lnTo>
                    <a:pt x="1940972" y="1832821"/>
                  </a:lnTo>
                  <a:lnTo>
                    <a:pt x="1940972" y="1830065"/>
                  </a:lnTo>
                  <a:lnTo>
                    <a:pt x="1935535" y="1830065"/>
                  </a:lnTo>
                  <a:lnTo>
                    <a:pt x="1935535" y="1821794"/>
                  </a:lnTo>
                  <a:lnTo>
                    <a:pt x="1924661" y="1821794"/>
                  </a:lnTo>
                  <a:lnTo>
                    <a:pt x="1924661" y="1816285"/>
                  </a:lnTo>
                  <a:lnTo>
                    <a:pt x="1919224" y="1816285"/>
                  </a:lnTo>
                  <a:lnTo>
                    <a:pt x="1919224" y="1813529"/>
                  </a:lnTo>
                  <a:lnTo>
                    <a:pt x="1913787" y="1813529"/>
                  </a:lnTo>
                  <a:lnTo>
                    <a:pt x="1913787" y="1810774"/>
                  </a:lnTo>
                  <a:lnTo>
                    <a:pt x="1908350" y="1810774"/>
                  </a:lnTo>
                  <a:lnTo>
                    <a:pt x="1908350" y="1808021"/>
                  </a:lnTo>
                  <a:lnTo>
                    <a:pt x="1902914" y="1808021"/>
                  </a:lnTo>
                  <a:lnTo>
                    <a:pt x="1902914" y="1805269"/>
                  </a:lnTo>
                  <a:lnTo>
                    <a:pt x="1897477" y="1805269"/>
                  </a:lnTo>
                  <a:lnTo>
                    <a:pt x="1897477" y="1799766"/>
                  </a:lnTo>
                  <a:lnTo>
                    <a:pt x="1892040" y="1799766"/>
                  </a:lnTo>
                  <a:lnTo>
                    <a:pt x="1892040" y="1797015"/>
                  </a:lnTo>
                  <a:lnTo>
                    <a:pt x="1886603" y="1797015"/>
                  </a:lnTo>
                  <a:lnTo>
                    <a:pt x="1886603" y="1788758"/>
                  </a:lnTo>
                  <a:lnTo>
                    <a:pt x="1881166" y="1788758"/>
                  </a:lnTo>
                  <a:lnTo>
                    <a:pt x="1881166" y="1780501"/>
                  </a:lnTo>
                  <a:lnTo>
                    <a:pt x="1875729" y="1780501"/>
                  </a:lnTo>
                  <a:lnTo>
                    <a:pt x="1875729" y="1777748"/>
                  </a:lnTo>
                  <a:lnTo>
                    <a:pt x="1870292" y="1777748"/>
                  </a:lnTo>
                  <a:lnTo>
                    <a:pt x="1870292" y="1772241"/>
                  </a:lnTo>
                  <a:lnTo>
                    <a:pt x="1859418" y="1772241"/>
                  </a:lnTo>
                  <a:lnTo>
                    <a:pt x="1859418" y="1769488"/>
                  </a:lnTo>
                  <a:lnTo>
                    <a:pt x="1837671" y="1769488"/>
                  </a:lnTo>
                  <a:lnTo>
                    <a:pt x="1837671" y="1766735"/>
                  </a:lnTo>
                  <a:lnTo>
                    <a:pt x="1832234" y="1766735"/>
                  </a:lnTo>
                  <a:lnTo>
                    <a:pt x="1832234" y="1763981"/>
                  </a:lnTo>
                  <a:lnTo>
                    <a:pt x="1826797" y="1763981"/>
                  </a:lnTo>
                  <a:lnTo>
                    <a:pt x="1821360" y="1763981"/>
                  </a:lnTo>
                  <a:lnTo>
                    <a:pt x="1821360" y="1758477"/>
                  </a:lnTo>
                  <a:lnTo>
                    <a:pt x="1815923" y="1758477"/>
                  </a:lnTo>
                  <a:lnTo>
                    <a:pt x="1815923" y="1755725"/>
                  </a:lnTo>
                  <a:lnTo>
                    <a:pt x="1810486" y="1755725"/>
                  </a:lnTo>
                  <a:lnTo>
                    <a:pt x="1810486" y="1752973"/>
                  </a:lnTo>
                  <a:lnTo>
                    <a:pt x="1805049" y="1752973"/>
                  </a:lnTo>
                  <a:lnTo>
                    <a:pt x="1805049" y="1747468"/>
                  </a:lnTo>
                  <a:lnTo>
                    <a:pt x="1794176" y="1747468"/>
                  </a:lnTo>
                  <a:lnTo>
                    <a:pt x="1794176" y="1744715"/>
                  </a:lnTo>
                  <a:lnTo>
                    <a:pt x="1788739" y="1744715"/>
                  </a:lnTo>
                  <a:lnTo>
                    <a:pt x="1788739" y="1739214"/>
                  </a:lnTo>
                  <a:lnTo>
                    <a:pt x="1783302" y="1739214"/>
                  </a:lnTo>
                  <a:lnTo>
                    <a:pt x="1777865" y="1739214"/>
                  </a:lnTo>
                  <a:lnTo>
                    <a:pt x="1777865" y="1736467"/>
                  </a:lnTo>
                  <a:lnTo>
                    <a:pt x="1772428" y="1736467"/>
                  </a:lnTo>
                  <a:lnTo>
                    <a:pt x="1772428" y="1730973"/>
                  </a:lnTo>
                  <a:lnTo>
                    <a:pt x="1766991" y="1730973"/>
                  </a:lnTo>
                  <a:lnTo>
                    <a:pt x="1766991" y="1728226"/>
                  </a:lnTo>
                  <a:lnTo>
                    <a:pt x="1734370" y="1728226"/>
                  </a:lnTo>
                  <a:lnTo>
                    <a:pt x="1734370" y="1725478"/>
                  </a:lnTo>
                  <a:lnTo>
                    <a:pt x="1728933" y="1725478"/>
                  </a:lnTo>
                  <a:lnTo>
                    <a:pt x="1728933" y="1722731"/>
                  </a:lnTo>
                  <a:lnTo>
                    <a:pt x="1712622" y="1722731"/>
                  </a:lnTo>
                  <a:lnTo>
                    <a:pt x="1712622" y="1717235"/>
                  </a:lnTo>
                  <a:lnTo>
                    <a:pt x="1707185" y="1717235"/>
                  </a:lnTo>
                  <a:lnTo>
                    <a:pt x="1707185" y="1711739"/>
                  </a:lnTo>
                  <a:lnTo>
                    <a:pt x="1701748" y="1711739"/>
                  </a:lnTo>
                  <a:lnTo>
                    <a:pt x="1701748" y="1708990"/>
                  </a:lnTo>
                  <a:lnTo>
                    <a:pt x="1690875" y="1708990"/>
                  </a:lnTo>
                  <a:lnTo>
                    <a:pt x="1690875" y="1700744"/>
                  </a:lnTo>
                  <a:lnTo>
                    <a:pt x="1680001" y="1700744"/>
                  </a:lnTo>
                  <a:lnTo>
                    <a:pt x="1680001" y="1697995"/>
                  </a:lnTo>
                  <a:lnTo>
                    <a:pt x="1674564" y="1697995"/>
                  </a:lnTo>
                  <a:lnTo>
                    <a:pt x="1663690" y="1697995"/>
                  </a:lnTo>
                  <a:lnTo>
                    <a:pt x="1663690" y="1692500"/>
                  </a:lnTo>
                  <a:lnTo>
                    <a:pt x="1658253" y="1692500"/>
                  </a:lnTo>
                  <a:lnTo>
                    <a:pt x="1658253" y="1684257"/>
                  </a:lnTo>
                  <a:lnTo>
                    <a:pt x="1652816" y="1684257"/>
                  </a:lnTo>
                  <a:lnTo>
                    <a:pt x="1652816" y="1676013"/>
                  </a:lnTo>
                  <a:lnTo>
                    <a:pt x="1647379" y="1676013"/>
                  </a:lnTo>
                  <a:lnTo>
                    <a:pt x="1647379" y="1673264"/>
                  </a:lnTo>
                  <a:lnTo>
                    <a:pt x="1636506" y="1673264"/>
                  </a:lnTo>
                  <a:lnTo>
                    <a:pt x="1636506" y="1670516"/>
                  </a:lnTo>
                  <a:lnTo>
                    <a:pt x="1625632" y="1670516"/>
                  </a:lnTo>
                  <a:lnTo>
                    <a:pt x="1625632" y="1665018"/>
                  </a:lnTo>
                  <a:lnTo>
                    <a:pt x="1620195" y="1665018"/>
                  </a:lnTo>
                  <a:lnTo>
                    <a:pt x="1620195" y="1659520"/>
                  </a:lnTo>
                  <a:lnTo>
                    <a:pt x="1614758" y="1659520"/>
                  </a:lnTo>
                  <a:lnTo>
                    <a:pt x="1609321" y="1659520"/>
                  </a:lnTo>
                  <a:lnTo>
                    <a:pt x="1609321" y="1656772"/>
                  </a:lnTo>
                  <a:lnTo>
                    <a:pt x="1593010" y="1656772"/>
                  </a:lnTo>
                  <a:lnTo>
                    <a:pt x="1593010" y="1651277"/>
                  </a:lnTo>
                  <a:lnTo>
                    <a:pt x="1587573" y="1651277"/>
                  </a:lnTo>
                  <a:lnTo>
                    <a:pt x="1582137" y="1651277"/>
                  </a:lnTo>
                  <a:lnTo>
                    <a:pt x="1582137" y="1648535"/>
                  </a:lnTo>
                  <a:lnTo>
                    <a:pt x="1576700" y="1648535"/>
                  </a:lnTo>
                  <a:lnTo>
                    <a:pt x="1576700" y="1643051"/>
                  </a:lnTo>
                  <a:lnTo>
                    <a:pt x="1565826" y="1643051"/>
                  </a:lnTo>
                  <a:lnTo>
                    <a:pt x="1565826" y="1637567"/>
                  </a:lnTo>
                  <a:lnTo>
                    <a:pt x="1560389" y="1637567"/>
                  </a:lnTo>
                  <a:lnTo>
                    <a:pt x="1560389" y="1634824"/>
                  </a:lnTo>
                  <a:lnTo>
                    <a:pt x="1554952" y="1634824"/>
                  </a:lnTo>
                  <a:lnTo>
                    <a:pt x="1554952" y="1632081"/>
                  </a:lnTo>
                  <a:lnTo>
                    <a:pt x="1544078" y="1632081"/>
                  </a:lnTo>
                  <a:lnTo>
                    <a:pt x="1544078" y="1623852"/>
                  </a:lnTo>
                  <a:lnTo>
                    <a:pt x="1538641" y="1623852"/>
                  </a:lnTo>
                  <a:lnTo>
                    <a:pt x="1538641" y="1618365"/>
                  </a:lnTo>
                  <a:lnTo>
                    <a:pt x="1533205" y="1618365"/>
                  </a:lnTo>
                  <a:lnTo>
                    <a:pt x="1533205" y="1612877"/>
                  </a:lnTo>
                  <a:lnTo>
                    <a:pt x="1527768" y="1612877"/>
                  </a:lnTo>
                  <a:lnTo>
                    <a:pt x="1527768" y="1610133"/>
                  </a:lnTo>
                  <a:lnTo>
                    <a:pt x="1522331" y="1610133"/>
                  </a:lnTo>
                  <a:lnTo>
                    <a:pt x="1522331" y="1604649"/>
                  </a:lnTo>
                  <a:lnTo>
                    <a:pt x="1516894" y="1604649"/>
                  </a:lnTo>
                  <a:lnTo>
                    <a:pt x="1516894" y="1599167"/>
                  </a:lnTo>
                  <a:lnTo>
                    <a:pt x="1511457" y="1599167"/>
                  </a:lnTo>
                  <a:lnTo>
                    <a:pt x="1511457" y="1596426"/>
                  </a:lnTo>
                  <a:lnTo>
                    <a:pt x="1506020" y="1596426"/>
                  </a:lnTo>
                  <a:lnTo>
                    <a:pt x="1506020" y="1593685"/>
                  </a:lnTo>
                  <a:lnTo>
                    <a:pt x="1489709" y="1593685"/>
                  </a:lnTo>
                  <a:lnTo>
                    <a:pt x="1489709" y="1588203"/>
                  </a:lnTo>
                  <a:lnTo>
                    <a:pt x="1484272" y="1588203"/>
                  </a:lnTo>
                  <a:lnTo>
                    <a:pt x="1484272" y="1579984"/>
                  </a:lnTo>
                  <a:lnTo>
                    <a:pt x="1478836" y="1579984"/>
                  </a:lnTo>
                  <a:lnTo>
                    <a:pt x="1478836" y="1571763"/>
                  </a:lnTo>
                  <a:lnTo>
                    <a:pt x="1473399" y="1571763"/>
                  </a:lnTo>
                  <a:lnTo>
                    <a:pt x="1473399" y="1563541"/>
                  </a:lnTo>
                  <a:lnTo>
                    <a:pt x="1467962" y="1563541"/>
                  </a:lnTo>
                  <a:lnTo>
                    <a:pt x="1467962" y="1558058"/>
                  </a:lnTo>
                  <a:lnTo>
                    <a:pt x="1462525" y="1558058"/>
                  </a:lnTo>
                  <a:lnTo>
                    <a:pt x="1462525" y="1555317"/>
                  </a:lnTo>
                  <a:lnTo>
                    <a:pt x="1457088" y="1555317"/>
                  </a:lnTo>
                  <a:lnTo>
                    <a:pt x="1457088" y="1549837"/>
                  </a:lnTo>
                  <a:lnTo>
                    <a:pt x="1451651" y="1549837"/>
                  </a:lnTo>
                  <a:lnTo>
                    <a:pt x="1451651" y="1547097"/>
                  </a:lnTo>
                  <a:lnTo>
                    <a:pt x="1446214" y="1547097"/>
                  </a:lnTo>
                  <a:lnTo>
                    <a:pt x="1446214" y="1544357"/>
                  </a:lnTo>
                  <a:lnTo>
                    <a:pt x="1440777" y="1544357"/>
                  </a:lnTo>
                  <a:lnTo>
                    <a:pt x="1440777" y="1538880"/>
                  </a:lnTo>
                  <a:lnTo>
                    <a:pt x="1435340" y="1538880"/>
                  </a:lnTo>
                  <a:lnTo>
                    <a:pt x="1429903" y="1538880"/>
                  </a:lnTo>
                  <a:lnTo>
                    <a:pt x="1429903" y="1536143"/>
                  </a:lnTo>
                  <a:lnTo>
                    <a:pt x="1424467" y="1536143"/>
                  </a:lnTo>
                  <a:lnTo>
                    <a:pt x="1424467" y="1533407"/>
                  </a:lnTo>
                  <a:lnTo>
                    <a:pt x="1419030" y="1533407"/>
                  </a:lnTo>
                  <a:lnTo>
                    <a:pt x="1419030" y="1530672"/>
                  </a:lnTo>
                  <a:lnTo>
                    <a:pt x="1408156" y="1530672"/>
                  </a:lnTo>
                  <a:lnTo>
                    <a:pt x="1408156" y="1527936"/>
                  </a:lnTo>
                  <a:lnTo>
                    <a:pt x="1402719" y="1527936"/>
                  </a:lnTo>
                  <a:lnTo>
                    <a:pt x="1402719" y="1522465"/>
                  </a:lnTo>
                  <a:lnTo>
                    <a:pt x="1386408" y="1522465"/>
                  </a:lnTo>
                  <a:lnTo>
                    <a:pt x="1386408" y="1514257"/>
                  </a:lnTo>
                  <a:lnTo>
                    <a:pt x="1380971" y="1514257"/>
                  </a:lnTo>
                  <a:lnTo>
                    <a:pt x="1380971" y="1500584"/>
                  </a:lnTo>
                  <a:lnTo>
                    <a:pt x="1375534" y="1500584"/>
                  </a:lnTo>
                  <a:lnTo>
                    <a:pt x="1375534" y="1497848"/>
                  </a:lnTo>
                  <a:lnTo>
                    <a:pt x="1370098" y="1497848"/>
                  </a:lnTo>
                  <a:lnTo>
                    <a:pt x="1370098" y="1489642"/>
                  </a:lnTo>
                  <a:lnTo>
                    <a:pt x="1364661" y="1489642"/>
                  </a:lnTo>
                  <a:lnTo>
                    <a:pt x="1364661" y="1484170"/>
                  </a:lnTo>
                  <a:lnTo>
                    <a:pt x="1359224" y="1484170"/>
                  </a:lnTo>
                  <a:lnTo>
                    <a:pt x="1359224" y="1475960"/>
                  </a:lnTo>
                  <a:lnTo>
                    <a:pt x="1353787" y="1475960"/>
                  </a:lnTo>
                  <a:lnTo>
                    <a:pt x="1353787" y="1473223"/>
                  </a:lnTo>
                  <a:lnTo>
                    <a:pt x="1348350" y="1473223"/>
                  </a:lnTo>
                  <a:lnTo>
                    <a:pt x="1348350" y="1467749"/>
                  </a:lnTo>
                  <a:lnTo>
                    <a:pt x="1342913" y="1467749"/>
                  </a:lnTo>
                  <a:lnTo>
                    <a:pt x="1342913" y="1465013"/>
                  </a:lnTo>
                  <a:lnTo>
                    <a:pt x="1337476" y="1465013"/>
                  </a:lnTo>
                  <a:lnTo>
                    <a:pt x="1332039" y="1465013"/>
                  </a:lnTo>
                  <a:lnTo>
                    <a:pt x="1332039" y="1459550"/>
                  </a:lnTo>
                  <a:lnTo>
                    <a:pt x="1326602" y="1459550"/>
                  </a:lnTo>
                  <a:lnTo>
                    <a:pt x="1326602" y="1456817"/>
                  </a:lnTo>
                  <a:lnTo>
                    <a:pt x="1321166" y="1456817"/>
                  </a:lnTo>
                  <a:lnTo>
                    <a:pt x="1321166" y="1454085"/>
                  </a:lnTo>
                  <a:lnTo>
                    <a:pt x="1315729" y="1454085"/>
                  </a:lnTo>
                  <a:lnTo>
                    <a:pt x="1315729" y="1443154"/>
                  </a:lnTo>
                  <a:lnTo>
                    <a:pt x="1310292" y="1443154"/>
                  </a:lnTo>
                  <a:lnTo>
                    <a:pt x="1310292" y="1440421"/>
                  </a:lnTo>
                  <a:lnTo>
                    <a:pt x="1304855" y="1440421"/>
                  </a:lnTo>
                  <a:lnTo>
                    <a:pt x="1299418" y="1440421"/>
                  </a:lnTo>
                  <a:lnTo>
                    <a:pt x="1299418" y="1434957"/>
                  </a:lnTo>
                  <a:lnTo>
                    <a:pt x="1293981" y="1434957"/>
                  </a:lnTo>
                  <a:lnTo>
                    <a:pt x="1293981" y="1429497"/>
                  </a:lnTo>
                  <a:lnTo>
                    <a:pt x="1288544" y="1429497"/>
                  </a:lnTo>
                  <a:lnTo>
                    <a:pt x="1283107" y="1429497"/>
                  </a:lnTo>
                  <a:lnTo>
                    <a:pt x="1283107" y="1426769"/>
                  </a:lnTo>
                  <a:lnTo>
                    <a:pt x="1277670" y="1426769"/>
                  </a:lnTo>
                  <a:lnTo>
                    <a:pt x="1277670" y="1421311"/>
                  </a:lnTo>
                  <a:lnTo>
                    <a:pt x="1272233" y="1421311"/>
                  </a:lnTo>
                  <a:lnTo>
                    <a:pt x="1272233" y="1418582"/>
                  </a:lnTo>
                  <a:lnTo>
                    <a:pt x="1266797" y="1418582"/>
                  </a:lnTo>
                  <a:lnTo>
                    <a:pt x="1266797" y="1413124"/>
                  </a:lnTo>
                  <a:lnTo>
                    <a:pt x="1261360" y="1413124"/>
                  </a:lnTo>
                  <a:lnTo>
                    <a:pt x="1261360" y="1410394"/>
                  </a:lnTo>
                  <a:lnTo>
                    <a:pt x="1255923" y="1410394"/>
                  </a:lnTo>
                  <a:lnTo>
                    <a:pt x="1250486" y="1410394"/>
                  </a:lnTo>
                  <a:lnTo>
                    <a:pt x="1250486" y="1402216"/>
                  </a:lnTo>
                  <a:lnTo>
                    <a:pt x="1245049" y="1402216"/>
                  </a:lnTo>
                  <a:lnTo>
                    <a:pt x="1245049" y="1399490"/>
                  </a:lnTo>
                  <a:lnTo>
                    <a:pt x="1239612" y="1399490"/>
                  </a:lnTo>
                  <a:lnTo>
                    <a:pt x="1239612" y="1396763"/>
                  </a:lnTo>
                  <a:lnTo>
                    <a:pt x="1223301" y="1396763"/>
                  </a:lnTo>
                  <a:lnTo>
                    <a:pt x="1217864" y="1396763"/>
                  </a:lnTo>
                  <a:lnTo>
                    <a:pt x="1217864" y="1391317"/>
                  </a:lnTo>
                  <a:lnTo>
                    <a:pt x="1212428" y="1391317"/>
                  </a:lnTo>
                  <a:lnTo>
                    <a:pt x="1212428" y="1385873"/>
                  </a:lnTo>
                  <a:lnTo>
                    <a:pt x="1206991" y="1385873"/>
                  </a:lnTo>
                  <a:lnTo>
                    <a:pt x="1206991" y="1380429"/>
                  </a:lnTo>
                  <a:lnTo>
                    <a:pt x="1196117" y="1380429"/>
                  </a:lnTo>
                  <a:lnTo>
                    <a:pt x="1196117" y="1377707"/>
                  </a:lnTo>
                  <a:lnTo>
                    <a:pt x="1190680" y="1377707"/>
                  </a:lnTo>
                  <a:lnTo>
                    <a:pt x="1190680" y="1374984"/>
                  </a:lnTo>
                  <a:lnTo>
                    <a:pt x="1185243" y="1374984"/>
                  </a:lnTo>
                  <a:lnTo>
                    <a:pt x="1185243" y="1366816"/>
                  </a:lnTo>
                  <a:lnTo>
                    <a:pt x="1179806" y="1366816"/>
                  </a:lnTo>
                  <a:lnTo>
                    <a:pt x="1179806" y="1364094"/>
                  </a:lnTo>
                  <a:lnTo>
                    <a:pt x="1174369" y="1364094"/>
                  </a:lnTo>
                  <a:lnTo>
                    <a:pt x="1174369" y="1358655"/>
                  </a:lnTo>
                  <a:lnTo>
                    <a:pt x="1168932" y="1358655"/>
                  </a:lnTo>
                  <a:lnTo>
                    <a:pt x="1168932" y="1355934"/>
                  </a:lnTo>
                  <a:lnTo>
                    <a:pt x="1158059" y="1355934"/>
                  </a:lnTo>
                  <a:lnTo>
                    <a:pt x="1158059" y="1353214"/>
                  </a:lnTo>
                  <a:lnTo>
                    <a:pt x="1147185" y="1353214"/>
                  </a:lnTo>
                  <a:lnTo>
                    <a:pt x="1147185" y="1350496"/>
                  </a:lnTo>
                  <a:lnTo>
                    <a:pt x="1141748" y="1350496"/>
                  </a:lnTo>
                  <a:lnTo>
                    <a:pt x="1141748" y="1347777"/>
                  </a:lnTo>
                  <a:lnTo>
                    <a:pt x="1130874" y="1347777"/>
                  </a:lnTo>
                  <a:lnTo>
                    <a:pt x="1130874" y="1345058"/>
                  </a:lnTo>
                  <a:lnTo>
                    <a:pt x="1114563" y="1345058"/>
                  </a:lnTo>
                  <a:lnTo>
                    <a:pt x="1114563" y="1342338"/>
                  </a:lnTo>
                  <a:lnTo>
                    <a:pt x="1103690" y="1342338"/>
                  </a:lnTo>
                  <a:lnTo>
                    <a:pt x="1103690" y="1339623"/>
                  </a:lnTo>
                  <a:lnTo>
                    <a:pt x="1087379" y="1339623"/>
                  </a:lnTo>
                  <a:lnTo>
                    <a:pt x="1087379" y="1336907"/>
                  </a:lnTo>
                  <a:lnTo>
                    <a:pt x="1081942" y="1336907"/>
                  </a:lnTo>
                  <a:lnTo>
                    <a:pt x="1081942" y="1328758"/>
                  </a:lnTo>
                  <a:lnTo>
                    <a:pt x="1076505" y="1328758"/>
                  </a:lnTo>
                  <a:lnTo>
                    <a:pt x="1076505" y="1326041"/>
                  </a:lnTo>
                  <a:lnTo>
                    <a:pt x="1065631" y="1326041"/>
                  </a:lnTo>
                  <a:lnTo>
                    <a:pt x="1065631" y="1320611"/>
                  </a:lnTo>
                  <a:lnTo>
                    <a:pt x="1060194" y="1320611"/>
                  </a:lnTo>
                  <a:lnTo>
                    <a:pt x="1060194" y="1307032"/>
                  </a:lnTo>
                  <a:lnTo>
                    <a:pt x="1054758" y="1307032"/>
                  </a:lnTo>
                  <a:lnTo>
                    <a:pt x="1054758" y="1304316"/>
                  </a:lnTo>
                  <a:lnTo>
                    <a:pt x="1049321" y="1304316"/>
                  </a:lnTo>
                  <a:lnTo>
                    <a:pt x="1049321" y="1298882"/>
                  </a:lnTo>
                  <a:lnTo>
                    <a:pt x="1043884" y="1298882"/>
                  </a:lnTo>
                  <a:lnTo>
                    <a:pt x="1043884" y="1296165"/>
                  </a:lnTo>
                  <a:lnTo>
                    <a:pt x="1038447" y="1296165"/>
                  </a:lnTo>
                  <a:lnTo>
                    <a:pt x="1038447" y="1293448"/>
                  </a:lnTo>
                  <a:lnTo>
                    <a:pt x="1033010" y="1293448"/>
                  </a:lnTo>
                  <a:lnTo>
                    <a:pt x="1033010" y="1290731"/>
                  </a:lnTo>
                  <a:lnTo>
                    <a:pt x="1027573" y="1290731"/>
                  </a:lnTo>
                  <a:lnTo>
                    <a:pt x="1027573" y="1285295"/>
                  </a:lnTo>
                  <a:lnTo>
                    <a:pt x="1022136" y="1285295"/>
                  </a:lnTo>
                  <a:lnTo>
                    <a:pt x="1022136" y="1279859"/>
                  </a:lnTo>
                  <a:lnTo>
                    <a:pt x="1016699" y="1279859"/>
                  </a:lnTo>
                  <a:lnTo>
                    <a:pt x="1016699" y="1274426"/>
                  </a:lnTo>
                  <a:lnTo>
                    <a:pt x="1011262" y="1274426"/>
                  </a:lnTo>
                  <a:lnTo>
                    <a:pt x="1011262" y="1266274"/>
                  </a:lnTo>
                  <a:lnTo>
                    <a:pt x="1005825" y="1266274"/>
                  </a:lnTo>
                  <a:lnTo>
                    <a:pt x="1005825" y="1255402"/>
                  </a:lnTo>
                  <a:lnTo>
                    <a:pt x="1000389" y="1255402"/>
                  </a:lnTo>
                  <a:lnTo>
                    <a:pt x="994952" y="1255402"/>
                  </a:lnTo>
                  <a:lnTo>
                    <a:pt x="994952" y="1244534"/>
                  </a:lnTo>
                  <a:lnTo>
                    <a:pt x="989515" y="1244534"/>
                  </a:lnTo>
                  <a:lnTo>
                    <a:pt x="989515" y="1241819"/>
                  </a:lnTo>
                  <a:lnTo>
                    <a:pt x="984078" y="1241819"/>
                  </a:lnTo>
                  <a:lnTo>
                    <a:pt x="984078" y="1239103"/>
                  </a:lnTo>
                  <a:lnTo>
                    <a:pt x="978641" y="1239103"/>
                  </a:lnTo>
                  <a:lnTo>
                    <a:pt x="978641" y="1230959"/>
                  </a:lnTo>
                  <a:lnTo>
                    <a:pt x="973204" y="1230959"/>
                  </a:lnTo>
                  <a:lnTo>
                    <a:pt x="973204" y="1228244"/>
                  </a:lnTo>
                  <a:lnTo>
                    <a:pt x="967767" y="1228244"/>
                  </a:lnTo>
                  <a:lnTo>
                    <a:pt x="967767" y="1225529"/>
                  </a:lnTo>
                  <a:lnTo>
                    <a:pt x="962330" y="1225529"/>
                  </a:lnTo>
                  <a:lnTo>
                    <a:pt x="962330" y="1222814"/>
                  </a:lnTo>
                  <a:lnTo>
                    <a:pt x="956893" y="1222814"/>
                  </a:lnTo>
                  <a:lnTo>
                    <a:pt x="956893" y="1211957"/>
                  </a:lnTo>
                  <a:lnTo>
                    <a:pt x="951457" y="1211957"/>
                  </a:lnTo>
                  <a:lnTo>
                    <a:pt x="946020" y="1211957"/>
                  </a:lnTo>
                  <a:lnTo>
                    <a:pt x="946020" y="1203818"/>
                  </a:lnTo>
                  <a:lnTo>
                    <a:pt x="940583" y="1203818"/>
                  </a:lnTo>
                  <a:lnTo>
                    <a:pt x="940583" y="1201107"/>
                  </a:lnTo>
                  <a:lnTo>
                    <a:pt x="935146" y="1201107"/>
                  </a:lnTo>
                  <a:lnTo>
                    <a:pt x="935146" y="1198395"/>
                  </a:lnTo>
                  <a:lnTo>
                    <a:pt x="929709" y="1198395"/>
                  </a:lnTo>
                  <a:lnTo>
                    <a:pt x="929709" y="1192970"/>
                  </a:lnTo>
                  <a:lnTo>
                    <a:pt x="924272" y="1192970"/>
                  </a:lnTo>
                  <a:lnTo>
                    <a:pt x="924272" y="1190258"/>
                  </a:lnTo>
                  <a:lnTo>
                    <a:pt x="918835" y="1190258"/>
                  </a:lnTo>
                  <a:lnTo>
                    <a:pt x="918835" y="1176692"/>
                  </a:lnTo>
                  <a:lnTo>
                    <a:pt x="913398" y="1176692"/>
                  </a:lnTo>
                  <a:lnTo>
                    <a:pt x="913398" y="1168549"/>
                  </a:lnTo>
                  <a:lnTo>
                    <a:pt x="897088" y="1168549"/>
                  </a:lnTo>
                  <a:lnTo>
                    <a:pt x="897088" y="1163120"/>
                  </a:lnTo>
                  <a:lnTo>
                    <a:pt x="891651" y="1163120"/>
                  </a:lnTo>
                  <a:lnTo>
                    <a:pt x="891651" y="1154974"/>
                  </a:lnTo>
                  <a:lnTo>
                    <a:pt x="886214" y="1154974"/>
                  </a:lnTo>
                  <a:lnTo>
                    <a:pt x="886214" y="1141393"/>
                  </a:lnTo>
                  <a:lnTo>
                    <a:pt x="880777" y="1141393"/>
                  </a:lnTo>
                  <a:lnTo>
                    <a:pt x="880777" y="1135959"/>
                  </a:lnTo>
                  <a:lnTo>
                    <a:pt x="875340" y="1135959"/>
                  </a:lnTo>
                  <a:lnTo>
                    <a:pt x="875340" y="1133242"/>
                  </a:lnTo>
                  <a:lnTo>
                    <a:pt x="869903" y="1133242"/>
                  </a:lnTo>
                  <a:lnTo>
                    <a:pt x="869903" y="1119652"/>
                  </a:lnTo>
                  <a:lnTo>
                    <a:pt x="864466" y="1119652"/>
                  </a:lnTo>
                  <a:lnTo>
                    <a:pt x="864466" y="1111495"/>
                  </a:lnTo>
                  <a:lnTo>
                    <a:pt x="859029" y="1111495"/>
                  </a:lnTo>
                  <a:lnTo>
                    <a:pt x="859029" y="1106056"/>
                  </a:lnTo>
                  <a:lnTo>
                    <a:pt x="853592" y="1106056"/>
                  </a:lnTo>
                  <a:lnTo>
                    <a:pt x="853592" y="1100616"/>
                  </a:lnTo>
                  <a:lnTo>
                    <a:pt x="848155" y="1100616"/>
                  </a:lnTo>
                  <a:lnTo>
                    <a:pt x="848155" y="1097897"/>
                  </a:lnTo>
                  <a:lnTo>
                    <a:pt x="842719" y="1097897"/>
                  </a:lnTo>
                  <a:lnTo>
                    <a:pt x="842719" y="1092459"/>
                  </a:lnTo>
                  <a:lnTo>
                    <a:pt x="837282" y="1092459"/>
                  </a:lnTo>
                  <a:lnTo>
                    <a:pt x="837282" y="1087027"/>
                  </a:lnTo>
                  <a:lnTo>
                    <a:pt x="826408" y="1087027"/>
                  </a:lnTo>
                  <a:lnTo>
                    <a:pt x="826408" y="1084311"/>
                  </a:lnTo>
                  <a:lnTo>
                    <a:pt x="820971" y="1084311"/>
                  </a:lnTo>
                  <a:lnTo>
                    <a:pt x="820971" y="1078878"/>
                  </a:lnTo>
                  <a:lnTo>
                    <a:pt x="815534" y="1078878"/>
                  </a:lnTo>
                  <a:lnTo>
                    <a:pt x="815534" y="1076161"/>
                  </a:lnTo>
                  <a:lnTo>
                    <a:pt x="804660" y="1076161"/>
                  </a:lnTo>
                  <a:lnTo>
                    <a:pt x="804660" y="1068008"/>
                  </a:lnTo>
                  <a:lnTo>
                    <a:pt x="799223" y="1068008"/>
                  </a:lnTo>
                  <a:lnTo>
                    <a:pt x="799223" y="1062571"/>
                  </a:lnTo>
                  <a:lnTo>
                    <a:pt x="793786" y="1062571"/>
                  </a:lnTo>
                  <a:lnTo>
                    <a:pt x="793786" y="1051695"/>
                  </a:lnTo>
                  <a:lnTo>
                    <a:pt x="782913" y="1051695"/>
                  </a:lnTo>
                  <a:lnTo>
                    <a:pt x="782913" y="1046259"/>
                  </a:lnTo>
                  <a:lnTo>
                    <a:pt x="777476" y="1046259"/>
                  </a:lnTo>
                  <a:lnTo>
                    <a:pt x="777476" y="1035384"/>
                  </a:lnTo>
                  <a:lnTo>
                    <a:pt x="772039" y="1035384"/>
                  </a:lnTo>
                  <a:lnTo>
                    <a:pt x="772039" y="1032665"/>
                  </a:lnTo>
                  <a:lnTo>
                    <a:pt x="766602" y="1032665"/>
                  </a:lnTo>
                  <a:lnTo>
                    <a:pt x="766602" y="1024505"/>
                  </a:lnTo>
                  <a:lnTo>
                    <a:pt x="761165" y="1024505"/>
                  </a:lnTo>
                  <a:lnTo>
                    <a:pt x="761165" y="1010909"/>
                  </a:lnTo>
                  <a:lnTo>
                    <a:pt x="755728" y="1010909"/>
                  </a:lnTo>
                  <a:lnTo>
                    <a:pt x="755728" y="1005469"/>
                  </a:lnTo>
                  <a:lnTo>
                    <a:pt x="750291" y="1005469"/>
                  </a:lnTo>
                  <a:lnTo>
                    <a:pt x="750291" y="991863"/>
                  </a:lnTo>
                  <a:lnTo>
                    <a:pt x="744854" y="991863"/>
                  </a:lnTo>
                  <a:lnTo>
                    <a:pt x="744854" y="986419"/>
                  </a:lnTo>
                  <a:lnTo>
                    <a:pt x="739418" y="986419"/>
                  </a:lnTo>
                  <a:lnTo>
                    <a:pt x="739418" y="978256"/>
                  </a:lnTo>
                  <a:lnTo>
                    <a:pt x="728544" y="978256"/>
                  </a:lnTo>
                  <a:lnTo>
                    <a:pt x="728544" y="970090"/>
                  </a:lnTo>
                  <a:lnTo>
                    <a:pt x="723107" y="970090"/>
                  </a:lnTo>
                  <a:lnTo>
                    <a:pt x="723107" y="964652"/>
                  </a:lnTo>
                  <a:lnTo>
                    <a:pt x="717670" y="964652"/>
                  </a:lnTo>
                  <a:lnTo>
                    <a:pt x="717670" y="956502"/>
                  </a:lnTo>
                  <a:lnTo>
                    <a:pt x="712233" y="956502"/>
                  </a:lnTo>
                  <a:lnTo>
                    <a:pt x="706796" y="956502"/>
                  </a:lnTo>
                  <a:lnTo>
                    <a:pt x="706796" y="945646"/>
                  </a:lnTo>
                  <a:lnTo>
                    <a:pt x="701359" y="945646"/>
                  </a:lnTo>
                  <a:lnTo>
                    <a:pt x="701359" y="940216"/>
                  </a:lnTo>
                  <a:lnTo>
                    <a:pt x="695922" y="940216"/>
                  </a:lnTo>
                  <a:lnTo>
                    <a:pt x="695922" y="937501"/>
                  </a:lnTo>
                  <a:lnTo>
                    <a:pt x="690485" y="937501"/>
                  </a:lnTo>
                  <a:lnTo>
                    <a:pt x="690485" y="934787"/>
                  </a:lnTo>
                  <a:lnTo>
                    <a:pt x="685049" y="934787"/>
                  </a:lnTo>
                  <a:lnTo>
                    <a:pt x="685049" y="926653"/>
                  </a:lnTo>
                  <a:lnTo>
                    <a:pt x="679612" y="926653"/>
                  </a:lnTo>
                  <a:lnTo>
                    <a:pt x="674175" y="926653"/>
                  </a:lnTo>
                  <a:lnTo>
                    <a:pt x="674175" y="921233"/>
                  </a:lnTo>
                  <a:lnTo>
                    <a:pt x="668738" y="921233"/>
                  </a:lnTo>
                  <a:lnTo>
                    <a:pt x="668738" y="915811"/>
                  </a:lnTo>
                  <a:lnTo>
                    <a:pt x="663301" y="915811"/>
                  </a:lnTo>
                  <a:lnTo>
                    <a:pt x="663301" y="913100"/>
                  </a:lnTo>
                  <a:lnTo>
                    <a:pt x="657864" y="913100"/>
                  </a:lnTo>
                  <a:lnTo>
                    <a:pt x="657864" y="899539"/>
                  </a:lnTo>
                  <a:lnTo>
                    <a:pt x="652427" y="899539"/>
                  </a:lnTo>
                  <a:lnTo>
                    <a:pt x="652427" y="896828"/>
                  </a:lnTo>
                  <a:lnTo>
                    <a:pt x="636116" y="896828"/>
                  </a:lnTo>
                  <a:lnTo>
                    <a:pt x="630680" y="896828"/>
                  </a:lnTo>
                  <a:lnTo>
                    <a:pt x="630680" y="891411"/>
                  </a:lnTo>
                  <a:lnTo>
                    <a:pt x="625243" y="891411"/>
                  </a:lnTo>
                  <a:lnTo>
                    <a:pt x="625243" y="885993"/>
                  </a:lnTo>
                  <a:lnTo>
                    <a:pt x="619806" y="885993"/>
                  </a:lnTo>
                  <a:lnTo>
                    <a:pt x="619806" y="875152"/>
                  </a:lnTo>
                  <a:lnTo>
                    <a:pt x="614369" y="875152"/>
                  </a:lnTo>
                  <a:lnTo>
                    <a:pt x="614369" y="872443"/>
                  </a:lnTo>
                  <a:lnTo>
                    <a:pt x="608932" y="872443"/>
                  </a:lnTo>
                  <a:lnTo>
                    <a:pt x="608932" y="864314"/>
                  </a:lnTo>
                  <a:lnTo>
                    <a:pt x="603495" y="864314"/>
                  </a:lnTo>
                  <a:lnTo>
                    <a:pt x="603495" y="856182"/>
                  </a:lnTo>
                  <a:lnTo>
                    <a:pt x="598058" y="856182"/>
                  </a:lnTo>
                  <a:lnTo>
                    <a:pt x="598058" y="848047"/>
                  </a:lnTo>
                  <a:lnTo>
                    <a:pt x="592621" y="848047"/>
                  </a:lnTo>
                  <a:lnTo>
                    <a:pt x="592621" y="837202"/>
                  </a:lnTo>
                  <a:lnTo>
                    <a:pt x="587184" y="837202"/>
                  </a:lnTo>
                  <a:lnTo>
                    <a:pt x="587184" y="831778"/>
                  </a:lnTo>
                  <a:lnTo>
                    <a:pt x="581747" y="831778"/>
                  </a:lnTo>
                  <a:lnTo>
                    <a:pt x="581747" y="823639"/>
                  </a:lnTo>
                  <a:lnTo>
                    <a:pt x="576311" y="823639"/>
                  </a:lnTo>
                  <a:lnTo>
                    <a:pt x="576311" y="820925"/>
                  </a:lnTo>
                  <a:lnTo>
                    <a:pt x="570874" y="820925"/>
                  </a:lnTo>
                  <a:lnTo>
                    <a:pt x="570874" y="804665"/>
                  </a:lnTo>
                  <a:lnTo>
                    <a:pt x="565437" y="804665"/>
                  </a:lnTo>
                  <a:lnTo>
                    <a:pt x="560000" y="804665"/>
                  </a:lnTo>
                  <a:lnTo>
                    <a:pt x="560000" y="788413"/>
                  </a:lnTo>
                  <a:lnTo>
                    <a:pt x="554563" y="788413"/>
                  </a:lnTo>
                  <a:lnTo>
                    <a:pt x="554563" y="780287"/>
                  </a:lnTo>
                  <a:lnTo>
                    <a:pt x="549126" y="780287"/>
                  </a:lnTo>
                  <a:lnTo>
                    <a:pt x="549126" y="769447"/>
                  </a:lnTo>
                  <a:lnTo>
                    <a:pt x="543689" y="769447"/>
                  </a:lnTo>
                  <a:lnTo>
                    <a:pt x="543689" y="764025"/>
                  </a:lnTo>
                  <a:lnTo>
                    <a:pt x="538252" y="764025"/>
                  </a:lnTo>
                  <a:lnTo>
                    <a:pt x="538252" y="758605"/>
                  </a:lnTo>
                  <a:lnTo>
                    <a:pt x="532815" y="758605"/>
                  </a:lnTo>
                  <a:lnTo>
                    <a:pt x="532815" y="755896"/>
                  </a:lnTo>
                  <a:lnTo>
                    <a:pt x="527379" y="755896"/>
                  </a:lnTo>
                  <a:lnTo>
                    <a:pt x="527379" y="745055"/>
                  </a:lnTo>
                  <a:lnTo>
                    <a:pt x="521942" y="745055"/>
                  </a:lnTo>
                  <a:lnTo>
                    <a:pt x="521942" y="736921"/>
                  </a:lnTo>
                  <a:lnTo>
                    <a:pt x="516505" y="736921"/>
                  </a:lnTo>
                  <a:lnTo>
                    <a:pt x="516505" y="728784"/>
                  </a:lnTo>
                  <a:lnTo>
                    <a:pt x="511068" y="728784"/>
                  </a:lnTo>
                  <a:lnTo>
                    <a:pt x="511068" y="720643"/>
                  </a:lnTo>
                  <a:lnTo>
                    <a:pt x="505631" y="720643"/>
                  </a:lnTo>
                  <a:lnTo>
                    <a:pt x="505631" y="715217"/>
                  </a:lnTo>
                  <a:lnTo>
                    <a:pt x="500194" y="715217"/>
                  </a:lnTo>
                  <a:lnTo>
                    <a:pt x="500194" y="709789"/>
                  </a:lnTo>
                  <a:lnTo>
                    <a:pt x="494757" y="709789"/>
                  </a:lnTo>
                  <a:lnTo>
                    <a:pt x="494757" y="704360"/>
                  </a:lnTo>
                  <a:lnTo>
                    <a:pt x="483883" y="704360"/>
                  </a:lnTo>
                  <a:lnTo>
                    <a:pt x="483883" y="701644"/>
                  </a:lnTo>
                  <a:lnTo>
                    <a:pt x="478446" y="701644"/>
                  </a:lnTo>
                  <a:lnTo>
                    <a:pt x="478446" y="698929"/>
                  </a:lnTo>
                  <a:lnTo>
                    <a:pt x="473010" y="698929"/>
                  </a:lnTo>
                  <a:lnTo>
                    <a:pt x="473010" y="693496"/>
                  </a:lnTo>
                  <a:lnTo>
                    <a:pt x="467573" y="693496"/>
                  </a:lnTo>
                  <a:lnTo>
                    <a:pt x="467573" y="690779"/>
                  </a:lnTo>
                  <a:lnTo>
                    <a:pt x="462136" y="690779"/>
                  </a:lnTo>
                  <a:lnTo>
                    <a:pt x="462136" y="682631"/>
                  </a:lnTo>
                  <a:lnTo>
                    <a:pt x="456699" y="682631"/>
                  </a:lnTo>
                  <a:lnTo>
                    <a:pt x="456699" y="674483"/>
                  </a:lnTo>
                  <a:lnTo>
                    <a:pt x="451262" y="674483"/>
                  </a:lnTo>
                  <a:lnTo>
                    <a:pt x="451262" y="669052"/>
                  </a:lnTo>
                  <a:lnTo>
                    <a:pt x="445825" y="669052"/>
                  </a:lnTo>
                  <a:lnTo>
                    <a:pt x="445825" y="655476"/>
                  </a:lnTo>
                  <a:lnTo>
                    <a:pt x="440388" y="655476"/>
                  </a:lnTo>
                  <a:lnTo>
                    <a:pt x="440388" y="644613"/>
                  </a:lnTo>
                  <a:lnTo>
                    <a:pt x="434951" y="644613"/>
                  </a:lnTo>
                  <a:lnTo>
                    <a:pt x="434951" y="636461"/>
                  </a:lnTo>
                  <a:lnTo>
                    <a:pt x="429514" y="636461"/>
                  </a:lnTo>
                  <a:lnTo>
                    <a:pt x="429514" y="625585"/>
                  </a:lnTo>
                  <a:lnTo>
                    <a:pt x="424077" y="625585"/>
                  </a:lnTo>
                  <a:lnTo>
                    <a:pt x="424077" y="620144"/>
                  </a:lnTo>
                  <a:lnTo>
                    <a:pt x="418641" y="620144"/>
                  </a:lnTo>
                  <a:lnTo>
                    <a:pt x="418641" y="614702"/>
                  </a:lnTo>
                  <a:lnTo>
                    <a:pt x="413204" y="614702"/>
                  </a:lnTo>
                  <a:lnTo>
                    <a:pt x="413204" y="606534"/>
                  </a:lnTo>
                  <a:lnTo>
                    <a:pt x="407767" y="606534"/>
                  </a:lnTo>
                  <a:lnTo>
                    <a:pt x="407767" y="590185"/>
                  </a:lnTo>
                  <a:lnTo>
                    <a:pt x="402330" y="590185"/>
                  </a:lnTo>
                  <a:lnTo>
                    <a:pt x="402330" y="579275"/>
                  </a:lnTo>
                  <a:lnTo>
                    <a:pt x="396893" y="579275"/>
                  </a:lnTo>
                  <a:lnTo>
                    <a:pt x="396893" y="573820"/>
                  </a:lnTo>
                  <a:lnTo>
                    <a:pt x="391456" y="573820"/>
                  </a:lnTo>
                  <a:lnTo>
                    <a:pt x="391456" y="571093"/>
                  </a:lnTo>
                  <a:lnTo>
                    <a:pt x="386019" y="571093"/>
                  </a:lnTo>
                  <a:lnTo>
                    <a:pt x="386019" y="560181"/>
                  </a:lnTo>
                  <a:lnTo>
                    <a:pt x="380582" y="560181"/>
                  </a:lnTo>
                  <a:lnTo>
                    <a:pt x="380582" y="551996"/>
                  </a:lnTo>
                  <a:lnTo>
                    <a:pt x="375145" y="551996"/>
                  </a:lnTo>
                  <a:lnTo>
                    <a:pt x="375145" y="549266"/>
                  </a:lnTo>
                  <a:lnTo>
                    <a:pt x="369709" y="549266"/>
                  </a:lnTo>
                  <a:lnTo>
                    <a:pt x="369709" y="543806"/>
                  </a:lnTo>
                  <a:lnTo>
                    <a:pt x="358835" y="543806"/>
                  </a:lnTo>
                  <a:lnTo>
                    <a:pt x="358835" y="538342"/>
                  </a:lnTo>
                  <a:lnTo>
                    <a:pt x="353398" y="538342"/>
                  </a:lnTo>
                  <a:lnTo>
                    <a:pt x="353398" y="535611"/>
                  </a:lnTo>
                  <a:lnTo>
                    <a:pt x="347961" y="535611"/>
                  </a:lnTo>
                  <a:lnTo>
                    <a:pt x="347961" y="527424"/>
                  </a:lnTo>
                  <a:lnTo>
                    <a:pt x="342524" y="527424"/>
                  </a:lnTo>
                  <a:lnTo>
                    <a:pt x="342524" y="511053"/>
                  </a:lnTo>
                  <a:lnTo>
                    <a:pt x="337087" y="511053"/>
                  </a:lnTo>
                  <a:lnTo>
                    <a:pt x="337087" y="508324"/>
                  </a:lnTo>
                  <a:lnTo>
                    <a:pt x="331650" y="508324"/>
                  </a:lnTo>
                  <a:lnTo>
                    <a:pt x="331650" y="502866"/>
                  </a:lnTo>
                  <a:lnTo>
                    <a:pt x="320776" y="502866"/>
                  </a:lnTo>
                  <a:lnTo>
                    <a:pt x="320776" y="497406"/>
                  </a:lnTo>
                  <a:lnTo>
                    <a:pt x="315340" y="497406"/>
                  </a:lnTo>
                  <a:lnTo>
                    <a:pt x="315340" y="481011"/>
                  </a:lnTo>
                  <a:lnTo>
                    <a:pt x="309903" y="481011"/>
                  </a:lnTo>
                  <a:lnTo>
                    <a:pt x="309903" y="472809"/>
                  </a:lnTo>
                  <a:lnTo>
                    <a:pt x="304466" y="472809"/>
                  </a:lnTo>
                  <a:lnTo>
                    <a:pt x="304466" y="459132"/>
                  </a:lnTo>
                  <a:lnTo>
                    <a:pt x="299029" y="459132"/>
                  </a:lnTo>
                  <a:lnTo>
                    <a:pt x="299029" y="450917"/>
                  </a:lnTo>
                  <a:lnTo>
                    <a:pt x="293592" y="450917"/>
                  </a:lnTo>
                  <a:lnTo>
                    <a:pt x="293592" y="445437"/>
                  </a:lnTo>
                  <a:lnTo>
                    <a:pt x="288155" y="445437"/>
                  </a:lnTo>
                  <a:lnTo>
                    <a:pt x="288155" y="434473"/>
                  </a:lnTo>
                  <a:lnTo>
                    <a:pt x="282718" y="434473"/>
                  </a:lnTo>
                  <a:lnTo>
                    <a:pt x="282718" y="418004"/>
                  </a:lnTo>
                  <a:lnTo>
                    <a:pt x="277281" y="418004"/>
                  </a:lnTo>
                  <a:lnTo>
                    <a:pt x="277281" y="407007"/>
                  </a:lnTo>
                  <a:lnTo>
                    <a:pt x="271844" y="407007"/>
                  </a:lnTo>
                  <a:lnTo>
                    <a:pt x="271844" y="401504"/>
                  </a:lnTo>
                  <a:lnTo>
                    <a:pt x="266407" y="401504"/>
                  </a:lnTo>
                  <a:lnTo>
                    <a:pt x="266407" y="395997"/>
                  </a:lnTo>
                  <a:lnTo>
                    <a:pt x="260971" y="395997"/>
                  </a:lnTo>
                  <a:lnTo>
                    <a:pt x="260971" y="379454"/>
                  </a:lnTo>
                  <a:lnTo>
                    <a:pt x="255534" y="379454"/>
                  </a:lnTo>
                  <a:lnTo>
                    <a:pt x="255534" y="365649"/>
                  </a:lnTo>
                  <a:lnTo>
                    <a:pt x="250097" y="365649"/>
                  </a:lnTo>
                  <a:lnTo>
                    <a:pt x="250097" y="360123"/>
                  </a:lnTo>
                  <a:lnTo>
                    <a:pt x="244660" y="360123"/>
                  </a:lnTo>
                  <a:lnTo>
                    <a:pt x="244660" y="343537"/>
                  </a:lnTo>
                  <a:lnTo>
                    <a:pt x="239223" y="343537"/>
                  </a:lnTo>
                  <a:lnTo>
                    <a:pt x="233786" y="343537"/>
                  </a:lnTo>
                  <a:lnTo>
                    <a:pt x="233786" y="329693"/>
                  </a:lnTo>
                  <a:lnTo>
                    <a:pt x="228349" y="329693"/>
                  </a:lnTo>
                  <a:lnTo>
                    <a:pt x="228349" y="326929"/>
                  </a:lnTo>
                  <a:lnTo>
                    <a:pt x="222912" y="326929"/>
                  </a:lnTo>
                  <a:lnTo>
                    <a:pt x="222912" y="310314"/>
                  </a:lnTo>
                  <a:lnTo>
                    <a:pt x="217475" y="310314"/>
                  </a:lnTo>
                  <a:lnTo>
                    <a:pt x="217475" y="301990"/>
                  </a:lnTo>
                  <a:lnTo>
                    <a:pt x="212038" y="301990"/>
                  </a:lnTo>
                  <a:lnTo>
                    <a:pt x="212038" y="296434"/>
                  </a:lnTo>
                  <a:lnTo>
                    <a:pt x="206602" y="296434"/>
                  </a:lnTo>
                  <a:lnTo>
                    <a:pt x="206602" y="285304"/>
                  </a:lnTo>
                  <a:lnTo>
                    <a:pt x="201165" y="285304"/>
                  </a:lnTo>
                  <a:lnTo>
                    <a:pt x="201165" y="276941"/>
                  </a:lnTo>
                  <a:lnTo>
                    <a:pt x="195728" y="276941"/>
                  </a:lnTo>
                  <a:lnTo>
                    <a:pt x="195728" y="271361"/>
                  </a:lnTo>
                  <a:lnTo>
                    <a:pt x="190291" y="271361"/>
                  </a:lnTo>
                  <a:lnTo>
                    <a:pt x="190291" y="257391"/>
                  </a:lnTo>
                  <a:lnTo>
                    <a:pt x="184854" y="257391"/>
                  </a:lnTo>
                  <a:lnTo>
                    <a:pt x="184854" y="251791"/>
                  </a:lnTo>
                  <a:lnTo>
                    <a:pt x="179417" y="251791"/>
                  </a:lnTo>
                  <a:lnTo>
                    <a:pt x="179417" y="246183"/>
                  </a:lnTo>
                  <a:lnTo>
                    <a:pt x="173980" y="246183"/>
                  </a:lnTo>
                  <a:lnTo>
                    <a:pt x="173980" y="237767"/>
                  </a:lnTo>
                  <a:lnTo>
                    <a:pt x="168543" y="237767"/>
                  </a:lnTo>
                  <a:lnTo>
                    <a:pt x="163106" y="237767"/>
                  </a:lnTo>
                  <a:lnTo>
                    <a:pt x="163106" y="229338"/>
                  </a:lnTo>
                  <a:lnTo>
                    <a:pt x="157670" y="229338"/>
                  </a:lnTo>
                  <a:lnTo>
                    <a:pt x="157670" y="215248"/>
                  </a:lnTo>
                  <a:lnTo>
                    <a:pt x="152233" y="215248"/>
                  </a:lnTo>
                  <a:lnTo>
                    <a:pt x="152233" y="198272"/>
                  </a:lnTo>
                  <a:lnTo>
                    <a:pt x="146796" y="198272"/>
                  </a:lnTo>
                  <a:lnTo>
                    <a:pt x="146796" y="195437"/>
                  </a:lnTo>
                  <a:lnTo>
                    <a:pt x="141359" y="195437"/>
                  </a:lnTo>
                  <a:lnTo>
                    <a:pt x="141359" y="184070"/>
                  </a:lnTo>
                  <a:lnTo>
                    <a:pt x="135922" y="184070"/>
                  </a:lnTo>
                  <a:lnTo>
                    <a:pt x="135922" y="172655"/>
                  </a:lnTo>
                  <a:lnTo>
                    <a:pt x="130485" y="172655"/>
                  </a:lnTo>
                  <a:lnTo>
                    <a:pt x="130485" y="166928"/>
                  </a:lnTo>
                  <a:lnTo>
                    <a:pt x="125048" y="166928"/>
                  </a:lnTo>
                  <a:lnTo>
                    <a:pt x="125048" y="158312"/>
                  </a:lnTo>
                  <a:lnTo>
                    <a:pt x="119611" y="158312"/>
                  </a:lnTo>
                  <a:lnTo>
                    <a:pt x="119611" y="135160"/>
                  </a:lnTo>
                  <a:lnTo>
                    <a:pt x="114174" y="135160"/>
                  </a:lnTo>
                  <a:lnTo>
                    <a:pt x="114174" y="126411"/>
                  </a:lnTo>
                  <a:lnTo>
                    <a:pt x="108737" y="126411"/>
                  </a:lnTo>
                  <a:lnTo>
                    <a:pt x="108737" y="117613"/>
                  </a:lnTo>
                  <a:lnTo>
                    <a:pt x="103301" y="117613"/>
                  </a:lnTo>
                  <a:lnTo>
                    <a:pt x="103301" y="105794"/>
                  </a:lnTo>
                  <a:lnTo>
                    <a:pt x="97864" y="105794"/>
                  </a:lnTo>
                  <a:lnTo>
                    <a:pt x="97864" y="90850"/>
                  </a:lnTo>
                  <a:lnTo>
                    <a:pt x="92427" y="90850"/>
                  </a:lnTo>
                  <a:lnTo>
                    <a:pt x="92427" y="81777"/>
                  </a:lnTo>
                  <a:lnTo>
                    <a:pt x="86990" y="81777"/>
                  </a:lnTo>
                  <a:lnTo>
                    <a:pt x="86990" y="63306"/>
                  </a:lnTo>
                  <a:lnTo>
                    <a:pt x="81553" y="63306"/>
                  </a:lnTo>
                  <a:lnTo>
                    <a:pt x="81553" y="50644"/>
                  </a:lnTo>
                  <a:lnTo>
                    <a:pt x="70679" y="50644"/>
                  </a:lnTo>
                  <a:lnTo>
                    <a:pt x="65242" y="50644"/>
                  </a:lnTo>
                  <a:lnTo>
                    <a:pt x="65242" y="47420"/>
                  </a:lnTo>
                  <a:lnTo>
                    <a:pt x="59805" y="47420"/>
                  </a:lnTo>
                  <a:lnTo>
                    <a:pt x="59805" y="40880"/>
                  </a:lnTo>
                  <a:lnTo>
                    <a:pt x="54368" y="40880"/>
                  </a:lnTo>
                  <a:lnTo>
                    <a:pt x="54368" y="34181"/>
                  </a:lnTo>
                  <a:lnTo>
                    <a:pt x="43495" y="34181"/>
                  </a:lnTo>
                  <a:lnTo>
                    <a:pt x="43495" y="30754"/>
                  </a:lnTo>
                  <a:lnTo>
                    <a:pt x="38058" y="30754"/>
                  </a:lnTo>
                  <a:lnTo>
                    <a:pt x="38058" y="23684"/>
                  </a:lnTo>
                  <a:lnTo>
                    <a:pt x="27184" y="23684"/>
                  </a:lnTo>
                  <a:lnTo>
                    <a:pt x="27184" y="16146"/>
                  </a:lnTo>
                  <a:lnTo>
                    <a:pt x="21747" y="16146"/>
                  </a:lnTo>
                  <a:lnTo>
                    <a:pt x="21747" y="12050"/>
                  </a:lnTo>
                  <a:lnTo>
                    <a:pt x="5436" y="12050"/>
                  </a:lnTo>
                  <a:lnTo>
                    <a:pt x="5436" y="0"/>
                  </a:lnTo>
                  <a:close/>
                </a:path>
              </a:pathLst>
            </a:custGeom>
            <a:solidFill>
              <a:srgbClr val="00BA3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11026" y="789916"/>
              <a:ext cx="9922337" cy="3554602"/>
            </a:xfrm>
            <a:custGeom>
              <a:avLst/>
              <a:pathLst>
                <a:path w="9922337" h="3554602">
                  <a:moveTo>
                    <a:pt x="0" y="0"/>
                  </a:moveTo>
                  <a:lnTo>
                    <a:pt x="5436" y="0"/>
                  </a:lnTo>
                  <a:lnTo>
                    <a:pt x="5436" y="0"/>
                  </a:lnTo>
                  <a:lnTo>
                    <a:pt x="21747" y="0"/>
                  </a:lnTo>
                  <a:lnTo>
                    <a:pt x="21747" y="0"/>
                  </a:lnTo>
                  <a:lnTo>
                    <a:pt x="27184" y="0"/>
                  </a:lnTo>
                  <a:lnTo>
                    <a:pt x="27184" y="1561"/>
                  </a:lnTo>
                  <a:lnTo>
                    <a:pt x="38058" y="1561"/>
                  </a:lnTo>
                  <a:lnTo>
                    <a:pt x="38058" y="4590"/>
                  </a:lnTo>
                  <a:lnTo>
                    <a:pt x="43495" y="4590"/>
                  </a:lnTo>
                  <a:lnTo>
                    <a:pt x="43495" y="6215"/>
                  </a:lnTo>
                  <a:lnTo>
                    <a:pt x="54368" y="6215"/>
                  </a:lnTo>
                  <a:lnTo>
                    <a:pt x="54368" y="9624"/>
                  </a:lnTo>
                  <a:lnTo>
                    <a:pt x="59805" y="9624"/>
                  </a:lnTo>
                  <a:lnTo>
                    <a:pt x="59805" y="13192"/>
                  </a:lnTo>
                  <a:lnTo>
                    <a:pt x="65242" y="13192"/>
                  </a:lnTo>
                  <a:lnTo>
                    <a:pt x="65242" y="15025"/>
                  </a:lnTo>
                  <a:lnTo>
                    <a:pt x="70679" y="15025"/>
                  </a:lnTo>
                  <a:lnTo>
                    <a:pt x="70679" y="15025"/>
                  </a:lnTo>
                  <a:lnTo>
                    <a:pt x="81553" y="15025"/>
                  </a:lnTo>
                  <a:lnTo>
                    <a:pt x="81553" y="22599"/>
                  </a:lnTo>
                  <a:lnTo>
                    <a:pt x="86990" y="22599"/>
                  </a:lnTo>
                  <a:lnTo>
                    <a:pt x="86990" y="34482"/>
                  </a:lnTo>
                  <a:lnTo>
                    <a:pt x="92427" y="34482"/>
                  </a:lnTo>
                  <a:lnTo>
                    <a:pt x="92427" y="40593"/>
                  </a:lnTo>
                  <a:lnTo>
                    <a:pt x="97864" y="40593"/>
                  </a:lnTo>
                  <a:lnTo>
                    <a:pt x="97864" y="50969"/>
                  </a:lnTo>
                  <a:lnTo>
                    <a:pt x="103301" y="50969"/>
                  </a:lnTo>
                  <a:lnTo>
                    <a:pt x="103301" y="59406"/>
                  </a:lnTo>
                  <a:lnTo>
                    <a:pt x="108737" y="59406"/>
                  </a:lnTo>
                  <a:lnTo>
                    <a:pt x="108737" y="65799"/>
                  </a:lnTo>
                  <a:lnTo>
                    <a:pt x="114174" y="65799"/>
                  </a:lnTo>
                  <a:lnTo>
                    <a:pt x="114174" y="72242"/>
                  </a:lnTo>
                  <a:lnTo>
                    <a:pt x="119611" y="72242"/>
                  </a:lnTo>
                  <a:lnTo>
                    <a:pt x="119611" y="89640"/>
                  </a:lnTo>
                  <a:lnTo>
                    <a:pt x="125048" y="89640"/>
                  </a:lnTo>
                  <a:lnTo>
                    <a:pt x="125048" y="96230"/>
                  </a:lnTo>
                  <a:lnTo>
                    <a:pt x="130485" y="96230"/>
                  </a:lnTo>
                  <a:lnTo>
                    <a:pt x="130485" y="100641"/>
                  </a:lnTo>
                  <a:lnTo>
                    <a:pt x="135922" y="100641"/>
                  </a:lnTo>
                  <a:lnTo>
                    <a:pt x="135922" y="109502"/>
                  </a:lnTo>
                  <a:lnTo>
                    <a:pt x="141359" y="109502"/>
                  </a:lnTo>
                  <a:lnTo>
                    <a:pt x="141359" y="118410"/>
                  </a:lnTo>
                  <a:lnTo>
                    <a:pt x="146796" y="118410"/>
                  </a:lnTo>
                  <a:lnTo>
                    <a:pt x="146796" y="120644"/>
                  </a:lnTo>
                  <a:lnTo>
                    <a:pt x="152233" y="120644"/>
                  </a:lnTo>
                  <a:lnTo>
                    <a:pt x="152233" y="134111"/>
                  </a:lnTo>
                  <a:lnTo>
                    <a:pt x="157670" y="134111"/>
                  </a:lnTo>
                  <a:lnTo>
                    <a:pt x="157670" y="145402"/>
                  </a:lnTo>
                  <a:lnTo>
                    <a:pt x="163106" y="145402"/>
                  </a:lnTo>
                  <a:lnTo>
                    <a:pt x="163106" y="152202"/>
                  </a:lnTo>
                  <a:lnTo>
                    <a:pt x="168543" y="152202"/>
                  </a:lnTo>
                  <a:lnTo>
                    <a:pt x="168543" y="152202"/>
                  </a:lnTo>
                  <a:lnTo>
                    <a:pt x="173980" y="152202"/>
                  </a:lnTo>
                  <a:lnTo>
                    <a:pt x="173980" y="159023"/>
                  </a:lnTo>
                  <a:lnTo>
                    <a:pt x="179417" y="159023"/>
                  </a:lnTo>
                  <a:lnTo>
                    <a:pt x="179417" y="163583"/>
                  </a:lnTo>
                  <a:lnTo>
                    <a:pt x="184854" y="163583"/>
                  </a:lnTo>
                  <a:lnTo>
                    <a:pt x="184854" y="168151"/>
                  </a:lnTo>
                  <a:lnTo>
                    <a:pt x="190291" y="168151"/>
                  </a:lnTo>
                  <a:lnTo>
                    <a:pt x="190291" y="179600"/>
                  </a:lnTo>
                  <a:lnTo>
                    <a:pt x="195728" y="179600"/>
                  </a:lnTo>
                  <a:lnTo>
                    <a:pt x="195728" y="184193"/>
                  </a:lnTo>
                  <a:lnTo>
                    <a:pt x="201165" y="184193"/>
                  </a:lnTo>
                  <a:lnTo>
                    <a:pt x="201165" y="191098"/>
                  </a:lnTo>
                  <a:lnTo>
                    <a:pt x="206602" y="191098"/>
                  </a:lnTo>
                  <a:lnTo>
                    <a:pt x="206602" y="200324"/>
                  </a:lnTo>
                  <a:lnTo>
                    <a:pt x="212038" y="200324"/>
                  </a:lnTo>
                  <a:lnTo>
                    <a:pt x="212038" y="204946"/>
                  </a:lnTo>
                  <a:lnTo>
                    <a:pt x="217475" y="204946"/>
                  </a:lnTo>
                  <a:lnTo>
                    <a:pt x="217475" y="211889"/>
                  </a:lnTo>
                  <a:lnTo>
                    <a:pt x="222912" y="211889"/>
                  </a:lnTo>
                  <a:lnTo>
                    <a:pt x="222912" y="225809"/>
                  </a:lnTo>
                  <a:lnTo>
                    <a:pt x="228349" y="225809"/>
                  </a:lnTo>
                  <a:lnTo>
                    <a:pt x="228349" y="228133"/>
                  </a:lnTo>
                  <a:lnTo>
                    <a:pt x="233786" y="228133"/>
                  </a:lnTo>
                  <a:lnTo>
                    <a:pt x="233786" y="239799"/>
                  </a:lnTo>
                  <a:lnTo>
                    <a:pt x="239223" y="239799"/>
                  </a:lnTo>
                  <a:lnTo>
                    <a:pt x="239223" y="239799"/>
                  </a:lnTo>
                  <a:lnTo>
                    <a:pt x="244660" y="239799"/>
                  </a:lnTo>
                  <a:lnTo>
                    <a:pt x="244660" y="253841"/>
                  </a:lnTo>
                  <a:lnTo>
                    <a:pt x="250097" y="253841"/>
                  </a:lnTo>
                  <a:lnTo>
                    <a:pt x="250097" y="258534"/>
                  </a:lnTo>
                  <a:lnTo>
                    <a:pt x="255534" y="258534"/>
                  </a:lnTo>
                  <a:lnTo>
                    <a:pt x="255534" y="270292"/>
                  </a:lnTo>
                  <a:lnTo>
                    <a:pt x="260971" y="270292"/>
                  </a:lnTo>
                  <a:lnTo>
                    <a:pt x="260971" y="284439"/>
                  </a:lnTo>
                  <a:lnTo>
                    <a:pt x="266407" y="284439"/>
                  </a:lnTo>
                  <a:lnTo>
                    <a:pt x="266407" y="289162"/>
                  </a:lnTo>
                  <a:lnTo>
                    <a:pt x="271844" y="289162"/>
                  </a:lnTo>
                  <a:lnTo>
                    <a:pt x="271844" y="293888"/>
                  </a:lnTo>
                  <a:lnTo>
                    <a:pt x="277281" y="293888"/>
                  </a:lnTo>
                  <a:lnTo>
                    <a:pt x="277281" y="303352"/>
                  </a:lnTo>
                  <a:lnTo>
                    <a:pt x="282718" y="303352"/>
                  </a:lnTo>
                  <a:lnTo>
                    <a:pt x="282718" y="317573"/>
                  </a:lnTo>
                  <a:lnTo>
                    <a:pt x="288155" y="317573"/>
                  </a:lnTo>
                  <a:lnTo>
                    <a:pt x="288155" y="327069"/>
                  </a:lnTo>
                  <a:lnTo>
                    <a:pt x="293592" y="327069"/>
                  </a:lnTo>
                  <a:lnTo>
                    <a:pt x="293592" y="331825"/>
                  </a:lnTo>
                  <a:lnTo>
                    <a:pt x="299029" y="331825"/>
                  </a:lnTo>
                  <a:lnTo>
                    <a:pt x="299029" y="338963"/>
                  </a:lnTo>
                  <a:lnTo>
                    <a:pt x="304466" y="338963"/>
                  </a:lnTo>
                  <a:lnTo>
                    <a:pt x="304466" y="350875"/>
                  </a:lnTo>
                  <a:lnTo>
                    <a:pt x="309903" y="350875"/>
                  </a:lnTo>
                  <a:lnTo>
                    <a:pt x="309903" y="358033"/>
                  </a:lnTo>
                  <a:lnTo>
                    <a:pt x="315340" y="358033"/>
                  </a:lnTo>
                  <a:lnTo>
                    <a:pt x="315340" y="372377"/>
                  </a:lnTo>
                  <a:lnTo>
                    <a:pt x="320776" y="372377"/>
                  </a:lnTo>
                  <a:lnTo>
                    <a:pt x="320776" y="377163"/>
                  </a:lnTo>
                  <a:lnTo>
                    <a:pt x="331650" y="377163"/>
                  </a:lnTo>
                  <a:lnTo>
                    <a:pt x="331650" y="381952"/>
                  </a:lnTo>
                  <a:lnTo>
                    <a:pt x="337087" y="381952"/>
                  </a:lnTo>
                  <a:lnTo>
                    <a:pt x="337087" y="384348"/>
                  </a:lnTo>
                  <a:lnTo>
                    <a:pt x="342524" y="384348"/>
                  </a:lnTo>
                  <a:lnTo>
                    <a:pt x="342524" y="398747"/>
                  </a:lnTo>
                  <a:lnTo>
                    <a:pt x="347961" y="398747"/>
                  </a:lnTo>
                  <a:lnTo>
                    <a:pt x="347961" y="405962"/>
                  </a:lnTo>
                  <a:lnTo>
                    <a:pt x="353398" y="405962"/>
                  </a:lnTo>
                  <a:lnTo>
                    <a:pt x="353398" y="408371"/>
                  </a:lnTo>
                  <a:lnTo>
                    <a:pt x="358835" y="408371"/>
                  </a:lnTo>
                  <a:lnTo>
                    <a:pt x="358835" y="413192"/>
                  </a:lnTo>
                  <a:lnTo>
                    <a:pt x="369709" y="413192"/>
                  </a:lnTo>
                  <a:lnTo>
                    <a:pt x="369709" y="418015"/>
                  </a:lnTo>
                  <a:lnTo>
                    <a:pt x="375145" y="418015"/>
                  </a:lnTo>
                  <a:lnTo>
                    <a:pt x="375145" y="420428"/>
                  </a:lnTo>
                  <a:lnTo>
                    <a:pt x="380582" y="420428"/>
                  </a:lnTo>
                  <a:lnTo>
                    <a:pt x="380582" y="427669"/>
                  </a:lnTo>
                  <a:lnTo>
                    <a:pt x="386019" y="427669"/>
                  </a:lnTo>
                  <a:lnTo>
                    <a:pt x="386019" y="437336"/>
                  </a:lnTo>
                  <a:lnTo>
                    <a:pt x="391456" y="437336"/>
                  </a:lnTo>
                  <a:lnTo>
                    <a:pt x="391456" y="439755"/>
                  </a:lnTo>
                  <a:lnTo>
                    <a:pt x="396893" y="439755"/>
                  </a:lnTo>
                  <a:lnTo>
                    <a:pt x="396893" y="444595"/>
                  </a:lnTo>
                  <a:lnTo>
                    <a:pt x="402330" y="444595"/>
                  </a:lnTo>
                  <a:lnTo>
                    <a:pt x="402330" y="454287"/>
                  </a:lnTo>
                  <a:lnTo>
                    <a:pt x="407767" y="454287"/>
                  </a:lnTo>
                  <a:lnTo>
                    <a:pt x="407767" y="468840"/>
                  </a:lnTo>
                  <a:lnTo>
                    <a:pt x="413204" y="468840"/>
                  </a:lnTo>
                  <a:lnTo>
                    <a:pt x="413204" y="476124"/>
                  </a:lnTo>
                  <a:lnTo>
                    <a:pt x="418641" y="476124"/>
                  </a:lnTo>
                  <a:lnTo>
                    <a:pt x="418641" y="480982"/>
                  </a:lnTo>
                  <a:lnTo>
                    <a:pt x="424077" y="480982"/>
                  </a:lnTo>
                  <a:lnTo>
                    <a:pt x="424077" y="485842"/>
                  </a:lnTo>
                  <a:lnTo>
                    <a:pt x="429514" y="485842"/>
                  </a:lnTo>
                  <a:lnTo>
                    <a:pt x="429514" y="495568"/>
                  </a:lnTo>
                  <a:lnTo>
                    <a:pt x="434951" y="495568"/>
                  </a:lnTo>
                  <a:lnTo>
                    <a:pt x="434951" y="502867"/>
                  </a:lnTo>
                  <a:lnTo>
                    <a:pt x="440388" y="502867"/>
                  </a:lnTo>
                  <a:lnTo>
                    <a:pt x="440388" y="512606"/>
                  </a:lnTo>
                  <a:lnTo>
                    <a:pt x="445825" y="512606"/>
                  </a:lnTo>
                  <a:lnTo>
                    <a:pt x="445825" y="524796"/>
                  </a:lnTo>
                  <a:lnTo>
                    <a:pt x="451262" y="524796"/>
                  </a:lnTo>
                  <a:lnTo>
                    <a:pt x="451262" y="529677"/>
                  </a:lnTo>
                  <a:lnTo>
                    <a:pt x="456699" y="529677"/>
                  </a:lnTo>
                  <a:lnTo>
                    <a:pt x="456699" y="537006"/>
                  </a:lnTo>
                  <a:lnTo>
                    <a:pt x="462136" y="537006"/>
                  </a:lnTo>
                  <a:lnTo>
                    <a:pt x="462136" y="544343"/>
                  </a:lnTo>
                  <a:lnTo>
                    <a:pt x="467573" y="544343"/>
                  </a:lnTo>
                  <a:lnTo>
                    <a:pt x="467573" y="546791"/>
                  </a:lnTo>
                  <a:lnTo>
                    <a:pt x="473010" y="546791"/>
                  </a:lnTo>
                  <a:lnTo>
                    <a:pt x="473010" y="551687"/>
                  </a:lnTo>
                  <a:lnTo>
                    <a:pt x="478446" y="551687"/>
                  </a:lnTo>
                  <a:lnTo>
                    <a:pt x="478446" y="554136"/>
                  </a:lnTo>
                  <a:lnTo>
                    <a:pt x="483883" y="554136"/>
                  </a:lnTo>
                  <a:lnTo>
                    <a:pt x="483883" y="556585"/>
                  </a:lnTo>
                  <a:lnTo>
                    <a:pt x="494757" y="556585"/>
                  </a:lnTo>
                  <a:lnTo>
                    <a:pt x="494757" y="561485"/>
                  </a:lnTo>
                  <a:lnTo>
                    <a:pt x="500194" y="561485"/>
                  </a:lnTo>
                  <a:lnTo>
                    <a:pt x="500194" y="566387"/>
                  </a:lnTo>
                  <a:lnTo>
                    <a:pt x="505631" y="566387"/>
                  </a:lnTo>
                  <a:lnTo>
                    <a:pt x="505631" y="571290"/>
                  </a:lnTo>
                  <a:lnTo>
                    <a:pt x="511068" y="571290"/>
                  </a:lnTo>
                  <a:lnTo>
                    <a:pt x="511068" y="578651"/>
                  </a:lnTo>
                  <a:lnTo>
                    <a:pt x="516505" y="578651"/>
                  </a:lnTo>
                  <a:lnTo>
                    <a:pt x="516505" y="586016"/>
                  </a:lnTo>
                  <a:lnTo>
                    <a:pt x="521942" y="586016"/>
                  </a:lnTo>
                  <a:lnTo>
                    <a:pt x="521942" y="593384"/>
                  </a:lnTo>
                  <a:lnTo>
                    <a:pt x="527379" y="593384"/>
                  </a:lnTo>
                  <a:lnTo>
                    <a:pt x="527379" y="603214"/>
                  </a:lnTo>
                  <a:lnTo>
                    <a:pt x="532815" y="603214"/>
                  </a:lnTo>
                  <a:lnTo>
                    <a:pt x="532815" y="605672"/>
                  </a:lnTo>
                  <a:lnTo>
                    <a:pt x="538252" y="605672"/>
                  </a:lnTo>
                  <a:lnTo>
                    <a:pt x="538252" y="610592"/>
                  </a:lnTo>
                  <a:lnTo>
                    <a:pt x="543689" y="610592"/>
                  </a:lnTo>
                  <a:lnTo>
                    <a:pt x="543689" y="615517"/>
                  </a:lnTo>
                  <a:lnTo>
                    <a:pt x="549126" y="615517"/>
                  </a:lnTo>
                  <a:lnTo>
                    <a:pt x="549126" y="625370"/>
                  </a:lnTo>
                  <a:lnTo>
                    <a:pt x="554563" y="625370"/>
                  </a:lnTo>
                  <a:lnTo>
                    <a:pt x="554563" y="632764"/>
                  </a:lnTo>
                  <a:lnTo>
                    <a:pt x="560000" y="632764"/>
                  </a:lnTo>
                  <a:lnTo>
                    <a:pt x="560000" y="647568"/>
                  </a:lnTo>
                  <a:lnTo>
                    <a:pt x="565437" y="647568"/>
                  </a:lnTo>
                  <a:lnTo>
                    <a:pt x="565437" y="647568"/>
                  </a:lnTo>
                  <a:lnTo>
                    <a:pt x="570874" y="647568"/>
                  </a:lnTo>
                  <a:lnTo>
                    <a:pt x="570874" y="662401"/>
                  </a:lnTo>
                  <a:lnTo>
                    <a:pt x="576311" y="662401"/>
                  </a:lnTo>
                  <a:lnTo>
                    <a:pt x="576311" y="664878"/>
                  </a:lnTo>
                  <a:lnTo>
                    <a:pt x="581747" y="664878"/>
                  </a:lnTo>
                  <a:lnTo>
                    <a:pt x="581747" y="672311"/>
                  </a:lnTo>
                  <a:lnTo>
                    <a:pt x="587184" y="672311"/>
                  </a:lnTo>
                  <a:lnTo>
                    <a:pt x="587184" y="677269"/>
                  </a:lnTo>
                  <a:lnTo>
                    <a:pt x="592621" y="677269"/>
                  </a:lnTo>
                  <a:lnTo>
                    <a:pt x="592621" y="687188"/>
                  </a:lnTo>
                  <a:lnTo>
                    <a:pt x="598058" y="687188"/>
                  </a:lnTo>
                  <a:lnTo>
                    <a:pt x="598058" y="694634"/>
                  </a:lnTo>
                  <a:lnTo>
                    <a:pt x="603495" y="694634"/>
                  </a:lnTo>
                  <a:lnTo>
                    <a:pt x="603495" y="702084"/>
                  </a:lnTo>
                  <a:lnTo>
                    <a:pt x="608932" y="702084"/>
                  </a:lnTo>
                  <a:lnTo>
                    <a:pt x="608932" y="709536"/>
                  </a:lnTo>
                  <a:lnTo>
                    <a:pt x="614369" y="709536"/>
                  </a:lnTo>
                  <a:lnTo>
                    <a:pt x="614369" y="712020"/>
                  </a:lnTo>
                  <a:lnTo>
                    <a:pt x="619806" y="712020"/>
                  </a:lnTo>
                  <a:lnTo>
                    <a:pt x="619806" y="721968"/>
                  </a:lnTo>
                  <a:lnTo>
                    <a:pt x="625243" y="721968"/>
                  </a:lnTo>
                  <a:lnTo>
                    <a:pt x="625243" y="726943"/>
                  </a:lnTo>
                  <a:lnTo>
                    <a:pt x="630680" y="726943"/>
                  </a:lnTo>
                  <a:lnTo>
                    <a:pt x="630680" y="731920"/>
                  </a:lnTo>
                  <a:lnTo>
                    <a:pt x="636116" y="731920"/>
                  </a:lnTo>
                  <a:lnTo>
                    <a:pt x="636116" y="731920"/>
                  </a:lnTo>
                  <a:lnTo>
                    <a:pt x="652427" y="731920"/>
                  </a:lnTo>
                  <a:lnTo>
                    <a:pt x="652427" y="734411"/>
                  </a:lnTo>
                  <a:lnTo>
                    <a:pt x="657864" y="734411"/>
                  </a:lnTo>
                  <a:lnTo>
                    <a:pt x="657864" y="746880"/>
                  </a:lnTo>
                  <a:lnTo>
                    <a:pt x="663301" y="746880"/>
                  </a:lnTo>
                  <a:lnTo>
                    <a:pt x="663301" y="749375"/>
                  </a:lnTo>
                  <a:lnTo>
                    <a:pt x="668738" y="749375"/>
                  </a:lnTo>
                  <a:lnTo>
                    <a:pt x="668738" y="754365"/>
                  </a:lnTo>
                  <a:lnTo>
                    <a:pt x="674175" y="754365"/>
                  </a:lnTo>
                  <a:lnTo>
                    <a:pt x="674175" y="759356"/>
                  </a:lnTo>
                  <a:lnTo>
                    <a:pt x="679612" y="759356"/>
                  </a:lnTo>
                  <a:lnTo>
                    <a:pt x="679612" y="759356"/>
                  </a:lnTo>
                  <a:lnTo>
                    <a:pt x="685049" y="759356"/>
                  </a:lnTo>
                  <a:lnTo>
                    <a:pt x="685049" y="766850"/>
                  </a:lnTo>
                  <a:lnTo>
                    <a:pt x="690485" y="766850"/>
                  </a:lnTo>
                  <a:lnTo>
                    <a:pt x="690485" y="769351"/>
                  </a:lnTo>
                  <a:lnTo>
                    <a:pt x="695922" y="769351"/>
                  </a:lnTo>
                  <a:lnTo>
                    <a:pt x="695922" y="771853"/>
                  </a:lnTo>
                  <a:lnTo>
                    <a:pt x="701359" y="771853"/>
                  </a:lnTo>
                  <a:lnTo>
                    <a:pt x="701359" y="776860"/>
                  </a:lnTo>
                  <a:lnTo>
                    <a:pt x="706796" y="776860"/>
                  </a:lnTo>
                  <a:lnTo>
                    <a:pt x="706796" y="786876"/>
                  </a:lnTo>
                  <a:lnTo>
                    <a:pt x="712233" y="786876"/>
                  </a:lnTo>
                  <a:lnTo>
                    <a:pt x="712233" y="786876"/>
                  </a:lnTo>
                  <a:lnTo>
                    <a:pt x="717670" y="786876"/>
                  </a:lnTo>
                  <a:lnTo>
                    <a:pt x="717670" y="794399"/>
                  </a:lnTo>
                  <a:lnTo>
                    <a:pt x="723107" y="794399"/>
                  </a:lnTo>
                  <a:lnTo>
                    <a:pt x="723107" y="799422"/>
                  </a:lnTo>
                  <a:lnTo>
                    <a:pt x="728544" y="799422"/>
                  </a:lnTo>
                  <a:lnTo>
                    <a:pt x="728544" y="806966"/>
                  </a:lnTo>
                  <a:lnTo>
                    <a:pt x="739418" y="806966"/>
                  </a:lnTo>
                  <a:lnTo>
                    <a:pt x="739418" y="814513"/>
                  </a:lnTo>
                  <a:lnTo>
                    <a:pt x="744854" y="814513"/>
                  </a:lnTo>
                  <a:lnTo>
                    <a:pt x="744854" y="819548"/>
                  </a:lnTo>
                  <a:lnTo>
                    <a:pt x="750291" y="819548"/>
                  </a:lnTo>
                  <a:lnTo>
                    <a:pt x="750291" y="832142"/>
                  </a:lnTo>
                  <a:lnTo>
                    <a:pt x="755728" y="832142"/>
                  </a:lnTo>
                  <a:lnTo>
                    <a:pt x="755728" y="837181"/>
                  </a:lnTo>
                  <a:lnTo>
                    <a:pt x="761165" y="837181"/>
                  </a:lnTo>
                  <a:lnTo>
                    <a:pt x="761165" y="849783"/>
                  </a:lnTo>
                  <a:lnTo>
                    <a:pt x="766602" y="849783"/>
                  </a:lnTo>
                  <a:lnTo>
                    <a:pt x="766602" y="857352"/>
                  </a:lnTo>
                  <a:lnTo>
                    <a:pt x="772039" y="857352"/>
                  </a:lnTo>
                  <a:lnTo>
                    <a:pt x="772039" y="859876"/>
                  </a:lnTo>
                  <a:lnTo>
                    <a:pt x="777476" y="859876"/>
                  </a:lnTo>
                  <a:lnTo>
                    <a:pt x="777476" y="869973"/>
                  </a:lnTo>
                  <a:lnTo>
                    <a:pt x="782913" y="869973"/>
                  </a:lnTo>
                  <a:lnTo>
                    <a:pt x="782913" y="875022"/>
                  </a:lnTo>
                  <a:lnTo>
                    <a:pt x="793786" y="875022"/>
                  </a:lnTo>
                  <a:lnTo>
                    <a:pt x="793786" y="885131"/>
                  </a:lnTo>
                  <a:lnTo>
                    <a:pt x="799223" y="885131"/>
                  </a:lnTo>
                  <a:lnTo>
                    <a:pt x="799223" y="890187"/>
                  </a:lnTo>
                  <a:lnTo>
                    <a:pt x="804660" y="890187"/>
                  </a:lnTo>
                  <a:lnTo>
                    <a:pt x="804660" y="897772"/>
                  </a:lnTo>
                  <a:lnTo>
                    <a:pt x="815534" y="897772"/>
                  </a:lnTo>
                  <a:lnTo>
                    <a:pt x="815534" y="900301"/>
                  </a:lnTo>
                  <a:lnTo>
                    <a:pt x="820971" y="900301"/>
                  </a:lnTo>
                  <a:lnTo>
                    <a:pt x="820971" y="905360"/>
                  </a:lnTo>
                  <a:lnTo>
                    <a:pt x="826408" y="905360"/>
                  </a:lnTo>
                  <a:lnTo>
                    <a:pt x="826408" y="907890"/>
                  </a:lnTo>
                  <a:lnTo>
                    <a:pt x="837282" y="907890"/>
                  </a:lnTo>
                  <a:lnTo>
                    <a:pt x="837282" y="912950"/>
                  </a:lnTo>
                  <a:lnTo>
                    <a:pt x="842719" y="912950"/>
                  </a:lnTo>
                  <a:lnTo>
                    <a:pt x="842719" y="918017"/>
                  </a:lnTo>
                  <a:lnTo>
                    <a:pt x="848155" y="918017"/>
                  </a:lnTo>
                  <a:lnTo>
                    <a:pt x="848155" y="920551"/>
                  </a:lnTo>
                  <a:lnTo>
                    <a:pt x="853592" y="920551"/>
                  </a:lnTo>
                  <a:lnTo>
                    <a:pt x="853592" y="925622"/>
                  </a:lnTo>
                  <a:lnTo>
                    <a:pt x="859029" y="925622"/>
                  </a:lnTo>
                  <a:lnTo>
                    <a:pt x="859029" y="930695"/>
                  </a:lnTo>
                  <a:lnTo>
                    <a:pt x="864466" y="930695"/>
                  </a:lnTo>
                  <a:lnTo>
                    <a:pt x="864466" y="938305"/>
                  </a:lnTo>
                  <a:lnTo>
                    <a:pt x="869903" y="938305"/>
                  </a:lnTo>
                  <a:lnTo>
                    <a:pt x="869903" y="950993"/>
                  </a:lnTo>
                  <a:lnTo>
                    <a:pt x="875340" y="950993"/>
                  </a:lnTo>
                  <a:lnTo>
                    <a:pt x="875340" y="953532"/>
                  </a:lnTo>
                  <a:lnTo>
                    <a:pt x="880777" y="953532"/>
                  </a:lnTo>
                  <a:lnTo>
                    <a:pt x="880777" y="958609"/>
                  </a:lnTo>
                  <a:lnTo>
                    <a:pt x="886214" y="958609"/>
                  </a:lnTo>
                  <a:lnTo>
                    <a:pt x="886214" y="971307"/>
                  </a:lnTo>
                  <a:lnTo>
                    <a:pt x="891651" y="971307"/>
                  </a:lnTo>
                  <a:lnTo>
                    <a:pt x="891651" y="978929"/>
                  </a:lnTo>
                  <a:lnTo>
                    <a:pt x="897088" y="978929"/>
                  </a:lnTo>
                  <a:lnTo>
                    <a:pt x="897088" y="984011"/>
                  </a:lnTo>
                  <a:lnTo>
                    <a:pt x="913398" y="984011"/>
                  </a:lnTo>
                  <a:lnTo>
                    <a:pt x="913398" y="991636"/>
                  </a:lnTo>
                  <a:lnTo>
                    <a:pt x="918835" y="991636"/>
                  </a:lnTo>
                  <a:lnTo>
                    <a:pt x="918835" y="1004348"/>
                  </a:lnTo>
                  <a:lnTo>
                    <a:pt x="924272" y="1004348"/>
                  </a:lnTo>
                  <a:lnTo>
                    <a:pt x="924272" y="1006891"/>
                  </a:lnTo>
                  <a:lnTo>
                    <a:pt x="929709" y="1006891"/>
                  </a:lnTo>
                  <a:lnTo>
                    <a:pt x="929709" y="1011978"/>
                  </a:lnTo>
                  <a:lnTo>
                    <a:pt x="935146" y="1011978"/>
                  </a:lnTo>
                  <a:lnTo>
                    <a:pt x="935146" y="1014522"/>
                  </a:lnTo>
                  <a:lnTo>
                    <a:pt x="940583" y="1014522"/>
                  </a:lnTo>
                  <a:lnTo>
                    <a:pt x="940583" y="1017066"/>
                  </a:lnTo>
                  <a:lnTo>
                    <a:pt x="946020" y="1017066"/>
                  </a:lnTo>
                  <a:lnTo>
                    <a:pt x="946020" y="1024704"/>
                  </a:lnTo>
                  <a:lnTo>
                    <a:pt x="951457" y="1024704"/>
                  </a:lnTo>
                  <a:lnTo>
                    <a:pt x="951457" y="1024704"/>
                  </a:lnTo>
                  <a:lnTo>
                    <a:pt x="956893" y="1024704"/>
                  </a:lnTo>
                  <a:lnTo>
                    <a:pt x="956893" y="1034897"/>
                  </a:lnTo>
                  <a:lnTo>
                    <a:pt x="962330" y="1034897"/>
                  </a:lnTo>
                  <a:lnTo>
                    <a:pt x="962330" y="1037447"/>
                  </a:lnTo>
                  <a:lnTo>
                    <a:pt x="967767" y="1037447"/>
                  </a:lnTo>
                  <a:lnTo>
                    <a:pt x="967767" y="1039998"/>
                  </a:lnTo>
                  <a:lnTo>
                    <a:pt x="973204" y="1039998"/>
                  </a:lnTo>
                  <a:lnTo>
                    <a:pt x="973204" y="1042549"/>
                  </a:lnTo>
                  <a:lnTo>
                    <a:pt x="978641" y="1042549"/>
                  </a:lnTo>
                  <a:lnTo>
                    <a:pt x="978641" y="1050202"/>
                  </a:lnTo>
                  <a:lnTo>
                    <a:pt x="984078" y="1050202"/>
                  </a:lnTo>
                  <a:lnTo>
                    <a:pt x="984078" y="1052755"/>
                  </a:lnTo>
                  <a:lnTo>
                    <a:pt x="989515" y="1052755"/>
                  </a:lnTo>
                  <a:lnTo>
                    <a:pt x="989515" y="1055309"/>
                  </a:lnTo>
                  <a:lnTo>
                    <a:pt x="994952" y="1055309"/>
                  </a:lnTo>
                  <a:lnTo>
                    <a:pt x="994952" y="1065530"/>
                  </a:lnTo>
                  <a:lnTo>
                    <a:pt x="1000389" y="1065530"/>
                  </a:lnTo>
                  <a:lnTo>
                    <a:pt x="1000389" y="1065530"/>
                  </a:lnTo>
                  <a:lnTo>
                    <a:pt x="1005825" y="1065530"/>
                  </a:lnTo>
                  <a:lnTo>
                    <a:pt x="1005825" y="1075761"/>
                  </a:lnTo>
                  <a:lnTo>
                    <a:pt x="1011262" y="1075761"/>
                  </a:lnTo>
                  <a:lnTo>
                    <a:pt x="1011262" y="1083437"/>
                  </a:lnTo>
                  <a:lnTo>
                    <a:pt x="1016699" y="1083437"/>
                  </a:lnTo>
                  <a:lnTo>
                    <a:pt x="1016699" y="1088555"/>
                  </a:lnTo>
                  <a:lnTo>
                    <a:pt x="1022136" y="1088555"/>
                  </a:lnTo>
                  <a:lnTo>
                    <a:pt x="1022136" y="1093676"/>
                  </a:lnTo>
                  <a:lnTo>
                    <a:pt x="1027573" y="1093676"/>
                  </a:lnTo>
                  <a:lnTo>
                    <a:pt x="1027573" y="1098799"/>
                  </a:lnTo>
                  <a:lnTo>
                    <a:pt x="1033010" y="1098799"/>
                  </a:lnTo>
                  <a:lnTo>
                    <a:pt x="1033010" y="1101361"/>
                  </a:lnTo>
                  <a:lnTo>
                    <a:pt x="1038447" y="1101361"/>
                  </a:lnTo>
                  <a:lnTo>
                    <a:pt x="1038447" y="1103923"/>
                  </a:lnTo>
                  <a:lnTo>
                    <a:pt x="1043884" y="1103923"/>
                  </a:lnTo>
                  <a:lnTo>
                    <a:pt x="1043884" y="1106485"/>
                  </a:lnTo>
                  <a:lnTo>
                    <a:pt x="1049321" y="1106485"/>
                  </a:lnTo>
                  <a:lnTo>
                    <a:pt x="1049321" y="1111610"/>
                  </a:lnTo>
                  <a:lnTo>
                    <a:pt x="1054758" y="1111610"/>
                  </a:lnTo>
                  <a:lnTo>
                    <a:pt x="1054758" y="1114172"/>
                  </a:lnTo>
                  <a:lnTo>
                    <a:pt x="1060194" y="1114172"/>
                  </a:lnTo>
                  <a:lnTo>
                    <a:pt x="1060194" y="1126989"/>
                  </a:lnTo>
                  <a:lnTo>
                    <a:pt x="1065631" y="1126989"/>
                  </a:lnTo>
                  <a:lnTo>
                    <a:pt x="1065631" y="1132117"/>
                  </a:lnTo>
                  <a:lnTo>
                    <a:pt x="1076505" y="1132117"/>
                  </a:lnTo>
                  <a:lnTo>
                    <a:pt x="1076505" y="1134683"/>
                  </a:lnTo>
                  <a:lnTo>
                    <a:pt x="1081942" y="1134683"/>
                  </a:lnTo>
                  <a:lnTo>
                    <a:pt x="1081942" y="1142381"/>
                  </a:lnTo>
                  <a:lnTo>
                    <a:pt x="1087379" y="1142381"/>
                  </a:lnTo>
                  <a:lnTo>
                    <a:pt x="1087379" y="1144948"/>
                  </a:lnTo>
                  <a:lnTo>
                    <a:pt x="1103690" y="1144948"/>
                  </a:lnTo>
                  <a:lnTo>
                    <a:pt x="1103690" y="1147515"/>
                  </a:lnTo>
                  <a:lnTo>
                    <a:pt x="1114563" y="1147515"/>
                  </a:lnTo>
                  <a:lnTo>
                    <a:pt x="1114563" y="1150085"/>
                  </a:lnTo>
                  <a:lnTo>
                    <a:pt x="1130874" y="1150085"/>
                  </a:lnTo>
                  <a:lnTo>
                    <a:pt x="1130874" y="1152655"/>
                  </a:lnTo>
                  <a:lnTo>
                    <a:pt x="1141748" y="1152655"/>
                  </a:lnTo>
                  <a:lnTo>
                    <a:pt x="1141748" y="1155226"/>
                  </a:lnTo>
                  <a:lnTo>
                    <a:pt x="1147185" y="1155226"/>
                  </a:lnTo>
                  <a:lnTo>
                    <a:pt x="1147185" y="1157797"/>
                  </a:lnTo>
                  <a:lnTo>
                    <a:pt x="1158059" y="1157797"/>
                  </a:lnTo>
                  <a:lnTo>
                    <a:pt x="1158059" y="1160369"/>
                  </a:lnTo>
                  <a:lnTo>
                    <a:pt x="1168932" y="1160369"/>
                  </a:lnTo>
                  <a:lnTo>
                    <a:pt x="1168932" y="1162942"/>
                  </a:lnTo>
                  <a:lnTo>
                    <a:pt x="1174369" y="1162942"/>
                  </a:lnTo>
                  <a:lnTo>
                    <a:pt x="1174369" y="1168088"/>
                  </a:lnTo>
                  <a:lnTo>
                    <a:pt x="1179806" y="1168088"/>
                  </a:lnTo>
                  <a:lnTo>
                    <a:pt x="1179806" y="1170663"/>
                  </a:lnTo>
                  <a:lnTo>
                    <a:pt x="1185243" y="1170663"/>
                  </a:lnTo>
                  <a:lnTo>
                    <a:pt x="1185243" y="1178394"/>
                  </a:lnTo>
                  <a:lnTo>
                    <a:pt x="1190680" y="1178394"/>
                  </a:lnTo>
                  <a:lnTo>
                    <a:pt x="1190680" y="1180971"/>
                  </a:lnTo>
                  <a:lnTo>
                    <a:pt x="1196117" y="1180971"/>
                  </a:lnTo>
                  <a:lnTo>
                    <a:pt x="1196117" y="1183549"/>
                  </a:lnTo>
                  <a:lnTo>
                    <a:pt x="1206991" y="1183549"/>
                  </a:lnTo>
                  <a:lnTo>
                    <a:pt x="1206991" y="1188704"/>
                  </a:lnTo>
                  <a:lnTo>
                    <a:pt x="1212428" y="1188704"/>
                  </a:lnTo>
                  <a:lnTo>
                    <a:pt x="1212428" y="1193861"/>
                  </a:lnTo>
                  <a:lnTo>
                    <a:pt x="1217864" y="1193861"/>
                  </a:lnTo>
                  <a:lnTo>
                    <a:pt x="1217864" y="1199021"/>
                  </a:lnTo>
                  <a:lnTo>
                    <a:pt x="1223301" y="1199021"/>
                  </a:lnTo>
                  <a:lnTo>
                    <a:pt x="1223301" y="1199021"/>
                  </a:lnTo>
                  <a:lnTo>
                    <a:pt x="1239612" y="1199021"/>
                  </a:lnTo>
                  <a:lnTo>
                    <a:pt x="1239612" y="1201605"/>
                  </a:lnTo>
                  <a:lnTo>
                    <a:pt x="1245049" y="1201605"/>
                  </a:lnTo>
                  <a:lnTo>
                    <a:pt x="1245049" y="1204188"/>
                  </a:lnTo>
                  <a:lnTo>
                    <a:pt x="1250486" y="1204188"/>
                  </a:lnTo>
                  <a:lnTo>
                    <a:pt x="1250486" y="1211941"/>
                  </a:lnTo>
                  <a:lnTo>
                    <a:pt x="1255923" y="1211941"/>
                  </a:lnTo>
                  <a:lnTo>
                    <a:pt x="1255923" y="1211941"/>
                  </a:lnTo>
                  <a:lnTo>
                    <a:pt x="1261360" y="1211941"/>
                  </a:lnTo>
                  <a:lnTo>
                    <a:pt x="1261360" y="1214529"/>
                  </a:lnTo>
                  <a:lnTo>
                    <a:pt x="1266797" y="1214529"/>
                  </a:lnTo>
                  <a:lnTo>
                    <a:pt x="1266797" y="1219706"/>
                  </a:lnTo>
                  <a:lnTo>
                    <a:pt x="1272233" y="1219706"/>
                  </a:lnTo>
                  <a:lnTo>
                    <a:pt x="1272233" y="1222294"/>
                  </a:lnTo>
                  <a:lnTo>
                    <a:pt x="1277670" y="1222294"/>
                  </a:lnTo>
                  <a:lnTo>
                    <a:pt x="1277670" y="1227472"/>
                  </a:lnTo>
                  <a:lnTo>
                    <a:pt x="1283107" y="1227472"/>
                  </a:lnTo>
                  <a:lnTo>
                    <a:pt x="1283107" y="1230061"/>
                  </a:lnTo>
                  <a:lnTo>
                    <a:pt x="1288544" y="1230061"/>
                  </a:lnTo>
                  <a:lnTo>
                    <a:pt x="1288544" y="1230061"/>
                  </a:lnTo>
                  <a:lnTo>
                    <a:pt x="1293981" y="1230061"/>
                  </a:lnTo>
                  <a:lnTo>
                    <a:pt x="1293981" y="1235242"/>
                  </a:lnTo>
                  <a:lnTo>
                    <a:pt x="1299418" y="1235242"/>
                  </a:lnTo>
                  <a:lnTo>
                    <a:pt x="1299418" y="1240428"/>
                  </a:lnTo>
                  <a:lnTo>
                    <a:pt x="1304855" y="1240428"/>
                  </a:lnTo>
                  <a:lnTo>
                    <a:pt x="1304855" y="1240428"/>
                  </a:lnTo>
                  <a:lnTo>
                    <a:pt x="1310292" y="1240428"/>
                  </a:lnTo>
                  <a:lnTo>
                    <a:pt x="1310292" y="1243023"/>
                  </a:lnTo>
                  <a:lnTo>
                    <a:pt x="1315729" y="1243023"/>
                  </a:lnTo>
                  <a:lnTo>
                    <a:pt x="1315729" y="1253405"/>
                  </a:lnTo>
                  <a:lnTo>
                    <a:pt x="1321166" y="1253405"/>
                  </a:lnTo>
                  <a:lnTo>
                    <a:pt x="1321166" y="1256001"/>
                  </a:lnTo>
                  <a:lnTo>
                    <a:pt x="1326602" y="1256001"/>
                  </a:lnTo>
                  <a:lnTo>
                    <a:pt x="1326602" y="1258597"/>
                  </a:lnTo>
                  <a:lnTo>
                    <a:pt x="1332039" y="1258597"/>
                  </a:lnTo>
                  <a:lnTo>
                    <a:pt x="1332039" y="1263789"/>
                  </a:lnTo>
                  <a:lnTo>
                    <a:pt x="1337476" y="1263789"/>
                  </a:lnTo>
                  <a:lnTo>
                    <a:pt x="1337476" y="1263789"/>
                  </a:lnTo>
                  <a:lnTo>
                    <a:pt x="1342913" y="1263789"/>
                  </a:lnTo>
                  <a:lnTo>
                    <a:pt x="1342913" y="1266389"/>
                  </a:lnTo>
                  <a:lnTo>
                    <a:pt x="1348350" y="1266389"/>
                  </a:lnTo>
                  <a:lnTo>
                    <a:pt x="1348350" y="1271593"/>
                  </a:lnTo>
                  <a:lnTo>
                    <a:pt x="1353787" y="1271593"/>
                  </a:lnTo>
                  <a:lnTo>
                    <a:pt x="1353787" y="1274195"/>
                  </a:lnTo>
                  <a:lnTo>
                    <a:pt x="1359224" y="1274195"/>
                  </a:lnTo>
                  <a:lnTo>
                    <a:pt x="1359224" y="1282003"/>
                  </a:lnTo>
                  <a:lnTo>
                    <a:pt x="1364661" y="1282003"/>
                  </a:lnTo>
                  <a:lnTo>
                    <a:pt x="1364661" y="1287209"/>
                  </a:lnTo>
                  <a:lnTo>
                    <a:pt x="1370098" y="1287209"/>
                  </a:lnTo>
                  <a:lnTo>
                    <a:pt x="1370098" y="1295019"/>
                  </a:lnTo>
                  <a:lnTo>
                    <a:pt x="1375534" y="1295019"/>
                  </a:lnTo>
                  <a:lnTo>
                    <a:pt x="1375534" y="1297623"/>
                  </a:lnTo>
                  <a:lnTo>
                    <a:pt x="1380971" y="1297623"/>
                  </a:lnTo>
                  <a:lnTo>
                    <a:pt x="1380971" y="1310644"/>
                  </a:lnTo>
                  <a:lnTo>
                    <a:pt x="1386408" y="1310644"/>
                  </a:lnTo>
                  <a:lnTo>
                    <a:pt x="1386408" y="1318464"/>
                  </a:lnTo>
                  <a:lnTo>
                    <a:pt x="1402719" y="1318464"/>
                  </a:lnTo>
                  <a:lnTo>
                    <a:pt x="1402719" y="1323679"/>
                  </a:lnTo>
                  <a:lnTo>
                    <a:pt x="1408156" y="1323679"/>
                  </a:lnTo>
                  <a:lnTo>
                    <a:pt x="1408156" y="1326286"/>
                  </a:lnTo>
                  <a:lnTo>
                    <a:pt x="1419030" y="1326286"/>
                  </a:lnTo>
                  <a:lnTo>
                    <a:pt x="1419030" y="1328894"/>
                  </a:lnTo>
                  <a:lnTo>
                    <a:pt x="1424467" y="1328894"/>
                  </a:lnTo>
                  <a:lnTo>
                    <a:pt x="1424467" y="1331503"/>
                  </a:lnTo>
                  <a:lnTo>
                    <a:pt x="1429903" y="1331503"/>
                  </a:lnTo>
                  <a:lnTo>
                    <a:pt x="1429903" y="1334113"/>
                  </a:lnTo>
                  <a:lnTo>
                    <a:pt x="1435340" y="1334113"/>
                  </a:lnTo>
                  <a:lnTo>
                    <a:pt x="1435340" y="1334113"/>
                  </a:lnTo>
                  <a:lnTo>
                    <a:pt x="1440777" y="1334113"/>
                  </a:lnTo>
                  <a:lnTo>
                    <a:pt x="1440777" y="1339336"/>
                  </a:lnTo>
                  <a:lnTo>
                    <a:pt x="1446214" y="1339336"/>
                  </a:lnTo>
                  <a:lnTo>
                    <a:pt x="1446214" y="1341950"/>
                  </a:lnTo>
                  <a:lnTo>
                    <a:pt x="1451651" y="1341950"/>
                  </a:lnTo>
                  <a:lnTo>
                    <a:pt x="1451651" y="1344564"/>
                  </a:lnTo>
                  <a:lnTo>
                    <a:pt x="1457088" y="1344564"/>
                  </a:lnTo>
                  <a:lnTo>
                    <a:pt x="1457088" y="1349792"/>
                  </a:lnTo>
                  <a:lnTo>
                    <a:pt x="1462525" y="1349792"/>
                  </a:lnTo>
                  <a:lnTo>
                    <a:pt x="1462525" y="1352408"/>
                  </a:lnTo>
                  <a:lnTo>
                    <a:pt x="1467962" y="1352408"/>
                  </a:lnTo>
                  <a:lnTo>
                    <a:pt x="1467962" y="1357640"/>
                  </a:lnTo>
                  <a:lnTo>
                    <a:pt x="1473399" y="1357640"/>
                  </a:lnTo>
                  <a:lnTo>
                    <a:pt x="1473399" y="1365491"/>
                  </a:lnTo>
                  <a:lnTo>
                    <a:pt x="1478836" y="1365491"/>
                  </a:lnTo>
                  <a:lnTo>
                    <a:pt x="1478836" y="1373343"/>
                  </a:lnTo>
                  <a:lnTo>
                    <a:pt x="1484272" y="1373343"/>
                  </a:lnTo>
                  <a:lnTo>
                    <a:pt x="1484272" y="1381196"/>
                  </a:lnTo>
                  <a:lnTo>
                    <a:pt x="1489709" y="1381196"/>
                  </a:lnTo>
                  <a:lnTo>
                    <a:pt x="1489709" y="1386436"/>
                  </a:lnTo>
                  <a:lnTo>
                    <a:pt x="1506020" y="1386436"/>
                  </a:lnTo>
                  <a:lnTo>
                    <a:pt x="1506020" y="1389056"/>
                  </a:lnTo>
                  <a:lnTo>
                    <a:pt x="1511457" y="1389056"/>
                  </a:lnTo>
                  <a:lnTo>
                    <a:pt x="1511457" y="1391677"/>
                  </a:lnTo>
                  <a:lnTo>
                    <a:pt x="1516894" y="1391677"/>
                  </a:lnTo>
                  <a:lnTo>
                    <a:pt x="1516894" y="1396918"/>
                  </a:lnTo>
                  <a:lnTo>
                    <a:pt x="1522331" y="1396918"/>
                  </a:lnTo>
                  <a:lnTo>
                    <a:pt x="1522331" y="1402163"/>
                  </a:lnTo>
                  <a:lnTo>
                    <a:pt x="1527768" y="1402163"/>
                  </a:lnTo>
                  <a:lnTo>
                    <a:pt x="1527768" y="1404788"/>
                  </a:lnTo>
                  <a:lnTo>
                    <a:pt x="1533205" y="1404788"/>
                  </a:lnTo>
                  <a:lnTo>
                    <a:pt x="1533205" y="1410038"/>
                  </a:lnTo>
                  <a:lnTo>
                    <a:pt x="1538641" y="1410038"/>
                  </a:lnTo>
                  <a:lnTo>
                    <a:pt x="1538641" y="1415289"/>
                  </a:lnTo>
                  <a:lnTo>
                    <a:pt x="1544078" y="1415289"/>
                  </a:lnTo>
                  <a:lnTo>
                    <a:pt x="1544078" y="1423166"/>
                  </a:lnTo>
                  <a:lnTo>
                    <a:pt x="1554952" y="1423166"/>
                  </a:lnTo>
                  <a:lnTo>
                    <a:pt x="1554952" y="1425793"/>
                  </a:lnTo>
                  <a:lnTo>
                    <a:pt x="1560389" y="1425793"/>
                  </a:lnTo>
                  <a:lnTo>
                    <a:pt x="1560389" y="1428419"/>
                  </a:lnTo>
                  <a:lnTo>
                    <a:pt x="1565826" y="1428419"/>
                  </a:lnTo>
                  <a:lnTo>
                    <a:pt x="1565826" y="1433672"/>
                  </a:lnTo>
                  <a:lnTo>
                    <a:pt x="1576700" y="1433672"/>
                  </a:lnTo>
                  <a:lnTo>
                    <a:pt x="1576700" y="1438926"/>
                  </a:lnTo>
                  <a:lnTo>
                    <a:pt x="1582137" y="1438926"/>
                  </a:lnTo>
                  <a:lnTo>
                    <a:pt x="1582137" y="1441553"/>
                  </a:lnTo>
                  <a:lnTo>
                    <a:pt x="1587573" y="1441553"/>
                  </a:lnTo>
                  <a:lnTo>
                    <a:pt x="1587573" y="1441553"/>
                  </a:lnTo>
                  <a:lnTo>
                    <a:pt x="1593010" y="1441553"/>
                  </a:lnTo>
                  <a:lnTo>
                    <a:pt x="1593010" y="1446818"/>
                  </a:lnTo>
                  <a:lnTo>
                    <a:pt x="1609321" y="1446818"/>
                  </a:lnTo>
                  <a:lnTo>
                    <a:pt x="1609321" y="1449451"/>
                  </a:lnTo>
                  <a:lnTo>
                    <a:pt x="1614758" y="1449451"/>
                  </a:lnTo>
                  <a:lnTo>
                    <a:pt x="1614758" y="1449451"/>
                  </a:lnTo>
                  <a:lnTo>
                    <a:pt x="1620195" y="1449451"/>
                  </a:lnTo>
                  <a:lnTo>
                    <a:pt x="1620195" y="1454722"/>
                  </a:lnTo>
                  <a:lnTo>
                    <a:pt x="1625632" y="1454722"/>
                  </a:lnTo>
                  <a:lnTo>
                    <a:pt x="1625632" y="1459992"/>
                  </a:lnTo>
                  <a:lnTo>
                    <a:pt x="1636506" y="1459992"/>
                  </a:lnTo>
                  <a:lnTo>
                    <a:pt x="1636506" y="1462628"/>
                  </a:lnTo>
                  <a:lnTo>
                    <a:pt x="1647379" y="1462628"/>
                  </a:lnTo>
                  <a:lnTo>
                    <a:pt x="1647379" y="1465264"/>
                  </a:lnTo>
                  <a:lnTo>
                    <a:pt x="1652816" y="1465264"/>
                  </a:lnTo>
                  <a:lnTo>
                    <a:pt x="1652816" y="1473172"/>
                  </a:lnTo>
                  <a:lnTo>
                    <a:pt x="1658253" y="1473172"/>
                  </a:lnTo>
                  <a:lnTo>
                    <a:pt x="1658253" y="1481082"/>
                  </a:lnTo>
                  <a:lnTo>
                    <a:pt x="1663690" y="1481082"/>
                  </a:lnTo>
                  <a:lnTo>
                    <a:pt x="1663690" y="1486356"/>
                  </a:lnTo>
                  <a:lnTo>
                    <a:pt x="1674564" y="1486356"/>
                  </a:lnTo>
                  <a:lnTo>
                    <a:pt x="1674564" y="1486356"/>
                  </a:lnTo>
                  <a:lnTo>
                    <a:pt x="1680001" y="1486356"/>
                  </a:lnTo>
                  <a:lnTo>
                    <a:pt x="1680001" y="1488995"/>
                  </a:lnTo>
                  <a:lnTo>
                    <a:pt x="1690875" y="1488995"/>
                  </a:lnTo>
                  <a:lnTo>
                    <a:pt x="1690875" y="1496914"/>
                  </a:lnTo>
                  <a:lnTo>
                    <a:pt x="1701748" y="1496914"/>
                  </a:lnTo>
                  <a:lnTo>
                    <a:pt x="1701748" y="1499554"/>
                  </a:lnTo>
                  <a:lnTo>
                    <a:pt x="1707185" y="1499554"/>
                  </a:lnTo>
                  <a:lnTo>
                    <a:pt x="1707185" y="1504834"/>
                  </a:lnTo>
                  <a:lnTo>
                    <a:pt x="1712622" y="1504834"/>
                  </a:lnTo>
                  <a:lnTo>
                    <a:pt x="1712622" y="1510114"/>
                  </a:lnTo>
                  <a:lnTo>
                    <a:pt x="1728933" y="1510114"/>
                  </a:lnTo>
                  <a:lnTo>
                    <a:pt x="1728933" y="1512755"/>
                  </a:lnTo>
                  <a:lnTo>
                    <a:pt x="1734370" y="1512755"/>
                  </a:lnTo>
                  <a:lnTo>
                    <a:pt x="1734370" y="1515396"/>
                  </a:lnTo>
                  <a:lnTo>
                    <a:pt x="1766991" y="1515396"/>
                  </a:lnTo>
                  <a:lnTo>
                    <a:pt x="1766991" y="1518037"/>
                  </a:lnTo>
                  <a:lnTo>
                    <a:pt x="1772428" y="1518037"/>
                  </a:lnTo>
                  <a:lnTo>
                    <a:pt x="1772428" y="1523319"/>
                  </a:lnTo>
                  <a:lnTo>
                    <a:pt x="1777865" y="1523319"/>
                  </a:lnTo>
                  <a:lnTo>
                    <a:pt x="1777865" y="1525960"/>
                  </a:lnTo>
                  <a:lnTo>
                    <a:pt x="1783302" y="1525960"/>
                  </a:lnTo>
                  <a:lnTo>
                    <a:pt x="1783302" y="1525960"/>
                  </a:lnTo>
                  <a:lnTo>
                    <a:pt x="1788739" y="1525960"/>
                  </a:lnTo>
                  <a:lnTo>
                    <a:pt x="1788739" y="1531251"/>
                  </a:lnTo>
                  <a:lnTo>
                    <a:pt x="1794176" y="1531251"/>
                  </a:lnTo>
                  <a:lnTo>
                    <a:pt x="1794176" y="1533898"/>
                  </a:lnTo>
                  <a:lnTo>
                    <a:pt x="1805049" y="1533898"/>
                  </a:lnTo>
                  <a:lnTo>
                    <a:pt x="1805049" y="1539194"/>
                  </a:lnTo>
                  <a:lnTo>
                    <a:pt x="1810486" y="1539194"/>
                  </a:lnTo>
                  <a:lnTo>
                    <a:pt x="1810486" y="1541842"/>
                  </a:lnTo>
                  <a:lnTo>
                    <a:pt x="1815923" y="1541842"/>
                  </a:lnTo>
                  <a:lnTo>
                    <a:pt x="1815923" y="1544490"/>
                  </a:lnTo>
                  <a:lnTo>
                    <a:pt x="1821360" y="1544490"/>
                  </a:lnTo>
                  <a:lnTo>
                    <a:pt x="1821360" y="1549786"/>
                  </a:lnTo>
                  <a:lnTo>
                    <a:pt x="1826797" y="1549786"/>
                  </a:lnTo>
                  <a:lnTo>
                    <a:pt x="1826797" y="1549786"/>
                  </a:lnTo>
                  <a:lnTo>
                    <a:pt x="1832234" y="1549786"/>
                  </a:lnTo>
                  <a:lnTo>
                    <a:pt x="1832234" y="1552437"/>
                  </a:lnTo>
                  <a:lnTo>
                    <a:pt x="1837671" y="1552437"/>
                  </a:lnTo>
                  <a:lnTo>
                    <a:pt x="1837671" y="1555088"/>
                  </a:lnTo>
                  <a:lnTo>
                    <a:pt x="1859418" y="1555088"/>
                  </a:lnTo>
                  <a:lnTo>
                    <a:pt x="1859418" y="1557738"/>
                  </a:lnTo>
                  <a:lnTo>
                    <a:pt x="1870292" y="1557738"/>
                  </a:lnTo>
                  <a:lnTo>
                    <a:pt x="1870292" y="1563040"/>
                  </a:lnTo>
                  <a:lnTo>
                    <a:pt x="1875729" y="1563040"/>
                  </a:lnTo>
                  <a:lnTo>
                    <a:pt x="1875729" y="1565691"/>
                  </a:lnTo>
                  <a:lnTo>
                    <a:pt x="1881166" y="1565691"/>
                  </a:lnTo>
                  <a:lnTo>
                    <a:pt x="1881166" y="1573646"/>
                  </a:lnTo>
                  <a:lnTo>
                    <a:pt x="1886603" y="1573646"/>
                  </a:lnTo>
                  <a:lnTo>
                    <a:pt x="1886603" y="1581602"/>
                  </a:lnTo>
                  <a:lnTo>
                    <a:pt x="1892040" y="1581602"/>
                  </a:lnTo>
                  <a:lnTo>
                    <a:pt x="1892040" y="1584255"/>
                  </a:lnTo>
                  <a:lnTo>
                    <a:pt x="1897477" y="1584255"/>
                  </a:lnTo>
                  <a:lnTo>
                    <a:pt x="1897477" y="1589560"/>
                  </a:lnTo>
                  <a:lnTo>
                    <a:pt x="1902914" y="1589560"/>
                  </a:lnTo>
                  <a:lnTo>
                    <a:pt x="1902914" y="1592212"/>
                  </a:lnTo>
                  <a:lnTo>
                    <a:pt x="1908350" y="1592212"/>
                  </a:lnTo>
                  <a:lnTo>
                    <a:pt x="1908350" y="1594867"/>
                  </a:lnTo>
                  <a:lnTo>
                    <a:pt x="1913787" y="1594867"/>
                  </a:lnTo>
                  <a:lnTo>
                    <a:pt x="1913787" y="1597524"/>
                  </a:lnTo>
                  <a:lnTo>
                    <a:pt x="1919224" y="1597524"/>
                  </a:lnTo>
                  <a:lnTo>
                    <a:pt x="1919224" y="1600181"/>
                  </a:lnTo>
                  <a:lnTo>
                    <a:pt x="1924661" y="1600181"/>
                  </a:lnTo>
                  <a:lnTo>
                    <a:pt x="1924661" y="1605496"/>
                  </a:lnTo>
                  <a:lnTo>
                    <a:pt x="1935535" y="1605496"/>
                  </a:lnTo>
                  <a:lnTo>
                    <a:pt x="1935535" y="1613475"/>
                  </a:lnTo>
                  <a:lnTo>
                    <a:pt x="1940972" y="1613475"/>
                  </a:lnTo>
                  <a:lnTo>
                    <a:pt x="1940972" y="1616135"/>
                  </a:lnTo>
                  <a:lnTo>
                    <a:pt x="1946409" y="1616135"/>
                  </a:lnTo>
                  <a:lnTo>
                    <a:pt x="1946409" y="1618797"/>
                  </a:lnTo>
                  <a:lnTo>
                    <a:pt x="1957282" y="1618797"/>
                  </a:lnTo>
                  <a:lnTo>
                    <a:pt x="1957282" y="1621459"/>
                  </a:lnTo>
                  <a:lnTo>
                    <a:pt x="1962719" y="1621459"/>
                  </a:lnTo>
                  <a:lnTo>
                    <a:pt x="1962719" y="1624123"/>
                  </a:lnTo>
                  <a:lnTo>
                    <a:pt x="1968156" y="1624123"/>
                  </a:lnTo>
                  <a:lnTo>
                    <a:pt x="1968156" y="1626788"/>
                  </a:lnTo>
                  <a:lnTo>
                    <a:pt x="1973593" y="1626788"/>
                  </a:lnTo>
                  <a:lnTo>
                    <a:pt x="1973593" y="1629452"/>
                  </a:lnTo>
                  <a:lnTo>
                    <a:pt x="1984467" y="1629452"/>
                  </a:lnTo>
                  <a:lnTo>
                    <a:pt x="1984467" y="1632117"/>
                  </a:lnTo>
                  <a:lnTo>
                    <a:pt x="1989904" y="1632117"/>
                  </a:lnTo>
                  <a:lnTo>
                    <a:pt x="1989904" y="1637447"/>
                  </a:lnTo>
                  <a:lnTo>
                    <a:pt x="2000778" y="1637447"/>
                  </a:lnTo>
                  <a:lnTo>
                    <a:pt x="2000778" y="1642777"/>
                  </a:lnTo>
                  <a:lnTo>
                    <a:pt x="2006215" y="1642777"/>
                  </a:lnTo>
                  <a:lnTo>
                    <a:pt x="2006215" y="1650774"/>
                  </a:lnTo>
                  <a:lnTo>
                    <a:pt x="2017088" y="1650774"/>
                  </a:lnTo>
                  <a:lnTo>
                    <a:pt x="2017088" y="1653440"/>
                  </a:lnTo>
                  <a:lnTo>
                    <a:pt x="2022525" y="1653440"/>
                  </a:lnTo>
                  <a:lnTo>
                    <a:pt x="2022525" y="1658780"/>
                  </a:lnTo>
                  <a:lnTo>
                    <a:pt x="2027962" y="1658780"/>
                  </a:lnTo>
                  <a:lnTo>
                    <a:pt x="2027962" y="1664121"/>
                  </a:lnTo>
                  <a:lnTo>
                    <a:pt x="2033399" y="1664121"/>
                  </a:lnTo>
                  <a:lnTo>
                    <a:pt x="2033399" y="1664121"/>
                  </a:lnTo>
                  <a:lnTo>
                    <a:pt x="2038836" y="1664121"/>
                  </a:lnTo>
                  <a:lnTo>
                    <a:pt x="2038836" y="1666794"/>
                  </a:lnTo>
                  <a:lnTo>
                    <a:pt x="2044273" y="1666794"/>
                  </a:lnTo>
                  <a:lnTo>
                    <a:pt x="2044273" y="1669467"/>
                  </a:lnTo>
                  <a:lnTo>
                    <a:pt x="2049710" y="1669467"/>
                  </a:lnTo>
                  <a:lnTo>
                    <a:pt x="2049710" y="1674812"/>
                  </a:lnTo>
                  <a:lnTo>
                    <a:pt x="2055147" y="1674812"/>
                  </a:lnTo>
                  <a:lnTo>
                    <a:pt x="2055147" y="1680159"/>
                  </a:lnTo>
                  <a:lnTo>
                    <a:pt x="2060584" y="1680159"/>
                  </a:lnTo>
                  <a:lnTo>
                    <a:pt x="2060584" y="1682837"/>
                  </a:lnTo>
                  <a:lnTo>
                    <a:pt x="2071457" y="1682837"/>
                  </a:lnTo>
                  <a:lnTo>
                    <a:pt x="2071457" y="1685514"/>
                  </a:lnTo>
                  <a:lnTo>
                    <a:pt x="2082331" y="1685514"/>
                  </a:lnTo>
                  <a:lnTo>
                    <a:pt x="2082331" y="1685514"/>
                  </a:lnTo>
                  <a:lnTo>
                    <a:pt x="2087768" y="1685514"/>
                  </a:lnTo>
                  <a:lnTo>
                    <a:pt x="2087768" y="1688194"/>
                  </a:lnTo>
                  <a:lnTo>
                    <a:pt x="2104079" y="1688194"/>
                  </a:lnTo>
                  <a:lnTo>
                    <a:pt x="2104079" y="1690874"/>
                  </a:lnTo>
                  <a:lnTo>
                    <a:pt x="2114953" y="1690874"/>
                  </a:lnTo>
                  <a:lnTo>
                    <a:pt x="2114953" y="1696234"/>
                  </a:lnTo>
                  <a:lnTo>
                    <a:pt x="2131263" y="1696234"/>
                  </a:lnTo>
                  <a:lnTo>
                    <a:pt x="2131263" y="1709637"/>
                  </a:lnTo>
                  <a:lnTo>
                    <a:pt x="2142137" y="1709637"/>
                  </a:lnTo>
                  <a:lnTo>
                    <a:pt x="2142137" y="1712319"/>
                  </a:lnTo>
                  <a:lnTo>
                    <a:pt x="2147574" y="1712319"/>
                  </a:lnTo>
                  <a:lnTo>
                    <a:pt x="2147574" y="1717681"/>
                  </a:lnTo>
                  <a:lnTo>
                    <a:pt x="2158448" y="1717681"/>
                  </a:lnTo>
                  <a:lnTo>
                    <a:pt x="2158448" y="1723045"/>
                  </a:lnTo>
                  <a:lnTo>
                    <a:pt x="2163885" y="1723045"/>
                  </a:lnTo>
                  <a:lnTo>
                    <a:pt x="2163885" y="1725727"/>
                  </a:lnTo>
                  <a:lnTo>
                    <a:pt x="2169321" y="1725727"/>
                  </a:lnTo>
                  <a:lnTo>
                    <a:pt x="2169321" y="1728409"/>
                  </a:lnTo>
                  <a:lnTo>
                    <a:pt x="2174758" y="1728409"/>
                  </a:lnTo>
                  <a:lnTo>
                    <a:pt x="2174758" y="1733773"/>
                  </a:lnTo>
                  <a:lnTo>
                    <a:pt x="2180195" y="1733773"/>
                  </a:lnTo>
                  <a:lnTo>
                    <a:pt x="2180195" y="1736456"/>
                  </a:lnTo>
                  <a:lnTo>
                    <a:pt x="2185632" y="1736456"/>
                  </a:lnTo>
                  <a:lnTo>
                    <a:pt x="2185632" y="1741825"/>
                  </a:lnTo>
                  <a:lnTo>
                    <a:pt x="2191069" y="1741825"/>
                  </a:lnTo>
                  <a:lnTo>
                    <a:pt x="2191069" y="1744510"/>
                  </a:lnTo>
                  <a:lnTo>
                    <a:pt x="2196506" y="1744510"/>
                  </a:lnTo>
                  <a:lnTo>
                    <a:pt x="2196506" y="1749881"/>
                  </a:lnTo>
                  <a:lnTo>
                    <a:pt x="2207380" y="1749881"/>
                  </a:lnTo>
                  <a:lnTo>
                    <a:pt x="2207380" y="1752566"/>
                  </a:lnTo>
                  <a:lnTo>
                    <a:pt x="2218254" y="1752566"/>
                  </a:lnTo>
                  <a:lnTo>
                    <a:pt x="2218254" y="1755254"/>
                  </a:lnTo>
                  <a:lnTo>
                    <a:pt x="2223690" y="1755254"/>
                  </a:lnTo>
                  <a:lnTo>
                    <a:pt x="2223690" y="1757942"/>
                  </a:lnTo>
                  <a:lnTo>
                    <a:pt x="2234564" y="1757942"/>
                  </a:lnTo>
                  <a:lnTo>
                    <a:pt x="2234564" y="1766006"/>
                  </a:lnTo>
                  <a:lnTo>
                    <a:pt x="2245438" y="1766006"/>
                  </a:lnTo>
                  <a:lnTo>
                    <a:pt x="2245438" y="1774071"/>
                  </a:lnTo>
                  <a:lnTo>
                    <a:pt x="2250875" y="1774071"/>
                  </a:lnTo>
                  <a:lnTo>
                    <a:pt x="2250875" y="1776760"/>
                  </a:lnTo>
                  <a:lnTo>
                    <a:pt x="2256312" y="1776760"/>
                  </a:lnTo>
                  <a:lnTo>
                    <a:pt x="2256312" y="1782138"/>
                  </a:lnTo>
                  <a:lnTo>
                    <a:pt x="2267186" y="1782138"/>
                  </a:lnTo>
                  <a:lnTo>
                    <a:pt x="2267186" y="1784828"/>
                  </a:lnTo>
                  <a:lnTo>
                    <a:pt x="2283496" y="1784828"/>
                  </a:lnTo>
                  <a:lnTo>
                    <a:pt x="2283496" y="1790207"/>
                  </a:lnTo>
                  <a:lnTo>
                    <a:pt x="2294370" y="1790207"/>
                  </a:lnTo>
                  <a:lnTo>
                    <a:pt x="2294370" y="1795586"/>
                  </a:lnTo>
                  <a:lnTo>
                    <a:pt x="2299807" y="1795586"/>
                  </a:lnTo>
                  <a:lnTo>
                    <a:pt x="2299807" y="1798276"/>
                  </a:lnTo>
                  <a:lnTo>
                    <a:pt x="2305244" y="1798276"/>
                  </a:lnTo>
                  <a:lnTo>
                    <a:pt x="2305244" y="1803657"/>
                  </a:lnTo>
                  <a:lnTo>
                    <a:pt x="2321555" y="1803657"/>
                  </a:lnTo>
                  <a:lnTo>
                    <a:pt x="2321555" y="1809042"/>
                  </a:lnTo>
                  <a:lnTo>
                    <a:pt x="2332428" y="1809042"/>
                  </a:lnTo>
                  <a:lnTo>
                    <a:pt x="2332428" y="1814428"/>
                  </a:lnTo>
                  <a:lnTo>
                    <a:pt x="2337865" y="1814428"/>
                  </a:lnTo>
                  <a:lnTo>
                    <a:pt x="2337865" y="1817121"/>
                  </a:lnTo>
                  <a:lnTo>
                    <a:pt x="2348739" y="1817121"/>
                  </a:lnTo>
                  <a:lnTo>
                    <a:pt x="2348739" y="1819814"/>
                  </a:lnTo>
                  <a:lnTo>
                    <a:pt x="2354176" y="1819814"/>
                  </a:lnTo>
                  <a:lnTo>
                    <a:pt x="2354176" y="1825201"/>
                  </a:lnTo>
                  <a:lnTo>
                    <a:pt x="2365050" y="1825201"/>
                  </a:lnTo>
                  <a:lnTo>
                    <a:pt x="2365050" y="1830589"/>
                  </a:lnTo>
                  <a:lnTo>
                    <a:pt x="2370487" y="1830589"/>
                  </a:lnTo>
                  <a:lnTo>
                    <a:pt x="2370487" y="1835977"/>
                  </a:lnTo>
                  <a:lnTo>
                    <a:pt x="2375924" y="1835977"/>
                  </a:lnTo>
                  <a:lnTo>
                    <a:pt x="2375924" y="1838672"/>
                  </a:lnTo>
                  <a:lnTo>
                    <a:pt x="2381360" y="1838672"/>
                  </a:lnTo>
                  <a:lnTo>
                    <a:pt x="2381360" y="1844061"/>
                  </a:lnTo>
                  <a:lnTo>
                    <a:pt x="2386797" y="1844061"/>
                  </a:lnTo>
                  <a:lnTo>
                    <a:pt x="2386797" y="1846755"/>
                  </a:lnTo>
                  <a:lnTo>
                    <a:pt x="2392234" y="1846755"/>
                  </a:lnTo>
                  <a:lnTo>
                    <a:pt x="2392234" y="1849450"/>
                  </a:lnTo>
                  <a:lnTo>
                    <a:pt x="2397671" y="1849450"/>
                  </a:lnTo>
                  <a:lnTo>
                    <a:pt x="2397671" y="1857542"/>
                  </a:lnTo>
                  <a:lnTo>
                    <a:pt x="2403108" y="1857542"/>
                  </a:lnTo>
                  <a:lnTo>
                    <a:pt x="2403108" y="1860240"/>
                  </a:lnTo>
                  <a:lnTo>
                    <a:pt x="2408545" y="1860240"/>
                  </a:lnTo>
                  <a:lnTo>
                    <a:pt x="2408545" y="1860240"/>
                  </a:lnTo>
                  <a:lnTo>
                    <a:pt x="2413982" y="1860240"/>
                  </a:lnTo>
                  <a:lnTo>
                    <a:pt x="2413982" y="1865640"/>
                  </a:lnTo>
                  <a:lnTo>
                    <a:pt x="2419419" y="1865640"/>
                  </a:lnTo>
                  <a:lnTo>
                    <a:pt x="2419419" y="1868340"/>
                  </a:lnTo>
                  <a:lnTo>
                    <a:pt x="2424856" y="1868340"/>
                  </a:lnTo>
                  <a:lnTo>
                    <a:pt x="2424856" y="1868340"/>
                  </a:lnTo>
                  <a:lnTo>
                    <a:pt x="2430293" y="1868340"/>
                  </a:lnTo>
                  <a:lnTo>
                    <a:pt x="2430293" y="1876454"/>
                  </a:lnTo>
                  <a:lnTo>
                    <a:pt x="2435729" y="1876454"/>
                  </a:lnTo>
                  <a:lnTo>
                    <a:pt x="2435729" y="1876454"/>
                  </a:lnTo>
                  <a:lnTo>
                    <a:pt x="2446603" y="1876454"/>
                  </a:lnTo>
                  <a:lnTo>
                    <a:pt x="2446603" y="1881868"/>
                  </a:lnTo>
                  <a:lnTo>
                    <a:pt x="2457477" y="1881868"/>
                  </a:lnTo>
                  <a:lnTo>
                    <a:pt x="2457477" y="1881868"/>
                  </a:lnTo>
                  <a:lnTo>
                    <a:pt x="2462914" y="1881868"/>
                  </a:lnTo>
                  <a:lnTo>
                    <a:pt x="2462914" y="1889998"/>
                  </a:lnTo>
                  <a:lnTo>
                    <a:pt x="2468351" y="1889998"/>
                  </a:lnTo>
                  <a:lnTo>
                    <a:pt x="2468351" y="1892708"/>
                  </a:lnTo>
                  <a:lnTo>
                    <a:pt x="2473788" y="1892708"/>
                  </a:lnTo>
                  <a:lnTo>
                    <a:pt x="2473788" y="1895418"/>
                  </a:lnTo>
                  <a:lnTo>
                    <a:pt x="2479225" y="1895418"/>
                  </a:lnTo>
                  <a:lnTo>
                    <a:pt x="2479225" y="1903556"/>
                  </a:lnTo>
                  <a:lnTo>
                    <a:pt x="2484662" y="1903556"/>
                  </a:lnTo>
                  <a:lnTo>
                    <a:pt x="2484662" y="1911695"/>
                  </a:lnTo>
                  <a:lnTo>
                    <a:pt x="2500972" y="1911695"/>
                  </a:lnTo>
                  <a:lnTo>
                    <a:pt x="2500972" y="1919835"/>
                  </a:lnTo>
                  <a:lnTo>
                    <a:pt x="2506409" y="1919835"/>
                  </a:lnTo>
                  <a:lnTo>
                    <a:pt x="2506409" y="1922549"/>
                  </a:lnTo>
                  <a:lnTo>
                    <a:pt x="2511846" y="1922549"/>
                  </a:lnTo>
                  <a:lnTo>
                    <a:pt x="2511846" y="1930691"/>
                  </a:lnTo>
                  <a:lnTo>
                    <a:pt x="2517283" y="1930691"/>
                  </a:lnTo>
                  <a:lnTo>
                    <a:pt x="2517283" y="1936120"/>
                  </a:lnTo>
                  <a:lnTo>
                    <a:pt x="2522720" y="1936120"/>
                  </a:lnTo>
                  <a:lnTo>
                    <a:pt x="2522720" y="1944264"/>
                  </a:lnTo>
                  <a:lnTo>
                    <a:pt x="2533594" y="1944264"/>
                  </a:lnTo>
                  <a:lnTo>
                    <a:pt x="2533594" y="1952410"/>
                  </a:lnTo>
                  <a:lnTo>
                    <a:pt x="2539030" y="1952410"/>
                  </a:lnTo>
                  <a:lnTo>
                    <a:pt x="2539030" y="1955126"/>
                  </a:lnTo>
                  <a:lnTo>
                    <a:pt x="2544467" y="1955126"/>
                  </a:lnTo>
                  <a:lnTo>
                    <a:pt x="2544467" y="1957841"/>
                  </a:lnTo>
                  <a:lnTo>
                    <a:pt x="2549904" y="1957841"/>
                  </a:lnTo>
                  <a:lnTo>
                    <a:pt x="2549904" y="1960557"/>
                  </a:lnTo>
                  <a:lnTo>
                    <a:pt x="2555341" y="1960557"/>
                  </a:lnTo>
                  <a:lnTo>
                    <a:pt x="2555341" y="1963275"/>
                  </a:lnTo>
                  <a:lnTo>
                    <a:pt x="2560778" y="1963275"/>
                  </a:lnTo>
                  <a:lnTo>
                    <a:pt x="2560778" y="1965993"/>
                  </a:lnTo>
                  <a:lnTo>
                    <a:pt x="2571652" y="1965993"/>
                  </a:lnTo>
                  <a:lnTo>
                    <a:pt x="2571652" y="1968712"/>
                  </a:lnTo>
                  <a:lnTo>
                    <a:pt x="2577089" y="1968712"/>
                  </a:lnTo>
                  <a:lnTo>
                    <a:pt x="2577089" y="1971431"/>
                  </a:lnTo>
                  <a:lnTo>
                    <a:pt x="2582526" y="1971431"/>
                  </a:lnTo>
                  <a:lnTo>
                    <a:pt x="2582526" y="1974149"/>
                  </a:lnTo>
                  <a:lnTo>
                    <a:pt x="2587963" y="1974149"/>
                  </a:lnTo>
                  <a:lnTo>
                    <a:pt x="2587963" y="1976868"/>
                  </a:lnTo>
                  <a:lnTo>
                    <a:pt x="2598836" y="1976868"/>
                  </a:lnTo>
                  <a:lnTo>
                    <a:pt x="2598836" y="1979587"/>
                  </a:lnTo>
                  <a:lnTo>
                    <a:pt x="2604273" y="1979587"/>
                  </a:lnTo>
                  <a:lnTo>
                    <a:pt x="2604273" y="1985026"/>
                  </a:lnTo>
                  <a:lnTo>
                    <a:pt x="2609710" y="1985026"/>
                  </a:lnTo>
                  <a:lnTo>
                    <a:pt x="2609710" y="1987745"/>
                  </a:lnTo>
                  <a:lnTo>
                    <a:pt x="2615147" y="1987745"/>
                  </a:lnTo>
                  <a:lnTo>
                    <a:pt x="2615147" y="1990465"/>
                  </a:lnTo>
                  <a:lnTo>
                    <a:pt x="2626021" y="1990465"/>
                  </a:lnTo>
                  <a:lnTo>
                    <a:pt x="2626021" y="1993185"/>
                  </a:lnTo>
                  <a:lnTo>
                    <a:pt x="2636895" y="1993185"/>
                  </a:lnTo>
                  <a:lnTo>
                    <a:pt x="2636895" y="1993185"/>
                  </a:lnTo>
                  <a:lnTo>
                    <a:pt x="2647768" y="1993185"/>
                  </a:lnTo>
                  <a:lnTo>
                    <a:pt x="2647768" y="1995911"/>
                  </a:lnTo>
                  <a:lnTo>
                    <a:pt x="2653205" y="1995911"/>
                  </a:lnTo>
                  <a:lnTo>
                    <a:pt x="2653205" y="1998638"/>
                  </a:lnTo>
                  <a:lnTo>
                    <a:pt x="2669516" y="1998638"/>
                  </a:lnTo>
                  <a:lnTo>
                    <a:pt x="2669516" y="2004096"/>
                  </a:lnTo>
                  <a:lnTo>
                    <a:pt x="2674953" y="2004096"/>
                  </a:lnTo>
                  <a:lnTo>
                    <a:pt x="2674953" y="2006826"/>
                  </a:lnTo>
                  <a:lnTo>
                    <a:pt x="2680390" y="2006826"/>
                  </a:lnTo>
                  <a:lnTo>
                    <a:pt x="2680390" y="2009558"/>
                  </a:lnTo>
                  <a:lnTo>
                    <a:pt x="2685827" y="2009558"/>
                  </a:lnTo>
                  <a:lnTo>
                    <a:pt x="2685827" y="2012290"/>
                  </a:lnTo>
                  <a:lnTo>
                    <a:pt x="2691264" y="2012290"/>
                  </a:lnTo>
                  <a:lnTo>
                    <a:pt x="2691264" y="2017754"/>
                  </a:lnTo>
                  <a:lnTo>
                    <a:pt x="2707574" y="2017754"/>
                  </a:lnTo>
                  <a:lnTo>
                    <a:pt x="2707574" y="2020486"/>
                  </a:lnTo>
                  <a:lnTo>
                    <a:pt x="2713011" y="2020486"/>
                  </a:lnTo>
                  <a:lnTo>
                    <a:pt x="2713011" y="2023221"/>
                  </a:lnTo>
                  <a:lnTo>
                    <a:pt x="2718448" y="2023221"/>
                  </a:lnTo>
                  <a:lnTo>
                    <a:pt x="2718448" y="2028691"/>
                  </a:lnTo>
                  <a:lnTo>
                    <a:pt x="2723885" y="2028691"/>
                  </a:lnTo>
                  <a:lnTo>
                    <a:pt x="2723885" y="2034162"/>
                  </a:lnTo>
                  <a:lnTo>
                    <a:pt x="2729322" y="2034162"/>
                  </a:lnTo>
                  <a:lnTo>
                    <a:pt x="2729322" y="2042369"/>
                  </a:lnTo>
                  <a:lnTo>
                    <a:pt x="2734759" y="2042369"/>
                  </a:lnTo>
                  <a:lnTo>
                    <a:pt x="2734759" y="2047841"/>
                  </a:lnTo>
                  <a:lnTo>
                    <a:pt x="2740196" y="2047841"/>
                  </a:lnTo>
                  <a:lnTo>
                    <a:pt x="2740196" y="2050578"/>
                  </a:lnTo>
                  <a:lnTo>
                    <a:pt x="2756506" y="2050578"/>
                  </a:lnTo>
                  <a:lnTo>
                    <a:pt x="2756506" y="2053314"/>
                  </a:lnTo>
                  <a:lnTo>
                    <a:pt x="2761943" y="2053314"/>
                  </a:lnTo>
                  <a:lnTo>
                    <a:pt x="2761943" y="2056053"/>
                  </a:lnTo>
                  <a:lnTo>
                    <a:pt x="2767380" y="2056053"/>
                  </a:lnTo>
                  <a:lnTo>
                    <a:pt x="2767380" y="2067010"/>
                  </a:lnTo>
                  <a:lnTo>
                    <a:pt x="2772817" y="2067010"/>
                  </a:lnTo>
                  <a:lnTo>
                    <a:pt x="2772817" y="2069750"/>
                  </a:lnTo>
                  <a:lnTo>
                    <a:pt x="2778254" y="2069750"/>
                  </a:lnTo>
                  <a:lnTo>
                    <a:pt x="2778254" y="2075229"/>
                  </a:lnTo>
                  <a:lnTo>
                    <a:pt x="2794565" y="2075229"/>
                  </a:lnTo>
                  <a:lnTo>
                    <a:pt x="2794565" y="2075229"/>
                  </a:lnTo>
                  <a:lnTo>
                    <a:pt x="2800002" y="2075229"/>
                  </a:lnTo>
                  <a:lnTo>
                    <a:pt x="2800002" y="2080714"/>
                  </a:lnTo>
                  <a:lnTo>
                    <a:pt x="2805438" y="2080714"/>
                  </a:lnTo>
                  <a:lnTo>
                    <a:pt x="2805438" y="2083457"/>
                  </a:lnTo>
                  <a:lnTo>
                    <a:pt x="2810875" y="2083457"/>
                  </a:lnTo>
                  <a:lnTo>
                    <a:pt x="2810875" y="2086200"/>
                  </a:lnTo>
                  <a:lnTo>
                    <a:pt x="2827186" y="2086200"/>
                  </a:lnTo>
                  <a:lnTo>
                    <a:pt x="2827186" y="2088943"/>
                  </a:lnTo>
                  <a:lnTo>
                    <a:pt x="2832623" y="2088943"/>
                  </a:lnTo>
                  <a:lnTo>
                    <a:pt x="2832623" y="2091686"/>
                  </a:lnTo>
                  <a:lnTo>
                    <a:pt x="2838060" y="2091686"/>
                  </a:lnTo>
                  <a:lnTo>
                    <a:pt x="2838060" y="2094429"/>
                  </a:lnTo>
                  <a:lnTo>
                    <a:pt x="2843497" y="2094429"/>
                  </a:lnTo>
                  <a:lnTo>
                    <a:pt x="2843497" y="2097175"/>
                  </a:lnTo>
                  <a:lnTo>
                    <a:pt x="2848934" y="2097175"/>
                  </a:lnTo>
                  <a:lnTo>
                    <a:pt x="2848934" y="2099920"/>
                  </a:lnTo>
                  <a:lnTo>
                    <a:pt x="2854371" y="2099920"/>
                  </a:lnTo>
                  <a:lnTo>
                    <a:pt x="2854371" y="2102666"/>
                  </a:lnTo>
                  <a:lnTo>
                    <a:pt x="2859807" y="2102666"/>
                  </a:lnTo>
                  <a:lnTo>
                    <a:pt x="2859807" y="2110905"/>
                  </a:lnTo>
                  <a:lnTo>
                    <a:pt x="2865244" y="2110905"/>
                  </a:lnTo>
                  <a:lnTo>
                    <a:pt x="2865244" y="2110905"/>
                  </a:lnTo>
                  <a:lnTo>
                    <a:pt x="2870681" y="2110905"/>
                  </a:lnTo>
                  <a:lnTo>
                    <a:pt x="2870681" y="2110905"/>
                  </a:lnTo>
                  <a:lnTo>
                    <a:pt x="2876118" y="2110905"/>
                  </a:lnTo>
                  <a:lnTo>
                    <a:pt x="2876118" y="2116413"/>
                  </a:lnTo>
                  <a:lnTo>
                    <a:pt x="2881555" y="2116413"/>
                  </a:lnTo>
                  <a:lnTo>
                    <a:pt x="2881555" y="2119167"/>
                  </a:lnTo>
                  <a:lnTo>
                    <a:pt x="2892429" y="2119167"/>
                  </a:lnTo>
                  <a:lnTo>
                    <a:pt x="2892429" y="2124675"/>
                  </a:lnTo>
                  <a:lnTo>
                    <a:pt x="2903303" y="2124675"/>
                  </a:lnTo>
                  <a:lnTo>
                    <a:pt x="2903303" y="2127432"/>
                  </a:lnTo>
                  <a:lnTo>
                    <a:pt x="2908739" y="2127432"/>
                  </a:lnTo>
                  <a:lnTo>
                    <a:pt x="2908739" y="2132946"/>
                  </a:lnTo>
                  <a:lnTo>
                    <a:pt x="2914176" y="2132946"/>
                  </a:lnTo>
                  <a:lnTo>
                    <a:pt x="2914176" y="2141218"/>
                  </a:lnTo>
                  <a:lnTo>
                    <a:pt x="2919613" y="2141218"/>
                  </a:lnTo>
                  <a:lnTo>
                    <a:pt x="2919613" y="2143976"/>
                  </a:lnTo>
                  <a:lnTo>
                    <a:pt x="2925050" y="2143976"/>
                  </a:lnTo>
                  <a:lnTo>
                    <a:pt x="2925050" y="2149492"/>
                  </a:lnTo>
                  <a:lnTo>
                    <a:pt x="2930487" y="2149492"/>
                  </a:lnTo>
                  <a:lnTo>
                    <a:pt x="2930487" y="2152252"/>
                  </a:lnTo>
                  <a:lnTo>
                    <a:pt x="2946798" y="2152252"/>
                  </a:lnTo>
                  <a:lnTo>
                    <a:pt x="2946798" y="2152252"/>
                  </a:lnTo>
                  <a:lnTo>
                    <a:pt x="2952235" y="2152252"/>
                  </a:lnTo>
                  <a:lnTo>
                    <a:pt x="2952235" y="2155015"/>
                  </a:lnTo>
                  <a:lnTo>
                    <a:pt x="2957672" y="2155015"/>
                  </a:lnTo>
                  <a:lnTo>
                    <a:pt x="2957672" y="2155015"/>
                  </a:lnTo>
                  <a:lnTo>
                    <a:pt x="2963108" y="2155015"/>
                  </a:lnTo>
                  <a:lnTo>
                    <a:pt x="2963108" y="2157781"/>
                  </a:lnTo>
                  <a:lnTo>
                    <a:pt x="2968545" y="2157781"/>
                  </a:lnTo>
                  <a:lnTo>
                    <a:pt x="2968545" y="2160547"/>
                  </a:lnTo>
                  <a:lnTo>
                    <a:pt x="2979419" y="2160547"/>
                  </a:lnTo>
                  <a:lnTo>
                    <a:pt x="2979419" y="2166079"/>
                  </a:lnTo>
                  <a:lnTo>
                    <a:pt x="2995730" y="2166079"/>
                  </a:lnTo>
                  <a:lnTo>
                    <a:pt x="2995730" y="2168847"/>
                  </a:lnTo>
                  <a:lnTo>
                    <a:pt x="3006604" y="2168847"/>
                  </a:lnTo>
                  <a:lnTo>
                    <a:pt x="3006604" y="2168847"/>
                  </a:lnTo>
                  <a:lnTo>
                    <a:pt x="3012041" y="2168847"/>
                  </a:lnTo>
                  <a:lnTo>
                    <a:pt x="3012041" y="2171618"/>
                  </a:lnTo>
                  <a:lnTo>
                    <a:pt x="3017477" y="2171618"/>
                  </a:lnTo>
                  <a:lnTo>
                    <a:pt x="3017477" y="2174390"/>
                  </a:lnTo>
                  <a:lnTo>
                    <a:pt x="3044662" y="2174390"/>
                  </a:lnTo>
                  <a:lnTo>
                    <a:pt x="3044662" y="2177161"/>
                  </a:lnTo>
                  <a:lnTo>
                    <a:pt x="3055536" y="2177161"/>
                  </a:lnTo>
                  <a:lnTo>
                    <a:pt x="3055536" y="2179936"/>
                  </a:lnTo>
                  <a:lnTo>
                    <a:pt x="3066410" y="2179936"/>
                  </a:lnTo>
                  <a:lnTo>
                    <a:pt x="3066410" y="2182710"/>
                  </a:lnTo>
                  <a:lnTo>
                    <a:pt x="3071846" y="2182710"/>
                  </a:lnTo>
                  <a:lnTo>
                    <a:pt x="3071846" y="2182710"/>
                  </a:lnTo>
                  <a:lnTo>
                    <a:pt x="3109905" y="2182710"/>
                  </a:lnTo>
                  <a:lnTo>
                    <a:pt x="3109905" y="2185487"/>
                  </a:lnTo>
                  <a:lnTo>
                    <a:pt x="3115342" y="2185487"/>
                  </a:lnTo>
                  <a:lnTo>
                    <a:pt x="3115342" y="2193818"/>
                  </a:lnTo>
                  <a:lnTo>
                    <a:pt x="3131652" y="2193818"/>
                  </a:lnTo>
                  <a:lnTo>
                    <a:pt x="3131652" y="2199374"/>
                  </a:lnTo>
                  <a:lnTo>
                    <a:pt x="3137089" y="2199374"/>
                  </a:lnTo>
                  <a:lnTo>
                    <a:pt x="3137089" y="2202151"/>
                  </a:lnTo>
                  <a:lnTo>
                    <a:pt x="3142526" y="2202151"/>
                  </a:lnTo>
                  <a:lnTo>
                    <a:pt x="3142526" y="2207707"/>
                  </a:lnTo>
                  <a:lnTo>
                    <a:pt x="3153400" y="2207707"/>
                  </a:lnTo>
                  <a:lnTo>
                    <a:pt x="3153400" y="2213264"/>
                  </a:lnTo>
                  <a:lnTo>
                    <a:pt x="3158837" y="2213264"/>
                  </a:lnTo>
                  <a:lnTo>
                    <a:pt x="3158837" y="2213264"/>
                  </a:lnTo>
                  <a:lnTo>
                    <a:pt x="3164274" y="2213264"/>
                  </a:lnTo>
                  <a:lnTo>
                    <a:pt x="3164274" y="2216047"/>
                  </a:lnTo>
                  <a:lnTo>
                    <a:pt x="3175147" y="2216047"/>
                  </a:lnTo>
                  <a:lnTo>
                    <a:pt x="3175147" y="2216047"/>
                  </a:lnTo>
                  <a:lnTo>
                    <a:pt x="3180584" y="2216047"/>
                  </a:lnTo>
                  <a:lnTo>
                    <a:pt x="3180584" y="2216047"/>
                  </a:lnTo>
                  <a:lnTo>
                    <a:pt x="3186021" y="2216047"/>
                  </a:lnTo>
                  <a:lnTo>
                    <a:pt x="3186021" y="2218839"/>
                  </a:lnTo>
                  <a:lnTo>
                    <a:pt x="3191458" y="2218839"/>
                  </a:lnTo>
                  <a:lnTo>
                    <a:pt x="3191458" y="2221630"/>
                  </a:lnTo>
                  <a:lnTo>
                    <a:pt x="3196895" y="2221630"/>
                  </a:lnTo>
                  <a:lnTo>
                    <a:pt x="3196895" y="2224422"/>
                  </a:lnTo>
                  <a:lnTo>
                    <a:pt x="3202332" y="2224422"/>
                  </a:lnTo>
                  <a:lnTo>
                    <a:pt x="3202332" y="2235630"/>
                  </a:lnTo>
                  <a:lnTo>
                    <a:pt x="3207769" y="2235630"/>
                  </a:lnTo>
                  <a:lnTo>
                    <a:pt x="3207769" y="2241240"/>
                  </a:lnTo>
                  <a:lnTo>
                    <a:pt x="3218643" y="2241240"/>
                  </a:lnTo>
                  <a:lnTo>
                    <a:pt x="3218643" y="2244048"/>
                  </a:lnTo>
                  <a:lnTo>
                    <a:pt x="3224080" y="2244048"/>
                  </a:lnTo>
                  <a:lnTo>
                    <a:pt x="3224080" y="2244048"/>
                  </a:lnTo>
                  <a:lnTo>
                    <a:pt x="3229516" y="2244048"/>
                  </a:lnTo>
                  <a:lnTo>
                    <a:pt x="3229516" y="2249669"/>
                  </a:lnTo>
                  <a:lnTo>
                    <a:pt x="3234953" y="2249669"/>
                  </a:lnTo>
                  <a:lnTo>
                    <a:pt x="3234953" y="2249669"/>
                  </a:lnTo>
                  <a:lnTo>
                    <a:pt x="3240390" y="2249669"/>
                  </a:lnTo>
                  <a:lnTo>
                    <a:pt x="3240390" y="2252488"/>
                  </a:lnTo>
                  <a:lnTo>
                    <a:pt x="3245827" y="2252488"/>
                  </a:lnTo>
                  <a:lnTo>
                    <a:pt x="3245827" y="2252488"/>
                  </a:lnTo>
                  <a:lnTo>
                    <a:pt x="3251264" y="2252488"/>
                  </a:lnTo>
                  <a:lnTo>
                    <a:pt x="3251264" y="2255312"/>
                  </a:lnTo>
                  <a:lnTo>
                    <a:pt x="3256701" y="2255312"/>
                  </a:lnTo>
                  <a:lnTo>
                    <a:pt x="3256701" y="2258139"/>
                  </a:lnTo>
                  <a:lnTo>
                    <a:pt x="3262138" y="2258139"/>
                  </a:lnTo>
                  <a:lnTo>
                    <a:pt x="3262138" y="2260968"/>
                  </a:lnTo>
                  <a:lnTo>
                    <a:pt x="3267575" y="2260968"/>
                  </a:lnTo>
                  <a:lnTo>
                    <a:pt x="3267575" y="2260968"/>
                  </a:lnTo>
                  <a:lnTo>
                    <a:pt x="3278449" y="2260968"/>
                  </a:lnTo>
                  <a:lnTo>
                    <a:pt x="3278449" y="2263803"/>
                  </a:lnTo>
                  <a:lnTo>
                    <a:pt x="3283885" y="2263803"/>
                  </a:lnTo>
                  <a:lnTo>
                    <a:pt x="3283885" y="2266641"/>
                  </a:lnTo>
                  <a:lnTo>
                    <a:pt x="3289322" y="2266641"/>
                  </a:lnTo>
                  <a:lnTo>
                    <a:pt x="3289322" y="2272322"/>
                  </a:lnTo>
                  <a:lnTo>
                    <a:pt x="3294759" y="2272322"/>
                  </a:lnTo>
                  <a:lnTo>
                    <a:pt x="3294759" y="2272322"/>
                  </a:lnTo>
                  <a:lnTo>
                    <a:pt x="3300196" y="2272322"/>
                  </a:lnTo>
                  <a:lnTo>
                    <a:pt x="3300196" y="2275166"/>
                  </a:lnTo>
                  <a:lnTo>
                    <a:pt x="3305633" y="2275166"/>
                  </a:lnTo>
                  <a:lnTo>
                    <a:pt x="3305633" y="2278012"/>
                  </a:lnTo>
                  <a:lnTo>
                    <a:pt x="3311070" y="2278012"/>
                  </a:lnTo>
                  <a:lnTo>
                    <a:pt x="3311070" y="2280859"/>
                  </a:lnTo>
                  <a:lnTo>
                    <a:pt x="3316507" y="2280859"/>
                  </a:lnTo>
                  <a:lnTo>
                    <a:pt x="3316507" y="2280859"/>
                  </a:lnTo>
                  <a:lnTo>
                    <a:pt x="3321944" y="2280859"/>
                  </a:lnTo>
                  <a:lnTo>
                    <a:pt x="3321944" y="2283714"/>
                  </a:lnTo>
                  <a:lnTo>
                    <a:pt x="3327381" y="2283714"/>
                  </a:lnTo>
                  <a:lnTo>
                    <a:pt x="3327381" y="2289424"/>
                  </a:lnTo>
                  <a:lnTo>
                    <a:pt x="3332817" y="2289424"/>
                  </a:lnTo>
                  <a:lnTo>
                    <a:pt x="3332817" y="2292279"/>
                  </a:lnTo>
                  <a:lnTo>
                    <a:pt x="3338254" y="2292279"/>
                  </a:lnTo>
                  <a:lnTo>
                    <a:pt x="3338254" y="2292279"/>
                  </a:lnTo>
                  <a:lnTo>
                    <a:pt x="3349128" y="2292279"/>
                  </a:lnTo>
                  <a:lnTo>
                    <a:pt x="3349128" y="2295137"/>
                  </a:lnTo>
                  <a:lnTo>
                    <a:pt x="3354565" y="2295137"/>
                  </a:lnTo>
                  <a:lnTo>
                    <a:pt x="3354565" y="2295137"/>
                  </a:lnTo>
                  <a:lnTo>
                    <a:pt x="3365439" y="2295137"/>
                  </a:lnTo>
                  <a:lnTo>
                    <a:pt x="3365439" y="2300870"/>
                  </a:lnTo>
                  <a:lnTo>
                    <a:pt x="3370876" y="2300870"/>
                  </a:lnTo>
                  <a:lnTo>
                    <a:pt x="3370876" y="2306604"/>
                  </a:lnTo>
                  <a:lnTo>
                    <a:pt x="3376313" y="2306604"/>
                  </a:lnTo>
                  <a:lnTo>
                    <a:pt x="3376313" y="2306604"/>
                  </a:lnTo>
                  <a:lnTo>
                    <a:pt x="3381750" y="2306604"/>
                  </a:lnTo>
                  <a:lnTo>
                    <a:pt x="3381750" y="2312344"/>
                  </a:lnTo>
                  <a:lnTo>
                    <a:pt x="3387186" y="2312344"/>
                  </a:lnTo>
                  <a:lnTo>
                    <a:pt x="3387186" y="2312344"/>
                  </a:lnTo>
                  <a:lnTo>
                    <a:pt x="3392623" y="2312344"/>
                  </a:lnTo>
                  <a:lnTo>
                    <a:pt x="3392623" y="2312344"/>
                  </a:lnTo>
                  <a:lnTo>
                    <a:pt x="3398060" y="2312344"/>
                  </a:lnTo>
                  <a:lnTo>
                    <a:pt x="3398060" y="2315225"/>
                  </a:lnTo>
                  <a:lnTo>
                    <a:pt x="3403497" y="2315225"/>
                  </a:lnTo>
                  <a:lnTo>
                    <a:pt x="3403497" y="2315225"/>
                  </a:lnTo>
                  <a:lnTo>
                    <a:pt x="3414371" y="2315225"/>
                  </a:lnTo>
                  <a:lnTo>
                    <a:pt x="3414371" y="2320994"/>
                  </a:lnTo>
                  <a:lnTo>
                    <a:pt x="3419808" y="2320994"/>
                  </a:lnTo>
                  <a:lnTo>
                    <a:pt x="3419808" y="2320994"/>
                  </a:lnTo>
                  <a:lnTo>
                    <a:pt x="3425245" y="2320994"/>
                  </a:lnTo>
                  <a:lnTo>
                    <a:pt x="3425245" y="2320994"/>
                  </a:lnTo>
                  <a:lnTo>
                    <a:pt x="3430682" y="2320994"/>
                  </a:lnTo>
                  <a:lnTo>
                    <a:pt x="3430682" y="2320994"/>
                  </a:lnTo>
                  <a:lnTo>
                    <a:pt x="3436119" y="2320994"/>
                  </a:lnTo>
                  <a:lnTo>
                    <a:pt x="3436119" y="2323887"/>
                  </a:lnTo>
                  <a:lnTo>
                    <a:pt x="3441555" y="2323887"/>
                  </a:lnTo>
                  <a:lnTo>
                    <a:pt x="3441555" y="2326785"/>
                  </a:lnTo>
                  <a:lnTo>
                    <a:pt x="3452429" y="2326785"/>
                  </a:lnTo>
                  <a:lnTo>
                    <a:pt x="3452429" y="2329684"/>
                  </a:lnTo>
                  <a:lnTo>
                    <a:pt x="3457866" y="2329684"/>
                  </a:lnTo>
                  <a:lnTo>
                    <a:pt x="3457866" y="2329684"/>
                  </a:lnTo>
                  <a:lnTo>
                    <a:pt x="3463303" y="2329684"/>
                  </a:lnTo>
                  <a:lnTo>
                    <a:pt x="3463303" y="2335488"/>
                  </a:lnTo>
                  <a:lnTo>
                    <a:pt x="3474177" y="2335488"/>
                  </a:lnTo>
                  <a:lnTo>
                    <a:pt x="3474177" y="2338393"/>
                  </a:lnTo>
                  <a:lnTo>
                    <a:pt x="3479614" y="2338393"/>
                  </a:lnTo>
                  <a:lnTo>
                    <a:pt x="3479614" y="2344204"/>
                  </a:lnTo>
                  <a:lnTo>
                    <a:pt x="3490487" y="2344204"/>
                  </a:lnTo>
                  <a:lnTo>
                    <a:pt x="3490487" y="2347109"/>
                  </a:lnTo>
                  <a:lnTo>
                    <a:pt x="3501361" y="2347109"/>
                  </a:lnTo>
                  <a:lnTo>
                    <a:pt x="3501361" y="2350018"/>
                  </a:lnTo>
                  <a:lnTo>
                    <a:pt x="3506798" y="2350018"/>
                  </a:lnTo>
                  <a:lnTo>
                    <a:pt x="3506798" y="2352932"/>
                  </a:lnTo>
                  <a:lnTo>
                    <a:pt x="3517672" y="2352932"/>
                  </a:lnTo>
                  <a:lnTo>
                    <a:pt x="3517672" y="2355850"/>
                  </a:lnTo>
                  <a:lnTo>
                    <a:pt x="3523109" y="2355850"/>
                  </a:lnTo>
                  <a:lnTo>
                    <a:pt x="3523109" y="2355850"/>
                  </a:lnTo>
                  <a:lnTo>
                    <a:pt x="3528546" y="2355850"/>
                  </a:lnTo>
                  <a:lnTo>
                    <a:pt x="3528546" y="2355850"/>
                  </a:lnTo>
                  <a:lnTo>
                    <a:pt x="3533983" y="2355850"/>
                  </a:lnTo>
                  <a:lnTo>
                    <a:pt x="3533983" y="2361703"/>
                  </a:lnTo>
                  <a:lnTo>
                    <a:pt x="3539420" y="2361703"/>
                  </a:lnTo>
                  <a:lnTo>
                    <a:pt x="3539420" y="2364635"/>
                  </a:lnTo>
                  <a:lnTo>
                    <a:pt x="3544856" y="2364635"/>
                  </a:lnTo>
                  <a:lnTo>
                    <a:pt x="3544856" y="2370501"/>
                  </a:lnTo>
                  <a:lnTo>
                    <a:pt x="3555730" y="2370501"/>
                  </a:lnTo>
                  <a:lnTo>
                    <a:pt x="3555730" y="2370501"/>
                  </a:lnTo>
                  <a:lnTo>
                    <a:pt x="3561167" y="2370501"/>
                  </a:lnTo>
                  <a:lnTo>
                    <a:pt x="3561167" y="2376385"/>
                  </a:lnTo>
                  <a:lnTo>
                    <a:pt x="3572041" y="2376385"/>
                  </a:lnTo>
                  <a:lnTo>
                    <a:pt x="3572041" y="2376385"/>
                  </a:lnTo>
                  <a:lnTo>
                    <a:pt x="3577478" y="2376385"/>
                  </a:lnTo>
                  <a:lnTo>
                    <a:pt x="3577478" y="2376385"/>
                  </a:lnTo>
                  <a:lnTo>
                    <a:pt x="3582915" y="2376385"/>
                  </a:lnTo>
                  <a:lnTo>
                    <a:pt x="3582915" y="2379336"/>
                  </a:lnTo>
                  <a:lnTo>
                    <a:pt x="3588352" y="2379336"/>
                  </a:lnTo>
                  <a:lnTo>
                    <a:pt x="3588352" y="2379336"/>
                  </a:lnTo>
                  <a:lnTo>
                    <a:pt x="3593789" y="2379336"/>
                  </a:lnTo>
                  <a:lnTo>
                    <a:pt x="3593789" y="2379336"/>
                  </a:lnTo>
                  <a:lnTo>
                    <a:pt x="3604662" y="2379336"/>
                  </a:lnTo>
                  <a:lnTo>
                    <a:pt x="3604662" y="2379336"/>
                  </a:lnTo>
                  <a:lnTo>
                    <a:pt x="3610099" y="2379336"/>
                  </a:lnTo>
                  <a:lnTo>
                    <a:pt x="3610099" y="2382300"/>
                  </a:lnTo>
                  <a:lnTo>
                    <a:pt x="3615536" y="2382300"/>
                  </a:lnTo>
                  <a:lnTo>
                    <a:pt x="3615536" y="2385266"/>
                  </a:lnTo>
                  <a:lnTo>
                    <a:pt x="3620973" y="2385266"/>
                  </a:lnTo>
                  <a:lnTo>
                    <a:pt x="3620973" y="2385266"/>
                  </a:lnTo>
                  <a:lnTo>
                    <a:pt x="3631847" y="2385266"/>
                  </a:lnTo>
                  <a:lnTo>
                    <a:pt x="3631847" y="2388236"/>
                  </a:lnTo>
                  <a:lnTo>
                    <a:pt x="3637284" y="2388236"/>
                  </a:lnTo>
                  <a:lnTo>
                    <a:pt x="3637284" y="2391209"/>
                  </a:lnTo>
                  <a:lnTo>
                    <a:pt x="3653594" y="2391209"/>
                  </a:lnTo>
                  <a:lnTo>
                    <a:pt x="3653594" y="2394185"/>
                  </a:lnTo>
                  <a:lnTo>
                    <a:pt x="3664468" y="2394185"/>
                  </a:lnTo>
                  <a:lnTo>
                    <a:pt x="3664468" y="2397167"/>
                  </a:lnTo>
                  <a:lnTo>
                    <a:pt x="3669905" y="2397167"/>
                  </a:lnTo>
                  <a:lnTo>
                    <a:pt x="3669905" y="2400153"/>
                  </a:lnTo>
                  <a:lnTo>
                    <a:pt x="3675342" y="2400153"/>
                  </a:lnTo>
                  <a:lnTo>
                    <a:pt x="3675342" y="2403139"/>
                  </a:lnTo>
                  <a:lnTo>
                    <a:pt x="3680779" y="2403139"/>
                  </a:lnTo>
                  <a:lnTo>
                    <a:pt x="3680779" y="2403139"/>
                  </a:lnTo>
                  <a:lnTo>
                    <a:pt x="3697090" y="2403139"/>
                  </a:lnTo>
                  <a:lnTo>
                    <a:pt x="3697090" y="2406128"/>
                  </a:lnTo>
                  <a:lnTo>
                    <a:pt x="3707963" y="2406128"/>
                  </a:lnTo>
                  <a:lnTo>
                    <a:pt x="3707963" y="2415096"/>
                  </a:lnTo>
                  <a:lnTo>
                    <a:pt x="3713400" y="2415096"/>
                  </a:lnTo>
                  <a:lnTo>
                    <a:pt x="3713400" y="2418086"/>
                  </a:lnTo>
                  <a:lnTo>
                    <a:pt x="3724274" y="2418086"/>
                  </a:lnTo>
                  <a:lnTo>
                    <a:pt x="3724274" y="2418086"/>
                  </a:lnTo>
                  <a:lnTo>
                    <a:pt x="3729711" y="2418086"/>
                  </a:lnTo>
                  <a:lnTo>
                    <a:pt x="3729711" y="2418086"/>
                  </a:lnTo>
                  <a:lnTo>
                    <a:pt x="3740585" y="2418086"/>
                  </a:lnTo>
                  <a:lnTo>
                    <a:pt x="3740585" y="2418086"/>
                  </a:lnTo>
                  <a:lnTo>
                    <a:pt x="3746022" y="2418086"/>
                  </a:lnTo>
                  <a:lnTo>
                    <a:pt x="3746022" y="2418086"/>
                  </a:lnTo>
                  <a:lnTo>
                    <a:pt x="3767769" y="2418086"/>
                  </a:lnTo>
                  <a:lnTo>
                    <a:pt x="3767769" y="2424110"/>
                  </a:lnTo>
                  <a:lnTo>
                    <a:pt x="3773206" y="2424110"/>
                  </a:lnTo>
                  <a:lnTo>
                    <a:pt x="3773206" y="2427125"/>
                  </a:lnTo>
                  <a:lnTo>
                    <a:pt x="3794954" y="2427125"/>
                  </a:lnTo>
                  <a:lnTo>
                    <a:pt x="3794954" y="2427125"/>
                  </a:lnTo>
                  <a:lnTo>
                    <a:pt x="3800391" y="2427125"/>
                  </a:lnTo>
                  <a:lnTo>
                    <a:pt x="3800391" y="2430144"/>
                  </a:lnTo>
                  <a:lnTo>
                    <a:pt x="3805828" y="2430144"/>
                  </a:lnTo>
                  <a:lnTo>
                    <a:pt x="3805828" y="2430144"/>
                  </a:lnTo>
                  <a:lnTo>
                    <a:pt x="3811264" y="2430144"/>
                  </a:lnTo>
                  <a:lnTo>
                    <a:pt x="3811264" y="2436201"/>
                  </a:lnTo>
                  <a:lnTo>
                    <a:pt x="3816701" y="2436201"/>
                  </a:lnTo>
                  <a:lnTo>
                    <a:pt x="3816701" y="2439233"/>
                  </a:lnTo>
                  <a:lnTo>
                    <a:pt x="3822138" y="2439233"/>
                  </a:lnTo>
                  <a:lnTo>
                    <a:pt x="3822138" y="2442269"/>
                  </a:lnTo>
                  <a:lnTo>
                    <a:pt x="3833012" y="2442269"/>
                  </a:lnTo>
                  <a:lnTo>
                    <a:pt x="3833012" y="2442269"/>
                  </a:lnTo>
                  <a:lnTo>
                    <a:pt x="3843886" y="2442269"/>
                  </a:lnTo>
                  <a:lnTo>
                    <a:pt x="3843886" y="2445314"/>
                  </a:lnTo>
                  <a:lnTo>
                    <a:pt x="3854760" y="2445314"/>
                  </a:lnTo>
                  <a:lnTo>
                    <a:pt x="3854760" y="2448366"/>
                  </a:lnTo>
                  <a:lnTo>
                    <a:pt x="3860197" y="2448366"/>
                  </a:lnTo>
                  <a:lnTo>
                    <a:pt x="3860197" y="2454477"/>
                  </a:lnTo>
                  <a:lnTo>
                    <a:pt x="3865633" y="2454477"/>
                  </a:lnTo>
                  <a:lnTo>
                    <a:pt x="3865633" y="2460596"/>
                  </a:lnTo>
                  <a:lnTo>
                    <a:pt x="3881944" y="2460596"/>
                  </a:lnTo>
                  <a:lnTo>
                    <a:pt x="3881944" y="2469785"/>
                  </a:lnTo>
                  <a:lnTo>
                    <a:pt x="3925439" y="2469785"/>
                  </a:lnTo>
                  <a:lnTo>
                    <a:pt x="3925439" y="2469785"/>
                  </a:lnTo>
                  <a:lnTo>
                    <a:pt x="3941750" y="2469785"/>
                  </a:lnTo>
                  <a:lnTo>
                    <a:pt x="3941750" y="2472852"/>
                  </a:lnTo>
                  <a:lnTo>
                    <a:pt x="3958061" y="2472852"/>
                  </a:lnTo>
                  <a:lnTo>
                    <a:pt x="3958061" y="2472852"/>
                  </a:lnTo>
                  <a:lnTo>
                    <a:pt x="3974371" y="2472852"/>
                  </a:lnTo>
                  <a:lnTo>
                    <a:pt x="3974371" y="2475926"/>
                  </a:lnTo>
                  <a:lnTo>
                    <a:pt x="3979808" y="2475926"/>
                  </a:lnTo>
                  <a:lnTo>
                    <a:pt x="3979808" y="2479003"/>
                  </a:lnTo>
                  <a:lnTo>
                    <a:pt x="3985245" y="2479003"/>
                  </a:lnTo>
                  <a:lnTo>
                    <a:pt x="3985245" y="2485158"/>
                  </a:lnTo>
                  <a:lnTo>
                    <a:pt x="3990682" y="2485158"/>
                  </a:lnTo>
                  <a:lnTo>
                    <a:pt x="3990682" y="2491314"/>
                  </a:lnTo>
                  <a:lnTo>
                    <a:pt x="3996119" y="2491314"/>
                  </a:lnTo>
                  <a:lnTo>
                    <a:pt x="3996119" y="2494400"/>
                  </a:lnTo>
                  <a:lnTo>
                    <a:pt x="4006993" y="2494400"/>
                  </a:lnTo>
                  <a:lnTo>
                    <a:pt x="4006993" y="2494400"/>
                  </a:lnTo>
                  <a:lnTo>
                    <a:pt x="4012430" y="2494400"/>
                  </a:lnTo>
                  <a:lnTo>
                    <a:pt x="4012430" y="2497488"/>
                  </a:lnTo>
                  <a:lnTo>
                    <a:pt x="4017867" y="2497488"/>
                  </a:lnTo>
                  <a:lnTo>
                    <a:pt x="4017867" y="2497488"/>
                  </a:lnTo>
                  <a:lnTo>
                    <a:pt x="4028740" y="2497488"/>
                  </a:lnTo>
                  <a:lnTo>
                    <a:pt x="4028740" y="2503680"/>
                  </a:lnTo>
                  <a:lnTo>
                    <a:pt x="4034177" y="2503680"/>
                  </a:lnTo>
                  <a:lnTo>
                    <a:pt x="4034177" y="2503680"/>
                  </a:lnTo>
                  <a:lnTo>
                    <a:pt x="4039614" y="2503680"/>
                  </a:lnTo>
                  <a:lnTo>
                    <a:pt x="4039614" y="2503680"/>
                  </a:lnTo>
                  <a:lnTo>
                    <a:pt x="4050488" y="2503680"/>
                  </a:lnTo>
                  <a:lnTo>
                    <a:pt x="4050488" y="2506783"/>
                  </a:lnTo>
                  <a:lnTo>
                    <a:pt x="4055925" y="2506783"/>
                  </a:lnTo>
                  <a:lnTo>
                    <a:pt x="4055925" y="2509886"/>
                  </a:lnTo>
                  <a:lnTo>
                    <a:pt x="4066799" y="2509886"/>
                  </a:lnTo>
                  <a:lnTo>
                    <a:pt x="4066799" y="2512993"/>
                  </a:lnTo>
                  <a:lnTo>
                    <a:pt x="4072235" y="2512993"/>
                  </a:lnTo>
                  <a:lnTo>
                    <a:pt x="4072235" y="2512993"/>
                  </a:lnTo>
                  <a:lnTo>
                    <a:pt x="4077672" y="2512993"/>
                  </a:lnTo>
                  <a:lnTo>
                    <a:pt x="4077672" y="2516107"/>
                  </a:lnTo>
                  <a:lnTo>
                    <a:pt x="4088546" y="2516107"/>
                  </a:lnTo>
                  <a:lnTo>
                    <a:pt x="4088546" y="2519224"/>
                  </a:lnTo>
                  <a:lnTo>
                    <a:pt x="4093983" y="2519224"/>
                  </a:lnTo>
                  <a:lnTo>
                    <a:pt x="4093983" y="2519224"/>
                  </a:lnTo>
                  <a:lnTo>
                    <a:pt x="4099420" y="2519224"/>
                  </a:lnTo>
                  <a:lnTo>
                    <a:pt x="4099420" y="2519224"/>
                  </a:lnTo>
                  <a:lnTo>
                    <a:pt x="4104857" y="2519224"/>
                  </a:lnTo>
                  <a:lnTo>
                    <a:pt x="4104857" y="2522349"/>
                  </a:lnTo>
                  <a:lnTo>
                    <a:pt x="4110294" y="2522349"/>
                  </a:lnTo>
                  <a:lnTo>
                    <a:pt x="4110294" y="2525478"/>
                  </a:lnTo>
                  <a:lnTo>
                    <a:pt x="4121168" y="2525478"/>
                  </a:lnTo>
                  <a:lnTo>
                    <a:pt x="4121168" y="2528607"/>
                  </a:lnTo>
                  <a:lnTo>
                    <a:pt x="4132041" y="2528607"/>
                  </a:lnTo>
                  <a:lnTo>
                    <a:pt x="4132041" y="2534865"/>
                  </a:lnTo>
                  <a:lnTo>
                    <a:pt x="4137478" y="2534865"/>
                  </a:lnTo>
                  <a:lnTo>
                    <a:pt x="4137478" y="2537994"/>
                  </a:lnTo>
                  <a:lnTo>
                    <a:pt x="4142915" y="2537994"/>
                  </a:lnTo>
                  <a:lnTo>
                    <a:pt x="4142915" y="2537994"/>
                  </a:lnTo>
                  <a:lnTo>
                    <a:pt x="4148352" y="2537994"/>
                  </a:lnTo>
                  <a:lnTo>
                    <a:pt x="4148352" y="2541128"/>
                  </a:lnTo>
                  <a:lnTo>
                    <a:pt x="4153789" y="2541128"/>
                  </a:lnTo>
                  <a:lnTo>
                    <a:pt x="4153789" y="2544268"/>
                  </a:lnTo>
                  <a:lnTo>
                    <a:pt x="4175537" y="2544268"/>
                  </a:lnTo>
                  <a:lnTo>
                    <a:pt x="4175537" y="2544268"/>
                  </a:lnTo>
                  <a:lnTo>
                    <a:pt x="4180973" y="2544268"/>
                  </a:lnTo>
                  <a:lnTo>
                    <a:pt x="4180973" y="2547413"/>
                  </a:lnTo>
                  <a:lnTo>
                    <a:pt x="4186410" y="2547413"/>
                  </a:lnTo>
                  <a:lnTo>
                    <a:pt x="4186410" y="2547413"/>
                  </a:lnTo>
                  <a:lnTo>
                    <a:pt x="4191847" y="2547413"/>
                  </a:lnTo>
                  <a:lnTo>
                    <a:pt x="4191847" y="2553709"/>
                  </a:lnTo>
                  <a:lnTo>
                    <a:pt x="4197284" y="2553709"/>
                  </a:lnTo>
                  <a:lnTo>
                    <a:pt x="4197284" y="2556858"/>
                  </a:lnTo>
                  <a:lnTo>
                    <a:pt x="4202721" y="2556858"/>
                  </a:lnTo>
                  <a:lnTo>
                    <a:pt x="4202721" y="2560007"/>
                  </a:lnTo>
                  <a:lnTo>
                    <a:pt x="4208158" y="2560007"/>
                  </a:lnTo>
                  <a:lnTo>
                    <a:pt x="4208158" y="2563156"/>
                  </a:lnTo>
                  <a:lnTo>
                    <a:pt x="4219032" y="2563156"/>
                  </a:lnTo>
                  <a:lnTo>
                    <a:pt x="4219032" y="2566309"/>
                  </a:lnTo>
                  <a:lnTo>
                    <a:pt x="4224469" y="2566309"/>
                  </a:lnTo>
                  <a:lnTo>
                    <a:pt x="4224469" y="2566309"/>
                  </a:lnTo>
                  <a:lnTo>
                    <a:pt x="4229906" y="2566309"/>
                  </a:lnTo>
                  <a:lnTo>
                    <a:pt x="4229906" y="2569466"/>
                  </a:lnTo>
                  <a:lnTo>
                    <a:pt x="4240779" y="2569466"/>
                  </a:lnTo>
                  <a:lnTo>
                    <a:pt x="4240779" y="2569466"/>
                  </a:lnTo>
                  <a:lnTo>
                    <a:pt x="4257090" y="2569466"/>
                  </a:lnTo>
                  <a:lnTo>
                    <a:pt x="4257090" y="2569466"/>
                  </a:lnTo>
                  <a:lnTo>
                    <a:pt x="4262527" y="2569466"/>
                  </a:lnTo>
                  <a:lnTo>
                    <a:pt x="4262527" y="2569466"/>
                  </a:lnTo>
                  <a:lnTo>
                    <a:pt x="4267964" y="2569466"/>
                  </a:lnTo>
                  <a:lnTo>
                    <a:pt x="4267964" y="2572645"/>
                  </a:lnTo>
                  <a:lnTo>
                    <a:pt x="4284274" y="2572645"/>
                  </a:lnTo>
                  <a:lnTo>
                    <a:pt x="4284274" y="2575824"/>
                  </a:lnTo>
                  <a:lnTo>
                    <a:pt x="4289711" y="2575824"/>
                  </a:lnTo>
                  <a:lnTo>
                    <a:pt x="4289711" y="2579004"/>
                  </a:lnTo>
                  <a:lnTo>
                    <a:pt x="4295148" y="2579004"/>
                  </a:lnTo>
                  <a:lnTo>
                    <a:pt x="4295148" y="2585363"/>
                  </a:lnTo>
                  <a:lnTo>
                    <a:pt x="4300585" y="2585363"/>
                  </a:lnTo>
                  <a:lnTo>
                    <a:pt x="4300585" y="2585363"/>
                  </a:lnTo>
                  <a:lnTo>
                    <a:pt x="4306022" y="2585363"/>
                  </a:lnTo>
                  <a:lnTo>
                    <a:pt x="4306022" y="2591739"/>
                  </a:lnTo>
                  <a:lnTo>
                    <a:pt x="4316896" y="2591739"/>
                  </a:lnTo>
                  <a:lnTo>
                    <a:pt x="4316896" y="2598115"/>
                  </a:lnTo>
                  <a:lnTo>
                    <a:pt x="4322333" y="2598115"/>
                  </a:lnTo>
                  <a:lnTo>
                    <a:pt x="4322333" y="2601308"/>
                  </a:lnTo>
                  <a:lnTo>
                    <a:pt x="4327770" y="2601308"/>
                  </a:lnTo>
                  <a:lnTo>
                    <a:pt x="4327770" y="2604504"/>
                  </a:lnTo>
                  <a:lnTo>
                    <a:pt x="4333207" y="2604504"/>
                  </a:lnTo>
                  <a:lnTo>
                    <a:pt x="4333207" y="2607701"/>
                  </a:lnTo>
                  <a:lnTo>
                    <a:pt x="4338643" y="2607701"/>
                  </a:lnTo>
                  <a:lnTo>
                    <a:pt x="4338643" y="2607701"/>
                  </a:lnTo>
                  <a:lnTo>
                    <a:pt x="4344080" y="2607701"/>
                  </a:lnTo>
                  <a:lnTo>
                    <a:pt x="4344080" y="2607701"/>
                  </a:lnTo>
                  <a:lnTo>
                    <a:pt x="4349517" y="2607701"/>
                  </a:lnTo>
                  <a:lnTo>
                    <a:pt x="4349517" y="2607701"/>
                  </a:lnTo>
                  <a:lnTo>
                    <a:pt x="4354954" y="2607701"/>
                  </a:lnTo>
                  <a:lnTo>
                    <a:pt x="4354954" y="2607701"/>
                  </a:lnTo>
                  <a:lnTo>
                    <a:pt x="4360391" y="2607701"/>
                  </a:lnTo>
                  <a:lnTo>
                    <a:pt x="4360391" y="2610920"/>
                  </a:lnTo>
                  <a:lnTo>
                    <a:pt x="4365828" y="2610920"/>
                  </a:lnTo>
                  <a:lnTo>
                    <a:pt x="4365828" y="2614140"/>
                  </a:lnTo>
                  <a:lnTo>
                    <a:pt x="4371265" y="2614140"/>
                  </a:lnTo>
                  <a:lnTo>
                    <a:pt x="4371265" y="2617364"/>
                  </a:lnTo>
                  <a:lnTo>
                    <a:pt x="4376702" y="2617364"/>
                  </a:lnTo>
                  <a:lnTo>
                    <a:pt x="4376702" y="2620597"/>
                  </a:lnTo>
                  <a:lnTo>
                    <a:pt x="4382139" y="2620597"/>
                  </a:lnTo>
                  <a:lnTo>
                    <a:pt x="4382139" y="2623837"/>
                  </a:lnTo>
                  <a:lnTo>
                    <a:pt x="4387576" y="2623837"/>
                  </a:lnTo>
                  <a:lnTo>
                    <a:pt x="4387576" y="2627081"/>
                  </a:lnTo>
                  <a:lnTo>
                    <a:pt x="4393012" y="2627081"/>
                  </a:lnTo>
                  <a:lnTo>
                    <a:pt x="4393012" y="2627081"/>
                  </a:lnTo>
                  <a:lnTo>
                    <a:pt x="4403886" y="2627081"/>
                  </a:lnTo>
                  <a:lnTo>
                    <a:pt x="4403886" y="2630333"/>
                  </a:lnTo>
                  <a:lnTo>
                    <a:pt x="4425634" y="2630333"/>
                  </a:lnTo>
                  <a:lnTo>
                    <a:pt x="4425634" y="2633586"/>
                  </a:lnTo>
                  <a:lnTo>
                    <a:pt x="4436508" y="2633586"/>
                  </a:lnTo>
                  <a:lnTo>
                    <a:pt x="4436508" y="2643345"/>
                  </a:lnTo>
                  <a:lnTo>
                    <a:pt x="4447381" y="2643345"/>
                  </a:lnTo>
                  <a:lnTo>
                    <a:pt x="4447381" y="2643345"/>
                  </a:lnTo>
                  <a:lnTo>
                    <a:pt x="4452818" y="2643345"/>
                  </a:lnTo>
                  <a:lnTo>
                    <a:pt x="4452818" y="2643345"/>
                  </a:lnTo>
                  <a:lnTo>
                    <a:pt x="4469129" y="2643345"/>
                  </a:lnTo>
                  <a:lnTo>
                    <a:pt x="4469129" y="2646611"/>
                  </a:lnTo>
                  <a:lnTo>
                    <a:pt x="4474566" y="2646611"/>
                  </a:lnTo>
                  <a:lnTo>
                    <a:pt x="4474566" y="2649877"/>
                  </a:lnTo>
                  <a:lnTo>
                    <a:pt x="4480003" y="2649877"/>
                  </a:lnTo>
                  <a:lnTo>
                    <a:pt x="4480003" y="2653143"/>
                  </a:lnTo>
                  <a:lnTo>
                    <a:pt x="4485440" y="2653143"/>
                  </a:lnTo>
                  <a:lnTo>
                    <a:pt x="4485440" y="2659676"/>
                  </a:lnTo>
                  <a:lnTo>
                    <a:pt x="4490877" y="2659676"/>
                  </a:lnTo>
                  <a:lnTo>
                    <a:pt x="4490877" y="2662947"/>
                  </a:lnTo>
                  <a:lnTo>
                    <a:pt x="4496313" y="2662947"/>
                  </a:lnTo>
                  <a:lnTo>
                    <a:pt x="4496313" y="2669506"/>
                  </a:lnTo>
                  <a:lnTo>
                    <a:pt x="4507187" y="2669506"/>
                  </a:lnTo>
                  <a:lnTo>
                    <a:pt x="4507187" y="2672790"/>
                  </a:lnTo>
                  <a:lnTo>
                    <a:pt x="4518061" y="2672790"/>
                  </a:lnTo>
                  <a:lnTo>
                    <a:pt x="4518061" y="2676074"/>
                  </a:lnTo>
                  <a:lnTo>
                    <a:pt x="4534372" y="2676074"/>
                  </a:lnTo>
                  <a:lnTo>
                    <a:pt x="4534372" y="2676074"/>
                  </a:lnTo>
                  <a:lnTo>
                    <a:pt x="4539809" y="2676074"/>
                  </a:lnTo>
                  <a:lnTo>
                    <a:pt x="4539809" y="2679363"/>
                  </a:lnTo>
                  <a:lnTo>
                    <a:pt x="4545246" y="2679363"/>
                  </a:lnTo>
                  <a:lnTo>
                    <a:pt x="4545246" y="2685941"/>
                  </a:lnTo>
                  <a:lnTo>
                    <a:pt x="4550682" y="2685941"/>
                  </a:lnTo>
                  <a:lnTo>
                    <a:pt x="4550682" y="2689230"/>
                  </a:lnTo>
                  <a:lnTo>
                    <a:pt x="4556119" y="2689230"/>
                  </a:lnTo>
                  <a:lnTo>
                    <a:pt x="4556119" y="2695810"/>
                  </a:lnTo>
                  <a:lnTo>
                    <a:pt x="4561556" y="2695810"/>
                  </a:lnTo>
                  <a:lnTo>
                    <a:pt x="4561556" y="2699100"/>
                  </a:lnTo>
                  <a:lnTo>
                    <a:pt x="4566993" y="2699100"/>
                  </a:lnTo>
                  <a:lnTo>
                    <a:pt x="4566993" y="2702390"/>
                  </a:lnTo>
                  <a:lnTo>
                    <a:pt x="4577867" y="2702390"/>
                  </a:lnTo>
                  <a:lnTo>
                    <a:pt x="4577867" y="2705689"/>
                  </a:lnTo>
                  <a:lnTo>
                    <a:pt x="4583304" y="2705689"/>
                  </a:lnTo>
                  <a:lnTo>
                    <a:pt x="4583304" y="2705689"/>
                  </a:lnTo>
                  <a:lnTo>
                    <a:pt x="4588741" y="2705689"/>
                  </a:lnTo>
                  <a:lnTo>
                    <a:pt x="4588741" y="2705689"/>
                  </a:lnTo>
                  <a:lnTo>
                    <a:pt x="4594178" y="2705689"/>
                  </a:lnTo>
                  <a:lnTo>
                    <a:pt x="4594178" y="2705689"/>
                  </a:lnTo>
                  <a:lnTo>
                    <a:pt x="4605051" y="2705689"/>
                  </a:lnTo>
                  <a:lnTo>
                    <a:pt x="4605051" y="2705689"/>
                  </a:lnTo>
                  <a:lnTo>
                    <a:pt x="4615925" y="2705689"/>
                  </a:lnTo>
                  <a:lnTo>
                    <a:pt x="4615925" y="2709014"/>
                  </a:lnTo>
                  <a:lnTo>
                    <a:pt x="4632236" y="2709014"/>
                  </a:lnTo>
                  <a:lnTo>
                    <a:pt x="4632236" y="2712338"/>
                  </a:lnTo>
                  <a:lnTo>
                    <a:pt x="4643110" y="2712338"/>
                  </a:lnTo>
                  <a:lnTo>
                    <a:pt x="4643110" y="2715664"/>
                  </a:lnTo>
                  <a:lnTo>
                    <a:pt x="4653983" y="2715664"/>
                  </a:lnTo>
                  <a:lnTo>
                    <a:pt x="4653983" y="2718993"/>
                  </a:lnTo>
                  <a:lnTo>
                    <a:pt x="4664857" y="2718993"/>
                  </a:lnTo>
                  <a:lnTo>
                    <a:pt x="4664857" y="2722327"/>
                  </a:lnTo>
                  <a:lnTo>
                    <a:pt x="4670294" y="2722327"/>
                  </a:lnTo>
                  <a:lnTo>
                    <a:pt x="4670294" y="2722327"/>
                  </a:lnTo>
                  <a:lnTo>
                    <a:pt x="4675731" y="2722327"/>
                  </a:lnTo>
                  <a:lnTo>
                    <a:pt x="4675731" y="2722327"/>
                  </a:lnTo>
                  <a:lnTo>
                    <a:pt x="4692042" y="2722327"/>
                  </a:lnTo>
                  <a:lnTo>
                    <a:pt x="4692042" y="2725675"/>
                  </a:lnTo>
                  <a:lnTo>
                    <a:pt x="4708352" y="2725675"/>
                  </a:lnTo>
                  <a:lnTo>
                    <a:pt x="4708352" y="2729023"/>
                  </a:lnTo>
                  <a:lnTo>
                    <a:pt x="4735537" y="2729023"/>
                  </a:lnTo>
                  <a:lnTo>
                    <a:pt x="4735537" y="2732371"/>
                  </a:lnTo>
                  <a:lnTo>
                    <a:pt x="4740974" y="2732371"/>
                  </a:lnTo>
                  <a:lnTo>
                    <a:pt x="4740974" y="2735719"/>
                  </a:lnTo>
                  <a:lnTo>
                    <a:pt x="4746411" y="2735719"/>
                  </a:lnTo>
                  <a:lnTo>
                    <a:pt x="4746411" y="2742416"/>
                  </a:lnTo>
                  <a:lnTo>
                    <a:pt x="4751848" y="2742416"/>
                  </a:lnTo>
                  <a:lnTo>
                    <a:pt x="4751848" y="2745770"/>
                  </a:lnTo>
                  <a:lnTo>
                    <a:pt x="4773595" y="2745770"/>
                  </a:lnTo>
                  <a:lnTo>
                    <a:pt x="4773595" y="2749124"/>
                  </a:lnTo>
                  <a:lnTo>
                    <a:pt x="4784469" y="2749124"/>
                  </a:lnTo>
                  <a:lnTo>
                    <a:pt x="4784469" y="2749124"/>
                  </a:lnTo>
                  <a:lnTo>
                    <a:pt x="4789906" y="2749124"/>
                  </a:lnTo>
                  <a:lnTo>
                    <a:pt x="4789906" y="2749124"/>
                  </a:lnTo>
                  <a:lnTo>
                    <a:pt x="4795343" y="2749124"/>
                  </a:lnTo>
                  <a:lnTo>
                    <a:pt x="4795343" y="2752487"/>
                  </a:lnTo>
                  <a:lnTo>
                    <a:pt x="4800780" y="2752487"/>
                  </a:lnTo>
                  <a:lnTo>
                    <a:pt x="4800780" y="2752487"/>
                  </a:lnTo>
                  <a:lnTo>
                    <a:pt x="4811654" y="2752487"/>
                  </a:lnTo>
                  <a:lnTo>
                    <a:pt x="4811654" y="2755854"/>
                  </a:lnTo>
                  <a:lnTo>
                    <a:pt x="4838838" y="2755854"/>
                  </a:lnTo>
                  <a:lnTo>
                    <a:pt x="4838838" y="2755854"/>
                  </a:lnTo>
                  <a:lnTo>
                    <a:pt x="4849712" y="2755854"/>
                  </a:lnTo>
                  <a:lnTo>
                    <a:pt x="4849712" y="2755854"/>
                  </a:lnTo>
                  <a:lnTo>
                    <a:pt x="4866022" y="2755854"/>
                  </a:lnTo>
                  <a:lnTo>
                    <a:pt x="4866022" y="2755854"/>
                  </a:lnTo>
                  <a:lnTo>
                    <a:pt x="4871459" y="2755854"/>
                  </a:lnTo>
                  <a:lnTo>
                    <a:pt x="4871459" y="2755854"/>
                  </a:lnTo>
                  <a:lnTo>
                    <a:pt x="4904081" y="2755854"/>
                  </a:lnTo>
                  <a:lnTo>
                    <a:pt x="4904081" y="2759249"/>
                  </a:lnTo>
                  <a:lnTo>
                    <a:pt x="4909518" y="2759249"/>
                  </a:lnTo>
                  <a:lnTo>
                    <a:pt x="4909518" y="2762649"/>
                  </a:lnTo>
                  <a:lnTo>
                    <a:pt x="4914955" y="2762649"/>
                  </a:lnTo>
                  <a:lnTo>
                    <a:pt x="4914955" y="2762649"/>
                  </a:lnTo>
                  <a:lnTo>
                    <a:pt x="4920391" y="2762649"/>
                  </a:lnTo>
                  <a:lnTo>
                    <a:pt x="4920391" y="2769485"/>
                  </a:lnTo>
                  <a:lnTo>
                    <a:pt x="4931265" y="2769485"/>
                  </a:lnTo>
                  <a:lnTo>
                    <a:pt x="4931265" y="2769485"/>
                  </a:lnTo>
                  <a:lnTo>
                    <a:pt x="4936702" y="2769485"/>
                  </a:lnTo>
                  <a:lnTo>
                    <a:pt x="4936702" y="2772909"/>
                  </a:lnTo>
                  <a:lnTo>
                    <a:pt x="4947576" y="2772909"/>
                  </a:lnTo>
                  <a:lnTo>
                    <a:pt x="4947576" y="2772909"/>
                  </a:lnTo>
                  <a:lnTo>
                    <a:pt x="4969324" y="2772909"/>
                  </a:lnTo>
                  <a:lnTo>
                    <a:pt x="4969324" y="2783222"/>
                  </a:lnTo>
                  <a:lnTo>
                    <a:pt x="4980197" y="2783222"/>
                  </a:lnTo>
                  <a:lnTo>
                    <a:pt x="4980197" y="2786666"/>
                  </a:lnTo>
                  <a:lnTo>
                    <a:pt x="4991071" y="2786666"/>
                  </a:lnTo>
                  <a:lnTo>
                    <a:pt x="4991071" y="2790119"/>
                  </a:lnTo>
                  <a:lnTo>
                    <a:pt x="5007382" y="2790119"/>
                  </a:lnTo>
                  <a:lnTo>
                    <a:pt x="5007382" y="2790119"/>
                  </a:lnTo>
                  <a:lnTo>
                    <a:pt x="5012819" y="2790119"/>
                  </a:lnTo>
                  <a:lnTo>
                    <a:pt x="5012819" y="2790119"/>
                  </a:lnTo>
                  <a:lnTo>
                    <a:pt x="5023693" y="2790119"/>
                  </a:lnTo>
                  <a:lnTo>
                    <a:pt x="5023693" y="2790119"/>
                  </a:lnTo>
                  <a:lnTo>
                    <a:pt x="5029129" y="2790119"/>
                  </a:lnTo>
                  <a:lnTo>
                    <a:pt x="5029129" y="2790119"/>
                  </a:lnTo>
                  <a:lnTo>
                    <a:pt x="5034566" y="2790119"/>
                  </a:lnTo>
                  <a:lnTo>
                    <a:pt x="5034566" y="2797083"/>
                  </a:lnTo>
                  <a:lnTo>
                    <a:pt x="5040003" y="2797083"/>
                  </a:lnTo>
                  <a:lnTo>
                    <a:pt x="5040003" y="2800565"/>
                  </a:lnTo>
                  <a:lnTo>
                    <a:pt x="5056314" y="2800565"/>
                  </a:lnTo>
                  <a:lnTo>
                    <a:pt x="5056314" y="2800565"/>
                  </a:lnTo>
                  <a:lnTo>
                    <a:pt x="5061751" y="2800565"/>
                  </a:lnTo>
                  <a:lnTo>
                    <a:pt x="5061751" y="2800565"/>
                  </a:lnTo>
                  <a:lnTo>
                    <a:pt x="5072625" y="2800565"/>
                  </a:lnTo>
                  <a:lnTo>
                    <a:pt x="5072625" y="2804058"/>
                  </a:lnTo>
                  <a:lnTo>
                    <a:pt x="5094372" y="2804058"/>
                  </a:lnTo>
                  <a:lnTo>
                    <a:pt x="5094372" y="2804058"/>
                  </a:lnTo>
                  <a:lnTo>
                    <a:pt x="5099809" y="2804058"/>
                  </a:lnTo>
                  <a:lnTo>
                    <a:pt x="5099809" y="2804058"/>
                  </a:lnTo>
                  <a:lnTo>
                    <a:pt x="5121557" y="2804058"/>
                  </a:lnTo>
                  <a:lnTo>
                    <a:pt x="5121557" y="2814582"/>
                  </a:lnTo>
                  <a:lnTo>
                    <a:pt x="5137867" y="2814582"/>
                  </a:lnTo>
                  <a:lnTo>
                    <a:pt x="5137867" y="2814582"/>
                  </a:lnTo>
                  <a:lnTo>
                    <a:pt x="5159615" y="2814582"/>
                  </a:lnTo>
                  <a:lnTo>
                    <a:pt x="5159615" y="2821609"/>
                  </a:lnTo>
                  <a:lnTo>
                    <a:pt x="5165052" y="2821609"/>
                  </a:lnTo>
                  <a:lnTo>
                    <a:pt x="5165052" y="2825124"/>
                  </a:lnTo>
                  <a:lnTo>
                    <a:pt x="5175926" y="2825124"/>
                  </a:lnTo>
                  <a:lnTo>
                    <a:pt x="5175926" y="2828638"/>
                  </a:lnTo>
                  <a:lnTo>
                    <a:pt x="5181363" y="2828638"/>
                  </a:lnTo>
                  <a:lnTo>
                    <a:pt x="5181363" y="2828638"/>
                  </a:lnTo>
                  <a:lnTo>
                    <a:pt x="5192236" y="2828638"/>
                  </a:lnTo>
                  <a:lnTo>
                    <a:pt x="5192236" y="2835679"/>
                  </a:lnTo>
                  <a:lnTo>
                    <a:pt x="5197673" y="2835679"/>
                  </a:lnTo>
                  <a:lnTo>
                    <a:pt x="5197673" y="2835679"/>
                  </a:lnTo>
                  <a:lnTo>
                    <a:pt x="5208547" y="2835679"/>
                  </a:lnTo>
                  <a:lnTo>
                    <a:pt x="5208547" y="2835679"/>
                  </a:lnTo>
                  <a:lnTo>
                    <a:pt x="5213984" y="2835679"/>
                  </a:lnTo>
                  <a:lnTo>
                    <a:pt x="5213984" y="2842750"/>
                  </a:lnTo>
                  <a:lnTo>
                    <a:pt x="5219421" y="2842750"/>
                  </a:lnTo>
                  <a:lnTo>
                    <a:pt x="5219421" y="2842750"/>
                  </a:lnTo>
                  <a:lnTo>
                    <a:pt x="5230295" y="2842750"/>
                  </a:lnTo>
                  <a:lnTo>
                    <a:pt x="5230295" y="2849844"/>
                  </a:lnTo>
                  <a:lnTo>
                    <a:pt x="5235731" y="2849844"/>
                  </a:lnTo>
                  <a:lnTo>
                    <a:pt x="5235731" y="2853391"/>
                  </a:lnTo>
                  <a:lnTo>
                    <a:pt x="5241168" y="2853391"/>
                  </a:lnTo>
                  <a:lnTo>
                    <a:pt x="5241168" y="2853391"/>
                  </a:lnTo>
                  <a:lnTo>
                    <a:pt x="5246605" y="2853391"/>
                  </a:lnTo>
                  <a:lnTo>
                    <a:pt x="5246605" y="2856944"/>
                  </a:lnTo>
                  <a:lnTo>
                    <a:pt x="5262916" y="2856944"/>
                  </a:lnTo>
                  <a:lnTo>
                    <a:pt x="5262916" y="2860497"/>
                  </a:lnTo>
                  <a:lnTo>
                    <a:pt x="5268353" y="2860497"/>
                  </a:lnTo>
                  <a:lnTo>
                    <a:pt x="5268353" y="2867614"/>
                  </a:lnTo>
                  <a:lnTo>
                    <a:pt x="5273790" y="2867614"/>
                  </a:lnTo>
                  <a:lnTo>
                    <a:pt x="5273790" y="2867614"/>
                  </a:lnTo>
                  <a:lnTo>
                    <a:pt x="5284664" y="2867614"/>
                  </a:lnTo>
                  <a:lnTo>
                    <a:pt x="5284664" y="2867614"/>
                  </a:lnTo>
                  <a:lnTo>
                    <a:pt x="5311848" y="2867614"/>
                  </a:lnTo>
                  <a:lnTo>
                    <a:pt x="5311848" y="2871189"/>
                  </a:lnTo>
                  <a:lnTo>
                    <a:pt x="5333596" y="2871189"/>
                  </a:lnTo>
                  <a:lnTo>
                    <a:pt x="5333596" y="2874765"/>
                  </a:lnTo>
                  <a:lnTo>
                    <a:pt x="5344469" y="2874765"/>
                  </a:lnTo>
                  <a:lnTo>
                    <a:pt x="5344469" y="2874765"/>
                  </a:lnTo>
                  <a:lnTo>
                    <a:pt x="5360780" y="2874765"/>
                  </a:lnTo>
                  <a:lnTo>
                    <a:pt x="5360780" y="2878346"/>
                  </a:lnTo>
                  <a:lnTo>
                    <a:pt x="5366217" y="2878346"/>
                  </a:lnTo>
                  <a:lnTo>
                    <a:pt x="5366217" y="2878346"/>
                  </a:lnTo>
                  <a:lnTo>
                    <a:pt x="5377091" y="2878346"/>
                  </a:lnTo>
                  <a:lnTo>
                    <a:pt x="5377091" y="2881932"/>
                  </a:lnTo>
                  <a:lnTo>
                    <a:pt x="5404275" y="2881932"/>
                  </a:lnTo>
                  <a:lnTo>
                    <a:pt x="5404275" y="2885519"/>
                  </a:lnTo>
                  <a:lnTo>
                    <a:pt x="5409712" y="2885519"/>
                  </a:lnTo>
                  <a:lnTo>
                    <a:pt x="5409712" y="2889112"/>
                  </a:lnTo>
                  <a:lnTo>
                    <a:pt x="5420586" y="2889112"/>
                  </a:lnTo>
                  <a:lnTo>
                    <a:pt x="5420586" y="2892710"/>
                  </a:lnTo>
                  <a:lnTo>
                    <a:pt x="5431460" y="2892710"/>
                  </a:lnTo>
                  <a:lnTo>
                    <a:pt x="5431460" y="2896309"/>
                  </a:lnTo>
                  <a:lnTo>
                    <a:pt x="5442334" y="2896309"/>
                  </a:lnTo>
                  <a:lnTo>
                    <a:pt x="5442334" y="2899908"/>
                  </a:lnTo>
                  <a:lnTo>
                    <a:pt x="5464081" y="2899908"/>
                  </a:lnTo>
                  <a:lnTo>
                    <a:pt x="5464081" y="2903513"/>
                  </a:lnTo>
                  <a:lnTo>
                    <a:pt x="5480392" y="2903513"/>
                  </a:lnTo>
                  <a:lnTo>
                    <a:pt x="5480392" y="2910734"/>
                  </a:lnTo>
                  <a:lnTo>
                    <a:pt x="5491266" y="2910734"/>
                  </a:lnTo>
                  <a:lnTo>
                    <a:pt x="5491266" y="2914346"/>
                  </a:lnTo>
                  <a:lnTo>
                    <a:pt x="5496703" y="2914346"/>
                  </a:lnTo>
                  <a:lnTo>
                    <a:pt x="5496703" y="2914346"/>
                  </a:lnTo>
                  <a:lnTo>
                    <a:pt x="5502139" y="2914346"/>
                  </a:lnTo>
                  <a:lnTo>
                    <a:pt x="5502139" y="2914346"/>
                  </a:lnTo>
                  <a:lnTo>
                    <a:pt x="5507576" y="2914346"/>
                  </a:lnTo>
                  <a:lnTo>
                    <a:pt x="5507576" y="2917968"/>
                  </a:lnTo>
                  <a:lnTo>
                    <a:pt x="5518450" y="2917968"/>
                  </a:lnTo>
                  <a:lnTo>
                    <a:pt x="5518450" y="2917968"/>
                  </a:lnTo>
                  <a:lnTo>
                    <a:pt x="5545635" y="2917968"/>
                  </a:lnTo>
                  <a:lnTo>
                    <a:pt x="5545635" y="2917968"/>
                  </a:lnTo>
                  <a:lnTo>
                    <a:pt x="5551072" y="2917968"/>
                  </a:lnTo>
                  <a:lnTo>
                    <a:pt x="5551072" y="2921602"/>
                  </a:lnTo>
                  <a:lnTo>
                    <a:pt x="5556508" y="2921602"/>
                  </a:lnTo>
                  <a:lnTo>
                    <a:pt x="5556508" y="2932507"/>
                  </a:lnTo>
                  <a:lnTo>
                    <a:pt x="5561945" y="2932507"/>
                  </a:lnTo>
                  <a:lnTo>
                    <a:pt x="5561945" y="2932507"/>
                  </a:lnTo>
                  <a:lnTo>
                    <a:pt x="5578256" y="2932507"/>
                  </a:lnTo>
                  <a:lnTo>
                    <a:pt x="5578256" y="2936148"/>
                  </a:lnTo>
                  <a:lnTo>
                    <a:pt x="5583693" y="2936148"/>
                  </a:lnTo>
                  <a:lnTo>
                    <a:pt x="5583693" y="2939789"/>
                  </a:lnTo>
                  <a:lnTo>
                    <a:pt x="5589130" y="2939789"/>
                  </a:lnTo>
                  <a:lnTo>
                    <a:pt x="5589130" y="2939789"/>
                  </a:lnTo>
                  <a:lnTo>
                    <a:pt x="5594567" y="2939789"/>
                  </a:lnTo>
                  <a:lnTo>
                    <a:pt x="5594567" y="2939789"/>
                  </a:lnTo>
                  <a:lnTo>
                    <a:pt x="5605440" y="2939789"/>
                  </a:lnTo>
                  <a:lnTo>
                    <a:pt x="5605440" y="2939789"/>
                  </a:lnTo>
                  <a:lnTo>
                    <a:pt x="5627188" y="2939789"/>
                  </a:lnTo>
                  <a:lnTo>
                    <a:pt x="5627188" y="2939789"/>
                  </a:lnTo>
                  <a:lnTo>
                    <a:pt x="5632625" y="2939789"/>
                  </a:lnTo>
                  <a:lnTo>
                    <a:pt x="5632625" y="2947130"/>
                  </a:lnTo>
                  <a:lnTo>
                    <a:pt x="5648936" y="2947130"/>
                  </a:lnTo>
                  <a:lnTo>
                    <a:pt x="5648936" y="2954472"/>
                  </a:lnTo>
                  <a:lnTo>
                    <a:pt x="5670683" y="2954472"/>
                  </a:lnTo>
                  <a:lnTo>
                    <a:pt x="5670683" y="2954472"/>
                  </a:lnTo>
                  <a:lnTo>
                    <a:pt x="5692431" y="2954472"/>
                  </a:lnTo>
                  <a:lnTo>
                    <a:pt x="5692431" y="2954472"/>
                  </a:lnTo>
                  <a:lnTo>
                    <a:pt x="5703305" y="2954472"/>
                  </a:lnTo>
                  <a:lnTo>
                    <a:pt x="5703305" y="2954472"/>
                  </a:lnTo>
                  <a:lnTo>
                    <a:pt x="5714178" y="2954472"/>
                  </a:lnTo>
                  <a:lnTo>
                    <a:pt x="5714178" y="2961874"/>
                  </a:lnTo>
                  <a:lnTo>
                    <a:pt x="5719615" y="2961874"/>
                  </a:lnTo>
                  <a:lnTo>
                    <a:pt x="5719615" y="2961874"/>
                  </a:lnTo>
                  <a:lnTo>
                    <a:pt x="5725052" y="2961874"/>
                  </a:lnTo>
                  <a:lnTo>
                    <a:pt x="5725052" y="2965581"/>
                  </a:lnTo>
                  <a:lnTo>
                    <a:pt x="5741363" y="2965581"/>
                  </a:lnTo>
                  <a:lnTo>
                    <a:pt x="5741363" y="2965581"/>
                  </a:lnTo>
                  <a:lnTo>
                    <a:pt x="5746800" y="2965581"/>
                  </a:lnTo>
                  <a:lnTo>
                    <a:pt x="5746800" y="2965581"/>
                  </a:lnTo>
                  <a:lnTo>
                    <a:pt x="5768547" y="2965581"/>
                  </a:lnTo>
                  <a:lnTo>
                    <a:pt x="5768547" y="2965581"/>
                  </a:lnTo>
                  <a:lnTo>
                    <a:pt x="5784858" y="2965581"/>
                  </a:lnTo>
                  <a:lnTo>
                    <a:pt x="5784858" y="2965581"/>
                  </a:lnTo>
                  <a:lnTo>
                    <a:pt x="5790295" y="2965581"/>
                  </a:lnTo>
                  <a:lnTo>
                    <a:pt x="5790295" y="2965581"/>
                  </a:lnTo>
                  <a:lnTo>
                    <a:pt x="5806606" y="2965581"/>
                  </a:lnTo>
                  <a:lnTo>
                    <a:pt x="5806606" y="2965581"/>
                  </a:lnTo>
                  <a:lnTo>
                    <a:pt x="5812043" y="2965581"/>
                  </a:lnTo>
                  <a:lnTo>
                    <a:pt x="5812043" y="2969348"/>
                  </a:lnTo>
                  <a:lnTo>
                    <a:pt x="5817479" y="2969348"/>
                  </a:lnTo>
                  <a:lnTo>
                    <a:pt x="5817479" y="2973128"/>
                  </a:lnTo>
                  <a:lnTo>
                    <a:pt x="5822916" y="2973128"/>
                  </a:lnTo>
                  <a:lnTo>
                    <a:pt x="5822916" y="2976908"/>
                  </a:lnTo>
                  <a:lnTo>
                    <a:pt x="5833790" y="2976908"/>
                  </a:lnTo>
                  <a:lnTo>
                    <a:pt x="5833790" y="2980689"/>
                  </a:lnTo>
                  <a:lnTo>
                    <a:pt x="5850101" y="2980689"/>
                  </a:lnTo>
                  <a:lnTo>
                    <a:pt x="5850101" y="2980689"/>
                  </a:lnTo>
                  <a:lnTo>
                    <a:pt x="5860975" y="2980689"/>
                  </a:lnTo>
                  <a:lnTo>
                    <a:pt x="5860975" y="2980689"/>
                  </a:lnTo>
                  <a:lnTo>
                    <a:pt x="5871848" y="2980689"/>
                  </a:lnTo>
                  <a:lnTo>
                    <a:pt x="5871848" y="2984482"/>
                  </a:lnTo>
                  <a:lnTo>
                    <a:pt x="5899033" y="2984482"/>
                  </a:lnTo>
                  <a:lnTo>
                    <a:pt x="5899033" y="2988276"/>
                  </a:lnTo>
                  <a:lnTo>
                    <a:pt x="5909907" y="2988276"/>
                  </a:lnTo>
                  <a:lnTo>
                    <a:pt x="5909907" y="2992070"/>
                  </a:lnTo>
                  <a:lnTo>
                    <a:pt x="5915344" y="2992070"/>
                  </a:lnTo>
                  <a:lnTo>
                    <a:pt x="5915344" y="2995865"/>
                  </a:lnTo>
                  <a:lnTo>
                    <a:pt x="5931654" y="2995865"/>
                  </a:lnTo>
                  <a:lnTo>
                    <a:pt x="5931654" y="2995865"/>
                  </a:lnTo>
                  <a:lnTo>
                    <a:pt x="5937091" y="2995865"/>
                  </a:lnTo>
                  <a:lnTo>
                    <a:pt x="5937091" y="2999667"/>
                  </a:lnTo>
                  <a:lnTo>
                    <a:pt x="5958839" y="2999667"/>
                  </a:lnTo>
                  <a:lnTo>
                    <a:pt x="5958839" y="3003481"/>
                  </a:lnTo>
                  <a:lnTo>
                    <a:pt x="5975150" y="3003481"/>
                  </a:lnTo>
                  <a:lnTo>
                    <a:pt x="5975150" y="3003481"/>
                  </a:lnTo>
                  <a:lnTo>
                    <a:pt x="5980586" y="3003481"/>
                  </a:lnTo>
                  <a:lnTo>
                    <a:pt x="5980586" y="3003481"/>
                  </a:lnTo>
                  <a:lnTo>
                    <a:pt x="6007771" y="3003481"/>
                  </a:lnTo>
                  <a:lnTo>
                    <a:pt x="6007771" y="3007315"/>
                  </a:lnTo>
                  <a:lnTo>
                    <a:pt x="6013208" y="3007315"/>
                  </a:lnTo>
                  <a:lnTo>
                    <a:pt x="6013208" y="3007315"/>
                  </a:lnTo>
                  <a:lnTo>
                    <a:pt x="6024082" y="3007315"/>
                  </a:lnTo>
                  <a:lnTo>
                    <a:pt x="6024082" y="3011163"/>
                  </a:lnTo>
                  <a:lnTo>
                    <a:pt x="6029518" y="3011163"/>
                  </a:lnTo>
                  <a:lnTo>
                    <a:pt x="6029518" y="3011163"/>
                  </a:lnTo>
                  <a:lnTo>
                    <a:pt x="6034955" y="3011163"/>
                  </a:lnTo>
                  <a:lnTo>
                    <a:pt x="6034955" y="3011163"/>
                  </a:lnTo>
                  <a:lnTo>
                    <a:pt x="6045829" y="3011163"/>
                  </a:lnTo>
                  <a:lnTo>
                    <a:pt x="6045829" y="3011163"/>
                  </a:lnTo>
                  <a:lnTo>
                    <a:pt x="6051266" y="3011163"/>
                  </a:lnTo>
                  <a:lnTo>
                    <a:pt x="6051266" y="3015030"/>
                  </a:lnTo>
                  <a:lnTo>
                    <a:pt x="6067577" y="3015030"/>
                  </a:lnTo>
                  <a:lnTo>
                    <a:pt x="6067577" y="3015030"/>
                  </a:lnTo>
                  <a:lnTo>
                    <a:pt x="6073014" y="3015030"/>
                  </a:lnTo>
                  <a:lnTo>
                    <a:pt x="6073014" y="3015030"/>
                  </a:lnTo>
                  <a:lnTo>
                    <a:pt x="6083887" y="3015030"/>
                  </a:lnTo>
                  <a:lnTo>
                    <a:pt x="6083887" y="3015030"/>
                  </a:lnTo>
                  <a:lnTo>
                    <a:pt x="6094761" y="3015030"/>
                  </a:lnTo>
                  <a:lnTo>
                    <a:pt x="6094761" y="3018924"/>
                  </a:lnTo>
                  <a:lnTo>
                    <a:pt x="6116509" y="3018924"/>
                  </a:lnTo>
                  <a:lnTo>
                    <a:pt x="6116509" y="3018924"/>
                  </a:lnTo>
                  <a:lnTo>
                    <a:pt x="6121946" y="3018924"/>
                  </a:lnTo>
                  <a:lnTo>
                    <a:pt x="6121946" y="3018924"/>
                  </a:lnTo>
                  <a:lnTo>
                    <a:pt x="6138256" y="3018924"/>
                  </a:lnTo>
                  <a:lnTo>
                    <a:pt x="6138256" y="3018924"/>
                  </a:lnTo>
                  <a:lnTo>
                    <a:pt x="6149130" y="3018924"/>
                  </a:lnTo>
                  <a:lnTo>
                    <a:pt x="6149130" y="3018924"/>
                  </a:lnTo>
                  <a:lnTo>
                    <a:pt x="6154567" y="3018924"/>
                  </a:lnTo>
                  <a:lnTo>
                    <a:pt x="6154567" y="3022852"/>
                  </a:lnTo>
                  <a:lnTo>
                    <a:pt x="6160004" y="3022852"/>
                  </a:lnTo>
                  <a:lnTo>
                    <a:pt x="6160004" y="3022852"/>
                  </a:lnTo>
                  <a:lnTo>
                    <a:pt x="6203499" y="3022852"/>
                  </a:lnTo>
                  <a:lnTo>
                    <a:pt x="6203499" y="3022852"/>
                  </a:lnTo>
                  <a:lnTo>
                    <a:pt x="6219810" y="3022852"/>
                  </a:lnTo>
                  <a:lnTo>
                    <a:pt x="6219810" y="3026807"/>
                  </a:lnTo>
                  <a:lnTo>
                    <a:pt x="6246994" y="3026807"/>
                  </a:lnTo>
                  <a:lnTo>
                    <a:pt x="6246994" y="3026807"/>
                  </a:lnTo>
                  <a:lnTo>
                    <a:pt x="6257868" y="3026807"/>
                  </a:lnTo>
                  <a:lnTo>
                    <a:pt x="6257868" y="3026807"/>
                  </a:lnTo>
                  <a:lnTo>
                    <a:pt x="6268742" y="3026807"/>
                  </a:lnTo>
                  <a:lnTo>
                    <a:pt x="6268742" y="3026807"/>
                  </a:lnTo>
                  <a:lnTo>
                    <a:pt x="6279616" y="3026807"/>
                  </a:lnTo>
                  <a:lnTo>
                    <a:pt x="6279616" y="3026807"/>
                  </a:lnTo>
                  <a:lnTo>
                    <a:pt x="6290490" y="3026807"/>
                  </a:lnTo>
                  <a:lnTo>
                    <a:pt x="6290490" y="3026807"/>
                  </a:lnTo>
                  <a:lnTo>
                    <a:pt x="6317674" y="3026807"/>
                  </a:lnTo>
                  <a:lnTo>
                    <a:pt x="6317674" y="3030798"/>
                  </a:lnTo>
                  <a:lnTo>
                    <a:pt x="6333985" y="3030798"/>
                  </a:lnTo>
                  <a:lnTo>
                    <a:pt x="6333985" y="3030798"/>
                  </a:lnTo>
                  <a:lnTo>
                    <a:pt x="6339422" y="3030798"/>
                  </a:lnTo>
                  <a:lnTo>
                    <a:pt x="6339422" y="3034796"/>
                  </a:lnTo>
                  <a:lnTo>
                    <a:pt x="6350295" y="3034796"/>
                  </a:lnTo>
                  <a:lnTo>
                    <a:pt x="6350295" y="3042794"/>
                  </a:lnTo>
                  <a:lnTo>
                    <a:pt x="6355732" y="3042794"/>
                  </a:lnTo>
                  <a:lnTo>
                    <a:pt x="6355732" y="3042794"/>
                  </a:lnTo>
                  <a:lnTo>
                    <a:pt x="6361169" y="3042794"/>
                  </a:lnTo>
                  <a:lnTo>
                    <a:pt x="6361169" y="3046815"/>
                  </a:lnTo>
                  <a:lnTo>
                    <a:pt x="6366606" y="3046815"/>
                  </a:lnTo>
                  <a:lnTo>
                    <a:pt x="6366606" y="3050837"/>
                  </a:lnTo>
                  <a:lnTo>
                    <a:pt x="6372043" y="3050837"/>
                  </a:lnTo>
                  <a:lnTo>
                    <a:pt x="6372043" y="3054859"/>
                  </a:lnTo>
                  <a:lnTo>
                    <a:pt x="6393791" y="3054859"/>
                  </a:lnTo>
                  <a:lnTo>
                    <a:pt x="6393791" y="3058889"/>
                  </a:lnTo>
                  <a:lnTo>
                    <a:pt x="6404664" y="3058889"/>
                  </a:lnTo>
                  <a:lnTo>
                    <a:pt x="6404664" y="3062920"/>
                  </a:lnTo>
                  <a:lnTo>
                    <a:pt x="6415538" y="3062920"/>
                  </a:lnTo>
                  <a:lnTo>
                    <a:pt x="6415538" y="3066958"/>
                  </a:lnTo>
                  <a:lnTo>
                    <a:pt x="6431849" y="3066958"/>
                  </a:lnTo>
                  <a:lnTo>
                    <a:pt x="6431849" y="3070997"/>
                  </a:lnTo>
                  <a:lnTo>
                    <a:pt x="6453596" y="3070997"/>
                  </a:lnTo>
                  <a:lnTo>
                    <a:pt x="6453596" y="3079077"/>
                  </a:lnTo>
                  <a:lnTo>
                    <a:pt x="6459033" y="3079077"/>
                  </a:lnTo>
                  <a:lnTo>
                    <a:pt x="6459033" y="3079077"/>
                  </a:lnTo>
                  <a:lnTo>
                    <a:pt x="6480781" y="3079077"/>
                  </a:lnTo>
                  <a:lnTo>
                    <a:pt x="6480781" y="3079077"/>
                  </a:lnTo>
                  <a:lnTo>
                    <a:pt x="6486218" y="3079077"/>
                  </a:lnTo>
                  <a:lnTo>
                    <a:pt x="6486218" y="3083132"/>
                  </a:lnTo>
                  <a:lnTo>
                    <a:pt x="6491655" y="3083132"/>
                  </a:lnTo>
                  <a:lnTo>
                    <a:pt x="6491655" y="3091245"/>
                  </a:lnTo>
                  <a:lnTo>
                    <a:pt x="6497092" y="3091245"/>
                  </a:lnTo>
                  <a:lnTo>
                    <a:pt x="6497092" y="3091245"/>
                  </a:lnTo>
                  <a:lnTo>
                    <a:pt x="6502529" y="3091245"/>
                  </a:lnTo>
                  <a:lnTo>
                    <a:pt x="6502529" y="3095309"/>
                  </a:lnTo>
                  <a:lnTo>
                    <a:pt x="6518839" y="3095309"/>
                  </a:lnTo>
                  <a:lnTo>
                    <a:pt x="6518839" y="3099374"/>
                  </a:lnTo>
                  <a:lnTo>
                    <a:pt x="6524276" y="3099374"/>
                  </a:lnTo>
                  <a:lnTo>
                    <a:pt x="6524276" y="3103440"/>
                  </a:lnTo>
                  <a:lnTo>
                    <a:pt x="6535150" y="3103440"/>
                  </a:lnTo>
                  <a:lnTo>
                    <a:pt x="6535150" y="3107506"/>
                  </a:lnTo>
                  <a:lnTo>
                    <a:pt x="6546024" y="3107506"/>
                  </a:lnTo>
                  <a:lnTo>
                    <a:pt x="6546024" y="3107506"/>
                  </a:lnTo>
                  <a:lnTo>
                    <a:pt x="6551461" y="3107506"/>
                  </a:lnTo>
                  <a:lnTo>
                    <a:pt x="6551461" y="3107506"/>
                  </a:lnTo>
                  <a:lnTo>
                    <a:pt x="6562334" y="3107506"/>
                  </a:lnTo>
                  <a:lnTo>
                    <a:pt x="6562334" y="3107506"/>
                  </a:lnTo>
                  <a:lnTo>
                    <a:pt x="6578645" y="3107506"/>
                  </a:lnTo>
                  <a:lnTo>
                    <a:pt x="6578645" y="3107506"/>
                  </a:lnTo>
                  <a:lnTo>
                    <a:pt x="6584082" y="3107506"/>
                  </a:lnTo>
                  <a:lnTo>
                    <a:pt x="6584082" y="3111611"/>
                  </a:lnTo>
                  <a:lnTo>
                    <a:pt x="6589519" y="3111611"/>
                  </a:lnTo>
                  <a:lnTo>
                    <a:pt x="6589519" y="3111611"/>
                  </a:lnTo>
                  <a:lnTo>
                    <a:pt x="6594956" y="3111611"/>
                  </a:lnTo>
                  <a:lnTo>
                    <a:pt x="6594956" y="3111611"/>
                  </a:lnTo>
                  <a:lnTo>
                    <a:pt x="6600393" y="3111611"/>
                  </a:lnTo>
                  <a:lnTo>
                    <a:pt x="6600393" y="3111611"/>
                  </a:lnTo>
                  <a:lnTo>
                    <a:pt x="6611266" y="3111611"/>
                  </a:lnTo>
                  <a:lnTo>
                    <a:pt x="6611266" y="3111611"/>
                  </a:lnTo>
                  <a:lnTo>
                    <a:pt x="6627577" y="3111611"/>
                  </a:lnTo>
                  <a:lnTo>
                    <a:pt x="6627577" y="3115763"/>
                  </a:lnTo>
                  <a:lnTo>
                    <a:pt x="6633014" y="3115763"/>
                  </a:lnTo>
                  <a:lnTo>
                    <a:pt x="6633014" y="3115763"/>
                  </a:lnTo>
                  <a:lnTo>
                    <a:pt x="6638451" y="3115763"/>
                  </a:lnTo>
                  <a:lnTo>
                    <a:pt x="6638451" y="3115763"/>
                  </a:lnTo>
                  <a:lnTo>
                    <a:pt x="6660199" y="3115763"/>
                  </a:lnTo>
                  <a:lnTo>
                    <a:pt x="6660199" y="3115763"/>
                  </a:lnTo>
                  <a:lnTo>
                    <a:pt x="6671072" y="3115763"/>
                  </a:lnTo>
                  <a:lnTo>
                    <a:pt x="6671072" y="3119947"/>
                  </a:lnTo>
                  <a:lnTo>
                    <a:pt x="6692820" y="3119947"/>
                  </a:lnTo>
                  <a:lnTo>
                    <a:pt x="6692820" y="3119947"/>
                  </a:lnTo>
                  <a:lnTo>
                    <a:pt x="6698257" y="3119947"/>
                  </a:lnTo>
                  <a:lnTo>
                    <a:pt x="6698257" y="3119947"/>
                  </a:lnTo>
                  <a:lnTo>
                    <a:pt x="6714568" y="3119947"/>
                  </a:lnTo>
                  <a:lnTo>
                    <a:pt x="6714568" y="3119947"/>
                  </a:lnTo>
                  <a:lnTo>
                    <a:pt x="6720004" y="3119947"/>
                  </a:lnTo>
                  <a:lnTo>
                    <a:pt x="6720004" y="3119947"/>
                  </a:lnTo>
                  <a:lnTo>
                    <a:pt x="6736315" y="3119947"/>
                  </a:lnTo>
                  <a:lnTo>
                    <a:pt x="6736315" y="3124172"/>
                  </a:lnTo>
                  <a:lnTo>
                    <a:pt x="6741752" y="3124172"/>
                  </a:lnTo>
                  <a:lnTo>
                    <a:pt x="6741752" y="3128398"/>
                  </a:lnTo>
                  <a:lnTo>
                    <a:pt x="6752626" y="3128398"/>
                  </a:lnTo>
                  <a:lnTo>
                    <a:pt x="6752626" y="3128398"/>
                  </a:lnTo>
                  <a:lnTo>
                    <a:pt x="6758063" y="3128398"/>
                  </a:lnTo>
                  <a:lnTo>
                    <a:pt x="6758063" y="3132633"/>
                  </a:lnTo>
                  <a:lnTo>
                    <a:pt x="6774373" y="3132633"/>
                  </a:lnTo>
                  <a:lnTo>
                    <a:pt x="6774373" y="3136868"/>
                  </a:lnTo>
                  <a:lnTo>
                    <a:pt x="6790684" y="3136868"/>
                  </a:lnTo>
                  <a:lnTo>
                    <a:pt x="6790684" y="3141121"/>
                  </a:lnTo>
                  <a:lnTo>
                    <a:pt x="6801558" y="3141121"/>
                  </a:lnTo>
                  <a:lnTo>
                    <a:pt x="6801558" y="3145375"/>
                  </a:lnTo>
                  <a:lnTo>
                    <a:pt x="6812432" y="3145375"/>
                  </a:lnTo>
                  <a:lnTo>
                    <a:pt x="6812432" y="3145375"/>
                  </a:lnTo>
                  <a:lnTo>
                    <a:pt x="6828742" y="3145375"/>
                  </a:lnTo>
                  <a:lnTo>
                    <a:pt x="6828742" y="3145375"/>
                  </a:lnTo>
                  <a:lnTo>
                    <a:pt x="6839616" y="3145375"/>
                  </a:lnTo>
                  <a:lnTo>
                    <a:pt x="6839616" y="3145375"/>
                  </a:lnTo>
                  <a:lnTo>
                    <a:pt x="6861364" y="3145375"/>
                  </a:lnTo>
                  <a:lnTo>
                    <a:pt x="6861364" y="3145375"/>
                  </a:lnTo>
                  <a:lnTo>
                    <a:pt x="6921170" y="3145375"/>
                  </a:lnTo>
                  <a:lnTo>
                    <a:pt x="6921170" y="3149671"/>
                  </a:lnTo>
                  <a:lnTo>
                    <a:pt x="6932043" y="3149671"/>
                  </a:lnTo>
                  <a:lnTo>
                    <a:pt x="6932043" y="3149671"/>
                  </a:lnTo>
                  <a:lnTo>
                    <a:pt x="6937480" y="3149671"/>
                  </a:lnTo>
                  <a:lnTo>
                    <a:pt x="6937480" y="3153985"/>
                  </a:lnTo>
                  <a:lnTo>
                    <a:pt x="6953791" y="3153985"/>
                  </a:lnTo>
                  <a:lnTo>
                    <a:pt x="6953791" y="3153985"/>
                  </a:lnTo>
                  <a:lnTo>
                    <a:pt x="6959228" y="3153985"/>
                  </a:lnTo>
                  <a:lnTo>
                    <a:pt x="6959228" y="3158317"/>
                  </a:lnTo>
                  <a:lnTo>
                    <a:pt x="6964665" y="3158317"/>
                  </a:lnTo>
                  <a:lnTo>
                    <a:pt x="6964665" y="3158317"/>
                  </a:lnTo>
                  <a:lnTo>
                    <a:pt x="6970102" y="3158317"/>
                  </a:lnTo>
                  <a:lnTo>
                    <a:pt x="6970102" y="3158317"/>
                  </a:lnTo>
                  <a:lnTo>
                    <a:pt x="6975539" y="3158317"/>
                  </a:lnTo>
                  <a:lnTo>
                    <a:pt x="6975539" y="3162695"/>
                  </a:lnTo>
                  <a:lnTo>
                    <a:pt x="6980975" y="3162695"/>
                  </a:lnTo>
                  <a:lnTo>
                    <a:pt x="6980975" y="3167072"/>
                  </a:lnTo>
                  <a:lnTo>
                    <a:pt x="6986412" y="3167072"/>
                  </a:lnTo>
                  <a:lnTo>
                    <a:pt x="6986412" y="3171460"/>
                  </a:lnTo>
                  <a:lnTo>
                    <a:pt x="6997286" y="3171460"/>
                  </a:lnTo>
                  <a:lnTo>
                    <a:pt x="6997286" y="3171460"/>
                  </a:lnTo>
                  <a:lnTo>
                    <a:pt x="7008160" y="3171460"/>
                  </a:lnTo>
                  <a:lnTo>
                    <a:pt x="7008160" y="3171460"/>
                  </a:lnTo>
                  <a:lnTo>
                    <a:pt x="7019034" y="3171460"/>
                  </a:lnTo>
                  <a:lnTo>
                    <a:pt x="7019034" y="3171460"/>
                  </a:lnTo>
                  <a:lnTo>
                    <a:pt x="7024471" y="3171460"/>
                  </a:lnTo>
                  <a:lnTo>
                    <a:pt x="7024471" y="3175876"/>
                  </a:lnTo>
                  <a:lnTo>
                    <a:pt x="7040781" y="3175876"/>
                  </a:lnTo>
                  <a:lnTo>
                    <a:pt x="7040781" y="3180292"/>
                  </a:lnTo>
                  <a:lnTo>
                    <a:pt x="7046218" y="3180292"/>
                  </a:lnTo>
                  <a:lnTo>
                    <a:pt x="7046218" y="3180292"/>
                  </a:lnTo>
                  <a:lnTo>
                    <a:pt x="7051655" y="3180292"/>
                  </a:lnTo>
                  <a:lnTo>
                    <a:pt x="7051655" y="3184728"/>
                  </a:lnTo>
                  <a:lnTo>
                    <a:pt x="7057092" y="3184728"/>
                  </a:lnTo>
                  <a:lnTo>
                    <a:pt x="7057092" y="3184728"/>
                  </a:lnTo>
                  <a:lnTo>
                    <a:pt x="7073403" y="3184728"/>
                  </a:lnTo>
                  <a:lnTo>
                    <a:pt x="7073403" y="3189173"/>
                  </a:lnTo>
                  <a:lnTo>
                    <a:pt x="7089713" y="3189173"/>
                  </a:lnTo>
                  <a:lnTo>
                    <a:pt x="7089713" y="3189173"/>
                  </a:lnTo>
                  <a:lnTo>
                    <a:pt x="7095150" y="3189173"/>
                  </a:lnTo>
                  <a:lnTo>
                    <a:pt x="7095150" y="3193629"/>
                  </a:lnTo>
                  <a:lnTo>
                    <a:pt x="7106024" y="3193629"/>
                  </a:lnTo>
                  <a:lnTo>
                    <a:pt x="7106024" y="3193629"/>
                  </a:lnTo>
                  <a:lnTo>
                    <a:pt x="7111461" y="3193629"/>
                  </a:lnTo>
                  <a:lnTo>
                    <a:pt x="7111461" y="3198105"/>
                  </a:lnTo>
                  <a:lnTo>
                    <a:pt x="7149519" y="3198105"/>
                  </a:lnTo>
                  <a:lnTo>
                    <a:pt x="7149519" y="3198105"/>
                  </a:lnTo>
                  <a:lnTo>
                    <a:pt x="7187578" y="3198105"/>
                  </a:lnTo>
                  <a:lnTo>
                    <a:pt x="7187578" y="3198105"/>
                  </a:lnTo>
                  <a:lnTo>
                    <a:pt x="7209325" y="3198105"/>
                  </a:lnTo>
                  <a:lnTo>
                    <a:pt x="7209325" y="3198105"/>
                  </a:lnTo>
                  <a:lnTo>
                    <a:pt x="7241947" y="3198105"/>
                  </a:lnTo>
                  <a:lnTo>
                    <a:pt x="7241947" y="3198105"/>
                  </a:lnTo>
                  <a:lnTo>
                    <a:pt x="7258257" y="3198105"/>
                  </a:lnTo>
                  <a:lnTo>
                    <a:pt x="7258257" y="3198105"/>
                  </a:lnTo>
                  <a:lnTo>
                    <a:pt x="7263694" y="3198105"/>
                  </a:lnTo>
                  <a:lnTo>
                    <a:pt x="7263694" y="3198105"/>
                  </a:lnTo>
                  <a:lnTo>
                    <a:pt x="7269131" y="3198105"/>
                  </a:lnTo>
                  <a:lnTo>
                    <a:pt x="7269131" y="3198105"/>
                  </a:lnTo>
                  <a:lnTo>
                    <a:pt x="7280005" y="3198105"/>
                  </a:lnTo>
                  <a:lnTo>
                    <a:pt x="7280005" y="3198105"/>
                  </a:lnTo>
                  <a:lnTo>
                    <a:pt x="7290879" y="3198105"/>
                  </a:lnTo>
                  <a:lnTo>
                    <a:pt x="7290879" y="3198105"/>
                  </a:lnTo>
                  <a:lnTo>
                    <a:pt x="7296316" y="3198105"/>
                  </a:lnTo>
                  <a:lnTo>
                    <a:pt x="7296316" y="3198105"/>
                  </a:lnTo>
                  <a:lnTo>
                    <a:pt x="7301752" y="3198105"/>
                  </a:lnTo>
                  <a:lnTo>
                    <a:pt x="7301752" y="3202678"/>
                  </a:lnTo>
                  <a:lnTo>
                    <a:pt x="7307189" y="3202678"/>
                  </a:lnTo>
                  <a:lnTo>
                    <a:pt x="7307189" y="3202678"/>
                  </a:lnTo>
                  <a:lnTo>
                    <a:pt x="7323500" y="3202678"/>
                  </a:lnTo>
                  <a:lnTo>
                    <a:pt x="7323500" y="3202678"/>
                  </a:lnTo>
                  <a:lnTo>
                    <a:pt x="7328937" y="3202678"/>
                  </a:lnTo>
                  <a:lnTo>
                    <a:pt x="7328937" y="3202678"/>
                  </a:lnTo>
                  <a:lnTo>
                    <a:pt x="7334374" y="3202678"/>
                  </a:lnTo>
                  <a:lnTo>
                    <a:pt x="7334374" y="3202678"/>
                  </a:lnTo>
                  <a:lnTo>
                    <a:pt x="7339811" y="3202678"/>
                  </a:lnTo>
                  <a:lnTo>
                    <a:pt x="7339811" y="3202678"/>
                  </a:lnTo>
                  <a:lnTo>
                    <a:pt x="7345248" y="3202678"/>
                  </a:lnTo>
                  <a:lnTo>
                    <a:pt x="7345248" y="3202678"/>
                  </a:lnTo>
                  <a:lnTo>
                    <a:pt x="7350684" y="3202678"/>
                  </a:lnTo>
                  <a:lnTo>
                    <a:pt x="7350684" y="3202678"/>
                  </a:lnTo>
                  <a:lnTo>
                    <a:pt x="7356121" y="3202678"/>
                  </a:lnTo>
                  <a:lnTo>
                    <a:pt x="7356121" y="3207343"/>
                  </a:lnTo>
                  <a:lnTo>
                    <a:pt x="7361558" y="3207343"/>
                  </a:lnTo>
                  <a:lnTo>
                    <a:pt x="7361558" y="3212009"/>
                  </a:lnTo>
                  <a:lnTo>
                    <a:pt x="7366995" y="3212009"/>
                  </a:lnTo>
                  <a:lnTo>
                    <a:pt x="7366995" y="3216677"/>
                  </a:lnTo>
                  <a:lnTo>
                    <a:pt x="7372432" y="3216677"/>
                  </a:lnTo>
                  <a:lnTo>
                    <a:pt x="7372432" y="3216677"/>
                  </a:lnTo>
                  <a:lnTo>
                    <a:pt x="7377869" y="3216677"/>
                  </a:lnTo>
                  <a:lnTo>
                    <a:pt x="7377869" y="3221376"/>
                  </a:lnTo>
                  <a:lnTo>
                    <a:pt x="7383306" y="3221376"/>
                  </a:lnTo>
                  <a:lnTo>
                    <a:pt x="7383306" y="3226077"/>
                  </a:lnTo>
                  <a:lnTo>
                    <a:pt x="7405053" y="3226077"/>
                  </a:lnTo>
                  <a:lnTo>
                    <a:pt x="7405053" y="3226077"/>
                  </a:lnTo>
                  <a:lnTo>
                    <a:pt x="7415927" y="3226077"/>
                  </a:lnTo>
                  <a:lnTo>
                    <a:pt x="7415927" y="3230789"/>
                  </a:lnTo>
                  <a:lnTo>
                    <a:pt x="7459422" y="3230789"/>
                  </a:lnTo>
                  <a:lnTo>
                    <a:pt x="7459422" y="3230789"/>
                  </a:lnTo>
                  <a:lnTo>
                    <a:pt x="7464859" y="3230789"/>
                  </a:lnTo>
                  <a:lnTo>
                    <a:pt x="7464859" y="3235535"/>
                  </a:lnTo>
                  <a:lnTo>
                    <a:pt x="7475733" y="3235535"/>
                  </a:lnTo>
                  <a:lnTo>
                    <a:pt x="7475733" y="3235535"/>
                  </a:lnTo>
                  <a:lnTo>
                    <a:pt x="7492044" y="3235535"/>
                  </a:lnTo>
                  <a:lnTo>
                    <a:pt x="7492044" y="3240293"/>
                  </a:lnTo>
                  <a:lnTo>
                    <a:pt x="7497481" y="3240293"/>
                  </a:lnTo>
                  <a:lnTo>
                    <a:pt x="7497481" y="3240293"/>
                  </a:lnTo>
                  <a:lnTo>
                    <a:pt x="7530102" y="3240293"/>
                  </a:lnTo>
                  <a:lnTo>
                    <a:pt x="7530102" y="3240293"/>
                  </a:lnTo>
                  <a:lnTo>
                    <a:pt x="7551850" y="3240293"/>
                  </a:lnTo>
                  <a:lnTo>
                    <a:pt x="7551850" y="3240293"/>
                  </a:lnTo>
                  <a:lnTo>
                    <a:pt x="7557287" y="3240293"/>
                  </a:lnTo>
                  <a:lnTo>
                    <a:pt x="7557287" y="3245095"/>
                  </a:lnTo>
                  <a:lnTo>
                    <a:pt x="7573597" y="3245095"/>
                  </a:lnTo>
                  <a:lnTo>
                    <a:pt x="7573597" y="3245095"/>
                  </a:lnTo>
                  <a:lnTo>
                    <a:pt x="7579034" y="3245095"/>
                  </a:lnTo>
                  <a:lnTo>
                    <a:pt x="7579034" y="3245095"/>
                  </a:lnTo>
                  <a:lnTo>
                    <a:pt x="7595345" y="3245095"/>
                  </a:lnTo>
                  <a:lnTo>
                    <a:pt x="7595345" y="3249944"/>
                  </a:lnTo>
                  <a:lnTo>
                    <a:pt x="7649714" y="3249944"/>
                  </a:lnTo>
                  <a:lnTo>
                    <a:pt x="7649714" y="3249944"/>
                  </a:lnTo>
                  <a:lnTo>
                    <a:pt x="7660588" y="3249944"/>
                  </a:lnTo>
                  <a:lnTo>
                    <a:pt x="7660588" y="3249944"/>
                  </a:lnTo>
                  <a:lnTo>
                    <a:pt x="7666025" y="3249944"/>
                  </a:lnTo>
                  <a:lnTo>
                    <a:pt x="7666025" y="3254840"/>
                  </a:lnTo>
                  <a:lnTo>
                    <a:pt x="7687772" y="3254840"/>
                  </a:lnTo>
                  <a:lnTo>
                    <a:pt x="7687772" y="3259750"/>
                  </a:lnTo>
                  <a:lnTo>
                    <a:pt x="7693209" y="3259750"/>
                  </a:lnTo>
                  <a:lnTo>
                    <a:pt x="7693209" y="3259750"/>
                  </a:lnTo>
                  <a:lnTo>
                    <a:pt x="7698646" y="3259750"/>
                  </a:lnTo>
                  <a:lnTo>
                    <a:pt x="7698646" y="3259750"/>
                  </a:lnTo>
                  <a:lnTo>
                    <a:pt x="7725830" y="3259750"/>
                  </a:lnTo>
                  <a:lnTo>
                    <a:pt x="7725830" y="3259750"/>
                  </a:lnTo>
                  <a:lnTo>
                    <a:pt x="7747578" y="3259750"/>
                  </a:lnTo>
                  <a:lnTo>
                    <a:pt x="7747578" y="3259750"/>
                  </a:lnTo>
                  <a:lnTo>
                    <a:pt x="7780199" y="3259750"/>
                  </a:lnTo>
                  <a:lnTo>
                    <a:pt x="7780199" y="3259750"/>
                  </a:lnTo>
                  <a:lnTo>
                    <a:pt x="7791073" y="3259750"/>
                  </a:lnTo>
                  <a:lnTo>
                    <a:pt x="7791073" y="3259750"/>
                  </a:lnTo>
                  <a:lnTo>
                    <a:pt x="7796510" y="3259750"/>
                  </a:lnTo>
                  <a:lnTo>
                    <a:pt x="7796510" y="3259750"/>
                  </a:lnTo>
                  <a:lnTo>
                    <a:pt x="7807384" y="3259750"/>
                  </a:lnTo>
                  <a:lnTo>
                    <a:pt x="7807384" y="3259750"/>
                  </a:lnTo>
                  <a:lnTo>
                    <a:pt x="7812821" y="3259750"/>
                  </a:lnTo>
                  <a:lnTo>
                    <a:pt x="7812821" y="3259750"/>
                  </a:lnTo>
                  <a:lnTo>
                    <a:pt x="7840005" y="3259750"/>
                  </a:lnTo>
                  <a:lnTo>
                    <a:pt x="7840005" y="3264817"/>
                  </a:lnTo>
                  <a:lnTo>
                    <a:pt x="7845442" y="3264817"/>
                  </a:lnTo>
                  <a:lnTo>
                    <a:pt x="7845442" y="3269887"/>
                  </a:lnTo>
                  <a:lnTo>
                    <a:pt x="7888937" y="3269887"/>
                  </a:lnTo>
                  <a:lnTo>
                    <a:pt x="7888937" y="3274957"/>
                  </a:lnTo>
                  <a:lnTo>
                    <a:pt x="7894374" y="3274957"/>
                  </a:lnTo>
                  <a:lnTo>
                    <a:pt x="7894374" y="3280029"/>
                  </a:lnTo>
                  <a:lnTo>
                    <a:pt x="7899811" y="3280029"/>
                  </a:lnTo>
                  <a:lnTo>
                    <a:pt x="7899811" y="3285115"/>
                  </a:lnTo>
                  <a:lnTo>
                    <a:pt x="7905248" y="3285115"/>
                  </a:lnTo>
                  <a:lnTo>
                    <a:pt x="7905248" y="3285115"/>
                  </a:lnTo>
                  <a:lnTo>
                    <a:pt x="7910685" y="3285115"/>
                  </a:lnTo>
                  <a:lnTo>
                    <a:pt x="7910685" y="3285115"/>
                  </a:lnTo>
                  <a:lnTo>
                    <a:pt x="7937869" y="3285115"/>
                  </a:lnTo>
                  <a:lnTo>
                    <a:pt x="7937869" y="3285115"/>
                  </a:lnTo>
                  <a:lnTo>
                    <a:pt x="7970491" y="3285115"/>
                  </a:lnTo>
                  <a:lnTo>
                    <a:pt x="7970491" y="3285115"/>
                  </a:lnTo>
                  <a:lnTo>
                    <a:pt x="7981365" y="3285115"/>
                  </a:lnTo>
                  <a:lnTo>
                    <a:pt x="7981365" y="3285115"/>
                  </a:lnTo>
                  <a:lnTo>
                    <a:pt x="8003112" y="3285115"/>
                  </a:lnTo>
                  <a:lnTo>
                    <a:pt x="8003112" y="3285115"/>
                  </a:lnTo>
                  <a:lnTo>
                    <a:pt x="8030297" y="3285115"/>
                  </a:lnTo>
                  <a:lnTo>
                    <a:pt x="8030297" y="3285115"/>
                  </a:lnTo>
                  <a:lnTo>
                    <a:pt x="8035734" y="3285115"/>
                  </a:lnTo>
                  <a:lnTo>
                    <a:pt x="8035734" y="3290294"/>
                  </a:lnTo>
                  <a:lnTo>
                    <a:pt x="8041170" y="3290294"/>
                  </a:lnTo>
                  <a:lnTo>
                    <a:pt x="8041170" y="3295474"/>
                  </a:lnTo>
                  <a:lnTo>
                    <a:pt x="8046607" y="3295474"/>
                  </a:lnTo>
                  <a:lnTo>
                    <a:pt x="8046607" y="3295474"/>
                  </a:lnTo>
                  <a:lnTo>
                    <a:pt x="8057481" y="3295474"/>
                  </a:lnTo>
                  <a:lnTo>
                    <a:pt x="8057481" y="3300668"/>
                  </a:lnTo>
                  <a:lnTo>
                    <a:pt x="8068355" y="3300668"/>
                  </a:lnTo>
                  <a:lnTo>
                    <a:pt x="8068355" y="3300668"/>
                  </a:lnTo>
                  <a:lnTo>
                    <a:pt x="8073792" y="3300668"/>
                  </a:lnTo>
                  <a:lnTo>
                    <a:pt x="8073792" y="3305878"/>
                  </a:lnTo>
                  <a:lnTo>
                    <a:pt x="8084666" y="3305878"/>
                  </a:lnTo>
                  <a:lnTo>
                    <a:pt x="8084666" y="3311089"/>
                  </a:lnTo>
                  <a:lnTo>
                    <a:pt x="8100976" y="3311089"/>
                  </a:lnTo>
                  <a:lnTo>
                    <a:pt x="8100976" y="3311089"/>
                  </a:lnTo>
                  <a:lnTo>
                    <a:pt x="8106413" y="3311089"/>
                  </a:lnTo>
                  <a:lnTo>
                    <a:pt x="8106413" y="3311089"/>
                  </a:lnTo>
                  <a:lnTo>
                    <a:pt x="8128161" y="3311089"/>
                  </a:lnTo>
                  <a:lnTo>
                    <a:pt x="8128161" y="3311089"/>
                  </a:lnTo>
                  <a:lnTo>
                    <a:pt x="8139035" y="3311089"/>
                  </a:lnTo>
                  <a:lnTo>
                    <a:pt x="8139035" y="3311089"/>
                  </a:lnTo>
                  <a:lnTo>
                    <a:pt x="8160782" y="3311089"/>
                  </a:lnTo>
                  <a:lnTo>
                    <a:pt x="8160782" y="3316357"/>
                  </a:lnTo>
                  <a:lnTo>
                    <a:pt x="8193404" y="3316357"/>
                  </a:lnTo>
                  <a:lnTo>
                    <a:pt x="8193404" y="3321626"/>
                  </a:lnTo>
                  <a:lnTo>
                    <a:pt x="8204277" y="3321626"/>
                  </a:lnTo>
                  <a:lnTo>
                    <a:pt x="8204277" y="3321626"/>
                  </a:lnTo>
                  <a:lnTo>
                    <a:pt x="8226025" y="3321626"/>
                  </a:lnTo>
                  <a:lnTo>
                    <a:pt x="8226025" y="3321626"/>
                  </a:lnTo>
                  <a:lnTo>
                    <a:pt x="8253209" y="3321626"/>
                  </a:lnTo>
                  <a:lnTo>
                    <a:pt x="8253209" y="3321626"/>
                  </a:lnTo>
                  <a:lnTo>
                    <a:pt x="8258646" y="3321626"/>
                  </a:lnTo>
                  <a:lnTo>
                    <a:pt x="8258646" y="3321626"/>
                  </a:lnTo>
                  <a:lnTo>
                    <a:pt x="8264083" y="3321626"/>
                  </a:lnTo>
                  <a:lnTo>
                    <a:pt x="8264083" y="3321626"/>
                  </a:lnTo>
                  <a:lnTo>
                    <a:pt x="8291268" y="3321626"/>
                  </a:lnTo>
                  <a:lnTo>
                    <a:pt x="8291268" y="3321626"/>
                  </a:lnTo>
                  <a:lnTo>
                    <a:pt x="8307578" y="3321626"/>
                  </a:lnTo>
                  <a:lnTo>
                    <a:pt x="8307578" y="3326997"/>
                  </a:lnTo>
                  <a:lnTo>
                    <a:pt x="8318452" y="3326997"/>
                  </a:lnTo>
                  <a:lnTo>
                    <a:pt x="8318452" y="3326997"/>
                  </a:lnTo>
                  <a:lnTo>
                    <a:pt x="8334763" y="3326997"/>
                  </a:lnTo>
                  <a:lnTo>
                    <a:pt x="8334763" y="3326997"/>
                  </a:lnTo>
                  <a:lnTo>
                    <a:pt x="8351074" y="3326997"/>
                  </a:lnTo>
                  <a:lnTo>
                    <a:pt x="8351074" y="3332427"/>
                  </a:lnTo>
                  <a:lnTo>
                    <a:pt x="8356510" y="3332427"/>
                  </a:lnTo>
                  <a:lnTo>
                    <a:pt x="8356510" y="3337860"/>
                  </a:lnTo>
                  <a:lnTo>
                    <a:pt x="8361947" y="3337860"/>
                  </a:lnTo>
                  <a:lnTo>
                    <a:pt x="8361947" y="3337860"/>
                  </a:lnTo>
                  <a:lnTo>
                    <a:pt x="8372821" y="3337860"/>
                  </a:lnTo>
                  <a:lnTo>
                    <a:pt x="8372821" y="3337860"/>
                  </a:lnTo>
                  <a:lnTo>
                    <a:pt x="8383695" y="3337860"/>
                  </a:lnTo>
                  <a:lnTo>
                    <a:pt x="8383695" y="3337860"/>
                  </a:lnTo>
                  <a:lnTo>
                    <a:pt x="8389132" y="3337860"/>
                  </a:lnTo>
                  <a:lnTo>
                    <a:pt x="8389132" y="3337860"/>
                  </a:lnTo>
                  <a:lnTo>
                    <a:pt x="8481559" y="3337860"/>
                  </a:lnTo>
                  <a:lnTo>
                    <a:pt x="8481559" y="3337860"/>
                  </a:lnTo>
                  <a:lnTo>
                    <a:pt x="8492433" y="3337860"/>
                  </a:lnTo>
                  <a:lnTo>
                    <a:pt x="8492433" y="3337860"/>
                  </a:lnTo>
                  <a:lnTo>
                    <a:pt x="8508744" y="3337860"/>
                  </a:lnTo>
                  <a:lnTo>
                    <a:pt x="8508744" y="3337860"/>
                  </a:lnTo>
                  <a:lnTo>
                    <a:pt x="8530491" y="3337860"/>
                  </a:lnTo>
                  <a:lnTo>
                    <a:pt x="8530491" y="3343416"/>
                  </a:lnTo>
                  <a:lnTo>
                    <a:pt x="8535928" y="3343416"/>
                  </a:lnTo>
                  <a:lnTo>
                    <a:pt x="8535928" y="3343416"/>
                  </a:lnTo>
                  <a:lnTo>
                    <a:pt x="8541365" y="3343416"/>
                  </a:lnTo>
                  <a:lnTo>
                    <a:pt x="8541365" y="3343416"/>
                  </a:lnTo>
                  <a:lnTo>
                    <a:pt x="8557676" y="3343416"/>
                  </a:lnTo>
                  <a:lnTo>
                    <a:pt x="8557676" y="3343416"/>
                  </a:lnTo>
                  <a:lnTo>
                    <a:pt x="8563113" y="3343416"/>
                  </a:lnTo>
                  <a:lnTo>
                    <a:pt x="8563113" y="3349022"/>
                  </a:lnTo>
                  <a:lnTo>
                    <a:pt x="8590297" y="3349022"/>
                  </a:lnTo>
                  <a:lnTo>
                    <a:pt x="8590297" y="3349022"/>
                  </a:lnTo>
                  <a:lnTo>
                    <a:pt x="8601171" y="3349022"/>
                  </a:lnTo>
                  <a:lnTo>
                    <a:pt x="8601171" y="3349022"/>
                  </a:lnTo>
                  <a:lnTo>
                    <a:pt x="8622918" y="3349022"/>
                  </a:lnTo>
                  <a:lnTo>
                    <a:pt x="8622918" y="3354662"/>
                  </a:lnTo>
                  <a:lnTo>
                    <a:pt x="8639229" y="3354662"/>
                  </a:lnTo>
                  <a:lnTo>
                    <a:pt x="8639229" y="3354662"/>
                  </a:lnTo>
                  <a:lnTo>
                    <a:pt x="8650103" y="3354662"/>
                  </a:lnTo>
                  <a:lnTo>
                    <a:pt x="8650103" y="3354662"/>
                  </a:lnTo>
                  <a:lnTo>
                    <a:pt x="8655540" y="3354662"/>
                  </a:lnTo>
                  <a:lnTo>
                    <a:pt x="8655540" y="3366047"/>
                  </a:lnTo>
                  <a:lnTo>
                    <a:pt x="8671851" y="3366047"/>
                  </a:lnTo>
                  <a:lnTo>
                    <a:pt x="8671851" y="3366047"/>
                  </a:lnTo>
                  <a:lnTo>
                    <a:pt x="8688161" y="3366047"/>
                  </a:lnTo>
                  <a:lnTo>
                    <a:pt x="8688161" y="3371776"/>
                  </a:lnTo>
                  <a:lnTo>
                    <a:pt x="8720783" y="3371776"/>
                  </a:lnTo>
                  <a:lnTo>
                    <a:pt x="8720783" y="3371776"/>
                  </a:lnTo>
                  <a:lnTo>
                    <a:pt x="8731656" y="3371776"/>
                  </a:lnTo>
                  <a:lnTo>
                    <a:pt x="8731656" y="3371776"/>
                  </a:lnTo>
                  <a:lnTo>
                    <a:pt x="8737093" y="3371776"/>
                  </a:lnTo>
                  <a:lnTo>
                    <a:pt x="8737093" y="3377575"/>
                  </a:lnTo>
                  <a:lnTo>
                    <a:pt x="8747967" y="3377575"/>
                  </a:lnTo>
                  <a:lnTo>
                    <a:pt x="8747967" y="3377575"/>
                  </a:lnTo>
                  <a:lnTo>
                    <a:pt x="8769715" y="3377575"/>
                  </a:lnTo>
                  <a:lnTo>
                    <a:pt x="8769715" y="3377575"/>
                  </a:lnTo>
                  <a:lnTo>
                    <a:pt x="8791462" y="3377575"/>
                  </a:lnTo>
                  <a:lnTo>
                    <a:pt x="8791462" y="3383430"/>
                  </a:lnTo>
                  <a:lnTo>
                    <a:pt x="8796899" y="3383430"/>
                  </a:lnTo>
                  <a:lnTo>
                    <a:pt x="8796899" y="3389287"/>
                  </a:lnTo>
                  <a:lnTo>
                    <a:pt x="8818647" y="3389287"/>
                  </a:lnTo>
                  <a:lnTo>
                    <a:pt x="8818647" y="3389287"/>
                  </a:lnTo>
                  <a:lnTo>
                    <a:pt x="8845831" y="3389287"/>
                  </a:lnTo>
                  <a:lnTo>
                    <a:pt x="8845831" y="3389287"/>
                  </a:lnTo>
                  <a:lnTo>
                    <a:pt x="8862142" y="3389287"/>
                  </a:lnTo>
                  <a:lnTo>
                    <a:pt x="8862142" y="3389287"/>
                  </a:lnTo>
                  <a:lnTo>
                    <a:pt x="8867579" y="3389287"/>
                  </a:lnTo>
                  <a:lnTo>
                    <a:pt x="8867579" y="3395237"/>
                  </a:lnTo>
                  <a:lnTo>
                    <a:pt x="8878453" y="3395237"/>
                  </a:lnTo>
                  <a:lnTo>
                    <a:pt x="8878453" y="3395237"/>
                  </a:lnTo>
                  <a:lnTo>
                    <a:pt x="8911074" y="3395237"/>
                  </a:lnTo>
                  <a:lnTo>
                    <a:pt x="8911074" y="3401226"/>
                  </a:lnTo>
                  <a:lnTo>
                    <a:pt x="8938258" y="3401226"/>
                  </a:lnTo>
                  <a:lnTo>
                    <a:pt x="8938258" y="3401226"/>
                  </a:lnTo>
                  <a:lnTo>
                    <a:pt x="8943695" y="3401226"/>
                  </a:lnTo>
                  <a:lnTo>
                    <a:pt x="8943695" y="3401226"/>
                  </a:lnTo>
                  <a:lnTo>
                    <a:pt x="8949132" y="3401226"/>
                  </a:lnTo>
                  <a:lnTo>
                    <a:pt x="8949132" y="3401226"/>
                  </a:lnTo>
                  <a:lnTo>
                    <a:pt x="8954569" y="3401226"/>
                  </a:lnTo>
                  <a:lnTo>
                    <a:pt x="8954569" y="3407275"/>
                  </a:lnTo>
                  <a:lnTo>
                    <a:pt x="8981754" y="3407275"/>
                  </a:lnTo>
                  <a:lnTo>
                    <a:pt x="8981754" y="3413326"/>
                  </a:lnTo>
                  <a:lnTo>
                    <a:pt x="8998064" y="3413326"/>
                  </a:lnTo>
                  <a:lnTo>
                    <a:pt x="8998064" y="3425438"/>
                  </a:lnTo>
                  <a:lnTo>
                    <a:pt x="9025249" y="3425438"/>
                  </a:lnTo>
                  <a:lnTo>
                    <a:pt x="9025249" y="3431497"/>
                  </a:lnTo>
                  <a:lnTo>
                    <a:pt x="9046996" y="3431497"/>
                  </a:lnTo>
                  <a:lnTo>
                    <a:pt x="9046996" y="3437560"/>
                  </a:lnTo>
                  <a:lnTo>
                    <a:pt x="9057870" y="3437560"/>
                  </a:lnTo>
                  <a:lnTo>
                    <a:pt x="9057870" y="3437560"/>
                  </a:lnTo>
                  <a:lnTo>
                    <a:pt x="9068744" y="3437560"/>
                  </a:lnTo>
                  <a:lnTo>
                    <a:pt x="9068744" y="3443664"/>
                  </a:lnTo>
                  <a:lnTo>
                    <a:pt x="9079618" y="3443664"/>
                  </a:lnTo>
                  <a:lnTo>
                    <a:pt x="9079618" y="3443664"/>
                  </a:lnTo>
                  <a:lnTo>
                    <a:pt x="9095928" y="3443664"/>
                  </a:lnTo>
                  <a:lnTo>
                    <a:pt x="9095928" y="3443664"/>
                  </a:lnTo>
                  <a:lnTo>
                    <a:pt x="9101365" y="3443664"/>
                  </a:lnTo>
                  <a:lnTo>
                    <a:pt x="9101365" y="3443664"/>
                  </a:lnTo>
                  <a:lnTo>
                    <a:pt x="9112239" y="3443664"/>
                  </a:lnTo>
                  <a:lnTo>
                    <a:pt x="9112239" y="3449852"/>
                  </a:lnTo>
                  <a:lnTo>
                    <a:pt x="9123113" y="3449852"/>
                  </a:lnTo>
                  <a:lnTo>
                    <a:pt x="9123113" y="3456043"/>
                  </a:lnTo>
                  <a:lnTo>
                    <a:pt x="9128550" y="3456043"/>
                  </a:lnTo>
                  <a:lnTo>
                    <a:pt x="9128550" y="3456043"/>
                  </a:lnTo>
                  <a:lnTo>
                    <a:pt x="9133987" y="3456043"/>
                  </a:lnTo>
                  <a:lnTo>
                    <a:pt x="9133987" y="3462258"/>
                  </a:lnTo>
                  <a:lnTo>
                    <a:pt x="9161171" y="3462258"/>
                  </a:lnTo>
                  <a:lnTo>
                    <a:pt x="9161171" y="3462258"/>
                  </a:lnTo>
                  <a:lnTo>
                    <a:pt x="9177482" y="3462258"/>
                  </a:lnTo>
                  <a:lnTo>
                    <a:pt x="9177482" y="3468517"/>
                  </a:lnTo>
                  <a:lnTo>
                    <a:pt x="9210103" y="3468517"/>
                  </a:lnTo>
                  <a:lnTo>
                    <a:pt x="9210103" y="3468517"/>
                  </a:lnTo>
                  <a:lnTo>
                    <a:pt x="9259035" y="3468517"/>
                  </a:lnTo>
                  <a:lnTo>
                    <a:pt x="9259035" y="3474801"/>
                  </a:lnTo>
                  <a:lnTo>
                    <a:pt x="9291657" y="3474801"/>
                  </a:lnTo>
                  <a:lnTo>
                    <a:pt x="9291657" y="3474801"/>
                  </a:lnTo>
                  <a:lnTo>
                    <a:pt x="9318841" y="3474801"/>
                  </a:lnTo>
                  <a:lnTo>
                    <a:pt x="9318841" y="3474801"/>
                  </a:lnTo>
                  <a:lnTo>
                    <a:pt x="9329715" y="3474801"/>
                  </a:lnTo>
                  <a:lnTo>
                    <a:pt x="9329715" y="3474801"/>
                  </a:lnTo>
                  <a:lnTo>
                    <a:pt x="9356900" y="3474801"/>
                  </a:lnTo>
                  <a:lnTo>
                    <a:pt x="9356900" y="3481153"/>
                  </a:lnTo>
                  <a:lnTo>
                    <a:pt x="9362336" y="3481153"/>
                  </a:lnTo>
                  <a:lnTo>
                    <a:pt x="9362336" y="3481153"/>
                  </a:lnTo>
                  <a:lnTo>
                    <a:pt x="9373210" y="3481153"/>
                  </a:lnTo>
                  <a:lnTo>
                    <a:pt x="9373210" y="3481153"/>
                  </a:lnTo>
                  <a:lnTo>
                    <a:pt x="9405832" y="3481153"/>
                  </a:lnTo>
                  <a:lnTo>
                    <a:pt x="9405832" y="3487597"/>
                  </a:lnTo>
                  <a:lnTo>
                    <a:pt x="9411269" y="3487597"/>
                  </a:lnTo>
                  <a:lnTo>
                    <a:pt x="9411269" y="3494044"/>
                  </a:lnTo>
                  <a:lnTo>
                    <a:pt x="9427579" y="3494044"/>
                  </a:lnTo>
                  <a:lnTo>
                    <a:pt x="9427579" y="3494044"/>
                  </a:lnTo>
                  <a:lnTo>
                    <a:pt x="9460201" y="3494044"/>
                  </a:lnTo>
                  <a:lnTo>
                    <a:pt x="9460201" y="3494044"/>
                  </a:lnTo>
                  <a:lnTo>
                    <a:pt x="9471074" y="3494044"/>
                  </a:lnTo>
                  <a:lnTo>
                    <a:pt x="9471074" y="3500564"/>
                  </a:lnTo>
                  <a:lnTo>
                    <a:pt x="9492822" y="3500564"/>
                  </a:lnTo>
                  <a:lnTo>
                    <a:pt x="9492822" y="3500564"/>
                  </a:lnTo>
                  <a:lnTo>
                    <a:pt x="9498259" y="3500564"/>
                  </a:lnTo>
                  <a:lnTo>
                    <a:pt x="9498259" y="3500564"/>
                  </a:lnTo>
                  <a:lnTo>
                    <a:pt x="9509133" y="3500564"/>
                  </a:lnTo>
                  <a:lnTo>
                    <a:pt x="9509133" y="3500564"/>
                  </a:lnTo>
                  <a:lnTo>
                    <a:pt x="9558065" y="3500564"/>
                  </a:lnTo>
                  <a:lnTo>
                    <a:pt x="9558065" y="3507159"/>
                  </a:lnTo>
                  <a:lnTo>
                    <a:pt x="9590686" y="3507159"/>
                  </a:lnTo>
                  <a:lnTo>
                    <a:pt x="9590686" y="3507159"/>
                  </a:lnTo>
                  <a:lnTo>
                    <a:pt x="9596123" y="3507159"/>
                  </a:lnTo>
                  <a:lnTo>
                    <a:pt x="9596123" y="3507159"/>
                  </a:lnTo>
                  <a:lnTo>
                    <a:pt x="9623308" y="3507159"/>
                  </a:lnTo>
                  <a:lnTo>
                    <a:pt x="9623308" y="3513805"/>
                  </a:lnTo>
                  <a:lnTo>
                    <a:pt x="9628744" y="3513805"/>
                  </a:lnTo>
                  <a:lnTo>
                    <a:pt x="9628744" y="3513805"/>
                  </a:lnTo>
                  <a:lnTo>
                    <a:pt x="9688550" y="3513805"/>
                  </a:lnTo>
                  <a:lnTo>
                    <a:pt x="9688550" y="3520505"/>
                  </a:lnTo>
                  <a:lnTo>
                    <a:pt x="9699424" y="3520505"/>
                  </a:lnTo>
                  <a:lnTo>
                    <a:pt x="9699424" y="3527233"/>
                  </a:lnTo>
                  <a:lnTo>
                    <a:pt x="9748356" y="3527233"/>
                  </a:lnTo>
                  <a:lnTo>
                    <a:pt x="9748356" y="3527233"/>
                  </a:lnTo>
                  <a:lnTo>
                    <a:pt x="9770104" y="3527233"/>
                  </a:lnTo>
                  <a:lnTo>
                    <a:pt x="9770104" y="3527233"/>
                  </a:lnTo>
                  <a:lnTo>
                    <a:pt x="9791851" y="3527233"/>
                  </a:lnTo>
                  <a:lnTo>
                    <a:pt x="9791851" y="3534017"/>
                  </a:lnTo>
                  <a:lnTo>
                    <a:pt x="9840783" y="3534017"/>
                  </a:lnTo>
                  <a:lnTo>
                    <a:pt x="9840783" y="3534017"/>
                  </a:lnTo>
                  <a:lnTo>
                    <a:pt x="9846220" y="3534017"/>
                  </a:lnTo>
                  <a:lnTo>
                    <a:pt x="9846220" y="3540830"/>
                  </a:lnTo>
                  <a:lnTo>
                    <a:pt x="9889715" y="3540830"/>
                  </a:lnTo>
                  <a:lnTo>
                    <a:pt x="9889715" y="3540830"/>
                  </a:lnTo>
                  <a:lnTo>
                    <a:pt x="9895152" y="3540830"/>
                  </a:lnTo>
                  <a:lnTo>
                    <a:pt x="9895152" y="3547700"/>
                  </a:lnTo>
                  <a:lnTo>
                    <a:pt x="9900589" y="3547700"/>
                  </a:lnTo>
                  <a:lnTo>
                    <a:pt x="9900589" y="3547700"/>
                  </a:lnTo>
                  <a:lnTo>
                    <a:pt x="9911463" y="3547700"/>
                  </a:lnTo>
                  <a:lnTo>
                    <a:pt x="9911463" y="3554602"/>
                  </a:lnTo>
                  <a:lnTo>
                    <a:pt x="9922337" y="3554602"/>
                  </a:lnTo>
                  <a:lnTo>
                    <a:pt x="9922337" y="35546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11026" y="789916"/>
              <a:ext cx="9922337" cy="3813877"/>
            </a:xfrm>
            <a:custGeom>
              <a:avLst/>
              <a:pathLst>
                <a:path w="9922337" h="3813877">
                  <a:moveTo>
                    <a:pt x="9922337" y="3813877"/>
                  </a:moveTo>
                  <a:lnTo>
                    <a:pt x="9922337" y="3813877"/>
                  </a:lnTo>
                  <a:lnTo>
                    <a:pt x="9911463" y="3813877"/>
                  </a:lnTo>
                  <a:lnTo>
                    <a:pt x="9911463" y="3806609"/>
                  </a:lnTo>
                  <a:lnTo>
                    <a:pt x="9900589" y="3806609"/>
                  </a:lnTo>
                  <a:lnTo>
                    <a:pt x="9900589" y="3806609"/>
                  </a:lnTo>
                  <a:lnTo>
                    <a:pt x="9895152" y="3806609"/>
                  </a:lnTo>
                  <a:lnTo>
                    <a:pt x="9895152" y="3799372"/>
                  </a:lnTo>
                  <a:lnTo>
                    <a:pt x="9889715" y="3799372"/>
                  </a:lnTo>
                  <a:lnTo>
                    <a:pt x="9889715" y="3799372"/>
                  </a:lnTo>
                  <a:lnTo>
                    <a:pt x="9846220" y="3799372"/>
                  </a:lnTo>
                  <a:lnTo>
                    <a:pt x="9846220" y="3792199"/>
                  </a:lnTo>
                  <a:lnTo>
                    <a:pt x="9840783" y="3792199"/>
                  </a:lnTo>
                  <a:lnTo>
                    <a:pt x="9840783" y="3792199"/>
                  </a:lnTo>
                  <a:lnTo>
                    <a:pt x="9791851" y="3792199"/>
                  </a:lnTo>
                  <a:lnTo>
                    <a:pt x="9791851" y="3785056"/>
                  </a:lnTo>
                  <a:lnTo>
                    <a:pt x="9770104" y="3785056"/>
                  </a:lnTo>
                  <a:lnTo>
                    <a:pt x="9770104" y="3785056"/>
                  </a:lnTo>
                  <a:lnTo>
                    <a:pt x="9748356" y="3785056"/>
                  </a:lnTo>
                  <a:lnTo>
                    <a:pt x="9748356" y="3785056"/>
                  </a:lnTo>
                  <a:lnTo>
                    <a:pt x="9699424" y="3785056"/>
                  </a:lnTo>
                  <a:lnTo>
                    <a:pt x="9699424" y="3777974"/>
                  </a:lnTo>
                  <a:lnTo>
                    <a:pt x="9688550" y="3777974"/>
                  </a:lnTo>
                  <a:lnTo>
                    <a:pt x="9688550" y="3770922"/>
                  </a:lnTo>
                  <a:lnTo>
                    <a:pt x="9628744" y="3770922"/>
                  </a:lnTo>
                  <a:lnTo>
                    <a:pt x="9628744" y="3770922"/>
                  </a:lnTo>
                  <a:lnTo>
                    <a:pt x="9623308" y="3770922"/>
                  </a:lnTo>
                  <a:lnTo>
                    <a:pt x="9623308" y="3763929"/>
                  </a:lnTo>
                  <a:lnTo>
                    <a:pt x="9596123" y="3763929"/>
                  </a:lnTo>
                  <a:lnTo>
                    <a:pt x="9596123" y="3763929"/>
                  </a:lnTo>
                  <a:lnTo>
                    <a:pt x="9590686" y="3763929"/>
                  </a:lnTo>
                  <a:lnTo>
                    <a:pt x="9590686" y="3763929"/>
                  </a:lnTo>
                  <a:lnTo>
                    <a:pt x="9558065" y="3763929"/>
                  </a:lnTo>
                  <a:lnTo>
                    <a:pt x="9558065" y="3756995"/>
                  </a:lnTo>
                  <a:lnTo>
                    <a:pt x="9509133" y="3756995"/>
                  </a:lnTo>
                  <a:lnTo>
                    <a:pt x="9509133" y="3756995"/>
                  </a:lnTo>
                  <a:lnTo>
                    <a:pt x="9498259" y="3756995"/>
                  </a:lnTo>
                  <a:lnTo>
                    <a:pt x="9498259" y="3756995"/>
                  </a:lnTo>
                  <a:lnTo>
                    <a:pt x="9492822" y="3756995"/>
                  </a:lnTo>
                  <a:lnTo>
                    <a:pt x="9492822" y="3756995"/>
                  </a:lnTo>
                  <a:lnTo>
                    <a:pt x="9471074" y="3756995"/>
                  </a:lnTo>
                  <a:lnTo>
                    <a:pt x="9471074" y="3750149"/>
                  </a:lnTo>
                  <a:lnTo>
                    <a:pt x="9460201" y="3750149"/>
                  </a:lnTo>
                  <a:lnTo>
                    <a:pt x="9460201" y="3750149"/>
                  </a:lnTo>
                  <a:lnTo>
                    <a:pt x="9427579" y="3750149"/>
                  </a:lnTo>
                  <a:lnTo>
                    <a:pt x="9427579" y="3750149"/>
                  </a:lnTo>
                  <a:lnTo>
                    <a:pt x="9411269" y="3750149"/>
                  </a:lnTo>
                  <a:lnTo>
                    <a:pt x="9411269" y="3743389"/>
                  </a:lnTo>
                  <a:lnTo>
                    <a:pt x="9405832" y="3743389"/>
                  </a:lnTo>
                  <a:lnTo>
                    <a:pt x="9405832" y="3736625"/>
                  </a:lnTo>
                  <a:lnTo>
                    <a:pt x="9373210" y="3736625"/>
                  </a:lnTo>
                  <a:lnTo>
                    <a:pt x="9373210" y="3736625"/>
                  </a:lnTo>
                  <a:lnTo>
                    <a:pt x="9362336" y="3736625"/>
                  </a:lnTo>
                  <a:lnTo>
                    <a:pt x="9362336" y="3736625"/>
                  </a:lnTo>
                  <a:lnTo>
                    <a:pt x="9356900" y="3736625"/>
                  </a:lnTo>
                  <a:lnTo>
                    <a:pt x="9356900" y="3729972"/>
                  </a:lnTo>
                  <a:lnTo>
                    <a:pt x="9329715" y="3729972"/>
                  </a:lnTo>
                  <a:lnTo>
                    <a:pt x="9329715" y="3729972"/>
                  </a:lnTo>
                  <a:lnTo>
                    <a:pt x="9318841" y="3729972"/>
                  </a:lnTo>
                  <a:lnTo>
                    <a:pt x="9318841" y="3729972"/>
                  </a:lnTo>
                  <a:lnTo>
                    <a:pt x="9291657" y="3729972"/>
                  </a:lnTo>
                  <a:lnTo>
                    <a:pt x="9291657" y="3729972"/>
                  </a:lnTo>
                  <a:lnTo>
                    <a:pt x="9259035" y="3729972"/>
                  </a:lnTo>
                  <a:lnTo>
                    <a:pt x="9259035" y="3723399"/>
                  </a:lnTo>
                  <a:lnTo>
                    <a:pt x="9210103" y="3723399"/>
                  </a:lnTo>
                  <a:lnTo>
                    <a:pt x="9210103" y="3723399"/>
                  </a:lnTo>
                  <a:lnTo>
                    <a:pt x="9177482" y="3723399"/>
                  </a:lnTo>
                  <a:lnTo>
                    <a:pt x="9177482" y="3716850"/>
                  </a:lnTo>
                  <a:lnTo>
                    <a:pt x="9161171" y="3716850"/>
                  </a:lnTo>
                  <a:lnTo>
                    <a:pt x="9161171" y="3716850"/>
                  </a:lnTo>
                  <a:lnTo>
                    <a:pt x="9133987" y="3716850"/>
                  </a:lnTo>
                  <a:lnTo>
                    <a:pt x="9133987" y="3710351"/>
                  </a:lnTo>
                  <a:lnTo>
                    <a:pt x="9128550" y="3710351"/>
                  </a:lnTo>
                  <a:lnTo>
                    <a:pt x="9128550" y="3710351"/>
                  </a:lnTo>
                  <a:lnTo>
                    <a:pt x="9123113" y="3710351"/>
                  </a:lnTo>
                  <a:lnTo>
                    <a:pt x="9123113" y="3703876"/>
                  </a:lnTo>
                  <a:lnTo>
                    <a:pt x="9112239" y="3703876"/>
                  </a:lnTo>
                  <a:lnTo>
                    <a:pt x="9112239" y="3697397"/>
                  </a:lnTo>
                  <a:lnTo>
                    <a:pt x="9101365" y="3697397"/>
                  </a:lnTo>
                  <a:lnTo>
                    <a:pt x="9101365" y="3697397"/>
                  </a:lnTo>
                  <a:lnTo>
                    <a:pt x="9095928" y="3697397"/>
                  </a:lnTo>
                  <a:lnTo>
                    <a:pt x="9095928" y="3697397"/>
                  </a:lnTo>
                  <a:lnTo>
                    <a:pt x="9079618" y="3697397"/>
                  </a:lnTo>
                  <a:lnTo>
                    <a:pt x="9079618" y="3697397"/>
                  </a:lnTo>
                  <a:lnTo>
                    <a:pt x="9068744" y="3697397"/>
                  </a:lnTo>
                  <a:lnTo>
                    <a:pt x="9068744" y="3691018"/>
                  </a:lnTo>
                  <a:lnTo>
                    <a:pt x="9057870" y="3691018"/>
                  </a:lnTo>
                  <a:lnTo>
                    <a:pt x="9057870" y="3691018"/>
                  </a:lnTo>
                  <a:lnTo>
                    <a:pt x="9046996" y="3691018"/>
                  </a:lnTo>
                  <a:lnTo>
                    <a:pt x="9046996" y="3684687"/>
                  </a:lnTo>
                  <a:lnTo>
                    <a:pt x="9025249" y="3684687"/>
                  </a:lnTo>
                  <a:lnTo>
                    <a:pt x="9025249" y="3678352"/>
                  </a:lnTo>
                  <a:lnTo>
                    <a:pt x="8998064" y="3678352"/>
                  </a:lnTo>
                  <a:lnTo>
                    <a:pt x="8998064" y="3665675"/>
                  </a:lnTo>
                  <a:lnTo>
                    <a:pt x="8981754" y="3665675"/>
                  </a:lnTo>
                  <a:lnTo>
                    <a:pt x="8981754" y="3659332"/>
                  </a:lnTo>
                  <a:lnTo>
                    <a:pt x="8954569" y="3659332"/>
                  </a:lnTo>
                  <a:lnTo>
                    <a:pt x="8954569" y="3652987"/>
                  </a:lnTo>
                  <a:lnTo>
                    <a:pt x="8949132" y="3652987"/>
                  </a:lnTo>
                  <a:lnTo>
                    <a:pt x="8949132" y="3652987"/>
                  </a:lnTo>
                  <a:lnTo>
                    <a:pt x="8943695" y="3652987"/>
                  </a:lnTo>
                  <a:lnTo>
                    <a:pt x="8943695" y="3652987"/>
                  </a:lnTo>
                  <a:lnTo>
                    <a:pt x="8938258" y="3652987"/>
                  </a:lnTo>
                  <a:lnTo>
                    <a:pt x="8938258" y="3652987"/>
                  </a:lnTo>
                  <a:lnTo>
                    <a:pt x="8911074" y="3652987"/>
                  </a:lnTo>
                  <a:lnTo>
                    <a:pt x="8911074" y="3646711"/>
                  </a:lnTo>
                  <a:lnTo>
                    <a:pt x="8878453" y="3646711"/>
                  </a:lnTo>
                  <a:lnTo>
                    <a:pt x="8878453" y="3646711"/>
                  </a:lnTo>
                  <a:lnTo>
                    <a:pt x="8867579" y="3646711"/>
                  </a:lnTo>
                  <a:lnTo>
                    <a:pt x="8867579" y="3640479"/>
                  </a:lnTo>
                  <a:lnTo>
                    <a:pt x="8862142" y="3640479"/>
                  </a:lnTo>
                  <a:lnTo>
                    <a:pt x="8862142" y="3640479"/>
                  </a:lnTo>
                  <a:lnTo>
                    <a:pt x="8845831" y="3640479"/>
                  </a:lnTo>
                  <a:lnTo>
                    <a:pt x="8845831" y="3640479"/>
                  </a:lnTo>
                  <a:lnTo>
                    <a:pt x="8818647" y="3640479"/>
                  </a:lnTo>
                  <a:lnTo>
                    <a:pt x="8818647" y="3640479"/>
                  </a:lnTo>
                  <a:lnTo>
                    <a:pt x="8796899" y="3640479"/>
                  </a:lnTo>
                  <a:lnTo>
                    <a:pt x="8796899" y="3634359"/>
                  </a:lnTo>
                  <a:lnTo>
                    <a:pt x="8791462" y="3634359"/>
                  </a:lnTo>
                  <a:lnTo>
                    <a:pt x="8791462" y="3628236"/>
                  </a:lnTo>
                  <a:lnTo>
                    <a:pt x="8769715" y="3628236"/>
                  </a:lnTo>
                  <a:lnTo>
                    <a:pt x="8769715" y="3628236"/>
                  </a:lnTo>
                  <a:lnTo>
                    <a:pt x="8747967" y="3628236"/>
                  </a:lnTo>
                  <a:lnTo>
                    <a:pt x="8747967" y="3628236"/>
                  </a:lnTo>
                  <a:lnTo>
                    <a:pt x="8737093" y="3628236"/>
                  </a:lnTo>
                  <a:lnTo>
                    <a:pt x="8737093" y="3622177"/>
                  </a:lnTo>
                  <a:lnTo>
                    <a:pt x="8731656" y="3622177"/>
                  </a:lnTo>
                  <a:lnTo>
                    <a:pt x="8731656" y="3622177"/>
                  </a:lnTo>
                  <a:lnTo>
                    <a:pt x="8720783" y="3622177"/>
                  </a:lnTo>
                  <a:lnTo>
                    <a:pt x="8720783" y="3622177"/>
                  </a:lnTo>
                  <a:lnTo>
                    <a:pt x="8688161" y="3622177"/>
                  </a:lnTo>
                  <a:lnTo>
                    <a:pt x="8688161" y="3616202"/>
                  </a:lnTo>
                  <a:lnTo>
                    <a:pt x="8671851" y="3616202"/>
                  </a:lnTo>
                  <a:lnTo>
                    <a:pt x="8671851" y="3616202"/>
                  </a:lnTo>
                  <a:lnTo>
                    <a:pt x="8655540" y="3616202"/>
                  </a:lnTo>
                  <a:lnTo>
                    <a:pt x="8655540" y="3604328"/>
                  </a:lnTo>
                  <a:lnTo>
                    <a:pt x="8650103" y="3604328"/>
                  </a:lnTo>
                  <a:lnTo>
                    <a:pt x="8650103" y="3604328"/>
                  </a:lnTo>
                  <a:lnTo>
                    <a:pt x="8639229" y="3604328"/>
                  </a:lnTo>
                  <a:lnTo>
                    <a:pt x="8639229" y="3604328"/>
                  </a:lnTo>
                  <a:lnTo>
                    <a:pt x="8622918" y="3604328"/>
                  </a:lnTo>
                  <a:lnTo>
                    <a:pt x="8622918" y="3598449"/>
                  </a:lnTo>
                  <a:lnTo>
                    <a:pt x="8601171" y="3598449"/>
                  </a:lnTo>
                  <a:lnTo>
                    <a:pt x="8601171" y="3598449"/>
                  </a:lnTo>
                  <a:lnTo>
                    <a:pt x="8590297" y="3598449"/>
                  </a:lnTo>
                  <a:lnTo>
                    <a:pt x="8590297" y="3598449"/>
                  </a:lnTo>
                  <a:lnTo>
                    <a:pt x="8563113" y="3598449"/>
                  </a:lnTo>
                  <a:lnTo>
                    <a:pt x="8563113" y="3592609"/>
                  </a:lnTo>
                  <a:lnTo>
                    <a:pt x="8557676" y="3592609"/>
                  </a:lnTo>
                  <a:lnTo>
                    <a:pt x="8557676" y="3592609"/>
                  </a:lnTo>
                  <a:lnTo>
                    <a:pt x="8541365" y="3592609"/>
                  </a:lnTo>
                  <a:lnTo>
                    <a:pt x="8541365" y="3592609"/>
                  </a:lnTo>
                  <a:lnTo>
                    <a:pt x="8535928" y="3592609"/>
                  </a:lnTo>
                  <a:lnTo>
                    <a:pt x="8535928" y="3592609"/>
                  </a:lnTo>
                  <a:lnTo>
                    <a:pt x="8530491" y="3592609"/>
                  </a:lnTo>
                  <a:lnTo>
                    <a:pt x="8530491" y="3586825"/>
                  </a:lnTo>
                  <a:lnTo>
                    <a:pt x="8508744" y="3586825"/>
                  </a:lnTo>
                  <a:lnTo>
                    <a:pt x="8508744" y="3586825"/>
                  </a:lnTo>
                  <a:lnTo>
                    <a:pt x="8492433" y="3586825"/>
                  </a:lnTo>
                  <a:lnTo>
                    <a:pt x="8492433" y="3586825"/>
                  </a:lnTo>
                  <a:lnTo>
                    <a:pt x="8481559" y="3586825"/>
                  </a:lnTo>
                  <a:lnTo>
                    <a:pt x="8481559" y="3586825"/>
                  </a:lnTo>
                  <a:lnTo>
                    <a:pt x="8389132" y="3586825"/>
                  </a:lnTo>
                  <a:lnTo>
                    <a:pt x="8389132" y="3586825"/>
                  </a:lnTo>
                  <a:lnTo>
                    <a:pt x="8383695" y="3586825"/>
                  </a:lnTo>
                  <a:lnTo>
                    <a:pt x="8383695" y="3586825"/>
                  </a:lnTo>
                  <a:lnTo>
                    <a:pt x="8372821" y="3586825"/>
                  </a:lnTo>
                  <a:lnTo>
                    <a:pt x="8372821" y="3586825"/>
                  </a:lnTo>
                  <a:lnTo>
                    <a:pt x="8361947" y="3586825"/>
                  </a:lnTo>
                  <a:lnTo>
                    <a:pt x="8361947" y="3586825"/>
                  </a:lnTo>
                  <a:lnTo>
                    <a:pt x="8356510" y="3586825"/>
                  </a:lnTo>
                  <a:lnTo>
                    <a:pt x="8356510" y="3581190"/>
                  </a:lnTo>
                  <a:lnTo>
                    <a:pt x="8351074" y="3581190"/>
                  </a:lnTo>
                  <a:lnTo>
                    <a:pt x="8351074" y="3575554"/>
                  </a:lnTo>
                  <a:lnTo>
                    <a:pt x="8334763" y="3575554"/>
                  </a:lnTo>
                  <a:lnTo>
                    <a:pt x="8334763" y="3575554"/>
                  </a:lnTo>
                  <a:lnTo>
                    <a:pt x="8318452" y="3575554"/>
                  </a:lnTo>
                  <a:lnTo>
                    <a:pt x="8318452" y="3575554"/>
                  </a:lnTo>
                  <a:lnTo>
                    <a:pt x="8307578" y="3575554"/>
                  </a:lnTo>
                  <a:lnTo>
                    <a:pt x="8307578" y="3569989"/>
                  </a:lnTo>
                  <a:lnTo>
                    <a:pt x="8291268" y="3569989"/>
                  </a:lnTo>
                  <a:lnTo>
                    <a:pt x="8291268" y="3569989"/>
                  </a:lnTo>
                  <a:lnTo>
                    <a:pt x="8264083" y="3569989"/>
                  </a:lnTo>
                  <a:lnTo>
                    <a:pt x="8264083" y="3569989"/>
                  </a:lnTo>
                  <a:lnTo>
                    <a:pt x="8258646" y="3569989"/>
                  </a:lnTo>
                  <a:lnTo>
                    <a:pt x="8258646" y="3569989"/>
                  </a:lnTo>
                  <a:lnTo>
                    <a:pt x="8253209" y="3569989"/>
                  </a:lnTo>
                  <a:lnTo>
                    <a:pt x="8253209" y="3569989"/>
                  </a:lnTo>
                  <a:lnTo>
                    <a:pt x="8226025" y="3569989"/>
                  </a:lnTo>
                  <a:lnTo>
                    <a:pt x="8226025" y="3569989"/>
                  </a:lnTo>
                  <a:lnTo>
                    <a:pt x="8204277" y="3569989"/>
                  </a:lnTo>
                  <a:lnTo>
                    <a:pt x="8204277" y="3569989"/>
                  </a:lnTo>
                  <a:lnTo>
                    <a:pt x="8193404" y="3569989"/>
                  </a:lnTo>
                  <a:lnTo>
                    <a:pt x="8193404" y="3564543"/>
                  </a:lnTo>
                  <a:lnTo>
                    <a:pt x="8160782" y="3564543"/>
                  </a:lnTo>
                  <a:lnTo>
                    <a:pt x="8160782" y="3559096"/>
                  </a:lnTo>
                  <a:lnTo>
                    <a:pt x="8139035" y="3559096"/>
                  </a:lnTo>
                  <a:lnTo>
                    <a:pt x="8139035" y="3559096"/>
                  </a:lnTo>
                  <a:lnTo>
                    <a:pt x="8128161" y="3559096"/>
                  </a:lnTo>
                  <a:lnTo>
                    <a:pt x="8128161" y="3559096"/>
                  </a:lnTo>
                  <a:lnTo>
                    <a:pt x="8106413" y="3559096"/>
                  </a:lnTo>
                  <a:lnTo>
                    <a:pt x="8106413" y="3559096"/>
                  </a:lnTo>
                  <a:lnTo>
                    <a:pt x="8100976" y="3559096"/>
                  </a:lnTo>
                  <a:lnTo>
                    <a:pt x="8100976" y="3559096"/>
                  </a:lnTo>
                  <a:lnTo>
                    <a:pt x="8084666" y="3559096"/>
                  </a:lnTo>
                  <a:lnTo>
                    <a:pt x="8084666" y="3553715"/>
                  </a:lnTo>
                  <a:lnTo>
                    <a:pt x="8073792" y="3553715"/>
                  </a:lnTo>
                  <a:lnTo>
                    <a:pt x="8073792" y="3548332"/>
                  </a:lnTo>
                  <a:lnTo>
                    <a:pt x="8068355" y="3548332"/>
                  </a:lnTo>
                  <a:lnTo>
                    <a:pt x="8068355" y="3548332"/>
                  </a:lnTo>
                  <a:lnTo>
                    <a:pt x="8057481" y="3548332"/>
                  </a:lnTo>
                  <a:lnTo>
                    <a:pt x="8057481" y="3542963"/>
                  </a:lnTo>
                  <a:lnTo>
                    <a:pt x="8046607" y="3542963"/>
                  </a:lnTo>
                  <a:lnTo>
                    <a:pt x="8046607" y="3542963"/>
                  </a:lnTo>
                  <a:lnTo>
                    <a:pt x="8041170" y="3542963"/>
                  </a:lnTo>
                  <a:lnTo>
                    <a:pt x="8041170" y="3537610"/>
                  </a:lnTo>
                  <a:lnTo>
                    <a:pt x="8035734" y="3537610"/>
                  </a:lnTo>
                  <a:lnTo>
                    <a:pt x="8035734" y="3532255"/>
                  </a:lnTo>
                  <a:lnTo>
                    <a:pt x="8030297" y="3532255"/>
                  </a:lnTo>
                  <a:lnTo>
                    <a:pt x="8030297" y="3532255"/>
                  </a:lnTo>
                  <a:lnTo>
                    <a:pt x="8003112" y="3532255"/>
                  </a:lnTo>
                  <a:lnTo>
                    <a:pt x="8003112" y="3532255"/>
                  </a:lnTo>
                  <a:lnTo>
                    <a:pt x="7981365" y="3532255"/>
                  </a:lnTo>
                  <a:lnTo>
                    <a:pt x="7981365" y="3532255"/>
                  </a:lnTo>
                  <a:lnTo>
                    <a:pt x="7970491" y="3532255"/>
                  </a:lnTo>
                  <a:lnTo>
                    <a:pt x="7970491" y="3532255"/>
                  </a:lnTo>
                  <a:lnTo>
                    <a:pt x="7937869" y="3532255"/>
                  </a:lnTo>
                  <a:lnTo>
                    <a:pt x="7937869" y="3532255"/>
                  </a:lnTo>
                  <a:lnTo>
                    <a:pt x="7910685" y="3532255"/>
                  </a:lnTo>
                  <a:lnTo>
                    <a:pt x="7910685" y="3532255"/>
                  </a:lnTo>
                  <a:lnTo>
                    <a:pt x="7905248" y="3532255"/>
                  </a:lnTo>
                  <a:lnTo>
                    <a:pt x="7905248" y="3532255"/>
                  </a:lnTo>
                  <a:lnTo>
                    <a:pt x="7899811" y="3532255"/>
                  </a:lnTo>
                  <a:lnTo>
                    <a:pt x="7899811" y="3527009"/>
                  </a:lnTo>
                  <a:lnTo>
                    <a:pt x="7894374" y="3527009"/>
                  </a:lnTo>
                  <a:lnTo>
                    <a:pt x="7894374" y="3521777"/>
                  </a:lnTo>
                  <a:lnTo>
                    <a:pt x="7888937" y="3521777"/>
                  </a:lnTo>
                  <a:lnTo>
                    <a:pt x="7888937" y="3516544"/>
                  </a:lnTo>
                  <a:lnTo>
                    <a:pt x="7845442" y="3516544"/>
                  </a:lnTo>
                  <a:lnTo>
                    <a:pt x="7845442" y="3511309"/>
                  </a:lnTo>
                  <a:lnTo>
                    <a:pt x="7840005" y="3511309"/>
                  </a:lnTo>
                  <a:lnTo>
                    <a:pt x="7840005" y="3506073"/>
                  </a:lnTo>
                  <a:lnTo>
                    <a:pt x="7812821" y="3506073"/>
                  </a:lnTo>
                  <a:lnTo>
                    <a:pt x="7812821" y="3506073"/>
                  </a:lnTo>
                  <a:lnTo>
                    <a:pt x="7807384" y="3506073"/>
                  </a:lnTo>
                  <a:lnTo>
                    <a:pt x="7807384" y="3506073"/>
                  </a:lnTo>
                  <a:lnTo>
                    <a:pt x="7796510" y="3506073"/>
                  </a:lnTo>
                  <a:lnTo>
                    <a:pt x="7796510" y="3506073"/>
                  </a:lnTo>
                  <a:lnTo>
                    <a:pt x="7791073" y="3506073"/>
                  </a:lnTo>
                  <a:lnTo>
                    <a:pt x="7791073" y="3506073"/>
                  </a:lnTo>
                  <a:lnTo>
                    <a:pt x="7780199" y="3506073"/>
                  </a:lnTo>
                  <a:lnTo>
                    <a:pt x="7780199" y="3506073"/>
                  </a:lnTo>
                  <a:lnTo>
                    <a:pt x="7747578" y="3506073"/>
                  </a:lnTo>
                  <a:lnTo>
                    <a:pt x="7747578" y="3506073"/>
                  </a:lnTo>
                  <a:lnTo>
                    <a:pt x="7725830" y="3506073"/>
                  </a:lnTo>
                  <a:lnTo>
                    <a:pt x="7725830" y="3506073"/>
                  </a:lnTo>
                  <a:lnTo>
                    <a:pt x="7698646" y="3506073"/>
                  </a:lnTo>
                  <a:lnTo>
                    <a:pt x="7698646" y="3506073"/>
                  </a:lnTo>
                  <a:lnTo>
                    <a:pt x="7693209" y="3506073"/>
                  </a:lnTo>
                  <a:lnTo>
                    <a:pt x="7693209" y="3506073"/>
                  </a:lnTo>
                  <a:lnTo>
                    <a:pt x="7687772" y="3506073"/>
                  </a:lnTo>
                  <a:lnTo>
                    <a:pt x="7687772" y="3501027"/>
                  </a:lnTo>
                  <a:lnTo>
                    <a:pt x="7666025" y="3501027"/>
                  </a:lnTo>
                  <a:lnTo>
                    <a:pt x="7666025" y="3495993"/>
                  </a:lnTo>
                  <a:lnTo>
                    <a:pt x="7660588" y="3495993"/>
                  </a:lnTo>
                  <a:lnTo>
                    <a:pt x="7660588" y="3495993"/>
                  </a:lnTo>
                  <a:lnTo>
                    <a:pt x="7649714" y="3495993"/>
                  </a:lnTo>
                  <a:lnTo>
                    <a:pt x="7649714" y="3495993"/>
                  </a:lnTo>
                  <a:lnTo>
                    <a:pt x="7595345" y="3495993"/>
                  </a:lnTo>
                  <a:lnTo>
                    <a:pt x="7595345" y="3491013"/>
                  </a:lnTo>
                  <a:lnTo>
                    <a:pt x="7579034" y="3491013"/>
                  </a:lnTo>
                  <a:lnTo>
                    <a:pt x="7579034" y="3491013"/>
                  </a:lnTo>
                  <a:lnTo>
                    <a:pt x="7573597" y="3491013"/>
                  </a:lnTo>
                  <a:lnTo>
                    <a:pt x="7573597" y="3491013"/>
                  </a:lnTo>
                  <a:lnTo>
                    <a:pt x="7557287" y="3491013"/>
                  </a:lnTo>
                  <a:lnTo>
                    <a:pt x="7557287" y="3486086"/>
                  </a:lnTo>
                  <a:lnTo>
                    <a:pt x="7551850" y="3486086"/>
                  </a:lnTo>
                  <a:lnTo>
                    <a:pt x="7551850" y="3486086"/>
                  </a:lnTo>
                  <a:lnTo>
                    <a:pt x="7530102" y="3486086"/>
                  </a:lnTo>
                  <a:lnTo>
                    <a:pt x="7530102" y="3486086"/>
                  </a:lnTo>
                  <a:lnTo>
                    <a:pt x="7497481" y="3486086"/>
                  </a:lnTo>
                  <a:lnTo>
                    <a:pt x="7497481" y="3486086"/>
                  </a:lnTo>
                  <a:lnTo>
                    <a:pt x="7492044" y="3486086"/>
                  </a:lnTo>
                  <a:lnTo>
                    <a:pt x="7492044" y="3481211"/>
                  </a:lnTo>
                  <a:lnTo>
                    <a:pt x="7475733" y="3481211"/>
                  </a:lnTo>
                  <a:lnTo>
                    <a:pt x="7475733" y="3481211"/>
                  </a:lnTo>
                  <a:lnTo>
                    <a:pt x="7464859" y="3481211"/>
                  </a:lnTo>
                  <a:lnTo>
                    <a:pt x="7464859" y="3476347"/>
                  </a:lnTo>
                  <a:lnTo>
                    <a:pt x="7459422" y="3476347"/>
                  </a:lnTo>
                  <a:lnTo>
                    <a:pt x="7459422" y="3476347"/>
                  </a:lnTo>
                  <a:lnTo>
                    <a:pt x="7415927" y="3476347"/>
                  </a:lnTo>
                  <a:lnTo>
                    <a:pt x="7415927" y="3471521"/>
                  </a:lnTo>
                  <a:lnTo>
                    <a:pt x="7405053" y="3471521"/>
                  </a:lnTo>
                  <a:lnTo>
                    <a:pt x="7405053" y="3471521"/>
                  </a:lnTo>
                  <a:lnTo>
                    <a:pt x="7383306" y="3471521"/>
                  </a:lnTo>
                  <a:lnTo>
                    <a:pt x="7383306" y="3466707"/>
                  </a:lnTo>
                  <a:lnTo>
                    <a:pt x="7377869" y="3466707"/>
                  </a:lnTo>
                  <a:lnTo>
                    <a:pt x="7377869" y="3461891"/>
                  </a:lnTo>
                  <a:lnTo>
                    <a:pt x="7372432" y="3461891"/>
                  </a:lnTo>
                  <a:lnTo>
                    <a:pt x="7372432" y="3461891"/>
                  </a:lnTo>
                  <a:lnTo>
                    <a:pt x="7366995" y="3461891"/>
                  </a:lnTo>
                  <a:lnTo>
                    <a:pt x="7366995" y="3457112"/>
                  </a:lnTo>
                  <a:lnTo>
                    <a:pt x="7361558" y="3457112"/>
                  </a:lnTo>
                  <a:lnTo>
                    <a:pt x="7361558" y="3452332"/>
                  </a:lnTo>
                  <a:lnTo>
                    <a:pt x="7356121" y="3452332"/>
                  </a:lnTo>
                  <a:lnTo>
                    <a:pt x="7356121" y="3447551"/>
                  </a:lnTo>
                  <a:lnTo>
                    <a:pt x="7350684" y="3447551"/>
                  </a:lnTo>
                  <a:lnTo>
                    <a:pt x="7350684" y="3447551"/>
                  </a:lnTo>
                  <a:lnTo>
                    <a:pt x="7345248" y="3447551"/>
                  </a:lnTo>
                  <a:lnTo>
                    <a:pt x="7345248" y="3447551"/>
                  </a:lnTo>
                  <a:lnTo>
                    <a:pt x="7339811" y="3447551"/>
                  </a:lnTo>
                  <a:lnTo>
                    <a:pt x="7339811" y="3447551"/>
                  </a:lnTo>
                  <a:lnTo>
                    <a:pt x="7334374" y="3447551"/>
                  </a:lnTo>
                  <a:lnTo>
                    <a:pt x="7334374" y="3447551"/>
                  </a:lnTo>
                  <a:lnTo>
                    <a:pt x="7328937" y="3447551"/>
                  </a:lnTo>
                  <a:lnTo>
                    <a:pt x="7328937" y="3447551"/>
                  </a:lnTo>
                  <a:lnTo>
                    <a:pt x="7323500" y="3447551"/>
                  </a:lnTo>
                  <a:lnTo>
                    <a:pt x="7323500" y="3447551"/>
                  </a:lnTo>
                  <a:lnTo>
                    <a:pt x="7307189" y="3447551"/>
                  </a:lnTo>
                  <a:lnTo>
                    <a:pt x="7307189" y="3447551"/>
                  </a:lnTo>
                  <a:lnTo>
                    <a:pt x="7301752" y="3447551"/>
                  </a:lnTo>
                  <a:lnTo>
                    <a:pt x="7301752" y="3442877"/>
                  </a:lnTo>
                  <a:lnTo>
                    <a:pt x="7296316" y="3442877"/>
                  </a:lnTo>
                  <a:lnTo>
                    <a:pt x="7296316" y="3442877"/>
                  </a:lnTo>
                  <a:lnTo>
                    <a:pt x="7290879" y="3442877"/>
                  </a:lnTo>
                  <a:lnTo>
                    <a:pt x="7290879" y="3442877"/>
                  </a:lnTo>
                  <a:lnTo>
                    <a:pt x="7280005" y="3442877"/>
                  </a:lnTo>
                  <a:lnTo>
                    <a:pt x="7280005" y="3442877"/>
                  </a:lnTo>
                  <a:lnTo>
                    <a:pt x="7269131" y="3442877"/>
                  </a:lnTo>
                  <a:lnTo>
                    <a:pt x="7269131" y="3442877"/>
                  </a:lnTo>
                  <a:lnTo>
                    <a:pt x="7263694" y="3442877"/>
                  </a:lnTo>
                  <a:lnTo>
                    <a:pt x="7263694" y="3442877"/>
                  </a:lnTo>
                  <a:lnTo>
                    <a:pt x="7258257" y="3442877"/>
                  </a:lnTo>
                  <a:lnTo>
                    <a:pt x="7258257" y="3442877"/>
                  </a:lnTo>
                  <a:lnTo>
                    <a:pt x="7241947" y="3442877"/>
                  </a:lnTo>
                  <a:lnTo>
                    <a:pt x="7241947" y="3442877"/>
                  </a:lnTo>
                  <a:lnTo>
                    <a:pt x="7209325" y="3442877"/>
                  </a:lnTo>
                  <a:lnTo>
                    <a:pt x="7209325" y="3442877"/>
                  </a:lnTo>
                  <a:lnTo>
                    <a:pt x="7187578" y="3442877"/>
                  </a:lnTo>
                  <a:lnTo>
                    <a:pt x="7187578" y="3442877"/>
                  </a:lnTo>
                  <a:lnTo>
                    <a:pt x="7149519" y="3442877"/>
                  </a:lnTo>
                  <a:lnTo>
                    <a:pt x="7149519" y="3442877"/>
                  </a:lnTo>
                  <a:lnTo>
                    <a:pt x="7111461" y="3442877"/>
                  </a:lnTo>
                  <a:lnTo>
                    <a:pt x="7111461" y="3438316"/>
                  </a:lnTo>
                  <a:lnTo>
                    <a:pt x="7106024" y="3438316"/>
                  </a:lnTo>
                  <a:lnTo>
                    <a:pt x="7106024" y="3438316"/>
                  </a:lnTo>
                  <a:lnTo>
                    <a:pt x="7095150" y="3438316"/>
                  </a:lnTo>
                  <a:lnTo>
                    <a:pt x="7095150" y="3433777"/>
                  </a:lnTo>
                  <a:lnTo>
                    <a:pt x="7089713" y="3433777"/>
                  </a:lnTo>
                  <a:lnTo>
                    <a:pt x="7089713" y="3433777"/>
                  </a:lnTo>
                  <a:lnTo>
                    <a:pt x="7073403" y="3433777"/>
                  </a:lnTo>
                  <a:lnTo>
                    <a:pt x="7073403" y="3429248"/>
                  </a:lnTo>
                  <a:lnTo>
                    <a:pt x="7057092" y="3429248"/>
                  </a:lnTo>
                  <a:lnTo>
                    <a:pt x="7057092" y="3429248"/>
                  </a:lnTo>
                  <a:lnTo>
                    <a:pt x="7051655" y="3429248"/>
                  </a:lnTo>
                  <a:lnTo>
                    <a:pt x="7051655" y="3424729"/>
                  </a:lnTo>
                  <a:lnTo>
                    <a:pt x="7046218" y="3424729"/>
                  </a:lnTo>
                  <a:lnTo>
                    <a:pt x="7046218" y="3424729"/>
                  </a:lnTo>
                  <a:lnTo>
                    <a:pt x="7040781" y="3424729"/>
                  </a:lnTo>
                  <a:lnTo>
                    <a:pt x="7040781" y="3420231"/>
                  </a:lnTo>
                  <a:lnTo>
                    <a:pt x="7024471" y="3420231"/>
                  </a:lnTo>
                  <a:lnTo>
                    <a:pt x="7024471" y="3415732"/>
                  </a:lnTo>
                  <a:lnTo>
                    <a:pt x="7019034" y="3415732"/>
                  </a:lnTo>
                  <a:lnTo>
                    <a:pt x="7019034" y="3415732"/>
                  </a:lnTo>
                  <a:lnTo>
                    <a:pt x="7008160" y="3415732"/>
                  </a:lnTo>
                  <a:lnTo>
                    <a:pt x="7008160" y="3415732"/>
                  </a:lnTo>
                  <a:lnTo>
                    <a:pt x="6997286" y="3415732"/>
                  </a:lnTo>
                  <a:lnTo>
                    <a:pt x="6997286" y="3415732"/>
                  </a:lnTo>
                  <a:lnTo>
                    <a:pt x="6986412" y="3415732"/>
                  </a:lnTo>
                  <a:lnTo>
                    <a:pt x="6986412" y="3411264"/>
                  </a:lnTo>
                  <a:lnTo>
                    <a:pt x="6980975" y="3411264"/>
                  </a:lnTo>
                  <a:lnTo>
                    <a:pt x="6980975" y="3406806"/>
                  </a:lnTo>
                  <a:lnTo>
                    <a:pt x="6975539" y="3406806"/>
                  </a:lnTo>
                  <a:lnTo>
                    <a:pt x="6975539" y="3402347"/>
                  </a:lnTo>
                  <a:lnTo>
                    <a:pt x="6970102" y="3402347"/>
                  </a:lnTo>
                  <a:lnTo>
                    <a:pt x="6970102" y="3402347"/>
                  </a:lnTo>
                  <a:lnTo>
                    <a:pt x="6964665" y="3402347"/>
                  </a:lnTo>
                  <a:lnTo>
                    <a:pt x="6964665" y="3402347"/>
                  </a:lnTo>
                  <a:lnTo>
                    <a:pt x="6959228" y="3402347"/>
                  </a:lnTo>
                  <a:lnTo>
                    <a:pt x="6959228" y="3397939"/>
                  </a:lnTo>
                  <a:lnTo>
                    <a:pt x="6953791" y="3397939"/>
                  </a:lnTo>
                  <a:lnTo>
                    <a:pt x="6953791" y="3397939"/>
                  </a:lnTo>
                  <a:lnTo>
                    <a:pt x="6937480" y="3397939"/>
                  </a:lnTo>
                  <a:lnTo>
                    <a:pt x="6937480" y="3393550"/>
                  </a:lnTo>
                  <a:lnTo>
                    <a:pt x="6932043" y="3393550"/>
                  </a:lnTo>
                  <a:lnTo>
                    <a:pt x="6932043" y="3393550"/>
                  </a:lnTo>
                  <a:lnTo>
                    <a:pt x="6921170" y="3393550"/>
                  </a:lnTo>
                  <a:lnTo>
                    <a:pt x="6921170" y="3389181"/>
                  </a:lnTo>
                  <a:lnTo>
                    <a:pt x="6861364" y="3389181"/>
                  </a:lnTo>
                  <a:lnTo>
                    <a:pt x="6861364" y="3389181"/>
                  </a:lnTo>
                  <a:lnTo>
                    <a:pt x="6839616" y="3389181"/>
                  </a:lnTo>
                  <a:lnTo>
                    <a:pt x="6839616" y="3389181"/>
                  </a:lnTo>
                  <a:lnTo>
                    <a:pt x="6828742" y="3389181"/>
                  </a:lnTo>
                  <a:lnTo>
                    <a:pt x="6828742" y="3389181"/>
                  </a:lnTo>
                  <a:lnTo>
                    <a:pt x="6812432" y="3389181"/>
                  </a:lnTo>
                  <a:lnTo>
                    <a:pt x="6812432" y="3389181"/>
                  </a:lnTo>
                  <a:lnTo>
                    <a:pt x="6801558" y="3389181"/>
                  </a:lnTo>
                  <a:lnTo>
                    <a:pt x="6801558" y="3384860"/>
                  </a:lnTo>
                  <a:lnTo>
                    <a:pt x="6790684" y="3384860"/>
                  </a:lnTo>
                  <a:lnTo>
                    <a:pt x="6790684" y="3380539"/>
                  </a:lnTo>
                  <a:lnTo>
                    <a:pt x="6774373" y="3380539"/>
                  </a:lnTo>
                  <a:lnTo>
                    <a:pt x="6774373" y="3376236"/>
                  </a:lnTo>
                  <a:lnTo>
                    <a:pt x="6758063" y="3376236"/>
                  </a:lnTo>
                  <a:lnTo>
                    <a:pt x="6758063" y="3371932"/>
                  </a:lnTo>
                  <a:lnTo>
                    <a:pt x="6752626" y="3371932"/>
                  </a:lnTo>
                  <a:lnTo>
                    <a:pt x="6752626" y="3371932"/>
                  </a:lnTo>
                  <a:lnTo>
                    <a:pt x="6741752" y="3371932"/>
                  </a:lnTo>
                  <a:lnTo>
                    <a:pt x="6741752" y="3367637"/>
                  </a:lnTo>
                  <a:lnTo>
                    <a:pt x="6736315" y="3367637"/>
                  </a:lnTo>
                  <a:lnTo>
                    <a:pt x="6736315" y="3363342"/>
                  </a:lnTo>
                  <a:lnTo>
                    <a:pt x="6720004" y="3363342"/>
                  </a:lnTo>
                  <a:lnTo>
                    <a:pt x="6720004" y="3363342"/>
                  </a:lnTo>
                  <a:lnTo>
                    <a:pt x="6714568" y="3363342"/>
                  </a:lnTo>
                  <a:lnTo>
                    <a:pt x="6714568" y="3363342"/>
                  </a:lnTo>
                  <a:lnTo>
                    <a:pt x="6698257" y="3363342"/>
                  </a:lnTo>
                  <a:lnTo>
                    <a:pt x="6698257" y="3363342"/>
                  </a:lnTo>
                  <a:lnTo>
                    <a:pt x="6692820" y="3363342"/>
                  </a:lnTo>
                  <a:lnTo>
                    <a:pt x="6692820" y="3363342"/>
                  </a:lnTo>
                  <a:lnTo>
                    <a:pt x="6671072" y="3363342"/>
                  </a:lnTo>
                  <a:lnTo>
                    <a:pt x="6671072" y="3359093"/>
                  </a:lnTo>
                  <a:lnTo>
                    <a:pt x="6660199" y="3359093"/>
                  </a:lnTo>
                  <a:lnTo>
                    <a:pt x="6660199" y="3359093"/>
                  </a:lnTo>
                  <a:lnTo>
                    <a:pt x="6638451" y="3359093"/>
                  </a:lnTo>
                  <a:lnTo>
                    <a:pt x="6638451" y="3359093"/>
                  </a:lnTo>
                  <a:lnTo>
                    <a:pt x="6633014" y="3359093"/>
                  </a:lnTo>
                  <a:lnTo>
                    <a:pt x="6633014" y="3359093"/>
                  </a:lnTo>
                  <a:lnTo>
                    <a:pt x="6627577" y="3359093"/>
                  </a:lnTo>
                  <a:lnTo>
                    <a:pt x="6627577" y="3354880"/>
                  </a:lnTo>
                  <a:lnTo>
                    <a:pt x="6611266" y="3354880"/>
                  </a:lnTo>
                  <a:lnTo>
                    <a:pt x="6611266" y="3354880"/>
                  </a:lnTo>
                  <a:lnTo>
                    <a:pt x="6600393" y="3354880"/>
                  </a:lnTo>
                  <a:lnTo>
                    <a:pt x="6600393" y="3354880"/>
                  </a:lnTo>
                  <a:lnTo>
                    <a:pt x="6594956" y="3354880"/>
                  </a:lnTo>
                  <a:lnTo>
                    <a:pt x="6594956" y="3354880"/>
                  </a:lnTo>
                  <a:lnTo>
                    <a:pt x="6589519" y="3354880"/>
                  </a:lnTo>
                  <a:lnTo>
                    <a:pt x="6589519" y="3354880"/>
                  </a:lnTo>
                  <a:lnTo>
                    <a:pt x="6584082" y="3354880"/>
                  </a:lnTo>
                  <a:lnTo>
                    <a:pt x="6584082" y="3350720"/>
                  </a:lnTo>
                  <a:lnTo>
                    <a:pt x="6578645" y="3350720"/>
                  </a:lnTo>
                  <a:lnTo>
                    <a:pt x="6578645" y="3350720"/>
                  </a:lnTo>
                  <a:lnTo>
                    <a:pt x="6562334" y="3350720"/>
                  </a:lnTo>
                  <a:lnTo>
                    <a:pt x="6562334" y="3350720"/>
                  </a:lnTo>
                  <a:lnTo>
                    <a:pt x="6551461" y="3350720"/>
                  </a:lnTo>
                  <a:lnTo>
                    <a:pt x="6551461" y="3350720"/>
                  </a:lnTo>
                  <a:lnTo>
                    <a:pt x="6546024" y="3350720"/>
                  </a:lnTo>
                  <a:lnTo>
                    <a:pt x="6546024" y="3350720"/>
                  </a:lnTo>
                  <a:lnTo>
                    <a:pt x="6535150" y="3350720"/>
                  </a:lnTo>
                  <a:lnTo>
                    <a:pt x="6535150" y="3346604"/>
                  </a:lnTo>
                  <a:lnTo>
                    <a:pt x="6524276" y="3346604"/>
                  </a:lnTo>
                  <a:lnTo>
                    <a:pt x="6524276" y="3342487"/>
                  </a:lnTo>
                  <a:lnTo>
                    <a:pt x="6518839" y="3342487"/>
                  </a:lnTo>
                  <a:lnTo>
                    <a:pt x="6518839" y="3338369"/>
                  </a:lnTo>
                  <a:lnTo>
                    <a:pt x="6502529" y="3338369"/>
                  </a:lnTo>
                  <a:lnTo>
                    <a:pt x="6502529" y="3334251"/>
                  </a:lnTo>
                  <a:lnTo>
                    <a:pt x="6497092" y="3334251"/>
                  </a:lnTo>
                  <a:lnTo>
                    <a:pt x="6497092" y="3334251"/>
                  </a:lnTo>
                  <a:lnTo>
                    <a:pt x="6491655" y="3334251"/>
                  </a:lnTo>
                  <a:lnTo>
                    <a:pt x="6491655" y="3326030"/>
                  </a:lnTo>
                  <a:lnTo>
                    <a:pt x="6486218" y="3326030"/>
                  </a:lnTo>
                  <a:lnTo>
                    <a:pt x="6486218" y="3321918"/>
                  </a:lnTo>
                  <a:lnTo>
                    <a:pt x="6480781" y="3321918"/>
                  </a:lnTo>
                  <a:lnTo>
                    <a:pt x="6480781" y="3321918"/>
                  </a:lnTo>
                  <a:lnTo>
                    <a:pt x="6459033" y="3321918"/>
                  </a:lnTo>
                  <a:lnTo>
                    <a:pt x="6459033" y="3321918"/>
                  </a:lnTo>
                  <a:lnTo>
                    <a:pt x="6453596" y="3321918"/>
                  </a:lnTo>
                  <a:lnTo>
                    <a:pt x="6453596" y="3313728"/>
                  </a:lnTo>
                  <a:lnTo>
                    <a:pt x="6431849" y="3313728"/>
                  </a:lnTo>
                  <a:lnTo>
                    <a:pt x="6431849" y="3309632"/>
                  </a:lnTo>
                  <a:lnTo>
                    <a:pt x="6415538" y="3309632"/>
                  </a:lnTo>
                  <a:lnTo>
                    <a:pt x="6415538" y="3305535"/>
                  </a:lnTo>
                  <a:lnTo>
                    <a:pt x="6404664" y="3305535"/>
                  </a:lnTo>
                  <a:lnTo>
                    <a:pt x="6404664" y="3301446"/>
                  </a:lnTo>
                  <a:lnTo>
                    <a:pt x="6393791" y="3301446"/>
                  </a:lnTo>
                  <a:lnTo>
                    <a:pt x="6393791" y="3297357"/>
                  </a:lnTo>
                  <a:lnTo>
                    <a:pt x="6372043" y="3297357"/>
                  </a:lnTo>
                  <a:lnTo>
                    <a:pt x="6372043" y="3293275"/>
                  </a:lnTo>
                  <a:lnTo>
                    <a:pt x="6366606" y="3293275"/>
                  </a:lnTo>
                  <a:lnTo>
                    <a:pt x="6366606" y="3289193"/>
                  </a:lnTo>
                  <a:lnTo>
                    <a:pt x="6361169" y="3289193"/>
                  </a:lnTo>
                  <a:lnTo>
                    <a:pt x="6361169" y="3285110"/>
                  </a:lnTo>
                  <a:lnTo>
                    <a:pt x="6355732" y="3285110"/>
                  </a:lnTo>
                  <a:lnTo>
                    <a:pt x="6355732" y="3285110"/>
                  </a:lnTo>
                  <a:lnTo>
                    <a:pt x="6350295" y="3285110"/>
                  </a:lnTo>
                  <a:lnTo>
                    <a:pt x="6350295" y="3276991"/>
                  </a:lnTo>
                  <a:lnTo>
                    <a:pt x="6339422" y="3276991"/>
                  </a:lnTo>
                  <a:lnTo>
                    <a:pt x="6339422" y="3272932"/>
                  </a:lnTo>
                  <a:lnTo>
                    <a:pt x="6333985" y="3272932"/>
                  </a:lnTo>
                  <a:lnTo>
                    <a:pt x="6333985" y="3272932"/>
                  </a:lnTo>
                  <a:lnTo>
                    <a:pt x="6317674" y="3272932"/>
                  </a:lnTo>
                  <a:lnTo>
                    <a:pt x="6317674" y="3268879"/>
                  </a:lnTo>
                  <a:lnTo>
                    <a:pt x="6290490" y="3268879"/>
                  </a:lnTo>
                  <a:lnTo>
                    <a:pt x="6290490" y="3268879"/>
                  </a:lnTo>
                  <a:lnTo>
                    <a:pt x="6279616" y="3268879"/>
                  </a:lnTo>
                  <a:lnTo>
                    <a:pt x="6279616" y="3268879"/>
                  </a:lnTo>
                  <a:lnTo>
                    <a:pt x="6268742" y="3268879"/>
                  </a:lnTo>
                  <a:lnTo>
                    <a:pt x="6268742" y="3268879"/>
                  </a:lnTo>
                  <a:lnTo>
                    <a:pt x="6257868" y="3268879"/>
                  </a:lnTo>
                  <a:lnTo>
                    <a:pt x="6257868" y="3268879"/>
                  </a:lnTo>
                  <a:lnTo>
                    <a:pt x="6246994" y="3268879"/>
                  </a:lnTo>
                  <a:lnTo>
                    <a:pt x="6246994" y="3268879"/>
                  </a:lnTo>
                  <a:lnTo>
                    <a:pt x="6219810" y="3268879"/>
                  </a:lnTo>
                  <a:lnTo>
                    <a:pt x="6219810" y="3264866"/>
                  </a:lnTo>
                  <a:lnTo>
                    <a:pt x="6203499" y="3264866"/>
                  </a:lnTo>
                  <a:lnTo>
                    <a:pt x="6203499" y="3264866"/>
                  </a:lnTo>
                  <a:lnTo>
                    <a:pt x="6160004" y="3264866"/>
                  </a:lnTo>
                  <a:lnTo>
                    <a:pt x="6160004" y="3264866"/>
                  </a:lnTo>
                  <a:lnTo>
                    <a:pt x="6154567" y="3264866"/>
                  </a:lnTo>
                  <a:lnTo>
                    <a:pt x="6154567" y="3260884"/>
                  </a:lnTo>
                  <a:lnTo>
                    <a:pt x="6149130" y="3260884"/>
                  </a:lnTo>
                  <a:lnTo>
                    <a:pt x="6149130" y="3260884"/>
                  </a:lnTo>
                  <a:lnTo>
                    <a:pt x="6138256" y="3260884"/>
                  </a:lnTo>
                  <a:lnTo>
                    <a:pt x="6138256" y="3260884"/>
                  </a:lnTo>
                  <a:lnTo>
                    <a:pt x="6121946" y="3260884"/>
                  </a:lnTo>
                  <a:lnTo>
                    <a:pt x="6121946" y="3260884"/>
                  </a:lnTo>
                  <a:lnTo>
                    <a:pt x="6116509" y="3260884"/>
                  </a:lnTo>
                  <a:lnTo>
                    <a:pt x="6116509" y="3260884"/>
                  </a:lnTo>
                  <a:lnTo>
                    <a:pt x="6094761" y="3260884"/>
                  </a:lnTo>
                  <a:lnTo>
                    <a:pt x="6094761" y="3256940"/>
                  </a:lnTo>
                  <a:lnTo>
                    <a:pt x="6083887" y="3256940"/>
                  </a:lnTo>
                  <a:lnTo>
                    <a:pt x="6083887" y="3256940"/>
                  </a:lnTo>
                  <a:lnTo>
                    <a:pt x="6073014" y="3256940"/>
                  </a:lnTo>
                  <a:lnTo>
                    <a:pt x="6073014" y="3256940"/>
                  </a:lnTo>
                  <a:lnTo>
                    <a:pt x="6067577" y="3256940"/>
                  </a:lnTo>
                  <a:lnTo>
                    <a:pt x="6067577" y="3256940"/>
                  </a:lnTo>
                  <a:lnTo>
                    <a:pt x="6051266" y="3256940"/>
                  </a:lnTo>
                  <a:lnTo>
                    <a:pt x="6051266" y="3253025"/>
                  </a:lnTo>
                  <a:lnTo>
                    <a:pt x="6045829" y="3253025"/>
                  </a:lnTo>
                  <a:lnTo>
                    <a:pt x="6045829" y="3253025"/>
                  </a:lnTo>
                  <a:lnTo>
                    <a:pt x="6034955" y="3253025"/>
                  </a:lnTo>
                  <a:lnTo>
                    <a:pt x="6034955" y="3253025"/>
                  </a:lnTo>
                  <a:lnTo>
                    <a:pt x="6029518" y="3253025"/>
                  </a:lnTo>
                  <a:lnTo>
                    <a:pt x="6029518" y="3253025"/>
                  </a:lnTo>
                  <a:lnTo>
                    <a:pt x="6024082" y="3253025"/>
                  </a:lnTo>
                  <a:lnTo>
                    <a:pt x="6024082" y="3249132"/>
                  </a:lnTo>
                  <a:lnTo>
                    <a:pt x="6013208" y="3249132"/>
                  </a:lnTo>
                  <a:lnTo>
                    <a:pt x="6013208" y="3249132"/>
                  </a:lnTo>
                  <a:lnTo>
                    <a:pt x="6007771" y="3249132"/>
                  </a:lnTo>
                  <a:lnTo>
                    <a:pt x="6007771" y="3245253"/>
                  </a:lnTo>
                  <a:lnTo>
                    <a:pt x="5980586" y="3245253"/>
                  </a:lnTo>
                  <a:lnTo>
                    <a:pt x="5980586" y="3245253"/>
                  </a:lnTo>
                  <a:lnTo>
                    <a:pt x="5975150" y="3245253"/>
                  </a:lnTo>
                  <a:lnTo>
                    <a:pt x="5975150" y="3245253"/>
                  </a:lnTo>
                  <a:lnTo>
                    <a:pt x="5958839" y="3245253"/>
                  </a:lnTo>
                  <a:lnTo>
                    <a:pt x="5958839" y="3241396"/>
                  </a:lnTo>
                  <a:lnTo>
                    <a:pt x="5937091" y="3241396"/>
                  </a:lnTo>
                  <a:lnTo>
                    <a:pt x="5937091" y="3237553"/>
                  </a:lnTo>
                  <a:lnTo>
                    <a:pt x="5931654" y="3237553"/>
                  </a:lnTo>
                  <a:lnTo>
                    <a:pt x="5931654" y="3237553"/>
                  </a:lnTo>
                  <a:lnTo>
                    <a:pt x="5915344" y="3237553"/>
                  </a:lnTo>
                  <a:lnTo>
                    <a:pt x="5915344" y="3233716"/>
                  </a:lnTo>
                  <a:lnTo>
                    <a:pt x="5909907" y="3233716"/>
                  </a:lnTo>
                  <a:lnTo>
                    <a:pt x="5909907" y="3229879"/>
                  </a:lnTo>
                  <a:lnTo>
                    <a:pt x="5899033" y="3229879"/>
                  </a:lnTo>
                  <a:lnTo>
                    <a:pt x="5899033" y="3226041"/>
                  </a:lnTo>
                  <a:lnTo>
                    <a:pt x="5871848" y="3226041"/>
                  </a:lnTo>
                  <a:lnTo>
                    <a:pt x="5871848" y="3222203"/>
                  </a:lnTo>
                  <a:lnTo>
                    <a:pt x="5860975" y="3222203"/>
                  </a:lnTo>
                  <a:lnTo>
                    <a:pt x="5860975" y="3222203"/>
                  </a:lnTo>
                  <a:lnTo>
                    <a:pt x="5850101" y="3222203"/>
                  </a:lnTo>
                  <a:lnTo>
                    <a:pt x="5850101" y="3222203"/>
                  </a:lnTo>
                  <a:lnTo>
                    <a:pt x="5833790" y="3222203"/>
                  </a:lnTo>
                  <a:lnTo>
                    <a:pt x="5833790" y="3218378"/>
                  </a:lnTo>
                  <a:lnTo>
                    <a:pt x="5822916" y="3218378"/>
                  </a:lnTo>
                  <a:lnTo>
                    <a:pt x="5822916" y="3214554"/>
                  </a:lnTo>
                  <a:lnTo>
                    <a:pt x="5817479" y="3214554"/>
                  </a:lnTo>
                  <a:lnTo>
                    <a:pt x="5817479" y="3210728"/>
                  </a:lnTo>
                  <a:lnTo>
                    <a:pt x="5812043" y="3210728"/>
                  </a:lnTo>
                  <a:lnTo>
                    <a:pt x="5812043" y="3206916"/>
                  </a:lnTo>
                  <a:lnTo>
                    <a:pt x="5806606" y="3206916"/>
                  </a:lnTo>
                  <a:lnTo>
                    <a:pt x="5806606" y="3206916"/>
                  </a:lnTo>
                  <a:lnTo>
                    <a:pt x="5790295" y="3206916"/>
                  </a:lnTo>
                  <a:lnTo>
                    <a:pt x="5790295" y="3206916"/>
                  </a:lnTo>
                  <a:lnTo>
                    <a:pt x="5784858" y="3206916"/>
                  </a:lnTo>
                  <a:lnTo>
                    <a:pt x="5784858" y="3206916"/>
                  </a:lnTo>
                  <a:lnTo>
                    <a:pt x="5768547" y="3206916"/>
                  </a:lnTo>
                  <a:lnTo>
                    <a:pt x="5768547" y="3206916"/>
                  </a:lnTo>
                  <a:lnTo>
                    <a:pt x="5746800" y="3206916"/>
                  </a:lnTo>
                  <a:lnTo>
                    <a:pt x="5746800" y="3206916"/>
                  </a:lnTo>
                  <a:lnTo>
                    <a:pt x="5741363" y="3206916"/>
                  </a:lnTo>
                  <a:lnTo>
                    <a:pt x="5741363" y="3206916"/>
                  </a:lnTo>
                  <a:lnTo>
                    <a:pt x="5725052" y="3206916"/>
                  </a:lnTo>
                  <a:lnTo>
                    <a:pt x="5725052" y="3203172"/>
                  </a:lnTo>
                  <a:lnTo>
                    <a:pt x="5719615" y="3203172"/>
                  </a:lnTo>
                  <a:lnTo>
                    <a:pt x="5719615" y="3203172"/>
                  </a:lnTo>
                  <a:lnTo>
                    <a:pt x="5714178" y="3203172"/>
                  </a:lnTo>
                  <a:lnTo>
                    <a:pt x="5714178" y="3195696"/>
                  </a:lnTo>
                  <a:lnTo>
                    <a:pt x="5703305" y="3195696"/>
                  </a:lnTo>
                  <a:lnTo>
                    <a:pt x="5703305" y="3195696"/>
                  </a:lnTo>
                  <a:lnTo>
                    <a:pt x="5692431" y="3195696"/>
                  </a:lnTo>
                  <a:lnTo>
                    <a:pt x="5692431" y="3195696"/>
                  </a:lnTo>
                  <a:lnTo>
                    <a:pt x="5670683" y="3195696"/>
                  </a:lnTo>
                  <a:lnTo>
                    <a:pt x="5670683" y="3195696"/>
                  </a:lnTo>
                  <a:lnTo>
                    <a:pt x="5648936" y="3195696"/>
                  </a:lnTo>
                  <a:lnTo>
                    <a:pt x="5648936" y="3188283"/>
                  </a:lnTo>
                  <a:lnTo>
                    <a:pt x="5632625" y="3188283"/>
                  </a:lnTo>
                  <a:lnTo>
                    <a:pt x="5632625" y="3180869"/>
                  </a:lnTo>
                  <a:lnTo>
                    <a:pt x="5627188" y="3180869"/>
                  </a:lnTo>
                  <a:lnTo>
                    <a:pt x="5627188" y="3180869"/>
                  </a:lnTo>
                  <a:lnTo>
                    <a:pt x="5605440" y="3180869"/>
                  </a:lnTo>
                  <a:lnTo>
                    <a:pt x="5605440" y="3180869"/>
                  </a:lnTo>
                  <a:lnTo>
                    <a:pt x="5594567" y="3180869"/>
                  </a:lnTo>
                  <a:lnTo>
                    <a:pt x="5594567" y="3180869"/>
                  </a:lnTo>
                  <a:lnTo>
                    <a:pt x="5589130" y="3180869"/>
                  </a:lnTo>
                  <a:lnTo>
                    <a:pt x="5589130" y="3180869"/>
                  </a:lnTo>
                  <a:lnTo>
                    <a:pt x="5583693" y="3180869"/>
                  </a:lnTo>
                  <a:lnTo>
                    <a:pt x="5583693" y="3177194"/>
                  </a:lnTo>
                  <a:lnTo>
                    <a:pt x="5578256" y="3177194"/>
                  </a:lnTo>
                  <a:lnTo>
                    <a:pt x="5578256" y="3173518"/>
                  </a:lnTo>
                  <a:lnTo>
                    <a:pt x="5561945" y="3173518"/>
                  </a:lnTo>
                  <a:lnTo>
                    <a:pt x="5561945" y="3173518"/>
                  </a:lnTo>
                  <a:lnTo>
                    <a:pt x="5556508" y="3173518"/>
                  </a:lnTo>
                  <a:lnTo>
                    <a:pt x="5556508" y="3162507"/>
                  </a:lnTo>
                  <a:lnTo>
                    <a:pt x="5551072" y="3162507"/>
                  </a:lnTo>
                  <a:lnTo>
                    <a:pt x="5551072" y="3158836"/>
                  </a:lnTo>
                  <a:lnTo>
                    <a:pt x="5545635" y="3158836"/>
                  </a:lnTo>
                  <a:lnTo>
                    <a:pt x="5545635" y="3158836"/>
                  </a:lnTo>
                  <a:lnTo>
                    <a:pt x="5518450" y="3158836"/>
                  </a:lnTo>
                  <a:lnTo>
                    <a:pt x="5518450" y="3158836"/>
                  </a:lnTo>
                  <a:lnTo>
                    <a:pt x="5507576" y="3158836"/>
                  </a:lnTo>
                  <a:lnTo>
                    <a:pt x="5507576" y="3155177"/>
                  </a:lnTo>
                  <a:lnTo>
                    <a:pt x="5502139" y="3155177"/>
                  </a:lnTo>
                  <a:lnTo>
                    <a:pt x="5502139" y="3155177"/>
                  </a:lnTo>
                  <a:lnTo>
                    <a:pt x="5496703" y="3155177"/>
                  </a:lnTo>
                  <a:lnTo>
                    <a:pt x="5496703" y="3155177"/>
                  </a:lnTo>
                  <a:lnTo>
                    <a:pt x="5491266" y="3155177"/>
                  </a:lnTo>
                  <a:lnTo>
                    <a:pt x="5491266" y="3151530"/>
                  </a:lnTo>
                  <a:lnTo>
                    <a:pt x="5480392" y="3151530"/>
                  </a:lnTo>
                  <a:lnTo>
                    <a:pt x="5480392" y="3144235"/>
                  </a:lnTo>
                  <a:lnTo>
                    <a:pt x="5464081" y="3144235"/>
                  </a:lnTo>
                  <a:lnTo>
                    <a:pt x="5464081" y="3140593"/>
                  </a:lnTo>
                  <a:lnTo>
                    <a:pt x="5442334" y="3140593"/>
                  </a:lnTo>
                  <a:lnTo>
                    <a:pt x="5442334" y="3136957"/>
                  </a:lnTo>
                  <a:lnTo>
                    <a:pt x="5431460" y="3136957"/>
                  </a:lnTo>
                  <a:lnTo>
                    <a:pt x="5431460" y="3133321"/>
                  </a:lnTo>
                  <a:lnTo>
                    <a:pt x="5420586" y="3133321"/>
                  </a:lnTo>
                  <a:lnTo>
                    <a:pt x="5420586" y="3129684"/>
                  </a:lnTo>
                  <a:lnTo>
                    <a:pt x="5409712" y="3129684"/>
                  </a:lnTo>
                  <a:lnTo>
                    <a:pt x="5409712" y="3126053"/>
                  </a:lnTo>
                  <a:lnTo>
                    <a:pt x="5404275" y="3126053"/>
                  </a:lnTo>
                  <a:lnTo>
                    <a:pt x="5404275" y="3122428"/>
                  </a:lnTo>
                  <a:lnTo>
                    <a:pt x="5377091" y="3122428"/>
                  </a:lnTo>
                  <a:lnTo>
                    <a:pt x="5377091" y="3118802"/>
                  </a:lnTo>
                  <a:lnTo>
                    <a:pt x="5366217" y="3118802"/>
                  </a:lnTo>
                  <a:lnTo>
                    <a:pt x="5366217" y="3118802"/>
                  </a:lnTo>
                  <a:lnTo>
                    <a:pt x="5360780" y="3118802"/>
                  </a:lnTo>
                  <a:lnTo>
                    <a:pt x="5360780" y="3115182"/>
                  </a:lnTo>
                  <a:lnTo>
                    <a:pt x="5344469" y="3115182"/>
                  </a:lnTo>
                  <a:lnTo>
                    <a:pt x="5344469" y="3115182"/>
                  </a:lnTo>
                  <a:lnTo>
                    <a:pt x="5333596" y="3115182"/>
                  </a:lnTo>
                  <a:lnTo>
                    <a:pt x="5333596" y="3111567"/>
                  </a:lnTo>
                  <a:lnTo>
                    <a:pt x="5311848" y="3111567"/>
                  </a:lnTo>
                  <a:lnTo>
                    <a:pt x="5311848" y="3107952"/>
                  </a:lnTo>
                  <a:lnTo>
                    <a:pt x="5284664" y="3107952"/>
                  </a:lnTo>
                  <a:lnTo>
                    <a:pt x="5284664" y="3107952"/>
                  </a:lnTo>
                  <a:lnTo>
                    <a:pt x="5273790" y="3107952"/>
                  </a:lnTo>
                  <a:lnTo>
                    <a:pt x="5273790" y="3107952"/>
                  </a:lnTo>
                  <a:lnTo>
                    <a:pt x="5268353" y="3107952"/>
                  </a:lnTo>
                  <a:lnTo>
                    <a:pt x="5268353" y="3100757"/>
                  </a:lnTo>
                  <a:lnTo>
                    <a:pt x="5262916" y="3100757"/>
                  </a:lnTo>
                  <a:lnTo>
                    <a:pt x="5262916" y="3097164"/>
                  </a:lnTo>
                  <a:lnTo>
                    <a:pt x="5246605" y="3097164"/>
                  </a:lnTo>
                  <a:lnTo>
                    <a:pt x="5246605" y="3093572"/>
                  </a:lnTo>
                  <a:lnTo>
                    <a:pt x="5241168" y="3093572"/>
                  </a:lnTo>
                  <a:lnTo>
                    <a:pt x="5241168" y="3093572"/>
                  </a:lnTo>
                  <a:lnTo>
                    <a:pt x="5235731" y="3093572"/>
                  </a:lnTo>
                  <a:lnTo>
                    <a:pt x="5235731" y="3089985"/>
                  </a:lnTo>
                  <a:lnTo>
                    <a:pt x="5230295" y="3089985"/>
                  </a:lnTo>
                  <a:lnTo>
                    <a:pt x="5230295" y="3082809"/>
                  </a:lnTo>
                  <a:lnTo>
                    <a:pt x="5219421" y="3082809"/>
                  </a:lnTo>
                  <a:lnTo>
                    <a:pt x="5219421" y="3082809"/>
                  </a:lnTo>
                  <a:lnTo>
                    <a:pt x="5213984" y="3082809"/>
                  </a:lnTo>
                  <a:lnTo>
                    <a:pt x="5213984" y="3075655"/>
                  </a:lnTo>
                  <a:lnTo>
                    <a:pt x="5208547" y="3075655"/>
                  </a:lnTo>
                  <a:lnTo>
                    <a:pt x="5208547" y="3075655"/>
                  </a:lnTo>
                  <a:lnTo>
                    <a:pt x="5197673" y="3075655"/>
                  </a:lnTo>
                  <a:lnTo>
                    <a:pt x="5197673" y="3075655"/>
                  </a:lnTo>
                  <a:lnTo>
                    <a:pt x="5192236" y="3075655"/>
                  </a:lnTo>
                  <a:lnTo>
                    <a:pt x="5192236" y="3068534"/>
                  </a:lnTo>
                  <a:lnTo>
                    <a:pt x="5181363" y="3068534"/>
                  </a:lnTo>
                  <a:lnTo>
                    <a:pt x="5181363" y="3068534"/>
                  </a:lnTo>
                  <a:lnTo>
                    <a:pt x="5175926" y="3068534"/>
                  </a:lnTo>
                  <a:lnTo>
                    <a:pt x="5175926" y="3064979"/>
                  </a:lnTo>
                  <a:lnTo>
                    <a:pt x="5165052" y="3064979"/>
                  </a:lnTo>
                  <a:lnTo>
                    <a:pt x="5165052" y="3061424"/>
                  </a:lnTo>
                  <a:lnTo>
                    <a:pt x="5159615" y="3061424"/>
                  </a:lnTo>
                  <a:lnTo>
                    <a:pt x="5159615" y="3054311"/>
                  </a:lnTo>
                  <a:lnTo>
                    <a:pt x="5137867" y="3054311"/>
                  </a:lnTo>
                  <a:lnTo>
                    <a:pt x="5137867" y="3054311"/>
                  </a:lnTo>
                  <a:lnTo>
                    <a:pt x="5121557" y="3054311"/>
                  </a:lnTo>
                  <a:lnTo>
                    <a:pt x="5121557" y="3043657"/>
                  </a:lnTo>
                  <a:lnTo>
                    <a:pt x="5099809" y="3043657"/>
                  </a:lnTo>
                  <a:lnTo>
                    <a:pt x="5099809" y="3043657"/>
                  </a:lnTo>
                  <a:lnTo>
                    <a:pt x="5094372" y="3043657"/>
                  </a:lnTo>
                  <a:lnTo>
                    <a:pt x="5094372" y="3043657"/>
                  </a:lnTo>
                  <a:lnTo>
                    <a:pt x="5072625" y="3043657"/>
                  </a:lnTo>
                  <a:lnTo>
                    <a:pt x="5072625" y="3040122"/>
                  </a:lnTo>
                  <a:lnTo>
                    <a:pt x="5061751" y="3040122"/>
                  </a:lnTo>
                  <a:lnTo>
                    <a:pt x="5061751" y="3040122"/>
                  </a:lnTo>
                  <a:lnTo>
                    <a:pt x="5056314" y="3040122"/>
                  </a:lnTo>
                  <a:lnTo>
                    <a:pt x="5056314" y="3040122"/>
                  </a:lnTo>
                  <a:lnTo>
                    <a:pt x="5040003" y="3040122"/>
                  </a:lnTo>
                  <a:lnTo>
                    <a:pt x="5040003" y="3036597"/>
                  </a:lnTo>
                  <a:lnTo>
                    <a:pt x="5034566" y="3036597"/>
                  </a:lnTo>
                  <a:lnTo>
                    <a:pt x="5034566" y="3029547"/>
                  </a:lnTo>
                  <a:lnTo>
                    <a:pt x="5029129" y="3029547"/>
                  </a:lnTo>
                  <a:lnTo>
                    <a:pt x="5029129" y="3029547"/>
                  </a:lnTo>
                  <a:lnTo>
                    <a:pt x="5023693" y="3029547"/>
                  </a:lnTo>
                  <a:lnTo>
                    <a:pt x="5023693" y="3029547"/>
                  </a:lnTo>
                  <a:lnTo>
                    <a:pt x="5012819" y="3029547"/>
                  </a:lnTo>
                  <a:lnTo>
                    <a:pt x="5012819" y="3029547"/>
                  </a:lnTo>
                  <a:lnTo>
                    <a:pt x="5007382" y="3029547"/>
                  </a:lnTo>
                  <a:lnTo>
                    <a:pt x="5007382" y="3029547"/>
                  </a:lnTo>
                  <a:lnTo>
                    <a:pt x="4991071" y="3029547"/>
                  </a:lnTo>
                  <a:lnTo>
                    <a:pt x="4991071" y="3026054"/>
                  </a:lnTo>
                  <a:lnTo>
                    <a:pt x="4980197" y="3026054"/>
                  </a:lnTo>
                  <a:lnTo>
                    <a:pt x="4980197" y="3022571"/>
                  </a:lnTo>
                  <a:lnTo>
                    <a:pt x="4969324" y="3022571"/>
                  </a:lnTo>
                  <a:lnTo>
                    <a:pt x="4969324" y="3012137"/>
                  </a:lnTo>
                  <a:lnTo>
                    <a:pt x="4947576" y="3012137"/>
                  </a:lnTo>
                  <a:lnTo>
                    <a:pt x="4947576" y="3012137"/>
                  </a:lnTo>
                  <a:lnTo>
                    <a:pt x="4936702" y="3012137"/>
                  </a:lnTo>
                  <a:lnTo>
                    <a:pt x="4936702" y="3008674"/>
                  </a:lnTo>
                  <a:lnTo>
                    <a:pt x="4931265" y="3008674"/>
                  </a:lnTo>
                  <a:lnTo>
                    <a:pt x="4931265" y="3008674"/>
                  </a:lnTo>
                  <a:lnTo>
                    <a:pt x="4920391" y="3008674"/>
                  </a:lnTo>
                  <a:lnTo>
                    <a:pt x="4920391" y="3001757"/>
                  </a:lnTo>
                  <a:lnTo>
                    <a:pt x="4914955" y="3001757"/>
                  </a:lnTo>
                  <a:lnTo>
                    <a:pt x="4914955" y="3001757"/>
                  </a:lnTo>
                  <a:lnTo>
                    <a:pt x="4909518" y="3001757"/>
                  </a:lnTo>
                  <a:lnTo>
                    <a:pt x="4909518" y="2998319"/>
                  </a:lnTo>
                  <a:lnTo>
                    <a:pt x="4904081" y="2998319"/>
                  </a:lnTo>
                  <a:lnTo>
                    <a:pt x="4904081" y="2994886"/>
                  </a:lnTo>
                  <a:lnTo>
                    <a:pt x="4871459" y="2994886"/>
                  </a:lnTo>
                  <a:lnTo>
                    <a:pt x="4871459" y="2994886"/>
                  </a:lnTo>
                  <a:lnTo>
                    <a:pt x="4866022" y="2994886"/>
                  </a:lnTo>
                  <a:lnTo>
                    <a:pt x="4866022" y="2994886"/>
                  </a:lnTo>
                  <a:lnTo>
                    <a:pt x="4849712" y="2994886"/>
                  </a:lnTo>
                  <a:lnTo>
                    <a:pt x="4849712" y="2994886"/>
                  </a:lnTo>
                  <a:lnTo>
                    <a:pt x="4838838" y="2994886"/>
                  </a:lnTo>
                  <a:lnTo>
                    <a:pt x="4838838" y="2994886"/>
                  </a:lnTo>
                  <a:lnTo>
                    <a:pt x="4811654" y="2994886"/>
                  </a:lnTo>
                  <a:lnTo>
                    <a:pt x="4811654" y="2991483"/>
                  </a:lnTo>
                  <a:lnTo>
                    <a:pt x="4800780" y="2991483"/>
                  </a:lnTo>
                  <a:lnTo>
                    <a:pt x="4800780" y="2991483"/>
                  </a:lnTo>
                  <a:lnTo>
                    <a:pt x="4795343" y="2991483"/>
                  </a:lnTo>
                  <a:lnTo>
                    <a:pt x="4795343" y="2988084"/>
                  </a:lnTo>
                  <a:lnTo>
                    <a:pt x="4789906" y="2988084"/>
                  </a:lnTo>
                  <a:lnTo>
                    <a:pt x="4789906" y="2988084"/>
                  </a:lnTo>
                  <a:lnTo>
                    <a:pt x="4784469" y="2988084"/>
                  </a:lnTo>
                  <a:lnTo>
                    <a:pt x="4784469" y="2988084"/>
                  </a:lnTo>
                  <a:lnTo>
                    <a:pt x="4773595" y="2988084"/>
                  </a:lnTo>
                  <a:lnTo>
                    <a:pt x="4773595" y="2984695"/>
                  </a:lnTo>
                  <a:lnTo>
                    <a:pt x="4751848" y="2984695"/>
                  </a:lnTo>
                  <a:lnTo>
                    <a:pt x="4751848" y="2981306"/>
                  </a:lnTo>
                  <a:lnTo>
                    <a:pt x="4746411" y="2981306"/>
                  </a:lnTo>
                  <a:lnTo>
                    <a:pt x="4746411" y="2974537"/>
                  </a:lnTo>
                  <a:lnTo>
                    <a:pt x="4740974" y="2974537"/>
                  </a:lnTo>
                  <a:lnTo>
                    <a:pt x="4740974" y="2971152"/>
                  </a:lnTo>
                  <a:lnTo>
                    <a:pt x="4735537" y="2971152"/>
                  </a:lnTo>
                  <a:lnTo>
                    <a:pt x="4735537" y="2967767"/>
                  </a:lnTo>
                  <a:lnTo>
                    <a:pt x="4708352" y="2967767"/>
                  </a:lnTo>
                  <a:lnTo>
                    <a:pt x="4708352" y="2964381"/>
                  </a:lnTo>
                  <a:lnTo>
                    <a:pt x="4692042" y="2964381"/>
                  </a:lnTo>
                  <a:lnTo>
                    <a:pt x="4692042" y="2960995"/>
                  </a:lnTo>
                  <a:lnTo>
                    <a:pt x="4675731" y="2960995"/>
                  </a:lnTo>
                  <a:lnTo>
                    <a:pt x="4675731" y="2960995"/>
                  </a:lnTo>
                  <a:lnTo>
                    <a:pt x="4670294" y="2960995"/>
                  </a:lnTo>
                  <a:lnTo>
                    <a:pt x="4670294" y="2960995"/>
                  </a:lnTo>
                  <a:lnTo>
                    <a:pt x="4664857" y="2960995"/>
                  </a:lnTo>
                  <a:lnTo>
                    <a:pt x="4664857" y="2957624"/>
                  </a:lnTo>
                  <a:lnTo>
                    <a:pt x="4653983" y="2957624"/>
                  </a:lnTo>
                  <a:lnTo>
                    <a:pt x="4653983" y="2954257"/>
                  </a:lnTo>
                  <a:lnTo>
                    <a:pt x="4643110" y="2954257"/>
                  </a:lnTo>
                  <a:lnTo>
                    <a:pt x="4643110" y="2950895"/>
                  </a:lnTo>
                  <a:lnTo>
                    <a:pt x="4632236" y="2950895"/>
                  </a:lnTo>
                  <a:lnTo>
                    <a:pt x="4632236" y="2947532"/>
                  </a:lnTo>
                  <a:lnTo>
                    <a:pt x="4615925" y="2947532"/>
                  </a:lnTo>
                  <a:lnTo>
                    <a:pt x="4615925" y="2944169"/>
                  </a:lnTo>
                  <a:lnTo>
                    <a:pt x="4605051" y="2944169"/>
                  </a:lnTo>
                  <a:lnTo>
                    <a:pt x="4605051" y="2944169"/>
                  </a:lnTo>
                  <a:lnTo>
                    <a:pt x="4594178" y="2944169"/>
                  </a:lnTo>
                  <a:lnTo>
                    <a:pt x="4594178" y="2944169"/>
                  </a:lnTo>
                  <a:lnTo>
                    <a:pt x="4588741" y="2944169"/>
                  </a:lnTo>
                  <a:lnTo>
                    <a:pt x="4588741" y="2944169"/>
                  </a:lnTo>
                  <a:lnTo>
                    <a:pt x="4583304" y="2944169"/>
                  </a:lnTo>
                  <a:lnTo>
                    <a:pt x="4583304" y="2944169"/>
                  </a:lnTo>
                  <a:lnTo>
                    <a:pt x="4577867" y="2944169"/>
                  </a:lnTo>
                  <a:lnTo>
                    <a:pt x="4577867" y="2940834"/>
                  </a:lnTo>
                  <a:lnTo>
                    <a:pt x="4566993" y="2940834"/>
                  </a:lnTo>
                  <a:lnTo>
                    <a:pt x="4566993" y="2937509"/>
                  </a:lnTo>
                  <a:lnTo>
                    <a:pt x="4561556" y="2937509"/>
                  </a:lnTo>
                  <a:lnTo>
                    <a:pt x="4561556" y="2934183"/>
                  </a:lnTo>
                  <a:lnTo>
                    <a:pt x="4556119" y="2934183"/>
                  </a:lnTo>
                  <a:lnTo>
                    <a:pt x="4556119" y="2927530"/>
                  </a:lnTo>
                  <a:lnTo>
                    <a:pt x="4550682" y="2927530"/>
                  </a:lnTo>
                  <a:lnTo>
                    <a:pt x="4550682" y="2924204"/>
                  </a:lnTo>
                  <a:lnTo>
                    <a:pt x="4545246" y="2924204"/>
                  </a:lnTo>
                  <a:lnTo>
                    <a:pt x="4545246" y="2917550"/>
                  </a:lnTo>
                  <a:lnTo>
                    <a:pt x="4539809" y="2917550"/>
                  </a:lnTo>
                  <a:lnTo>
                    <a:pt x="4539809" y="2914222"/>
                  </a:lnTo>
                  <a:lnTo>
                    <a:pt x="4534372" y="2914222"/>
                  </a:lnTo>
                  <a:lnTo>
                    <a:pt x="4534372" y="2914222"/>
                  </a:lnTo>
                  <a:lnTo>
                    <a:pt x="4518061" y="2914222"/>
                  </a:lnTo>
                  <a:lnTo>
                    <a:pt x="4518061" y="2910899"/>
                  </a:lnTo>
                  <a:lnTo>
                    <a:pt x="4507187" y="2910899"/>
                  </a:lnTo>
                  <a:lnTo>
                    <a:pt x="4507187" y="2907576"/>
                  </a:lnTo>
                  <a:lnTo>
                    <a:pt x="4496313" y="2907576"/>
                  </a:lnTo>
                  <a:lnTo>
                    <a:pt x="4496313" y="2900938"/>
                  </a:lnTo>
                  <a:lnTo>
                    <a:pt x="4490877" y="2900938"/>
                  </a:lnTo>
                  <a:lnTo>
                    <a:pt x="4490877" y="2897627"/>
                  </a:lnTo>
                  <a:lnTo>
                    <a:pt x="4485440" y="2897627"/>
                  </a:lnTo>
                  <a:lnTo>
                    <a:pt x="4485440" y="2891015"/>
                  </a:lnTo>
                  <a:lnTo>
                    <a:pt x="4480003" y="2891015"/>
                  </a:lnTo>
                  <a:lnTo>
                    <a:pt x="4480003" y="2887708"/>
                  </a:lnTo>
                  <a:lnTo>
                    <a:pt x="4474566" y="2887708"/>
                  </a:lnTo>
                  <a:lnTo>
                    <a:pt x="4474566" y="2884401"/>
                  </a:lnTo>
                  <a:lnTo>
                    <a:pt x="4469129" y="2884401"/>
                  </a:lnTo>
                  <a:lnTo>
                    <a:pt x="4469129" y="2881094"/>
                  </a:lnTo>
                  <a:lnTo>
                    <a:pt x="4452818" y="2881094"/>
                  </a:lnTo>
                  <a:lnTo>
                    <a:pt x="4452818" y="2881094"/>
                  </a:lnTo>
                  <a:lnTo>
                    <a:pt x="4447381" y="2881094"/>
                  </a:lnTo>
                  <a:lnTo>
                    <a:pt x="4447381" y="2881094"/>
                  </a:lnTo>
                  <a:lnTo>
                    <a:pt x="4436508" y="2881094"/>
                  </a:lnTo>
                  <a:lnTo>
                    <a:pt x="4436508" y="2871212"/>
                  </a:lnTo>
                  <a:lnTo>
                    <a:pt x="4425634" y="2871212"/>
                  </a:lnTo>
                  <a:lnTo>
                    <a:pt x="4425634" y="2867917"/>
                  </a:lnTo>
                  <a:lnTo>
                    <a:pt x="4403886" y="2867917"/>
                  </a:lnTo>
                  <a:lnTo>
                    <a:pt x="4403886" y="2864622"/>
                  </a:lnTo>
                  <a:lnTo>
                    <a:pt x="4393012" y="2864622"/>
                  </a:lnTo>
                  <a:lnTo>
                    <a:pt x="4393012" y="2864622"/>
                  </a:lnTo>
                  <a:lnTo>
                    <a:pt x="4387576" y="2864622"/>
                  </a:lnTo>
                  <a:lnTo>
                    <a:pt x="4387576" y="2861336"/>
                  </a:lnTo>
                  <a:lnTo>
                    <a:pt x="4382139" y="2861336"/>
                  </a:lnTo>
                  <a:lnTo>
                    <a:pt x="4382139" y="2858054"/>
                  </a:lnTo>
                  <a:lnTo>
                    <a:pt x="4376702" y="2858054"/>
                  </a:lnTo>
                  <a:lnTo>
                    <a:pt x="4376702" y="2854780"/>
                  </a:lnTo>
                  <a:lnTo>
                    <a:pt x="4371265" y="2854780"/>
                  </a:lnTo>
                  <a:lnTo>
                    <a:pt x="4371265" y="2851515"/>
                  </a:lnTo>
                  <a:lnTo>
                    <a:pt x="4365828" y="2851515"/>
                  </a:lnTo>
                  <a:lnTo>
                    <a:pt x="4365828" y="2848254"/>
                  </a:lnTo>
                  <a:lnTo>
                    <a:pt x="4360391" y="2848254"/>
                  </a:lnTo>
                  <a:lnTo>
                    <a:pt x="4360391" y="2844993"/>
                  </a:lnTo>
                  <a:lnTo>
                    <a:pt x="4354954" y="2844993"/>
                  </a:lnTo>
                  <a:lnTo>
                    <a:pt x="4354954" y="2844993"/>
                  </a:lnTo>
                  <a:lnTo>
                    <a:pt x="4349517" y="2844993"/>
                  </a:lnTo>
                  <a:lnTo>
                    <a:pt x="4349517" y="2844993"/>
                  </a:lnTo>
                  <a:lnTo>
                    <a:pt x="4344080" y="2844993"/>
                  </a:lnTo>
                  <a:lnTo>
                    <a:pt x="4344080" y="2844993"/>
                  </a:lnTo>
                  <a:lnTo>
                    <a:pt x="4338643" y="2844993"/>
                  </a:lnTo>
                  <a:lnTo>
                    <a:pt x="4338643" y="2844993"/>
                  </a:lnTo>
                  <a:lnTo>
                    <a:pt x="4333207" y="2844993"/>
                  </a:lnTo>
                  <a:lnTo>
                    <a:pt x="4333207" y="2841757"/>
                  </a:lnTo>
                  <a:lnTo>
                    <a:pt x="4327770" y="2841757"/>
                  </a:lnTo>
                  <a:lnTo>
                    <a:pt x="4327770" y="2838521"/>
                  </a:lnTo>
                  <a:lnTo>
                    <a:pt x="4322333" y="2838521"/>
                  </a:lnTo>
                  <a:lnTo>
                    <a:pt x="4322333" y="2835289"/>
                  </a:lnTo>
                  <a:lnTo>
                    <a:pt x="4316896" y="2835289"/>
                  </a:lnTo>
                  <a:lnTo>
                    <a:pt x="4316896" y="2828833"/>
                  </a:lnTo>
                  <a:lnTo>
                    <a:pt x="4306022" y="2828833"/>
                  </a:lnTo>
                  <a:lnTo>
                    <a:pt x="4306022" y="2822375"/>
                  </a:lnTo>
                  <a:lnTo>
                    <a:pt x="4300585" y="2822375"/>
                  </a:lnTo>
                  <a:lnTo>
                    <a:pt x="4300585" y="2822375"/>
                  </a:lnTo>
                  <a:lnTo>
                    <a:pt x="4295148" y="2822375"/>
                  </a:lnTo>
                  <a:lnTo>
                    <a:pt x="4295148" y="2815934"/>
                  </a:lnTo>
                  <a:lnTo>
                    <a:pt x="4289711" y="2815934"/>
                  </a:lnTo>
                  <a:lnTo>
                    <a:pt x="4289711" y="2812713"/>
                  </a:lnTo>
                  <a:lnTo>
                    <a:pt x="4284274" y="2812713"/>
                  </a:lnTo>
                  <a:lnTo>
                    <a:pt x="4284274" y="2809492"/>
                  </a:lnTo>
                  <a:lnTo>
                    <a:pt x="4267964" y="2809492"/>
                  </a:lnTo>
                  <a:lnTo>
                    <a:pt x="4267964" y="2806270"/>
                  </a:lnTo>
                  <a:lnTo>
                    <a:pt x="4262527" y="2806270"/>
                  </a:lnTo>
                  <a:lnTo>
                    <a:pt x="4262527" y="2806270"/>
                  </a:lnTo>
                  <a:lnTo>
                    <a:pt x="4257090" y="2806270"/>
                  </a:lnTo>
                  <a:lnTo>
                    <a:pt x="4257090" y="2806270"/>
                  </a:lnTo>
                  <a:lnTo>
                    <a:pt x="4240779" y="2806270"/>
                  </a:lnTo>
                  <a:lnTo>
                    <a:pt x="4240779" y="2806270"/>
                  </a:lnTo>
                  <a:lnTo>
                    <a:pt x="4229906" y="2806270"/>
                  </a:lnTo>
                  <a:lnTo>
                    <a:pt x="4229906" y="2803073"/>
                  </a:lnTo>
                  <a:lnTo>
                    <a:pt x="4224469" y="2803073"/>
                  </a:lnTo>
                  <a:lnTo>
                    <a:pt x="4224469" y="2803073"/>
                  </a:lnTo>
                  <a:lnTo>
                    <a:pt x="4219032" y="2803073"/>
                  </a:lnTo>
                  <a:lnTo>
                    <a:pt x="4219032" y="2799880"/>
                  </a:lnTo>
                  <a:lnTo>
                    <a:pt x="4208158" y="2799880"/>
                  </a:lnTo>
                  <a:lnTo>
                    <a:pt x="4208158" y="2796691"/>
                  </a:lnTo>
                  <a:lnTo>
                    <a:pt x="4202721" y="2796691"/>
                  </a:lnTo>
                  <a:lnTo>
                    <a:pt x="4202721" y="2793501"/>
                  </a:lnTo>
                  <a:lnTo>
                    <a:pt x="4197284" y="2793501"/>
                  </a:lnTo>
                  <a:lnTo>
                    <a:pt x="4197284" y="2790311"/>
                  </a:lnTo>
                  <a:lnTo>
                    <a:pt x="4191847" y="2790311"/>
                  </a:lnTo>
                  <a:lnTo>
                    <a:pt x="4191847" y="2783931"/>
                  </a:lnTo>
                  <a:lnTo>
                    <a:pt x="4186410" y="2783931"/>
                  </a:lnTo>
                  <a:lnTo>
                    <a:pt x="4186410" y="2783931"/>
                  </a:lnTo>
                  <a:lnTo>
                    <a:pt x="4180973" y="2783931"/>
                  </a:lnTo>
                  <a:lnTo>
                    <a:pt x="4180973" y="2780745"/>
                  </a:lnTo>
                  <a:lnTo>
                    <a:pt x="4175537" y="2780745"/>
                  </a:lnTo>
                  <a:lnTo>
                    <a:pt x="4175537" y="2780745"/>
                  </a:lnTo>
                  <a:lnTo>
                    <a:pt x="4153789" y="2780745"/>
                  </a:lnTo>
                  <a:lnTo>
                    <a:pt x="4153789" y="2777562"/>
                  </a:lnTo>
                  <a:lnTo>
                    <a:pt x="4148352" y="2777562"/>
                  </a:lnTo>
                  <a:lnTo>
                    <a:pt x="4148352" y="2774387"/>
                  </a:lnTo>
                  <a:lnTo>
                    <a:pt x="4142915" y="2774387"/>
                  </a:lnTo>
                  <a:lnTo>
                    <a:pt x="4142915" y="2774387"/>
                  </a:lnTo>
                  <a:lnTo>
                    <a:pt x="4137478" y="2774387"/>
                  </a:lnTo>
                  <a:lnTo>
                    <a:pt x="4137478" y="2771216"/>
                  </a:lnTo>
                  <a:lnTo>
                    <a:pt x="4132041" y="2771216"/>
                  </a:lnTo>
                  <a:lnTo>
                    <a:pt x="4132041" y="2764873"/>
                  </a:lnTo>
                  <a:lnTo>
                    <a:pt x="4121168" y="2764873"/>
                  </a:lnTo>
                  <a:lnTo>
                    <a:pt x="4121168" y="2761701"/>
                  </a:lnTo>
                  <a:lnTo>
                    <a:pt x="4110294" y="2761701"/>
                  </a:lnTo>
                  <a:lnTo>
                    <a:pt x="4110294" y="2758529"/>
                  </a:lnTo>
                  <a:lnTo>
                    <a:pt x="4104857" y="2758529"/>
                  </a:lnTo>
                  <a:lnTo>
                    <a:pt x="4104857" y="2755361"/>
                  </a:lnTo>
                  <a:lnTo>
                    <a:pt x="4099420" y="2755361"/>
                  </a:lnTo>
                  <a:lnTo>
                    <a:pt x="4099420" y="2755361"/>
                  </a:lnTo>
                  <a:lnTo>
                    <a:pt x="4093983" y="2755361"/>
                  </a:lnTo>
                  <a:lnTo>
                    <a:pt x="4093983" y="2755361"/>
                  </a:lnTo>
                  <a:lnTo>
                    <a:pt x="4088546" y="2755361"/>
                  </a:lnTo>
                  <a:lnTo>
                    <a:pt x="4088546" y="2752200"/>
                  </a:lnTo>
                  <a:lnTo>
                    <a:pt x="4077672" y="2752200"/>
                  </a:lnTo>
                  <a:lnTo>
                    <a:pt x="4077672" y="2749044"/>
                  </a:lnTo>
                  <a:lnTo>
                    <a:pt x="4072235" y="2749044"/>
                  </a:lnTo>
                  <a:lnTo>
                    <a:pt x="4072235" y="2749044"/>
                  </a:lnTo>
                  <a:lnTo>
                    <a:pt x="4066799" y="2749044"/>
                  </a:lnTo>
                  <a:lnTo>
                    <a:pt x="4066799" y="2745894"/>
                  </a:lnTo>
                  <a:lnTo>
                    <a:pt x="4055925" y="2745894"/>
                  </a:lnTo>
                  <a:lnTo>
                    <a:pt x="4055925" y="2742748"/>
                  </a:lnTo>
                  <a:lnTo>
                    <a:pt x="4050488" y="2742748"/>
                  </a:lnTo>
                  <a:lnTo>
                    <a:pt x="4050488" y="2739603"/>
                  </a:lnTo>
                  <a:lnTo>
                    <a:pt x="4039614" y="2739603"/>
                  </a:lnTo>
                  <a:lnTo>
                    <a:pt x="4039614" y="2739603"/>
                  </a:lnTo>
                  <a:lnTo>
                    <a:pt x="4034177" y="2739603"/>
                  </a:lnTo>
                  <a:lnTo>
                    <a:pt x="4034177" y="2739603"/>
                  </a:lnTo>
                  <a:lnTo>
                    <a:pt x="4028740" y="2739603"/>
                  </a:lnTo>
                  <a:lnTo>
                    <a:pt x="4028740" y="2733325"/>
                  </a:lnTo>
                  <a:lnTo>
                    <a:pt x="4017867" y="2733325"/>
                  </a:lnTo>
                  <a:lnTo>
                    <a:pt x="4017867" y="2733325"/>
                  </a:lnTo>
                  <a:lnTo>
                    <a:pt x="4012430" y="2733325"/>
                  </a:lnTo>
                  <a:lnTo>
                    <a:pt x="4012430" y="2730194"/>
                  </a:lnTo>
                  <a:lnTo>
                    <a:pt x="4006993" y="2730194"/>
                  </a:lnTo>
                  <a:lnTo>
                    <a:pt x="4006993" y="2730194"/>
                  </a:lnTo>
                  <a:lnTo>
                    <a:pt x="3996119" y="2730194"/>
                  </a:lnTo>
                  <a:lnTo>
                    <a:pt x="3996119" y="2727067"/>
                  </a:lnTo>
                  <a:lnTo>
                    <a:pt x="3990682" y="2727067"/>
                  </a:lnTo>
                  <a:lnTo>
                    <a:pt x="3990682" y="2720826"/>
                  </a:lnTo>
                  <a:lnTo>
                    <a:pt x="3985245" y="2720826"/>
                  </a:lnTo>
                  <a:lnTo>
                    <a:pt x="3985245" y="2714584"/>
                  </a:lnTo>
                  <a:lnTo>
                    <a:pt x="3979808" y="2714584"/>
                  </a:lnTo>
                  <a:lnTo>
                    <a:pt x="3979808" y="2711463"/>
                  </a:lnTo>
                  <a:lnTo>
                    <a:pt x="3974371" y="2711463"/>
                  </a:lnTo>
                  <a:lnTo>
                    <a:pt x="3974371" y="2708345"/>
                  </a:lnTo>
                  <a:lnTo>
                    <a:pt x="3958061" y="2708345"/>
                  </a:lnTo>
                  <a:lnTo>
                    <a:pt x="3958061" y="2708345"/>
                  </a:lnTo>
                  <a:lnTo>
                    <a:pt x="3941750" y="2708345"/>
                  </a:lnTo>
                  <a:lnTo>
                    <a:pt x="3941750" y="2705235"/>
                  </a:lnTo>
                  <a:lnTo>
                    <a:pt x="3925439" y="2705235"/>
                  </a:lnTo>
                  <a:lnTo>
                    <a:pt x="3925439" y="2705235"/>
                  </a:lnTo>
                  <a:lnTo>
                    <a:pt x="3881944" y="2705235"/>
                  </a:lnTo>
                  <a:lnTo>
                    <a:pt x="3881944" y="2695914"/>
                  </a:lnTo>
                  <a:lnTo>
                    <a:pt x="3865633" y="2695914"/>
                  </a:lnTo>
                  <a:lnTo>
                    <a:pt x="3865633" y="2689706"/>
                  </a:lnTo>
                  <a:lnTo>
                    <a:pt x="3860197" y="2689706"/>
                  </a:lnTo>
                  <a:lnTo>
                    <a:pt x="3860197" y="2683505"/>
                  </a:lnTo>
                  <a:lnTo>
                    <a:pt x="3854760" y="2683505"/>
                  </a:lnTo>
                  <a:lnTo>
                    <a:pt x="3854760" y="2680408"/>
                  </a:lnTo>
                  <a:lnTo>
                    <a:pt x="3843886" y="2680408"/>
                  </a:lnTo>
                  <a:lnTo>
                    <a:pt x="3843886" y="2677318"/>
                  </a:lnTo>
                  <a:lnTo>
                    <a:pt x="3833012" y="2677318"/>
                  </a:lnTo>
                  <a:lnTo>
                    <a:pt x="3833012" y="2677318"/>
                  </a:lnTo>
                  <a:lnTo>
                    <a:pt x="3822138" y="2677318"/>
                  </a:lnTo>
                  <a:lnTo>
                    <a:pt x="3822138" y="2674238"/>
                  </a:lnTo>
                  <a:lnTo>
                    <a:pt x="3816701" y="2674238"/>
                  </a:lnTo>
                  <a:lnTo>
                    <a:pt x="3816701" y="2671162"/>
                  </a:lnTo>
                  <a:lnTo>
                    <a:pt x="3811264" y="2671162"/>
                  </a:lnTo>
                  <a:lnTo>
                    <a:pt x="3811264" y="2665017"/>
                  </a:lnTo>
                  <a:lnTo>
                    <a:pt x="3805828" y="2665017"/>
                  </a:lnTo>
                  <a:lnTo>
                    <a:pt x="3805828" y="2665017"/>
                  </a:lnTo>
                  <a:lnTo>
                    <a:pt x="3800391" y="2665017"/>
                  </a:lnTo>
                  <a:lnTo>
                    <a:pt x="3800391" y="2661955"/>
                  </a:lnTo>
                  <a:lnTo>
                    <a:pt x="3794954" y="2661955"/>
                  </a:lnTo>
                  <a:lnTo>
                    <a:pt x="3794954" y="2661955"/>
                  </a:lnTo>
                  <a:lnTo>
                    <a:pt x="3773206" y="2661955"/>
                  </a:lnTo>
                  <a:lnTo>
                    <a:pt x="3773206" y="2658896"/>
                  </a:lnTo>
                  <a:lnTo>
                    <a:pt x="3767769" y="2658896"/>
                  </a:lnTo>
                  <a:lnTo>
                    <a:pt x="3767769" y="2652784"/>
                  </a:lnTo>
                  <a:lnTo>
                    <a:pt x="3746022" y="2652784"/>
                  </a:lnTo>
                  <a:lnTo>
                    <a:pt x="3746022" y="2652784"/>
                  </a:lnTo>
                  <a:lnTo>
                    <a:pt x="3740585" y="2652784"/>
                  </a:lnTo>
                  <a:lnTo>
                    <a:pt x="3740585" y="2652784"/>
                  </a:lnTo>
                  <a:lnTo>
                    <a:pt x="3729711" y="2652784"/>
                  </a:lnTo>
                  <a:lnTo>
                    <a:pt x="3729711" y="2652784"/>
                  </a:lnTo>
                  <a:lnTo>
                    <a:pt x="3724274" y="2652784"/>
                  </a:lnTo>
                  <a:lnTo>
                    <a:pt x="3724274" y="2652784"/>
                  </a:lnTo>
                  <a:lnTo>
                    <a:pt x="3713400" y="2652784"/>
                  </a:lnTo>
                  <a:lnTo>
                    <a:pt x="3713400" y="2649752"/>
                  </a:lnTo>
                  <a:lnTo>
                    <a:pt x="3707963" y="2649752"/>
                  </a:lnTo>
                  <a:lnTo>
                    <a:pt x="3707963" y="2640656"/>
                  </a:lnTo>
                  <a:lnTo>
                    <a:pt x="3697090" y="2640656"/>
                  </a:lnTo>
                  <a:lnTo>
                    <a:pt x="3697090" y="2637624"/>
                  </a:lnTo>
                  <a:lnTo>
                    <a:pt x="3680779" y="2637624"/>
                  </a:lnTo>
                  <a:lnTo>
                    <a:pt x="3680779" y="2637624"/>
                  </a:lnTo>
                  <a:lnTo>
                    <a:pt x="3675342" y="2637624"/>
                  </a:lnTo>
                  <a:lnTo>
                    <a:pt x="3675342" y="2634595"/>
                  </a:lnTo>
                  <a:lnTo>
                    <a:pt x="3669905" y="2634595"/>
                  </a:lnTo>
                  <a:lnTo>
                    <a:pt x="3669905" y="2631566"/>
                  </a:lnTo>
                  <a:lnTo>
                    <a:pt x="3664468" y="2631566"/>
                  </a:lnTo>
                  <a:lnTo>
                    <a:pt x="3664468" y="2628540"/>
                  </a:lnTo>
                  <a:lnTo>
                    <a:pt x="3653594" y="2628540"/>
                  </a:lnTo>
                  <a:lnTo>
                    <a:pt x="3653594" y="2625520"/>
                  </a:lnTo>
                  <a:lnTo>
                    <a:pt x="3637284" y="2625520"/>
                  </a:lnTo>
                  <a:lnTo>
                    <a:pt x="3637284" y="2622504"/>
                  </a:lnTo>
                  <a:lnTo>
                    <a:pt x="3631847" y="2622504"/>
                  </a:lnTo>
                  <a:lnTo>
                    <a:pt x="3631847" y="2619491"/>
                  </a:lnTo>
                  <a:lnTo>
                    <a:pt x="3620973" y="2619491"/>
                  </a:lnTo>
                  <a:lnTo>
                    <a:pt x="3620973" y="2619491"/>
                  </a:lnTo>
                  <a:lnTo>
                    <a:pt x="3615536" y="2619491"/>
                  </a:lnTo>
                  <a:lnTo>
                    <a:pt x="3615536" y="2616481"/>
                  </a:lnTo>
                  <a:lnTo>
                    <a:pt x="3610099" y="2616481"/>
                  </a:lnTo>
                  <a:lnTo>
                    <a:pt x="3610099" y="2613475"/>
                  </a:lnTo>
                  <a:lnTo>
                    <a:pt x="3604662" y="2613475"/>
                  </a:lnTo>
                  <a:lnTo>
                    <a:pt x="3604662" y="2613475"/>
                  </a:lnTo>
                  <a:lnTo>
                    <a:pt x="3593789" y="2613475"/>
                  </a:lnTo>
                  <a:lnTo>
                    <a:pt x="3593789" y="2613475"/>
                  </a:lnTo>
                  <a:lnTo>
                    <a:pt x="3588352" y="2613475"/>
                  </a:lnTo>
                  <a:lnTo>
                    <a:pt x="3588352" y="2613475"/>
                  </a:lnTo>
                  <a:lnTo>
                    <a:pt x="3582915" y="2613475"/>
                  </a:lnTo>
                  <a:lnTo>
                    <a:pt x="3582915" y="2610481"/>
                  </a:lnTo>
                  <a:lnTo>
                    <a:pt x="3577478" y="2610481"/>
                  </a:lnTo>
                  <a:lnTo>
                    <a:pt x="3577478" y="2610481"/>
                  </a:lnTo>
                  <a:lnTo>
                    <a:pt x="3572041" y="2610481"/>
                  </a:lnTo>
                  <a:lnTo>
                    <a:pt x="3572041" y="2610481"/>
                  </a:lnTo>
                  <a:lnTo>
                    <a:pt x="3561167" y="2610481"/>
                  </a:lnTo>
                  <a:lnTo>
                    <a:pt x="3561167" y="2604514"/>
                  </a:lnTo>
                  <a:lnTo>
                    <a:pt x="3555730" y="2604514"/>
                  </a:lnTo>
                  <a:lnTo>
                    <a:pt x="3555730" y="2604514"/>
                  </a:lnTo>
                  <a:lnTo>
                    <a:pt x="3544856" y="2604514"/>
                  </a:lnTo>
                  <a:lnTo>
                    <a:pt x="3544856" y="2598565"/>
                  </a:lnTo>
                  <a:lnTo>
                    <a:pt x="3539420" y="2598565"/>
                  </a:lnTo>
                  <a:lnTo>
                    <a:pt x="3539420" y="2595591"/>
                  </a:lnTo>
                  <a:lnTo>
                    <a:pt x="3533983" y="2595591"/>
                  </a:lnTo>
                  <a:lnTo>
                    <a:pt x="3533983" y="2589654"/>
                  </a:lnTo>
                  <a:lnTo>
                    <a:pt x="3528546" y="2589654"/>
                  </a:lnTo>
                  <a:lnTo>
                    <a:pt x="3528546" y="2589654"/>
                  </a:lnTo>
                  <a:lnTo>
                    <a:pt x="3523109" y="2589654"/>
                  </a:lnTo>
                  <a:lnTo>
                    <a:pt x="3523109" y="2589654"/>
                  </a:lnTo>
                  <a:lnTo>
                    <a:pt x="3517672" y="2589654"/>
                  </a:lnTo>
                  <a:lnTo>
                    <a:pt x="3517672" y="2586695"/>
                  </a:lnTo>
                  <a:lnTo>
                    <a:pt x="3506798" y="2586695"/>
                  </a:lnTo>
                  <a:lnTo>
                    <a:pt x="3506798" y="2583739"/>
                  </a:lnTo>
                  <a:lnTo>
                    <a:pt x="3501361" y="2583739"/>
                  </a:lnTo>
                  <a:lnTo>
                    <a:pt x="3501361" y="2580790"/>
                  </a:lnTo>
                  <a:lnTo>
                    <a:pt x="3490487" y="2580790"/>
                  </a:lnTo>
                  <a:lnTo>
                    <a:pt x="3490487" y="2577843"/>
                  </a:lnTo>
                  <a:lnTo>
                    <a:pt x="3479614" y="2577843"/>
                  </a:lnTo>
                  <a:lnTo>
                    <a:pt x="3479614" y="2571950"/>
                  </a:lnTo>
                  <a:lnTo>
                    <a:pt x="3474177" y="2571950"/>
                  </a:lnTo>
                  <a:lnTo>
                    <a:pt x="3474177" y="2569003"/>
                  </a:lnTo>
                  <a:lnTo>
                    <a:pt x="3463303" y="2569003"/>
                  </a:lnTo>
                  <a:lnTo>
                    <a:pt x="3463303" y="2563115"/>
                  </a:lnTo>
                  <a:lnTo>
                    <a:pt x="3457866" y="2563115"/>
                  </a:lnTo>
                  <a:lnTo>
                    <a:pt x="3457866" y="2563115"/>
                  </a:lnTo>
                  <a:lnTo>
                    <a:pt x="3452429" y="2563115"/>
                  </a:lnTo>
                  <a:lnTo>
                    <a:pt x="3452429" y="2560173"/>
                  </a:lnTo>
                  <a:lnTo>
                    <a:pt x="3441555" y="2560173"/>
                  </a:lnTo>
                  <a:lnTo>
                    <a:pt x="3441555" y="2557232"/>
                  </a:lnTo>
                  <a:lnTo>
                    <a:pt x="3436119" y="2557232"/>
                  </a:lnTo>
                  <a:lnTo>
                    <a:pt x="3436119" y="2554297"/>
                  </a:lnTo>
                  <a:lnTo>
                    <a:pt x="3430682" y="2554297"/>
                  </a:lnTo>
                  <a:lnTo>
                    <a:pt x="3430682" y="2554297"/>
                  </a:lnTo>
                  <a:lnTo>
                    <a:pt x="3425245" y="2554297"/>
                  </a:lnTo>
                  <a:lnTo>
                    <a:pt x="3425245" y="2554297"/>
                  </a:lnTo>
                  <a:lnTo>
                    <a:pt x="3419808" y="2554297"/>
                  </a:lnTo>
                  <a:lnTo>
                    <a:pt x="3419808" y="2554297"/>
                  </a:lnTo>
                  <a:lnTo>
                    <a:pt x="3414371" y="2554297"/>
                  </a:lnTo>
                  <a:lnTo>
                    <a:pt x="3414371" y="2548444"/>
                  </a:lnTo>
                  <a:lnTo>
                    <a:pt x="3403497" y="2548444"/>
                  </a:lnTo>
                  <a:lnTo>
                    <a:pt x="3403497" y="2548444"/>
                  </a:lnTo>
                  <a:lnTo>
                    <a:pt x="3398060" y="2548444"/>
                  </a:lnTo>
                  <a:lnTo>
                    <a:pt x="3398060" y="2545521"/>
                  </a:lnTo>
                  <a:lnTo>
                    <a:pt x="3392623" y="2545521"/>
                  </a:lnTo>
                  <a:lnTo>
                    <a:pt x="3392623" y="2545521"/>
                  </a:lnTo>
                  <a:lnTo>
                    <a:pt x="3387186" y="2545521"/>
                  </a:lnTo>
                  <a:lnTo>
                    <a:pt x="3387186" y="2545521"/>
                  </a:lnTo>
                  <a:lnTo>
                    <a:pt x="3381750" y="2545521"/>
                  </a:lnTo>
                  <a:lnTo>
                    <a:pt x="3381750" y="2539699"/>
                  </a:lnTo>
                  <a:lnTo>
                    <a:pt x="3376313" y="2539699"/>
                  </a:lnTo>
                  <a:lnTo>
                    <a:pt x="3376313" y="2539699"/>
                  </a:lnTo>
                  <a:lnTo>
                    <a:pt x="3370876" y="2539699"/>
                  </a:lnTo>
                  <a:lnTo>
                    <a:pt x="3370876" y="2533882"/>
                  </a:lnTo>
                  <a:lnTo>
                    <a:pt x="3365439" y="2533882"/>
                  </a:lnTo>
                  <a:lnTo>
                    <a:pt x="3365439" y="2528064"/>
                  </a:lnTo>
                  <a:lnTo>
                    <a:pt x="3354565" y="2528064"/>
                  </a:lnTo>
                  <a:lnTo>
                    <a:pt x="3354565" y="2528064"/>
                  </a:lnTo>
                  <a:lnTo>
                    <a:pt x="3349128" y="2528064"/>
                  </a:lnTo>
                  <a:lnTo>
                    <a:pt x="3349128" y="2525164"/>
                  </a:lnTo>
                  <a:lnTo>
                    <a:pt x="3338254" y="2525164"/>
                  </a:lnTo>
                  <a:lnTo>
                    <a:pt x="3338254" y="2525164"/>
                  </a:lnTo>
                  <a:lnTo>
                    <a:pt x="3332817" y="2525164"/>
                  </a:lnTo>
                  <a:lnTo>
                    <a:pt x="3332817" y="2522267"/>
                  </a:lnTo>
                  <a:lnTo>
                    <a:pt x="3327381" y="2522267"/>
                  </a:lnTo>
                  <a:lnTo>
                    <a:pt x="3327381" y="2516473"/>
                  </a:lnTo>
                  <a:lnTo>
                    <a:pt x="3321944" y="2516473"/>
                  </a:lnTo>
                  <a:lnTo>
                    <a:pt x="3321944" y="2513575"/>
                  </a:lnTo>
                  <a:lnTo>
                    <a:pt x="3316507" y="2513575"/>
                  </a:lnTo>
                  <a:lnTo>
                    <a:pt x="3316507" y="2513575"/>
                  </a:lnTo>
                  <a:lnTo>
                    <a:pt x="3311070" y="2513575"/>
                  </a:lnTo>
                  <a:lnTo>
                    <a:pt x="3311070" y="2510686"/>
                  </a:lnTo>
                  <a:lnTo>
                    <a:pt x="3305633" y="2510686"/>
                  </a:lnTo>
                  <a:lnTo>
                    <a:pt x="3305633" y="2507798"/>
                  </a:lnTo>
                  <a:lnTo>
                    <a:pt x="3300196" y="2507798"/>
                  </a:lnTo>
                  <a:lnTo>
                    <a:pt x="3300196" y="2504912"/>
                  </a:lnTo>
                  <a:lnTo>
                    <a:pt x="3294759" y="2504912"/>
                  </a:lnTo>
                  <a:lnTo>
                    <a:pt x="3294759" y="2504912"/>
                  </a:lnTo>
                  <a:lnTo>
                    <a:pt x="3289322" y="2504912"/>
                  </a:lnTo>
                  <a:lnTo>
                    <a:pt x="3289322" y="2499145"/>
                  </a:lnTo>
                  <a:lnTo>
                    <a:pt x="3283885" y="2499145"/>
                  </a:lnTo>
                  <a:lnTo>
                    <a:pt x="3283885" y="2496264"/>
                  </a:lnTo>
                  <a:lnTo>
                    <a:pt x="3278449" y="2496264"/>
                  </a:lnTo>
                  <a:lnTo>
                    <a:pt x="3278449" y="2493387"/>
                  </a:lnTo>
                  <a:lnTo>
                    <a:pt x="3267575" y="2493387"/>
                  </a:lnTo>
                  <a:lnTo>
                    <a:pt x="3267575" y="2493387"/>
                  </a:lnTo>
                  <a:lnTo>
                    <a:pt x="3262138" y="2493387"/>
                  </a:lnTo>
                  <a:lnTo>
                    <a:pt x="3262138" y="2490514"/>
                  </a:lnTo>
                  <a:lnTo>
                    <a:pt x="3256701" y="2490514"/>
                  </a:lnTo>
                  <a:lnTo>
                    <a:pt x="3256701" y="2487645"/>
                  </a:lnTo>
                  <a:lnTo>
                    <a:pt x="3251264" y="2487645"/>
                  </a:lnTo>
                  <a:lnTo>
                    <a:pt x="3251264" y="2484779"/>
                  </a:lnTo>
                  <a:lnTo>
                    <a:pt x="3245827" y="2484779"/>
                  </a:lnTo>
                  <a:lnTo>
                    <a:pt x="3245827" y="2484779"/>
                  </a:lnTo>
                  <a:lnTo>
                    <a:pt x="3240390" y="2484779"/>
                  </a:lnTo>
                  <a:lnTo>
                    <a:pt x="3240390" y="2481918"/>
                  </a:lnTo>
                  <a:lnTo>
                    <a:pt x="3234953" y="2481918"/>
                  </a:lnTo>
                  <a:lnTo>
                    <a:pt x="3234953" y="2481918"/>
                  </a:lnTo>
                  <a:lnTo>
                    <a:pt x="3229516" y="2481918"/>
                  </a:lnTo>
                  <a:lnTo>
                    <a:pt x="3229516" y="2476213"/>
                  </a:lnTo>
                  <a:lnTo>
                    <a:pt x="3224080" y="2476213"/>
                  </a:lnTo>
                  <a:lnTo>
                    <a:pt x="3224080" y="2476213"/>
                  </a:lnTo>
                  <a:lnTo>
                    <a:pt x="3218643" y="2476213"/>
                  </a:lnTo>
                  <a:lnTo>
                    <a:pt x="3218643" y="2473363"/>
                  </a:lnTo>
                  <a:lnTo>
                    <a:pt x="3207769" y="2473363"/>
                  </a:lnTo>
                  <a:lnTo>
                    <a:pt x="3207769" y="2467669"/>
                  </a:lnTo>
                  <a:lnTo>
                    <a:pt x="3202332" y="2467669"/>
                  </a:lnTo>
                  <a:lnTo>
                    <a:pt x="3202332" y="2456290"/>
                  </a:lnTo>
                  <a:lnTo>
                    <a:pt x="3196895" y="2456290"/>
                  </a:lnTo>
                  <a:lnTo>
                    <a:pt x="3196895" y="2453456"/>
                  </a:lnTo>
                  <a:lnTo>
                    <a:pt x="3191458" y="2453456"/>
                  </a:lnTo>
                  <a:lnTo>
                    <a:pt x="3191458" y="2450622"/>
                  </a:lnTo>
                  <a:lnTo>
                    <a:pt x="3186021" y="2450622"/>
                  </a:lnTo>
                  <a:lnTo>
                    <a:pt x="3186021" y="2447788"/>
                  </a:lnTo>
                  <a:lnTo>
                    <a:pt x="3180584" y="2447788"/>
                  </a:lnTo>
                  <a:lnTo>
                    <a:pt x="3180584" y="2447788"/>
                  </a:lnTo>
                  <a:lnTo>
                    <a:pt x="3175147" y="2447788"/>
                  </a:lnTo>
                  <a:lnTo>
                    <a:pt x="3175147" y="2447788"/>
                  </a:lnTo>
                  <a:lnTo>
                    <a:pt x="3164274" y="2447788"/>
                  </a:lnTo>
                  <a:lnTo>
                    <a:pt x="3164274" y="2444962"/>
                  </a:lnTo>
                  <a:lnTo>
                    <a:pt x="3158837" y="2444962"/>
                  </a:lnTo>
                  <a:lnTo>
                    <a:pt x="3158837" y="2444962"/>
                  </a:lnTo>
                  <a:lnTo>
                    <a:pt x="3153400" y="2444962"/>
                  </a:lnTo>
                  <a:lnTo>
                    <a:pt x="3153400" y="2439321"/>
                  </a:lnTo>
                  <a:lnTo>
                    <a:pt x="3142526" y="2439321"/>
                  </a:lnTo>
                  <a:lnTo>
                    <a:pt x="3142526" y="2433680"/>
                  </a:lnTo>
                  <a:lnTo>
                    <a:pt x="3137089" y="2433680"/>
                  </a:lnTo>
                  <a:lnTo>
                    <a:pt x="3137089" y="2430859"/>
                  </a:lnTo>
                  <a:lnTo>
                    <a:pt x="3131652" y="2430859"/>
                  </a:lnTo>
                  <a:lnTo>
                    <a:pt x="3131652" y="2425216"/>
                  </a:lnTo>
                  <a:lnTo>
                    <a:pt x="3115342" y="2425216"/>
                  </a:lnTo>
                  <a:lnTo>
                    <a:pt x="3115342" y="2416752"/>
                  </a:lnTo>
                  <a:lnTo>
                    <a:pt x="3109905" y="2416752"/>
                  </a:lnTo>
                  <a:lnTo>
                    <a:pt x="3109905" y="2413930"/>
                  </a:lnTo>
                  <a:lnTo>
                    <a:pt x="3071846" y="2413930"/>
                  </a:lnTo>
                  <a:lnTo>
                    <a:pt x="3071846" y="2413930"/>
                  </a:lnTo>
                  <a:lnTo>
                    <a:pt x="3066410" y="2413930"/>
                  </a:lnTo>
                  <a:lnTo>
                    <a:pt x="3066410" y="2411110"/>
                  </a:lnTo>
                  <a:lnTo>
                    <a:pt x="3055536" y="2411110"/>
                  </a:lnTo>
                  <a:lnTo>
                    <a:pt x="3055536" y="2408291"/>
                  </a:lnTo>
                  <a:lnTo>
                    <a:pt x="3044662" y="2408291"/>
                  </a:lnTo>
                  <a:lnTo>
                    <a:pt x="3044662" y="2405474"/>
                  </a:lnTo>
                  <a:lnTo>
                    <a:pt x="3017477" y="2405474"/>
                  </a:lnTo>
                  <a:lnTo>
                    <a:pt x="3017477" y="2402657"/>
                  </a:lnTo>
                  <a:lnTo>
                    <a:pt x="3012041" y="2402657"/>
                  </a:lnTo>
                  <a:lnTo>
                    <a:pt x="3012041" y="2399840"/>
                  </a:lnTo>
                  <a:lnTo>
                    <a:pt x="3006604" y="2399840"/>
                  </a:lnTo>
                  <a:lnTo>
                    <a:pt x="3006604" y="2399840"/>
                  </a:lnTo>
                  <a:lnTo>
                    <a:pt x="2995730" y="2399840"/>
                  </a:lnTo>
                  <a:lnTo>
                    <a:pt x="2995730" y="2397026"/>
                  </a:lnTo>
                  <a:lnTo>
                    <a:pt x="2979419" y="2397026"/>
                  </a:lnTo>
                  <a:lnTo>
                    <a:pt x="2979419" y="2391402"/>
                  </a:lnTo>
                  <a:lnTo>
                    <a:pt x="2968545" y="2391402"/>
                  </a:lnTo>
                  <a:lnTo>
                    <a:pt x="2968545" y="2388589"/>
                  </a:lnTo>
                  <a:lnTo>
                    <a:pt x="2963108" y="2388589"/>
                  </a:lnTo>
                  <a:lnTo>
                    <a:pt x="2963108" y="2385777"/>
                  </a:lnTo>
                  <a:lnTo>
                    <a:pt x="2957672" y="2385777"/>
                  </a:lnTo>
                  <a:lnTo>
                    <a:pt x="2957672" y="2385777"/>
                  </a:lnTo>
                  <a:lnTo>
                    <a:pt x="2952235" y="2385777"/>
                  </a:lnTo>
                  <a:lnTo>
                    <a:pt x="2952235" y="2382967"/>
                  </a:lnTo>
                  <a:lnTo>
                    <a:pt x="2946798" y="2382967"/>
                  </a:lnTo>
                  <a:lnTo>
                    <a:pt x="2946798" y="2382967"/>
                  </a:lnTo>
                  <a:lnTo>
                    <a:pt x="2930487" y="2382967"/>
                  </a:lnTo>
                  <a:lnTo>
                    <a:pt x="2930487" y="2380160"/>
                  </a:lnTo>
                  <a:lnTo>
                    <a:pt x="2925050" y="2380160"/>
                  </a:lnTo>
                  <a:lnTo>
                    <a:pt x="2925050" y="2374550"/>
                  </a:lnTo>
                  <a:lnTo>
                    <a:pt x="2919613" y="2374550"/>
                  </a:lnTo>
                  <a:lnTo>
                    <a:pt x="2919613" y="2371745"/>
                  </a:lnTo>
                  <a:lnTo>
                    <a:pt x="2914176" y="2371745"/>
                  </a:lnTo>
                  <a:lnTo>
                    <a:pt x="2914176" y="2363329"/>
                  </a:lnTo>
                  <a:lnTo>
                    <a:pt x="2908739" y="2363329"/>
                  </a:lnTo>
                  <a:lnTo>
                    <a:pt x="2908739" y="2357718"/>
                  </a:lnTo>
                  <a:lnTo>
                    <a:pt x="2903303" y="2357718"/>
                  </a:lnTo>
                  <a:lnTo>
                    <a:pt x="2903303" y="2354912"/>
                  </a:lnTo>
                  <a:lnTo>
                    <a:pt x="2892429" y="2354912"/>
                  </a:lnTo>
                  <a:lnTo>
                    <a:pt x="2892429" y="2349305"/>
                  </a:lnTo>
                  <a:lnTo>
                    <a:pt x="2881555" y="2349305"/>
                  </a:lnTo>
                  <a:lnTo>
                    <a:pt x="2881555" y="2346502"/>
                  </a:lnTo>
                  <a:lnTo>
                    <a:pt x="2876118" y="2346502"/>
                  </a:lnTo>
                  <a:lnTo>
                    <a:pt x="2876118" y="2340894"/>
                  </a:lnTo>
                  <a:lnTo>
                    <a:pt x="2870681" y="2340894"/>
                  </a:lnTo>
                  <a:lnTo>
                    <a:pt x="2870681" y="2340894"/>
                  </a:lnTo>
                  <a:lnTo>
                    <a:pt x="2865244" y="2340894"/>
                  </a:lnTo>
                  <a:lnTo>
                    <a:pt x="2865244" y="2340894"/>
                  </a:lnTo>
                  <a:lnTo>
                    <a:pt x="2859807" y="2340894"/>
                  </a:lnTo>
                  <a:lnTo>
                    <a:pt x="2859807" y="2332505"/>
                  </a:lnTo>
                  <a:lnTo>
                    <a:pt x="2854371" y="2332505"/>
                  </a:lnTo>
                  <a:lnTo>
                    <a:pt x="2854371" y="2329708"/>
                  </a:lnTo>
                  <a:lnTo>
                    <a:pt x="2848934" y="2329708"/>
                  </a:lnTo>
                  <a:lnTo>
                    <a:pt x="2848934" y="2326912"/>
                  </a:lnTo>
                  <a:lnTo>
                    <a:pt x="2843497" y="2326912"/>
                  </a:lnTo>
                  <a:lnTo>
                    <a:pt x="2843497" y="2324115"/>
                  </a:lnTo>
                  <a:lnTo>
                    <a:pt x="2838060" y="2324115"/>
                  </a:lnTo>
                  <a:lnTo>
                    <a:pt x="2838060" y="2321320"/>
                  </a:lnTo>
                  <a:lnTo>
                    <a:pt x="2832623" y="2321320"/>
                  </a:lnTo>
                  <a:lnTo>
                    <a:pt x="2832623" y="2318526"/>
                  </a:lnTo>
                  <a:lnTo>
                    <a:pt x="2827186" y="2318526"/>
                  </a:lnTo>
                  <a:lnTo>
                    <a:pt x="2827186" y="2315731"/>
                  </a:lnTo>
                  <a:lnTo>
                    <a:pt x="2810875" y="2315731"/>
                  </a:lnTo>
                  <a:lnTo>
                    <a:pt x="2810875" y="2312936"/>
                  </a:lnTo>
                  <a:lnTo>
                    <a:pt x="2805438" y="2312936"/>
                  </a:lnTo>
                  <a:lnTo>
                    <a:pt x="2805438" y="2310141"/>
                  </a:lnTo>
                  <a:lnTo>
                    <a:pt x="2800002" y="2310141"/>
                  </a:lnTo>
                  <a:lnTo>
                    <a:pt x="2800002" y="2304551"/>
                  </a:lnTo>
                  <a:lnTo>
                    <a:pt x="2794565" y="2304551"/>
                  </a:lnTo>
                  <a:lnTo>
                    <a:pt x="2794565" y="2304551"/>
                  </a:lnTo>
                  <a:lnTo>
                    <a:pt x="2778254" y="2304551"/>
                  </a:lnTo>
                  <a:lnTo>
                    <a:pt x="2778254" y="2298965"/>
                  </a:lnTo>
                  <a:lnTo>
                    <a:pt x="2772817" y="2298965"/>
                  </a:lnTo>
                  <a:lnTo>
                    <a:pt x="2772817" y="2296172"/>
                  </a:lnTo>
                  <a:lnTo>
                    <a:pt x="2767380" y="2296172"/>
                  </a:lnTo>
                  <a:lnTo>
                    <a:pt x="2767380" y="2284998"/>
                  </a:lnTo>
                  <a:lnTo>
                    <a:pt x="2761943" y="2284998"/>
                  </a:lnTo>
                  <a:lnTo>
                    <a:pt x="2761943" y="2282204"/>
                  </a:lnTo>
                  <a:lnTo>
                    <a:pt x="2756506" y="2282204"/>
                  </a:lnTo>
                  <a:lnTo>
                    <a:pt x="2756506" y="2279413"/>
                  </a:lnTo>
                  <a:lnTo>
                    <a:pt x="2740196" y="2279413"/>
                  </a:lnTo>
                  <a:lnTo>
                    <a:pt x="2740196" y="2276622"/>
                  </a:lnTo>
                  <a:lnTo>
                    <a:pt x="2734759" y="2276622"/>
                  </a:lnTo>
                  <a:lnTo>
                    <a:pt x="2734759" y="2271038"/>
                  </a:lnTo>
                  <a:lnTo>
                    <a:pt x="2729322" y="2271038"/>
                  </a:lnTo>
                  <a:lnTo>
                    <a:pt x="2729322" y="2262662"/>
                  </a:lnTo>
                  <a:lnTo>
                    <a:pt x="2723885" y="2262662"/>
                  </a:lnTo>
                  <a:lnTo>
                    <a:pt x="2723885" y="2257077"/>
                  </a:lnTo>
                  <a:lnTo>
                    <a:pt x="2718448" y="2257077"/>
                  </a:lnTo>
                  <a:lnTo>
                    <a:pt x="2718448" y="2251491"/>
                  </a:lnTo>
                  <a:lnTo>
                    <a:pt x="2713011" y="2251491"/>
                  </a:lnTo>
                  <a:lnTo>
                    <a:pt x="2713011" y="2248698"/>
                  </a:lnTo>
                  <a:lnTo>
                    <a:pt x="2707574" y="2248698"/>
                  </a:lnTo>
                  <a:lnTo>
                    <a:pt x="2707574" y="2245908"/>
                  </a:lnTo>
                  <a:lnTo>
                    <a:pt x="2691264" y="2245908"/>
                  </a:lnTo>
                  <a:lnTo>
                    <a:pt x="2691264" y="2240326"/>
                  </a:lnTo>
                  <a:lnTo>
                    <a:pt x="2685827" y="2240326"/>
                  </a:lnTo>
                  <a:lnTo>
                    <a:pt x="2685827" y="2237535"/>
                  </a:lnTo>
                  <a:lnTo>
                    <a:pt x="2680390" y="2237535"/>
                  </a:lnTo>
                  <a:lnTo>
                    <a:pt x="2680390" y="2234744"/>
                  </a:lnTo>
                  <a:lnTo>
                    <a:pt x="2674953" y="2234744"/>
                  </a:lnTo>
                  <a:lnTo>
                    <a:pt x="2674953" y="2231955"/>
                  </a:lnTo>
                  <a:lnTo>
                    <a:pt x="2669516" y="2231955"/>
                  </a:lnTo>
                  <a:lnTo>
                    <a:pt x="2669516" y="2226377"/>
                  </a:lnTo>
                  <a:lnTo>
                    <a:pt x="2653205" y="2226377"/>
                  </a:lnTo>
                  <a:lnTo>
                    <a:pt x="2653205" y="2223591"/>
                  </a:lnTo>
                  <a:lnTo>
                    <a:pt x="2647768" y="2223591"/>
                  </a:lnTo>
                  <a:lnTo>
                    <a:pt x="2647768" y="2220804"/>
                  </a:lnTo>
                  <a:lnTo>
                    <a:pt x="2636895" y="2220804"/>
                  </a:lnTo>
                  <a:lnTo>
                    <a:pt x="2636895" y="2220804"/>
                  </a:lnTo>
                  <a:lnTo>
                    <a:pt x="2626021" y="2220804"/>
                  </a:lnTo>
                  <a:lnTo>
                    <a:pt x="2626021" y="2218025"/>
                  </a:lnTo>
                  <a:lnTo>
                    <a:pt x="2615147" y="2218025"/>
                  </a:lnTo>
                  <a:lnTo>
                    <a:pt x="2615147" y="2215245"/>
                  </a:lnTo>
                  <a:lnTo>
                    <a:pt x="2609710" y="2215245"/>
                  </a:lnTo>
                  <a:lnTo>
                    <a:pt x="2609710" y="2212465"/>
                  </a:lnTo>
                  <a:lnTo>
                    <a:pt x="2604273" y="2212465"/>
                  </a:lnTo>
                  <a:lnTo>
                    <a:pt x="2604273" y="2206905"/>
                  </a:lnTo>
                  <a:lnTo>
                    <a:pt x="2598836" y="2206905"/>
                  </a:lnTo>
                  <a:lnTo>
                    <a:pt x="2598836" y="2204125"/>
                  </a:lnTo>
                  <a:lnTo>
                    <a:pt x="2587963" y="2204125"/>
                  </a:lnTo>
                  <a:lnTo>
                    <a:pt x="2587963" y="2201345"/>
                  </a:lnTo>
                  <a:lnTo>
                    <a:pt x="2582526" y="2201345"/>
                  </a:lnTo>
                  <a:lnTo>
                    <a:pt x="2582526" y="2198565"/>
                  </a:lnTo>
                  <a:lnTo>
                    <a:pt x="2577089" y="2198565"/>
                  </a:lnTo>
                  <a:lnTo>
                    <a:pt x="2577089" y="2195784"/>
                  </a:lnTo>
                  <a:lnTo>
                    <a:pt x="2571652" y="2195784"/>
                  </a:lnTo>
                  <a:lnTo>
                    <a:pt x="2571652" y="2193003"/>
                  </a:lnTo>
                  <a:lnTo>
                    <a:pt x="2560778" y="2193003"/>
                  </a:lnTo>
                  <a:lnTo>
                    <a:pt x="2560778" y="2190222"/>
                  </a:lnTo>
                  <a:lnTo>
                    <a:pt x="2555341" y="2190222"/>
                  </a:lnTo>
                  <a:lnTo>
                    <a:pt x="2555341" y="2187441"/>
                  </a:lnTo>
                  <a:lnTo>
                    <a:pt x="2549904" y="2187441"/>
                  </a:lnTo>
                  <a:lnTo>
                    <a:pt x="2549904" y="2184663"/>
                  </a:lnTo>
                  <a:lnTo>
                    <a:pt x="2544467" y="2184663"/>
                  </a:lnTo>
                  <a:lnTo>
                    <a:pt x="2544467" y="2181884"/>
                  </a:lnTo>
                  <a:lnTo>
                    <a:pt x="2539030" y="2181884"/>
                  </a:lnTo>
                  <a:lnTo>
                    <a:pt x="2539030" y="2179105"/>
                  </a:lnTo>
                  <a:lnTo>
                    <a:pt x="2533594" y="2179105"/>
                  </a:lnTo>
                  <a:lnTo>
                    <a:pt x="2533594" y="2170767"/>
                  </a:lnTo>
                  <a:lnTo>
                    <a:pt x="2522720" y="2170767"/>
                  </a:lnTo>
                  <a:lnTo>
                    <a:pt x="2522720" y="2162428"/>
                  </a:lnTo>
                  <a:lnTo>
                    <a:pt x="2517283" y="2162428"/>
                  </a:lnTo>
                  <a:lnTo>
                    <a:pt x="2517283" y="2156868"/>
                  </a:lnTo>
                  <a:lnTo>
                    <a:pt x="2511846" y="2156868"/>
                  </a:lnTo>
                  <a:lnTo>
                    <a:pt x="2511846" y="2148527"/>
                  </a:lnTo>
                  <a:lnTo>
                    <a:pt x="2506409" y="2148527"/>
                  </a:lnTo>
                  <a:lnTo>
                    <a:pt x="2506409" y="2145746"/>
                  </a:lnTo>
                  <a:lnTo>
                    <a:pt x="2500972" y="2145746"/>
                  </a:lnTo>
                  <a:lnTo>
                    <a:pt x="2500972" y="2137403"/>
                  </a:lnTo>
                  <a:lnTo>
                    <a:pt x="2484662" y="2137403"/>
                  </a:lnTo>
                  <a:lnTo>
                    <a:pt x="2484662" y="2129059"/>
                  </a:lnTo>
                  <a:lnTo>
                    <a:pt x="2479225" y="2129059"/>
                  </a:lnTo>
                  <a:lnTo>
                    <a:pt x="2479225" y="2120713"/>
                  </a:lnTo>
                  <a:lnTo>
                    <a:pt x="2473788" y="2120713"/>
                  </a:lnTo>
                  <a:lnTo>
                    <a:pt x="2473788" y="2117933"/>
                  </a:lnTo>
                  <a:lnTo>
                    <a:pt x="2468351" y="2117933"/>
                  </a:lnTo>
                  <a:lnTo>
                    <a:pt x="2468351" y="2115153"/>
                  </a:lnTo>
                  <a:lnTo>
                    <a:pt x="2462914" y="2115153"/>
                  </a:lnTo>
                  <a:lnTo>
                    <a:pt x="2462914" y="2106813"/>
                  </a:lnTo>
                  <a:lnTo>
                    <a:pt x="2457477" y="2106813"/>
                  </a:lnTo>
                  <a:lnTo>
                    <a:pt x="2457477" y="2106813"/>
                  </a:lnTo>
                  <a:lnTo>
                    <a:pt x="2446603" y="2106813"/>
                  </a:lnTo>
                  <a:lnTo>
                    <a:pt x="2446603" y="2101256"/>
                  </a:lnTo>
                  <a:lnTo>
                    <a:pt x="2435729" y="2101256"/>
                  </a:lnTo>
                  <a:lnTo>
                    <a:pt x="2435729" y="2101256"/>
                  </a:lnTo>
                  <a:lnTo>
                    <a:pt x="2430293" y="2101256"/>
                  </a:lnTo>
                  <a:lnTo>
                    <a:pt x="2430293" y="2092928"/>
                  </a:lnTo>
                  <a:lnTo>
                    <a:pt x="2424856" y="2092928"/>
                  </a:lnTo>
                  <a:lnTo>
                    <a:pt x="2424856" y="2092928"/>
                  </a:lnTo>
                  <a:lnTo>
                    <a:pt x="2419419" y="2092928"/>
                  </a:lnTo>
                  <a:lnTo>
                    <a:pt x="2419419" y="2090156"/>
                  </a:lnTo>
                  <a:lnTo>
                    <a:pt x="2413982" y="2090156"/>
                  </a:lnTo>
                  <a:lnTo>
                    <a:pt x="2413982" y="2084613"/>
                  </a:lnTo>
                  <a:lnTo>
                    <a:pt x="2408545" y="2084613"/>
                  </a:lnTo>
                  <a:lnTo>
                    <a:pt x="2408545" y="2084613"/>
                  </a:lnTo>
                  <a:lnTo>
                    <a:pt x="2403108" y="2084613"/>
                  </a:lnTo>
                  <a:lnTo>
                    <a:pt x="2403108" y="2081843"/>
                  </a:lnTo>
                  <a:lnTo>
                    <a:pt x="2397671" y="2081843"/>
                  </a:lnTo>
                  <a:lnTo>
                    <a:pt x="2397671" y="2073533"/>
                  </a:lnTo>
                  <a:lnTo>
                    <a:pt x="2392234" y="2073533"/>
                  </a:lnTo>
                  <a:lnTo>
                    <a:pt x="2392234" y="2070765"/>
                  </a:lnTo>
                  <a:lnTo>
                    <a:pt x="2386797" y="2070765"/>
                  </a:lnTo>
                  <a:lnTo>
                    <a:pt x="2386797" y="2067997"/>
                  </a:lnTo>
                  <a:lnTo>
                    <a:pt x="2381360" y="2067997"/>
                  </a:lnTo>
                  <a:lnTo>
                    <a:pt x="2381360" y="2062461"/>
                  </a:lnTo>
                  <a:lnTo>
                    <a:pt x="2375924" y="2062461"/>
                  </a:lnTo>
                  <a:lnTo>
                    <a:pt x="2375924" y="2059692"/>
                  </a:lnTo>
                  <a:lnTo>
                    <a:pt x="2370487" y="2059692"/>
                  </a:lnTo>
                  <a:lnTo>
                    <a:pt x="2370487" y="2054155"/>
                  </a:lnTo>
                  <a:lnTo>
                    <a:pt x="2365050" y="2054155"/>
                  </a:lnTo>
                  <a:lnTo>
                    <a:pt x="2365050" y="2048617"/>
                  </a:lnTo>
                  <a:lnTo>
                    <a:pt x="2354176" y="2048617"/>
                  </a:lnTo>
                  <a:lnTo>
                    <a:pt x="2354176" y="2043078"/>
                  </a:lnTo>
                  <a:lnTo>
                    <a:pt x="2348739" y="2043078"/>
                  </a:lnTo>
                  <a:lnTo>
                    <a:pt x="2348739" y="2040309"/>
                  </a:lnTo>
                  <a:lnTo>
                    <a:pt x="2337865" y="2040309"/>
                  </a:lnTo>
                  <a:lnTo>
                    <a:pt x="2337865" y="2037539"/>
                  </a:lnTo>
                  <a:lnTo>
                    <a:pt x="2332428" y="2037539"/>
                  </a:lnTo>
                  <a:lnTo>
                    <a:pt x="2332428" y="2031999"/>
                  </a:lnTo>
                  <a:lnTo>
                    <a:pt x="2321555" y="2031999"/>
                  </a:lnTo>
                  <a:lnTo>
                    <a:pt x="2321555" y="2026459"/>
                  </a:lnTo>
                  <a:lnTo>
                    <a:pt x="2305244" y="2026459"/>
                  </a:lnTo>
                  <a:lnTo>
                    <a:pt x="2305244" y="2020923"/>
                  </a:lnTo>
                  <a:lnTo>
                    <a:pt x="2299807" y="2020923"/>
                  </a:lnTo>
                  <a:lnTo>
                    <a:pt x="2299807" y="2018154"/>
                  </a:lnTo>
                  <a:lnTo>
                    <a:pt x="2294370" y="2018154"/>
                  </a:lnTo>
                  <a:lnTo>
                    <a:pt x="2294370" y="2012617"/>
                  </a:lnTo>
                  <a:lnTo>
                    <a:pt x="2283496" y="2012617"/>
                  </a:lnTo>
                  <a:lnTo>
                    <a:pt x="2283496" y="2007079"/>
                  </a:lnTo>
                  <a:lnTo>
                    <a:pt x="2267186" y="2007079"/>
                  </a:lnTo>
                  <a:lnTo>
                    <a:pt x="2267186" y="2004310"/>
                  </a:lnTo>
                  <a:lnTo>
                    <a:pt x="2256312" y="2004310"/>
                  </a:lnTo>
                  <a:lnTo>
                    <a:pt x="2256312" y="1998772"/>
                  </a:lnTo>
                  <a:lnTo>
                    <a:pt x="2250875" y="1998772"/>
                  </a:lnTo>
                  <a:lnTo>
                    <a:pt x="2250875" y="1996002"/>
                  </a:lnTo>
                  <a:lnTo>
                    <a:pt x="2245438" y="1996002"/>
                  </a:lnTo>
                  <a:lnTo>
                    <a:pt x="2245438" y="1987693"/>
                  </a:lnTo>
                  <a:lnTo>
                    <a:pt x="2234564" y="1987693"/>
                  </a:lnTo>
                  <a:lnTo>
                    <a:pt x="2234564" y="1979382"/>
                  </a:lnTo>
                  <a:lnTo>
                    <a:pt x="2223690" y="1979382"/>
                  </a:lnTo>
                  <a:lnTo>
                    <a:pt x="2223690" y="1976611"/>
                  </a:lnTo>
                  <a:lnTo>
                    <a:pt x="2218254" y="1976611"/>
                  </a:lnTo>
                  <a:lnTo>
                    <a:pt x="2218254" y="1973840"/>
                  </a:lnTo>
                  <a:lnTo>
                    <a:pt x="2207380" y="1973840"/>
                  </a:lnTo>
                  <a:lnTo>
                    <a:pt x="2207380" y="1971072"/>
                  </a:lnTo>
                  <a:lnTo>
                    <a:pt x="2196506" y="1971072"/>
                  </a:lnTo>
                  <a:lnTo>
                    <a:pt x="2196506" y="1965534"/>
                  </a:lnTo>
                  <a:lnTo>
                    <a:pt x="2191069" y="1965534"/>
                  </a:lnTo>
                  <a:lnTo>
                    <a:pt x="2191069" y="1962765"/>
                  </a:lnTo>
                  <a:lnTo>
                    <a:pt x="2185632" y="1962765"/>
                  </a:lnTo>
                  <a:lnTo>
                    <a:pt x="2185632" y="1957226"/>
                  </a:lnTo>
                  <a:lnTo>
                    <a:pt x="2180195" y="1957226"/>
                  </a:lnTo>
                  <a:lnTo>
                    <a:pt x="2180195" y="1954459"/>
                  </a:lnTo>
                  <a:lnTo>
                    <a:pt x="2174758" y="1954459"/>
                  </a:lnTo>
                  <a:lnTo>
                    <a:pt x="2174758" y="1948924"/>
                  </a:lnTo>
                  <a:lnTo>
                    <a:pt x="2169321" y="1948924"/>
                  </a:lnTo>
                  <a:lnTo>
                    <a:pt x="2169321" y="1946156"/>
                  </a:lnTo>
                  <a:lnTo>
                    <a:pt x="2163885" y="1946156"/>
                  </a:lnTo>
                  <a:lnTo>
                    <a:pt x="2163885" y="1943389"/>
                  </a:lnTo>
                  <a:lnTo>
                    <a:pt x="2158448" y="1943389"/>
                  </a:lnTo>
                  <a:lnTo>
                    <a:pt x="2158448" y="1937852"/>
                  </a:lnTo>
                  <a:lnTo>
                    <a:pt x="2147574" y="1937852"/>
                  </a:lnTo>
                  <a:lnTo>
                    <a:pt x="2147574" y="1932316"/>
                  </a:lnTo>
                  <a:lnTo>
                    <a:pt x="2142137" y="1932316"/>
                  </a:lnTo>
                  <a:lnTo>
                    <a:pt x="2142137" y="1929547"/>
                  </a:lnTo>
                  <a:lnTo>
                    <a:pt x="2131263" y="1929547"/>
                  </a:lnTo>
                  <a:lnTo>
                    <a:pt x="2131263" y="1915702"/>
                  </a:lnTo>
                  <a:lnTo>
                    <a:pt x="2114953" y="1915702"/>
                  </a:lnTo>
                  <a:lnTo>
                    <a:pt x="2114953" y="1910162"/>
                  </a:lnTo>
                  <a:lnTo>
                    <a:pt x="2104079" y="1910162"/>
                  </a:lnTo>
                  <a:lnTo>
                    <a:pt x="2104079" y="1907393"/>
                  </a:lnTo>
                  <a:lnTo>
                    <a:pt x="2087768" y="1907393"/>
                  </a:lnTo>
                  <a:lnTo>
                    <a:pt x="2087768" y="1904623"/>
                  </a:lnTo>
                  <a:lnTo>
                    <a:pt x="2082331" y="1904623"/>
                  </a:lnTo>
                  <a:lnTo>
                    <a:pt x="2082331" y="1904623"/>
                  </a:lnTo>
                  <a:lnTo>
                    <a:pt x="2071457" y="1904623"/>
                  </a:lnTo>
                  <a:lnTo>
                    <a:pt x="2071457" y="1901855"/>
                  </a:lnTo>
                  <a:lnTo>
                    <a:pt x="2060584" y="1901855"/>
                  </a:lnTo>
                  <a:lnTo>
                    <a:pt x="2060584" y="1899087"/>
                  </a:lnTo>
                  <a:lnTo>
                    <a:pt x="2055147" y="1899087"/>
                  </a:lnTo>
                  <a:lnTo>
                    <a:pt x="2055147" y="1893559"/>
                  </a:lnTo>
                  <a:lnTo>
                    <a:pt x="2049710" y="1893559"/>
                  </a:lnTo>
                  <a:lnTo>
                    <a:pt x="2049710" y="1888031"/>
                  </a:lnTo>
                  <a:lnTo>
                    <a:pt x="2044273" y="1888031"/>
                  </a:lnTo>
                  <a:lnTo>
                    <a:pt x="2044273" y="1885266"/>
                  </a:lnTo>
                  <a:lnTo>
                    <a:pt x="2038836" y="1885266"/>
                  </a:lnTo>
                  <a:lnTo>
                    <a:pt x="2038836" y="1882502"/>
                  </a:lnTo>
                  <a:lnTo>
                    <a:pt x="2033399" y="1882502"/>
                  </a:lnTo>
                  <a:lnTo>
                    <a:pt x="2033399" y="1882502"/>
                  </a:lnTo>
                  <a:lnTo>
                    <a:pt x="2027962" y="1882502"/>
                  </a:lnTo>
                  <a:lnTo>
                    <a:pt x="2027962" y="1876977"/>
                  </a:lnTo>
                  <a:lnTo>
                    <a:pt x="2022525" y="1876977"/>
                  </a:lnTo>
                  <a:lnTo>
                    <a:pt x="2022525" y="1871451"/>
                  </a:lnTo>
                  <a:lnTo>
                    <a:pt x="2017088" y="1871451"/>
                  </a:lnTo>
                  <a:lnTo>
                    <a:pt x="2017088" y="1868693"/>
                  </a:lnTo>
                  <a:lnTo>
                    <a:pt x="2006215" y="1868693"/>
                  </a:lnTo>
                  <a:lnTo>
                    <a:pt x="2006215" y="1860416"/>
                  </a:lnTo>
                  <a:lnTo>
                    <a:pt x="2000778" y="1860416"/>
                  </a:lnTo>
                  <a:lnTo>
                    <a:pt x="2000778" y="1854897"/>
                  </a:lnTo>
                  <a:lnTo>
                    <a:pt x="1989904" y="1854897"/>
                  </a:lnTo>
                  <a:lnTo>
                    <a:pt x="1989904" y="1849378"/>
                  </a:lnTo>
                  <a:lnTo>
                    <a:pt x="1984467" y="1849378"/>
                  </a:lnTo>
                  <a:lnTo>
                    <a:pt x="1984467" y="1846618"/>
                  </a:lnTo>
                  <a:lnTo>
                    <a:pt x="1973593" y="1846618"/>
                  </a:lnTo>
                  <a:lnTo>
                    <a:pt x="1973593" y="1843858"/>
                  </a:lnTo>
                  <a:lnTo>
                    <a:pt x="1968156" y="1843858"/>
                  </a:lnTo>
                  <a:lnTo>
                    <a:pt x="1968156" y="1841098"/>
                  </a:lnTo>
                  <a:lnTo>
                    <a:pt x="1962719" y="1841098"/>
                  </a:lnTo>
                  <a:lnTo>
                    <a:pt x="1962719" y="1838338"/>
                  </a:lnTo>
                  <a:lnTo>
                    <a:pt x="1957282" y="1838338"/>
                  </a:lnTo>
                  <a:lnTo>
                    <a:pt x="1957282" y="1835579"/>
                  </a:lnTo>
                  <a:lnTo>
                    <a:pt x="1946409" y="1835579"/>
                  </a:lnTo>
                  <a:lnTo>
                    <a:pt x="1946409" y="1832821"/>
                  </a:lnTo>
                  <a:lnTo>
                    <a:pt x="1940972" y="1832821"/>
                  </a:lnTo>
                  <a:lnTo>
                    <a:pt x="1940972" y="1830065"/>
                  </a:lnTo>
                  <a:lnTo>
                    <a:pt x="1935535" y="1830065"/>
                  </a:lnTo>
                  <a:lnTo>
                    <a:pt x="1935535" y="1821794"/>
                  </a:lnTo>
                  <a:lnTo>
                    <a:pt x="1924661" y="1821794"/>
                  </a:lnTo>
                  <a:lnTo>
                    <a:pt x="1924661" y="1816285"/>
                  </a:lnTo>
                  <a:lnTo>
                    <a:pt x="1919224" y="1816285"/>
                  </a:lnTo>
                  <a:lnTo>
                    <a:pt x="1919224" y="1813529"/>
                  </a:lnTo>
                  <a:lnTo>
                    <a:pt x="1913787" y="1813529"/>
                  </a:lnTo>
                  <a:lnTo>
                    <a:pt x="1913787" y="1810774"/>
                  </a:lnTo>
                  <a:lnTo>
                    <a:pt x="1908350" y="1810774"/>
                  </a:lnTo>
                  <a:lnTo>
                    <a:pt x="1908350" y="1808021"/>
                  </a:lnTo>
                  <a:lnTo>
                    <a:pt x="1902914" y="1808021"/>
                  </a:lnTo>
                  <a:lnTo>
                    <a:pt x="1902914" y="1805269"/>
                  </a:lnTo>
                  <a:lnTo>
                    <a:pt x="1897477" y="1805269"/>
                  </a:lnTo>
                  <a:lnTo>
                    <a:pt x="1897477" y="1799766"/>
                  </a:lnTo>
                  <a:lnTo>
                    <a:pt x="1892040" y="1799766"/>
                  </a:lnTo>
                  <a:lnTo>
                    <a:pt x="1892040" y="1797015"/>
                  </a:lnTo>
                  <a:lnTo>
                    <a:pt x="1886603" y="1797015"/>
                  </a:lnTo>
                  <a:lnTo>
                    <a:pt x="1886603" y="1788758"/>
                  </a:lnTo>
                  <a:lnTo>
                    <a:pt x="1881166" y="1788758"/>
                  </a:lnTo>
                  <a:lnTo>
                    <a:pt x="1881166" y="1780501"/>
                  </a:lnTo>
                  <a:lnTo>
                    <a:pt x="1875729" y="1780501"/>
                  </a:lnTo>
                  <a:lnTo>
                    <a:pt x="1875729" y="1777748"/>
                  </a:lnTo>
                  <a:lnTo>
                    <a:pt x="1870292" y="1777748"/>
                  </a:lnTo>
                  <a:lnTo>
                    <a:pt x="1870292" y="1772241"/>
                  </a:lnTo>
                  <a:lnTo>
                    <a:pt x="1859418" y="1772241"/>
                  </a:lnTo>
                  <a:lnTo>
                    <a:pt x="1859418" y="1769488"/>
                  </a:lnTo>
                  <a:lnTo>
                    <a:pt x="1837671" y="1769488"/>
                  </a:lnTo>
                  <a:lnTo>
                    <a:pt x="1837671" y="1766735"/>
                  </a:lnTo>
                  <a:lnTo>
                    <a:pt x="1832234" y="1766735"/>
                  </a:lnTo>
                  <a:lnTo>
                    <a:pt x="1832234" y="1763981"/>
                  </a:lnTo>
                  <a:lnTo>
                    <a:pt x="1826797" y="1763981"/>
                  </a:lnTo>
                  <a:lnTo>
                    <a:pt x="1826797" y="1763981"/>
                  </a:lnTo>
                  <a:lnTo>
                    <a:pt x="1821360" y="1763981"/>
                  </a:lnTo>
                  <a:lnTo>
                    <a:pt x="1821360" y="1758477"/>
                  </a:lnTo>
                  <a:lnTo>
                    <a:pt x="1815923" y="1758477"/>
                  </a:lnTo>
                  <a:lnTo>
                    <a:pt x="1815923" y="1755725"/>
                  </a:lnTo>
                  <a:lnTo>
                    <a:pt x="1810486" y="1755725"/>
                  </a:lnTo>
                  <a:lnTo>
                    <a:pt x="1810486" y="1752973"/>
                  </a:lnTo>
                  <a:lnTo>
                    <a:pt x="1805049" y="1752973"/>
                  </a:lnTo>
                  <a:lnTo>
                    <a:pt x="1805049" y="1747468"/>
                  </a:lnTo>
                  <a:lnTo>
                    <a:pt x="1794176" y="1747468"/>
                  </a:lnTo>
                  <a:lnTo>
                    <a:pt x="1794176" y="1744715"/>
                  </a:lnTo>
                  <a:lnTo>
                    <a:pt x="1788739" y="1744715"/>
                  </a:lnTo>
                  <a:lnTo>
                    <a:pt x="1788739" y="1739214"/>
                  </a:lnTo>
                  <a:lnTo>
                    <a:pt x="1783302" y="1739214"/>
                  </a:lnTo>
                  <a:lnTo>
                    <a:pt x="1783302" y="1739214"/>
                  </a:lnTo>
                  <a:lnTo>
                    <a:pt x="1777865" y="1739214"/>
                  </a:lnTo>
                  <a:lnTo>
                    <a:pt x="1777865" y="1736467"/>
                  </a:lnTo>
                  <a:lnTo>
                    <a:pt x="1772428" y="1736467"/>
                  </a:lnTo>
                  <a:lnTo>
                    <a:pt x="1772428" y="1730973"/>
                  </a:lnTo>
                  <a:lnTo>
                    <a:pt x="1766991" y="1730973"/>
                  </a:lnTo>
                  <a:lnTo>
                    <a:pt x="1766991" y="1728226"/>
                  </a:lnTo>
                  <a:lnTo>
                    <a:pt x="1734370" y="1728226"/>
                  </a:lnTo>
                  <a:lnTo>
                    <a:pt x="1734370" y="1725478"/>
                  </a:lnTo>
                  <a:lnTo>
                    <a:pt x="1728933" y="1725478"/>
                  </a:lnTo>
                  <a:lnTo>
                    <a:pt x="1728933" y="1722731"/>
                  </a:lnTo>
                  <a:lnTo>
                    <a:pt x="1712622" y="1722731"/>
                  </a:lnTo>
                  <a:lnTo>
                    <a:pt x="1712622" y="1717235"/>
                  </a:lnTo>
                  <a:lnTo>
                    <a:pt x="1707185" y="1717235"/>
                  </a:lnTo>
                  <a:lnTo>
                    <a:pt x="1707185" y="1711739"/>
                  </a:lnTo>
                  <a:lnTo>
                    <a:pt x="1701748" y="1711739"/>
                  </a:lnTo>
                  <a:lnTo>
                    <a:pt x="1701748" y="1708990"/>
                  </a:lnTo>
                  <a:lnTo>
                    <a:pt x="1690875" y="1708990"/>
                  </a:lnTo>
                  <a:lnTo>
                    <a:pt x="1690875" y="1700744"/>
                  </a:lnTo>
                  <a:lnTo>
                    <a:pt x="1680001" y="1700744"/>
                  </a:lnTo>
                  <a:lnTo>
                    <a:pt x="1680001" y="1697995"/>
                  </a:lnTo>
                  <a:lnTo>
                    <a:pt x="1674564" y="1697995"/>
                  </a:lnTo>
                  <a:lnTo>
                    <a:pt x="1674564" y="1697995"/>
                  </a:lnTo>
                  <a:lnTo>
                    <a:pt x="1663690" y="1697995"/>
                  </a:lnTo>
                  <a:lnTo>
                    <a:pt x="1663690" y="1692500"/>
                  </a:lnTo>
                  <a:lnTo>
                    <a:pt x="1658253" y="1692500"/>
                  </a:lnTo>
                  <a:lnTo>
                    <a:pt x="1658253" y="1684257"/>
                  </a:lnTo>
                  <a:lnTo>
                    <a:pt x="1652816" y="1684257"/>
                  </a:lnTo>
                  <a:lnTo>
                    <a:pt x="1652816" y="1676013"/>
                  </a:lnTo>
                  <a:lnTo>
                    <a:pt x="1647379" y="1676013"/>
                  </a:lnTo>
                  <a:lnTo>
                    <a:pt x="1647379" y="1673264"/>
                  </a:lnTo>
                  <a:lnTo>
                    <a:pt x="1636506" y="1673264"/>
                  </a:lnTo>
                  <a:lnTo>
                    <a:pt x="1636506" y="1670516"/>
                  </a:lnTo>
                  <a:lnTo>
                    <a:pt x="1625632" y="1670516"/>
                  </a:lnTo>
                  <a:lnTo>
                    <a:pt x="1625632" y="1665018"/>
                  </a:lnTo>
                  <a:lnTo>
                    <a:pt x="1620195" y="1665018"/>
                  </a:lnTo>
                  <a:lnTo>
                    <a:pt x="1620195" y="1659520"/>
                  </a:lnTo>
                  <a:lnTo>
                    <a:pt x="1614758" y="1659520"/>
                  </a:lnTo>
                  <a:lnTo>
                    <a:pt x="1614758" y="1659520"/>
                  </a:lnTo>
                  <a:lnTo>
                    <a:pt x="1609321" y="1659520"/>
                  </a:lnTo>
                  <a:lnTo>
                    <a:pt x="1609321" y="1656772"/>
                  </a:lnTo>
                  <a:lnTo>
                    <a:pt x="1593010" y="1656772"/>
                  </a:lnTo>
                  <a:lnTo>
                    <a:pt x="1593010" y="1651277"/>
                  </a:lnTo>
                  <a:lnTo>
                    <a:pt x="1587573" y="1651277"/>
                  </a:lnTo>
                  <a:lnTo>
                    <a:pt x="1587573" y="1651277"/>
                  </a:lnTo>
                  <a:lnTo>
                    <a:pt x="1582137" y="1651277"/>
                  </a:lnTo>
                  <a:lnTo>
                    <a:pt x="1582137" y="1648535"/>
                  </a:lnTo>
                  <a:lnTo>
                    <a:pt x="1576700" y="1648535"/>
                  </a:lnTo>
                  <a:lnTo>
                    <a:pt x="1576700" y="1643051"/>
                  </a:lnTo>
                  <a:lnTo>
                    <a:pt x="1565826" y="1643051"/>
                  </a:lnTo>
                  <a:lnTo>
                    <a:pt x="1565826" y="1637567"/>
                  </a:lnTo>
                  <a:lnTo>
                    <a:pt x="1560389" y="1637567"/>
                  </a:lnTo>
                  <a:lnTo>
                    <a:pt x="1560389" y="1634824"/>
                  </a:lnTo>
                  <a:lnTo>
                    <a:pt x="1554952" y="1634824"/>
                  </a:lnTo>
                  <a:lnTo>
                    <a:pt x="1554952" y="1632081"/>
                  </a:lnTo>
                  <a:lnTo>
                    <a:pt x="1544078" y="1632081"/>
                  </a:lnTo>
                  <a:lnTo>
                    <a:pt x="1544078" y="1623852"/>
                  </a:lnTo>
                  <a:lnTo>
                    <a:pt x="1538641" y="1623852"/>
                  </a:lnTo>
                  <a:lnTo>
                    <a:pt x="1538641" y="1618365"/>
                  </a:lnTo>
                  <a:lnTo>
                    <a:pt x="1533205" y="1618365"/>
                  </a:lnTo>
                  <a:lnTo>
                    <a:pt x="1533205" y="1612877"/>
                  </a:lnTo>
                  <a:lnTo>
                    <a:pt x="1527768" y="1612877"/>
                  </a:lnTo>
                  <a:lnTo>
                    <a:pt x="1527768" y="1610133"/>
                  </a:lnTo>
                  <a:lnTo>
                    <a:pt x="1522331" y="1610133"/>
                  </a:lnTo>
                  <a:lnTo>
                    <a:pt x="1522331" y="1604649"/>
                  </a:lnTo>
                  <a:lnTo>
                    <a:pt x="1516894" y="1604649"/>
                  </a:lnTo>
                  <a:lnTo>
                    <a:pt x="1516894" y="1599167"/>
                  </a:lnTo>
                  <a:lnTo>
                    <a:pt x="1511457" y="1599167"/>
                  </a:lnTo>
                  <a:lnTo>
                    <a:pt x="1511457" y="1596426"/>
                  </a:lnTo>
                  <a:lnTo>
                    <a:pt x="1506020" y="1596426"/>
                  </a:lnTo>
                  <a:lnTo>
                    <a:pt x="1506020" y="1593685"/>
                  </a:lnTo>
                  <a:lnTo>
                    <a:pt x="1489709" y="1593685"/>
                  </a:lnTo>
                  <a:lnTo>
                    <a:pt x="1489709" y="1588203"/>
                  </a:lnTo>
                  <a:lnTo>
                    <a:pt x="1484272" y="1588203"/>
                  </a:lnTo>
                  <a:lnTo>
                    <a:pt x="1484272" y="1579984"/>
                  </a:lnTo>
                  <a:lnTo>
                    <a:pt x="1478836" y="1579984"/>
                  </a:lnTo>
                  <a:lnTo>
                    <a:pt x="1478836" y="1571763"/>
                  </a:lnTo>
                  <a:lnTo>
                    <a:pt x="1473399" y="1571763"/>
                  </a:lnTo>
                  <a:lnTo>
                    <a:pt x="1473399" y="1563541"/>
                  </a:lnTo>
                  <a:lnTo>
                    <a:pt x="1467962" y="1563541"/>
                  </a:lnTo>
                  <a:lnTo>
                    <a:pt x="1467962" y="1558058"/>
                  </a:lnTo>
                  <a:lnTo>
                    <a:pt x="1462525" y="1558058"/>
                  </a:lnTo>
                  <a:lnTo>
                    <a:pt x="1462525" y="1555317"/>
                  </a:lnTo>
                  <a:lnTo>
                    <a:pt x="1457088" y="1555317"/>
                  </a:lnTo>
                  <a:lnTo>
                    <a:pt x="1457088" y="1549837"/>
                  </a:lnTo>
                  <a:lnTo>
                    <a:pt x="1451651" y="1549837"/>
                  </a:lnTo>
                  <a:lnTo>
                    <a:pt x="1451651" y="1547097"/>
                  </a:lnTo>
                  <a:lnTo>
                    <a:pt x="1446214" y="1547097"/>
                  </a:lnTo>
                  <a:lnTo>
                    <a:pt x="1446214" y="1544357"/>
                  </a:lnTo>
                  <a:lnTo>
                    <a:pt x="1440777" y="1544357"/>
                  </a:lnTo>
                  <a:lnTo>
                    <a:pt x="1440777" y="1538880"/>
                  </a:lnTo>
                  <a:lnTo>
                    <a:pt x="1435340" y="1538880"/>
                  </a:lnTo>
                  <a:lnTo>
                    <a:pt x="1435340" y="1538880"/>
                  </a:lnTo>
                  <a:lnTo>
                    <a:pt x="1429903" y="1538880"/>
                  </a:lnTo>
                  <a:lnTo>
                    <a:pt x="1429903" y="1536143"/>
                  </a:lnTo>
                  <a:lnTo>
                    <a:pt x="1424467" y="1536143"/>
                  </a:lnTo>
                  <a:lnTo>
                    <a:pt x="1424467" y="1533407"/>
                  </a:lnTo>
                  <a:lnTo>
                    <a:pt x="1419030" y="1533407"/>
                  </a:lnTo>
                  <a:lnTo>
                    <a:pt x="1419030" y="1530672"/>
                  </a:lnTo>
                  <a:lnTo>
                    <a:pt x="1408156" y="1530672"/>
                  </a:lnTo>
                  <a:lnTo>
                    <a:pt x="1408156" y="1527936"/>
                  </a:lnTo>
                  <a:lnTo>
                    <a:pt x="1402719" y="1527936"/>
                  </a:lnTo>
                  <a:lnTo>
                    <a:pt x="1402719" y="1522465"/>
                  </a:lnTo>
                  <a:lnTo>
                    <a:pt x="1386408" y="1522465"/>
                  </a:lnTo>
                  <a:lnTo>
                    <a:pt x="1386408" y="1514257"/>
                  </a:lnTo>
                  <a:lnTo>
                    <a:pt x="1380971" y="1514257"/>
                  </a:lnTo>
                  <a:lnTo>
                    <a:pt x="1380971" y="1500584"/>
                  </a:lnTo>
                  <a:lnTo>
                    <a:pt x="1375534" y="1500584"/>
                  </a:lnTo>
                  <a:lnTo>
                    <a:pt x="1375534" y="1497848"/>
                  </a:lnTo>
                  <a:lnTo>
                    <a:pt x="1370098" y="1497848"/>
                  </a:lnTo>
                  <a:lnTo>
                    <a:pt x="1370098" y="1489642"/>
                  </a:lnTo>
                  <a:lnTo>
                    <a:pt x="1364661" y="1489642"/>
                  </a:lnTo>
                  <a:lnTo>
                    <a:pt x="1364661" y="1484170"/>
                  </a:lnTo>
                  <a:lnTo>
                    <a:pt x="1359224" y="1484170"/>
                  </a:lnTo>
                  <a:lnTo>
                    <a:pt x="1359224" y="1475960"/>
                  </a:lnTo>
                  <a:lnTo>
                    <a:pt x="1353787" y="1475960"/>
                  </a:lnTo>
                  <a:lnTo>
                    <a:pt x="1353787" y="1473223"/>
                  </a:lnTo>
                  <a:lnTo>
                    <a:pt x="1348350" y="1473223"/>
                  </a:lnTo>
                  <a:lnTo>
                    <a:pt x="1348350" y="1467749"/>
                  </a:lnTo>
                  <a:lnTo>
                    <a:pt x="1342913" y="1467749"/>
                  </a:lnTo>
                  <a:lnTo>
                    <a:pt x="1342913" y="1465013"/>
                  </a:lnTo>
                  <a:lnTo>
                    <a:pt x="1337476" y="1465013"/>
                  </a:lnTo>
                  <a:lnTo>
                    <a:pt x="1337476" y="1465013"/>
                  </a:lnTo>
                  <a:lnTo>
                    <a:pt x="1332039" y="1465013"/>
                  </a:lnTo>
                  <a:lnTo>
                    <a:pt x="1332039" y="1459550"/>
                  </a:lnTo>
                  <a:lnTo>
                    <a:pt x="1326602" y="1459550"/>
                  </a:lnTo>
                  <a:lnTo>
                    <a:pt x="1326602" y="1456817"/>
                  </a:lnTo>
                  <a:lnTo>
                    <a:pt x="1321166" y="1456817"/>
                  </a:lnTo>
                  <a:lnTo>
                    <a:pt x="1321166" y="1454085"/>
                  </a:lnTo>
                  <a:lnTo>
                    <a:pt x="1315729" y="1454085"/>
                  </a:lnTo>
                  <a:lnTo>
                    <a:pt x="1315729" y="1443154"/>
                  </a:lnTo>
                  <a:lnTo>
                    <a:pt x="1310292" y="1443154"/>
                  </a:lnTo>
                  <a:lnTo>
                    <a:pt x="1310292" y="1440421"/>
                  </a:lnTo>
                  <a:lnTo>
                    <a:pt x="1304855" y="1440421"/>
                  </a:lnTo>
                  <a:lnTo>
                    <a:pt x="1304855" y="1440421"/>
                  </a:lnTo>
                  <a:lnTo>
                    <a:pt x="1299418" y="1440421"/>
                  </a:lnTo>
                  <a:lnTo>
                    <a:pt x="1299418" y="1434957"/>
                  </a:lnTo>
                  <a:lnTo>
                    <a:pt x="1293981" y="1434957"/>
                  </a:lnTo>
                  <a:lnTo>
                    <a:pt x="1293981" y="1429497"/>
                  </a:lnTo>
                  <a:lnTo>
                    <a:pt x="1288544" y="1429497"/>
                  </a:lnTo>
                  <a:lnTo>
                    <a:pt x="1288544" y="1429497"/>
                  </a:lnTo>
                  <a:lnTo>
                    <a:pt x="1283107" y="1429497"/>
                  </a:lnTo>
                  <a:lnTo>
                    <a:pt x="1283107" y="1426769"/>
                  </a:lnTo>
                  <a:lnTo>
                    <a:pt x="1277670" y="1426769"/>
                  </a:lnTo>
                  <a:lnTo>
                    <a:pt x="1277670" y="1421311"/>
                  </a:lnTo>
                  <a:lnTo>
                    <a:pt x="1272233" y="1421311"/>
                  </a:lnTo>
                  <a:lnTo>
                    <a:pt x="1272233" y="1418582"/>
                  </a:lnTo>
                  <a:lnTo>
                    <a:pt x="1266797" y="1418582"/>
                  </a:lnTo>
                  <a:lnTo>
                    <a:pt x="1266797" y="1413124"/>
                  </a:lnTo>
                  <a:lnTo>
                    <a:pt x="1261360" y="1413124"/>
                  </a:lnTo>
                  <a:lnTo>
                    <a:pt x="1261360" y="1410394"/>
                  </a:lnTo>
                  <a:lnTo>
                    <a:pt x="1255923" y="1410394"/>
                  </a:lnTo>
                  <a:lnTo>
                    <a:pt x="1255923" y="1410394"/>
                  </a:lnTo>
                  <a:lnTo>
                    <a:pt x="1250486" y="1410394"/>
                  </a:lnTo>
                  <a:lnTo>
                    <a:pt x="1250486" y="1402216"/>
                  </a:lnTo>
                  <a:lnTo>
                    <a:pt x="1245049" y="1402216"/>
                  </a:lnTo>
                  <a:lnTo>
                    <a:pt x="1245049" y="1399490"/>
                  </a:lnTo>
                  <a:lnTo>
                    <a:pt x="1239612" y="1399490"/>
                  </a:lnTo>
                  <a:lnTo>
                    <a:pt x="1239612" y="1396763"/>
                  </a:lnTo>
                  <a:lnTo>
                    <a:pt x="1223301" y="1396763"/>
                  </a:lnTo>
                  <a:lnTo>
                    <a:pt x="1223301" y="1396763"/>
                  </a:lnTo>
                  <a:lnTo>
                    <a:pt x="1217864" y="1396763"/>
                  </a:lnTo>
                  <a:lnTo>
                    <a:pt x="1217864" y="1391317"/>
                  </a:lnTo>
                  <a:lnTo>
                    <a:pt x="1212428" y="1391317"/>
                  </a:lnTo>
                  <a:lnTo>
                    <a:pt x="1212428" y="1385873"/>
                  </a:lnTo>
                  <a:lnTo>
                    <a:pt x="1206991" y="1385873"/>
                  </a:lnTo>
                  <a:lnTo>
                    <a:pt x="1206991" y="1380429"/>
                  </a:lnTo>
                  <a:lnTo>
                    <a:pt x="1196117" y="1380429"/>
                  </a:lnTo>
                  <a:lnTo>
                    <a:pt x="1196117" y="1377707"/>
                  </a:lnTo>
                  <a:lnTo>
                    <a:pt x="1190680" y="1377707"/>
                  </a:lnTo>
                  <a:lnTo>
                    <a:pt x="1190680" y="1374984"/>
                  </a:lnTo>
                  <a:lnTo>
                    <a:pt x="1185243" y="1374984"/>
                  </a:lnTo>
                  <a:lnTo>
                    <a:pt x="1185243" y="1366816"/>
                  </a:lnTo>
                  <a:lnTo>
                    <a:pt x="1179806" y="1366816"/>
                  </a:lnTo>
                  <a:lnTo>
                    <a:pt x="1179806" y="1364094"/>
                  </a:lnTo>
                  <a:lnTo>
                    <a:pt x="1174369" y="1364094"/>
                  </a:lnTo>
                  <a:lnTo>
                    <a:pt x="1174369" y="1358655"/>
                  </a:lnTo>
                  <a:lnTo>
                    <a:pt x="1168932" y="1358655"/>
                  </a:lnTo>
                  <a:lnTo>
                    <a:pt x="1168932" y="1355934"/>
                  </a:lnTo>
                  <a:lnTo>
                    <a:pt x="1158059" y="1355934"/>
                  </a:lnTo>
                  <a:lnTo>
                    <a:pt x="1158059" y="1353214"/>
                  </a:lnTo>
                  <a:lnTo>
                    <a:pt x="1147185" y="1353214"/>
                  </a:lnTo>
                  <a:lnTo>
                    <a:pt x="1147185" y="1350496"/>
                  </a:lnTo>
                  <a:lnTo>
                    <a:pt x="1141748" y="1350496"/>
                  </a:lnTo>
                  <a:lnTo>
                    <a:pt x="1141748" y="1347777"/>
                  </a:lnTo>
                  <a:lnTo>
                    <a:pt x="1130874" y="1347777"/>
                  </a:lnTo>
                  <a:lnTo>
                    <a:pt x="1130874" y="1345058"/>
                  </a:lnTo>
                  <a:lnTo>
                    <a:pt x="1114563" y="1345058"/>
                  </a:lnTo>
                  <a:lnTo>
                    <a:pt x="1114563" y="1342338"/>
                  </a:lnTo>
                  <a:lnTo>
                    <a:pt x="1103690" y="1342338"/>
                  </a:lnTo>
                  <a:lnTo>
                    <a:pt x="1103690" y="1339623"/>
                  </a:lnTo>
                  <a:lnTo>
                    <a:pt x="1087379" y="1339623"/>
                  </a:lnTo>
                  <a:lnTo>
                    <a:pt x="1087379" y="1336907"/>
                  </a:lnTo>
                  <a:lnTo>
                    <a:pt x="1081942" y="1336907"/>
                  </a:lnTo>
                  <a:lnTo>
                    <a:pt x="1081942" y="1328758"/>
                  </a:lnTo>
                  <a:lnTo>
                    <a:pt x="1076505" y="1328758"/>
                  </a:lnTo>
                  <a:lnTo>
                    <a:pt x="1076505" y="1326041"/>
                  </a:lnTo>
                  <a:lnTo>
                    <a:pt x="1065631" y="1326041"/>
                  </a:lnTo>
                  <a:lnTo>
                    <a:pt x="1065631" y="1320611"/>
                  </a:lnTo>
                  <a:lnTo>
                    <a:pt x="1060194" y="1320611"/>
                  </a:lnTo>
                  <a:lnTo>
                    <a:pt x="1060194" y="1307032"/>
                  </a:lnTo>
                  <a:lnTo>
                    <a:pt x="1054758" y="1307032"/>
                  </a:lnTo>
                  <a:lnTo>
                    <a:pt x="1054758" y="1304316"/>
                  </a:lnTo>
                  <a:lnTo>
                    <a:pt x="1049321" y="1304316"/>
                  </a:lnTo>
                  <a:lnTo>
                    <a:pt x="1049321" y="1298882"/>
                  </a:lnTo>
                  <a:lnTo>
                    <a:pt x="1043884" y="1298882"/>
                  </a:lnTo>
                  <a:lnTo>
                    <a:pt x="1043884" y="1296165"/>
                  </a:lnTo>
                  <a:lnTo>
                    <a:pt x="1038447" y="1296165"/>
                  </a:lnTo>
                  <a:lnTo>
                    <a:pt x="1038447" y="1293448"/>
                  </a:lnTo>
                  <a:lnTo>
                    <a:pt x="1033010" y="1293448"/>
                  </a:lnTo>
                  <a:lnTo>
                    <a:pt x="1033010" y="1290731"/>
                  </a:lnTo>
                  <a:lnTo>
                    <a:pt x="1027573" y="1290731"/>
                  </a:lnTo>
                  <a:lnTo>
                    <a:pt x="1027573" y="1285295"/>
                  </a:lnTo>
                  <a:lnTo>
                    <a:pt x="1022136" y="1285295"/>
                  </a:lnTo>
                  <a:lnTo>
                    <a:pt x="1022136" y="1279859"/>
                  </a:lnTo>
                  <a:lnTo>
                    <a:pt x="1016699" y="1279859"/>
                  </a:lnTo>
                  <a:lnTo>
                    <a:pt x="1016699" y="1274426"/>
                  </a:lnTo>
                  <a:lnTo>
                    <a:pt x="1011262" y="1274426"/>
                  </a:lnTo>
                  <a:lnTo>
                    <a:pt x="1011262" y="1266274"/>
                  </a:lnTo>
                  <a:lnTo>
                    <a:pt x="1005825" y="1266274"/>
                  </a:lnTo>
                  <a:lnTo>
                    <a:pt x="1005825" y="1255402"/>
                  </a:lnTo>
                  <a:lnTo>
                    <a:pt x="1000389" y="1255402"/>
                  </a:lnTo>
                  <a:lnTo>
                    <a:pt x="1000389" y="1255402"/>
                  </a:lnTo>
                  <a:lnTo>
                    <a:pt x="994952" y="1255402"/>
                  </a:lnTo>
                  <a:lnTo>
                    <a:pt x="994952" y="1244534"/>
                  </a:lnTo>
                  <a:lnTo>
                    <a:pt x="989515" y="1244534"/>
                  </a:lnTo>
                  <a:lnTo>
                    <a:pt x="989515" y="1241819"/>
                  </a:lnTo>
                  <a:lnTo>
                    <a:pt x="984078" y="1241819"/>
                  </a:lnTo>
                  <a:lnTo>
                    <a:pt x="984078" y="1239103"/>
                  </a:lnTo>
                  <a:lnTo>
                    <a:pt x="978641" y="1239103"/>
                  </a:lnTo>
                  <a:lnTo>
                    <a:pt x="978641" y="1230959"/>
                  </a:lnTo>
                  <a:lnTo>
                    <a:pt x="973204" y="1230959"/>
                  </a:lnTo>
                  <a:lnTo>
                    <a:pt x="973204" y="1228244"/>
                  </a:lnTo>
                  <a:lnTo>
                    <a:pt x="967767" y="1228244"/>
                  </a:lnTo>
                  <a:lnTo>
                    <a:pt x="967767" y="1225529"/>
                  </a:lnTo>
                  <a:lnTo>
                    <a:pt x="962330" y="1225529"/>
                  </a:lnTo>
                  <a:lnTo>
                    <a:pt x="962330" y="1222814"/>
                  </a:lnTo>
                  <a:lnTo>
                    <a:pt x="956893" y="1222814"/>
                  </a:lnTo>
                  <a:lnTo>
                    <a:pt x="956893" y="1211957"/>
                  </a:lnTo>
                  <a:lnTo>
                    <a:pt x="951457" y="1211957"/>
                  </a:lnTo>
                  <a:lnTo>
                    <a:pt x="951457" y="1211957"/>
                  </a:lnTo>
                  <a:lnTo>
                    <a:pt x="946020" y="1211957"/>
                  </a:lnTo>
                  <a:lnTo>
                    <a:pt x="946020" y="1203818"/>
                  </a:lnTo>
                  <a:lnTo>
                    <a:pt x="940583" y="1203818"/>
                  </a:lnTo>
                  <a:lnTo>
                    <a:pt x="940583" y="1201107"/>
                  </a:lnTo>
                  <a:lnTo>
                    <a:pt x="935146" y="1201107"/>
                  </a:lnTo>
                  <a:lnTo>
                    <a:pt x="935146" y="1198395"/>
                  </a:lnTo>
                  <a:lnTo>
                    <a:pt x="929709" y="1198395"/>
                  </a:lnTo>
                  <a:lnTo>
                    <a:pt x="929709" y="1192970"/>
                  </a:lnTo>
                  <a:lnTo>
                    <a:pt x="924272" y="1192970"/>
                  </a:lnTo>
                  <a:lnTo>
                    <a:pt x="924272" y="1190258"/>
                  </a:lnTo>
                  <a:lnTo>
                    <a:pt x="918835" y="1190258"/>
                  </a:lnTo>
                  <a:lnTo>
                    <a:pt x="918835" y="1176692"/>
                  </a:lnTo>
                  <a:lnTo>
                    <a:pt x="913398" y="1176692"/>
                  </a:lnTo>
                  <a:lnTo>
                    <a:pt x="913398" y="1168549"/>
                  </a:lnTo>
                  <a:lnTo>
                    <a:pt x="897088" y="1168549"/>
                  </a:lnTo>
                  <a:lnTo>
                    <a:pt x="897088" y="1163120"/>
                  </a:lnTo>
                  <a:lnTo>
                    <a:pt x="891651" y="1163120"/>
                  </a:lnTo>
                  <a:lnTo>
                    <a:pt x="891651" y="1154974"/>
                  </a:lnTo>
                  <a:lnTo>
                    <a:pt x="886214" y="1154974"/>
                  </a:lnTo>
                  <a:lnTo>
                    <a:pt x="886214" y="1141393"/>
                  </a:lnTo>
                  <a:lnTo>
                    <a:pt x="880777" y="1141393"/>
                  </a:lnTo>
                  <a:lnTo>
                    <a:pt x="880777" y="1135959"/>
                  </a:lnTo>
                  <a:lnTo>
                    <a:pt x="875340" y="1135959"/>
                  </a:lnTo>
                  <a:lnTo>
                    <a:pt x="875340" y="1133242"/>
                  </a:lnTo>
                  <a:lnTo>
                    <a:pt x="869903" y="1133242"/>
                  </a:lnTo>
                  <a:lnTo>
                    <a:pt x="869903" y="1119652"/>
                  </a:lnTo>
                  <a:lnTo>
                    <a:pt x="864466" y="1119652"/>
                  </a:lnTo>
                  <a:lnTo>
                    <a:pt x="864466" y="1111495"/>
                  </a:lnTo>
                  <a:lnTo>
                    <a:pt x="859029" y="1111495"/>
                  </a:lnTo>
                  <a:lnTo>
                    <a:pt x="859029" y="1106056"/>
                  </a:lnTo>
                  <a:lnTo>
                    <a:pt x="853592" y="1106056"/>
                  </a:lnTo>
                  <a:lnTo>
                    <a:pt x="853592" y="1100616"/>
                  </a:lnTo>
                  <a:lnTo>
                    <a:pt x="848155" y="1100616"/>
                  </a:lnTo>
                  <a:lnTo>
                    <a:pt x="848155" y="1097897"/>
                  </a:lnTo>
                  <a:lnTo>
                    <a:pt x="842719" y="1097897"/>
                  </a:lnTo>
                  <a:lnTo>
                    <a:pt x="842719" y="1092459"/>
                  </a:lnTo>
                  <a:lnTo>
                    <a:pt x="837282" y="1092459"/>
                  </a:lnTo>
                  <a:lnTo>
                    <a:pt x="837282" y="1087027"/>
                  </a:lnTo>
                  <a:lnTo>
                    <a:pt x="826408" y="1087027"/>
                  </a:lnTo>
                  <a:lnTo>
                    <a:pt x="826408" y="1084311"/>
                  </a:lnTo>
                  <a:lnTo>
                    <a:pt x="820971" y="1084311"/>
                  </a:lnTo>
                  <a:lnTo>
                    <a:pt x="820971" y="1078878"/>
                  </a:lnTo>
                  <a:lnTo>
                    <a:pt x="815534" y="1078878"/>
                  </a:lnTo>
                  <a:lnTo>
                    <a:pt x="815534" y="1076161"/>
                  </a:lnTo>
                  <a:lnTo>
                    <a:pt x="804660" y="1076161"/>
                  </a:lnTo>
                  <a:lnTo>
                    <a:pt x="804660" y="1068008"/>
                  </a:lnTo>
                  <a:lnTo>
                    <a:pt x="799223" y="1068008"/>
                  </a:lnTo>
                  <a:lnTo>
                    <a:pt x="799223" y="1062571"/>
                  </a:lnTo>
                  <a:lnTo>
                    <a:pt x="793786" y="1062571"/>
                  </a:lnTo>
                  <a:lnTo>
                    <a:pt x="793786" y="1051695"/>
                  </a:lnTo>
                  <a:lnTo>
                    <a:pt x="782913" y="1051695"/>
                  </a:lnTo>
                  <a:lnTo>
                    <a:pt x="782913" y="1046259"/>
                  </a:lnTo>
                  <a:lnTo>
                    <a:pt x="777476" y="1046259"/>
                  </a:lnTo>
                  <a:lnTo>
                    <a:pt x="777476" y="1035384"/>
                  </a:lnTo>
                  <a:lnTo>
                    <a:pt x="772039" y="1035384"/>
                  </a:lnTo>
                  <a:lnTo>
                    <a:pt x="772039" y="1032665"/>
                  </a:lnTo>
                  <a:lnTo>
                    <a:pt x="766602" y="1032665"/>
                  </a:lnTo>
                  <a:lnTo>
                    <a:pt x="766602" y="1024505"/>
                  </a:lnTo>
                  <a:lnTo>
                    <a:pt x="761165" y="1024505"/>
                  </a:lnTo>
                  <a:lnTo>
                    <a:pt x="761165" y="1010909"/>
                  </a:lnTo>
                  <a:lnTo>
                    <a:pt x="755728" y="1010909"/>
                  </a:lnTo>
                  <a:lnTo>
                    <a:pt x="755728" y="1005469"/>
                  </a:lnTo>
                  <a:lnTo>
                    <a:pt x="750291" y="1005469"/>
                  </a:lnTo>
                  <a:lnTo>
                    <a:pt x="750291" y="991863"/>
                  </a:lnTo>
                  <a:lnTo>
                    <a:pt x="744854" y="991863"/>
                  </a:lnTo>
                  <a:lnTo>
                    <a:pt x="744854" y="986419"/>
                  </a:lnTo>
                  <a:lnTo>
                    <a:pt x="739418" y="986419"/>
                  </a:lnTo>
                  <a:lnTo>
                    <a:pt x="739418" y="978256"/>
                  </a:lnTo>
                  <a:lnTo>
                    <a:pt x="728544" y="978256"/>
                  </a:lnTo>
                  <a:lnTo>
                    <a:pt x="728544" y="970090"/>
                  </a:lnTo>
                  <a:lnTo>
                    <a:pt x="723107" y="970090"/>
                  </a:lnTo>
                  <a:lnTo>
                    <a:pt x="723107" y="964652"/>
                  </a:lnTo>
                  <a:lnTo>
                    <a:pt x="717670" y="964652"/>
                  </a:lnTo>
                  <a:lnTo>
                    <a:pt x="717670" y="956502"/>
                  </a:lnTo>
                  <a:lnTo>
                    <a:pt x="712233" y="956502"/>
                  </a:lnTo>
                  <a:lnTo>
                    <a:pt x="712233" y="956502"/>
                  </a:lnTo>
                  <a:lnTo>
                    <a:pt x="706796" y="956502"/>
                  </a:lnTo>
                  <a:lnTo>
                    <a:pt x="706796" y="945646"/>
                  </a:lnTo>
                  <a:lnTo>
                    <a:pt x="701359" y="945646"/>
                  </a:lnTo>
                  <a:lnTo>
                    <a:pt x="701359" y="940216"/>
                  </a:lnTo>
                  <a:lnTo>
                    <a:pt x="695922" y="940216"/>
                  </a:lnTo>
                  <a:lnTo>
                    <a:pt x="695922" y="937501"/>
                  </a:lnTo>
                  <a:lnTo>
                    <a:pt x="690485" y="937501"/>
                  </a:lnTo>
                  <a:lnTo>
                    <a:pt x="690485" y="934787"/>
                  </a:lnTo>
                  <a:lnTo>
                    <a:pt x="685049" y="934787"/>
                  </a:lnTo>
                  <a:lnTo>
                    <a:pt x="685049" y="926653"/>
                  </a:lnTo>
                  <a:lnTo>
                    <a:pt x="679612" y="926653"/>
                  </a:lnTo>
                  <a:lnTo>
                    <a:pt x="679612" y="926653"/>
                  </a:lnTo>
                  <a:lnTo>
                    <a:pt x="674175" y="926653"/>
                  </a:lnTo>
                  <a:lnTo>
                    <a:pt x="674175" y="921233"/>
                  </a:lnTo>
                  <a:lnTo>
                    <a:pt x="668738" y="921233"/>
                  </a:lnTo>
                  <a:lnTo>
                    <a:pt x="668738" y="915811"/>
                  </a:lnTo>
                  <a:lnTo>
                    <a:pt x="663301" y="915811"/>
                  </a:lnTo>
                  <a:lnTo>
                    <a:pt x="663301" y="913100"/>
                  </a:lnTo>
                  <a:lnTo>
                    <a:pt x="657864" y="913100"/>
                  </a:lnTo>
                  <a:lnTo>
                    <a:pt x="657864" y="899539"/>
                  </a:lnTo>
                  <a:lnTo>
                    <a:pt x="652427" y="899539"/>
                  </a:lnTo>
                  <a:lnTo>
                    <a:pt x="652427" y="896828"/>
                  </a:lnTo>
                  <a:lnTo>
                    <a:pt x="636116" y="896828"/>
                  </a:lnTo>
                  <a:lnTo>
                    <a:pt x="636116" y="896828"/>
                  </a:lnTo>
                  <a:lnTo>
                    <a:pt x="630680" y="896828"/>
                  </a:lnTo>
                  <a:lnTo>
                    <a:pt x="630680" y="891411"/>
                  </a:lnTo>
                  <a:lnTo>
                    <a:pt x="625243" y="891411"/>
                  </a:lnTo>
                  <a:lnTo>
                    <a:pt x="625243" y="885993"/>
                  </a:lnTo>
                  <a:lnTo>
                    <a:pt x="619806" y="885993"/>
                  </a:lnTo>
                  <a:lnTo>
                    <a:pt x="619806" y="875152"/>
                  </a:lnTo>
                  <a:lnTo>
                    <a:pt x="614369" y="875152"/>
                  </a:lnTo>
                  <a:lnTo>
                    <a:pt x="614369" y="872443"/>
                  </a:lnTo>
                  <a:lnTo>
                    <a:pt x="608932" y="872443"/>
                  </a:lnTo>
                  <a:lnTo>
                    <a:pt x="608932" y="864314"/>
                  </a:lnTo>
                  <a:lnTo>
                    <a:pt x="603495" y="864314"/>
                  </a:lnTo>
                  <a:lnTo>
                    <a:pt x="603495" y="856182"/>
                  </a:lnTo>
                  <a:lnTo>
                    <a:pt x="598058" y="856182"/>
                  </a:lnTo>
                  <a:lnTo>
                    <a:pt x="598058" y="848047"/>
                  </a:lnTo>
                  <a:lnTo>
                    <a:pt x="592621" y="848047"/>
                  </a:lnTo>
                  <a:lnTo>
                    <a:pt x="592621" y="837202"/>
                  </a:lnTo>
                  <a:lnTo>
                    <a:pt x="587184" y="837202"/>
                  </a:lnTo>
                  <a:lnTo>
                    <a:pt x="587184" y="831778"/>
                  </a:lnTo>
                  <a:lnTo>
                    <a:pt x="581747" y="831778"/>
                  </a:lnTo>
                  <a:lnTo>
                    <a:pt x="581747" y="823639"/>
                  </a:lnTo>
                  <a:lnTo>
                    <a:pt x="576311" y="823639"/>
                  </a:lnTo>
                  <a:lnTo>
                    <a:pt x="576311" y="820925"/>
                  </a:lnTo>
                  <a:lnTo>
                    <a:pt x="570874" y="820925"/>
                  </a:lnTo>
                  <a:lnTo>
                    <a:pt x="570874" y="804665"/>
                  </a:lnTo>
                  <a:lnTo>
                    <a:pt x="565437" y="804665"/>
                  </a:lnTo>
                  <a:lnTo>
                    <a:pt x="565437" y="804665"/>
                  </a:lnTo>
                  <a:lnTo>
                    <a:pt x="560000" y="804665"/>
                  </a:lnTo>
                  <a:lnTo>
                    <a:pt x="560000" y="788413"/>
                  </a:lnTo>
                  <a:lnTo>
                    <a:pt x="554563" y="788413"/>
                  </a:lnTo>
                  <a:lnTo>
                    <a:pt x="554563" y="780287"/>
                  </a:lnTo>
                  <a:lnTo>
                    <a:pt x="549126" y="780287"/>
                  </a:lnTo>
                  <a:lnTo>
                    <a:pt x="549126" y="769447"/>
                  </a:lnTo>
                  <a:lnTo>
                    <a:pt x="543689" y="769447"/>
                  </a:lnTo>
                  <a:lnTo>
                    <a:pt x="543689" y="764025"/>
                  </a:lnTo>
                  <a:lnTo>
                    <a:pt x="538252" y="764025"/>
                  </a:lnTo>
                  <a:lnTo>
                    <a:pt x="538252" y="758605"/>
                  </a:lnTo>
                  <a:lnTo>
                    <a:pt x="532815" y="758605"/>
                  </a:lnTo>
                  <a:lnTo>
                    <a:pt x="532815" y="755896"/>
                  </a:lnTo>
                  <a:lnTo>
                    <a:pt x="527379" y="755896"/>
                  </a:lnTo>
                  <a:lnTo>
                    <a:pt x="527379" y="745055"/>
                  </a:lnTo>
                  <a:lnTo>
                    <a:pt x="521942" y="745055"/>
                  </a:lnTo>
                  <a:lnTo>
                    <a:pt x="521942" y="736921"/>
                  </a:lnTo>
                  <a:lnTo>
                    <a:pt x="516505" y="736921"/>
                  </a:lnTo>
                  <a:lnTo>
                    <a:pt x="516505" y="728784"/>
                  </a:lnTo>
                  <a:lnTo>
                    <a:pt x="511068" y="728784"/>
                  </a:lnTo>
                  <a:lnTo>
                    <a:pt x="511068" y="720643"/>
                  </a:lnTo>
                  <a:lnTo>
                    <a:pt x="505631" y="720643"/>
                  </a:lnTo>
                  <a:lnTo>
                    <a:pt x="505631" y="715217"/>
                  </a:lnTo>
                  <a:lnTo>
                    <a:pt x="500194" y="715217"/>
                  </a:lnTo>
                  <a:lnTo>
                    <a:pt x="500194" y="709789"/>
                  </a:lnTo>
                  <a:lnTo>
                    <a:pt x="494757" y="709789"/>
                  </a:lnTo>
                  <a:lnTo>
                    <a:pt x="494757" y="704360"/>
                  </a:lnTo>
                  <a:lnTo>
                    <a:pt x="483883" y="704360"/>
                  </a:lnTo>
                  <a:lnTo>
                    <a:pt x="483883" y="701644"/>
                  </a:lnTo>
                  <a:lnTo>
                    <a:pt x="478446" y="701644"/>
                  </a:lnTo>
                  <a:lnTo>
                    <a:pt x="478446" y="698929"/>
                  </a:lnTo>
                  <a:lnTo>
                    <a:pt x="473010" y="698929"/>
                  </a:lnTo>
                  <a:lnTo>
                    <a:pt x="473010" y="693496"/>
                  </a:lnTo>
                  <a:lnTo>
                    <a:pt x="467573" y="693496"/>
                  </a:lnTo>
                  <a:lnTo>
                    <a:pt x="467573" y="690779"/>
                  </a:lnTo>
                  <a:lnTo>
                    <a:pt x="462136" y="690779"/>
                  </a:lnTo>
                  <a:lnTo>
                    <a:pt x="462136" y="682631"/>
                  </a:lnTo>
                  <a:lnTo>
                    <a:pt x="456699" y="682631"/>
                  </a:lnTo>
                  <a:lnTo>
                    <a:pt x="456699" y="674483"/>
                  </a:lnTo>
                  <a:lnTo>
                    <a:pt x="451262" y="674483"/>
                  </a:lnTo>
                  <a:lnTo>
                    <a:pt x="451262" y="669052"/>
                  </a:lnTo>
                  <a:lnTo>
                    <a:pt x="445825" y="669052"/>
                  </a:lnTo>
                  <a:lnTo>
                    <a:pt x="445825" y="655476"/>
                  </a:lnTo>
                  <a:lnTo>
                    <a:pt x="440388" y="655476"/>
                  </a:lnTo>
                  <a:lnTo>
                    <a:pt x="440388" y="644613"/>
                  </a:lnTo>
                  <a:lnTo>
                    <a:pt x="434951" y="644613"/>
                  </a:lnTo>
                  <a:lnTo>
                    <a:pt x="434951" y="636461"/>
                  </a:lnTo>
                  <a:lnTo>
                    <a:pt x="429514" y="636461"/>
                  </a:lnTo>
                  <a:lnTo>
                    <a:pt x="429514" y="625585"/>
                  </a:lnTo>
                  <a:lnTo>
                    <a:pt x="424077" y="625585"/>
                  </a:lnTo>
                  <a:lnTo>
                    <a:pt x="424077" y="620144"/>
                  </a:lnTo>
                  <a:lnTo>
                    <a:pt x="418641" y="620144"/>
                  </a:lnTo>
                  <a:lnTo>
                    <a:pt x="418641" y="614702"/>
                  </a:lnTo>
                  <a:lnTo>
                    <a:pt x="413204" y="614702"/>
                  </a:lnTo>
                  <a:lnTo>
                    <a:pt x="413204" y="606534"/>
                  </a:lnTo>
                  <a:lnTo>
                    <a:pt x="407767" y="606534"/>
                  </a:lnTo>
                  <a:lnTo>
                    <a:pt x="407767" y="590185"/>
                  </a:lnTo>
                  <a:lnTo>
                    <a:pt x="402330" y="590185"/>
                  </a:lnTo>
                  <a:lnTo>
                    <a:pt x="402330" y="579275"/>
                  </a:lnTo>
                  <a:lnTo>
                    <a:pt x="396893" y="579275"/>
                  </a:lnTo>
                  <a:lnTo>
                    <a:pt x="396893" y="573820"/>
                  </a:lnTo>
                  <a:lnTo>
                    <a:pt x="391456" y="573820"/>
                  </a:lnTo>
                  <a:lnTo>
                    <a:pt x="391456" y="571093"/>
                  </a:lnTo>
                  <a:lnTo>
                    <a:pt x="386019" y="571093"/>
                  </a:lnTo>
                  <a:lnTo>
                    <a:pt x="386019" y="560181"/>
                  </a:lnTo>
                  <a:lnTo>
                    <a:pt x="380582" y="560181"/>
                  </a:lnTo>
                  <a:lnTo>
                    <a:pt x="380582" y="551996"/>
                  </a:lnTo>
                  <a:lnTo>
                    <a:pt x="375145" y="551996"/>
                  </a:lnTo>
                  <a:lnTo>
                    <a:pt x="375145" y="549266"/>
                  </a:lnTo>
                  <a:lnTo>
                    <a:pt x="369709" y="549266"/>
                  </a:lnTo>
                  <a:lnTo>
                    <a:pt x="369709" y="543806"/>
                  </a:lnTo>
                  <a:lnTo>
                    <a:pt x="358835" y="543806"/>
                  </a:lnTo>
                  <a:lnTo>
                    <a:pt x="358835" y="538342"/>
                  </a:lnTo>
                  <a:lnTo>
                    <a:pt x="353398" y="538342"/>
                  </a:lnTo>
                  <a:lnTo>
                    <a:pt x="353398" y="535611"/>
                  </a:lnTo>
                  <a:lnTo>
                    <a:pt x="347961" y="535611"/>
                  </a:lnTo>
                  <a:lnTo>
                    <a:pt x="347961" y="527424"/>
                  </a:lnTo>
                  <a:lnTo>
                    <a:pt x="342524" y="527424"/>
                  </a:lnTo>
                  <a:lnTo>
                    <a:pt x="342524" y="511053"/>
                  </a:lnTo>
                  <a:lnTo>
                    <a:pt x="337087" y="511053"/>
                  </a:lnTo>
                  <a:lnTo>
                    <a:pt x="337087" y="508324"/>
                  </a:lnTo>
                  <a:lnTo>
                    <a:pt x="331650" y="508324"/>
                  </a:lnTo>
                  <a:lnTo>
                    <a:pt x="331650" y="502866"/>
                  </a:lnTo>
                  <a:lnTo>
                    <a:pt x="320776" y="502866"/>
                  </a:lnTo>
                  <a:lnTo>
                    <a:pt x="320776" y="497406"/>
                  </a:lnTo>
                  <a:lnTo>
                    <a:pt x="315340" y="497406"/>
                  </a:lnTo>
                  <a:lnTo>
                    <a:pt x="315340" y="481011"/>
                  </a:lnTo>
                  <a:lnTo>
                    <a:pt x="309903" y="481011"/>
                  </a:lnTo>
                  <a:lnTo>
                    <a:pt x="309903" y="472809"/>
                  </a:lnTo>
                  <a:lnTo>
                    <a:pt x="304466" y="472809"/>
                  </a:lnTo>
                  <a:lnTo>
                    <a:pt x="304466" y="459132"/>
                  </a:lnTo>
                  <a:lnTo>
                    <a:pt x="299029" y="459132"/>
                  </a:lnTo>
                  <a:lnTo>
                    <a:pt x="299029" y="450917"/>
                  </a:lnTo>
                  <a:lnTo>
                    <a:pt x="293592" y="450917"/>
                  </a:lnTo>
                  <a:lnTo>
                    <a:pt x="293592" y="445437"/>
                  </a:lnTo>
                  <a:lnTo>
                    <a:pt x="288155" y="445437"/>
                  </a:lnTo>
                  <a:lnTo>
                    <a:pt x="288155" y="434473"/>
                  </a:lnTo>
                  <a:lnTo>
                    <a:pt x="282718" y="434473"/>
                  </a:lnTo>
                  <a:lnTo>
                    <a:pt x="282718" y="418004"/>
                  </a:lnTo>
                  <a:lnTo>
                    <a:pt x="277281" y="418004"/>
                  </a:lnTo>
                  <a:lnTo>
                    <a:pt x="277281" y="407007"/>
                  </a:lnTo>
                  <a:lnTo>
                    <a:pt x="271844" y="407007"/>
                  </a:lnTo>
                  <a:lnTo>
                    <a:pt x="271844" y="401504"/>
                  </a:lnTo>
                  <a:lnTo>
                    <a:pt x="266407" y="401504"/>
                  </a:lnTo>
                  <a:lnTo>
                    <a:pt x="266407" y="395997"/>
                  </a:lnTo>
                  <a:lnTo>
                    <a:pt x="260971" y="395997"/>
                  </a:lnTo>
                  <a:lnTo>
                    <a:pt x="260971" y="379454"/>
                  </a:lnTo>
                  <a:lnTo>
                    <a:pt x="255534" y="379454"/>
                  </a:lnTo>
                  <a:lnTo>
                    <a:pt x="255534" y="365649"/>
                  </a:lnTo>
                  <a:lnTo>
                    <a:pt x="250097" y="365649"/>
                  </a:lnTo>
                  <a:lnTo>
                    <a:pt x="250097" y="360123"/>
                  </a:lnTo>
                  <a:lnTo>
                    <a:pt x="244660" y="360123"/>
                  </a:lnTo>
                  <a:lnTo>
                    <a:pt x="244660" y="343537"/>
                  </a:lnTo>
                  <a:lnTo>
                    <a:pt x="239223" y="343537"/>
                  </a:lnTo>
                  <a:lnTo>
                    <a:pt x="239223" y="343537"/>
                  </a:lnTo>
                  <a:lnTo>
                    <a:pt x="233786" y="343537"/>
                  </a:lnTo>
                  <a:lnTo>
                    <a:pt x="233786" y="329693"/>
                  </a:lnTo>
                  <a:lnTo>
                    <a:pt x="228349" y="329693"/>
                  </a:lnTo>
                  <a:lnTo>
                    <a:pt x="228349" y="326929"/>
                  </a:lnTo>
                  <a:lnTo>
                    <a:pt x="222912" y="326929"/>
                  </a:lnTo>
                  <a:lnTo>
                    <a:pt x="222912" y="310314"/>
                  </a:lnTo>
                  <a:lnTo>
                    <a:pt x="217475" y="310314"/>
                  </a:lnTo>
                  <a:lnTo>
                    <a:pt x="217475" y="301990"/>
                  </a:lnTo>
                  <a:lnTo>
                    <a:pt x="212038" y="301990"/>
                  </a:lnTo>
                  <a:lnTo>
                    <a:pt x="212038" y="296434"/>
                  </a:lnTo>
                  <a:lnTo>
                    <a:pt x="206602" y="296434"/>
                  </a:lnTo>
                  <a:lnTo>
                    <a:pt x="206602" y="285304"/>
                  </a:lnTo>
                  <a:lnTo>
                    <a:pt x="201165" y="285304"/>
                  </a:lnTo>
                  <a:lnTo>
                    <a:pt x="201165" y="276941"/>
                  </a:lnTo>
                  <a:lnTo>
                    <a:pt x="195728" y="276941"/>
                  </a:lnTo>
                  <a:lnTo>
                    <a:pt x="195728" y="271361"/>
                  </a:lnTo>
                  <a:lnTo>
                    <a:pt x="190291" y="271361"/>
                  </a:lnTo>
                  <a:lnTo>
                    <a:pt x="190291" y="257391"/>
                  </a:lnTo>
                  <a:lnTo>
                    <a:pt x="184854" y="257391"/>
                  </a:lnTo>
                  <a:lnTo>
                    <a:pt x="184854" y="251791"/>
                  </a:lnTo>
                  <a:lnTo>
                    <a:pt x="179417" y="251791"/>
                  </a:lnTo>
                  <a:lnTo>
                    <a:pt x="179417" y="246183"/>
                  </a:lnTo>
                  <a:lnTo>
                    <a:pt x="173980" y="246183"/>
                  </a:lnTo>
                  <a:lnTo>
                    <a:pt x="173980" y="237767"/>
                  </a:lnTo>
                  <a:lnTo>
                    <a:pt x="168543" y="237767"/>
                  </a:lnTo>
                  <a:lnTo>
                    <a:pt x="168543" y="237767"/>
                  </a:lnTo>
                  <a:lnTo>
                    <a:pt x="163106" y="237767"/>
                  </a:lnTo>
                  <a:lnTo>
                    <a:pt x="163106" y="229338"/>
                  </a:lnTo>
                  <a:lnTo>
                    <a:pt x="157670" y="229338"/>
                  </a:lnTo>
                  <a:lnTo>
                    <a:pt x="157670" y="215248"/>
                  </a:lnTo>
                  <a:lnTo>
                    <a:pt x="152233" y="215248"/>
                  </a:lnTo>
                  <a:lnTo>
                    <a:pt x="152233" y="198272"/>
                  </a:lnTo>
                  <a:lnTo>
                    <a:pt x="146796" y="198272"/>
                  </a:lnTo>
                  <a:lnTo>
                    <a:pt x="146796" y="195437"/>
                  </a:lnTo>
                  <a:lnTo>
                    <a:pt x="141359" y="195437"/>
                  </a:lnTo>
                  <a:lnTo>
                    <a:pt x="141359" y="184070"/>
                  </a:lnTo>
                  <a:lnTo>
                    <a:pt x="135922" y="184070"/>
                  </a:lnTo>
                  <a:lnTo>
                    <a:pt x="135922" y="172655"/>
                  </a:lnTo>
                  <a:lnTo>
                    <a:pt x="130485" y="172655"/>
                  </a:lnTo>
                  <a:lnTo>
                    <a:pt x="130485" y="166928"/>
                  </a:lnTo>
                  <a:lnTo>
                    <a:pt x="125048" y="166928"/>
                  </a:lnTo>
                  <a:lnTo>
                    <a:pt x="125048" y="158312"/>
                  </a:lnTo>
                  <a:lnTo>
                    <a:pt x="119611" y="158312"/>
                  </a:lnTo>
                  <a:lnTo>
                    <a:pt x="119611" y="135160"/>
                  </a:lnTo>
                  <a:lnTo>
                    <a:pt x="114174" y="135160"/>
                  </a:lnTo>
                  <a:lnTo>
                    <a:pt x="114174" y="126411"/>
                  </a:lnTo>
                  <a:lnTo>
                    <a:pt x="108737" y="126411"/>
                  </a:lnTo>
                  <a:lnTo>
                    <a:pt x="108737" y="117613"/>
                  </a:lnTo>
                  <a:lnTo>
                    <a:pt x="103301" y="117613"/>
                  </a:lnTo>
                  <a:lnTo>
                    <a:pt x="103301" y="105794"/>
                  </a:lnTo>
                  <a:lnTo>
                    <a:pt x="97864" y="105794"/>
                  </a:lnTo>
                  <a:lnTo>
                    <a:pt x="97864" y="90850"/>
                  </a:lnTo>
                  <a:lnTo>
                    <a:pt x="92427" y="90850"/>
                  </a:lnTo>
                  <a:lnTo>
                    <a:pt x="92427" y="81777"/>
                  </a:lnTo>
                  <a:lnTo>
                    <a:pt x="86990" y="81777"/>
                  </a:lnTo>
                  <a:lnTo>
                    <a:pt x="86990" y="63306"/>
                  </a:lnTo>
                  <a:lnTo>
                    <a:pt x="81553" y="63306"/>
                  </a:lnTo>
                  <a:lnTo>
                    <a:pt x="81553" y="50644"/>
                  </a:lnTo>
                  <a:lnTo>
                    <a:pt x="70679" y="50644"/>
                  </a:lnTo>
                  <a:lnTo>
                    <a:pt x="70679" y="50644"/>
                  </a:lnTo>
                  <a:lnTo>
                    <a:pt x="65242" y="50644"/>
                  </a:lnTo>
                  <a:lnTo>
                    <a:pt x="65242" y="47420"/>
                  </a:lnTo>
                  <a:lnTo>
                    <a:pt x="59805" y="47420"/>
                  </a:lnTo>
                  <a:lnTo>
                    <a:pt x="59805" y="40880"/>
                  </a:lnTo>
                  <a:lnTo>
                    <a:pt x="54368" y="40880"/>
                  </a:lnTo>
                  <a:lnTo>
                    <a:pt x="54368" y="34181"/>
                  </a:lnTo>
                  <a:lnTo>
                    <a:pt x="43495" y="34181"/>
                  </a:lnTo>
                  <a:lnTo>
                    <a:pt x="43495" y="30754"/>
                  </a:lnTo>
                  <a:lnTo>
                    <a:pt x="38058" y="30754"/>
                  </a:lnTo>
                  <a:lnTo>
                    <a:pt x="38058" y="23684"/>
                  </a:lnTo>
                  <a:lnTo>
                    <a:pt x="27184" y="23684"/>
                  </a:lnTo>
                  <a:lnTo>
                    <a:pt x="27184" y="16146"/>
                  </a:lnTo>
                  <a:lnTo>
                    <a:pt x="21747" y="16146"/>
                  </a:lnTo>
                  <a:lnTo>
                    <a:pt x="21747" y="12050"/>
                  </a:lnTo>
                  <a:lnTo>
                    <a:pt x="5436" y="12050"/>
                  </a:lnTo>
                  <a:lnTo>
                    <a:pt x="5436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011026" y="789916"/>
              <a:ext cx="9661366" cy="4261722"/>
            </a:xfrm>
            <a:custGeom>
              <a:avLst/>
              <a:pathLst>
                <a:path w="9661366" h="4261722">
                  <a:moveTo>
                    <a:pt x="0" y="0"/>
                  </a:moveTo>
                  <a:lnTo>
                    <a:pt x="5436" y="0"/>
                  </a:lnTo>
                  <a:lnTo>
                    <a:pt x="10873" y="0"/>
                  </a:lnTo>
                  <a:lnTo>
                    <a:pt x="16310" y="0"/>
                  </a:lnTo>
                  <a:lnTo>
                    <a:pt x="21747" y="0"/>
                  </a:lnTo>
                  <a:lnTo>
                    <a:pt x="32621" y="0"/>
                  </a:lnTo>
                  <a:lnTo>
                    <a:pt x="48932" y="0"/>
                  </a:lnTo>
                  <a:lnTo>
                    <a:pt x="48932" y="3532"/>
                  </a:lnTo>
                  <a:lnTo>
                    <a:pt x="70679" y="3532"/>
                  </a:lnTo>
                  <a:lnTo>
                    <a:pt x="70679" y="6863"/>
                  </a:lnTo>
                  <a:lnTo>
                    <a:pt x="76116" y="6863"/>
                  </a:lnTo>
                  <a:lnTo>
                    <a:pt x="76116" y="10388"/>
                  </a:lnTo>
                  <a:lnTo>
                    <a:pt x="86990" y="10388"/>
                  </a:lnTo>
                  <a:lnTo>
                    <a:pt x="86990" y="14072"/>
                  </a:lnTo>
                  <a:lnTo>
                    <a:pt x="92427" y="14072"/>
                  </a:lnTo>
                  <a:lnTo>
                    <a:pt x="92427" y="21802"/>
                  </a:lnTo>
                  <a:lnTo>
                    <a:pt x="97864" y="21802"/>
                  </a:lnTo>
                  <a:lnTo>
                    <a:pt x="97864" y="34066"/>
                  </a:lnTo>
                  <a:lnTo>
                    <a:pt x="103301" y="34066"/>
                  </a:lnTo>
                  <a:lnTo>
                    <a:pt x="103301" y="42573"/>
                  </a:lnTo>
                  <a:lnTo>
                    <a:pt x="114174" y="42573"/>
                  </a:lnTo>
                  <a:lnTo>
                    <a:pt x="114174" y="46908"/>
                  </a:lnTo>
                  <a:lnTo>
                    <a:pt x="119611" y="46908"/>
                  </a:lnTo>
                  <a:lnTo>
                    <a:pt x="125048" y="46908"/>
                  </a:lnTo>
                  <a:lnTo>
                    <a:pt x="125048" y="55732"/>
                  </a:lnTo>
                  <a:lnTo>
                    <a:pt x="130485" y="55732"/>
                  </a:lnTo>
                  <a:lnTo>
                    <a:pt x="130485" y="60204"/>
                  </a:lnTo>
                  <a:lnTo>
                    <a:pt x="135922" y="60204"/>
                  </a:lnTo>
                  <a:lnTo>
                    <a:pt x="135922" y="64715"/>
                  </a:lnTo>
                  <a:lnTo>
                    <a:pt x="146796" y="64715"/>
                  </a:lnTo>
                  <a:lnTo>
                    <a:pt x="146796" y="78441"/>
                  </a:lnTo>
                  <a:lnTo>
                    <a:pt x="152233" y="78441"/>
                  </a:lnTo>
                  <a:lnTo>
                    <a:pt x="152233" y="87730"/>
                  </a:lnTo>
                  <a:lnTo>
                    <a:pt x="157670" y="87730"/>
                  </a:lnTo>
                  <a:lnTo>
                    <a:pt x="157670" y="97148"/>
                  </a:lnTo>
                  <a:lnTo>
                    <a:pt x="163106" y="97148"/>
                  </a:lnTo>
                  <a:lnTo>
                    <a:pt x="163106" y="101891"/>
                  </a:lnTo>
                  <a:lnTo>
                    <a:pt x="168543" y="101891"/>
                  </a:lnTo>
                  <a:lnTo>
                    <a:pt x="168543" y="106653"/>
                  </a:lnTo>
                  <a:lnTo>
                    <a:pt x="173980" y="106653"/>
                  </a:lnTo>
                  <a:lnTo>
                    <a:pt x="173980" y="111436"/>
                  </a:lnTo>
                  <a:lnTo>
                    <a:pt x="184854" y="111436"/>
                  </a:lnTo>
                  <a:lnTo>
                    <a:pt x="184854" y="116237"/>
                  </a:lnTo>
                  <a:lnTo>
                    <a:pt x="190291" y="116237"/>
                  </a:lnTo>
                  <a:lnTo>
                    <a:pt x="190291" y="125900"/>
                  </a:lnTo>
                  <a:lnTo>
                    <a:pt x="195728" y="125900"/>
                  </a:lnTo>
                  <a:lnTo>
                    <a:pt x="195728" y="135638"/>
                  </a:lnTo>
                  <a:lnTo>
                    <a:pt x="201165" y="135638"/>
                  </a:lnTo>
                  <a:lnTo>
                    <a:pt x="201165" y="140529"/>
                  </a:lnTo>
                  <a:lnTo>
                    <a:pt x="206602" y="140529"/>
                  </a:lnTo>
                  <a:lnTo>
                    <a:pt x="206602" y="145439"/>
                  </a:lnTo>
                  <a:lnTo>
                    <a:pt x="212038" y="145439"/>
                  </a:lnTo>
                  <a:lnTo>
                    <a:pt x="222912" y="145439"/>
                  </a:lnTo>
                  <a:lnTo>
                    <a:pt x="222912" y="155310"/>
                  </a:lnTo>
                  <a:lnTo>
                    <a:pt x="228349" y="155310"/>
                  </a:lnTo>
                  <a:lnTo>
                    <a:pt x="228349" y="165261"/>
                  </a:lnTo>
                  <a:lnTo>
                    <a:pt x="233786" y="165261"/>
                  </a:lnTo>
                  <a:lnTo>
                    <a:pt x="233786" y="180291"/>
                  </a:lnTo>
                  <a:lnTo>
                    <a:pt x="239223" y="180291"/>
                  </a:lnTo>
                  <a:lnTo>
                    <a:pt x="239223" y="195420"/>
                  </a:lnTo>
                  <a:lnTo>
                    <a:pt x="244660" y="195420"/>
                  </a:lnTo>
                  <a:lnTo>
                    <a:pt x="244660" y="215731"/>
                  </a:lnTo>
                  <a:lnTo>
                    <a:pt x="250097" y="215731"/>
                  </a:lnTo>
                  <a:lnTo>
                    <a:pt x="250097" y="220832"/>
                  </a:lnTo>
                  <a:lnTo>
                    <a:pt x="255534" y="220832"/>
                  </a:lnTo>
                  <a:lnTo>
                    <a:pt x="255534" y="231069"/>
                  </a:lnTo>
                  <a:lnTo>
                    <a:pt x="260971" y="231069"/>
                  </a:lnTo>
                  <a:lnTo>
                    <a:pt x="260971" y="241339"/>
                  </a:lnTo>
                  <a:lnTo>
                    <a:pt x="266407" y="241339"/>
                  </a:lnTo>
                  <a:lnTo>
                    <a:pt x="266407" y="256802"/>
                  </a:lnTo>
                  <a:lnTo>
                    <a:pt x="271844" y="256802"/>
                  </a:lnTo>
                  <a:lnTo>
                    <a:pt x="271844" y="267147"/>
                  </a:lnTo>
                  <a:lnTo>
                    <a:pt x="277281" y="267147"/>
                  </a:lnTo>
                  <a:lnTo>
                    <a:pt x="277281" y="277519"/>
                  </a:lnTo>
                  <a:lnTo>
                    <a:pt x="288155" y="277519"/>
                  </a:lnTo>
                  <a:lnTo>
                    <a:pt x="288155" y="282716"/>
                  </a:lnTo>
                  <a:lnTo>
                    <a:pt x="299029" y="282716"/>
                  </a:lnTo>
                  <a:lnTo>
                    <a:pt x="299029" y="293127"/>
                  </a:lnTo>
                  <a:lnTo>
                    <a:pt x="304466" y="293127"/>
                  </a:lnTo>
                  <a:lnTo>
                    <a:pt x="309903" y="293127"/>
                  </a:lnTo>
                  <a:lnTo>
                    <a:pt x="309903" y="314132"/>
                  </a:lnTo>
                  <a:lnTo>
                    <a:pt x="315340" y="314132"/>
                  </a:lnTo>
                  <a:lnTo>
                    <a:pt x="315340" y="329946"/>
                  </a:lnTo>
                  <a:lnTo>
                    <a:pt x="320776" y="329946"/>
                  </a:lnTo>
                  <a:lnTo>
                    <a:pt x="320776" y="335229"/>
                  </a:lnTo>
                  <a:lnTo>
                    <a:pt x="326213" y="335229"/>
                  </a:lnTo>
                  <a:lnTo>
                    <a:pt x="326213" y="345810"/>
                  </a:lnTo>
                  <a:lnTo>
                    <a:pt x="331650" y="345810"/>
                  </a:lnTo>
                  <a:lnTo>
                    <a:pt x="331650" y="351109"/>
                  </a:lnTo>
                  <a:lnTo>
                    <a:pt x="337087" y="351109"/>
                  </a:lnTo>
                  <a:lnTo>
                    <a:pt x="337087" y="356412"/>
                  </a:lnTo>
                  <a:lnTo>
                    <a:pt x="342524" y="356412"/>
                  </a:lnTo>
                  <a:lnTo>
                    <a:pt x="342524" y="367046"/>
                  </a:lnTo>
                  <a:lnTo>
                    <a:pt x="353398" y="367046"/>
                  </a:lnTo>
                  <a:lnTo>
                    <a:pt x="353398" y="372375"/>
                  </a:lnTo>
                  <a:lnTo>
                    <a:pt x="375145" y="372375"/>
                  </a:lnTo>
                  <a:lnTo>
                    <a:pt x="375145" y="377709"/>
                  </a:lnTo>
                  <a:lnTo>
                    <a:pt x="380582" y="377709"/>
                  </a:lnTo>
                  <a:lnTo>
                    <a:pt x="380582" y="383054"/>
                  </a:lnTo>
                  <a:lnTo>
                    <a:pt x="386019" y="383054"/>
                  </a:lnTo>
                  <a:lnTo>
                    <a:pt x="386019" y="388415"/>
                  </a:lnTo>
                  <a:lnTo>
                    <a:pt x="391456" y="388415"/>
                  </a:lnTo>
                  <a:lnTo>
                    <a:pt x="391456" y="409927"/>
                  </a:lnTo>
                  <a:lnTo>
                    <a:pt x="396893" y="409927"/>
                  </a:lnTo>
                  <a:lnTo>
                    <a:pt x="396893" y="420709"/>
                  </a:lnTo>
                  <a:lnTo>
                    <a:pt x="402330" y="420709"/>
                  </a:lnTo>
                  <a:lnTo>
                    <a:pt x="402330" y="436914"/>
                  </a:lnTo>
                  <a:lnTo>
                    <a:pt x="407767" y="436914"/>
                  </a:lnTo>
                  <a:lnTo>
                    <a:pt x="413204" y="436914"/>
                  </a:lnTo>
                  <a:lnTo>
                    <a:pt x="413204" y="442330"/>
                  </a:lnTo>
                  <a:lnTo>
                    <a:pt x="418641" y="442330"/>
                  </a:lnTo>
                  <a:lnTo>
                    <a:pt x="418641" y="453173"/>
                  </a:lnTo>
                  <a:lnTo>
                    <a:pt x="424077" y="453173"/>
                  </a:lnTo>
                  <a:lnTo>
                    <a:pt x="424077" y="458600"/>
                  </a:lnTo>
                  <a:lnTo>
                    <a:pt x="429514" y="458600"/>
                  </a:lnTo>
                  <a:lnTo>
                    <a:pt x="429514" y="480347"/>
                  </a:lnTo>
                  <a:lnTo>
                    <a:pt x="434951" y="480347"/>
                  </a:lnTo>
                  <a:lnTo>
                    <a:pt x="434951" y="485793"/>
                  </a:lnTo>
                  <a:lnTo>
                    <a:pt x="440388" y="485793"/>
                  </a:lnTo>
                  <a:lnTo>
                    <a:pt x="440388" y="502152"/>
                  </a:lnTo>
                  <a:lnTo>
                    <a:pt x="451262" y="502152"/>
                  </a:lnTo>
                  <a:lnTo>
                    <a:pt x="451262" y="518542"/>
                  </a:lnTo>
                  <a:lnTo>
                    <a:pt x="456699" y="518542"/>
                  </a:lnTo>
                  <a:lnTo>
                    <a:pt x="456699" y="524012"/>
                  </a:lnTo>
                  <a:lnTo>
                    <a:pt x="462136" y="524012"/>
                  </a:lnTo>
                  <a:lnTo>
                    <a:pt x="462136" y="540497"/>
                  </a:lnTo>
                  <a:lnTo>
                    <a:pt x="467573" y="540497"/>
                  </a:lnTo>
                  <a:lnTo>
                    <a:pt x="467573" y="551503"/>
                  </a:lnTo>
                  <a:lnTo>
                    <a:pt x="473010" y="551503"/>
                  </a:lnTo>
                  <a:lnTo>
                    <a:pt x="478446" y="551503"/>
                  </a:lnTo>
                  <a:lnTo>
                    <a:pt x="478446" y="562534"/>
                  </a:lnTo>
                  <a:lnTo>
                    <a:pt x="483883" y="562534"/>
                  </a:lnTo>
                  <a:lnTo>
                    <a:pt x="483883" y="573577"/>
                  </a:lnTo>
                  <a:lnTo>
                    <a:pt x="494757" y="573577"/>
                  </a:lnTo>
                  <a:lnTo>
                    <a:pt x="494757" y="590165"/>
                  </a:lnTo>
                  <a:lnTo>
                    <a:pt x="500194" y="590165"/>
                  </a:lnTo>
                  <a:lnTo>
                    <a:pt x="500194" y="595706"/>
                  </a:lnTo>
                  <a:lnTo>
                    <a:pt x="511068" y="595706"/>
                  </a:lnTo>
                  <a:lnTo>
                    <a:pt x="511068" y="606797"/>
                  </a:lnTo>
                  <a:lnTo>
                    <a:pt x="516505" y="606797"/>
                  </a:lnTo>
                  <a:lnTo>
                    <a:pt x="516505" y="612347"/>
                  </a:lnTo>
                  <a:lnTo>
                    <a:pt x="521942" y="612347"/>
                  </a:lnTo>
                  <a:lnTo>
                    <a:pt x="521942" y="617900"/>
                  </a:lnTo>
                  <a:lnTo>
                    <a:pt x="532815" y="617900"/>
                  </a:lnTo>
                  <a:lnTo>
                    <a:pt x="532815" y="623455"/>
                  </a:lnTo>
                  <a:lnTo>
                    <a:pt x="538252" y="623455"/>
                  </a:lnTo>
                  <a:lnTo>
                    <a:pt x="538252" y="629026"/>
                  </a:lnTo>
                  <a:lnTo>
                    <a:pt x="543689" y="629026"/>
                  </a:lnTo>
                  <a:lnTo>
                    <a:pt x="543689" y="634607"/>
                  </a:lnTo>
                  <a:lnTo>
                    <a:pt x="554563" y="634607"/>
                  </a:lnTo>
                  <a:lnTo>
                    <a:pt x="554563" y="640190"/>
                  </a:lnTo>
                  <a:lnTo>
                    <a:pt x="560000" y="640190"/>
                  </a:lnTo>
                  <a:lnTo>
                    <a:pt x="560000" y="645789"/>
                  </a:lnTo>
                  <a:lnTo>
                    <a:pt x="570874" y="645789"/>
                  </a:lnTo>
                  <a:lnTo>
                    <a:pt x="570874" y="662603"/>
                  </a:lnTo>
                  <a:lnTo>
                    <a:pt x="576311" y="662603"/>
                  </a:lnTo>
                  <a:lnTo>
                    <a:pt x="576311" y="673838"/>
                  </a:lnTo>
                  <a:lnTo>
                    <a:pt x="581747" y="673838"/>
                  </a:lnTo>
                  <a:lnTo>
                    <a:pt x="581747" y="679460"/>
                  </a:lnTo>
                  <a:lnTo>
                    <a:pt x="587184" y="679460"/>
                  </a:lnTo>
                  <a:lnTo>
                    <a:pt x="587184" y="690711"/>
                  </a:lnTo>
                  <a:lnTo>
                    <a:pt x="592621" y="690711"/>
                  </a:lnTo>
                  <a:lnTo>
                    <a:pt x="592621" y="701972"/>
                  </a:lnTo>
                  <a:lnTo>
                    <a:pt x="608932" y="701972"/>
                  </a:lnTo>
                  <a:lnTo>
                    <a:pt x="608932" y="707606"/>
                  </a:lnTo>
                  <a:lnTo>
                    <a:pt x="630680" y="707606"/>
                  </a:lnTo>
                  <a:lnTo>
                    <a:pt x="630680" y="724543"/>
                  </a:lnTo>
                  <a:lnTo>
                    <a:pt x="636116" y="724543"/>
                  </a:lnTo>
                  <a:lnTo>
                    <a:pt x="641553" y="724543"/>
                  </a:lnTo>
                  <a:lnTo>
                    <a:pt x="641553" y="730201"/>
                  </a:lnTo>
                  <a:lnTo>
                    <a:pt x="652427" y="730201"/>
                  </a:lnTo>
                  <a:lnTo>
                    <a:pt x="652427" y="741523"/>
                  </a:lnTo>
                  <a:lnTo>
                    <a:pt x="657864" y="741523"/>
                  </a:lnTo>
                  <a:lnTo>
                    <a:pt x="657864" y="747187"/>
                  </a:lnTo>
                  <a:lnTo>
                    <a:pt x="663301" y="747187"/>
                  </a:lnTo>
                  <a:lnTo>
                    <a:pt x="663301" y="758523"/>
                  </a:lnTo>
                  <a:lnTo>
                    <a:pt x="674175" y="758523"/>
                  </a:lnTo>
                  <a:lnTo>
                    <a:pt x="674175" y="775544"/>
                  </a:lnTo>
                  <a:lnTo>
                    <a:pt x="690485" y="775544"/>
                  </a:lnTo>
                  <a:lnTo>
                    <a:pt x="690485" y="781222"/>
                  </a:lnTo>
                  <a:lnTo>
                    <a:pt x="701359" y="781222"/>
                  </a:lnTo>
                  <a:lnTo>
                    <a:pt x="701359" y="786902"/>
                  </a:lnTo>
                  <a:lnTo>
                    <a:pt x="712233" y="786902"/>
                  </a:lnTo>
                  <a:lnTo>
                    <a:pt x="712233" y="792585"/>
                  </a:lnTo>
                  <a:lnTo>
                    <a:pt x="717670" y="792585"/>
                  </a:lnTo>
                  <a:lnTo>
                    <a:pt x="717670" y="803956"/>
                  </a:lnTo>
                  <a:lnTo>
                    <a:pt x="723107" y="803956"/>
                  </a:lnTo>
                  <a:lnTo>
                    <a:pt x="723107" y="821029"/>
                  </a:lnTo>
                  <a:lnTo>
                    <a:pt x="728544" y="821029"/>
                  </a:lnTo>
                  <a:lnTo>
                    <a:pt x="728544" y="826724"/>
                  </a:lnTo>
                  <a:lnTo>
                    <a:pt x="733981" y="826724"/>
                  </a:lnTo>
                  <a:lnTo>
                    <a:pt x="733981" y="832421"/>
                  </a:lnTo>
                  <a:lnTo>
                    <a:pt x="739418" y="832421"/>
                  </a:lnTo>
                  <a:lnTo>
                    <a:pt x="739418" y="843836"/>
                  </a:lnTo>
                  <a:lnTo>
                    <a:pt x="744854" y="843836"/>
                  </a:lnTo>
                  <a:lnTo>
                    <a:pt x="744854" y="849547"/>
                  </a:lnTo>
                  <a:lnTo>
                    <a:pt x="750291" y="849547"/>
                  </a:lnTo>
                  <a:lnTo>
                    <a:pt x="750291" y="855259"/>
                  </a:lnTo>
                  <a:lnTo>
                    <a:pt x="755728" y="855259"/>
                  </a:lnTo>
                  <a:lnTo>
                    <a:pt x="755728" y="860974"/>
                  </a:lnTo>
                  <a:lnTo>
                    <a:pt x="766602" y="860974"/>
                  </a:lnTo>
                  <a:lnTo>
                    <a:pt x="766602" y="866690"/>
                  </a:lnTo>
                  <a:lnTo>
                    <a:pt x="772039" y="866690"/>
                  </a:lnTo>
                  <a:lnTo>
                    <a:pt x="777476" y="866690"/>
                  </a:lnTo>
                  <a:lnTo>
                    <a:pt x="777476" y="872423"/>
                  </a:lnTo>
                  <a:lnTo>
                    <a:pt x="782913" y="872423"/>
                  </a:lnTo>
                  <a:lnTo>
                    <a:pt x="782913" y="883896"/>
                  </a:lnTo>
                  <a:lnTo>
                    <a:pt x="788350" y="883896"/>
                  </a:lnTo>
                  <a:lnTo>
                    <a:pt x="788350" y="889635"/>
                  </a:lnTo>
                  <a:lnTo>
                    <a:pt x="799223" y="889635"/>
                  </a:lnTo>
                  <a:lnTo>
                    <a:pt x="820971" y="889635"/>
                  </a:lnTo>
                  <a:lnTo>
                    <a:pt x="820971" y="901133"/>
                  </a:lnTo>
                  <a:lnTo>
                    <a:pt x="826408" y="901133"/>
                  </a:lnTo>
                  <a:lnTo>
                    <a:pt x="826408" y="912654"/>
                  </a:lnTo>
                  <a:lnTo>
                    <a:pt x="831845" y="912654"/>
                  </a:lnTo>
                  <a:lnTo>
                    <a:pt x="831845" y="924183"/>
                  </a:lnTo>
                  <a:lnTo>
                    <a:pt x="837282" y="924183"/>
                  </a:lnTo>
                  <a:lnTo>
                    <a:pt x="837282" y="929958"/>
                  </a:lnTo>
                  <a:lnTo>
                    <a:pt x="842719" y="929958"/>
                  </a:lnTo>
                  <a:lnTo>
                    <a:pt x="842719" y="935735"/>
                  </a:lnTo>
                  <a:lnTo>
                    <a:pt x="859029" y="935735"/>
                  </a:lnTo>
                  <a:lnTo>
                    <a:pt x="859029" y="947294"/>
                  </a:lnTo>
                  <a:lnTo>
                    <a:pt x="869903" y="947294"/>
                  </a:lnTo>
                  <a:lnTo>
                    <a:pt x="869903" y="953076"/>
                  </a:lnTo>
                  <a:lnTo>
                    <a:pt x="880777" y="953076"/>
                  </a:lnTo>
                  <a:lnTo>
                    <a:pt x="880777" y="964646"/>
                  </a:lnTo>
                  <a:lnTo>
                    <a:pt x="891651" y="964646"/>
                  </a:lnTo>
                  <a:lnTo>
                    <a:pt x="891651" y="970441"/>
                  </a:lnTo>
                  <a:lnTo>
                    <a:pt x="897088" y="970441"/>
                  </a:lnTo>
                  <a:lnTo>
                    <a:pt x="897088" y="976246"/>
                  </a:lnTo>
                  <a:lnTo>
                    <a:pt x="913398" y="976246"/>
                  </a:lnTo>
                  <a:lnTo>
                    <a:pt x="918835" y="976246"/>
                  </a:lnTo>
                  <a:lnTo>
                    <a:pt x="918835" y="982060"/>
                  </a:lnTo>
                  <a:lnTo>
                    <a:pt x="940583" y="982060"/>
                  </a:lnTo>
                  <a:lnTo>
                    <a:pt x="940583" y="987877"/>
                  </a:lnTo>
                  <a:lnTo>
                    <a:pt x="951457" y="987877"/>
                  </a:lnTo>
                  <a:lnTo>
                    <a:pt x="956893" y="987877"/>
                  </a:lnTo>
                  <a:lnTo>
                    <a:pt x="956893" y="993702"/>
                  </a:lnTo>
                  <a:lnTo>
                    <a:pt x="967767" y="993702"/>
                  </a:lnTo>
                  <a:lnTo>
                    <a:pt x="967767" y="1005359"/>
                  </a:lnTo>
                  <a:lnTo>
                    <a:pt x="978641" y="1005359"/>
                  </a:lnTo>
                  <a:lnTo>
                    <a:pt x="978641" y="1011190"/>
                  </a:lnTo>
                  <a:lnTo>
                    <a:pt x="984078" y="1011190"/>
                  </a:lnTo>
                  <a:lnTo>
                    <a:pt x="984078" y="1017023"/>
                  </a:lnTo>
                  <a:lnTo>
                    <a:pt x="989515" y="1017023"/>
                  </a:lnTo>
                  <a:lnTo>
                    <a:pt x="989515" y="1022866"/>
                  </a:lnTo>
                  <a:lnTo>
                    <a:pt x="1000389" y="1022866"/>
                  </a:lnTo>
                  <a:lnTo>
                    <a:pt x="1000389" y="1028710"/>
                  </a:lnTo>
                  <a:lnTo>
                    <a:pt x="1016699" y="1028710"/>
                  </a:lnTo>
                  <a:lnTo>
                    <a:pt x="1016699" y="1040404"/>
                  </a:lnTo>
                  <a:lnTo>
                    <a:pt x="1022136" y="1040404"/>
                  </a:lnTo>
                  <a:lnTo>
                    <a:pt x="1022136" y="1052104"/>
                  </a:lnTo>
                  <a:lnTo>
                    <a:pt x="1027573" y="1052104"/>
                  </a:lnTo>
                  <a:lnTo>
                    <a:pt x="1027573" y="1057957"/>
                  </a:lnTo>
                  <a:lnTo>
                    <a:pt x="1038447" y="1057957"/>
                  </a:lnTo>
                  <a:lnTo>
                    <a:pt x="1038447" y="1069668"/>
                  </a:lnTo>
                  <a:lnTo>
                    <a:pt x="1043884" y="1069668"/>
                  </a:lnTo>
                  <a:lnTo>
                    <a:pt x="1043884" y="1075526"/>
                  </a:lnTo>
                  <a:lnTo>
                    <a:pt x="1049321" y="1075526"/>
                  </a:lnTo>
                  <a:lnTo>
                    <a:pt x="1049321" y="1081385"/>
                  </a:lnTo>
                  <a:lnTo>
                    <a:pt x="1060194" y="1081385"/>
                  </a:lnTo>
                  <a:lnTo>
                    <a:pt x="1060194" y="1087255"/>
                  </a:lnTo>
                  <a:lnTo>
                    <a:pt x="1081942" y="1087255"/>
                  </a:lnTo>
                  <a:lnTo>
                    <a:pt x="1081942" y="1099014"/>
                  </a:lnTo>
                  <a:lnTo>
                    <a:pt x="1087379" y="1099014"/>
                  </a:lnTo>
                  <a:lnTo>
                    <a:pt x="1087379" y="1104897"/>
                  </a:lnTo>
                  <a:lnTo>
                    <a:pt x="1098253" y="1104897"/>
                  </a:lnTo>
                  <a:lnTo>
                    <a:pt x="1098253" y="1110781"/>
                  </a:lnTo>
                  <a:lnTo>
                    <a:pt x="1114563" y="1110781"/>
                  </a:lnTo>
                  <a:lnTo>
                    <a:pt x="1114563" y="1122553"/>
                  </a:lnTo>
                  <a:lnTo>
                    <a:pt x="1125437" y="1122553"/>
                  </a:lnTo>
                  <a:lnTo>
                    <a:pt x="1125437" y="1128442"/>
                  </a:lnTo>
                  <a:lnTo>
                    <a:pt x="1130874" y="1128442"/>
                  </a:lnTo>
                  <a:lnTo>
                    <a:pt x="1130874" y="1134341"/>
                  </a:lnTo>
                  <a:lnTo>
                    <a:pt x="1136311" y="1134341"/>
                  </a:lnTo>
                  <a:lnTo>
                    <a:pt x="1136311" y="1140241"/>
                  </a:lnTo>
                  <a:lnTo>
                    <a:pt x="1141748" y="1140241"/>
                  </a:lnTo>
                  <a:lnTo>
                    <a:pt x="1141748" y="1146143"/>
                  </a:lnTo>
                  <a:lnTo>
                    <a:pt x="1147185" y="1146143"/>
                  </a:lnTo>
                  <a:lnTo>
                    <a:pt x="1147185" y="1158002"/>
                  </a:lnTo>
                  <a:lnTo>
                    <a:pt x="1152622" y="1158002"/>
                  </a:lnTo>
                  <a:lnTo>
                    <a:pt x="1152622" y="1163934"/>
                  </a:lnTo>
                  <a:lnTo>
                    <a:pt x="1158059" y="1163934"/>
                  </a:lnTo>
                  <a:lnTo>
                    <a:pt x="1158059" y="1169867"/>
                  </a:lnTo>
                  <a:lnTo>
                    <a:pt x="1163495" y="1169867"/>
                  </a:lnTo>
                  <a:lnTo>
                    <a:pt x="1163495" y="1181738"/>
                  </a:lnTo>
                  <a:lnTo>
                    <a:pt x="1168932" y="1181738"/>
                  </a:lnTo>
                  <a:lnTo>
                    <a:pt x="1168932" y="1193616"/>
                  </a:lnTo>
                  <a:lnTo>
                    <a:pt x="1174369" y="1193616"/>
                  </a:lnTo>
                  <a:lnTo>
                    <a:pt x="1174369" y="1199557"/>
                  </a:lnTo>
                  <a:lnTo>
                    <a:pt x="1179806" y="1199557"/>
                  </a:lnTo>
                  <a:lnTo>
                    <a:pt x="1196117" y="1199557"/>
                  </a:lnTo>
                  <a:lnTo>
                    <a:pt x="1196117" y="1205508"/>
                  </a:lnTo>
                  <a:lnTo>
                    <a:pt x="1206991" y="1205508"/>
                  </a:lnTo>
                  <a:lnTo>
                    <a:pt x="1206991" y="1223371"/>
                  </a:lnTo>
                  <a:lnTo>
                    <a:pt x="1223301" y="1223371"/>
                  </a:lnTo>
                  <a:lnTo>
                    <a:pt x="1223301" y="1229329"/>
                  </a:lnTo>
                  <a:lnTo>
                    <a:pt x="1228738" y="1229329"/>
                  </a:lnTo>
                  <a:lnTo>
                    <a:pt x="1228738" y="1235288"/>
                  </a:lnTo>
                  <a:lnTo>
                    <a:pt x="1234175" y="1235288"/>
                  </a:lnTo>
                  <a:lnTo>
                    <a:pt x="1239612" y="1235288"/>
                  </a:lnTo>
                  <a:lnTo>
                    <a:pt x="1239612" y="1241257"/>
                  </a:lnTo>
                  <a:lnTo>
                    <a:pt x="1245049" y="1241257"/>
                  </a:lnTo>
                  <a:lnTo>
                    <a:pt x="1245049" y="1253200"/>
                  </a:lnTo>
                  <a:lnTo>
                    <a:pt x="1255923" y="1253200"/>
                  </a:lnTo>
                  <a:lnTo>
                    <a:pt x="1255923" y="1259173"/>
                  </a:lnTo>
                  <a:lnTo>
                    <a:pt x="1261360" y="1259173"/>
                  </a:lnTo>
                  <a:lnTo>
                    <a:pt x="1266797" y="1259173"/>
                  </a:lnTo>
                  <a:lnTo>
                    <a:pt x="1266797" y="1265166"/>
                  </a:lnTo>
                  <a:lnTo>
                    <a:pt x="1272233" y="1265166"/>
                  </a:lnTo>
                  <a:lnTo>
                    <a:pt x="1272233" y="1277156"/>
                  </a:lnTo>
                  <a:lnTo>
                    <a:pt x="1283107" y="1277156"/>
                  </a:lnTo>
                  <a:lnTo>
                    <a:pt x="1283107" y="1283153"/>
                  </a:lnTo>
                  <a:lnTo>
                    <a:pt x="1288544" y="1283153"/>
                  </a:lnTo>
                  <a:lnTo>
                    <a:pt x="1288544" y="1289152"/>
                  </a:lnTo>
                  <a:lnTo>
                    <a:pt x="1293981" y="1289152"/>
                  </a:lnTo>
                  <a:lnTo>
                    <a:pt x="1293981" y="1295152"/>
                  </a:lnTo>
                  <a:lnTo>
                    <a:pt x="1315729" y="1295152"/>
                  </a:lnTo>
                  <a:lnTo>
                    <a:pt x="1315729" y="1313161"/>
                  </a:lnTo>
                  <a:lnTo>
                    <a:pt x="1326602" y="1313161"/>
                  </a:lnTo>
                  <a:lnTo>
                    <a:pt x="1326602" y="1319167"/>
                  </a:lnTo>
                  <a:lnTo>
                    <a:pt x="1332039" y="1319167"/>
                  </a:lnTo>
                  <a:lnTo>
                    <a:pt x="1337476" y="1319167"/>
                  </a:lnTo>
                  <a:lnTo>
                    <a:pt x="1337476" y="1331201"/>
                  </a:lnTo>
                  <a:lnTo>
                    <a:pt x="1359224" y="1331201"/>
                  </a:lnTo>
                  <a:lnTo>
                    <a:pt x="1359224" y="1337221"/>
                  </a:lnTo>
                  <a:lnTo>
                    <a:pt x="1364661" y="1337221"/>
                  </a:lnTo>
                  <a:lnTo>
                    <a:pt x="1364661" y="1343241"/>
                  </a:lnTo>
                  <a:lnTo>
                    <a:pt x="1370098" y="1343241"/>
                  </a:lnTo>
                  <a:lnTo>
                    <a:pt x="1370098" y="1349264"/>
                  </a:lnTo>
                  <a:lnTo>
                    <a:pt x="1375534" y="1349264"/>
                  </a:lnTo>
                  <a:lnTo>
                    <a:pt x="1375534" y="1355296"/>
                  </a:lnTo>
                  <a:lnTo>
                    <a:pt x="1380971" y="1355296"/>
                  </a:lnTo>
                  <a:lnTo>
                    <a:pt x="1380971" y="1367366"/>
                  </a:lnTo>
                  <a:lnTo>
                    <a:pt x="1386408" y="1367366"/>
                  </a:lnTo>
                  <a:lnTo>
                    <a:pt x="1386408" y="1379442"/>
                  </a:lnTo>
                  <a:lnTo>
                    <a:pt x="1397282" y="1379442"/>
                  </a:lnTo>
                  <a:lnTo>
                    <a:pt x="1397282" y="1385482"/>
                  </a:lnTo>
                  <a:lnTo>
                    <a:pt x="1402719" y="1385482"/>
                  </a:lnTo>
                  <a:lnTo>
                    <a:pt x="1402719" y="1403610"/>
                  </a:lnTo>
                  <a:lnTo>
                    <a:pt x="1413593" y="1403610"/>
                  </a:lnTo>
                  <a:lnTo>
                    <a:pt x="1429903" y="1403610"/>
                  </a:lnTo>
                  <a:lnTo>
                    <a:pt x="1429903" y="1409674"/>
                  </a:lnTo>
                  <a:lnTo>
                    <a:pt x="1435340" y="1409674"/>
                  </a:lnTo>
                  <a:lnTo>
                    <a:pt x="1435340" y="1415739"/>
                  </a:lnTo>
                  <a:lnTo>
                    <a:pt x="1446214" y="1415739"/>
                  </a:lnTo>
                  <a:lnTo>
                    <a:pt x="1446214" y="1421806"/>
                  </a:lnTo>
                  <a:lnTo>
                    <a:pt x="1451651" y="1421806"/>
                  </a:lnTo>
                  <a:lnTo>
                    <a:pt x="1451651" y="1433944"/>
                  </a:lnTo>
                  <a:lnTo>
                    <a:pt x="1457088" y="1433944"/>
                  </a:lnTo>
                  <a:lnTo>
                    <a:pt x="1457088" y="1440015"/>
                  </a:lnTo>
                  <a:lnTo>
                    <a:pt x="1462525" y="1440015"/>
                  </a:lnTo>
                  <a:lnTo>
                    <a:pt x="1462525" y="1452180"/>
                  </a:lnTo>
                  <a:lnTo>
                    <a:pt x="1467962" y="1452180"/>
                  </a:lnTo>
                  <a:lnTo>
                    <a:pt x="1467962" y="1458265"/>
                  </a:lnTo>
                  <a:lnTo>
                    <a:pt x="1484272" y="1458265"/>
                  </a:lnTo>
                  <a:lnTo>
                    <a:pt x="1484272" y="1464351"/>
                  </a:lnTo>
                  <a:lnTo>
                    <a:pt x="1489709" y="1464351"/>
                  </a:lnTo>
                  <a:lnTo>
                    <a:pt x="1489709" y="1470448"/>
                  </a:lnTo>
                  <a:lnTo>
                    <a:pt x="1495146" y="1470448"/>
                  </a:lnTo>
                  <a:lnTo>
                    <a:pt x="1495146" y="1476546"/>
                  </a:lnTo>
                  <a:lnTo>
                    <a:pt x="1506020" y="1476546"/>
                  </a:lnTo>
                  <a:lnTo>
                    <a:pt x="1506020" y="1482656"/>
                  </a:lnTo>
                  <a:lnTo>
                    <a:pt x="1511457" y="1482656"/>
                  </a:lnTo>
                  <a:lnTo>
                    <a:pt x="1511457" y="1488767"/>
                  </a:lnTo>
                  <a:lnTo>
                    <a:pt x="1522331" y="1488767"/>
                  </a:lnTo>
                  <a:lnTo>
                    <a:pt x="1522331" y="1494888"/>
                  </a:lnTo>
                  <a:lnTo>
                    <a:pt x="1533205" y="1494888"/>
                  </a:lnTo>
                  <a:lnTo>
                    <a:pt x="1538641" y="1494888"/>
                  </a:lnTo>
                  <a:lnTo>
                    <a:pt x="1538641" y="1507156"/>
                  </a:lnTo>
                  <a:lnTo>
                    <a:pt x="1544078" y="1507156"/>
                  </a:lnTo>
                  <a:lnTo>
                    <a:pt x="1544078" y="1513292"/>
                  </a:lnTo>
                  <a:lnTo>
                    <a:pt x="1560389" y="1513292"/>
                  </a:lnTo>
                  <a:lnTo>
                    <a:pt x="1560389" y="1519429"/>
                  </a:lnTo>
                  <a:lnTo>
                    <a:pt x="1565826" y="1519429"/>
                  </a:lnTo>
                  <a:lnTo>
                    <a:pt x="1565826" y="1525568"/>
                  </a:lnTo>
                  <a:lnTo>
                    <a:pt x="1571263" y="1525568"/>
                  </a:lnTo>
                  <a:lnTo>
                    <a:pt x="1571263" y="1531707"/>
                  </a:lnTo>
                  <a:lnTo>
                    <a:pt x="1576700" y="1531707"/>
                  </a:lnTo>
                  <a:lnTo>
                    <a:pt x="1576700" y="1537849"/>
                  </a:lnTo>
                  <a:lnTo>
                    <a:pt x="1593010" y="1537849"/>
                  </a:lnTo>
                  <a:lnTo>
                    <a:pt x="1593010" y="1543991"/>
                  </a:lnTo>
                  <a:lnTo>
                    <a:pt x="1598447" y="1543991"/>
                  </a:lnTo>
                  <a:lnTo>
                    <a:pt x="1598447" y="1556280"/>
                  </a:lnTo>
                  <a:lnTo>
                    <a:pt x="1603884" y="1556280"/>
                  </a:lnTo>
                  <a:lnTo>
                    <a:pt x="1603884" y="1562427"/>
                  </a:lnTo>
                  <a:lnTo>
                    <a:pt x="1614758" y="1562427"/>
                  </a:lnTo>
                  <a:lnTo>
                    <a:pt x="1614758" y="1568575"/>
                  </a:lnTo>
                  <a:lnTo>
                    <a:pt x="1625632" y="1568575"/>
                  </a:lnTo>
                  <a:lnTo>
                    <a:pt x="1631069" y="1568575"/>
                  </a:lnTo>
                  <a:lnTo>
                    <a:pt x="1631069" y="1580895"/>
                  </a:lnTo>
                  <a:lnTo>
                    <a:pt x="1641942" y="1580895"/>
                  </a:lnTo>
                  <a:lnTo>
                    <a:pt x="1641942" y="1587057"/>
                  </a:lnTo>
                  <a:lnTo>
                    <a:pt x="1652816" y="1587057"/>
                  </a:lnTo>
                  <a:lnTo>
                    <a:pt x="1652816" y="1593220"/>
                  </a:lnTo>
                  <a:lnTo>
                    <a:pt x="1658253" y="1593220"/>
                  </a:lnTo>
                  <a:lnTo>
                    <a:pt x="1658253" y="1599385"/>
                  </a:lnTo>
                  <a:lnTo>
                    <a:pt x="1674564" y="1599385"/>
                  </a:lnTo>
                  <a:lnTo>
                    <a:pt x="1674564" y="1611718"/>
                  </a:lnTo>
                  <a:lnTo>
                    <a:pt x="1680001" y="1611718"/>
                  </a:lnTo>
                  <a:lnTo>
                    <a:pt x="1680001" y="1617886"/>
                  </a:lnTo>
                  <a:lnTo>
                    <a:pt x="1685438" y="1617886"/>
                  </a:lnTo>
                  <a:lnTo>
                    <a:pt x="1685438" y="1624056"/>
                  </a:lnTo>
                  <a:lnTo>
                    <a:pt x="1690875" y="1624056"/>
                  </a:lnTo>
                  <a:lnTo>
                    <a:pt x="1690875" y="1636399"/>
                  </a:lnTo>
                  <a:lnTo>
                    <a:pt x="1701748" y="1636399"/>
                  </a:lnTo>
                  <a:lnTo>
                    <a:pt x="1701748" y="1648748"/>
                  </a:lnTo>
                  <a:lnTo>
                    <a:pt x="1728933" y="1648748"/>
                  </a:lnTo>
                  <a:lnTo>
                    <a:pt x="1728933" y="1654924"/>
                  </a:lnTo>
                  <a:lnTo>
                    <a:pt x="1734370" y="1654924"/>
                  </a:lnTo>
                  <a:lnTo>
                    <a:pt x="1734370" y="1661102"/>
                  </a:lnTo>
                  <a:lnTo>
                    <a:pt x="1750680" y="1661102"/>
                  </a:lnTo>
                  <a:lnTo>
                    <a:pt x="1750680" y="1667280"/>
                  </a:lnTo>
                  <a:lnTo>
                    <a:pt x="1805049" y="1667280"/>
                  </a:lnTo>
                  <a:lnTo>
                    <a:pt x="1805049" y="1673461"/>
                  </a:lnTo>
                  <a:lnTo>
                    <a:pt x="1821360" y="1673461"/>
                  </a:lnTo>
                  <a:lnTo>
                    <a:pt x="1821360" y="1679642"/>
                  </a:lnTo>
                  <a:lnTo>
                    <a:pt x="1826797" y="1679642"/>
                  </a:lnTo>
                  <a:lnTo>
                    <a:pt x="1826797" y="1685824"/>
                  </a:lnTo>
                  <a:lnTo>
                    <a:pt x="1843108" y="1685824"/>
                  </a:lnTo>
                  <a:lnTo>
                    <a:pt x="1843108" y="1698214"/>
                  </a:lnTo>
                  <a:lnTo>
                    <a:pt x="1848545" y="1698214"/>
                  </a:lnTo>
                  <a:lnTo>
                    <a:pt x="1848545" y="1710609"/>
                  </a:lnTo>
                  <a:lnTo>
                    <a:pt x="1853981" y="1710609"/>
                  </a:lnTo>
                  <a:lnTo>
                    <a:pt x="1853981" y="1716809"/>
                  </a:lnTo>
                  <a:lnTo>
                    <a:pt x="1870292" y="1716809"/>
                  </a:lnTo>
                  <a:lnTo>
                    <a:pt x="1886603" y="1716809"/>
                  </a:lnTo>
                  <a:lnTo>
                    <a:pt x="1886603" y="1723020"/>
                  </a:lnTo>
                  <a:lnTo>
                    <a:pt x="1892040" y="1723020"/>
                  </a:lnTo>
                  <a:lnTo>
                    <a:pt x="1892040" y="1729233"/>
                  </a:lnTo>
                  <a:lnTo>
                    <a:pt x="1902914" y="1729233"/>
                  </a:lnTo>
                  <a:lnTo>
                    <a:pt x="1902914" y="1735447"/>
                  </a:lnTo>
                  <a:lnTo>
                    <a:pt x="1924661" y="1735447"/>
                  </a:lnTo>
                  <a:lnTo>
                    <a:pt x="1924661" y="1741672"/>
                  </a:lnTo>
                  <a:lnTo>
                    <a:pt x="1930098" y="1741672"/>
                  </a:lnTo>
                  <a:lnTo>
                    <a:pt x="1930098" y="1747900"/>
                  </a:lnTo>
                  <a:lnTo>
                    <a:pt x="1935535" y="1747900"/>
                  </a:lnTo>
                  <a:lnTo>
                    <a:pt x="1935535" y="1754128"/>
                  </a:lnTo>
                  <a:lnTo>
                    <a:pt x="1946409" y="1754128"/>
                  </a:lnTo>
                  <a:lnTo>
                    <a:pt x="1946409" y="1766589"/>
                  </a:lnTo>
                  <a:lnTo>
                    <a:pt x="1957282" y="1766589"/>
                  </a:lnTo>
                  <a:lnTo>
                    <a:pt x="1962719" y="1766589"/>
                  </a:lnTo>
                  <a:lnTo>
                    <a:pt x="1962719" y="1772832"/>
                  </a:lnTo>
                  <a:lnTo>
                    <a:pt x="1968156" y="1772832"/>
                  </a:lnTo>
                  <a:lnTo>
                    <a:pt x="1968156" y="1779076"/>
                  </a:lnTo>
                  <a:lnTo>
                    <a:pt x="1973593" y="1779076"/>
                  </a:lnTo>
                  <a:lnTo>
                    <a:pt x="1973593" y="1791568"/>
                  </a:lnTo>
                  <a:lnTo>
                    <a:pt x="1979030" y="1791568"/>
                  </a:lnTo>
                  <a:lnTo>
                    <a:pt x="1979030" y="1804066"/>
                  </a:lnTo>
                  <a:lnTo>
                    <a:pt x="1984467" y="1804066"/>
                  </a:lnTo>
                  <a:lnTo>
                    <a:pt x="1984467" y="1810316"/>
                  </a:lnTo>
                  <a:lnTo>
                    <a:pt x="2022525" y="1810316"/>
                  </a:lnTo>
                  <a:lnTo>
                    <a:pt x="2033399" y="1810316"/>
                  </a:lnTo>
                  <a:lnTo>
                    <a:pt x="2033399" y="1816579"/>
                  </a:lnTo>
                  <a:lnTo>
                    <a:pt x="2044273" y="1816579"/>
                  </a:lnTo>
                  <a:lnTo>
                    <a:pt x="2044273" y="1822843"/>
                  </a:lnTo>
                  <a:lnTo>
                    <a:pt x="2049710" y="1822843"/>
                  </a:lnTo>
                  <a:lnTo>
                    <a:pt x="2049710" y="1835398"/>
                  </a:lnTo>
                  <a:lnTo>
                    <a:pt x="2066020" y="1835398"/>
                  </a:lnTo>
                  <a:lnTo>
                    <a:pt x="2066020" y="1841677"/>
                  </a:lnTo>
                  <a:lnTo>
                    <a:pt x="2087768" y="1841677"/>
                  </a:lnTo>
                  <a:lnTo>
                    <a:pt x="2087768" y="1854239"/>
                  </a:lnTo>
                  <a:lnTo>
                    <a:pt x="2098642" y="1854239"/>
                  </a:lnTo>
                  <a:lnTo>
                    <a:pt x="2098642" y="1860522"/>
                  </a:lnTo>
                  <a:lnTo>
                    <a:pt x="2114953" y="1860522"/>
                  </a:lnTo>
                  <a:lnTo>
                    <a:pt x="2114953" y="1866806"/>
                  </a:lnTo>
                  <a:lnTo>
                    <a:pt x="2120389" y="1866806"/>
                  </a:lnTo>
                  <a:lnTo>
                    <a:pt x="2120389" y="1873091"/>
                  </a:lnTo>
                  <a:lnTo>
                    <a:pt x="2125826" y="1873091"/>
                  </a:lnTo>
                  <a:lnTo>
                    <a:pt x="2125826" y="1879378"/>
                  </a:lnTo>
                  <a:lnTo>
                    <a:pt x="2153011" y="1879378"/>
                  </a:lnTo>
                  <a:lnTo>
                    <a:pt x="2153011" y="1885677"/>
                  </a:lnTo>
                  <a:lnTo>
                    <a:pt x="2201943" y="1885677"/>
                  </a:lnTo>
                  <a:lnTo>
                    <a:pt x="2201943" y="1891978"/>
                  </a:lnTo>
                  <a:lnTo>
                    <a:pt x="2212817" y="1891978"/>
                  </a:lnTo>
                  <a:lnTo>
                    <a:pt x="2212817" y="1904582"/>
                  </a:lnTo>
                  <a:lnTo>
                    <a:pt x="2218254" y="1904582"/>
                  </a:lnTo>
                  <a:lnTo>
                    <a:pt x="2234564" y="1904582"/>
                  </a:lnTo>
                  <a:lnTo>
                    <a:pt x="2234564" y="1917215"/>
                  </a:lnTo>
                  <a:lnTo>
                    <a:pt x="2256312" y="1917215"/>
                  </a:lnTo>
                  <a:lnTo>
                    <a:pt x="2261749" y="1917215"/>
                  </a:lnTo>
                  <a:lnTo>
                    <a:pt x="2267186" y="1917215"/>
                  </a:lnTo>
                  <a:lnTo>
                    <a:pt x="2267186" y="1923557"/>
                  </a:lnTo>
                  <a:lnTo>
                    <a:pt x="2272623" y="1923557"/>
                  </a:lnTo>
                  <a:lnTo>
                    <a:pt x="2272623" y="1929900"/>
                  </a:lnTo>
                  <a:lnTo>
                    <a:pt x="2283496" y="1929900"/>
                  </a:lnTo>
                  <a:lnTo>
                    <a:pt x="2283496" y="1936245"/>
                  </a:lnTo>
                  <a:lnTo>
                    <a:pt x="2305244" y="1936245"/>
                  </a:lnTo>
                  <a:lnTo>
                    <a:pt x="2305244" y="1942590"/>
                  </a:lnTo>
                  <a:lnTo>
                    <a:pt x="2310681" y="1942590"/>
                  </a:lnTo>
                  <a:lnTo>
                    <a:pt x="2310681" y="1948937"/>
                  </a:lnTo>
                  <a:lnTo>
                    <a:pt x="2321555" y="1948937"/>
                  </a:lnTo>
                  <a:lnTo>
                    <a:pt x="2343302" y="1948937"/>
                  </a:lnTo>
                  <a:lnTo>
                    <a:pt x="2343302" y="1955297"/>
                  </a:lnTo>
                  <a:lnTo>
                    <a:pt x="2370487" y="1955297"/>
                  </a:lnTo>
                  <a:lnTo>
                    <a:pt x="2370487" y="1961658"/>
                  </a:lnTo>
                  <a:lnTo>
                    <a:pt x="2392234" y="1961658"/>
                  </a:lnTo>
                  <a:lnTo>
                    <a:pt x="2392234" y="1968033"/>
                  </a:lnTo>
                  <a:lnTo>
                    <a:pt x="2408545" y="1968033"/>
                  </a:lnTo>
                  <a:lnTo>
                    <a:pt x="2408545" y="1980786"/>
                  </a:lnTo>
                  <a:lnTo>
                    <a:pt x="2413982" y="1980786"/>
                  </a:lnTo>
                  <a:lnTo>
                    <a:pt x="2413982" y="1987164"/>
                  </a:lnTo>
                  <a:lnTo>
                    <a:pt x="2419419" y="1987164"/>
                  </a:lnTo>
                  <a:lnTo>
                    <a:pt x="2424856" y="1987164"/>
                  </a:lnTo>
                  <a:lnTo>
                    <a:pt x="2424856" y="2006344"/>
                  </a:lnTo>
                  <a:lnTo>
                    <a:pt x="2441166" y="2006344"/>
                  </a:lnTo>
                  <a:lnTo>
                    <a:pt x="2441166" y="2012739"/>
                  </a:lnTo>
                  <a:lnTo>
                    <a:pt x="2446603" y="2012739"/>
                  </a:lnTo>
                  <a:lnTo>
                    <a:pt x="2446603" y="2025534"/>
                  </a:lnTo>
                  <a:lnTo>
                    <a:pt x="2462914" y="2025534"/>
                  </a:lnTo>
                  <a:lnTo>
                    <a:pt x="2462914" y="2038359"/>
                  </a:lnTo>
                  <a:lnTo>
                    <a:pt x="2468351" y="2038359"/>
                  </a:lnTo>
                  <a:lnTo>
                    <a:pt x="2468351" y="2044773"/>
                  </a:lnTo>
                  <a:lnTo>
                    <a:pt x="2479225" y="2044773"/>
                  </a:lnTo>
                  <a:lnTo>
                    <a:pt x="2479225" y="2051188"/>
                  </a:lnTo>
                  <a:lnTo>
                    <a:pt x="2495535" y="2051188"/>
                  </a:lnTo>
                  <a:lnTo>
                    <a:pt x="2495535" y="2057605"/>
                  </a:lnTo>
                  <a:lnTo>
                    <a:pt x="2528157" y="2057605"/>
                  </a:lnTo>
                  <a:lnTo>
                    <a:pt x="2528157" y="2070442"/>
                  </a:lnTo>
                  <a:lnTo>
                    <a:pt x="2539030" y="2070442"/>
                  </a:lnTo>
                  <a:lnTo>
                    <a:pt x="2544467" y="2070442"/>
                  </a:lnTo>
                  <a:lnTo>
                    <a:pt x="2544467" y="2076876"/>
                  </a:lnTo>
                  <a:lnTo>
                    <a:pt x="2549904" y="2076876"/>
                  </a:lnTo>
                  <a:lnTo>
                    <a:pt x="2555341" y="2076876"/>
                  </a:lnTo>
                  <a:lnTo>
                    <a:pt x="2555341" y="2083323"/>
                  </a:lnTo>
                  <a:lnTo>
                    <a:pt x="2577089" y="2083323"/>
                  </a:lnTo>
                  <a:lnTo>
                    <a:pt x="2609710" y="2083323"/>
                  </a:lnTo>
                  <a:lnTo>
                    <a:pt x="2609710" y="2096247"/>
                  </a:lnTo>
                  <a:lnTo>
                    <a:pt x="2620584" y="2096247"/>
                  </a:lnTo>
                  <a:lnTo>
                    <a:pt x="2620584" y="2102711"/>
                  </a:lnTo>
                  <a:lnTo>
                    <a:pt x="2626021" y="2102711"/>
                  </a:lnTo>
                  <a:lnTo>
                    <a:pt x="2626021" y="2109176"/>
                  </a:lnTo>
                  <a:lnTo>
                    <a:pt x="2631458" y="2109176"/>
                  </a:lnTo>
                  <a:lnTo>
                    <a:pt x="2631458" y="2122110"/>
                  </a:lnTo>
                  <a:lnTo>
                    <a:pt x="2669516" y="2122110"/>
                  </a:lnTo>
                  <a:lnTo>
                    <a:pt x="2669516" y="2128579"/>
                  </a:lnTo>
                  <a:lnTo>
                    <a:pt x="2702137" y="2128579"/>
                  </a:lnTo>
                  <a:lnTo>
                    <a:pt x="2702137" y="2135049"/>
                  </a:lnTo>
                  <a:lnTo>
                    <a:pt x="2713011" y="2135049"/>
                  </a:lnTo>
                  <a:lnTo>
                    <a:pt x="2713011" y="2141520"/>
                  </a:lnTo>
                  <a:lnTo>
                    <a:pt x="2723885" y="2141520"/>
                  </a:lnTo>
                  <a:lnTo>
                    <a:pt x="2723885" y="2160942"/>
                  </a:lnTo>
                  <a:lnTo>
                    <a:pt x="2756506" y="2160942"/>
                  </a:lnTo>
                  <a:lnTo>
                    <a:pt x="2756506" y="2167418"/>
                  </a:lnTo>
                  <a:lnTo>
                    <a:pt x="2772817" y="2167418"/>
                  </a:lnTo>
                  <a:lnTo>
                    <a:pt x="2772817" y="2173896"/>
                  </a:lnTo>
                  <a:lnTo>
                    <a:pt x="2778254" y="2173896"/>
                  </a:lnTo>
                  <a:lnTo>
                    <a:pt x="2778254" y="2180375"/>
                  </a:lnTo>
                  <a:lnTo>
                    <a:pt x="2789128" y="2180375"/>
                  </a:lnTo>
                  <a:lnTo>
                    <a:pt x="2789128" y="2186855"/>
                  </a:lnTo>
                  <a:lnTo>
                    <a:pt x="2805438" y="2186855"/>
                  </a:lnTo>
                  <a:lnTo>
                    <a:pt x="2805438" y="2193336"/>
                  </a:lnTo>
                  <a:lnTo>
                    <a:pt x="2816312" y="2193336"/>
                  </a:lnTo>
                  <a:lnTo>
                    <a:pt x="2816312" y="2212787"/>
                  </a:lnTo>
                  <a:lnTo>
                    <a:pt x="2827186" y="2212787"/>
                  </a:lnTo>
                  <a:lnTo>
                    <a:pt x="2838060" y="2212787"/>
                  </a:lnTo>
                  <a:lnTo>
                    <a:pt x="2848934" y="2212787"/>
                  </a:lnTo>
                  <a:lnTo>
                    <a:pt x="2848934" y="2219314"/>
                  </a:lnTo>
                  <a:lnTo>
                    <a:pt x="2865244" y="2219314"/>
                  </a:lnTo>
                  <a:lnTo>
                    <a:pt x="2865244" y="2225843"/>
                  </a:lnTo>
                  <a:lnTo>
                    <a:pt x="2870681" y="2225843"/>
                  </a:lnTo>
                  <a:lnTo>
                    <a:pt x="2870681" y="2245436"/>
                  </a:lnTo>
                  <a:lnTo>
                    <a:pt x="2886992" y="2245436"/>
                  </a:lnTo>
                  <a:lnTo>
                    <a:pt x="2886992" y="2251983"/>
                  </a:lnTo>
                  <a:lnTo>
                    <a:pt x="2892429" y="2251983"/>
                  </a:lnTo>
                  <a:lnTo>
                    <a:pt x="2914176" y="2251983"/>
                  </a:lnTo>
                  <a:lnTo>
                    <a:pt x="2914176" y="2258546"/>
                  </a:lnTo>
                  <a:lnTo>
                    <a:pt x="2919613" y="2258546"/>
                  </a:lnTo>
                  <a:lnTo>
                    <a:pt x="2919613" y="2271675"/>
                  </a:lnTo>
                  <a:lnTo>
                    <a:pt x="2930487" y="2271675"/>
                  </a:lnTo>
                  <a:lnTo>
                    <a:pt x="2935924" y="2271675"/>
                  </a:lnTo>
                  <a:lnTo>
                    <a:pt x="2935924" y="2278256"/>
                  </a:lnTo>
                  <a:lnTo>
                    <a:pt x="2952235" y="2278256"/>
                  </a:lnTo>
                  <a:lnTo>
                    <a:pt x="2952235" y="2284852"/>
                  </a:lnTo>
                  <a:lnTo>
                    <a:pt x="2957672" y="2284852"/>
                  </a:lnTo>
                  <a:lnTo>
                    <a:pt x="2957672" y="2291450"/>
                  </a:lnTo>
                  <a:lnTo>
                    <a:pt x="3006604" y="2291450"/>
                  </a:lnTo>
                  <a:lnTo>
                    <a:pt x="3006604" y="2298063"/>
                  </a:lnTo>
                  <a:lnTo>
                    <a:pt x="3012041" y="2298063"/>
                  </a:lnTo>
                  <a:lnTo>
                    <a:pt x="3039225" y="2298063"/>
                  </a:lnTo>
                  <a:lnTo>
                    <a:pt x="3039225" y="2304707"/>
                  </a:lnTo>
                  <a:lnTo>
                    <a:pt x="3055536" y="2304707"/>
                  </a:lnTo>
                  <a:lnTo>
                    <a:pt x="3055536" y="2311352"/>
                  </a:lnTo>
                  <a:lnTo>
                    <a:pt x="3082720" y="2311352"/>
                  </a:lnTo>
                  <a:lnTo>
                    <a:pt x="3082720" y="2317998"/>
                  </a:lnTo>
                  <a:lnTo>
                    <a:pt x="3131652" y="2317998"/>
                  </a:lnTo>
                  <a:lnTo>
                    <a:pt x="3131652" y="2324660"/>
                  </a:lnTo>
                  <a:lnTo>
                    <a:pt x="3142526" y="2324660"/>
                  </a:lnTo>
                  <a:lnTo>
                    <a:pt x="3164274" y="2324660"/>
                  </a:lnTo>
                  <a:lnTo>
                    <a:pt x="3164274" y="2331339"/>
                  </a:lnTo>
                  <a:lnTo>
                    <a:pt x="3180584" y="2331339"/>
                  </a:lnTo>
                  <a:lnTo>
                    <a:pt x="3180584" y="2344730"/>
                  </a:lnTo>
                  <a:lnTo>
                    <a:pt x="3191458" y="2344730"/>
                  </a:lnTo>
                  <a:lnTo>
                    <a:pt x="3196895" y="2344730"/>
                  </a:lnTo>
                  <a:lnTo>
                    <a:pt x="3207769" y="2344730"/>
                  </a:lnTo>
                  <a:lnTo>
                    <a:pt x="3224080" y="2344730"/>
                  </a:lnTo>
                  <a:lnTo>
                    <a:pt x="3224080" y="2351474"/>
                  </a:lnTo>
                  <a:lnTo>
                    <a:pt x="3229516" y="2351474"/>
                  </a:lnTo>
                  <a:lnTo>
                    <a:pt x="3234953" y="2351474"/>
                  </a:lnTo>
                  <a:lnTo>
                    <a:pt x="3262138" y="2351474"/>
                  </a:lnTo>
                  <a:lnTo>
                    <a:pt x="3262138" y="2358312"/>
                  </a:lnTo>
                  <a:lnTo>
                    <a:pt x="3267575" y="2358312"/>
                  </a:lnTo>
                  <a:lnTo>
                    <a:pt x="3267575" y="2365151"/>
                  </a:lnTo>
                  <a:lnTo>
                    <a:pt x="3283885" y="2365151"/>
                  </a:lnTo>
                  <a:lnTo>
                    <a:pt x="3289322" y="2365151"/>
                  </a:lnTo>
                  <a:lnTo>
                    <a:pt x="3294759" y="2365151"/>
                  </a:lnTo>
                  <a:lnTo>
                    <a:pt x="3294759" y="2372024"/>
                  </a:lnTo>
                  <a:lnTo>
                    <a:pt x="3311070" y="2372024"/>
                  </a:lnTo>
                  <a:lnTo>
                    <a:pt x="3349128" y="2372024"/>
                  </a:lnTo>
                  <a:lnTo>
                    <a:pt x="3349128" y="2378947"/>
                  </a:lnTo>
                  <a:lnTo>
                    <a:pt x="3360002" y="2378947"/>
                  </a:lnTo>
                  <a:lnTo>
                    <a:pt x="3360002" y="2385871"/>
                  </a:lnTo>
                  <a:lnTo>
                    <a:pt x="3392623" y="2385871"/>
                  </a:lnTo>
                  <a:lnTo>
                    <a:pt x="3392623" y="2399791"/>
                  </a:lnTo>
                  <a:lnTo>
                    <a:pt x="3398060" y="2399791"/>
                  </a:lnTo>
                  <a:lnTo>
                    <a:pt x="3403497" y="2399791"/>
                  </a:lnTo>
                  <a:lnTo>
                    <a:pt x="3403497" y="2406769"/>
                  </a:lnTo>
                  <a:lnTo>
                    <a:pt x="3408934" y="2406769"/>
                  </a:lnTo>
                  <a:lnTo>
                    <a:pt x="3419808" y="2406769"/>
                  </a:lnTo>
                  <a:lnTo>
                    <a:pt x="3419808" y="2413766"/>
                  </a:lnTo>
                  <a:lnTo>
                    <a:pt x="3446992" y="2413766"/>
                  </a:lnTo>
                  <a:lnTo>
                    <a:pt x="3457866" y="2413766"/>
                  </a:lnTo>
                  <a:lnTo>
                    <a:pt x="3457866" y="2420782"/>
                  </a:lnTo>
                  <a:lnTo>
                    <a:pt x="3463303" y="2420782"/>
                  </a:lnTo>
                  <a:lnTo>
                    <a:pt x="3468740" y="2420782"/>
                  </a:lnTo>
                  <a:lnTo>
                    <a:pt x="3479614" y="2420782"/>
                  </a:lnTo>
                  <a:lnTo>
                    <a:pt x="3479614" y="2427833"/>
                  </a:lnTo>
                  <a:lnTo>
                    <a:pt x="3490487" y="2427833"/>
                  </a:lnTo>
                  <a:lnTo>
                    <a:pt x="3495924" y="2427833"/>
                  </a:lnTo>
                  <a:lnTo>
                    <a:pt x="3495924" y="2434903"/>
                  </a:lnTo>
                  <a:lnTo>
                    <a:pt x="3501361" y="2434903"/>
                  </a:lnTo>
                  <a:lnTo>
                    <a:pt x="3517672" y="2434903"/>
                  </a:lnTo>
                  <a:lnTo>
                    <a:pt x="3539420" y="2434903"/>
                  </a:lnTo>
                  <a:lnTo>
                    <a:pt x="3539420" y="2442028"/>
                  </a:lnTo>
                  <a:lnTo>
                    <a:pt x="3572041" y="2442028"/>
                  </a:lnTo>
                  <a:lnTo>
                    <a:pt x="3577478" y="2442028"/>
                  </a:lnTo>
                  <a:lnTo>
                    <a:pt x="3582915" y="2442028"/>
                  </a:lnTo>
                  <a:lnTo>
                    <a:pt x="3582915" y="2449207"/>
                  </a:lnTo>
                  <a:lnTo>
                    <a:pt x="3593789" y="2449207"/>
                  </a:lnTo>
                  <a:lnTo>
                    <a:pt x="3599225" y="2449207"/>
                  </a:lnTo>
                  <a:lnTo>
                    <a:pt x="3599225" y="2456424"/>
                  </a:lnTo>
                  <a:lnTo>
                    <a:pt x="3604662" y="2456424"/>
                  </a:lnTo>
                  <a:lnTo>
                    <a:pt x="3610099" y="2456424"/>
                  </a:lnTo>
                  <a:lnTo>
                    <a:pt x="3610099" y="2463662"/>
                  </a:lnTo>
                  <a:lnTo>
                    <a:pt x="3615536" y="2463662"/>
                  </a:lnTo>
                  <a:lnTo>
                    <a:pt x="3615536" y="2470901"/>
                  </a:lnTo>
                  <a:lnTo>
                    <a:pt x="3631847" y="2470901"/>
                  </a:lnTo>
                  <a:lnTo>
                    <a:pt x="3637284" y="2470901"/>
                  </a:lnTo>
                  <a:lnTo>
                    <a:pt x="3637284" y="2478179"/>
                  </a:lnTo>
                  <a:lnTo>
                    <a:pt x="3642721" y="2478179"/>
                  </a:lnTo>
                  <a:lnTo>
                    <a:pt x="3653594" y="2478179"/>
                  </a:lnTo>
                  <a:lnTo>
                    <a:pt x="3653594" y="2485496"/>
                  </a:lnTo>
                  <a:lnTo>
                    <a:pt x="3659031" y="2485496"/>
                  </a:lnTo>
                  <a:lnTo>
                    <a:pt x="3659031" y="2492816"/>
                  </a:lnTo>
                  <a:lnTo>
                    <a:pt x="3664468" y="2492816"/>
                  </a:lnTo>
                  <a:lnTo>
                    <a:pt x="3675342" y="2492816"/>
                  </a:lnTo>
                  <a:lnTo>
                    <a:pt x="3675342" y="2500156"/>
                  </a:lnTo>
                  <a:lnTo>
                    <a:pt x="3691653" y="2500156"/>
                  </a:lnTo>
                  <a:lnTo>
                    <a:pt x="3697090" y="2500156"/>
                  </a:lnTo>
                  <a:lnTo>
                    <a:pt x="3697090" y="2507537"/>
                  </a:lnTo>
                  <a:lnTo>
                    <a:pt x="3707963" y="2507537"/>
                  </a:lnTo>
                  <a:lnTo>
                    <a:pt x="3707963" y="2514919"/>
                  </a:lnTo>
                  <a:lnTo>
                    <a:pt x="3735148" y="2514919"/>
                  </a:lnTo>
                  <a:lnTo>
                    <a:pt x="3735148" y="2522304"/>
                  </a:lnTo>
                  <a:lnTo>
                    <a:pt x="3751459" y="2522304"/>
                  </a:lnTo>
                  <a:lnTo>
                    <a:pt x="3751459" y="2529690"/>
                  </a:lnTo>
                  <a:lnTo>
                    <a:pt x="3767769" y="2529690"/>
                  </a:lnTo>
                  <a:lnTo>
                    <a:pt x="3789517" y="2529690"/>
                  </a:lnTo>
                  <a:lnTo>
                    <a:pt x="3794954" y="2529690"/>
                  </a:lnTo>
                  <a:lnTo>
                    <a:pt x="3794954" y="2537158"/>
                  </a:lnTo>
                  <a:lnTo>
                    <a:pt x="3805828" y="2537158"/>
                  </a:lnTo>
                  <a:lnTo>
                    <a:pt x="3805828" y="2544648"/>
                  </a:lnTo>
                  <a:lnTo>
                    <a:pt x="3827575" y="2544648"/>
                  </a:lnTo>
                  <a:lnTo>
                    <a:pt x="3827575" y="2559674"/>
                  </a:lnTo>
                  <a:lnTo>
                    <a:pt x="3843886" y="2559674"/>
                  </a:lnTo>
                  <a:lnTo>
                    <a:pt x="3865633" y="2559674"/>
                  </a:lnTo>
                  <a:lnTo>
                    <a:pt x="3865633" y="2567232"/>
                  </a:lnTo>
                  <a:lnTo>
                    <a:pt x="3871070" y="2567232"/>
                  </a:lnTo>
                  <a:lnTo>
                    <a:pt x="3871070" y="2574812"/>
                  </a:lnTo>
                  <a:lnTo>
                    <a:pt x="3881944" y="2574812"/>
                  </a:lnTo>
                  <a:lnTo>
                    <a:pt x="3881944" y="2582416"/>
                  </a:lnTo>
                  <a:lnTo>
                    <a:pt x="3887381" y="2582416"/>
                  </a:lnTo>
                  <a:lnTo>
                    <a:pt x="3887381" y="2590043"/>
                  </a:lnTo>
                  <a:lnTo>
                    <a:pt x="3914565" y="2590043"/>
                  </a:lnTo>
                  <a:lnTo>
                    <a:pt x="3914565" y="2597694"/>
                  </a:lnTo>
                  <a:lnTo>
                    <a:pt x="3920002" y="2597694"/>
                  </a:lnTo>
                  <a:lnTo>
                    <a:pt x="3941750" y="2597694"/>
                  </a:lnTo>
                  <a:lnTo>
                    <a:pt x="3941750" y="2613045"/>
                  </a:lnTo>
                  <a:lnTo>
                    <a:pt x="3963498" y="2613045"/>
                  </a:lnTo>
                  <a:lnTo>
                    <a:pt x="3968934" y="2613045"/>
                  </a:lnTo>
                  <a:lnTo>
                    <a:pt x="3968934" y="2628449"/>
                  </a:lnTo>
                  <a:lnTo>
                    <a:pt x="3996119" y="2628449"/>
                  </a:lnTo>
                  <a:lnTo>
                    <a:pt x="4006993" y="2628449"/>
                  </a:lnTo>
                  <a:lnTo>
                    <a:pt x="4006993" y="2636221"/>
                  </a:lnTo>
                  <a:lnTo>
                    <a:pt x="4012430" y="2636221"/>
                  </a:lnTo>
                  <a:lnTo>
                    <a:pt x="4023303" y="2636221"/>
                  </a:lnTo>
                  <a:lnTo>
                    <a:pt x="4028740" y="2636221"/>
                  </a:lnTo>
                  <a:lnTo>
                    <a:pt x="4028740" y="2644041"/>
                  </a:lnTo>
                  <a:lnTo>
                    <a:pt x="4034177" y="2644041"/>
                  </a:lnTo>
                  <a:lnTo>
                    <a:pt x="4034177" y="2651886"/>
                  </a:lnTo>
                  <a:lnTo>
                    <a:pt x="4039614" y="2651886"/>
                  </a:lnTo>
                  <a:lnTo>
                    <a:pt x="4039614" y="2659757"/>
                  </a:lnTo>
                  <a:lnTo>
                    <a:pt x="4072235" y="2659757"/>
                  </a:lnTo>
                  <a:lnTo>
                    <a:pt x="4088546" y="2659757"/>
                  </a:lnTo>
                  <a:lnTo>
                    <a:pt x="4088546" y="2675600"/>
                  </a:lnTo>
                  <a:lnTo>
                    <a:pt x="4093983" y="2675600"/>
                  </a:lnTo>
                  <a:lnTo>
                    <a:pt x="4093983" y="2683549"/>
                  </a:lnTo>
                  <a:lnTo>
                    <a:pt x="4115731" y="2683549"/>
                  </a:lnTo>
                  <a:lnTo>
                    <a:pt x="4115731" y="2691525"/>
                  </a:lnTo>
                  <a:lnTo>
                    <a:pt x="4132041" y="2691525"/>
                  </a:lnTo>
                  <a:lnTo>
                    <a:pt x="4132041" y="2699503"/>
                  </a:lnTo>
                  <a:lnTo>
                    <a:pt x="4148352" y="2699503"/>
                  </a:lnTo>
                  <a:lnTo>
                    <a:pt x="4148352" y="2707484"/>
                  </a:lnTo>
                  <a:lnTo>
                    <a:pt x="4153789" y="2707484"/>
                  </a:lnTo>
                  <a:lnTo>
                    <a:pt x="4153789" y="2715467"/>
                  </a:lnTo>
                  <a:lnTo>
                    <a:pt x="4170100" y="2715467"/>
                  </a:lnTo>
                  <a:lnTo>
                    <a:pt x="4175537" y="2715467"/>
                  </a:lnTo>
                  <a:lnTo>
                    <a:pt x="4175537" y="2723503"/>
                  </a:lnTo>
                  <a:lnTo>
                    <a:pt x="4180973" y="2723503"/>
                  </a:lnTo>
                  <a:lnTo>
                    <a:pt x="4186410" y="2723503"/>
                  </a:lnTo>
                  <a:lnTo>
                    <a:pt x="4197284" y="2723503"/>
                  </a:lnTo>
                  <a:lnTo>
                    <a:pt x="4202721" y="2723503"/>
                  </a:lnTo>
                  <a:lnTo>
                    <a:pt x="4208158" y="2723503"/>
                  </a:lnTo>
                  <a:lnTo>
                    <a:pt x="4208158" y="2731641"/>
                  </a:lnTo>
                  <a:lnTo>
                    <a:pt x="4224469" y="2731641"/>
                  </a:lnTo>
                  <a:lnTo>
                    <a:pt x="4224469" y="2739809"/>
                  </a:lnTo>
                  <a:lnTo>
                    <a:pt x="4257090" y="2739809"/>
                  </a:lnTo>
                  <a:lnTo>
                    <a:pt x="4273401" y="2739809"/>
                  </a:lnTo>
                  <a:lnTo>
                    <a:pt x="4316896" y="2739809"/>
                  </a:lnTo>
                  <a:lnTo>
                    <a:pt x="4333207" y="2739809"/>
                  </a:lnTo>
                  <a:lnTo>
                    <a:pt x="4338643" y="2739809"/>
                  </a:lnTo>
                  <a:lnTo>
                    <a:pt x="4344080" y="2739809"/>
                  </a:lnTo>
                  <a:lnTo>
                    <a:pt x="4344080" y="2756522"/>
                  </a:lnTo>
                  <a:lnTo>
                    <a:pt x="4349517" y="2756522"/>
                  </a:lnTo>
                  <a:lnTo>
                    <a:pt x="4365828" y="2756522"/>
                  </a:lnTo>
                  <a:lnTo>
                    <a:pt x="4365828" y="2764911"/>
                  </a:lnTo>
                  <a:lnTo>
                    <a:pt x="4398449" y="2764911"/>
                  </a:lnTo>
                  <a:lnTo>
                    <a:pt x="4398449" y="2773302"/>
                  </a:lnTo>
                  <a:lnTo>
                    <a:pt x="4403886" y="2773302"/>
                  </a:lnTo>
                  <a:lnTo>
                    <a:pt x="4403886" y="2790151"/>
                  </a:lnTo>
                  <a:lnTo>
                    <a:pt x="4414760" y="2790151"/>
                  </a:lnTo>
                  <a:lnTo>
                    <a:pt x="4414760" y="2798580"/>
                  </a:lnTo>
                  <a:lnTo>
                    <a:pt x="4425634" y="2798580"/>
                  </a:lnTo>
                  <a:lnTo>
                    <a:pt x="4452818" y="2798580"/>
                  </a:lnTo>
                  <a:lnTo>
                    <a:pt x="4452818" y="2815562"/>
                  </a:lnTo>
                  <a:lnTo>
                    <a:pt x="4474566" y="2815562"/>
                  </a:lnTo>
                  <a:lnTo>
                    <a:pt x="4474566" y="2824058"/>
                  </a:lnTo>
                  <a:lnTo>
                    <a:pt x="4480003" y="2824058"/>
                  </a:lnTo>
                  <a:lnTo>
                    <a:pt x="4480003" y="2832615"/>
                  </a:lnTo>
                  <a:lnTo>
                    <a:pt x="4490877" y="2832615"/>
                  </a:lnTo>
                  <a:lnTo>
                    <a:pt x="4496313" y="2832615"/>
                  </a:lnTo>
                  <a:lnTo>
                    <a:pt x="4496313" y="2849858"/>
                  </a:lnTo>
                  <a:lnTo>
                    <a:pt x="4501750" y="2849858"/>
                  </a:lnTo>
                  <a:lnTo>
                    <a:pt x="4501750" y="2858485"/>
                  </a:lnTo>
                  <a:lnTo>
                    <a:pt x="4512624" y="2858485"/>
                  </a:lnTo>
                  <a:lnTo>
                    <a:pt x="4528935" y="2858485"/>
                  </a:lnTo>
                  <a:lnTo>
                    <a:pt x="4528935" y="2867145"/>
                  </a:lnTo>
                  <a:lnTo>
                    <a:pt x="4550682" y="2867145"/>
                  </a:lnTo>
                  <a:lnTo>
                    <a:pt x="4550682" y="2884538"/>
                  </a:lnTo>
                  <a:lnTo>
                    <a:pt x="4556119" y="2884538"/>
                  </a:lnTo>
                  <a:lnTo>
                    <a:pt x="4556119" y="2893240"/>
                  </a:lnTo>
                  <a:lnTo>
                    <a:pt x="4566993" y="2893240"/>
                  </a:lnTo>
                  <a:lnTo>
                    <a:pt x="4566993" y="2901946"/>
                  </a:lnTo>
                  <a:lnTo>
                    <a:pt x="4577867" y="2901946"/>
                  </a:lnTo>
                  <a:lnTo>
                    <a:pt x="4577867" y="2910655"/>
                  </a:lnTo>
                  <a:lnTo>
                    <a:pt x="4588741" y="2910655"/>
                  </a:lnTo>
                  <a:lnTo>
                    <a:pt x="4588741" y="2919367"/>
                  </a:lnTo>
                  <a:lnTo>
                    <a:pt x="4605051" y="2919367"/>
                  </a:lnTo>
                  <a:lnTo>
                    <a:pt x="4643110" y="2919367"/>
                  </a:lnTo>
                  <a:lnTo>
                    <a:pt x="4643110" y="2928115"/>
                  </a:lnTo>
                  <a:lnTo>
                    <a:pt x="4681168" y="2928115"/>
                  </a:lnTo>
                  <a:lnTo>
                    <a:pt x="4708352" y="2928115"/>
                  </a:lnTo>
                  <a:lnTo>
                    <a:pt x="4708352" y="2936931"/>
                  </a:lnTo>
                  <a:lnTo>
                    <a:pt x="4735537" y="2936931"/>
                  </a:lnTo>
                  <a:lnTo>
                    <a:pt x="4735537" y="2945750"/>
                  </a:lnTo>
                  <a:lnTo>
                    <a:pt x="4746411" y="2945750"/>
                  </a:lnTo>
                  <a:lnTo>
                    <a:pt x="4757285" y="2945750"/>
                  </a:lnTo>
                  <a:lnTo>
                    <a:pt x="4762721" y="2945750"/>
                  </a:lnTo>
                  <a:lnTo>
                    <a:pt x="4762721" y="2954640"/>
                  </a:lnTo>
                  <a:lnTo>
                    <a:pt x="4768158" y="2954640"/>
                  </a:lnTo>
                  <a:lnTo>
                    <a:pt x="4768158" y="2972430"/>
                  </a:lnTo>
                  <a:lnTo>
                    <a:pt x="4773595" y="2972430"/>
                  </a:lnTo>
                  <a:lnTo>
                    <a:pt x="4779032" y="2972430"/>
                  </a:lnTo>
                  <a:lnTo>
                    <a:pt x="4800780" y="2972430"/>
                  </a:lnTo>
                  <a:lnTo>
                    <a:pt x="4800780" y="2981398"/>
                  </a:lnTo>
                  <a:lnTo>
                    <a:pt x="4806217" y="2981398"/>
                  </a:lnTo>
                  <a:lnTo>
                    <a:pt x="4806217" y="2990371"/>
                  </a:lnTo>
                  <a:lnTo>
                    <a:pt x="4817090" y="2990371"/>
                  </a:lnTo>
                  <a:lnTo>
                    <a:pt x="4833401" y="2990371"/>
                  </a:lnTo>
                  <a:lnTo>
                    <a:pt x="4855149" y="2990371"/>
                  </a:lnTo>
                  <a:lnTo>
                    <a:pt x="4855149" y="2999452"/>
                  </a:lnTo>
                  <a:lnTo>
                    <a:pt x="4860586" y="2999452"/>
                  </a:lnTo>
                  <a:lnTo>
                    <a:pt x="4860586" y="3008538"/>
                  </a:lnTo>
                  <a:lnTo>
                    <a:pt x="4871459" y="3008538"/>
                  </a:lnTo>
                  <a:lnTo>
                    <a:pt x="4871459" y="3017627"/>
                  </a:lnTo>
                  <a:lnTo>
                    <a:pt x="4904081" y="3017627"/>
                  </a:lnTo>
                  <a:lnTo>
                    <a:pt x="4904081" y="3035891"/>
                  </a:lnTo>
                  <a:lnTo>
                    <a:pt x="4931265" y="3035891"/>
                  </a:lnTo>
                  <a:lnTo>
                    <a:pt x="4931265" y="3045029"/>
                  </a:lnTo>
                  <a:lnTo>
                    <a:pt x="4953013" y="3045029"/>
                  </a:lnTo>
                  <a:lnTo>
                    <a:pt x="4991071" y="3045029"/>
                  </a:lnTo>
                  <a:lnTo>
                    <a:pt x="4996508" y="3045029"/>
                  </a:lnTo>
                  <a:lnTo>
                    <a:pt x="4996508" y="3054246"/>
                  </a:lnTo>
                  <a:lnTo>
                    <a:pt x="5001945" y="3054246"/>
                  </a:lnTo>
                  <a:lnTo>
                    <a:pt x="5001945" y="3063466"/>
                  </a:lnTo>
                  <a:lnTo>
                    <a:pt x="5034566" y="3063466"/>
                  </a:lnTo>
                  <a:lnTo>
                    <a:pt x="5056314" y="3063466"/>
                  </a:lnTo>
                  <a:lnTo>
                    <a:pt x="5061751" y="3063466"/>
                  </a:lnTo>
                  <a:lnTo>
                    <a:pt x="5061751" y="3072767"/>
                  </a:lnTo>
                  <a:lnTo>
                    <a:pt x="5099809" y="3072767"/>
                  </a:lnTo>
                  <a:lnTo>
                    <a:pt x="5099809" y="3082073"/>
                  </a:lnTo>
                  <a:lnTo>
                    <a:pt x="5110683" y="3082073"/>
                  </a:lnTo>
                  <a:lnTo>
                    <a:pt x="5110683" y="3091383"/>
                  </a:lnTo>
                  <a:lnTo>
                    <a:pt x="5170489" y="3091383"/>
                  </a:lnTo>
                  <a:lnTo>
                    <a:pt x="5170489" y="3100697"/>
                  </a:lnTo>
                  <a:lnTo>
                    <a:pt x="5181363" y="3100697"/>
                  </a:lnTo>
                  <a:lnTo>
                    <a:pt x="5181363" y="3110016"/>
                  </a:lnTo>
                  <a:lnTo>
                    <a:pt x="5186799" y="3110016"/>
                  </a:lnTo>
                  <a:lnTo>
                    <a:pt x="5186799" y="3119339"/>
                  </a:lnTo>
                  <a:lnTo>
                    <a:pt x="5197673" y="3119339"/>
                  </a:lnTo>
                  <a:lnTo>
                    <a:pt x="5213984" y="3119339"/>
                  </a:lnTo>
                  <a:lnTo>
                    <a:pt x="5241168" y="3119339"/>
                  </a:lnTo>
                  <a:lnTo>
                    <a:pt x="5241168" y="3128787"/>
                  </a:lnTo>
                  <a:lnTo>
                    <a:pt x="5295537" y="3128787"/>
                  </a:lnTo>
                  <a:lnTo>
                    <a:pt x="5295537" y="3138240"/>
                  </a:lnTo>
                  <a:lnTo>
                    <a:pt x="5328159" y="3138240"/>
                  </a:lnTo>
                  <a:lnTo>
                    <a:pt x="5349906" y="3138240"/>
                  </a:lnTo>
                  <a:lnTo>
                    <a:pt x="5349906" y="3147738"/>
                  </a:lnTo>
                  <a:lnTo>
                    <a:pt x="5366217" y="3147738"/>
                  </a:lnTo>
                  <a:lnTo>
                    <a:pt x="5366217" y="3157242"/>
                  </a:lnTo>
                  <a:lnTo>
                    <a:pt x="5398838" y="3157242"/>
                  </a:lnTo>
                  <a:lnTo>
                    <a:pt x="5398838" y="3166750"/>
                  </a:lnTo>
                  <a:lnTo>
                    <a:pt x="5415149" y="3166750"/>
                  </a:lnTo>
                  <a:lnTo>
                    <a:pt x="5420586" y="3166750"/>
                  </a:lnTo>
                  <a:lnTo>
                    <a:pt x="5420586" y="3176347"/>
                  </a:lnTo>
                  <a:lnTo>
                    <a:pt x="5426023" y="3176347"/>
                  </a:lnTo>
                  <a:lnTo>
                    <a:pt x="5431460" y="3176347"/>
                  </a:lnTo>
                  <a:lnTo>
                    <a:pt x="5431460" y="3185993"/>
                  </a:lnTo>
                  <a:lnTo>
                    <a:pt x="5469518" y="3185993"/>
                  </a:lnTo>
                  <a:lnTo>
                    <a:pt x="5469518" y="3195644"/>
                  </a:lnTo>
                  <a:lnTo>
                    <a:pt x="5480392" y="3195644"/>
                  </a:lnTo>
                  <a:lnTo>
                    <a:pt x="5480392" y="3205300"/>
                  </a:lnTo>
                  <a:lnTo>
                    <a:pt x="5518450" y="3205300"/>
                  </a:lnTo>
                  <a:lnTo>
                    <a:pt x="5529324" y="3205300"/>
                  </a:lnTo>
                  <a:lnTo>
                    <a:pt x="5529324" y="3215050"/>
                  </a:lnTo>
                  <a:lnTo>
                    <a:pt x="5589130" y="3215050"/>
                  </a:lnTo>
                  <a:lnTo>
                    <a:pt x="5589130" y="3234566"/>
                  </a:lnTo>
                  <a:lnTo>
                    <a:pt x="5616314" y="3234566"/>
                  </a:lnTo>
                  <a:lnTo>
                    <a:pt x="5616314" y="3244332"/>
                  </a:lnTo>
                  <a:lnTo>
                    <a:pt x="5632625" y="3244332"/>
                  </a:lnTo>
                  <a:lnTo>
                    <a:pt x="5654373" y="3244332"/>
                  </a:lnTo>
                  <a:lnTo>
                    <a:pt x="5654373" y="3264065"/>
                  </a:lnTo>
                  <a:lnTo>
                    <a:pt x="5659809" y="3264065"/>
                  </a:lnTo>
                  <a:lnTo>
                    <a:pt x="5670683" y="3264065"/>
                  </a:lnTo>
                  <a:lnTo>
                    <a:pt x="5692431" y="3264065"/>
                  </a:lnTo>
                  <a:lnTo>
                    <a:pt x="5703305" y="3264065"/>
                  </a:lnTo>
                  <a:lnTo>
                    <a:pt x="5703305" y="3274133"/>
                  </a:lnTo>
                  <a:lnTo>
                    <a:pt x="5730489" y="3274133"/>
                  </a:lnTo>
                  <a:lnTo>
                    <a:pt x="5730489" y="3284207"/>
                  </a:lnTo>
                  <a:lnTo>
                    <a:pt x="5746800" y="3284207"/>
                  </a:lnTo>
                  <a:lnTo>
                    <a:pt x="5773984" y="3284207"/>
                  </a:lnTo>
                  <a:lnTo>
                    <a:pt x="5779421" y="3284207"/>
                  </a:lnTo>
                  <a:lnTo>
                    <a:pt x="5790295" y="3284207"/>
                  </a:lnTo>
                  <a:lnTo>
                    <a:pt x="5790295" y="3294439"/>
                  </a:lnTo>
                  <a:lnTo>
                    <a:pt x="5806606" y="3294439"/>
                  </a:lnTo>
                  <a:lnTo>
                    <a:pt x="5817479" y="3294439"/>
                  </a:lnTo>
                  <a:lnTo>
                    <a:pt x="5839227" y="3294439"/>
                  </a:lnTo>
                  <a:lnTo>
                    <a:pt x="5855538" y="3294439"/>
                  </a:lnTo>
                  <a:lnTo>
                    <a:pt x="5860975" y="3294439"/>
                  </a:lnTo>
                  <a:lnTo>
                    <a:pt x="5860975" y="3304887"/>
                  </a:lnTo>
                  <a:lnTo>
                    <a:pt x="5920781" y="3304887"/>
                  </a:lnTo>
                  <a:lnTo>
                    <a:pt x="5926217" y="3304887"/>
                  </a:lnTo>
                  <a:lnTo>
                    <a:pt x="5926217" y="3315397"/>
                  </a:lnTo>
                  <a:lnTo>
                    <a:pt x="5937091" y="3315397"/>
                  </a:lnTo>
                  <a:lnTo>
                    <a:pt x="5953402" y="3315397"/>
                  </a:lnTo>
                  <a:lnTo>
                    <a:pt x="5975150" y="3315397"/>
                  </a:lnTo>
                  <a:lnTo>
                    <a:pt x="5980586" y="3315397"/>
                  </a:lnTo>
                  <a:lnTo>
                    <a:pt x="5980586" y="3326139"/>
                  </a:lnTo>
                  <a:lnTo>
                    <a:pt x="6029518" y="3326139"/>
                  </a:lnTo>
                  <a:lnTo>
                    <a:pt x="6034955" y="3326139"/>
                  </a:lnTo>
                  <a:lnTo>
                    <a:pt x="6034955" y="3337005"/>
                  </a:lnTo>
                  <a:lnTo>
                    <a:pt x="6045829" y="3337005"/>
                  </a:lnTo>
                  <a:lnTo>
                    <a:pt x="6045829" y="3347880"/>
                  </a:lnTo>
                  <a:lnTo>
                    <a:pt x="6083887" y="3347880"/>
                  </a:lnTo>
                  <a:lnTo>
                    <a:pt x="6094761" y="3347880"/>
                  </a:lnTo>
                  <a:lnTo>
                    <a:pt x="6094761" y="3358823"/>
                  </a:lnTo>
                  <a:lnTo>
                    <a:pt x="6105635" y="3358823"/>
                  </a:lnTo>
                  <a:lnTo>
                    <a:pt x="6127383" y="3358823"/>
                  </a:lnTo>
                  <a:lnTo>
                    <a:pt x="6127383" y="3369835"/>
                  </a:lnTo>
                  <a:lnTo>
                    <a:pt x="6143693" y="3369835"/>
                  </a:lnTo>
                  <a:lnTo>
                    <a:pt x="6165441" y="3369835"/>
                  </a:lnTo>
                  <a:lnTo>
                    <a:pt x="6181752" y="3369835"/>
                  </a:lnTo>
                  <a:lnTo>
                    <a:pt x="6187188" y="3369835"/>
                  </a:lnTo>
                  <a:lnTo>
                    <a:pt x="6208936" y="3369835"/>
                  </a:lnTo>
                  <a:lnTo>
                    <a:pt x="6208936" y="3381110"/>
                  </a:lnTo>
                  <a:lnTo>
                    <a:pt x="6290490" y="3381110"/>
                  </a:lnTo>
                  <a:lnTo>
                    <a:pt x="6290490" y="3392395"/>
                  </a:lnTo>
                  <a:lnTo>
                    <a:pt x="6317674" y="3392395"/>
                  </a:lnTo>
                  <a:lnTo>
                    <a:pt x="6355732" y="3392395"/>
                  </a:lnTo>
                  <a:lnTo>
                    <a:pt x="6361169" y="3392395"/>
                  </a:lnTo>
                  <a:lnTo>
                    <a:pt x="6361169" y="3403890"/>
                  </a:lnTo>
                  <a:lnTo>
                    <a:pt x="6410101" y="3403890"/>
                  </a:lnTo>
                  <a:lnTo>
                    <a:pt x="6415538" y="3403890"/>
                  </a:lnTo>
                  <a:lnTo>
                    <a:pt x="6415538" y="3415465"/>
                  </a:lnTo>
                  <a:lnTo>
                    <a:pt x="6420975" y="3415465"/>
                  </a:lnTo>
                  <a:lnTo>
                    <a:pt x="6431849" y="3415465"/>
                  </a:lnTo>
                  <a:lnTo>
                    <a:pt x="6464470" y="3415465"/>
                  </a:lnTo>
                  <a:lnTo>
                    <a:pt x="6464470" y="3427192"/>
                  </a:lnTo>
                  <a:lnTo>
                    <a:pt x="6480781" y="3427192"/>
                  </a:lnTo>
                  <a:lnTo>
                    <a:pt x="6507965" y="3427192"/>
                  </a:lnTo>
                  <a:lnTo>
                    <a:pt x="6507965" y="3439003"/>
                  </a:lnTo>
                  <a:lnTo>
                    <a:pt x="6546024" y="3439003"/>
                  </a:lnTo>
                  <a:lnTo>
                    <a:pt x="6627577" y="3439003"/>
                  </a:lnTo>
                  <a:lnTo>
                    <a:pt x="6627577" y="3450900"/>
                  </a:lnTo>
                  <a:lnTo>
                    <a:pt x="6660199" y="3450900"/>
                  </a:lnTo>
                  <a:lnTo>
                    <a:pt x="6671072" y="3450900"/>
                  </a:lnTo>
                  <a:lnTo>
                    <a:pt x="6692820" y="3450900"/>
                  </a:lnTo>
                  <a:lnTo>
                    <a:pt x="6692820" y="3462962"/>
                  </a:lnTo>
                  <a:lnTo>
                    <a:pt x="6720004" y="3462962"/>
                  </a:lnTo>
                  <a:lnTo>
                    <a:pt x="6774373" y="3462962"/>
                  </a:lnTo>
                  <a:lnTo>
                    <a:pt x="6774373" y="3475194"/>
                  </a:lnTo>
                  <a:lnTo>
                    <a:pt x="6872238" y="3475194"/>
                  </a:lnTo>
                  <a:lnTo>
                    <a:pt x="6899422" y="3475194"/>
                  </a:lnTo>
                  <a:lnTo>
                    <a:pt x="6964665" y="3475194"/>
                  </a:lnTo>
                  <a:lnTo>
                    <a:pt x="6964665" y="3487686"/>
                  </a:lnTo>
                  <a:lnTo>
                    <a:pt x="7057092" y="3487686"/>
                  </a:lnTo>
                  <a:lnTo>
                    <a:pt x="7078840" y="3487686"/>
                  </a:lnTo>
                  <a:lnTo>
                    <a:pt x="7116898" y="3487686"/>
                  </a:lnTo>
                  <a:lnTo>
                    <a:pt x="7116898" y="3500451"/>
                  </a:lnTo>
                  <a:lnTo>
                    <a:pt x="7176704" y="3500451"/>
                  </a:lnTo>
                  <a:lnTo>
                    <a:pt x="7209325" y="3500451"/>
                  </a:lnTo>
                  <a:lnTo>
                    <a:pt x="7209325" y="3513412"/>
                  </a:lnTo>
                  <a:lnTo>
                    <a:pt x="7231073" y="3513412"/>
                  </a:lnTo>
                  <a:lnTo>
                    <a:pt x="7274568" y="3513412"/>
                  </a:lnTo>
                  <a:lnTo>
                    <a:pt x="7274568" y="3526484"/>
                  </a:lnTo>
                  <a:lnTo>
                    <a:pt x="7345248" y="3526484"/>
                  </a:lnTo>
                  <a:lnTo>
                    <a:pt x="7366995" y="3526484"/>
                  </a:lnTo>
                  <a:lnTo>
                    <a:pt x="7443112" y="3526484"/>
                  </a:lnTo>
                  <a:lnTo>
                    <a:pt x="7492044" y="3526484"/>
                  </a:lnTo>
                  <a:lnTo>
                    <a:pt x="7535539" y="3526484"/>
                  </a:lnTo>
                  <a:lnTo>
                    <a:pt x="7617092" y="3526484"/>
                  </a:lnTo>
                  <a:lnTo>
                    <a:pt x="7655151" y="3526484"/>
                  </a:lnTo>
                  <a:lnTo>
                    <a:pt x="7655151" y="3540164"/>
                  </a:lnTo>
                  <a:lnTo>
                    <a:pt x="7682335" y="3540164"/>
                  </a:lnTo>
                  <a:lnTo>
                    <a:pt x="7682335" y="3553866"/>
                  </a:lnTo>
                  <a:lnTo>
                    <a:pt x="7693209" y="3553866"/>
                  </a:lnTo>
                  <a:lnTo>
                    <a:pt x="7693209" y="3567590"/>
                  </a:lnTo>
                  <a:lnTo>
                    <a:pt x="7698646" y="3567590"/>
                  </a:lnTo>
                  <a:lnTo>
                    <a:pt x="7704083" y="3567590"/>
                  </a:lnTo>
                  <a:lnTo>
                    <a:pt x="7704083" y="3581551"/>
                  </a:lnTo>
                  <a:lnTo>
                    <a:pt x="7725830" y="3581551"/>
                  </a:lnTo>
                  <a:lnTo>
                    <a:pt x="7725830" y="3595535"/>
                  </a:lnTo>
                  <a:lnTo>
                    <a:pt x="7807384" y="3595535"/>
                  </a:lnTo>
                  <a:lnTo>
                    <a:pt x="7818258" y="3595535"/>
                  </a:lnTo>
                  <a:lnTo>
                    <a:pt x="7834568" y="3595535"/>
                  </a:lnTo>
                  <a:lnTo>
                    <a:pt x="7834568" y="3609769"/>
                  </a:lnTo>
                  <a:lnTo>
                    <a:pt x="7861753" y="3609769"/>
                  </a:lnTo>
                  <a:lnTo>
                    <a:pt x="7867190" y="3609769"/>
                  </a:lnTo>
                  <a:lnTo>
                    <a:pt x="8035734" y="3609769"/>
                  </a:lnTo>
                  <a:lnTo>
                    <a:pt x="8035734" y="3624267"/>
                  </a:lnTo>
                  <a:lnTo>
                    <a:pt x="8057481" y="3624267"/>
                  </a:lnTo>
                  <a:lnTo>
                    <a:pt x="8057481" y="3638790"/>
                  </a:lnTo>
                  <a:lnTo>
                    <a:pt x="8084666" y="3638790"/>
                  </a:lnTo>
                  <a:lnTo>
                    <a:pt x="8084666" y="3653341"/>
                  </a:lnTo>
                  <a:lnTo>
                    <a:pt x="8236899" y="3653341"/>
                  </a:lnTo>
                  <a:lnTo>
                    <a:pt x="8280394" y="3653341"/>
                  </a:lnTo>
                  <a:lnTo>
                    <a:pt x="8389132" y="3653341"/>
                  </a:lnTo>
                  <a:lnTo>
                    <a:pt x="8394569" y="3653341"/>
                  </a:lnTo>
                  <a:lnTo>
                    <a:pt x="8416316" y="3653341"/>
                  </a:lnTo>
                  <a:lnTo>
                    <a:pt x="8416316" y="3668436"/>
                  </a:lnTo>
                  <a:lnTo>
                    <a:pt x="8573986" y="3668436"/>
                  </a:lnTo>
                  <a:lnTo>
                    <a:pt x="8573986" y="3683562"/>
                  </a:lnTo>
                  <a:lnTo>
                    <a:pt x="8601171" y="3683562"/>
                  </a:lnTo>
                  <a:lnTo>
                    <a:pt x="8666414" y="3683562"/>
                  </a:lnTo>
                  <a:lnTo>
                    <a:pt x="8753404" y="3683562"/>
                  </a:lnTo>
                  <a:lnTo>
                    <a:pt x="8753404" y="3699144"/>
                  </a:lnTo>
                  <a:lnTo>
                    <a:pt x="8867579" y="3699144"/>
                  </a:lnTo>
                  <a:lnTo>
                    <a:pt x="8954569" y="3699144"/>
                  </a:lnTo>
                  <a:lnTo>
                    <a:pt x="8954569" y="3714909"/>
                  </a:lnTo>
                  <a:lnTo>
                    <a:pt x="8976317" y="3714909"/>
                  </a:lnTo>
                  <a:lnTo>
                    <a:pt x="8976317" y="3730710"/>
                  </a:lnTo>
                  <a:lnTo>
                    <a:pt x="8981754" y="3730710"/>
                  </a:lnTo>
                  <a:lnTo>
                    <a:pt x="8981754" y="3746704"/>
                  </a:lnTo>
                  <a:lnTo>
                    <a:pt x="8987191" y="3746704"/>
                  </a:lnTo>
                  <a:lnTo>
                    <a:pt x="8987191" y="3762736"/>
                  </a:lnTo>
                  <a:lnTo>
                    <a:pt x="8992627" y="3762736"/>
                  </a:lnTo>
                  <a:lnTo>
                    <a:pt x="9036123" y="3762736"/>
                  </a:lnTo>
                  <a:lnTo>
                    <a:pt x="9095928" y="3762736"/>
                  </a:lnTo>
                  <a:lnTo>
                    <a:pt x="9172045" y="3762736"/>
                  </a:lnTo>
                  <a:lnTo>
                    <a:pt x="9215540" y="3762736"/>
                  </a:lnTo>
                  <a:lnTo>
                    <a:pt x="9215540" y="3779658"/>
                  </a:lnTo>
                  <a:lnTo>
                    <a:pt x="9275346" y="3779658"/>
                  </a:lnTo>
                  <a:lnTo>
                    <a:pt x="9275346" y="3796627"/>
                  </a:lnTo>
                  <a:lnTo>
                    <a:pt x="9329715" y="3796627"/>
                  </a:lnTo>
                  <a:lnTo>
                    <a:pt x="9329715" y="3813645"/>
                  </a:lnTo>
                  <a:lnTo>
                    <a:pt x="9362336" y="3813645"/>
                  </a:lnTo>
                  <a:lnTo>
                    <a:pt x="9405832" y="3813645"/>
                  </a:lnTo>
                  <a:lnTo>
                    <a:pt x="9405832" y="3830901"/>
                  </a:lnTo>
                  <a:lnTo>
                    <a:pt x="9465638" y="3830901"/>
                  </a:lnTo>
                  <a:lnTo>
                    <a:pt x="9465638" y="3848207"/>
                  </a:lnTo>
                  <a:lnTo>
                    <a:pt x="9503696" y="3848207"/>
                  </a:lnTo>
                  <a:lnTo>
                    <a:pt x="9574375" y="3848207"/>
                  </a:lnTo>
                  <a:lnTo>
                    <a:pt x="9579812" y="3848207"/>
                  </a:lnTo>
                  <a:lnTo>
                    <a:pt x="9590686" y="3848207"/>
                  </a:lnTo>
                  <a:lnTo>
                    <a:pt x="9655929" y="3848207"/>
                  </a:lnTo>
                  <a:lnTo>
                    <a:pt x="9661366" y="3848207"/>
                  </a:lnTo>
                  <a:lnTo>
                    <a:pt x="9661366" y="3866615"/>
                  </a:lnTo>
                  <a:lnTo>
                    <a:pt x="9661366" y="4261722"/>
                  </a:lnTo>
                  <a:lnTo>
                    <a:pt x="9661366" y="4242112"/>
                  </a:lnTo>
                  <a:lnTo>
                    <a:pt x="9655929" y="4242112"/>
                  </a:lnTo>
                  <a:lnTo>
                    <a:pt x="9590686" y="4242112"/>
                  </a:lnTo>
                  <a:lnTo>
                    <a:pt x="9579812" y="4242112"/>
                  </a:lnTo>
                  <a:lnTo>
                    <a:pt x="9574375" y="4242112"/>
                  </a:lnTo>
                  <a:lnTo>
                    <a:pt x="9503696" y="4242112"/>
                  </a:lnTo>
                  <a:lnTo>
                    <a:pt x="9465638" y="4242112"/>
                  </a:lnTo>
                  <a:lnTo>
                    <a:pt x="9465638" y="4224077"/>
                  </a:lnTo>
                  <a:lnTo>
                    <a:pt x="9405832" y="4224077"/>
                  </a:lnTo>
                  <a:lnTo>
                    <a:pt x="9405832" y="4205991"/>
                  </a:lnTo>
                  <a:lnTo>
                    <a:pt x="9362336" y="4205991"/>
                  </a:lnTo>
                  <a:lnTo>
                    <a:pt x="9329715" y="4205991"/>
                  </a:lnTo>
                  <a:lnTo>
                    <a:pt x="9329715" y="4188145"/>
                  </a:lnTo>
                  <a:lnTo>
                    <a:pt x="9275346" y="4188145"/>
                  </a:lnTo>
                  <a:lnTo>
                    <a:pt x="9275346" y="4170250"/>
                  </a:lnTo>
                  <a:lnTo>
                    <a:pt x="9215540" y="4170250"/>
                  </a:lnTo>
                  <a:lnTo>
                    <a:pt x="9215540" y="4152307"/>
                  </a:lnTo>
                  <a:lnTo>
                    <a:pt x="9172045" y="4152307"/>
                  </a:lnTo>
                  <a:lnTo>
                    <a:pt x="9095928" y="4152307"/>
                  </a:lnTo>
                  <a:lnTo>
                    <a:pt x="9036123" y="4152307"/>
                  </a:lnTo>
                  <a:lnTo>
                    <a:pt x="8992627" y="4152307"/>
                  </a:lnTo>
                  <a:lnTo>
                    <a:pt x="8987191" y="4152307"/>
                  </a:lnTo>
                  <a:lnTo>
                    <a:pt x="8987191" y="4135600"/>
                  </a:lnTo>
                  <a:lnTo>
                    <a:pt x="8981754" y="4135600"/>
                  </a:lnTo>
                  <a:lnTo>
                    <a:pt x="8981754" y="4118855"/>
                  </a:lnTo>
                  <a:lnTo>
                    <a:pt x="8976317" y="4118855"/>
                  </a:lnTo>
                  <a:lnTo>
                    <a:pt x="8976317" y="4102303"/>
                  </a:lnTo>
                  <a:lnTo>
                    <a:pt x="8954569" y="4102303"/>
                  </a:lnTo>
                  <a:lnTo>
                    <a:pt x="8954569" y="4085714"/>
                  </a:lnTo>
                  <a:lnTo>
                    <a:pt x="8867579" y="4085714"/>
                  </a:lnTo>
                  <a:lnTo>
                    <a:pt x="8753404" y="4085714"/>
                  </a:lnTo>
                  <a:lnTo>
                    <a:pt x="8753404" y="4069310"/>
                  </a:lnTo>
                  <a:lnTo>
                    <a:pt x="8666414" y="4069310"/>
                  </a:lnTo>
                  <a:lnTo>
                    <a:pt x="8601171" y="4069310"/>
                  </a:lnTo>
                  <a:lnTo>
                    <a:pt x="8573986" y="4069310"/>
                  </a:lnTo>
                  <a:lnTo>
                    <a:pt x="8573986" y="4053493"/>
                  </a:lnTo>
                  <a:lnTo>
                    <a:pt x="8416316" y="4053493"/>
                  </a:lnTo>
                  <a:lnTo>
                    <a:pt x="8416316" y="4037645"/>
                  </a:lnTo>
                  <a:lnTo>
                    <a:pt x="8394569" y="4037645"/>
                  </a:lnTo>
                  <a:lnTo>
                    <a:pt x="8389132" y="4037645"/>
                  </a:lnTo>
                  <a:lnTo>
                    <a:pt x="8280394" y="4037645"/>
                  </a:lnTo>
                  <a:lnTo>
                    <a:pt x="8236899" y="4037645"/>
                  </a:lnTo>
                  <a:lnTo>
                    <a:pt x="8084666" y="4037645"/>
                  </a:lnTo>
                  <a:lnTo>
                    <a:pt x="8084666" y="4022515"/>
                  </a:lnTo>
                  <a:lnTo>
                    <a:pt x="8057481" y="4022515"/>
                  </a:lnTo>
                  <a:lnTo>
                    <a:pt x="8057481" y="4007358"/>
                  </a:lnTo>
                  <a:lnTo>
                    <a:pt x="8035734" y="4007358"/>
                  </a:lnTo>
                  <a:lnTo>
                    <a:pt x="8035734" y="3992175"/>
                  </a:lnTo>
                  <a:lnTo>
                    <a:pt x="7867190" y="3992175"/>
                  </a:lnTo>
                  <a:lnTo>
                    <a:pt x="7861753" y="3992175"/>
                  </a:lnTo>
                  <a:lnTo>
                    <a:pt x="7834568" y="3992175"/>
                  </a:lnTo>
                  <a:lnTo>
                    <a:pt x="7834568" y="3977306"/>
                  </a:lnTo>
                  <a:lnTo>
                    <a:pt x="7818258" y="3977306"/>
                  </a:lnTo>
                  <a:lnTo>
                    <a:pt x="7807384" y="3977306"/>
                  </a:lnTo>
                  <a:lnTo>
                    <a:pt x="7725830" y="3977306"/>
                  </a:lnTo>
                  <a:lnTo>
                    <a:pt x="7725830" y="3962735"/>
                  </a:lnTo>
                  <a:lnTo>
                    <a:pt x="7704083" y="3962735"/>
                  </a:lnTo>
                  <a:lnTo>
                    <a:pt x="7704083" y="3948141"/>
                  </a:lnTo>
                  <a:lnTo>
                    <a:pt x="7698646" y="3948141"/>
                  </a:lnTo>
                  <a:lnTo>
                    <a:pt x="7693209" y="3948141"/>
                  </a:lnTo>
                  <a:lnTo>
                    <a:pt x="7693209" y="3933829"/>
                  </a:lnTo>
                  <a:lnTo>
                    <a:pt x="7682335" y="3933829"/>
                  </a:lnTo>
                  <a:lnTo>
                    <a:pt x="7682335" y="3919496"/>
                  </a:lnTo>
                  <a:lnTo>
                    <a:pt x="7655151" y="3919496"/>
                  </a:lnTo>
                  <a:lnTo>
                    <a:pt x="7655151" y="3905141"/>
                  </a:lnTo>
                  <a:lnTo>
                    <a:pt x="7617092" y="3905141"/>
                  </a:lnTo>
                  <a:lnTo>
                    <a:pt x="7535539" y="3905141"/>
                  </a:lnTo>
                  <a:lnTo>
                    <a:pt x="7492044" y="3905141"/>
                  </a:lnTo>
                  <a:lnTo>
                    <a:pt x="7443112" y="3905141"/>
                  </a:lnTo>
                  <a:lnTo>
                    <a:pt x="7366995" y="3905141"/>
                  </a:lnTo>
                  <a:lnTo>
                    <a:pt x="7345248" y="3905141"/>
                  </a:lnTo>
                  <a:lnTo>
                    <a:pt x="7274568" y="3905141"/>
                  </a:lnTo>
                  <a:lnTo>
                    <a:pt x="7274568" y="3891590"/>
                  </a:lnTo>
                  <a:lnTo>
                    <a:pt x="7231073" y="3891590"/>
                  </a:lnTo>
                  <a:lnTo>
                    <a:pt x="7209325" y="3891590"/>
                  </a:lnTo>
                  <a:lnTo>
                    <a:pt x="7209325" y="3878150"/>
                  </a:lnTo>
                  <a:lnTo>
                    <a:pt x="7176704" y="3878150"/>
                  </a:lnTo>
                  <a:lnTo>
                    <a:pt x="7116898" y="3878150"/>
                  </a:lnTo>
                  <a:lnTo>
                    <a:pt x="7116898" y="3864939"/>
                  </a:lnTo>
                  <a:lnTo>
                    <a:pt x="7078840" y="3864939"/>
                  </a:lnTo>
                  <a:lnTo>
                    <a:pt x="7057092" y="3864939"/>
                  </a:lnTo>
                  <a:lnTo>
                    <a:pt x="6964665" y="3864939"/>
                  </a:lnTo>
                  <a:lnTo>
                    <a:pt x="6964665" y="3852064"/>
                  </a:lnTo>
                  <a:lnTo>
                    <a:pt x="6899422" y="3852064"/>
                  </a:lnTo>
                  <a:lnTo>
                    <a:pt x="6872238" y="3852064"/>
                  </a:lnTo>
                  <a:lnTo>
                    <a:pt x="6774373" y="3852064"/>
                  </a:lnTo>
                  <a:lnTo>
                    <a:pt x="6774373" y="3839506"/>
                  </a:lnTo>
                  <a:lnTo>
                    <a:pt x="6720004" y="3839506"/>
                  </a:lnTo>
                  <a:lnTo>
                    <a:pt x="6692820" y="3839506"/>
                  </a:lnTo>
                  <a:lnTo>
                    <a:pt x="6692820" y="3827144"/>
                  </a:lnTo>
                  <a:lnTo>
                    <a:pt x="6671072" y="3827144"/>
                  </a:lnTo>
                  <a:lnTo>
                    <a:pt x="6660199" y="3827144"/>
                  </a:lnTo>
                  <a:lnTo>
                    <a:pt x="6627577" y="3827144"/>
                  </a:lnTo>
                  <a:lnTo>
                    <a:pt x="6627577" y="3814972"/>
                  </a:lnTo>
                  <a:lnTo>
                    <a:pt x="6546024" y="3814972"/>
                  </a:lnTo>
                  <a:lnTo>
                    <a:pt x="6507965" y="3814972"/>
                  </a:lnTo>
                  <a:lnTo>
                    <a:pt x="6507965" y="3802887"/>
                  </a:lnTo>
                  <a:lnTo>
                    <a:pt x="6480781" y="3802887"/>
                  </a:lnTo>
                  <a:lnTo>
                    <a:pt x="6464470" y="3802887"/>
                  </a:lnTo>
                  <a:lnTo>
                    <a:pt x="6464470" y="3790885"/>
                  </a:lnTo>
                  <a:lnTo>
                    <a:pt x="6431849" y="3790885"/>
                  </a:lnTo>
                  <a:lnTo>
                    <a:pt x="6420975" y="3790885"/>
                  </a:lnTo>
                  <a:lnTo>
                    <a:pt x="6415538" y="3790885"/>
                  </a:lnTo>
                  <a:lnTo>
                    <a:pt x="6415538" y="3779059"/>
                  </a:lnTo>
                  <a:lnTo>
                    <a:pt x="6410101" y="3779059"/>
                  </a:lnTo>
                  <a:lnTo>
                    <a:pt x="6361169" y="3779059"/>
                  </a:lnTo>
                  <a:lnTo>
                    <a:pt x="6361169" y="3767312"/>
                  </a:lnTo>
                  <a:lnTo>
                    <a:pt x="6355732" y="3767312"/>
                  </a:lnTo>
                  <a:lnTo>
                    <a:pt x="6317674" y="3767312"/>
                  </a:lnTo>
                  <a:lnTo>
                    <a:pt x="6290490" y="3767312"/>
                  </a:lnTo>
                  <a:lnTo>
                    <a:pt x="6290490" y="3755816"/>
                  </a:lnTo>
                  <a:lnTo>
                    <a:pt x="6208936" y="3755816"/>
                  </a:lnTo>
                  <a:lnTo>
                    <a:pt x="6208936" y="3744311"/>
                  </a:lnTo>
                  <a:lnTo>
                    <a:pt x="6187188" y="3744311"/>
                  </a:lnTo>
                  <a:lnTo>
                    <a:pt x="6181752" y="3744311"/>
                  </a:lnTo>
                  <a:lnTo>
                    <a:pt x="6165441" y="3744311"/>
                  </a:lnTo>
                  <a:lnTo>
                    <a:pt x="6143693" y="3744311"/>
                  </a:lnTo>
                  <a:lnTo>
                    <a:pt x="6127383" y="3744311"/>
                  </a:lnTo>
                  <a:lnTo>
                    <a:pt x="6127383" y="3733124"/>
                  </a:lnTo>
                  <a:lnTo>
                    <a:pt x="6105635" y="3733124"/>
                  </a:lnTo>
                  <a:lnTo>
                    <a:pt x="6094761" y="3733124"/>
                  </a:lnTo>
                  <a:lnTo>
                    <a:pt x="6094761" y="3722007"/>
                  </a:lnTo>
                  <a:lnTo>
                    <a:pt x="6083887" y="3722007"/>
                  </a:lnTo>
                  <a:lnTo>
                    <a:pt x="6045829" y="3722007"/>
                  </a:lnTo>
                  <a:lnTo>
                    <a:pt x="6045829" y="3710959"/>
                  </a:lnTo>
                  <a:lnTo>
                    <a:pt x="6034955" y="3710959"/>
                  </a:lnTo>
                  <a:lnTo>
                    <a:pt x="6034955" y="3699902"/>
                  </a:lnTo>
                  <a:lnTo>
                    <a:pt x="6029518" y="3699902"/>
                  </a:lnTo>
                  <a:lnTo>
                    <a:pt x="5980586" y="3699902"/>
                  </a:lnTo>
                  <a:lnTo>
                    <a:pt x="5980586" y="3688986"/>
                  </a:lnTo>
                  <a:lnTo>
                    <a:pt x="5975150" y="3688986"/>
                  </a:lnTo>
                  <a:lnTo>
                    <a:pt x="5953402" y="3688986"/>
                  </a:lnTo>
                  <a:lnTo>
                    <a:pt x="5937091" y="3688986"/>
                  </a:lnTo>
                  <a:lnTo>
                    <a:pt x="5926217" y="3688986"/>
                  </a:lnTo>
                  <a:lnTo>
                    <a:pt x="5926217" y="3678349"/>
                  </a:lnTo>
                  <a:lnTo>
                    <a:pt x="5920781" y="3678349"/>
                  </a:lnTo>
                  <a:lnTo>
                    <a:pt x="5860975" y="3678349"/>
                  </a:lnTo>
                  <a:lnTo>
                    <a:pt x="5860975" y="3667773"/>
                  </a:lnTo>
                  <a:lnTo>
                    <a:pt x="5855538" y="3667773"/>
                  </a:lnTo>
                  <a:lnTo>
                    <a:pt x="5839227" y="3667773"/>
                  </a:lnTo>
                  <a:lnTo>
                    <a:pt x="5817479" y="3667773"/>
                  </a:lnTo>
                  <a:lnTo>
                    <a:pt x="5806606" y="3667773"/>
                  </a:lnTo>
                  <a:lnTo>
                    <a:pt x="5790295" y="3667773"/>
                  </a:lnTo>
                  <a:lnTo>
                    <a:pt x="5790295" y="3657455"/>
                  </a:lnTo>
                  <a:lnTo>
                    <a:pt x="5779421" y="3657455"/>
                  </a:lnTo>
                  <a:lnTo>
                    <a:pt x="5773984" y="3657455"/>
                  </a:lnTo>
                  <a:lnTo>
                    <a:pt x="5746800" y="3657455"/>
                  </a:lnTo>
                  <a:lnTo>
                    <a:pt x="5730489" y="3657455"/>
                  </a:lnTo>
                  <a:lnTo>
                    <a:pt x="5730489" y="3647320"/>
                  </a:lnTo>
                  <a:lnTo>
                    <a:pt x="5703305" y="3647320"/>
                  </a:lnTo>
                  <a:lnTo>
                    <a:pt x="5703305" y="3637180"/>
                  </a:lnTo>
                  <a:lnTo>
                    <a:pt x="5692431" y="3637180"/>
                  </a:lnTo>
                  <a:lnTo>
                    <a:pt x="5670683" y="3637180"/>
                  </a:lnTo>
                  <a:lnTo>
                    <a:pt x="5659809" y="3637180"/>
                  </a:lnTo>
                  <a:lnTo>
                    <a:pt x="5654373" y="3637180"/>
                  </a:lnTo>
                  <a:lnTo>
                    <a:pt x="5654373" y="3617361"/>
                  </a:lnTo>
                  <a:lnTo>
                    <a:pt x="5632625" y="3617361"/>
                  </a:lnTo>
                  <a:lnTo>
                    <a:pt x="5616314" y="3617361"/>
                  </a:lnTo>
                  <a:lnTo>
                    <a:pt x="5616314" y="3607557"/>
                  </a:lnTo>
                  <a:lnTo>
                    <a:pt x="5589130" y="3607557"/>
                  </a:lnTo>
                  <a:lnTo>
                    <a:pt x="5589130" y="3587935"/>
                  </a:lnTo>
                  <a:lnTo>
                    <a:pt x="5529324" y="3587935"/>
                  </a:lnTo>
                  <a:lnTo>
                    <a:pt x="5529324" y="3578116"/>
                  </a:lnTo>
                  <a:lnTo>
                    <a:pt x="5518450" y="3578116"/>
                  </a:lnTo>
                  <a:lnTo>
                    <a:pt x="5480392" y="3578116"/>
                  </a:lnTo>
                  <a:lnTo>
                    <a:pt x="5480392" y="3568401"/>
                  </a:lnTo>
                  <a:lnTo>
                    <a:pt x="5469518" y="3568401"/>
                  </a:lnTo>
                  <a:lnTo>
                    <a:pt x="5469518" y="3558682"/>
                  </a:lnTo>
                  <a:lnTo>
                    <a:pt x="5431460" y="3558682"/>
                  </a:lnTo>
                  <a:lnTo>
                    <a:pt x="5431460" y="3548957"/>
                  </a:lnTo>
                  <a:lnTo>
                    <a:pt x="5426023" y="3548957"/>
                  </a:lnTo>
                  <a:lnTo>
                    <a:pt x="5420586" y="3548957"/>
                  </a:lnTo>
                  <a:lnTo>
                    <a:pt x="5420586" y="3539280"/>
                  </a:lnTo>
                  <a:lnTo>
                    <a:pt x="5415149" y="3539280"/>
                  </a:lnTo>
                  <a:lnTo>
                    <a:pt x="5398838" y="3539280"/>
                  </a:lnTo>
                  <a:lnTo>
                    <a:pt x="5398838" y="3529703"/>
                  </a:lnTo>
                  <a:lnTo>
                    <a:pt x="5366217" y="3529703"/>
                  </a:lnTo>
                  <a:lnTo>
                    <a:pt x="5366217" y="3520122"/>
                  </a:lnTo>
                  <a:lnTo>
                    <a:pt x="5349906" y="3520122"/>
                  </a:lnTo>
                  <a:lnTo>
                    <a:pt x="5349906" y="3510535"/>
                  </a:lnTo>
                  <a:lnTo>
                    <a:pt x="5328159" y="3510535"/>
                  </a:lnTo>
                  <a:lnTo>
                    <a:pt x="5295537" y="3510535"/>
                  </a:lnTo>
                  <a:lnTo>
                    <a:pt x="5295537" y="3500994"/>
                  </a:lnTo>
                  <a:lnTo>
                    <a:pt x="5241168" y="3500994"/>
                  </a:lnTo>
                  <a:lnTo>
                    <a:pt x="5241168" y="3491449"/>
                  </a:lnTo>
                  <a:lnTo>
                    <a:pt x="5213984" y="3491449"/>
                  </a:lnTo>
                  <a:lnTo>
                    <a:pt x="5197673" y="3491449"/>
                  </a:lnTo>
                  <a:lnTo>
                    <a:pt x="5186799" y="3491449"/>
                  </a:lnTo>
                  <a:lnTo>
                    <a:pt x="5186799" y="3482047"/>
                  </a:lnTo>
                  <a:lnTo>
                    <a:pt x="5181363" y="3482047"/>
                  </a:lnTo>
                  <a:lnTo>
                    <a:pt x="5181363" y="3472640"/>
                  </a:lnTo>
                  <a:lnTo>
                    <a:pt x="5170489" y="3472640"/>
                  </a:lnTo>
                  <a:lnTo>
                    <a:pt x="5170489" y="3463229"/>
                  </a:lnTo>
                  <a:lnTo>
                    <a:pt x="5110683" y="3463229"/>
                  </a:lnTo>
                  <a:lnTo>
                    <a:pt x="5110683" y="3453813"/>
                  </a:lnTo>
                  <a:lnTo>
                    <a:pt x="5099809" y="3453813"/>
                  </a:lnTo>
                  <a:lnTo>
                    <a:pt x="5099809" y="3444392"/>
                  </a:lnTo>
                  <a:lnTo>
                    <a:pt x="5061751" y="3444392"/>
                  </a:lnTo>
                  <a:lnTo>
                    <a:pt x="5061751" y="3434968"/>
                  </a:lnTo>
                  <a:lnTo>
                    <a:pt x="5056314" y="3434968"/>
                  </a:lnTo>
                  <a:lnTo>
                    <a:pt x="5034566" y="3434968"/>
                  </a:lnTo>
                  <a:lnTo>
                    <a:pt x="5001945" y="3434968"/>
                  </a:lnTo>
                  <a:lnTo>
                    <a:pt x="5001945" y="3425632"/>
                  </a:lnTo>
                  <a:lnTo>
                    <a:pt x="4996508" y="3425632"/>
                  </a:lnTo>
                  <a:lnTo>
                    <a:pt x="4996508" y="3416292"/>
                  </a:lnTo>
                  <a:lnTo>
                    <a:pt x="4991071" y="3416292"/>
                  </a:lnTo>
                  <a:lnTo>
                    <a:pt x="4953013" y="3416292"/>
                  </a:lnTo>
                  <a:lnTo>
                    <a:pt x="4931265" y="3416292"/>
                  </a:lnTo>
                  <a:lnTo>
                    <a:pt x="4931265" y="3407039"/>
                  </a:lnTo>
                  <a:lnTo>
                    <a:pt x="4904081" y="3407039"/>
                  </a:lnTo>
                  <a:lnTo>
                    <a:pt x="4904081" y="3388520"/>
                  </a:lnTo>
                  <a:lnTo>
                    <a:pt x="4871459" y="3388520"/>
                  </a:lnTo>
                  <a:lnTo>
                    <a:pt x="4871459" y="3379299"/>
                  </a:lnTo>
                  <a:lnTo>
                    <a:pt x="4860586" y="3379299"/>
                  </a:lnTo>
                  <a:lnTo>
                    <a:pt x="4860586" y="3370074"/>
                  </a:lnTo>
                  <a:lnTo>
                    <a:pt x="4855149" y="3370074"/>
                  </a:lnTo>
                  <a:lnTo>
                    <a:pt x="4855149" y="3360844"/>
                  </a:lnTo>
                  <a:lnTo>
                    <a:pt x="4833401" y="3360844"/>
                  </a:lnTo>
                  <a:lnTo>
                    <a:pt x="4817090" y="3360844"/>
                  </a:lnTo>
                  <a:lnTo>
                    <a:pt x="4806217" y="3360844"/>
                  </a:lnTo>
                  <a:lnTo>
                    <a:pt x="4806217" y="3351740"/>
                  </a:lnTo>
                  <a:lnTo>
                    <a:pt x="4800780" y="3351740"/>
                  </a:lnTo>
                  <a:lnTo>
                    <a:pt x="4800780" y="3342631"/>
                  </a:lnTo>
                  <a:lnTo>
                    <a:pt x="4779032" y="3342631"/>
                  </a:lnTo>
                  <a:lnTo>
                    <a:pt x="4773595" y="3342631"/>
                  </a:lnTo>
                  <a:lnTo>
                    <a:pt x="4768158" y="3342631"/>
                  </a:lnTo>
                  <a:lnTo>
                    <a:pt x="4768158" y="3324569"/>
                  </a:lnTo>
                  <a:lnTo>
                    <a:pt x="4762721" y="3324569"/>
                  </a:lnTo>
                  <a:lnTo>
                    <a:pt x="4762721" y="3315533"/>
                  </a:lnTo>
                  <a:lnTo>
                    <a:pt x="4757285" y="3315533"/>
                  </a:lnTo>
                  <a:lnTo>
                    <a:pt x="4746411" y="3315533"/>
                  </a:lnTo>
                  <a:lnTo>
                    <a:pt x="4735537" y="3315533"/>
                  </a:lnTo>
                  <a:lnTo>
                    <a:pt x="4735537" y="3306573"/>
                  </a:lnTo>
                  <a:lnTo>
                    <a:pt x="4708352" y="3306573"/>
                  </a:lnTo>
                  <a:lnTo>
                    <a:pt x="4708352" y="3297610"/>
                  </a:lnTo>
                  <a:lnTo>
                    <a:pt x="4681168" y="3297610"/>
                  </a:lnTo>
                  <a:lnTo>
                    <a:pt x="4643110" y="3297610"/>
                  </a:lnTo>
                  <a:lnTo>
                    <a:pt x="4643110" y="3288723"/>
                  </a:lnTo>
                  <a:lnTo>
                    <a:pt x="4605051" y="3288723"/>
                  </a:lnTo>
                  <a:lnTo>
                    <a:pt x="4588741" y="3288723"/>
                  </a:lnTo>
                  <a:lnTo>
                    <a:pt x="4588741" y="3279870"/>
                  </a:lnTo>
                  <a:lnTo>
                    <a:pt x="4577867" y="3279870"/>
                  </a:lnTo>
                  <a:lnTo>
                    <a:pt x="4577867" y="3271014"/>
                  </a:lnTo>
                  <a:lnTo>
                    <a:pt x="4566993" y="3271014"/>
                  </a:lnTo>
                  <a:lnTo>
                    <a:pt x="4566993" y="3262155"/>
                  </a:lnTo>
                  <a:lnTo>
                    <a:pt x="4556119" y="3262155"/>
                  </a:lnTo>
                  <a:lnTo>
                    <a:pt x="4556119" y="3253292"/>
                  </a:lnTo>
                  <a:lnTo>
                    <a:pt x="4550682" y="3253292"/>
                  </a:lnTo>
                  <a:lnTo>
                    <a:pt x="4550682" y="3235555"/>
                  </a:lnTo>
                  <a:lnTo>
                    <a:pt x="4528935" y="3235555"/>
                  </a:lnTo>
                  <a:lnTo>
                    <a:pt x="4528935" y="3226719"/>
                  </a:lnTo>
                  <a:lnTo>
                    <a:pt x="4512624" y="3226719"/>
                  </a:lnTo>
                  <a:lnTo>
                    <a:pt x="4501750" y="3226719"/>
                  </a:lnTo>
                  <a:lnTo>
                    <a:pt x="4501750" y="3217917"/>
                  </a:lnTo>
                  <a:lnTo>
                    <a:pt x="4496313" y="3217917"/>
                  </a:lnTo>
                  <a:lnTo>
                    <a:pt x="4496313" y="3200302"/>
                  </a:lnTo>
                  <a:lnTo>
                    <a:pt x="4490877" y="3200302"/>
                  </a:lnTo>
                  <a:lnTo>
                    <a:pt x="4480003" y="3200302"/>
                  </a:lnTo>
                  <a:lnTo>
                    <a:pt x="4480003" y="3191562"/>
                  </a:lnTo>
                  <a:lnTo>
                    <a:pt x="4474566" y="3191562"/>
                  </a:lnTo>
                  <a:lnTo>
                    <a:pt x="4474566" y="3182891"/>
                  </a:lnTo>
                  <a:lnTo>
                    <a:pt x="4452818" y="3182891"/>
                  </a:lnTo>
                  <a:lnTo>
                    <a:pt x="4452818" y="3165538"/>
                  </a:lnTo>
                  <a:lnTo>
                    <a:pt x="4425634" y="3165538"/>
                  </a:lnTo>
                  <a:lnTo>
                    <a:pt x="4414760" y="3165538"/>
                  </a:lnTo>
                  <a:lnTo>
                    <a:pt x="4414760" y="3156926"/>
                  </a:lnTo>
                  <a:lnTo>
                    <a:pt x="4403886" y="3156926"/>
                  </a:lnTo>
                  <a:lnTo>
                    <a:pt x="4403886" y="3139692"/>
                  </a:lnTo>
                  <a:lnTo>
                    <a:pt x="4398449" y="3139692"/>
                  </a:lnTo>
                  <a:lnTo>
                    <a:pt x="4398449" y="3131105"/>
                  </a:lnTo>
                  <a:lnTo>
                    <a:pt x="4365828" y="3131105"/>
                  </a:lnTo>
                  <a:lnTo>
                    <a:pt x="4365828" y="3122514"/>
                  </a:lnTo>
                  <a:lnTo>
                    <a:pt x="4349517" y="3122514"/>
                  </a:lnTo>
                  <a:lnTo>
                    <a:pt x="4344080" y="3122514"/>
                  </a:lnTo>
                  <a:lnTo>
                    <a:pt x="4344080" y="3105391"/>
                  </a:lnTo>
                  <a:lnTo>
                    <a:pt x="4338643" y="3105391"/>
                  </a:lnTo>
                  <a:lnTo>
                    <a:pt x="4333207" y="3105391"/>
                  </a:lnTo>
                  <a:lnTo>
                    <a:pt x="4316896" y="3105391"/>
                  </a:lnTo>
                  <a:lnTo>
                    <a:pt x="4273401" y="3105391"/>
                  </a:lnTo>
                  <a:lnTo>
                    <a:pt x="4257090" y="3105391"/>
                  </a:lnTo>
                  <a:lnTo>
                    <a:pt x="4224469" y="3105391"/>
                  </a:lnTo>
                  <a:lnTo>
                    <a:pt x="4224469" y="3097051"/>
                  </a:lnTo>
                  <a:lnTo>
                    <a:pt x="4208158" y="3097051"/>
                  </a:lnTo>
                  <a:lnTo>
                    <a:pt x="4208158" y="3088739"/>
                  </a:lnTo>
                  <a:lnTo>
                    <a:pt x="4202721" y="3088739"/>
                  </a:lnTo>
                  <a:lnTo>
                    <a:pt x="4197284" y="3088739"/>
                  </a:lnTo>
                  <a:lnTo>
                    <a:pt x="4186410" y="3088739"/>
                  </a:lnTo>
                  <a:lnTo>
                    <a:pt x="4180973" y="3088739"/>
                  </a:lnTo>
                  <a:lnTo>
                    <a:pt x="4175537" y="3088739"/>
                  </a:lnTo>
                  <a:lnTo>
                    <a:pt x="4175537" y="3080547"/>
                  </a:lnTo>
                  <a:lnTo>
                    <a:pt x="4170100" y="3080547"/>
                  </a:lnTo>
                  <a:lnTo>
                    <a:pt x="4153789" y="3080547"/>
                  </a:lnTo>
                  <a:lnTo>
                    <a:pt x="4153789" y="3072413"/>
                  </a:lnTo>
                  <a:lnTo>
                    <a:pt x="4148352" y="3072413"/>
                  </a:lnTo>
                  <a:lnTo>
                    <a:pt x="4148352" y="3064275"/>
                  </a:lnTo>
                  <a:lnTo>
                    <a:pt x="4132041" y="3064275"/>
                  </a:lnTo>
                  <a:lnTo>
                    <a:pt x="4132041" y="3056135"/>
                  </a:lnTo>
                  <a:lnTo>
                    <a:pt x="4115731" y="3056135"/>
                  </a:lnTo>
                  <a:lnTo>
                    <a:pt x="4115731" y="3047993"/>
                  </a:lnTo>
                  <a:lnTo>
                    <a:pt x="4093983" y="3047993"/>
                  </a:lnTo>
                  <a:lnTo>
                    <a:pt x="4093983" y="3039877"/>
                  </a:lnTo>
                  <a:lnTo>
                    <a:pt x="4088546" y="3039877"/>
                  </a:lnTo>
                  <a:lnTo>
                    <a:pt x="4088546" y="3023695"/>
                  </a:lnTo>
                  <a:lnTo>
                    <a:pt x="4072235" y="3023695"/>
                  </a:lnTo>
                  <a:lnTo>
                    <a:pt x="4039614" y="3023695"/>
                  </a:lnTo>
                  <a:lnTo>
                    <a:pt x="4039614" y="3015657"/>
                  </a:lnTo>
                  <a:lnTo>
                    <a:pt x="4034177" y="3015657"/>
                  </a:lnTo>
                  <a:lnTo>
                    <a:pt x="4034177" y="3007645"/>
                  </a:lnTo>
                  <a:lnTo>
                    <a:pt x="4028740" y="3007645"/>
                  </a:lnTo>
                  <a:lnTo>
                    <a:pt x="4028740" y="2999658"/>
                  </a:lnTo>
                  <a:lnTo>
                    <a:pt x="4023303" y="2999658"/>
                  </a:lnTo>
                  <a:lnTo>
                    <a:pt x="4012430" y="2999658"/>
                  </a:lnTo>
                  <a:lnTo>
                    <a:pt x="4006993" y="2999658"/>
                  </a:lnTo>
                  <a:lnTo>
                    <a:pt x="4006993" y="2991723"/>
                  </a:lnTo>
                  <a:lnTo>
                    <a:pt x="3996119" y="2991723"/>
                  </a:lnTo>
                  <a:lnTo>
                    <a:pt x="3968934" y="2991723"/>
                  </a:lnTo>
                  <a:lnTo>
                    <a:pt x="3968934" y="2976008"/>
                  </a:lnTo>
                  <a:lnTo>
                    <a:pt x="3963498" y="2976008"/>
                  </a:lnTo>
                  <a:lnTo>
                    <a:pt x="3941750" y="2976008"/>
                  </a:lnTo>
                  <a:lnTo>
                    <a:pt x="3941750" y="2960337"/>
                  </a:lnTo>
                  <a:lnTo>
                    <a:pt x="3920002" y="2960337"/>
                  </a:lnTo>
                  <a:lnTo>
                    <a:pt x="3914565" y="2960337"/>
                  </a:lnTo>
                  <a:lnTo>
                    <a:pt x="3914565" y="2952524"/>
                  </a:lnTo>
                  <a:lnTo>
                    <a:pt x="3887381" y="2952524"/>
                  </a:lnTo>
                  <a:lnTo>
                    <a:pt x="3887381" y="2944734"/>
                  </a:lnTo>
                  <a:lnTo>
                    <a:pt x="3881944" y="2944734"/>
                  </a:lnTo>
                  <a:lnTo>
                    <a:pt x="3881944" y="2936968"/>
                  </a:lnTo>
                  <a:lnTo>
                    <a:pt x="3871070" y="2936968"/>
                  </a:lnTo>
                  <a:lnTo>
                    <a:pt x="3871070" y="2929225"/>
                  </a:lnTo>
                  <a:lnTo>
                    <a:pt x="3865633" y="2929225"/>
                  </a:lnTo>
                  <a:lnTo>
                    <a:pt x="3865633" y="2921505"/>
                  </a:lnTo>
                  <a:lnTo>
                    <a:pt x="3843886" y="2921505"/>
                  </a:lnTo>
                  <a:lnTo>
                    <a:pt x="3827575" y="2921505"/>
                  </a:lnTo>
                  <a:lnTo>
                    <a:pt x="3827575" y="2906157"/>
                  </a:lnTo>
                  <a:lnTo>
                    <a:pt x="3805828" y="2906157"/>
                  </a:lnTo>
                  <a:lnTo>
                    <a:pt x="3805828" y="2898505"/>
                  </a:lnTo>
                  <a:lnTo>
                    <a:pt x="3794954" y="2898505"/>
                  </a:lnTo>
                  <a:lnTo>
                    <a:pt x="3794954" y="2890875"/>
                  </a:lnTo>
                  <a:lnTo>
                    <a:pt x="3789517" y="2890875"/>
                  </a:lnTo>
                  <a:lnTo>
                    <a:pt x="3767769" y="2890875"/>
                  </a:lnTo>
                  <a:lnTo>
                    <a:pt x="3751459" y="2890875"/>
                  </a:lnTo>
                  <a:lnTo>
                    <a:pt x="3751459" y="2883337"/>
                  </a:lnTo>
                  <a:lnTo>
                    <a:pt x="3735148" y="2883337"/>
                  </a:lnTo>
                  <a:lnTo>
                    <a:pt x="3735148" y="2875798"/>
                  </a:lnTo>
                  <a:lnTo>
                    <a:pt x="3707963" y="2875798"/>
                  </a:lnTo>
                  <a:lnTo>
                    <a:pt x="3707963" y="2868257"/>
                  </a:lnTo>
                  <a:lnTo>
                    <a:pt x="3697090" y="2868257"/>
                  </a:lnTo>
                  <a:lnTo>
                    <a:pt x="3697090" y="2860713"/>
                  </a:lnTo>
                  <a:lnTo>
                    <a:pt x="3691653" y="2860713"/>
                  </a:lnTo>
                  <a:lnTo>
                    <a:pt x="3675342" y="2860713"/>
                  </a:lnTo>
                  <a:lnTo>
                    <a:pt x="3675342" y="2853214"/>
                  </a:lnTo>
                  <a:lnTo>
                    <a:pt x="3664468" y="2853214"/>
                  </a:lnTo>
                  <a:lnTo>
                    <a:pt x="3659031" y="2853214"/>
                  </a:lnTo>
                  <a:lnTo>
                    <a:pt x="3659031" y="2845736"/>
                  </a:lnTo>
                  <a:lnTo>
                    <a:pt x="3653594" y="2845736"/>
                  </a:lnTo>
                  <a:lnTo>
                    <a:pt x="3653594" y="2838256"/>
                  </a:lnTo>
                  <a:lnTo>
                    <a:pt x="3642721" y="2838256"/>
                  </a:lnTo>
                  <a:lnTo>
                    <a:pt x="3637284" y="2838256"/>
                  </a:lnTo>
                  <a:lnTo>
                    <a:pt x="3637284" y="2830819"/>
                  </a:lnTo>
                  <a:lnTo>
                    <a:pt x="3631847" y="2830819"/>
                  </a:lnTo>
                  <a:lnTo>
                    <a:pt x="3615536" y="2830819"/>
                  </a:lnTo>
                  <a:lnTo>
                    <a:pt x="3615536" y="2823424"/>
                  </a:lnTo>
                  <a:lnTo>
                    <a:pt x="3610099" y="2823424"/>
                  </a:lnTo>
                  <a:lnTo>
                    <a:pt x="3610099" y="2816028"/>
                  </a:lnTo>
                  <a:lnTo>
                    <a:pt x="3604662" y="2816028"/>
                  </a:lnTo>
                  <a:lnTo>
                    <a:pt x="3599225" y="2816028"/>
                  </a:lnTo>
                  <a:lnTo>
                    <a:pt x="3599225" y="2808651"/>
                  </a:lnTo>
                  <a:lnTo>
                    <a:pt x="3593789" y="2808651"/>
                  </a:lnTo>
                  <a:lnTo>
                    <a:pt x="3582915" y="2808651"/>
                  </a:lnTo>
                  <a:lnTo>
                    <a:pt x="3582915" y="2801316"/>
                  </a:lnTo>
                  <a:lnTo>
                    <a:pt x="3577478" y="2801316"/>
                  </a:lnTo>
                  <a:lnTo>
                    <a:pt x="3572041" y="2801316"/>
                  </a:lnTo>
                  <a:lnTo>
                    <a:pt x="3539420" y="2801316"/>
                  </a:lnTo>
                  <a:lnTo>
                    <a:pt x="3539420" y="2794043"/>
                  </a:lnTo>
                  <a:lnTo>
                    <a:pt x="3517672" y="2794043"/>
                  </a:lnTo>
                  <a:lnTo>
                    <a:pt x="3501361" y="2794043"/>
                  </a:lnTo>
                  <a:lnTo>
                    <a:pt x="3495924" y="2794043"/>
                  </a:lnTo>
                  <a:lnTo>
                    <a:pt x="3495924" y="2786831"/>
                  </a:lnTo>
                  <a:lnTo>
                    <a:pt x="3490487" y="2786831"/>
                  </a:lnTo>
                  <a:lnTo>
                    <a:pt x="3479614" y="2786831"/>
                  </a:lnTo>
                  <a:lnTo>
                    <a:pt x="3479614" y="2779638"/>
                  </a:lnTo>
                  <a:lnTo>
                    <a:pt x="3468740" y="2779638"/>
                  </a:lnTo>
                  <a:lnTo>
                    <a:pt x="3463303" y="2779638"/>
                  </a:lnTo>
                  <a:lnTo>
                    <a:pt x="3457866" y="2779638"/>
                  </a:lnTo>
                  <a:lnTo>
                    <a:pt x="3457866" y="2772483"/>
                  </a:lnTo>
                  <a:lnTo>
                    <a:pt x="3446992" y="2772483"/>
                  </a:lnTo>
                  <a:lnTo>
                    <a:pt x="3419808" y="2772483"/>
                  </a:lnTo>
                  <a:lnTo>
                    <a:pt x="3419808" y="2765348"/>
                  </a:lnTo>
                  <a:lnTo>
                    <a:pt x="3408934" y="2765348"/>
                  </a:lnTo>
                  <a:lnTo>
                    <a:pt x="3403497" y="2765348"/>
                  </a:lnTo>
                  <a:lnTo>
                    <a:pt x="3403497" y="2758230"/>
                  </a:lnTo>
                  <a:lnTo>
                    <a:pt x="3398060" y="2758230"/>
                  </a:lnTo>
                  <a:lnTo>
                    <a:pt x="3392623" y="2758230"/>
                  </a:lnTo>
                  <a:lnTo>
                    <a:pt x="3392623" y="2744030"/>
                  </a:lnTo>
                  <a:lnTo>
                    <a:pt x="3360002" y="2744030"/>
                  </a:lnTo>
                  <a:lnTo>
                    <a:pt x="3360002" y="2736967"/>
                  </a:lnTo>
                  <a:lnTo>
                    <a:pt x="3349128" y="2736967"/>
                  </a:lnTo>
                  <a:lnTo>
                    <a:pt x="3349128" y="2729902"/>
                  </a:lnTo>
                  <a:lnTo>
                    <a:pt x="3311070" y="2729902"/>
                  </a:lnTo>
                  <a:lnTo>
                    <a:pt x="3294759" y="2729902"/>
                  </a:lnTo>
                  <a:lnTo>
                    <a:pt x="3294759" y="2722893"/>
                  </a:lnTo>
                  <a:lnTo>
                    <a:pt x="3289322" y="2722893"/>
                  </a:lnTo>
                  <a:lnTo>
                    <a:pt x="3283885" y="2722893"/>
                  </a:lnTo>
                  <a:lnTo>
                    <a:pt x="3267575" y="2722893"/>
                  </a:lnTo>
                  <a:lnTo>
                    <a:pt x="3267575" y="2715920"/>
                  </a:lnTo>
                  <a:lnTo>
                    <a:pt x="3262138" y="2715920"/>
                  </a:lnTo>
                  <a:lnTo>
                    <a:pt x="3262138" y="2708946"/>
                  </a:lnTo>
                  <a:lnTo>
                    <a:pt x="3234953" y="2708946"/>
                  </a:lnTo>
                  <a:lnTo>
                    <a:pt x="3229516" y="2708946"/>
                  </a:lnTo>
                  <a:lnTo>
                    <a:pt x="3224080" y="2708946"/>
                  </a:lnTo>
                  <a:lnTo>
                    <a:pt x="3224080" y="2702081"/>
                  </a:lnTo>
                  <a:lnTo>
                    <a:pt x="3207769" y="2702081"/>
                  </a:lnTo>
                  <a:lnTo>
                    <a:pt x="3196895" y="2702081"/>
                  </a:lnTo>
                  <a:lnTo>
                    <a:pt x="3191458" y="2702081"/>
                  </a:lnTo>
                  <a:lnTo>
                    <a:pt x="3180584" y="2702081"/>
                  </a:lnTo>
                  <a:lnTo>
                    <a:pt x="3180584" y="2688454"/>
                  </a:lnTo>
                  <a:lnTo>
                    <a:pt x="3164274" y="2688454"/>
                  </a:lnTo>
                  <a:lnTo>
                    <a:pt x="3164274" y="2681656"/>
                  </a:lnTo>
                  <a:lnTo>
                    <a:pt x="3142526" y="2681656"/>
                  </a:lnTo>
                  <a:lnTo>
                    <a:pt x="3131652" y="2681656"/>
                  </a:lnTo>
                  <a:lnTo>
                    <a:pt x="3131652" y="2674874"/>
                  </a:lnTo>
                  <a:lnTo>
                    <a:pt x="3082720" y="2674874"/>
                  </a:lnTo>
                  <a:lnTo>
                    <a:pt x="3082720" y="2668108"/>
                  </a:lnTo>
                  <a:lnTo>
                    <a:pt x="3055536" y="2668108"/>
                  </a:lnTo>
                  <a:lnTo>
                    <a:pt x="3055536" y="2661341"/>
                  </a:lnTo>
                  <a:lnTo>
                    <a:pt x="3039225" y="2661341"/>
                  </a:lnTo>
                  <a:lnTo>
                    <a:pt x="3039225" y="2654573"/>
                  </a:lnTo>
                  <a:lnTo>
                    <a:pt x="3012041" y="2654573"/>
                  </a:lnTo>
                  <a:lnTo>
                    <a:pt x="3006604" y="2654573"/>
                  </a:lnTo>
                  <a:lnTo>
                    <a:pt x="3006604" y="2647838"/>
                  </a:lnTo>
                  <a:lnTo>
                    <a:pt x="2957672" y="2647838"/>
                  </a:lnTo>
                  <a:lnTo>
                    <a:pt x="2957672" y="2641118"/>
                  </a:lnTo>
                  <a:lnTo>
                    <a:pt x="2952235" y="2641118"/>
                  </a:lnTo>
                  <a:lnTo>
                    <a:pt x="2952235" y="2634397"/>
                  </a:lnTo>
                  <a:lnTo>
                    <a:pt x="2935924" y="2634397"/>
                  </a:lnTo>
                  <a:lnTo>
                    <a:pt x="2935924" y="2627692"/>
                  </a:lnTo>
                  <a:lnTo>
                    <a:pt x="2930487" y="2627692"/>
                  </a:lnTo>
                  <a:lnTo>
                    <a:pt x="2919613" y="2627692"/>
                  </a:lnTo>
                  <a:lnTo>
                    <a:pt x="2919613" y="2614311"/>
                  </a:lnTo>
                  <a:lnTo>
                    <a:pt x="2914176" y="2614311"/>
                  </a:lnTo>
                  <a:lnTo>
                    <a:pt x="2914176" y="2607618"/>
                  </a:lnTo>
                  <a:lnTo>
                    <a:pt x="2892429" y="2607618"/>
                  </a:lnTo>
                  <a:lnTo>
                    <a:pt x="2886992" y="2607618"/>
                  </a:lnTo>
                  <a:lnTo>
                    <a:pt x="2886992" y="2600941"/>
                  </a:lnTo>
                  <a:lnTo>
                    <a:pt x="2870681" y="2600941"/>
                  </a:lnTo>
                  <a:lnTo>
                    <a:pt x="2870681" y="2580951"/>
                  </a:lnTo>
                  <a:lnTo>
                    <a:pt x="2865244" y="2580951"/>
                  </a:lnTo>
                  <a:lnTo>
                    <a:pt x="2865244" y="2574285"/>
                  </a:lnTo>
                  <a:lnTo>
                    <a:pt x="2848934" y="2574285"/>
                  </a:lnTo>
                  <a:lnTo>
                    <a:pt x="2848934" y="2567618"/>
                  </a:lnTo>
                  <a:lnTo>
                    <a:pt x="2838060" y="2567618"/>
                  </a:lnTo>
                  <a:lnTo>
                    <a:pt x="2827186" y="2567618"/>
                  </a:lnTo>
                  <a:lnTo>
                    <a:pt x="2816312" y="2567618"/>
                  </a:lnTo>
                  <a:lnTo>
                    <a:pt x="2816312" y="2547754"/>
                  </a:lnTo>
                  <a:lnTo>
                    <a:pt x="2805438" y="2547754"/>
                  </a:lnTo>
                  <a:lnTo>
                    <a:pt x="2805438" y="2541131"/>
                  </a:lnTo>
                  <a:lnTo>
                    <a:pt x="2789128" y="2541131"/>
                  </a:lnTo>
                  <a:lnTo>
                    <a:pt x="2789128" y="2534506"/>
                  </a:lnTo>
                  <a:lnTo>
                    <a:pt x="2778254" y="2534506"/>
                  </a:lnTo>
                  <a:lnTo>
                    <a:pt x="2778254" y="2527879"/>
                  </a:lnTo>
                  <a:lnTo>
                    <a:pt x="2772817" y="2527879"/>
                  </a:lnTo>
                  <a:lnTo>
                    <a:pt x="2772817" y="2521252"/>
                  </a:lnTo>
                  <a:lnTo>
                    <a:pt x="2756506" y="2521252"/>
                  </a:lnTo>
                  <a:lnTo>
                    <a:pt x="2756506" y="2514623"/>
                  </a:lnTo>
                  <a:lnTo>
                    <a:pt x="2723885" y="2514623"/>
                  </a:lnTo>
                  <a:lnTo>
                    <a:pt x="2723885" y="2494730"/>
                  </a:lnTo>
                  <a:lnTo>
                    <a:pt x="2713011" y="2494730"/>
                  </a:lnTo>
                  <a:lnTo>
                    <a:pt x="2713011" y="2488096"/>
                  </a:lnTo>
                  <a:lnTo>
                    <a:pt x="2702137" y="2488096"/>
                  </a:lnTo>
                  <a:lnTo>
                    <a:pt x="2702137" y="2481461"/>
                  </a:lnTo>
                  <a:lnTo>
                    <a:pt x="2669516" y="2481461"/>
                  </a:lnTo>
                  <a:lnTo>
                    <a:pt x="2669516" y="2474825"/>
                  </a:lnTo>
                  <a:lnTo>
                    <a:pt x="2631458" y="2474825"/>
                  </a:lnTo>
                  <a:lnTo>
                    <a:pt x="2631458" y="2461548"/>
                  </a:lnTo>
                  <a:lnTo>
                    <a:pt x="2626021" y="2461548"/>
                  </a:lnTo>
                  <a:lnTo>
                    <a:pt x="2626021" y="2454909"/>
                  </a:lnTo>
                  <a:lnTo>
                    <a:pt x="2620584" y="2454909"/>
                  </a:lnTo>
                  <a:lnTo>
                    <a:pt x="2620584" y="2448267"/>
                  </a:lnTo>
                  <a:lnTo>
                    <a:pt x="2609710" y="2448267"/>
                  </a:lnTo>
                  <a:lnTo>
                    <a:pt x="2609710" y="2434981"/>
                  </a:lnTo>
                  <a:lnTo>
                    <a:pt x="2577089" y="2434981"/>
                  </a:lnTo>
                  <a:lnTo>
                    <a:pt x="2555341" y="2434981"/>
                  </a:lnTo>
                  <a:lnTo>
                    <a:pt x="2555341" y="2428351"/>
                  </a:lnTo>
                  <a:lnTo>
                    <a:pt x="2549904" y="2428351"/>
                  </a:lnTo>
                  <a:lnTo>
                    <a:pt x="2544467" y="2428351"/>
                  </a:lnTo>
                  <a:lnTo>
                    <a:pt x="2544467" y="2421736"/>
                  </a:lnTo>
                  <a:lnTo>
                    <a:pt x="2539030" y="2421736"/>
                  </a:lnTo>
                  <a:lnTo>
                    <a:pt x="2528157" y="2421736"/>
                  </a:lnTo>
                  <a:lnTo>
                    <a:pt x="2528157" y="2408531"/>
                  </a:lnTo>
                  <a:lnTo>
                    <a:pt x="2495535" y="2408531"/>
                  </a:lnTo>
                  <a:lnTo>
                    <a:pt x="2495535" y="2401926"/>
                  </a:lnTo>
                  <a:lnTo>
                    <a:pt x="2479225" y="2401926"/>
                  </a:lnTo>
                  <a:lnTo>
                    <a:pt x="2479225" y="2395321"/>
                  </a:lnTo>
                  <a:lnTo>
                    <a:pt x="2468351" y="2395321"/>
                  </a:lnTo>
                  <a:lnTo>
                    <a:pt x="2468351" y="2388714"/>
                  </a:lnTo>
                  <a:lnTo>
                    <a:pt x="2462914" y="2388714"/>
                  </a:lnTo>
                  <a:lnTo>
                    <a:pt x="2462914" y="2375496"/>
                  </a:lnTo>
                  <a:lnTo>
                    <a:pt x="2446603" y="2375496"/>
                  </a:lnTo>
                  <a:lnTo>
                    <a:pt x="2446603" y="2362304"/>
                  </a:lnTo>
                  <a:lnTo>
                    <a:pt x="2441166" y="2362304"/>
                  </a:lnTo>
                  <a:lnTo>
                    <a:pt x="2441166" y="2355706"/>
                  </a:lnTo>
                  <a:lnTo>
                    <a:pt x="2424856" y="2355706"/>
                  </a:lnTo>
                  <a:lnTo>
                    <a:pt x="2424856" y="2335904"/>
                  </a:lnTo>
                  <a:lnTo>
                    <a:pt x="2419419" y="2335904"/>
                  </a:lnTo>
                  <a:lnTo>
                    <a:pt x="2413982" y="2335904"/>
                  </a:lnTo>
                  <a:lnTo>
                    <a:pt x="2413982" y="2329315"/>
                  </a:lnTo>
                  <a:lnTo>
                    <a:pt x="2408545" y="2329315"/>
                  </a:lnTo>
                  <a:lnTo>
                    <a:pt x="2408545" y="2316134"/>
                  </a:lnTo>
                  <a:lnTo>
                    <a:pt x="2392234" y="2316134"/>
                  </a:lnTo>
                  <a:lnTo>
                    <a:pt x="2392234" y="2309542"/>
                  </a:lnTo>
                  <a:lnTo>
                    <a:pt x="2370487" y="2309542"/>
                  </a:lnTo>
                  <a:lnTo>
                    <a:pt x="2370487" y="2302963"/>
                  </a:lnTo>
                  <a:lnTo>
                    <a:pt x="2343302" y="2302963"/>
                  </a:lnTo>
                  <a:lnTo>
                    <a:pt x="2343302" y="2296382"/>
                  </a:lnTo>
                  <a:lnTo>
                    <a:pt x="2321555" y="2296382"/>
                  </a:lnTo>
                  <a:lnTo>
                    <a:pt x="2310681" y="2296382"/>
                  </a:lnTo>
                  <a:lnTo>
                    <a:pt x="2310681" y="2289815"/>
                  </a:lnTo>
                  <a:lnTo>
                    <a:pt x="2305244" y="2289815"/>
                  </a:lnTo>
                  <a:lnTo>
                    <a:pt x="2305244" y="2283246"/>
                  </a:lnTo>
                  <a:lnTo>
                    <a:pt x="2283496" y="2283246"/>
                  </a:lnTo>
                  <a:lnTo>
                    <a:pt x="2283496" y="2276677"/>
                  </a:lnTo>
                  <a:lnTo>
                    <a:pt x="2272623" y="2276677"/>
                  </a:lnTo>
                  <a:lnTo>
                    <a:pt x="2272623" y="2270106"/>
                  </a:lnTo>
                  <a:lnTo>
                    <a:pt x="2267186" y="2270106"/>
                  </a:lnTo>
                  <a:lnTo>
                    <a:pt x="2267186" y="2263533"/>
                  </a:lnTo>
                  <a:lnTo>
                    <a:pt x="2261749" y="2263533"/>
                  </a:lnTo>
                  <a:lnTo>
                    <a:pt x="2256312" y="2263533"/>
                  </a:lnTo>
                  <a:lnTo>
                    <a:pt x="2234564" y="2263533"/>
                  </a:lnTo>
                  <a:lnTo>
                    <a:pt x="2234564" y="2250442"/>
                  </a:lnTo>
                  <a:lnTo>
                    <a:pt x="2218254" y="2250442"/>
                  </a:lnTo>
                  <a:lnTo>
                    <a:pt x="2212817" y="2250442"/>
                  </a:lnTo>
                  <a:lnTo>
                    <a:pt x="2212817" y="2237373"/>
                  </a:lnTo>
                  <a:lnTo>
                    <a:pt x="2201943" y="2237373"/>
                  </a:lnTo>
                  <a:lnTo>
                    <a:pt x="2201943" y="2230837"/>
                  </a:lnTo>
                  <a:lnTo>
                    <a:pt x="2153011" y="2230837"/>
                  </a:lnTo>
                  <a:lnTo>
                    <a:pt x="2153011" y="2224299"/>
                  </a:lnTo>
                  <a:lnTo>
                    <a:pt x="2125826" y="2224299"/>
                  </a:lnTo>
                  <a:lnTo>
                    <a:pt x="2125826" y="2217774"/>
                  </a:lnTo>
                  <a:lnTo>
                    <a:pt x="2120389" y="2217774"/>
                  </a:lnTo>
                  <a:lnTo>
                    <a:pt x="2120389" y="2211248"/>
                  </a:lnTo>
                  <a:lnTo>
                    <a:pt x="2114953" y="2211248"/>
                  </a:lnTo>
                  <a:lnTo>
                    <a:pt x="2114953" y="2204721"/>
                  </a:lnTo>
                  <a:lnTo>
                    <a:pt x="2098642" y="2204721"/>
                  </a:lnTo>
                  <a:lnTo>
                    <a:pt x="2098642" y="2198193"/>
                  </a:lnTo>
                  <a:lnTo>
                    <a:pt x="2087768" y="2198193"/>
                  </a:lnTo>
                  <a:lnTo>
                    <a:pt x="2087768" y="2185132"/>
                  </a:lnTo>
                  <a:lnTo>
                    <a:pt x="2066020" y="2185132"/>
                  </a:lnTo>
                  <a:lnTo>
                    <a:pt x="2066020" y="2178600"/>
                  </a:lnTo>
                  <a:lnTo>
                    <a:pt x="2049710" y="2178600"/>
                  </a:lnTo>
                  <a:lnTo>
                    <a:pt x="2049710" y="2165531"/>
                  </a:lnTo>
                  <a:lnTo>
                    <a:pt x="2044273" y="2165531"/>
                  </a:lnTo>
                  <a:lnTo>
                    <a:pt x="2044273" y="2159009"/>
                  </a:lnTo>
                  <a:lnTo>
                    <a:pt x="2033399" y="2159009"/>
                  </a:lnTo>
                  <a:lnTo>
                    <a:pt x="2033399" y="2152485"/>
                  </a:lnTo>
                  <a:lnTo>
                    <a:pt x="2022525" y="2152485"/>
                  </a:lnTo>
                  <a:lnTo>
                    <a:pt x="1984467" y="2152485"/>
                  </a:lnTo>
                  <a:lnTo>
                    <a:pt x="1984467" y="2145974"/>
                  </a:lnTo>
                  <a:lnTo>
                    <a:pt x="1979030" y="2145974"/>
                  </a:lnTo>
                  <a:lnTo>
                    <a:pt x="1979030" y="2132947"/>
                  </a:lnTo>
                  <a:lnTo>
                    <a:pt x="1973593" y="2132947"/>
                  </a:lnTo>
                  <a:lnTo>
                    <a:pt x="1973593" y="2119916"/>
                  </a:lnTo>
                  <a:lnTo>
                    <a:pt x="1968156" y="2119916"/>
                  </a:lnTo>
                  <a:lnTo>
                    <a:pt x="1968156" y="2113398"/>
                  </a:lnTo>
                  <a:lnTo>
                    <a:pt x="1962719" y="2113398"/>
                  </a:lnTo>
                  <a:lnTo>
                    <a:pt x="1962719" y="2106879"/>
                  </a:lnTo>
                  <a:lnTo>
                    <a:pt x="1957282" y="2106879"/>
                  </a:lnTo>
                  <a:lnTo>
                    <a:pt x="1946409" y="2106879"/>
                  </a:lnTo>
                  <a:lnTo>
                    <a:pt x="1946409" y="2093864"/>
                  </a:lnTo>
                  <a:lnTo>
                    <a:pt x="1935535" y="2093864"/>
                  </a:lnTo>
                  <a:lnTo>
                    <a:pt x="1935535" y="2087354"/>
                  </a:lnTo>
                  <a:lnTo>
                    <a:pt x="1930098" y="2087354"/>
                  </a:lnTo>
                  <a:lnTo>
                    <a:pt x="1930098" y="2080844"/>
                  </a:lnTo>
                  <a:lnTo>
                    <a:pt x="1924661" y="2080844"/>
                  </a:lnTo>
                  <a:lnTo>
                    <a:pt x="1924661" y="2074332"/>
                  </a:lnTo>
                  <a:lnTo>
                    <a:pt x="1902914" y="2074332"/>
                  </a:lnTo>
                  <a:lnTo>
                    <a:pt x="1902914" y="2067832"/>
                  </a:lnTo>
                  <a:lnTo>
                    <a:pt x="1892040" y="2067832"/>
                  </a:lnTo>
                  <a:lnTo>
                    <a:pt x="1892040" y="2061330"/>
                  </a:lnTo>
                  <a:lnTo>
                    <a:pt x="1886603" y="2061330"/>
                  </a:lnTo>
                  <a:lnTo>
                    <a:pt x="1886603" y="2054827"/>
                  </a:lnTo>
                  <a:lnTo>
                    <a:pt x="1870292" y="2054827"/>
                  </a:lnTo>
                  <a:lnTo>
                    <a:pt x="1853981" y="2054827"/>
                  </a:lnTo>
                  <a:lnTo>
                    <a:pt x="1853981" y="2048337"/>
                  </a:lnTo>
                  <a:lnTo>
                    <a:pt x="1848545" y="2048337"/>
                  </a:lnTo>
                  <a:lnTo>
                    <a:pt x="1848545" y="2035351"/>
                  </a:lnTo>
                  <a:lnTo>
                    <a:pt x="1843108" y="2035351"/>
                  </a:lnTo>
                  <a:lnTo>
                    <a:pt x="1843108" y="2022360"/>
                  </a:lnTo>
                  <a:lnTo>
                    <a:pt x="1826797" y="2022360"/>
                  </a:lnTo>
                  <a:lnTo>
                    <a:pt x="1826797" y="2015876"/>
                  </a:lnTo>
                  <a:lnTo>
                    <a:pt x="1821360" y="2015876"/>
                  </a:lnTo>
                  <a:lnTo>
                    <a:pt x="1821360" y="2009390"/>
                  </a:lnTo>
                  <a:lnTo>
                    <a:pt x="1805049" y="2009390"/>
                  </a:lnTo>
                  <a:lnTo>
                    <a:pt x="1805049" y="2002903"/>
                  </a:lnTo>
                  <a:lnTo>
                    <a:pt x="1750680" y="2002903"/>
                  </a:lnTo>
                  <a:lnTo>
                    <a:pt x="1750680" y="1996415"/>
                  </a:lnTo>
                  <a:lnTo>
                    <a:pt x="1734370" y="1996415"/>
                  </a:lnTo>
                  <a:lnTo>
                    <a:pt x="1734370" y="1989925"/>
                  </a:lnTo>
                  <a:lnTo>
                    <a:pt x="1728933" y="1989925"/>
                  </a:lnTo>
                  <a:lnTo>
                    <a:pt x="1728933" y="1983434"/>
                  </a:lnTo>
                  <a:lnTo>
                    <a:pt x="1701748" y="1983434"/>
                  </a:lnTo>
                  <a:lnTo>
                    <a:pt x="1701748" y="1970449"/>
                  </a:lnTo>
                  <a:lnTo>
                    <a:pt x="1690875" y="1970449"/>
                  </a:lnTo>
                  <a:lnTo>
                    <a:pt x="1690875" y="1957458"/>
                  </a:lnTo>
                  <a:lnTo>
                    <a:pt x="1685438" y="1957458"/>
                  </a:lnTo>
                  <a:lnTo>
                    <a:pt x="1685438" y="1950961"/>
                  </a:lnTo>
                  <a:lnTo>
                    <a:pt x="1680001" y="1950961"/>
                  </a:lnTo>
                  <a:lnTo>
                    <a:pt x="1680001" y="1944463"/>
                  </a:lnTo>
                  <a:lnTo>
                    <a:pt x="1674564" y="1944463"/>
                  </a:lnTo>
                  <a:lnTo>
                    <a:pt x="1674564" y="1931462"/>
                  </a:lnTo>
                  <a:lnTo>
                    <a:pt x="1658253" y="1931462"/>
                  </a:lnTo>
                  <a:lnTo>
                    <a:pt x="1658253" y="1924959"/>
                  </a:lnTo>
                  <a:lnTo>
                    <a:pt x="1652816" y="1924959"/>
                  </a:lnTo>
                  <a:lnTo>
                    <a:pt x="1652816" y="1918455"/>
                  </a:lnTo>
                  <a:lnTo>
                    <a:pt x="1641942" y="1918455"/>
                  </a:lnTo>
                  <a:lnTo>
                    <a:pt x="1641942" y="1911950"/>
                  </a:lnTo>
                  <a:lnTo>
                    <a:pt x="1631069" y="1911950"/>
                  </a:lnTo>
                  <a:lnTo>
                    <a:pt x="1631069" y="1898936"/>
                  </a:lnTo>
                  <a:lnTo>
                    <a:pt x="1625632" y="1898936"/>
                  </a:lnTo>
                  <a:lnTo>
                    <a:pt x="1614758" y="1898936"/>
                  </a:lnTo>
                  <a:lnTo>
                    <a:pt x="1614758" y="1892440"/>
                  </a:lnTo>
                  <a:lnTo>
                    <a:pt x="1603884" y="1892440"/>
                  </a:lnTo>
                  <a:lnTo>
                    <a:pt x="1603884" y="1885942"/>
                  </a:lnTo>
                  <a:lnTo>
                    <a:pt x="1598447" y="1885942"/>
                  </a:lnTo>
                  <a:lnTo>
                    <a:pt x="1598447" y="1872942"/>
                  </a:lnTo>
                  <a:lnTo>
                    <a:pt x="1593010" y="1872942"/>
                  </a:lnTo>
                  <a:lnTo>
                    <a:pt x="1593010" y="1866440"/>
                  </a:lnTo>
                  <a:lnTo>
                    <a:pt x="1576700" y="1866440"/>
                  </a:lnTo>
                  <a:lnTo>
                    <a:pt x="1576700" y="1859936"/>
                  </a:lnTo>
                  <a:lnTo>
                    <a:pt x="1571263" y="1859936"/>
                  </a:lnTo>
                  <a:lnTo>
                    <a:pt x="1571263" y="1853432"/>
                  </a:lnTo>
                  <a:lnTo>
                    <a:pt x="1565826" y="1853432"/>
                  </a:lnTo>
                  <a:lnTo>
                    <a:pt x="1565826" y="1846926"/>
                  </a:lnTo>
                  <a:lnTo>
                    <a:pt x="1560389" y="1846926"/>
                  </a:lnTo>
                  <a:lnTo>
                    <a:pt x="1560389" y="1840418"/>
                  </a:lnTo>
                  <a:lnTo>
                    <a:pt x="1544078" y="1840418"/>
                  </a:lnTo>
                  <a:lnTo>
                    <a:pt x="1544078" y="1833909"/>
                  </a:lnTo>
                  <a:lnTo>
                    <a:pt x="1538641" y="1833909"/>
                  </a:lnTo>
                  <a:lnTo>
                    <a:pt x="1538641" y="1820888"/>
                  </a:lnTo>
                  <a:lnTo>
                    <a:pt x="1533205" y="1820888"/>
                  </a:lnTo>
                  <a:lnTo>
                    <a:pt x="1522331" y="1820888"/>
                  </a:lnTo>
                  <a:lnTo>
                    <a:pt x="1522331" y="1814387"/>
                  </a:lnTo>
                  <a:lnTo>
                    <a:pt x="1511457" y="1814387"/>
                  </a:lnTo>
                  <a:lnTo>
                    <a:pt x="1511457" y="1807897"/>
                  </a:lnTo>
                  <a:lnTo>
                    <a:pt x="1506020" y="1807897"/>
                  </a:lnTo>
                  <a:lnTo>
                    <a:pt x="1506020" y="1801406"/>
                  </a:lnTo>
                  <a:lnTo>
                    <a:pt x="1495146" y="1801406"/>
                  </a:lnTo>
                  <a:lnTo>
                    <a:pt x="1495146" y="1794925"/>
                  </a:lnTo>
                  <a:lnTo>
                    <a:pt x="1489709" y="1794925"/>
                  </a:lnTo>
                  <a:lnTo>
                    <a:pt x="1489709" y="1788443"/>
                  </a:lnTo>
                  <a:lnTo>
                    <a:pt x="1484272" y="1788443"/>
                  </a:lnTo>
                  <a:lnTo>
                    <a:pt x="1484272" y="1781971"/>
                  </a:lnTo>
                  <a:lnTo>
                    <a:pt x="1467962" y="1781971"/>
                  </a:lnTo>
                  <a:lnTo>
                    <a:pt x="1467962" y="1775498"/>
                  </a:lnTo>
                  <a:lnTo>
                    <a:pt x="1462525" y="1775498"/>
                  </a:lnTo>
                  <a:lnTo>
                    <a:pt x="1462525" y="1762548"/>
                  </a:lnTo>
                  <a:lnTo>
                    <a:pt x="1457088" y="1762548"/>
                  </a:lnTo>
                  <a:lnTo>
                    <a:pt x="1457088" y="1756083"/>
                  </a:lnTo>
                  <a:lnTo>
                    <a:pt x="1451651" y="1756083"/>
                  </a:lnTo>
                  <a:lnTo>
                    <a:pt x="1451651" y="1743148"/>
                  </a:lnTo>
                  <a:lnTo>
                    <a:pt x="1446214" y="1743148"/>
                  </a:lnTo>
                  <a:lnTo>
                    <a:pt x="1446214" y="1736678"/>
                  </a:lnTo>
                  <a:lnTo>
                    <a:pt x="1435340" y="1736678"/>
                  </a:lnTo>
                  <a:lnTo>
                    <a:pt x="1435340" y="1730207"/>
                  </a:lnTo>
                  <a:lnTo>
                    <a:pt x="1429903" y="1730207"/>
                  </a:lnTo>
                  <a:lnTo>
                    <a:pt x="1429903" y="1723735"/>
                  </a:lnTo>
                  <a:lnTo>
                    <a:pt x="1413593" y="1723735"/>
                  </a:lnTo>
                  <a:lnTo>
                    <a:pt x="1402719" y="1723735"/>
                  </a:lnTo>
                  <a:lnTo>
                    <a:pt x="1402719" y="1704380"/>
                  </a:lnTo>
                  <a:lnTo>
                    <a:pt x="1397282" y="1704380"/>
                  </a:lnTo>
                  <a:lnTo>
                    <a:pt x="1397282" y="1697925"/>
                  </a:lnTo>
                  <a:lnTo>
                    <a:pt x="1386408" y="1697925"/>
                  </a:lnTo>
                  <a:lnTo>
                    <a:pt x="1386408" y="1685012"/>
                  </a:lnTo>
                  <a:lnTo>
                    <a:pt x="1380971" y="1685012"/>
                  </a:lnTo>
                  <a:lnTo>
                    <a:pt x="1380971" y="1672092"/>
                  </a:lnTo>
                  <a:lnTo>
                    <a:pt x="1375534" y="1672092"/>
                  </a:lnTo>
                  <a:lnTo>
                    <a:pt x="1375534" y="1665631"/>
                  </a:lnTo>
                  <a:lnTo>
                    <a:pt x="1370098" y="1665631"/>
                  </a:lnTo>
                  <a:lnTo>
                    <a:pt x="1370098" y="1659179"/>
                  </a:lnTo>
                  <a:lnTo>
                    <a:pt x="1364661" y="1659179"/>
                  </a:lnTo>
                  <a:lnTo>
                    <a:pt x="1364661" y="1652726"/>
                  </a:lnTo>
                  <a:lnTo>
                    <a:pt x="1359224" y="1652726"/>
                  </a:lnTo>
                  <a:lnTo>
                    <a:pt x="1359224" y="1646271"/>
                  </a:lnTo>
                  <a:lnTo>
                    <a:pt x="1337476" y="1646271"/>
                  </a:lnTo>
                  <a:lnTo>
                    <a:pt x="1337476" y="1633358"/>
                  </a:lnTo>
                  <a:lnTo>
                    <a:pt x="1332039" y="1633358"/>
                  </a:lnTo>
                  <a:lnTo>
                    <a:pt x="1326602" y="1633358"/>
                  </a:lnTo>
                  <a:lnTo>
                    <a:pt x="1326602" y="1626910"/>
                  </a:lnTo>
                  <a:lnTo>
                    <a:pt x="1315729" y="1626910"/>
                  </a:lnTo>
                  <a:lnTo>
                    <a:pt x="1315729" y="1607559"/>
                  </a:lnTo>
                  <a:lnTo>
                    <a:pt x="1293981" y="1607559"/>
                  </a:lnTo>
                  <a:lnTo>
                    <a:pt x="1293981" y="1601105"/>
                  </a:lnTo>
                  <a:lnTo>
                    <a:pt x="1288544" y="1601105"/>
                  </a:lnTo>
                  <a:lnTo>
                    <a:pt x="1288544" y="1594650"/>
                  </a:lnTo>
                  <a:lnTo>
                    <a:pt x="1283107" y="1594650"/>
                  </a:lnTo>
                  <a:lnTo>
                    <a:pt x="1283107" y="1588194"/>
                  </a:lnTo>
                  <a:lnTo>
                    <a:pt x="1272233" y="1588194"/>
                  </a:lnTo>
                  <a:lnTo>
                    <a:pt x="1272233" y="1575277"/>
                  </a:lnTo>
                  <a:lnTo>
                    <a:pt x="1266797" y="1575277"/>
                  </a:lnTo>
                  <a:lnTo>
                    <a:pt x="1266797" y="1568816"/>
                  </a:lnTo>
                  <a:lnTo>
                    <a:pt x="1261360" y="1568816"/>
                  </a:lnTo>
                  <a:lnTo>
                    <a:pt x="1255923" y="1568816"/>
                  </a:lnTo>
                  <a:lnTo>
                    <a:pt x="1255923" y="1562376"/>
                  </a:lnTo>
                  <a:lnTo>
                    <a:pt x="1245049" y="1562376"/>
                  </a:lnTo>
                  <a:lnTo>
                    <a:pt x="1245049" y="1549491"/>
                  </a:lnTo>
                  <a:lnTo>
                    <a:pt x="1239612" y="1549491"/>
                  </a:lnTo>
                  <a:lnTo>
                    <a:pt x="1239612" y="1543046"/>
                  </a:lnTo>
                  <a:lnTo>
                    <a:pt x="1234175" y="1543046"/>
                  </a:lnTo>
                  <a:lnTo>
                    <a:pt x="1228738" y="1543046"/>
                  </a:lnTo>
                  <a:lnTo>
                    <a:pt x="1228738" y="1536611"/>
                  </a:lnTo>
                  <a:lnTo>
                    <a:pt x="1223301" y="1536611"/>
                  </a:lnTo>
                  <a:lnTo>
                    <a:pt x="1223301" y="1530174"/>
                  </a:lnTo>
                  <a:lnTo>
                    <a:pt x="1206991" y="1530174"/>
                  </a:lnTo>
                  <a:lnTo>
                    <a:pt x="1206991" y="1510855"/>
                  </a:lnTo>
                  <a:lnTo>
                    <a:pt x="1196117" y="1510855"/>
                  </a:lnTo>
                  <a:lnTo>
                    <a:pt x="1196117" y="1504412"/>
                  </a:lnTo>
                  <a:lnTo>
                    <a:pt x="1179806" y="1504412"/>
                  </a:lnTo>
                  <a:lnTo>
                    <a:pt x="1174369" y="1504412"/>
                  </a:lnTo>
                  <a:lnTo>
                    <a:pt x="1174369" y="1497978"/>
                  </a:lnTo>
                  <a:lnTo>
                    <a:pt x="1168932" y="1497978"/>
                  </a:lnTo>
                  <a:lnTo>
                    <a:pt x="1168932" y="1485107"/>
                  </a:lnTo>
                  <a:lnTo>
                    <a:pt x="1163495" y="1485107"/>
                  </a:lnTo>
                  <a:lnTo>
                    <a:pt x="1163495" y="1472229"/>
                  </a:lnTo>
                  <a:lnTo>
                    <a:pt x="1158059" y="1472229"/>
                  </a:lnTo>
                  <a:lnTo>
                    <a:pt x="1158059" y="1465787"/>
                  </a:lnTo>
                  <a:lnTo>
                    <a:pt x="1152622" y="1465787"/>
                  </a:lnTo>
                  <a:lnTo>
                    <a:pt x="1152622" y="1459344"/>
                  </a:lnTo>
                  <a:lnTo>
                    <a:pt x="1147185" y="1459344"/>
                  </a:lnTo>
                  <a:lnTo>
                    <a:pt x="1147185" y="1446454"/>
                  </a:lnTo>
                  <a:lnTo>
                    <a:pt x="1141748" y="1446454"/>
                  </a:lnTo>
                  <a:lnTo>
                    <a:pt x="1141748" y="1440038"/>
                  </a:lnTo>
                  <a:lnTo>
                    <a:pt x="1136311" y="1440038"/>
                  </a:lnTo>
                  <a:lnTo>
                    <a:pt x="1136311" y="1433620"/>
                  </a:lnTo>
                  <a:lnTo>
                    <a:pt x="1130874" y="1433620"/>
                  </a:lnTo>
                  <a:lnTo>
                    <a:pt x="1130874" y="1427202"/>
                  </a:lnTo>
                  <a:lnTo>
                    <a:pt x="1125437" y="1427202"/>
                  </a:lnTo>
                  <a:lnTo>
                    <a:pt x="1125437" y="1420792"/>
                  </a:lnTo>
                  <a:lnTo>
                    <a:pt x="1114563" y="1420792"/>
                  </a:lnTo>
                  <a:lnTo>
                    <a:pt x="1114563" y="1407967"/>
                  </a:lnTo>
                  <a:lnTo>
                    <a:pt x="1098253" y="1407967"/>
                  </a:lnTo>
                  <a:lnTo>
                    <a:pt x="1098253" y="1401552"/>
                  </a:lnTo>
                  <a:lnTo>
                    <a:pt x="1087379" y="1401552"/>
                  </a:lnTo>
                  <a:lnTo>
                    <a:pt x="1087379" y="1395136"/>
                  </a:lnTo>
                  <a:lnTo>
                    <a:pt x="1081942" y="1395136"/>
                  </a:lnTo>
                  <a:lnTo>
                    <a:pt x="1081942" y="1382298"/>
                  </a:lnTo>
                  <a:lnTo>
                    <a:pt x="1060194" y="1382298"/>
                  </a:lnTo>
                  <a:lnTo>
                    <a:pt x="1060194" y="1375887"/>
                  </a:lnTo>
                  <a:lnTo>
                    <a:pt x="1049321" y="1375887"/>
                  </a:lnTo>
                  <a:lnTo>
                    <a:pt x="1049321" y="1369485"/>
                  </a:lnTo>
                  <a:lnTo>
                    <a:pt x="1043884" y="1369485"/>
                  </a:lnTo>
                  <a:lnTo>
                    <a:pt x="1043884" y="1363081"/>
                  </a:lnTo>
                  <a:lnTo>
                    <a:pt x="1038447" y="1363081"/>
                  </a:lnTo>
                  <a:lnTo>
                    <a:pt x="1038447" y="1350269"/>
                  </a:lnTo>
                  <a:lnTo>
                    <a:pt x="1027573" y="1350269"/>
                  </a:lnTo>
                  <a:lnTo>
                    <a:pt x="1027573" y="1343860"/>
                  </a:lnTo>
                  <a:lnTo>
                    <a:pt x="1022136" y="1343860"/>
                  </a:lnTo>
                  <a:lnTo>
                    <a:pt x="1022136" y="1331037"/>
                  </a:lnTo>
                  <a:lnTo>
                    <a:pt x="1016699" y="1331037"/>
                  </a:lnTo>
                  <a:lnTo>
                    <a:pt x="1016699" y="1318207"/>
                  </a:lnTo>
                  <a:lnTo>
                    <a:pt x="1000389" y="1318207"/>
                  </a:lnTo>
                  <a:lnTo>
                    <a:pt x="1000389" y="1311790"/>
                  </a:lnTo>
                  <a:lnTo>
                    <a:pt x="989515" y="1311790"/>
                  </a:lnTo>
                  <a:lnTo>
                    <a:pt x="989515" y="1305371"/>
                  </a:lnTo>
                  <a:lnTo>
                    <a:pt x="984078" y="1305371"/>
                  </a:lnTo>
                  <a:lnTo>
                    <a:pt x="984078" y="1298960"/>
                  </a:lnTo>
                  <a:lnTo>
                    <a:pt x="978641" y="1298960"/>
                  </a:lnTo>
                  <a:lnTo>
                    <a:pt x="978641" y="1292548"/>
                  </a:lnTo>
                  <a:lnTo>
                    <a:pt x="967767" y="1292548"/>
                  </a:lnTo>
                  <a:lnTo>
                    <a:pt x="967767" y="1279718"/>
                  </a:lnTo>
                  <a:lnTo>
                    <a:pt x="956893" y="1279718"/>
                  </a:lnTo>
                  <a:lnTo>
                    <a:pt x="956893" y="1273300"/>
                  </a:lnTo>
                  <a:lnTo>
                    <a:pt x="951457" y="1273300"/>
                  </a:lnTo>
                  <a:lnTo>
                    <a:pt x="940583" y="1273300"/>
                  </a:lnTo>
                  <a:lnTo>
                    <a:pt x="940583" y="1266891"/>
                  </a:lnTo>
                  <a:lnTo>
                    <a:pt x="918835" y="1266891"/>
                  </a:lnTo>
                  <a:lnTo>
                    <a:pt x="918835" y="1260479"/>
                  </a:lnTo>
                  <a:lnTo>
                    <a:pt x="913398" y="1260479"/>
                  </a:lnTo>
                  <a:lnTo>
                    <a:pt x="897088" y="1260479"/>
                  </a:lnTo>
                  <a:lnTo>
                    <a:pt x="897088" y="1254076"/>
                  </a:lnTo>
                  <a:lnTo>
                    <a:pt x="891651" y="1254076"/>
                  </a:lnTo>
                  <a:lnTo>
                    <a:pt x="891651" y="1247682"/>
                  </a:lnTo>
                  <a:lnTo>
                    <a:pt x="880777" y="1247682"/>
                  </a:lnTo>
                  <a:lnTo>
                    <a:pt x="880777" y="1234907"/>
                  </a:lnTo>
                  <a:lnTo>
                    <a:pt x="869903" y="1234907"/>
                  </a:lnTo>
                  <a:lnTo>
                    <a:pt x="869903" y="1228517"/>
                  </a:lnTo>
                  <a:lnTo>
                    <a:pt x="859029" y="1228517"/>
                  </a:lnTo>
                  <a:lnTo>
                    <a:pt x="859029" y="1215732"/>
                  </a:lnTo>
                  <a:lnTo>
                    <a:pt x="842719" y="1215732"/>
                  </a:lnTo>
                  <a:lnTo>
                    <a:pt x="842719" y="1209336"/>
                  </a:lnTo>
                  <a:lnTo>
                    <a:pt x="837282" y="1209336"/>
                  </a:lnTo>
                  <a:lnTo>
                    <a:pt x="837282" y="1202939"/>
                  </a:lnTo>
                  <a:lnTo>
                    <a:pt x="831845" y="1202939"/>
                  </a:lnTo>
                  <a:lnTo>
                    <a:pt x="831845" y="1190158"/>
                  </a:lnTo>
                  <a:lnTo>
                    <a:pt x="826408" y="1190158"/>
                  </a:lnTo>
                  <a:lnTo>
                    <a:pt x="826408" y="1177369"/>
                  </a:lnTo>
                  <a:lnTo>
                    <a:pt x="820971" y="1177369"/>
                  </a:lnTo>
                  <a:lnTo>
                    <a:pt x="820971" y="1164593"/>
                  </a:lnTo>
                  <a:lnTo>
                    <a:pt x="799223" y="1164593"/>
                  </a:lnTo>
                  <a:lnTo>
                    <a:pt x="788350" y="1164593"/>
                  </a:lnTo>
                  <a:lnTo>
                    <a:pt x="788350" y="1158212"/>
                  </a:lnTo>
                  <a:lnTo>
                    <a:pt x="782913" y="1158212"/>
                  </a:lnTo>
                  <a:lnTo>
                    <a:pt x="782913" y="1145444"/>
                  </a:lnTo>
                  <a:lnTo>
                    <a:pt x="777476" y="1145444"/>
                  </a:lnTo>
                  <a:lnTo>
                    <a:pt x="777476" y="1139056"/>
                  </a:lnTo>
                  <a:lnTo>
                    <a:pt x="772039" y="1139056"/>
                  </a:lnTo>
                  <a:lnTo>
                    <a:pt x="766602" y="1139056"/>
                  </a:lnTo>
                  <a:lnTo>
                    <a:pt x="766602" y="1132687"/>
                  </a:lnTo>
                  <a:lnTo>
                    <a:pt x="755728" y="1132687"/>
                  </a:lnTo>
                  <a:lnTo>
                    <a:pt x="755728" y="1126315"/>
                  </a:lnTo>
                  <a:lnTo>
                    <a:pt x="750291" y="1126315"/>
                  </a:lnTo>
                  <a:lnTo>
                    <a:pt x="750291" y="1119941"/>
                  </a:lnTo>
                  <a:lnTo>
                    <a:pt x="744854" y="1119941"/>
                  </a:lnTo>
                  <a:lnTo>
                    <a:pt x="744854" y="1113566"/>
                  </a:lnTo>
                  <a:lnTo>
                    <a:pt x="739418" y="1113566"/>
                  </a:lnTo>
                  <a:lnTo>
                    <a:pt x="739418" y="1100808"/>
                  </a:lnTo>
                  <a:lnTo>
                    <a:pt x="733981" y="1100808"/>
                  </a:lnTo>
                  <a:lnTo>
                    <a:pt x="733981" y="1094436"/>
                  </a:lnTo>
                  <a:lnTo>
                    <a:pt x="728544" y="1094436"/>
                  </a:lnTo>
                  <a:lnTo>
                    <a:pt x="728544" y="1088062"/>
                  </a:lnTo>
                  <a:lnTo>
                    <a:pt x="723107" y="1088062"/>
                  </a:lnTo>
                  <a:lnTo>
                    <a:pt x="723107" y="1068927"/>
                  </a:lnTo>
                  <a:lnTo>
                    <a:pt x="717670" y="1068927"/>
                  </a:lnTo>
                  <a:lnTo>
                    <a:pt x="717670" y="1056159"/>
                  </a:lnTo>
                  <a:lnTo>
                    <a:pt x="712233" y="1056159"/>
                  </a:lnTo>
                  <a:lnTo>
                    <a:pt x="712233" y="1049773"/>
                  </a:lnTo>
                  <a:lnTo>
                    <a:pt x="701359" y="1049773"/>
                  </a:lnTo>
                  <a:lnTo>
                    <a:pt x="701359" y="1043384"/>
                  </a:lnTo>
                  <a:lnTo>
                    <a:pt x="690485" y="1043384"/>
                  </a:lnTo>
                  <a:lnTo>
                    <a:pt x="690485" y="1036992"/>
                  </a:lnTo>
                  <a:lnTo>
                    <a:pt x="674175" y="1036992"/>
                  </a:lnTo>
                  <a:lnTo>
                    <a:pt x="674175" y="1017805"/>
                  </a:lnTo>
                  <a:lnTo>
                    <a:pt x="663301" y="1017805"/>
                  </a:lnTo>
                  <a:lnTo>
                    <a:pt x="663301" y="1005002"/>
                  </a:lnTo>
                  <a:lnTo>
                    <a:pt x="657864" y="1005002"/>
                  </a:lnTo>
                  <a:lnTo>
                    <a:pt x="657864" y="998598"/>
                  </a:lnTo>
                  <a:lnTo>
                    <a:pt x="652427" y="998598"/>
                  </a:lnTo>
                  <a:lnTo>
                    <a:pt x="652427" y="985781"/>
                  </a:lnTo>
                  <a:lnTo>
                    <a:pt x="641553" y="985781"/>
                  </a:lnTo>
                  <a:lnTo>
                    <a:pt x="641553" y="979369"/>
                  </a:lnTo>
                  <a:lnTo>
                    <a:pt x="636116" y="979369"/>
                  </a:lnTo>
                  <a:lnTo>
                    <a:pt x="630680" y="979369"/>
                  </a:lnTo>
                  <a:lnTo>
                    <a:pt x="630680" y="960148"/>
                  </a:lnTo>
                  <a:lnTo>
                    <a:pt x="608932" y="960148"/>
                  </a:lnTo>
                  <a:lnTo>
                    <a:pt x="608932" y="953745"/>
                  </a:lnTo>
                  <a:lnTo>
                    <a:pt x="592621" y="953745"/>
                  </a:lnTo>
                  <a:lnTo>
                    <a:pt x="592621" y="940932"/>
                  </a:lnTo>
                  <a:lnTo>
                    <a:pt x="587184" y="940932"/>
                  </a:lnTo>
                  <a:lnTo>
                    <a:pt x="587184" y="928110"/>
                  </a:lnTo>
                  <a:lnTo>
                    <a:pt x="581747" y="928110"/>
                  </a:lnTo>
                  <a:lnTo>
                    <a:pt x="581747" y="921695"/>
                  </a:lnTo>
                  <a:lnTo>
                    <a:pt x="576311" y="921695"/>
                  </a:lnTo>
                  <a:lnTo>
                    <a:pt x="576311" y="908857"/>
                  </a:lnTo>
                  <a:lnTo>
                    <a:pt x="570874" y="908857"/>
                  </a:lnTo>
                  <a:lnTo>
                    <a:pt x="570874" y="889608"/>
                  </a:lnTo>
                  <a:lnTo>
                    <a:pt x="560000" y="889608"/>
                  </a:lnTo>
                  <a:lnTo>
                    <a:pt x="560000" y="883187"/>
                  </a:lnTo>
                  <a:lnTo>
                    <a:pt x="554563" y="883187"/>
                  </a:lnTo>
                  <a:lnTo>
                    <a:pt x="554563" y="876781"/>
                  </a:lnTo>
                  <a:lnTo>
                    <a:pt x="543689" y="876781"/>
                  </a:lnTo>
                  <a:lnTo>
                    <a:pt x="543689" y="870373"/>
                  </a:lnTo>
                  <a:lnTo>
                    <a:pt x="538252" y="870373"/>
                  </a:lnTo>
                  <a:lnTo>
                    <a:pt x="538252" y="863971"/>
                  </a:lnTo>
                  <a:lnTo>
                    <a:pt x="532815" y="863971"/>
                  </a:lnTo>
                  <a:lnTo>
                    <a:pt x="532815" y="857584"/>
                  </a:lnTo>
                  <a:lnTo>
                    <a:pt x="521942" y="857584"/>
                  </a:lnTo>
                  <a:lnTo>
                    <a:pt x="521942" y="851195"/>
                  </a:lnTo>
                  <a:lnTo>
                    <a:pt x="516505" y="851195"/>
                  </a:lnTo>
                  <a:lnTo>
                    <a:pt x="516505" y="844803"/>
                  </a:lnTo>
                  <a:lnTo>
                    <a:pt x="511068" y="844803"/>
                  </a:lnTo>
                  <a:lnTo>
                    <a:pt x="511068" y="832011"/>
                  </a:lnTo>
                  <a:lnTo>
                    <a:pt x="500194" y="832011"/>
                  </a:lnTo>
                  <a:lnTo>
                    <a:pt x="500194" y="825610"/>
                  </a:lnTo>
                  <a:lnTo>
                    <a:pt x="494757" y="825610"/>
                  </a:lnTo>
                  <a:lnTo>
                    <a:pt x="494757" y="806419"/>
                  </a:lnTo>
                  <a:lnTo>
                    <a:pt x="483883" y="806419"/>
                  </a:lnTo>
                  <a:lnTo>
                    <a:pt x="483883" y="793610"/>
                  </a:lnTo>
                  <a:lnTo>
                    <a:pt x="478446" y="793610"/>
                  </a:lnTo>
                  <a:lnTo>
                    <a:pt x="478446" y="780788"/>
                  </a:lnTo>
                  <a:lnTo>
                    <a:pt x="473010" y="780788"/>
                  </a:lnTo>
                  <a:lnTo>
                    <a:pt x="467573" y="780788"/>
                  </a:lnTo>
                  <a:lnTo>
                    <a:pt x="467573" y="767972"/>
                  </a:lnTo>
                  <a:lnTo>
                    <a:pt x="462136" y="767972"/>
                  </a:lnTo>
                  <a:lnTo>
                    <a:pt x="462136" y="748725"/>
                  </a:lnTo>
                  <a:lnTo>
                    <a:pt x="456699" y="748725"/>
                  </a:lnTo>
                  <a:lnTo>
                    <a:pt x="456699" y="742329"/>
                  </a:lnTo>
                  <a:lnTo>
                    <a:pt x="451262" y="742329"/>
                  </a:lnTo>
                  <a:lnTo>
                    <a:pt x="451262" y="723122"/>
                  </a:lnTo>
                  <a:lnTo>
                    <a:pt x="440388" y="723122"/>
                  </a:lnTo>
                  <a:lnTo>
                    <a:pt x="440388" y="703885"/>
                  </a:lnTo>
                  <a:lnTo>
                    <a:pt x="434951" y="703885"/>
                  </a:lnTo>
                  <a:lnTo>
                    <a:pt x="434951" y="697465"/>
                  </a:lnTo>
                  <a:lnTo>
                    <a:pt x="429514" y="697465"/>
                  </a:lnTo>
                  <a:lnTo>
                    <a:pt x="429514" y="671751"/>
                  </a:lnTo>
                  <a:lnTo>
                    <a:pt x="424077" y="671751"/>
                  </a:lnTo>
                  <a:lnTo>
                    <a:pt x="424077" y="665313"/>
                  </a:lnTo>
                  <a:lnTo>
                    <a:pt x="418641" y="665313"/>
                  </a:lnTo>
                  <a:lnTo>
                    <a:pt x="418641" y="652425"/>
                  </a:lnTo>
                  <a:lnTo>
                    <a:pt x="413204" y="652425"/>
                  </a:lnTo>
                  <a:lnTo>
                    <a:pt x="413204" y="645975"/>
                  </a:lnTo>
                  <a:lnTo>
                    <a:pt x="407767" y="645975"/>
                  </a:lnTo>
                  <a:lnTo>
                    <a:pt x="402330" y="645975"/>
                  </a:lnTo>
                  <a:lnTo>
                    <a:pt x="402330" y="626628"/>
                  </a:lnTo>
                  <a:lnTo>
                    <a:pt x="396893" y="626628"/>
                  </a:lnTo>
                  <a:lnTo>
                    <a:pt x="396893" y="613709"/>
                  </a:lnTo>
                  <a:lnTo>
                    <a:pt x="391456" y="613709"/>
                  </a:lnTo>
                  <a:lnTo>
                    <a:pt x="391456" y="587818"/>
                  </a:lnTo>
                  <a:lnTo>
                    <a:pt x="386019" y="587818"/>
                  </a:lnTo>
                  <a:lnTo>
                    <a:pt x="386019" y="581343"/>
                  </a:lnTo>
                  <a:lnTo>
                    <a:pt x="380582" y="581343"/>
                  </a:lnTo>
                  <a:lnTo>
                    <a:pt x="380582" y="574880"/>
                  </a:lnTo>
                  <a:lnTo>
                    <a:pt x="375145" y="574880"/>
                  </a:lnTo>
                  <a:lnTo>
                    <a:pt x="375145" y="568422"/>
                  </a:lnTo>
                  <a:lnTo>
                    <a:pt x="353398" y="568422"/>
                  </a:lnTo>
                  <a:lnTo>
                    <a:pt x="353398" y="561959"/>
                  </a:lnTo>
                  <a:lnTo>
                    <a:pt x="342524" y="561959"/>
                  </a:lnTo>
                  <a:lnTo>
                    <a:pt x="342524" y="549035"/>
                  </a:lnTo>
                  <a:lnTo>
                    <a:pt x="337087" y="549035"/>
                  </a:lnTo>
                  <a:lnTo>
                    <a:pt x="337087" y="542575"/>
                  </a:lnTo>
                  <a:lnTo>
                    <a:pt x="331650" y="542575"/>
                  </a:lnTo>
                  <a:lnTo>
                    <a:pt x="331650" y="536109"/>
                  </a:lnTo>
                  <a:lnTo>
                    <a:pt x="326213" y="536109"/>
                  </a:lnTo>
                  <a:lnTo>
                    <a:pt x="326213" y="523163"/>
                  </a:lnTo>
                  <a:lnTo>
                    <a:pt x="320776" y="523163"/>
                  </a:lnTo>
                  <a:lnTo>
                    <a:pt x="320776" y="516681"/>
                  </a:lnTo>
                  <a:lnTo>
                    <a:pt x="315340" y="516681"/>
                  </a:lnTo>
                  <a:lnTo>
                    <a:pt x="315340" y="497204"/>
                  </a:lnTo>
                  <a:lnTo>
                    <a:pt x="309903" y="497204"/>
                  </a:lnTo>
                  <a:lnTo>
                    <a:pt x="309903" y="471152"/>
                  </a:lnTo>
                  <a:lnTo>
                    <a:pt x="304466" y="471152"/>
                  </a:lnTo>
                  <a:lnTo>
                    <a:pt x="299029" y="471152"/>
                  </a:lnTo>
                  <a:lnTo>
                    <a:pt x="299029" y="458176"/>
                  </a:lnTo>
                  <a:lnTo>
                    <a:pt x="288155" y="458176"/>
                  </a:lnTo>
                  <a:lnTo>
                    <a:pt x="288155" y="451678"/>
                  </a:lnTo>
                  <a:lnTo>
                    <a:pt x="277281" y="451678"/>
                  </a:lnTo>
                  <a:lnTo>
                    <a:pt x="277281" y="438663"/>
                  </a:lnTo>
                  <a:lnTo>
                    <a:pt x="271844" y="438663"/>
                  </a:lnTo>
                  <a:lnTo>
                    <a:pt x="271844" y="425619"/>
                  </a:lnTo>
                  <a:lnTo>
                    <a:pt x="266407" y="425619"/>
                  </a:lnTo>
                  <a:lnTo>
                    <a:pt x="266407" y="406000"/>
                  </a:lnTo>
                  <a:lnTo>
                    <a:pt x="260971" y="406000"/>
                  </a:lnTo>
                  <a:lnTo>
                    <a:pt x="260971" y="392882"/>
                  </a:lnTo>
                  <a:lnTo>
                    <a:pt x="255534" y="392882"/>
                  </a:lnTo>
                  <a:lnTo>
                    <a:pt x="255534" y="379731"/>
                  </a:lnTo>
                  <a:lnTo>
                    <a:pt x="250097" y="379731"/>
                  </a:lnTo>
                  <a:lnTo>
                    <a:pt x="250097" y="373151"/>
                  </a:lnTo>
                  <a:lnTo>
                    <a:pt x="244660" y="373151"/>
                  </a:lnTo>
                  <a:lnTo>
                    <a:pt x="244660" y="346741"/>
                  </a:lnTo>
                  <a:lnTo>
                    <a:pt x="239223" y="346741"/>
                  </a:lnTo>
                  <a:lnTo>
                    <a:pt x="239223" y="326829"/>
                  </a:lnTo>
                  <a:lnTo>
                    <a:pt x="233786" y="326829"/>
                  </a:lnTo>
                  <a:lnTo>
                    <a:pt x="233786" y="306818"/>
                  </a:lnTo>
                  <a:lnTo>
                    <a:pt x="228349" y="306818"/>
                  </a:lnTo>
                  <a:lnTo>
                    <a:pt x="228349" y="293434"/>
                  </a:lnTo>
                  <a:lnTo>
                    <a:pt x="222912" y="293434"/>
                  </a:lnTo>
                  <a:lnTo>
                    <a:pt x="222912" y="280051"/>
                  </a:lnTo>
                  <a:lnTo>
                    <a:pt x="212038" y="280051"/>
                  </a:lnTo>
                  <a:lnTo>
                    <a:pt x="206602" y="280051"/>
                  </a:lnTo>
                  <a:lnTo>
                    <a:pt x="206602" y="273348"/>
                  </a:lnTo>
                  <a:lnTo>
                    <a:pt x="201165" y="273348"/>
                  </a:lnTo>
                  <a:lnTo>
                    <a:pt x="201165" y="266639"/>
                  </a:lnTo>
                  <a:lnTo>
                    <a:pt x="195728" y="266639"/>
                  </a:lnTo>
                  <a:lnTo>
                    <a:pt x="195728" y="253176"/>
                  </a:lnTo>
                  <a:lnTo>
                    <a:pt x="190291" y="253176"/>
                  </a:lnTo>
                  <a:lnTo>
                    <a:pt x="190291" y="239665"/>
                  </a:lnTo>
                  <a:lnTo>
                    <a:pt x="184854" y="239665"/>
                  </a:lnTo>
                  <a:lnTo>
                    <a:pt x="184854" y="232892"/>
                  </a:lnTo>
                  <a:lnTo>
                    <a:pt x="173980" y="232892"/>
                  </a:lnTo>
                  <a:lnTo>
                    <a:pt x="173980" y="226100"/>
                  </a:lnTo>
                  <a:lnTo>
                    <a:pt x="168543" y="226100"/>
                  </a:lnTo>
                  <a:lnTo>
                    <a:pt x="168543" y="219289"/>
                  </a:lnTo>
                  <a:lnTo>
                    <a:pt x="163106" y="219289"/>
                  </a:lnTo>
                  <a:lnTo>
                    <a:pt x="163106" y="212457"/>
                  </a:lnTo>
                  <a:lnTo>
                    <a:pt x="157670" y="212457"/>
                  </a:lnTo>
                  <a:lnTo>
                    <a:pt x="157670" y="198727"/>
                  </a:lnTo>
                  <a:lnTo>
                    <a:pt x="152233" y="198727"/>
                  </a:lnTo>
                  <a:lnTo>
                    <a:pt x="152233" y="184972"/>
                  </a:lnTo>
                  <a:lnTo>
                    <a:pt x="146796" y="184972"/>
                  </a:lnTo>
                  <a:lnTo>
                    <a:pt x="146796" y="164130"/>
                  </a:lnTo>
                  <a:lnTo>
                    <a:pt x="135922" y="164130"/>
                  </a:lnTo>
                  <a:lnTo>
                    <a:pt x="135922" y="157119"/>
                  </a:lnTo>
                  <a:lnTo>
                    <a:pt x="130485" y="157119"/>
                  </a:lnTo>
                  <a:lnTo>
                    <a:pt x="130485" y="150082"/>
                  </a:lnTo>
                  <a:lnTo>
                    <a:pt x="125048" y="150082"/>
                  </a:lnTo>
                  <a:lnTo>
                    <a:pt x="125048" y="135886"/>
                  </a:lnTo>
                  <a:lnTo>
                    <a:pt x="119611" y="135886"/>
                  </a:lnTo>
                  <a:lnTo>
                    <a:pt x="114174" y="135886"/>
                  </a:lnTo>
                  <a:lnTo>
                    <a:pt x="114174" y="128749"/>
                  </a:lnTo>
                  <a:lnTo>
                    <a:pt x="103301" y="128749"/>
                  </a:lnTo>
                  <a:lnTo>
                    <a:pt x="103301" y="114339"/>
                  </a:lnTo>
                  <a:lnTo>
                    <a:pt x="97864" y="114339"/>
                  </a:lnTo>
                  <a:lnTo>
                    <a:pt x="97864" y="92264"/>
                  </a:lnTo>
                  <a:lnTo>
                    <a:pt x="92427" y="92264"/>
                  </a:lnTo>
                  <a:lnTo>
                    <a:pt x="92427" y="77126"/>
                  </a:lnTo>
                  <a:lnTo>
                    <a:pt x="86990" y="77126"/>
                  </a:lnTo>
                  <a:lnTo>
                    <a:pt x="86990" y="69376"/>
                  </a:lnTo>
                  <a:lnTo>
                    <a:pt x="76116" y="69376"/>
                  </a:lnTo>
                  <a:lnTo>
                    <a:pt x="76116" y="61504"/>
                  </a:lnTo>
                  <a:lnTo>
                    <a:pt x="70679" y="61504"/>
                  </a:lnTo>
                  <a:lnTo>
                    <a:pt x="70679" y="53438"/>
                  </a:lnTo>
                  <a:lnTo>
                    <a:pt x="48932" y="53438"/>
                  </a:lnTo>
                  <a:lnTo>
                    <a:pt x="48932" y="36435"/>
                  </a:lnTo>
                  <a:lnTo>
                    <a:pt x="32621" y="36435"/>
                  </a:lnTo>
                  <a:lnTo>
                    <a:pt x="32621" y="27192"/>
                  </a:lnTo>
                  <a:lnTo>
                    <a:pt x="21747" y="27192"/>
                  </a:lnTo>
                  <a:lnTo>
                    <a:pt x="21747" y="16865"/>
                  </a:lnTo>
                  <a:lnTo>
                    <a:pt x="16310" y="16865"/>
                  </a:lnTo>
                  <a:lnTo>
                    <a:pt x="16310" y="0"/>
                  </a:lnTo>
                  <a:lnTo>
                    <a:pt x="10873" y="0"/>
                  </a:lnTo>
                  <a:lnTo>
                    <a:pt x="5436" y="0"/>
                  </a:lnTo>
                  <a:close/>
                </a:path>
              </a:pathLst>
            </a:custGeom>
            <a:solidFill>
              <a:srgbClr val="00BFC4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011026" y="789916"/>
              <a:ext cx="9661366" cy="3866615"/>
            </a:xfrm>
            <a:custGeom>
              <a:avLst/>
              <a:pathLst>
                <a:path w="9661366" h="3866615">
                  <a:moveTo>
                    <a:pt x="0" y="0"/>
                  </a:moveTo>
                  <a:lnTo>
                    <a:pt x="5436" y="0"/>
                  </a:lnTo>
                  <a:lnTo>
                    <a:pt x="5436" y="0"/>
                  </a:lnTo>
                  <a:lnTo>
                    <a:pt x="10873" y="0"/>
                  </a:lnTo>
                  <a:lnTo>
                    <a:pt x="10873" y="0"/>
                  </a:lnTo>
                  <a:lnTo>
                    <a:pt x="16310" y="0"/>
                  </a:lnTo>
                  <a:lnTo>
                    <a:pt x="16310" y="0"/>
                  </a:lnTo>
                  <a:lnTo>
                    <a:pt x="21747" y="0"/>
                  </a:lnTo>
                  <a:lnTo>
                    <a:pt x="21747" y="0"/>
                  </a:lnTo>
                  <a:lnTo>
                    <a:pt x="32621" y="0"/>
                  </a:lnTo>
                  <a:lnTo>
                    <a:pt x="32621" y="0"/>
                  </a:lnTo>
                  <a:lnTo>
                    <a:pt x="48932" y="0"/>
                  </a:lnTo>
                  <a:lnTo>
                    <a:pt x="48932" y="3532"/>
                  </a:lnTo>
                  <a:lnTo>
                    <a:pt x="70679" y="3532"/>
                  </a:lnTo>
                  <a:lnTo>
                    <a:pt x="70679" y="6863"/>
                  </a:lnTo>
                  <a:lnTo>
                    <a:pt x="76116" y="6863"/>
                  </a:lnTo>
                  <a:lnTo>
                    <a:pt x="76116" y="10388"/>
                  </a:lnTo>
                  <a:lnTo>
                    <a:pt x="86990" y="10388"/>
                  </a:lnTo>
                  <a:lnTo>
                    <a:pt x="86990" y="14072"/>
                  </a:lnTo>
                  <a:lnTo>
                    <a:pt x="92427" y="14072"/>
                  </a:lnTo>
                  <a:lnTo>
                    <a:pt x="92427" y="21802"/>
                  </a:lnTo>
                  <a:lnTo>
                    <a:pt x="97864" y="21802"/>
                  </a:lnTo>
                  <a:lnTo>
                    <a:pt x="97864" y="34066"/>
                  </a:lnTo>
                  <a:lnTo>
                    <a:pt x="103301" y="34066"/>
                  </a:lnTo>
                  <a:lnTo>
                    <a:pt x="103301" y="42573"/>
                  </a:lnTo>
                  <a:lnTo>
                    <a:pt x="114174" y="42573"/>
                  </a:lnTo>
                  <a:lnTo>
                    <a:pt x="114174" y="46908"/>
                  </a:lnTo>
                  <a:lnTo>
                    <a:pt x="119611" y="46908"/>
                  </a:lnTo>
                  <a:lnTo>
                    <a:pt x="119611" y="46908"/>
                  </a:lnTo>
                  <a:lnTo>
                    <a:pt x="125048" y="46908"/>
                  </a:lnTo>
                  <a:lnTo>
                    <a:pt x="125048" y="55732"/>
                  </a:lnTo>
                  <a:lnTo>
                    <a:pt x="130485" y="55732"/>
                  </a:lnTo>
                  <a:lnTo>
                    <a:pt x="130485" y="60204"/>
                  </a:lnTo>
                  <a:lnTo>
                    <a:pt x="135922" y="60204"/>
                  </a:lnTo>
                  <a:lnTo>
                    <a:pt x="135922" y="64715"/>
                  </a:lnTo>
                  <a:lnTo>
                    <a:pt x="146796" y="64715"/>
                  </a:lnTo>
                  <a:lnTo>
                    <a:pt x="146796" y="78441"/>
                  </a:lnTo>
                  <a:lnTo>
                    <a:pt x="152233" y="78441"/>
                  </a:lnTo>
                  <a:lnTo>
                    <a:pt x="152233" y="87730"/>
                  </a:lnTo>
                  <a:lnTo>
                    <a:pt x="157670" y="87730"/>
                  </a:lnTo>
                  <a:lnTo>
                    <a:pt x="157670" y="97148"/>
                  </a:lnTo>
                  <a:lnTo>
                    <a:pt x="163106" y="97148"/>
                  </a:lnTo>
                  <a:lnTo>
                    <a:pt x="163106" y="101891"/>
                  </a:lnTo>
                  <a:lnTo>
                    <a:pt x="168543" y="101891"/>
                  </a:lnTo>
                  <a:lnTo>
                    <a:pt x="168543" y="106653"/>
                  </a:lnTo>
                  <a:lnTo>
                    <a:pt x="173980" y="106653"/>
                  </a:lnTo>
                  <a:lnTo>
                    <a:pt x="173980" y="111436"/>
                  </a:lnTo>
                  <a:lnTo>
                    <a:pt x="184854" y="111436"/>
                  </a:lnTo>
                  <a:lnTo>
                    <a:pt x="184854" y="116237"/>
                  </a:lnTo>
                  <a:lnTo>
                    <a:pt x="190291" y="116237"/>
                  </a:lnTo>
                  <a:lnTo>
                    <a:pt x="190291" y="125900"/>
                  </a:lnTo>
                  <a:lnTo>
                    <a:pt x="195728" y="125900"/>
                  </a:lnTo>
                  <a:lnTo>
                    <a:pt x="195728" y="135638"/>
                  </a:lnTo>
                  <a:lnTo>
                    <a:pt x="201165" y="135638"/>
                  </a:lnTo>
                  <a:lnTo>
                    <a:pt x="201165" y="140529"/>
                  </a:lnTo>
                  <a:lnTo>
                    <a:pt x="206602" y="140529"/>
                  </a:lnTo>
                  <a:lnTo>
                    <a:pt x="206602" y="145439"/>
                  </a:lnTo>
                  <a:lnTo>
                    <a:pt x="212038" y="145439"/>
                  </a:lnTo>
                  <a:lnTo>
                    <a:pt x="212038" y="145439"/>
                  </a:lnTo>
                  <a:lnTo>
                    <a:pt x="222912" y="145439"/>
                  </a:lnTo>
                  <a:lnTo>
                    <a:pt x="222912" y="155310"/>
                  </a:lnTo>
                  <a:lnTo>
                    <a:pt x="228349" y="155310"/>
                  </a:lnTo>
                  <a:lnTo>
                    <a:pt x="228349" y="165261"/>
                  </a:lnTo>
                  <a:lnTo>
                    <a:pt x="233786" y="165261"/>
                  </a:lnTo>
                  <a:lnTo>
                    <a:pt x="233786" y="180291"/>
                  </a:lnTo>
                  <a:lnTo>
                    <a:pt x="239223" y="180291"/>
                  </a:lnTo>
                  <a:lnTo>
                    <a:pt x="239223" y="195420"/>
                  </a:lnTo>
                  <a:lnTo>
                    <a:pt x="244660" y="195420"/>
                  </a:lnTo>
                  <a:lnTo>
                    <a:pt x="244660" y="215731"/>
                  </a:lnTo>
                  <a:lnTo>
                    <a:pt x="250097" y="215731"/>
                  </a:lnTo>
                  <a:lnTo>
                    <a:pt x="250097" y="220832"/>
                  </a:lnTo>
                  <a:lnTo>
                    <a:pt x="255534" y="220832"/>
                  </a:lnTo>
                  <a:lnTo>
                    <a:pt x="255534" y="231069"/>
                  </a:lnTo>
                  <a:lnTo>
                    <a:pt x="260971" y="231069"/>
                  </a:lnTo>
                  <a:lnTo>
                    <a:pt x="260971" y="241339"/>
                  </a:lnTo>
                  <a:lnTo>
                    <a:pt x="266407" y="241339"/>
                  </a:lnTo>
                  <a:lnTo>
                    <a:pt x="266407" y="256802"/>
                  </a:lnTo>
                  <a:lnTo>
                    <a:pt x="271844" y="256802"/>
                  </a:lnTo>
                  <a:lnTo>
                    <a:pt x="271844" y="267147"/>
                  </a:lnTo>
                  <a:lnTo>
                    <a:pt x="277281" y="267147"/>
                  </a:lnTo>
                  <a:lnTo>
                    <a:pt x="277281" y="277519"/>
                  </a:lnTo>
                  <a:lnTo>
                    <a:pt x="288155" y="277519"/>
                  </a:lnTo>
                  <a:lnTo>
                    <a:pt x="288155" y="282716"/>
                  </a:lnTo>
                  <a:lnTo>
                    <a:pt x="299029" y="282716"/>
                  </a:lnTo>
                  <a:lnTo>
                    <a:pt x="299029" y="293127"/>
                  </a:lnTo>
                  <a:lnTo>
                    <a:pt x="304466" y="293127"/>
                  </a:lnTo>
                  <a:lnTo>
                    <a:pt x="304466" y="293127"/>
                  </a:lnTo>
                  <a:lnTo>
                    <a:pt x="309903" y="293127"/>
                  </a:lnTo>
                  <a:lnTo>
                    <a:pt x="309903" y="314132"/>
                  </a:lnTo>
                  <a:lnTo>
                    <a:pt x="315340" y="314132"/>
                  </a:lnTo>
                  <a:lnTo>
                    <a:pt x="315340" y="329946"/>
                  </a:lnTo>
                  <a:lnTo>
                    <a:pt x="320776" y="329946"/>
                  </a:lnTo>
                  <a:lnTo>
                    <a:pt x="320776" y="335229"/>
                  </a:lnTo>
                  <a:lnTo>
                    <a:pt x="326213" y="335229"/>
                  </a:lnTo>
                  <a:lnTo>
                    <a:pt x="326213" y="345810"/>
                  </a:lnTo>
                  <a:lnTo>
                    <a:pt x="331650" y="345810"/>
                  </a:lnTo>
                  <a:lnTo>
                    <a:pt x="331650" y="351109"/>
                  </a:lnTo>
                  <a:lnTo>
                    <a:pt x="337087" y="351109"/>
                  </a:lnTo>
                  <a:lnTo>
                    <a:pt x="337087" y="356412"/>
                  </a:lnTo>
                  <a:lnTo>
                    <a:pt x="342524" y="356412"/>
                  </a:lnTo>
                  <a:lnTo>
                    <a:pt x="342524" y="367046"/>
                  </a:lnTo>
                  <a:lnTo>
                    <a:pt x="353398" y="367046"/>
                  </a:lnTo>
                  <a:lnTo>
                    <a:pt x="353398" y="372375"/>
                  </a:lnTo>
                  <a:lnTo>
                    <a:pt x="375145" y="372375"/>
                  </a:lnTo>
                  <a:lnTo>
                    <a:pt x="375145" y="377709"/>
                  </a:lnTo>
                  <a:lnTo>
                    <a:pt x="380582" y="377709"/>
                  </a:lnTo>
                  <a:lnTo>
                    <a:pt x="380582" y="383054"/>
                  </a:lnTo>
                  <a:lnTo>
                    <a:pt x="386019" y="383054"/>
                  </a:lnTo>
                  <a:lnTo>
                    <a:pt x="386019" y="388415"/>
                  </a:lnTo>
                  <a:lnTo>
                    <a:pt x="391456" y="388415"/>
                  </a:lnTo>
                  <a:lnTo>
                    <a:pt x="391456" y="409927"/>
                  </a:lnTo>
                  <a:lnTo>
                    <a:pt x="396893" y="409927"/>
                  </a:lnTo>
                  <a:lnTo>
                    <a:pt x="396893" y="420709"/>
                  </a:lnTo>
                  <a:lnTo>
                    <a:pt x="402330" y="420709"/>
                  </a:lnTo>
                  <a:lnTo>
                    <a:pt x="402330" y="436914"/>
                  </a:lnTo>
                  <a:lnTo>
                    <a:pt x="407767" y="436914"/>
                  </a:lnTo>
                  <a:lnTo>
                    <a:pt x="407767" y="436914"/>
                  </a:lnTo>
                  <a:lnTo>
                    <a:pt x="413204" y="436914"/>
                  </a:lnTo>
                  <a:lnTo>
                    <a:pt x="413204" y="442330"/>
                  </a:lnTo>
                  <a:lnTo>
                    <a:pt x="418641" y="442330"/>
                  </a:lnTo>
                  <a:lnTo>
                    <a:pt x="418641" y="453173"/>
                  </a:lnTo>
                  <a:lnTo>
                    <a:pt x="424077" y="453173"/>
                  </a:lnTo>
                  <a:lnTo>
                    <a:pt x="424077" y="458600"/>
                  </a:lnTo>
                  <a:lnTo>
                    <a:pt x="429514" y="458600"/>
                  </a:lnTo>
                  <a:lnTo>
                    <a:pt x="429514" y="480347"/>
                  </a:lnTo>
                  <a:lnTo>
                    <a:pt x="434951" y="480347"/>
                  </a:lnTo>
                  <a:lnTo>
                    <a:pt x="434951" y="485793"/>
                  </a:lnTo>
                  <a:lnTo>
                    <a:pt x="440388" y="485793"/>
                  </a:lnTo>
                  <a:lnTo>
                    <a:pt x="440388" y="502152"/>
                  </a:lnTo>
                  <a:lnTo>
                    <a:pt x="451262" y="502152"/>
                  </a:lnTo>
                  <a:lnTo>
                    <a:pt x="451262" y="518542"/>
                  </a:lnTo>
                  <a:lnTo>
                    <a:pt x="456699" y="518542"/>
                  </a:lnTo>
                  <a:lnTo>
                    <a:pt x="456699" y="524012"/>
                  </a:lnTo>
                  <a:lnTo>
                    <a:pt x="462136" y="524012"/>
                  </a:lnTo>
                  <a:lnTo>
                    <a:pt x="462136" y="540497"/>
                  </a:lnTo>
                  <a:lnTo>
                    <a:pt x="467573" y="540497"/>
                  </a:lnTo>
                  <a:lnTo>
                    <a:pt x="467573" y="551503"/>
                  </a:lnTo>
                  <a:lnTo>
                    <a:pt x="473010" y="551503"/>
                  </a:lnTo>
                  <a:lnTo>
                    <a:pt x="473010" y="551503"/>
                  </a:lnTo>
                  <a:lnTo>
                    <a:pt x="478446" y="551503"/>
                  </a:lnTo>
                  <a:lnTo>
                    <a:pt x="478446" y="562534"/>
                  </a:lnTo>
                  <a:lnTo>
                    <a:pt x="483883" y="562534"/>
                  </a:lnTo>
                  <a:lnTo>
                    <a:pt x="483883" y="573577"/>
                  </a:lnTo>
                  <a:lnTo>
                    <a:pt x="494757" y="573577"/>
                  </a:lnTo>
                  <a:lnTo>
                    <a:pt x="494757" y="590165"/>
                  </a:lnTo>
                  <a:lnTo>
                    <a:pt x="500194" y="590165"/>
                  </a:lnTo>
                  <a:lnTo>
                    <a:pt x="500194" y="595706"/>
                  </a:lnTo>
                  <a:lnTo>
                    <a:pt x="511068" y="595706"/>
                  </a:lnTo>
                  <a:lnTo>
                    <a:pt x="511068" y="606797"/>
                  </a:lnTo>
                  <a:lnTo>
                    <a:pt x="516505" y="606797"/>
                  </a:lnTo>
                  <a:lnTo>
                    <a:pt x="516505" y="612347"/>
                  </a:lnTo>
                  <a:lnTo>
                    <a:pt x="521942" y="612347"/>
                  </a:lnTo>
                  <a:lnTo>
                    <a:pt x="521942" y="617900"/>
                  </a:lnTo>
                  <a:lnTo>
                    <a:pt x="532815" y="617900"/>
                  </a:lnTo>
                  <a:lnTo>
                    <a:pt x="532815" y="623455"/>
                  </a:lnTo>
                  <a:lnTo>
                    <a:pt x="538252" y="623455"/>
                  </a:lnTo>
                  <a:lnTo>
                    <a:pt x="538252" y="629026"/>
                  </a:lnTo>
                  <a:lnTo>
                    <a:pt x="543689" y="629026"/>
                  </a:lnTo>
                  <a:lnTo>
                    <a:pt x="543689" y="634607"/>
                  </a:lnTo>
                  <a:lnTo>
                    <a:pt x="554563" y="634607"/>
                  </a:lnTo>
                  <a:lnTo>
                    <a:pt x="554563" y="640190"/>
                  </a:lnTo>
                  <a:lnTo>
                    <a:pt x="560000" y="640190"/>
                  </a:lnTo>
                  <a:lnTo>
                    <a:pt x="560000" y="645789"/>
                  </a:lnTo>
                  <a:lnTo>
                    <a:pt x="570874" y="645789"/>
                  </a:lnTo>
                  <a:lnTo>
                    <a:pt x="570874" y="662603"/>
                  </a:lnTo>
                  <a:lnTo>
                    <a:pt x="576311" y="662603"/>
                  </a:lnTo>
                  <a:lnTo>
                    <a:pt x="576311" y="673838"/>
                  </a:lnTo>
                  <a:lnTo>
                    <a:pt x="581747" y="673838"/>
                  </a:lnTo>
                  <a:lnTo>
                    <a:pt x="581747" y="679460"/>
                  </a:lnTo>
                  <a:lnTo>
                    <a:pt x="587184" y="679460"/>
                  </a:lnTo>
                  <a:lnTo>
                    <a:pt x="587184" y="690711"/>
                  </a:lnTo>
                  <a:lnTo>
                    <a:pt x="592621" y="690711"/>
                  </a:lnTo>
                  <a:lnTo>
                    <a:pt x="592621" y="701972"/>
                  </a:lnTo>
                  <a:lnTo>
                    <a:pt x="608932" y="701972"/>
                  </a:lnTo>
                  <a:lnTo>
                    <a:pt x="608932" y="707606"/>
                  </a:lnTo>
                  <a:lnTo>
                    <a:pt x="630680" y="707606"/>
                  </a:lnTo>
                  <a:lnTo>
                    <a:pt x="630680" y="724543"/>
                  </a:lnTo>
                  <a:lnTo>
                    <a:pt x="636116" y="724543"/>
                  </a:lnTo>
                  <a:lnTo>
                    <a:pt x="636116" y="724543"/>
                  </a:lnTo>
                  <a:lnTo>
                    <a:pt x="641553" y="724543"/>
                  </a:lnTo>
                  <a:lnTo>
                    <a:pt x="641553" y="730201"/>
                  </a:lnTo>
                  <a:lnTo>
                    <a:pt x="652427" y="730201"/>
                  </a:lnTo>
                  <a:lnTo>
                    <a:pt x="652427" y="741523"/>
                  </a:lnTo>
                  <a:lnTo>
                    <a:pt x="657864" y="741523"/>
                  </a:lnTo>
                  <a:lnTo>
                    <a:pt x="657864" y="747187"/>
                  </a:lnTo>
                  <a:lnTo>
                    <a:pt x="663301" y="747187"/>
                  </a:lnTo>
                  <a:lnTo>
                    <a:pt x="663301" y="758523"/>
                  </a:lnTo>
                  <a:lnTo>
                    <a:pt x="674175" y="758523"/>
                  </a:lnTo>
                  <a:lnTo>
                    <a:pt x="674175" y="775544"/>
                  </a:lnTo>
                  <a:lnTo>
                    <a:pt x="690485" y="775544"/>
                  </a:lnTo>
                  <a:lnTo>
                    <a:pt x="690485" y="781222"/>
                  </a:lnTo>
                  <a:lnTo>
                    <a:pt x="701359" y="781222"/>
                  </a:lnTo>
                  <a:lnTo>
                    <a:pt x="701359" y="786902"/>
                  </a:lnTo>
                  <a:lnTo>
                    <a:pt x="712233" y="786902"/>
                  </a:lnTo>
                  <a:lnTo>
                    <a:pt x="712233" y="792585"/>
                  </a:lnTo>
                  <a:lnTo>
                    <a:pt x="717670" y="792585"/>
                  </a:lnTo>
                  <a:lnTo>
                    <a:pt x="717670" y="803956"/>
                  </a:lnTo>
                  <a:lnTo>
                    <a:pt x="723107" y="803956"/>
                  </a:lnTo>
                  <a:lnTo>
                    <a:pt x="723107" y="821029"/>
                  </a:lnTo>
                  <a:lnTo>
                    <a:pt x="728544" y="821029"/>
                  </a:lnTo>
                  <a:lnTo>
                    <a:pt x="728544" y="826724"/>
                  </a:lnTo>
                  <a:lnTo>
                    <a:pt x="733981" y="826724"/>
                  </a:lnTo>
                  <a:lnTo>
                    <a:pt x="733981" y="832421"/>
                  </a:lnTo>
                  <a:lnTo>
                    <a:pt x="739418" y="832421"/>
                  </a:lnTo>
                  <a:lnTo>
                    <a:pt x="739418" y="843836"/>
                  </a:lnTo>
                  <a:lnTo>
                    <a:pt x="744854" y="843836"/>
                  </a:lnTo>
                  <a:lnTo>
                    <a:pt x="744854" y="849547"/>
                  </a:lnTo>
                  <a:lnTo>
                    <a:pt x="750291" y="849547"/>
                  </a:lnTo>
                  <a:lnTo>
                    <a:pt x="750291" y="855259"/>
                  </a:lnTo>
                  <a:lnTo>
                    <a:pt x="755728" y="855259"/>
                  </a:lnTo>
                  <a:lnTo>
                    <a:pt x="755728" y="860974"/>
                  </a:lnTo>
                  <a:lnTo>
                    <a:pt x="766602" y="860974"/>
                  </a:lnTo>
                  <a:lnTo>
                    <a:pt x="766602" y="866690"/>
                  </a:lnTo>
                  <a:lnTo>
                    <a:pt x="772039" y="866690"/>
                  </a:lnTo>
                  <a:lnTo>
                    <a:pt x="772039" y="866690"/>
                  </a:lnTo>
                  <a:lnTo>
                    <a:pt x="777476" y="866690"/>
                  </a:lnTo>
                  <a:lnTo>
                    <a:pt x="777476" y="872423"/>
                  </a:lnTo>
                  <a:lnTo>
                    <a:pt x="782913" y="872423"/>
                  </a:lnTo>
                  <a:lnTo>
                    <a:pt x="782913" y="883896"/>
                  </a:lnTo>
                  <a:lnTo>
                    <a:pt x="788350" y="883896"/>
                  </a:lnTo>
                  <a:lnTo>
                    <a:pt x="788350" y="889635"/>
                  </a:lnTo>
                  <a:lnTo>
                    <a:pt x="799223" y="889635"/>
                  </a:lnTo>
                  <a:lnTo>
                    <a:pt x="799223" y="889635"/>
                  </a:lnTo>
                  <a:lnTo>
                    <a:pt x="820971" y="889635"/>
                  </a:lnTo>
                  <a:lnTo>
                    <a:pt x="820971" y="901133"/>
                  </a:lnTo>
                  <a:lnTo>
                    <a:pt x="826408" y="901133"/>
                  </a:lnTo>
                  <a:lnTo>
                    <a:pt x="826408" y="912654"/>
                  </a:lnTo>
                  <a:lnTo>
                    <a:pt x="831845" y="912654"/>
                  </a:lnTo>
                  <a:lnTo>
                    <a:pt x="831845" y="924183"/>
                  </a:lnTo>
                  <a:lnTo>
                    <a:pt x="837282" y="924183"/>
                  </a:lnTo>
                  <a:lnTo>
                    <a:pt x="837282" y="929958"/>
                  </a:lnTo>
                  <a:lnTo>
                    <a:pt x="842719" y="929958"/>
                  </a:lnTo>
                  <a:lnTo>
                    <a:pt x="842719" y="935735"/>
                  </a:lnTo>
                  <a:lnTo>
                    <a:pt x="859029" y="935735"/>
                  </a:lnTo>
                  <a:lnTo>
                    <a:pt x="859029" y="947294"/>
                  </a:lnTo>
                  <a:lnTo>
                    <a:pt x="869903" y="947294"/>
                  </a:lnTo>
                  <a:lnTo>
                    <a:pt x="869903" y="953076"/>
                  </a:lnTo>
                  <a:lnTo>
                    <a:pt x="880777" y="953076"/>
                  </a:lnTo>
                  <a:lnTo>
                    <a:pt x="880777" y="964646"/>
                  </a:lnTo>
                  <a:lnTo>
                    <a:pt x="891651" y="964646"/>
                  </a:lnTo>
                  <a:lnTo>
                    <a:pt x="891651" y="970441"/>
                  </a:lnTo>
                  <a:lnTo>
                    <a:pt x="897088" y="970441"/>
                  </a:lnTo>
                  <a:lnTo>
                    <a:pt x="897088" y="976246"/>
                  </a:lnTo>
                  <a:lnTo>
                    <a:pt x="913398" y="976246"/>
                  </a:lnTo>
                  <a:lnTo>
                    <a:pt x="913398" y="976246"/>
                  </a:lnTo>
                  <a:lnTo>
                    <a:pt x="918835" y="976246"/>
                  </a:lnTo>
                  <a:lnTo>
                    <a:pt x="918835" y="982060"/>
                  </a:lnTo>
                  <a:lnTo>
                    <a:pt x="940583" y="982060"/>
                  </a:lnTo>
                  <a:lnTo>
                    <a:pt x="940583" y="987877"/>
                  </a:lnTo>
                  <a:lnTo>
                    <a:pt x="951457" y="987877"/>
                  </a:lnTo>
                  <a:lnTo>
                    <a:pt x="951457" y="987877"/>
                  </a:lnTo>
                  <a:lnTo>
                    <a:pt x="956893" y="987877"/>
                  </a:lnTo>
                  <a:lnTo>
                    <a:pt x="956893" y="993702"/>
                  </a:lnTo>
                  <a:lnTo>
                    <a:pt x="967767" y="993702"/>
                  </a:lnTo>
                  <a:lnTo>
                    <a:pt x="967767" y="1005359"/>
                  </a:lnTo>
                  <a:lnTo>
                    <a:pt x="978641" y="1005359"/>
                  </a:lnTo>
                  <a:lnTo>
                    <a:pt x="978641" y="1011190"/>
                  </a:lnTo>
                  <a:lnTo>
                    <a:pt x="984078" y="1011190"/>
                  </a:lnTo>
                  <a:lnTo>
                    <a:pt x="984078" y="1017023"/>
                  </a:lnTo>
                  <a:lnTo>
                    <a:pt x="989515" y="1017023"/>
                  </a:lnTo>
                  <a:lnTo>
                    <a:pt x="989515" y="1022866"/>
                  </a:lnTo>
                  <a:lnTo>
                    <a:pt x="1000389" y="1022866"/>
                  </a:lnTo>
                  <a:lnTo>
                    <a:pt x="1000389" y="1028710"/>
                  </a:lnTo>
                  <a:lnTo>
                    <a:pt x="1016699" y="1028710"/>
                  </a:lnTo>
                  <a:lnTo>
                    <a:pt x="1016699" y="1040404"/>
                  </a:lnTo>
                  <a:lnTo>
                    <a:pt x="1022136" y="1040404"/>
                  </a:lnTo>
                  <a:lnTo>
                    <a:pt x="1022136" y="1052104"/>
                  </a:lnTo>
                  <a:lnTo>
                    <a:pt x="1027573" y="1052104"/>
                  </a:lnTo>
                  <a:lnTo>
                    <a:pt x="1027573" y="1057957"/>
                  </a:lnTo>
                  <a:lnTo>
                    <a:pt x="1038447" y="1057957"/>
                  </a:lnTo>
                  <a:lnTo>
                    <a:pt x="1038447" y="1069668"/>
                  </a:lnTo>
                  <a:lnTo>
                    <a:pt x="1043884" y="1069668"/>
                  </a:lnTo>
                  <a:lnTo>
                    <a:pt x="1043884" y="1075526"/>
                  </a:lnTo>
                  <a:lnTo>
                    <a:pt x="1049321" y="1075526"/>
                  </a:lnTo>
                  <a:lnTo>
                    <a:pt x="1049321" y="1081385"/>
                  </a:lnTo>
                  <a:lnTo>
                    <a:pt x="1060194" y="1081385"/>
                  </a:lnTo>
                  <a:lnTo>
                    <a:pt x="1060194" y="1087255"/>
                  </a:lnTo>
                  <a:lnTo>
                    <a:pt x="1081942" y="1087255"/>
                  </a:lnTo>
                  <a:lnTo>
                    <a:pt x="1081942" y="1099014"/>
                  </a:lnTo>
                  <a:lnTo>
                    <a:pt x="1087379" y="1099014"/>
                  </a:lnTo>
                  <a:lnTo>
                    <a:pt x="1087379" y="1104897"/>
                  </a:lnTo>
                  <a:lnTo>
                    <a:pt x="1098253" y="1104897"/>
                  </a:lnTo>
                  <a:lnTo>
                    <a:pt x="1098253" y="1110781"/>
                  </a:lnTo>
                  <a:lnTo>
                    <a:pt x="1114563" y="1110781"/>
                  </a:lnTo>
                  <a:lnTo>
                    <a:pt x="1114563" y="1122553"/>
                  </a:lnTo>
                  <a:lnTo>
                    <a:pt x="1125437" y="1122553"/>
                  </a:lnTo>
                  <a:lnTo>
                    <a:pt x="1125437" y="1128442"/>
                  </a:lnTo>
                  <a:lnTo>
                    <a:pt x="1130874" y="1128442"/>
                  </a:lnTo>
                  <a:lnTo>
                    <a:pt x="1130874" y="1134341"/>
                  </a:lnTo>
                  <a:lnTo>
                    <a:pt x="1136311" y="1134341"/>
                  </a:lnTo>
                  <a:lnTo>
                    <a:pt x="1136311" y="1140241"/>
                  </a:lnTo>
                  <a:lnTo>
                    <a:pt x="1141748" y="1140241"/>
                  </a:lnTo>
                  <a:lnTo>
                    <a:pt x="1141748" y="1146143"/>
                  </a:lnTo>
                  <a:lnTo>
                    <a:pt x="1147185" y="1146143"/>
                  </a:lnTo>
                  <a:lnTo>
                    <a:pt x="1147185" y="1158002"/>
                  </a:lnTo>
                  <a:lnTo>
                    <a:pt x="1152622" y="1158002"/>
                  </a:lnTo>
                  <a:lnTo>
                    <a:pt x="1152622" y="1163934"/>
                  </a:lnTo>
                  <a:lnTo>
                    <a:pt x="1158059" y="1163934"/>
                  </a:lnTo>
                  <a:lnTo>
                    <a:pt x="1158059" y="1169867"/>
                  </a:lnTo>
                  <a:lnTo>
                    <a:pt x="1163495" y="1169867"/>
                  </a:lnTo>
                  <a:lnTo>
                    <a:pt x="1163495" y="1181738"/>
                  </a:lnTo>
                  <a:lnTo>
                    <a:pt x="1168932" y="1181738"/>
                  </a:lnTo>
                  <a:lnTo>
                    <a:pt x="1168932" y="1193616"/>
                  </a:lnTo>
                  <a:lnTo>
                    <a:pt x="1174369" y="1193616"/>
                  </a:lnTo>
                  <a:lnTo>
                    <a:pt x="1174369" y="1199557"/>
                  </a:lnTo>
                  <a:lnTo>
                    <a:pt x="1179806" y="1199557"/>
                  </a:lnTo>
                  <a:lnTo>
                    <a:pt x="1179806" y="1199557"/>
                  </a:lnTo>
                  <a:lnTo>
                    <a:pt x="1196117" y="1199557"/>
                  </a:lnTo>
                  <a:lnTo>
                    <a:pt x="1196117" y="1205508"/>
                  </a:lnTo>
                  <a:lnTo>
                    <a:pt x="1206991" y="1205508"/>
                  </a:lnTo>
                  <a:lnTo>
                    <a:pt x="1206991" y="1223371"/>
                  </a:lnTo>
                  <a:lnTo>
                    <a:pt x="1223301" y="1223371"/>
                  </a:lnTo>
                  <a:lnTo>
                    <a:pt x="1223301" y="1229329"/>
                  </a:lnTo>
                  <a:lnTo>
                    <a:pt x="1228738" y="1229329"/>
                  </a:lnTo>
                  <a:lnTo>
                    <a:pt x="1228738" y="1235288"/>
                  </a:lnTo>
                  <a:lnTo>
                    <a:pt x="1234175" y="1235288"/>
                  </a:lnTo>
                  <a:lnTo>
                    <a:pt x="1234175" y="1235288"/>
                  </a:lnTo>
                  <a:lnTo>
                    <a:pt x="1239612" y="1235288"/>
                  </a:lnTo>
                  <a:lnTo>
                    <a:pt x="1239612" y="1241257"/>
                  </a:lnTo>
                  <a:lnTo>
                    <a:pt x="1245049" y="1241257"/>
                  </a:lnTo>
                  <a:lnTo>
                    <a:pt x="1245049" y="1253200"/>
                  </a:lnTo>
                  <a:lnTo>
                    <a:pt x="1255923" y="1253200"/>
                  </a:lnTo>
                  <a:lnTo>
                    <a:pt x="1255923" y="1259173"/>
                  </a:lnTo>
                  <a:lnTo>
                    <a:pt x="1261360" y="1259173"/>
                  </a:lnTo>
                  <a:lnTo>
                    <a:pt x="1261360" y="1259173"/>
                  </a:lnTo>
                  <a:lnTo>
                    <a:pt x="1266797" y="1259173"/>
                  </a:lnTo>
                  <a:lnTo>
                    <a:pt x="1266797" y="1265166"/>
                  </a:lnTo>
                  <a:lnTo>
                    <a:pt x="1272233" y="1265166"/>
                  </a:lnTo>
                  <a:lnTo>
                    <a:pt x="1272233" y="1277156"/>
                  </a:lnTo>
                  <a:lnTo>
                    <a:pt x="1283107" y="1277156"/>
                  </a:lnTo>
                  <a:lnTo>
                    <a:pt x="1283107" y="1283153"/>
                  </a:lnTo>
                  <a:lnTo>
                    <a:pt x="1288544" y="1283153"/>
                  </a:lnTo>
                  <a:lnTo>
                    <a:pt x="1288544" y="1289152"/>
                  </a:lnTo>
                  <a:lnTo>
                    <a:pt x="1293981" y="1289152"/>
                  </a:lnTo>
                  <a:lnTo>
                    <a:pt x="1293981" y="1295152"/>
                  </a:lnTo>
                  <a:lnTo>
                    <a:pt x="1315729" y="1295152"/>
                  </a:lnTo>
                  <a:lnTo>
                    <a:pt x="1315729" y="1313161"/>
                  </a:lnTo>
                  <a:lnTo>
                    <a:pt x="1326602" y="1313161"/>
                  </a:lnTo>
                  <a:lnTo>
                    <a:pt x="1326602" y="1319167"/>
                  </a:lnTo>
                  <a:lnTo>
                    <a:pt x="1332039" y="1319167"/>
                  </a:lnTo>
                  <a:lnTo>
                    <a:pt x="1332039" y="1319167"/>
                  </a:lnTo>
                  <a:lnTo>
                    <a:pt x="1337476" y="1319167"/>
                  </a:lnTo>
                  <a:lnTo>
                    <a:pt x="1337476" y="1331201"/>
                  </a:lnTo>
                  <a:lnTo>
                    <a:pt x="1359224" y="1331201"/>
                  </a:lnTo>
                  <a:lnTo>
                    <a:pt x="1359224" y="1337221"/>
                  </a:lnTo>
                  <a:lnTo>
                    <a:pt x="1364661" y="1337221"/>
                  </a:lnTo>
                  <a:lnTo>
                    <a:pt x="1364661" y="1343241"/>
                  </a:lnTo>
                  <a:lnTo>
                    <a:pt x="1370098" y="1343241"/>
                  </a:lnTo>
                  <a:lnTo>
                    <a:pt x="1370098" y="1349264"/>
                  </a:lnTo>
                  <a:lnTo>
                    <a:pt x="1375534" y="1349264"/>
                  </a:lnTo>
                  <a:lnTo>
                    <a:pt x="1375534" y="1355296"/>
                  </a:lnTo>
                  <a:lnTo>
                    <a:pt x="1380971" y="1355296"/>
                  </a:lnTo>
                  <a:lnTo>
                    <a:pt x="1380971" y="1367366"/>
                  </a:lnTo>
                  <a:lnTo>
                    <a:pt x="1386408" y="1367366"/>
                  </a:lnTo>
                  <a:lnTo>
                    <a:pt x="1386408" y="1379442"/>
                  </a:lnTo>
                  <a:lnTo>
                    <a:pt x="1397282" y="1379442"/>
                  </a:lnTo>
                  <a:lnTo>
                    <a:pt x="1397282" y="1385482"/>
                  </a:lnTo>
                  <a:lnTo>
                    <a:pt x="1402719" y="1385482"/>
                  </a:lnTo>
                  <a:lnTo>
                    <a:pt x="1402719" y="1403610"/>
                  </a:lnTo>
                  <a:lnTo>
                    <a:pt x="1413593" y="1403610"/>
                  </a:lnTo>
                  <a:lnTo>
                    <a:pt x="1413593" y="1403610"/>
                  </a:lnTo>
                  <a:lnTo>
                    <a:pt x="1429903" y="1403610"/>
                  </a:lnTo>
                  <a:lnTo>
                    <a:pt x="1429903" y="1409674"/>
                  </a:lnTo>
                  <a:lnTo>
                    <a:pt x="1435340" y="1409674"/>
                  </a:lnTo>
                  <a:lnTo>
                    <a:pt x="1435340" y="1415739"/>
                  </a:lnTo>
                  <a:lnTo>
                    <a:pt x="1446214" y="1415739"/>
                  </a:lnTo>
                  <a:lnTo>
                    <a:pt x="1446214" y="1421806"/>
                  </a:lnTo>
                  <a:lnTo>
                    <a:pt x="1451651" y="1421806"/>
                  </a:lnTo>
                  <a:lnTo>
                    <a:pt x="1451651" y="1433944"/>
                  </a:lnTo>
                  <a:lnTo>
                    <a:pt x="1457088" y="1433944"/>
                  </a:lnTo>
                  <a:lnTo>
                    <a:pt x="1457088" y="1440015"/>
                  </a:lnTo>
                  <a:lnTo>
                    <a:pt x="1462525" y="1440015"/>
                  </a:lnTo>
                  <a:lnTo>
                    <a:pt x="1462525" y="1452180"/>
                  </a:lnTo>
                  <a:lnTo>
                    <a:pt x="1467962" y="1452180"/>
                  </a:lnTo>
                  <a:lnTo>
                    <a:pt x="1467962" y="1458265"/>
                  </a:lnTo>
                  <a:lnTo>
                    <a:pt x="1484272" y="1458265"/>
                  </a:lnTo>
                  <a:lnTo>
                    <a:pt x="1484272" y="1464351"/>
                  </a:lnTo>
                  <a:lnTo>
                    <a:pt x="1489709" y="1464351"/>
                  </a:lnTo>
                  <a:lnTo>
                    <a:pt x="1489709" y="1470448"/>
                  </a:lnTo>
                  <a:lnTo>
                    <a:pt x="1495146" y="1470448"/>
                  </a:lnTo>
                  <a:lnTo>
                    <a:pt x="1495146" y="1476546"/>
                  </a:lnTo>
                  <a:lnTo>
                    <a:pt x="1506020" y="1476546"/>
                  </a:lnTo>
                  <a:lnTo>
                    <a:pt x="1506020" y="1482656"/>
                  </a:lnTo>
                  <a:lnTo>
                    <a:pt x="1511457" y="1482656"/>
                  </a:lnTo>
                  <a:lnTo>
                    <a:pt x="1511457" y="1488767"/>
                  </a:lnTo>
                  <a:lnTo>
                    <a:pt x="1522331" y="1488767"/>
                  </a:lnTo>
                  <a:lnTo>
                    <a:pt x="1522331" y="1494888"/>
                  </a:lnTo>
                  <a:lnTo>
                    <a:pt x="1533205" y="1494888"/>
                  </a:lnTo>
                  <a:lnTo>
                    <a:pt x="1533205" y="1494888"/>
                  </a:lnTo>
                  <a:lnTo>
                    <a:pt x="1538641" y="1494888"/>
                  </a:lnTo>
                  <a:lnTo>
                    <a:pt x="1538641" y="1507156"/>
                  </a:lnTo>
                  <a:lnTo>
                    <a:pt x="1544078" y="1507156"/>
                  </a:lnTo>
                  <a:lnTo>
                    <a:pt x="1544078" y="1513292"/>
                  </a:lnTo>
                  <a:lnTo>
                    <a:pt x="1560389" y="1513292"/>
                  </a:lnTo>
                  <a:lnTo>
                    <a:pt x="1560389" y="1519429"/>
                  </a:lnTo>
                  <a:lnTo>
                    <a:pt x="1565826" y="1519429"/>
                  </a:lnTo>
                  <a:lnTo>
                    <a:pt x="1565826" y="1525568"/>
                  </a:lnTo>
                  <a:lnTo>
                    <a:pt x="1571263" y="1525568"/>
                  </a:lnTo>
                  <a:lnTo>
                    <a:pt x="1571263" y="1531707"/>
                  </a:lnTo>
                  <a:lnTo>
                    <a:pt x="1576700" y="1531707"/>
                  </a:lnTo>
                  <a:lnTo>
                    <a:pt x="1576700" y="1537849"/>
                  </a:lnTo>
                  <a:lnTo>
                    <a:pt x="1593010" y="1537849"/>
                  </a:lnTo>
                  <a:lnTo>
                    <a:pt x="1593010" y="1543991"/>
                  </a:lnTo>
                  <a:lnTo>
                    <a:pt x="1598447" y="1543991"/>
                  </a:lnTo>
                  <a:lnTo>
                    <a:pt x="1598447" y="1556280"/>
                  </a:lnTo>
                  <a:lnTo>
                    <a:pt x="1603884" y="1556280"/>
                  </a:lnTo>
                  <a:lnTo>
                    <a:pt x="1603884" y="1562427"/>
                  </a:lnTo>
                  <a:lnTo>
                    <a:pt x="1614758" y="1562427"/>
                  </a:lnTo>
                  <a:lnTo>
                    <a:pt x="1614758" y="1568575"/>
                  </a:lnTo>
                  <a:lnTo>
                    <a:pt x="1625632" y="1568575"/>
                  </a:lnTo>
                  <a:lnTo>
                    <a:pt x="1625632" y="1568575"/>
                  </a:lnTo>
                  <a:lnTo>
                    <a:pt x="1631069" y="1568575"/>
                  </a:lnTo>
                  <a:lnTo>
                    <a:pt x="1631069" y="1580895"/>
                  </a:lnTo>
                  <a:lnTo>
                    <a:pt x="1641942" y="1580895"/>
                  </a:lnTo>
                  <a:lnTo>
                    <a:pt x="1641942" y="1587057"/>
                  </a:lnTo>
                  <a:lnTo>
                    <a:pt x="1652816" y="1587057"/>
                  </a:lnTo>
                  <a:lnTo>
                    <a:pt x="1652816" y="1593220"/>
                  </a:lnTo>
                  <a:lnTo>
                    <a:pt x="1658253" y="1593220"/>
                  </a:lnTo>
                  <a:lnTo>
                    <a:pt x="1658253" y="1599385"/>
                  </a:lnTo>
                  <a:lnTo>
                    <a:pt x="1674564" y="1599385"/>
                  </a:lnTo>
                  <a:lnTo>
                    <a:pt x="1674564" y="1611718"/>
                  </a:lnTo>
                  <a:lnTo>
                    <a:pt x="1680001" y="1611718"/>
                  </a:lnTo>
                  <a:lnTo>
                    <a:pt x="1680001" y="1617886"/>
                  </a:lnTo>
                  <a:lnTo>
                    <a:pt x="1685438" y="1617886"/>
                  </a:lnTo>
                  <a:lnTo>
                    <a:pt x="1685438" y="1624056"/>
                  </a:lnTo>
                  <a:lnTo>
                    <a:pt x="1690875" y="1624056"/>
                  </a:lnTo>
                  <a:lnTo>
                    <a:pt x="1690875" y="1636399"/>
                  </a:lnTo>
                  <a:lnTo>
                    <a:pt x="1701748" y="1636399"/>
                  </a:lnTo>
                  <a:lnTo>
                    <a:pt x="1701748" y="1648748"/>
                  </a:lnTo>
                  <a:lnTo>
                    <a:pt x="1728933" y="1648748"/>
                  </a:lnTo>
                  <a:lnTo>
                    <a:pt x="1728933" y="1654924"/>
                  </a:lnTo>
                  <a:lnTo>
                    <a:pt x="1734370" y="1654924"/>
                  </a:lnTo>
                  <a:lnTo>
                    <a:pt x="1734370" y="1661102"/>
                  </a:lnTo>
                  <a:lnTo>
                    <a:pt x="1750680" y="1661102"/>
                  </a:lnTo>
                  <a:lnTo>
                    <a:pt x="1750680" y="1667280"/>
                  </a:lnTo>
                  <a:lnTo>
                    <a:pt x="1805049" y="1667280"/>
                  </a:lnTo>
                  <a:lnTo>
                    <a:pt x="1805049" y="1673461"/>
                  </a:lnTo>
                  <a:lnTo>
                    <a:pt x="1821360" y="1673461"/>
                  </a:lnTo>
                  <a:lnTo>
                    <a:pt x="1821360" y="1679642"/>
                  </a:lnTo>
                  <a:lnTo>
                    <a:pt x="1826797" y="1679642"/>
                  </a:lnTo>
                  <a:lnTo>
                    <a:pt x="1826797" y="1685824"/>
                  </a:lnTo>
                  <a:lnTo>
                    <a:pt x="1843108" y="1685824"/>
                  </a:lnTo>
                  <a:lnTo>
                    <a:pt x="1843108" y="1698214"/>
                  </a:lnTo>
                  <a:lnTo>
                    <a:pt x="1848545" y="1698214"/>
                  </a:lnTo>
                  <a:lnTo>
                    <a:pt x="1848545" y="1710609"/>
                  </a:lnTo>
                  <a:lnTo>
                    <a:pt x="1853981" y="1710609"/>
                  </a:lnTo>
                  <a:lnTo>
                    <a:pt x="1853981" y="1716809"/>
                  </a:lnTo>
                  <a:lnTo>
                    <a:pt x="1870292" y="1716809"/>
                  </a:lnTo>
                  <a:lnTo>
                    <a:pt x="1870292" y="1716809"/>
                  </a:lnTo>
                  <a:lnTo>
                    <a:pt x="1886603" y="1716809"/>
                  </a:lnTo>
                  <a:lnTo>
                    <a:pt x="1886603" y="1723020"/>
                  </a:lnTo>
                  <a:lnTo>
                    <a:pt x="1892040" y="1723020"/>
                  </a:lnTo>
                  <a:lnTo>
                    <a:pt x="1892040" y="1729233"/>
                  </a:lnTo>
                  <a:lnTo>
                    <a:pt x="1902914" y="1729233"/>
                  </a:lnTo>
                  <a:lnTo>
                    <a:pt x="1902914" y="1735447"/>
                  </a:lnTo>
                  <a:lnTo>
                    <a:pt x="1924661" y="1735447"/>
                  </a:lnTo>
                  <a:lnTo>
                    <a:pt x="1924661" y="1741672"/>
                  </a:lnTo>
                  <a:lnTo>
                    <a:pt x="1930098" y="1741672"/>
                  </a:lnTo>
                  <a:lnTo>
                    <a:pt x="1930098" y="1747900"/>
                  </a:lnTo>
                  <a:lnTo>
                    <a:pt x="1935535" y="1747900"/>
                  </a:lnTo>
                  <a:lnTo>
                    <a:pt x="1935535" y="1754128"/>
                  </a:lnTo>
                  <a:lnTo>
                    <a:pt x="1946409" y="1754128"/>
                  </a:lnTo>
                  <a:lnTo>
                    <a:pt x="1946409" y="1766589"/>
                  </a:lnTo>
                  <a:lnTo>
                    <a:pt x="1957282" y="1766589"/>
                  </a:lnTo>
                  <a:lnTo>
                    <a:pt x="1957282" y="1766589"/>
                  </a:lnTo>
                  <a:lnTo>
                    <a:pt x="1962719" y="1766589"/>
                  </a:lnTo>
                  <a:lnTo>
                    <a:pt x="1962719" y="1772832"/>
                  </a:lnTo>
                  <a:lnTo>
                    <a:pt x="1968156" y="1772832"/>
                  </a:lnTo>
                  <a:lnTo>
                    <a:pt x="1968156" y="1779076"/>
                  </a:lnTo>
                  <a:lnTo>
                    <a:pt x="1973593" y="1779076"/>
                  </a:lnTo>
                  <a:lnTo>
                    <a:pt x="1973593" y="1791568"/>
                  </a:lnTo>
                  <a:lnTo>
                    <a:pt x="1979030" y="1791568"/>
                  </a:lnTo>
                  <a:lnTo>
                    <a:pt x="1979030" y="1804066"/>
                  </a:lnTo>
                  <a:lnTo>
                    <a:pt x="1984467" y="1804066"/>
                  </a:lnTo>
                  <a:lnTo>
                    <a:pt x="1984467" y="1810316"/>
                  </a:lnTo>
                  <a:lnTo>
                    <a:pt x="2022525" y="1810316"/>
                  </a:lnTo>
                  <a:lnTo>
                    <a:pt x="2022525" y="1810316"/>
                  </a:lnTo>
                  <a:lnTo>
                    <a:pt x="2033399" y="1810316"/>
                  </a:lnTo>
                  <a:lnTo>
                    <a:pt x="2033399" y="1816579"/>
                  </a:lnTo>
                  <a:lnTo>
                    <a:pt x="2044273" y="1816579"/>
                  </a:lnTo>
                  <a:lnTo>
                    <a:pt x="2044273" y="1822843"/>
                  </a:lnTo>
                  <a:lnTo>
                    <a:pt x="2049710" y="1822843"/>
                  </a:lnTo>
                  <a:lnTo>
                    <a:pt x="2049710" y="1835398"/>
                  </a:lnTo>
                  <a:lnTo>
                    <a:pt x="2066020" y="1835398"/>
                  </a:lnTo>
                  <a:lnTo>
                    <a:pt x="2066020" y="1841677"/>
                  </a:lnTo>
                  <a:lnTo>
                    <a:pt x="2087768" y="1841677"/>
                  </a:lnTo>
                  <a:lnTo>
                    <a:pt x="2087768" y="1854239"/>
                  </a:lnTo>
                  <a:lnTo>
                    <a:pt x="2098642" y="1854239"/>
                  </a:lnTo>
                  <a:lnTo>
                    <a:pt x="2098642" y="1860522"/>
                  </a:lnTo>
                  <a:lnTo>
                    <a:pt x="2114953" y="1860522"/>
                  </a:lnTo>
                  <a:lnTo>
                    <a:pt x="2114953" y="1866806"/>
                  </a:lnTo>
                  <a:lnTo>
                    <a:pt x="2120389" y="1866806"/>
                  </a:lnTo>
                  <a:lnTo>
                    <a:pt x="2120389" y="1873091"/>
                  </a:lnTo>
                  <a:lnTo>
                    <a:pt x="2125826" y="1873091"/>
                  </a:lnTo>
                  <a:lnTo>
                    <a:pt x="2125826" y="1879378"/>
                  </a:lnTo>
                  <a:lnTo>
                    <a:pt x="2153011" y="1879378"/>
                  </a:lnTo>
                  <a:lnTo>
                    <a:pt x="2153011" y="1885677"/>
                  </a:lnTo>
                  <a:lnTo>
                    <a:pt x="2201943" y="1885677"/>
                  </a:lnTo>
                  <a:lnTo>
                    <a:pt x="2201943" y="1891978"/>
                  </a:lnTo>
                  <a:lnTo>
                    <a:pt x="2212817" y="1891978"/>
                  </a:lnTo>
                  <a:lnTo>
                    <a:pt x="2212817" y="1904582"/>
                  </a:lnTo>
                  <a:lnTo>
                    <a:pt x="2218254" y="1904582"/>
                  </a:lnTo>
                  <a:lnTo>
                    <a:pt x="2218254" y="1904582"/>
                  </a:lnTo>
                  <a:lnTo>
                    <a:pt x="2234564" y="1904582"/>
                  </a:lnTo>
                  <a:lnTo>
                    <a:pt x="2234564" y="1917215"/>
                  </a:lnTo>
                  <a:lnTo>
                    <a:pt x="2256312" y="1917215"/>
                  </a:lnTo>
                  <a:lnTo>
                    <a:pt x="2256312" y="1917215"/>
                  </a:lnTo>
                  <a:lnTo>
                    <a:pt x="2261749" y="1917215"/>
                  </a:lnTo>
                  <a:lnTo>
                    <a:pt x="2261749" y="1917215"/>
                  </a:lnTo>
                  <a:lnTo>
                    <a:pt x="2267186" y="1917215"/>
                  </a:lnTo>
                  <a:lnTo>
                    <a:pt x="2267186" y="1923557"/>
                  </a:lnTo>
                  <a:lnTo>
                    <a:pt x="2272623" y="1923557"/>
                  </a:lnTo>
                  <a:lnTo>
                    <a:pt x="2272623" y="1929900"/>
                  </a:lnTo>
                  <a:lnTo>
                    <a:pt x="2283496" y="1929900"/>
                  </a:lnTo>
                  <a:lnTo>
                    <a:pt x="2283496" y="1936245"/>
                  </a:lnTo>
                  <a:lnTo>
                    <a:pt x="2305244" y="1936245"/>
                  </a:lnTo>
                  <a:lnTo>
                    <a:pt x="2305244" y="1942590"/>
                  </a:lnTo>
                  <a:lnTo>
                    <a:pt x="2310681" y="1942590"/>
                  </a:lnTo>
                  <a:lnTo>
                    <a:pt x="2310681" y="1948937"/>
                  </a:lnTo>
                  <a:lnTo>
                    <a:pt x="2321555" y="1948937"/>
                  </a:lnTo>
                  <a:lnTo>
                    <a:pt x="2321555" y="1948937"/>
                  </a:lnTo>
                  <a:lnTo>
                    <a:pt x="2343302" y="1948937"/>
                  </a:lnTo>
                  <a:lnTo>
                    <a:pt x="2343302" y="1955297"/>
                  </a:lnTo>
                  <a:lnTo>
                    <a:pt x="2370487" y="1955297"/>
                  </a:lnTo>
                  <a:lnTo>
                    <a:pt x="2370487" y="1961658"/>
                  </a:lnTo>
                  <a:lnTo>
                    <a:pt x="2392234" y="1961658"/>
                  </a:lnTo>
                  <a:lnTo>
                    <a:pt x="2392234" y="1968033"/>
                  </a:lnTo>
                  <a:lnTo>
                    <a:pt x="2408545" y="1968033"/>
                  </a:lnTo>
                  <a:lnTo>
                    <a:pt x="2408545" y="1980786"/>
                  </a:lnTo>
                  <a:lnTo>
                    <a:pt x="2413982" y="1980786"/>
                  </a:lnTo>
                  <a:lnTo>
                    <a:pt x="2413982" y="1987164"/>
                  </a:lnTo>
                  <a:lnTo>
                    <a:pt x="2419419" y="1987164"/>
                  </a:lnTo>
                  <a:lnTo>
                    <a:pt x="2419419" y="1987164"/>
                  </a:lnTo>
                  <a:lnTo>
                    <a:pt x="2424856" y="1987164"/>
                  </a:lnTo>
                  <a:lnTo>
                    <a:pt x="2424856" y="2006344"/>
                  </a:lnTo>
                  <a:lnTo>
                    <a:pt x="2441166" y="2006344"/>
                  </a:lnTo>
                  <a:lnTo>
                    <a:pt x="2441166" y="2012739"/>
                  </a:lnTo>
                  <a:lnTo>
                    <a:pt x="2446603" y="2012739"/>
                  </a:lnTo>
                  <a:lnTo>
                    <a:pt x="2446603" y="2025534"/>
                  </a:lnTo>
                  <a:lnTo>
                    <a:pt x="2462914" y="2025534"/>
                  </a:lnTo>
                  <a:lnTo>
                    <a:pt x="2462914" y="2038359"/>
                  </a:lnTo>
                  <a:lnTo>
                    <a:pt x="2468351" y="2038359"/>
                  </a:lnTo>
                  <a:lnTo>
                    <a:pt x="2468351" y="2044773"/>
                  </a:lnTo>
                  <a:lnTo>
                    <a:pt x="2479225" y="2044773"/>
                  </a:lnTo>
                  <a:lnTo>
                    <a:pt x="2479225" y="2051188"/>
                  </a:lnTo>
                  <a:lnTo>
                    <a:pt x="2495535" y="2051188"/>
                  </a:lnTo>
                  <a:lnTo>
                    <a:pt x="2495535" y="2057605"/>
                  </a:lnTo>
                  <a:lnTo>
                    <a:pt x="2528157" y="2057605"/>
                  </a:lnTo>
                  <a:lnTo>
                    <a:pt x="2528157" y="2070442"/>
                  </a:lnTo>
                  <a:lnTo>
                    <a:pt x="2539030" y="2070442"/>
                  </a:lnTo>
                  <a:lnTo>
                    <a:pt x="2539030" y="2070442"/>
                  </a:lnTo>
                  <a:lnTo>
                    <a:pt x="2544467" y="2070442"/>
                  </a:lnTo>
                  <a:lnTo>
                    <a:pt x="2544467" y="2076876"/>
                  </a:lnTo>
                  <a:lnTo>
                    <a:pt x="2549904" y="2076876"/>
                  </a:lnTo>
                  <a:lnTo>
                    <a:pt x="2549904" y="2076876"/>
                  </a:lnTo>
                  <a:lnTo>
                    <a:pt x="2555341" y="2076876"/>
                  </a:lnTo>
                  <a:lnTo>
                    <a:pt x="2555341" y="2083323"/>
                  </a:lnTo>
                  <a:lnTo>
                    <a:pt x="2577089" y="2083323"/>
                  </a:lnTo>
                  <a:lnTo>
                    <a:pt x="2577089" y="2083323"/>
                  </a:lnTo>
                  <a:lnTo>
                    <a:pt x="2609710" y="2083323"/>
                  </a:lnTo>
                  <a:lnTo>
                    <a:pt x="2609710" y="2096247"/>
                  </a:lnTo>
                  <a:lnTo>
                    <a:pt x="2620584" y="2096247"/>
                  </a:lnTo>
                  <a:lnTo>
                    <a:pt x="2620584" y="2102711"/>
                  </a:lnTo>
                  <a:lnTo>
                    <a:pt x="2626021" y="2102711"/>
                  </a:lnTo>
                  <a:lnTo>
                    <a:pt x="2626021" y="2109176"/>
                  </a:lnTo>
                  <a:lnTo>
                    <a:pt x="2631458" y="2109176"/>
                  </a:lnTo>
                  <a:lnTo>
                    <a:pt x="2631458" y="2122110"/>
                  </a:lnTo>
                  <a:lnTo>
                    <a:pt x="2669516" y="2122110"/>
                  </a:lnTo>
                  <a:lnTo>
                    <a:pt x="2669516" y="2128579"/>
                  </a:lnTo>
                  <a:lnTo>
                    <a:pt x="2702137" y="2128579"/>
                  </a:lnTo>
                  <a:lnTo>
                    <a:pt x="2702137" y="2135049"/>
                  </a:lnTo>
                  <a:lnTo>
                    <a:pt x="2713011" y="2135049"/>
                  </a:lnTo>
                  <a:lnTo>
                    <a:pt x="2713011" y="2141520"/>
                  </a:lnTo>
                  <a:lnTo>
                    <a:pt x="2723885" y="2141520"/>
                  </a:lnTo>
                  <a:lnTo>
                    <a:pt x="2723885" y="2160942"/>
                  </a:lnTo>
                  <a:lnTo>
                    <a:pt x="2756506" y="2160942"/>
                  </a:lnTo>
                  <a:lnTo>
                    <a:pt x="2756506" y="2167418"/>
                  </a:lnTo>
                  <a:lnTo>
                    <a:pt x="2772817" y="2167418"/>
                  </a:lnTo>
                  <a:lnTo>
                    <a:pt x="2772817" y="2173896"/>
                  </a:lnTo>
                  <a:lnTo>
                    <a:pt x="2778254" y="2173896"/>
                  </a:lnTo>
                  <a:lnTo>
                    <a:pt x="2778254" y="2180375"/>
                  </a:lnTo>
                  <a:lnTo>
                    <a:pt x="2789128" y="2180375"/>
                  </a:lnTo>
                  <a:lnTo>
                    <a:pt x="2789128" y="2186855"/>
                  </a:lnTo>
                  <a:lnTo>
                    <a:pt x="2805438" y="2186855"/>
                  </a:lnTo>
                  <a:lnTo>
                    <a:pt x="2805438" y="2193336"/>
                  </a:lnTo>
                  <a:lnTo>
                    <a:pt x="2816312" y="2193336"/>
                  </a:lnTo>
                  <a:lnTo>
                    <a:pt x="2816312" y="2212787"/>
                  </a:lnTo>
                  <a:lnTo>
                    <a:pt x="2827186" y="2212787"/>
                  </a:lnTo>
                  <a:lnTo>
                    <a:pt x="2827186" y="2212787"/>
                  </a:lnTo>
                  <a:lnTo>
                    <a:pt x="2838060" y="2212787"/>
                  </a:lnTo>
                  <a:lnTo>
                    <a:pt x="2838060" y="2212787"/>
                  </a:lnTo>
                  <a:lnTo>
                    <a:pt x="2848934" y="2212787"/>
                  </a:lnTo>
                  <a:lnTo>
                    <a:pt x="2848934" y="2219314"/>
                  </a:lnTo>
                  <a:lnTo>
                    <a:pt x="2865244" y="2219314"/>
                  </a:lnTo>
                  <a:lnTo>
                    <a:pt x="2865244" y="2225843"/>
                  </a:lnTo>
                  <a:lnTo>
                    <a:pt x="2870681" y="2225843"/>
                  </a:lnTo>
                  <a:lnTo>
                    <a:pt x="2870681" y="2245436"/>
                  </a:lnTo>
                  <a:lnTo>
                    <a:pt x="2886992" y="2245436"/>
                  </a:lnTo>
                  <a:lnTo>
                    <a:pt x="2886992" y="2251983"/>
                  </a:lnTo>
                  <a:lnTo>
                    <a:pt x="2892429" y="2251983"/>
                  </a:lnTo>
                  <a:lnTo>
                    <a:pt x="2892429" y="2251983"/>
                  </a:lnTo>
                  <a:lnTo>
                    <a:pt x="2914176" y="2251983"/>
                  </a:lnTo>
                  <a:lnTo>
                    <a:pt x="2914176" y="2258546"/>
                  </a:lnTo>
                  <a:lnTo>
                    <a:pt x="2919613" y="2258546"/>
                  </a:lnTo>
                  <a:lnTo>
                    <a:pt x="2919613" y="2271675"/>
                  </a:lnTo>
                  <a:lnTo>
                    <a:pt x="2930487" y="2271675"/>
                  </a:lnTo>
                  <a:lnTo>
                    <a:pt x="2930487" y="2271675"/>
                  </a:lnTo>
                  <a:lnTo>
                    <a:pt x="2935924" y="2271675"/>
                  </a:lnTo>
                  <a:lnTo>
                    <a:pt x="2935924" y="2278256"/>
                  </a:lnTo>
                  <a:lnTo>
                    <a:pt x="2952235" y="2278256"/>
                  </a:lnTo>
                  <a:lnTo>
                    <a:pt x="2952235" y="2284852"/>
                  </a:lnTo>
                  <a:lnTo>
                    <a:pt x="2957672" y="2284852"/>
                  </a:lnTo>
                  <a:lnTo>
                    <a:pt x="2957672" y="2291450"/>
                  </a:lnTo>
                  <a:lnTo>
                    <a:pt x="3006604" y="2291450"/>
                  </a:lnTo>
                  <a:lnTo>
                    <a:pt x="3006604" y="2298063"/>
                  </a:lnTo>
                  <a:lnTo>
                    <a:pt x="3012041" y="2298063"/>
                  </a:lnTo>
                  <a:lnTo>
                    <a:pt x="3012041" y="2298063"/>
                  </a:lnTo>
                  <a:lnTo>
                    <a:pt x="3039225" y="2298063"/>
                  </a:lnTo>
                  <a:lnTo>
                    <a:pt x="3039225" y="2304707"/>
                  </a:lnTo>
                  <a:lnTo>
                    <a:pt x="3055536" y="2304707"/>
                  </a:lnTo>
                  <a:lnTo>
                    <a:pt x="3055536" y="2311352"/>
                  </a:lnTo>
                  <a:lnTo>
                    <a:pt x="3082720" y="2311352"/>
                  </a:lnTo>
                  <a:lnTo>
                    <a:pt x="3082720" y="2317998"/>
                  </a:lnTo>
                  <a:lnTo>
                    <a:pt x="3131652" y="2317998"/>
                  </a:lnTo>
                  <a:lnTo>
                    <a:pt x="3131652" y="2324660"/>
                  </a:lnTo>
                  <a:lnTo>
                    <a:pt x="3142526" y="2324660"/>
                  </a:lnTo>
                  <a:lnTo>
                    <a:pt x="3142526" y="2324660"/>
                  </a:lnTo>
                  <a:lnTo>
                    <a:pt x="3164274" y="2324660"/>
                  </a:lnTo>
                  <a:lnTo>
                    <a:pt x="3164274" y="2331339"/>
                  </a:lnTo>
                  <a:lnTo>
                    <a:pt x="3180584" y="2331339"/>
                  </a:lnTo>
                  <a:lnTo>
                    <a:pt x="3180584" y="2344730"/>
                  </a:lnTo>
                  <a:lnTo>
                    <a:pt x="3191458" y="2344730"/>
                  </a:lnTo>
                  <a:lnTo>
                    <a:pt x="3191458" y="2344730"/>
                  </a:lnTo>
                  <a:lnTo>
                    <a:pt x="3196895" y="2344730"/>
                  </a:lnTo>
                  <a:lnTo>
                    <a:pt x="3196895" y="2344730"/>
                  </a:lnTo>
                  <a:lnTo>
                    <a:pt x="3207769" y="2344730"/>
                  </a:lnTo>
                  <a:lnTo>
                    <a:pt x="3207769" y="2344730"/>
                  </a:lnTo>
                  <a:lnTo>
                    <a:pt x="3224080" y="2344730"/>
                  </a:lnTo>
                  <a:lnTo>
                    <a:pt x="3224080" y="2351474"/>
                  </a:lnTo>
                  <a:lnTo>
                    <a:pt x="3229516" y="2351474"/>
                  </a:lnTo>
                  <a:lnTo>
                    <a:pt x="3229516" y="2351474"/>
                  </a:lnTo>
                  <a:lnTo>
                    <a:pt x="3234953" y="2351474"/>
                  </a:lnTo>
                  <a:lnTo>
                    <a:pt x="3234953" y="2351474"/>
                  </a:lnTo>
                  <a:lnTo>
                    <a:pt x="3262138" y="2351474"/>
                  </a:lnTo>
                  <a:lnTo>
                    <a:pt x="3262138" y="2358312"/>
                  </a:lnTo>
                  <a:lnTo>
                    <a:pt x="3267575" y="2358312"/>
                  </a:lnTo>
                  <a:lnTo>
                    <a:pt x="3267575" y="2365151"/>
                  </a:lnTo>
                  <a:lnTo>
                    <a:pt x="3283885" y="2365151"/>
                  </a:lnTo>
                  <a:lnTo>
                    <a:pt x="3283885" y="2365151"/>
                  </a:lnTo>
                  <a:lnTo>
                    <a:pt x="3289322" y="2365151"/>
                  </a:lnTo>
                  <a:lnTo>
                    <a:pt x="3289322" y="2365151"/>
                  </a:lnTo>
                  <a:lnTo>
                    <a:pt x="3294759" y="2365151"/>
                  </a:lnTo>
                  <a:lnTo>
                    <a:pt x="3294759" y="2372024"/>
                  </a:lnTo>
                  <a:lnTo>
                    <a:pt x="3311070" y="2372024"/>
                  </a:lnTo>
                  <a:lnTo>
                    <a:pt x="3311070" y="2372024"/>
                  </a:lnTo>
                  <a:lnTo>
                    <a:pt x="3349128" y="2372024"/>
                  </a:lnTo>
                  <a:lnTo>
                    <a:pt x="3349128" y="2378947"/>
                  </a:lnTo>
                  <a:lnTo>
                    <a:pt x="3360002" y="2378947"/>
                  </a:lnTo>
                  <a:lnTo>
                    <a:pt x="3360002" y="2385871"/>
                  </a:lnTo>
                  <a:lnTo>
                    <a:pt x="3392623" y="2385871"/>
                  </a:lnTo>
                  <a:lnTo>
                    <a:pt x="3392623" y="2399791"/>
                  </a:lnTo>
                  <a:lnTo>
                    <a:pt x="3398060" y="2399791"/>
                  </a:lnTo>
                  <a:lnTo>
                    <a:pt x="3398060" y="2399791"/>
                  </a:lnTo>
                  <a:lnTo>
                    <a:pt x="3403497" y="2399791"/>
                  </a:lnTo>
                  <a:lnTo>
                    <a:pt x="3403497" y="2406769"/>
                  </a:lnTo>
                  <a:lnTo>
                    <a:pt x="3408934" y="2406769"/>
                  </a:lnTo>
                  <a:lnTo>
                    <a:pt x="3408934" y="2406769"/>
                  </a:lnTo>
                  <a:lnTo>
                    <a:pt x="3419808" y="2406769"/>
                  </a:lnTo>
                  <a:lnTo>
                    <a:pt x="3419808" y="2413766"/>
                  </a:lnTo>
                  <a:lnTo>
                    <a:pt x="3446992" y="2413766"/>
                  </a:lnTo>
                  <a:lnTo>
                    <a:pt x="3446992" y="2413766"/>
                  </a:lnTo>
                  <a:lnTo>
                    <a:pt x="3457866" y="2413766"/>
                  </a:lnTo>
                  <a:lnTo>
                    <a:pt x="3457866" y="2420782"/>
                  </a:lnTo>
                  <a:lnTo>
                    <a:pt x="3463303" y="2420782"/>
                  </a:lnTo>
                  <a:lnTo>
                    <a:pt x="3463303" y="2420782"/>
                  </a:lnTo>
                  <a:lnTo>
                    <a:pt x="3468740" y="2420782"/>
                  </a:lnTo>
                  <a:lnTo>
                    <a:pt x="3468740" y="2420782"/>
                  </a:lnTo>
                  <a:lnTo>
                    <a:pt x="3479614" y="2420782"/>
                  </a:lnTo>
                  <a:lnTo>
                    <a:pt x="3479614" y="2427833"/>
                  </a:lnTo>
                  <a:lnTo>
                    <a:pt x="3490487" y="2427833"/>
                  </a:lnTo>
                  <a:lnTo>
                    <a:pt x="3490487" y="2427833"/>
                  </a:lnTo>
                  <a:lnTo>
                    <a:pt x="3495924" y="2427833"/>
                  </a:lnTo>
                  <a:lnTo>
                    <a:pt x="3495924" y="2434903"/>
                  </a:lnTo>
                  <a:lnTo>
                    <a:pt x="3501361" y="2434903"/>
                  </a:lnTo>
                  <a:lnTo>
                    <a:pt x="3501361" y="2434903"/>
                  </a:lnTo>
                  <a:lnTo>
                    <a:pt x="3517672" y="2434903"/>
                  </a:lnTo>
                  <a:lnTo>
                    <a:pt x="3517672" y="2434903"/>
                  </a:lnTo>
                  <a:lnTo>
                    <a:pt x="3539420" y="2434903"/>
                  </a:lnTo>
                  <a:lnTo>
                    <a:pt x="3539420" y="2442028"/>
                  </a:lnTo>
                  <a:lnTo>
                    <a:pt x="3572041" y="2442028"/>
                  </a:lnTo>
                  <a:lnTo>
                    <a:pt x="3572041" y="2442028"/>
                  </a:lnTo>
                  <a:lnTo>
                    <a:pt x="3577478" y="2442028"/>
                  </a:lnTo>
                  <a:lnTo>
                    <a:pt x="3577478" y="2442028"/>
                  </a:lnTo>
                  <a:lnTo>
                    <a:pt x="3582915" y="2442028"/>
                  </a:lnTo>
                  <a:lnTo>
                    <a:pt x="3582915" y="2449207"/>
                  </a:lnTo>
                  <a:lnTo>
                    <a:pt x="3593789" y="2449207"/>
                  </a:lnTo>
                  <a:lnTo>
                    <a:pt x="3593789" y="2449207"/>
                  </a:lnTo>
                  <a:lnTo>
                    <a:pt x="3599225" y="2449207"/>
                  </a:lnTo>
                  <a:lnTo>
                    <a:pt x="3599225" y="2456424"/>
                  </a:lnTo>
                  <a:lnTo>
                    <a:pt x="3604662" y="2456424"/>
                  </a:lnTo>
                  <a:lnTo>
                    <a:pt x="3604662" y="2456424"/>
                  </a:lnTo>
                  <a:lnTo>
                    <a:pt x="3610099" y="2456424"/>
                  </a:lnTo>
                  <a:lnTo>
                    <a:pt x="3610099" y="2463662"/>
                  </a:lnTo>
                  <a:lnTo>
                    <a:pt x="3615536" y="2463662"/>
                  </a:lnTo>
                  <a:lnTo>
                    <a:pt x="3615536" y="2470901"/>
                  </a:lnTo>
                  <a:lnTo>
                    <a:pt x="3631847" y="2470901"/>
                  </a:lnTo>
                  <a:lnTo>
                    <a:pt x="3631847" y="2470901"/>
                  </a:lnTo>
                  <a:lnTo>
                    <a:pt x="3637284" y="2470901"/>
                  </a:lnTo>
                  <a:lnTo>
                    <a:pt x="3637284" y="2478179"/>
                  </a:lnTo>
                  <a:lnTo>
                    <a:pt x="3642721" y="2478179"/>
                  </a:lnTo>
                  <a:lnTo>
                    <a:pt x="3642721" y="2478179"/>
                  </a:lnTo>
                  <a:lnTo>
                    <a:pt x="3653594" y="2478179"/>
                  </a:lnTo>
                  <a:lnTo>
                    <a:pt x="3653594" y="2485496"/>
                  </a:lnTo>
                  <a:lnTo>
                    <a:pt x="3659031" y="2485496"/>
                  </a:lnTo>
                  <a:lnTo>
                    <a:pt x="3659031" y="2492816"/>
                  </a:lnTo>
                  <a:lnTo>
                    <a:pt x="3664468" y="2492816"/>
                  </a:lnTo>
                  <a:lnTo>
                    <a:pt x="3664468" y="2492816"/>
                  </a:lnTo>
                  <a:lnTo>
                    <a:pt x="3675342" y="2492816"/>
                  </a:lnTo>
                  <a:lnTo>
                    <a:pt x="3675342" y="2500156"/>
                  </a:lnTo>
                  <a:lnTo>
                    <a:pt x="3691653" y="2500156"/>
                  </a:lnTo>
                  <a:lnTo>
                    <a:pt x="3691653" y="2500156"/>
                  </a:lnTo>
                  <a:lnTo>
                    <a:pt x="3697090" y="2500156"/>
                  </a:lnTo>
                  <a:lnTo>
                    <a:pt x="3697090" y="2507537"/>
                  </a:lnTo>
                  <a:lnTo>
                    <a:pt x="3707963" y="2507537"/>
                  </a:lnTo>
                  <a:lnTo>
                    <a:pt x="3707963" y="2514919"/>
                  </a:lnTo>
                  <a:lnTo>
                    <a:pt x="3735148" y="2514919"/>
                  </a:lnTo>
                  <a:lnTo>
                    <a:pt x="3735148" y="2522304"/>
                  </a:lnTo>
                  <a:lnTo>
                    <a:pt x="3751459" y="2522304"/>
                  </a:lnTo>
                  <a:lnTo>
                    <a:pt x="3751459" y="2529690"/>
                  </a:lnTo>
                  <a:lnTo>
                    <a:pt x="3767769" y="2529690"/>
                  </a:lnTo>
                  <a:lnTo>
                    <a:pt x="3767769" y="2529690"/>
                  </a:lnTo>
                  <a:lnTo>
                    <a:pt x="3789517" y="2529690"/>
                  </a:lnTo>
                  <a:lnTo>
                    <a:pt x="3789517" y="2529690"/>
                  </a:lnTo>
                  <a:lnTo>
                    <a:pt x="3794954" y="2529690"/>
                  </a:lnTo>
                  <a:lnTo>
                    <a:pt x="3794954" y="2537158"/>
                  </a:lnTo>
                  <a:lnTo>
                    <a:pt x="3805828" y="2537158"/>
                  </a:lnTo>
                  <a:lnTo>
                    <a:pt x="3805828" y="2544648"/>
                  </a:lnTo>
                  <a:lnTo>
                    <a:pt x="3827575" y="2544648"/>
                  </a:lnTo>
                  <a:lnTo>
                    <a:pt x="3827575" y="2559674"/>
                  </a:lnTo>
                  <a:lnTo>
                    <a:pt x="3843886" y="2559674"/>
                  </a:lnTo>
                  <a:lnTo>
                    <a:pt x="3843886" y="2559674"/>
                  </a:lnTo>
                  <a:lnTo>
                    <a:pt x="3865633" y="2559674"/>
                  </a:lnTo>
                  <a:lnTo>
                    <a:pt x="3865633" y="2567232"/>
                  </a:lnTo>
                  <a:lnTo>
                    <a:pt x="3871070" y="2567232"/>
                  </a:lnTo>
                  <a:lnTo>
                    <a:pt x="3871070" y="2574812"/>
                  </a:lnTo>
                  <a:lnTo>
                    <a:pt x="3881944" y="2574812"/>
                  </a:lnTo>
                  <a:lnTo>
                    <a:pt x="3881944" y="2582416"/>
                  </a:lnTo>
                  <a:lnTo>
                    <a:pt x="3887381" y="2582416"/>
                  </a:lnTo>
                  <a:lnTo>
                    <a:pt x="3887381" y="2590043"/>
                  </a:lnTo>
                  <a:lnTo>
                    <a:pt x="3914565" y="2590043"/>
                  </a:lnTo>
                  <a:lnTo>
                    <a:pt x="3914565" y="2597694"/>
                  </a:lnTo>
                  <a:lnTo>
                    <a:pt x="3920002" y="2597694"/>
                  </a:lnTo>
                  <a:lnTo>
                    <a:pt x="3920002" y="2597694"/>
                  </a:lnTo>
                  <a:lnTo>
                    <a:pt x="3941750" y="2597694"/>
                  </a:lnTo>
                  <a:lnTo>
                    <a:pt x="3941750" y="2613045"/>
                  </a:lnTo>
                  <a:lnTo>
                    <a:pt x="3963498" y="2613045"/>
                  </a:lnTo>
                  <a:lnTo>
                    <a:pt x="3963498" y="2613045"/>
                  </a:lnTo>
                  <a:lnTo>
                    <a:pt x="3968934" y="2613045"/>
                  </a:lnTo>
                  <a:lnTo>
                    <a:pt x="3968934" y="2628449"/>
                  </a:lnTo>
                  <a:lnTo>
                    <a:pt x="3996119" y="2628449"/>
                  </a:lnTo>
                  <a:lnTo>
                    <a:pt x="3996119" y="2628449"/>
                  </a:lnTo>
                  <a:lnTo>
                    <a:pt x="4006993" y="2628449"/>
                  </a:lnTo>
                  <a:lnTo>
                    <a:pt x="4006993" y="2636221"/>
                  </a:lnTo>
                  <a:lnTo>
                    <a:pt x="4012430" y="2636221"/>
                  </a:lnTo>
                  <a:lnTo>
                    <a:pt x="4012430" y="2636221"/>
                  </a:lnTo>
                  <a:lnTo>
                    <a:pt x="4023303" y="2636221"/>
                  </a:lnTo>
                  <a:lnTo>
                    <a:pt x="4023303" y="2636221"/>
                  </a:lnTo>
                  <a:lnTo>
                    <a:pt x="4028740" y="2636221"/>
                  </a:lnTo>
                  <a:lnTo>
                    <a:pt x="4028740" y="2644041"/>
                  </a:lnTo>
                  <a:lnTo>
                    <a:pt x="4034177" y="2644041"/>
                  </a:lnTo>
                  <a:lnTo>
                    <a:pt x="4034177" y="2651886"/>
                  </a:lnTo>
                  <a:lnTo>
                    <a:pt x="4039614" y="2651886"/>
                  </a:lnTo>
                  <a:lnTo>
                    <a:pt x="4039614" y="2659757"/>
                  </a:lnTo>
                  <a:lnTo>
                    <a:pt x="4072235" y="2659757"/>
                  </a:lnTo>
                  <a:lnTo>
                    <a:pt x="4072235" y="2659757"/>
                  </a:lnTo>
                  <a:lnTo>
                    <a:pt x="4088546" y="2659757"/>
                  </a:lnTo>
                  <a:lnTo>
                    <a:pt x="4088546" y="2675600"/>
                  </a:lnTo>
                  <a:lnTo>
                    <a:pt x="4093983" y="2675600"/>
                  </a:lnTo>
                  <a:lnTo>
                    <a:pt x="4093983" y="2683549"/>
                  </a:lnTo>
                  <a:lnTo>
                    <a:pt x="4115731" y="2683549"/>
                  </a:lnTo>
                  <a:lnTo>
                    <a:pt x="4115731" y="2691525"/>
                  </a:lnTo>
                  <a:lnTo>
                    <a:pt x="4132041" y="2691525"/>
                  </a:lnTo>
                  <a:lnTo>
                    <a:pt x="4132041" y="2699503"/>
                  </a:lnTo>
                  <a:lnTo>
                    <a:pt x="4148352" y="2699503"/>
                  </a:lnTo>
                  <a:lnTo>
                    <a:pt x="4148352" y="2707484"/>
                  </a:lnTo>
                  <a:lnTo>
                    <a:pt x="4153789" y="2707484"/>
                  </a:lnTo>
                  <a:lnTo>
                    <a:pt x="4153789" y="2715467"/>
                  </a:lnTo>
                  <a:lnTo>
                    <a:pt x="4170100" y="2715467"/>
                  </a:lnTo>
                  <a:lnTo>
                    <a:pt x="4170100" y="2715467"/>
                  </a:lnTo>
                  <a:lnTo>
                    <a:pt x="4175537" y="2715467"/>
                  </a:lnTo>
                  <a:lnTo>
                    <a:pt x="4175537" y="2723503"/>
                  </a:lnTo>
                  <a:lnTo>
                    <a:pt x="4180973" y="2723503"/>
                  </a:lnTo>
                  <a:lnTo>
                    <a:pt x="4180973" y="2723503"/>
                  </a:lnTo>
                  <a:lnTo>
                    <a:pt x="4186410" y="2723503"/>
                  </a:lnTo>
                  <a:lnTo>
                    <a:pt x="4186410" y="2723503"/>
                  </a:lnTo>
                  <a:lnTo>
                    <a:pt x="4197284" y="2723503"/>
                  </a:lnTo>
                  <a:lnTo>
                    <a:pt x="4197284" y="2723503"/>
                  </a:lnTo>
                  <a:lnTo>
                    <a:pt x="4202721" y="2723503"/>
                  </a:lnTo>
                  <a:lnTo>
                    <a:pt x="4202721" y="2723503"/>
                  </a:lnTo>
                  <a:lnTo>
                    <a:pt x="4208158" y="2723503"/>
                  </a:lnTo>
                  <a:lnTo>
                    <a:pt x="4208158" y="2731641"/>
                  </a:lnTo>
                  <a:lnTo>
                    <a:pt x="4224469" y="2731641"/>
                  </a:lnTo>
                  <a:lnTo>
                    <a:pt x="4224469" y="2739809"/>
                  </a:lnTo>
                  <a:lnTo>
                    <a:pt x="4257090" y="2739809"/>
                  </a:lnTo>
                  <a:lnTo>
                    <a:pt x="4257090" y="2739809"/>
                  </a:lnTo>
                  <a:lnTo>
                    <a:pt x="4273401" y="2739809"/>
                  </a:lnTo>
                  <a:lnTo>
                    <a:pt x="4273401" y="2739809"/>
                  </a:lnTo>
                  <a:lnTo>
                    <a:pt x="4316896" y="2739809"/>
                  </a:lnTo>
                  <a:lnTo>
                    <a:pt x="4316896" y="2739809"/>
                  </a:lnTo>
                  <a:lnTo>
                    <a:pt x="4333207" y="2739809"/>
                  </a:lnTo>
                  <a:lnTo>
                    <a:pt x="4333207" y="2739809"/>
                  </a:lnTo>
                  <a:lnTo>
                    <a:pt x="4338643" y="2739809"/>
                  </a:lnTo>
                  <a:lnTo>
                    <a:pt x="4338643" y="2739809"/>
                  </a:lnTo>
                  <a:lnTo>
                    <a:pt x="4344080" y="2739809"/>
                  </a:lnTo>
                  <a:lnTo>
                    <a:pt x="4344080" y="2756522"/>
                  </a:lnTo>
                  <a:lnTo>
                    <a:pt x="4349517" y="2756522"/>
                  </a:lnTo>
                  <a:lnTo>
                    <a:pt x="4349517" y="2756522"/>
                  </a:lnTo>
                  <a:lnTo>
                    <a:pt x="4365828" y="2756522"/>
                  </a:lnTo>
                  <a:lnTo>
                    <a:pt x="4365828" y="2764911"/>
                  </a:lnTo>
                  <a:lnTo>
                    <a:pt x="4398449" y="2764911"/>
                  </a:lnTo>
                  <a:lnTo>
                    <a:pt x="4398449" y="2773302"/>
                  </a:lnTo>
                  <a:lnTo>
                    <a:pt x="4403886" y="2773302"/>
                  </a:lnTo>
                  <a:lnTo>
                    <a:pt x="4403886" y="2790151"/>
                  </a:lnTo>
                  <a:lnTo>
                    <a:pt x="4414760" y="2790151"/>
                  </a:lnTo>
                  <a:lnTo>
                    <a:pt x="4414760" y="2798580"/>
                  </a:lnTo>
                  <a:lnTo>
                    <a:pt x="4425634" y="2798580"/>
                  </a:lnTo>
                  <a:lnTo>
                    <a:pt x="4425634" y="2798580"/>
                  </a:lnTo>
                  <a:lnTo>
                    <a:pt x="4452818" y="2798580"/>
                  </a:lnTo>
                  <a:lnTo>
                    <a:pt x="4452818" y="2815562"/>
                  </a:lnTo>
                  <a:lnTo>
                    <a:pt x="4474566" y="2815562"/>
                  </a:lnTo>
                  <a:lnTo>
                    <a:pt x="4474566" y="2824058"/>
                  </a:lnTo>
                  <a:lnTo>
                    <a:pt x="4480003" y="2824058"/>
                  </a:lnTo>
                  <a:lnTo>
                    <a:pt x="4480003" y="2832615"/>
                  </a:lnTo>
                  <a:lnTo>
                    <a:pt x="4490877" y="2832615"/>
                  </a:lnTo>
                  <a:lnTo>
                    <a:pt x="4490877" y="2832615"/>
                  </a:lnTo>
                  <a:lnTo>
                    <a:pt x="4496313" y="2832615"/>
                  </a:lnTo>
                  <a:lnTo>
                    <a:pt x="4496313" y="2849858"/>
                  </a:lnTo>
                  <a:lnTo>
                    <a:pt x="4501750" y="2849858"/>
                  </a:lnTo>
                  <a:lnTo>
                    <a:pt x="4501750" y="2858485"/>
                  </a:lnTo>
                  <a:lnTo>
                    <a:pt x="4512624" y="2858485"/>
                  </a:lnTo>
                  <a:lnTo>
                    <a:pt x="4512624" y="2858485"/>
                  </a:lnTo>
                  <a:lnTo>
                    <a:pt x="4528935" y="2858485"/>
                  </a:lnTo>
                  <a:lnTo>
                    <a:pt x="4528935" y="2867145"/>
                  </a:lnTo>
                  <a:lnTo>
                    <a:pt x="4550682" y="2867145"/>
                  </a:lnTo>
                  <a:lnTo>
                    <a:pt x="4550682" y="2884538"/>
                  </a:lnTo>
                  <a:lnTo>
                    <a:pt x="4556119" y="2884538"/>
                  </a:lnTo>
                  <a:lnTo>
                    <a:pt x="4556119" y="2893240"/>
                  </a:lnTo>
                  <a:lnTo>
                    <a:pt x="4566993" y="2893240"/>
                  </a:lnTo>
                  <a:lnTo>
                    <a:pt x="4566993" y="2901946"/>
                  </a:lnTo>
                  <a:lnTo>
                    <a:pt x="4577867" y="2901946"/>
                  </a:lnTo>
                  <a:lnTo>
                    <a:pt x="4577867" y="2910655"/>
                  </a:lnTo>
                  <a:lnTo>
                    <a:pt x="4588741" y="2910655"/>
                  </a:lnTo>
                  <a:lnTo>
                    <a:pt x="4588741" y="2919367"/>
                  </a:lnTo>
                  <a:lnTo>
                    <a:pt x="4605051" y="2919367"/>
                  </a:lnTo>
                  <a:lnTo>
                    <a:pt x="4605051" y="2919367"/>
                  </a:lnTo>
                  <a:lnTo>
                    <a:pt x="4643110" y="2919367"/>
                  </a:lnTo>
                  <a:lnTo>
                    <a:pt x="4643110" y="2928115"/>
                  </a:lnTo>
                  <a:lnTo>
                    <a:pt x="4681168" y="2928115"/>
                  </a:lnTo>
                  <a:lnTo>
                    <a:pt x="4681168" y="2928115"/>
                  </a:lnTo>
                  <a:lnTo>
                    <a:pt x="4708352" y="2928115"/>
                  </a:lnTo>
                  <a:lnTo>
                    <a:pt x="4708352" y="2936931"/>
                  </a:lnTo>
                  <a:lnTo>
                    <a:pt x="4735537" y="2936931"/>
                  </a:lnTo>
                  <a:lnTo>
                    <a:pt x="4735537" y="2945750"/>
                  </a:lnTo>
                  <a:lnTo>
                    <a:pt x="4746411" y="2945750"/>
                  </a:lnTo>
                  <a:lnTo>
                    <a:pt x="4746411" y="2945750"/>
                  </a:lnTo>
                  <a:lnTo>
                    <a:pt x="4757285" y="2945750"/>
                  </a:lnTo>
                  <a:lnTo>
                    <a:pt x="4757285" y="2945750"/>
                  </a:lnTo>
                  <a:lnTo>
                    <a:pt x="4762721" y="2945750"/>
                  </a:lnTo>
                  <a:lnTo>
                    <a:pt x="4762721" y="2954640"/>
                  </a:lnTo>
                  <a:lnTo>
                    <a:pt x="4768158" y="2954640"/>
                  </a:lnTo>
                  <a:lnTo>
                    <a:pt x="4768158" y="2972430"/>
                  </a:lnTo>
                  <a:lnTo>
                    <a:pt x="4773595" y="2972430"/>
                  </a:lnTo>
                  <a:lnTo>
                    <a:pt x="4773595" y="2972430"/>
                  </a:lnTo>
                  <a:lnTo>
                    <a:pt x="4779032" y="2972430"/>
                  </a:lnTo>
                  <a:lnTo>
                    <a:pt x="4779032" y="2972430"/>
                  </a:lnTo>
                  <a:lnTo>
                    <a:pt x="4800780" y="2972430"/>
                  </a:lnTo>
                  <a:lnTo>
                    <a:pt x="4800780" y="2981398"/>
                  </a:lnTo>
                  <a:lnTo>
                    <a:pt x="4806217" y="2981398"/>
                  </a:lnTo>
                  <a:lnTo>
                    <a:pt x="4806217" y="2990371"/>
                  </a:lnTo>
                  <a:lnTo>
                    <a:pt x="4817090" y="2990371"/>
                  </a:lnTo>
                  <a:lnTo>
                    <a:pt x="4817090" y="2990371"/>
                  </a:lnTo>
                  <a:lnTo>
                    <a:pt x="4833401" y="2990371"/>
                  </a:lnTo>
                  <a:lnTo>
                    <a:pt x="4833401" y="2990371"/>
                  </a:lnTo>
                  <a:lnTo>
                    <a:pt x="4855149" y="2990371"/>
                  </a:lnTo>
                  <a:lnTo>
                    <a:pt x="4855149" y="2999452"/>
                  </a:lnTo>
                  <a:lnTo>
                    <a:pt x="4860586" y="2999452"/>
                  </a:lnTo>
                  <a:lnTo>
                    <a:pt x="4860586" y="3008538"/>
                  </a:lnTo>
                  <a:lnTo>
                    <a:pt x="4871459" y="3008538"/>
                  </a:lnTo>
                  <a:lnTo>
                    <a:pt x="4871459" y="3017627"/>
                  </a:lnTo>
                  <a:lnTo>
                    <a:pt x="4904081" y="3017627"/>
                  </a:lnTo>
                  <a:lnTo>
                    <a:pt x="4904081" y="3035891"/>
                  </a:lnTo>
                  <a:lnTo>
                    <a:pt x="4931265" y="3035891"/>
                  </a:lnTo>
                  <a:lnTo>
                    <a:pt x="4931265" y="3045029"/>
                  </a:lnTo>
                  <a:lnTo>
                    <a:pt x="4953013" y="3045029"/>
                  </a:lnTo>
                  <a:lnTo>
                    <a:pt x="4953013" y="3045029"/>
                  </a:lnTo>
                  <a:lnTo>
                    <a:pt x="4991071" y="3045029"/>
                  </a:lnTo>
                  <a:lnTo>
                    <a:pt x="4991071" y="3045029"/>
                  </a:lnTo>
                  <a:lnTo>
                    <a:pt x="4996508" y="3045029"/>
                  </a:lnTo>
                  <a:lnTo>
                    <a:pt x="4996508" y="3054246"/>
                  </a:lnTo>
                  <a:lnTo>
                    <a:pt x="5001945" y="3054246"/>
                  </a:lnTo>
                  <a:lnTo>
                    <a:pt x="5001945" y="3063466"/>
                  </a:lnTo>
                  <a:lnTo>
                    <a:pt x="5034566" y="3063466"/>
                  </a:lnTo>
                  <a:lnTo>
                    <a:pt x="5034566" y="3063466"/>
                  </a:lnTo>
                  <a:lnTo>
                    <a:pt x="5056314" y="3063466"/>
                  </a:lnTo>
                  <a:lnTo>
                    <a:pt x="5056314" y="3063466"/>
                  </a:lnTo>
                  <a:lnTo>
                    <a:pt x="5061751" y="3063466"/>
                  </a:lnTo>
                  <a:lnTo>
                    <a:pt x="5061751" y="3072767"/>
                  </a:lnTo>
                  <a:lnTo>
                    <a:pt x="5099809" y="3072767"/>
                  </a:lnTo>
                  <a:lnTo>
                    <a:pt x="5099809" y="3082073"/>
                  </a:lnTo>
                  <a:lnTo>
                    <a:pt x="5110683" y="3082073"/>
                  </a:lnTo>
                  <a:lnTo>
                    <a:pt x="5110683" y="3091383"/>
                  </a:lnTo>
                  <a:lnTo>
                    <a:pt x="5170489" y="3091383"/>
                  </a:lnTo>
                  <a:lnTo>
                    <a:pt x="5170489" y="3100697"/>
                  </a:lnTo>
                  <a:lnTo>
                    <a:pt x="5181363" y="3100697"/>
                  </a:lnTo>
                  <a:lnTo>
                    <a:pt x="5181363" y="3110016"/>
                  </a:lnTo>
                  <a:lnTo>
                    <a:pt x="5186799" y="3110016"/>
                  </a:lnTo>
                  <a:lnTo>
                    <a:pt x="5186799" y="3119339"/>
                  </a:lnTo>
                  <a:lnTo>
                    <a:pt x="5197673" y="3119339"/>
                  </a:lnTo>
                  <a:lnTo>
                    <a:pt x="5197673" y="3119339"/>
                  </a:lnTo>
                  <a:lnTo>
                    <a:pt x="5213984" y="3119339"/>
                  </a:lnTo>
                  <a:lnTo>
                    <a:pt x="5213984" y="3119339"/>
                  </a:lnTo>
                  <a:lnTo>
                    <a:pt x="5241168" y="3119339"/>
                  </a:lnTo>
                  <a:lnTo>
                    <a:pt x="5241168" y="3128787"/>
                  </a:lnTo>
                  <a:lnTo>
                    <a:pt x="5295537" y="3128787"/>
                  </a:lnTo>
                  <a:lnTo>
                    <a:pt x="5295537" y="3138240"/>
                  </a:lnTo>
                  <a:lnTo>
                    <a:pt x="5328159" y="3138240"/>
                  </a:lnTo>
                  <a:lnTo>
                    <a:pt x="5328159" y="3138240"/>
                  </a:lnTo>
                  <a:lnTo>
                    <a:pt x="5349906" y="3138240"/>
                  </a:lnTo>
                  <a:lnTo>
                    <a:pt x="5349906" y="3147738"/>
                  </a:lnTo>
                  <a:lnTo>
                    <a:pt x="5366217" y="3147738"/>
                  </a:lnTo>
                  <a:lnTo>
                    <a:pt x="5366217" y="3157242"/>
                  </a:lnTo>
                  <a:lnTo>
                    <a:pt x="5398838" y="3157242"/>
                  </a:lnTo>
                  <a:lnTo>
                    <a:pt x="5398838" y="3166750"/>
                  </a:lnTo>
                  <a:lnTo>
                    <a:pt x="5415149" y="3166750"/>
                  </a:lnTo>
                  <a:lnTo>
                    <a:pt x="5415149" y="3166750"/>
                  </a:lnTo>
                  <a:lnTo>
                    <a:pt x="5420586" y="3166750"/>
                  </a:lnTo>
                  <a:lnTo>
                    <a:pt x="5420586" y="3176347"/>
                  </a:lnTo>
                  <a:lnTo>
                    <a:pt x="5426023" y="3176347"/>
                  </a:lnTo>
                  <a:lnTo>
                    <a:pt x="5426023" y="3176347"/>
                  </a:lnTo>
                  <a:lnTo>
                    <a:pt x="5431460" y="3176347"/>
                  </a:lnTo>
                  <a:lnTo>
                    <a:pt x="5431460" y="3185993"/>
                  </a:lnTo>
                  <a:lnTo>
                    <a:pt x="5469518" y="3185993"/>
                  </a:lnTo>
                  <a:lnTo>
                    <a:pt x="5469518" y="3195644"/>
                  </a:lnTo>
                  <a:lnTo>
                    <a:pt x="5480392" y="3195644"/>
                  </a:lnTo>
                  <a:lnTo>
                    <a:pt x="5480392" y="3205300"/>
                  </a:lnTo>
                  <a:lnTo>
                    <a:pt x="5518450" y="3205300"/>
                  </a:lnTo>
                  <a:lnTo>
                    <a:pt x="5518450" y="3205300"/>
                  </a:lnTo>
                  <a:lnTo>
                    <a:pt x="5529324" y="3205300"/>
                  </a:lnTo>
                  <a:lnTo>
                    <a:pt x="5529324" y="3215050"/>
                  </a:lnTo>
                  <a:lnTo>
                    <a:pt x="5589130" y="3215050"/>
                  </a:lnTo>
                  <a:lnTo>
                    <a:pt x="5589130" y="3234566"/>
                  </a:lnTo>
                  <a:lnTo>
                    <a:pt x="5616314" y="3234566"/>
                  </a:lnTo>
                  <a:lnTo>
                    <a:pt x="5616314" y="3244332"/>
                  </a:lnTo>
                  <a:lnTo>
                    <a:pt x="5632625" y="3244332"/>
                  </a:lnTo>
                  <a:lnTo>
                    <a:pt x="5632625" y="3244332"/>
                  </a:lnTo>
                  <a:lnTo>
                    <a:pt x="5654373" y="3244332"/>
                  </a:lnTo>
                  <a:lnTo>
                    <a:pt x="5654373" y="3264065"/>
                  </a:lnTo>
                  <a:lnTo>
                    <a:pt x="5659809" y="3264065"/>
                  </a:lnTo>
                  <a:lnTo>
                    <a:pt x="5659809" y="3264065"/>
                  </a:lnTo>
                  <a:lnTo>
                    <a:pt x="5670683" y="3264065"/>
                  </a:lnTo>
                  <a:lnTo>
                    <a:pt x="5670683" y="3264065"/>
                  </a:lnTo>
                  <a:lnTo>
                    <a:pt x="5692431" y="3264065"/>
                  </a:lnTo>
                  <a:lnTo>
                    <a:pt x="5692431" y="3264065"/>
                  </a:lnTo>
                  <a:lnTo>
                    <a:pt x="5703305" y="3264065"/>
                  </a:lnTo>
                  <a:lnTo>
                    <a:pt x="5703305" y="3274133"/>
                  </a:lnTo>
                  <a:lnTo>
                    <a:pt x="5730489" y="3274133"/>
                  </a:lnTo>
                  <a:lnTo>
                    <a:pt x="5730489" y="3284207"/>
                  </a:lnTo>
                  <a:lnTo>
                    <a:pt x="5746800" y="3284207"/>
                  </a:lnTo>
                  <a:lnTo>
                    <a:pt x="5746800" y="3284207"/>
                  </a:lnTo>
                  <a:lnTo>
                    <a:pt x="5773984" y="3284207"/>
                  </a:lnTo>
                  <a:lnTo>
                    <a:pt x="5773984" y="3284207"/>
                  </a:lnTo>
                  <a:lnTo>
                    <a:pt x="5779421" y="3284207"/>
                  </a:lnTo>
                  <a:lnTo>
                    <a:pt x="5779421" y="3284207"/>
                  </a:lnTo>
                  <a:lnTo>
                    <a:pt x="5790295" y="3284207"/>
                  </a:lnTo>
                  <a:lnTo>
                    <a:pt x="5790295" y="3294439"/>
                  </a:lnTo>
                  <a:lnTo>
                    <a:pt x="5806606" y="3294439"/>
                  </a:lnTo>
                  <a:lnTo>
                    <a:pt x="5806606" y="3294439"/>
                  </a:lnTo>
                  <a:lnTo>
                    <a:pt x="5817479" y="3294439"/>
                  </a:lnTo>
                  <a:lnTo>
                    <a:pt x="5817479" y="3294439"/>
                  </a:lnTo>
                  <a:lnTo>
                    <a:pt x="5839227" y="3294439"/>
                  </a:lnTo>
                  <a:lnTo>
                    <a:pt x="5839227" y="3294439"/>
                  </a:lnTo>
                  <a:lnTo>
                    <a:pt x="5855538" y="3294439"/>
                  </a:lnTo>
                  <a:lnTo>
                    <a:pt x="5855538" y="3294439"/>
                  </a:lnTo>
                  <a:lnTo>
                    <a:pt x="5860975" y="3294439"/>
                  </a:lnTo>
                  <a:lnTo>
                    <a:pt x="5860975" y="3304887"/>
                  </a:lnTo>
                  <a:lnTo>
                    <a:pt x="5920781" y="3304887"/>
                  </a:lnTo>
                  <a:lnTo>
                    <a:pt x="5920781" y="3304887"/>
                  </a:lnTo>
                  <a:lnTo>
                    <a:pt x="5926217" y="3304887"/>
                  </a:lnTo>
                  <a:lnTo>
                    <a:pt x="5926217" y="3315397"/>
                  </a:lnTo>
                  <a:lnTo>
                    <a:pt x="5937091" y="3315397"/>
                  </a:lnTo>
                  <a:lnTo>
                    <a:pt x="5937091" y="3315397"/>
                  </a:lnTo>
                  <a:lnTo>
                    <a:pt x="5953402" y="3315397"/>
                  </a:lnTo>
                  <a:lnTo>
                    <a:pt x="5953402" y="3315397"/>
                  </a:lnTo>
                  <a:lnTo>
                    <a:pt x="5975150" y="3315397"/>
                  </a:lnTo>
                  <a:lnTo>
                    <a:pt x="5975150" y="3315397"/>
                  </a:lnTo>
                  <a:lnTo>
                    <a:pt x="5980586" y="3315397"/>
                  </a:lnTo>
                  <a:lnTo>
                    <a:pt x="5980586" y="3326139"/>
                  </a:lnTo>
                  <a:lnTo>
                    <a:pt x="6029518" y="3326139"/>
                  </a:lnTo>
                  <a:lnTo>
                    <a:pt x="6029518" y="3326139"/>
                  </a:lnTo>
                  <a:lnTo>
                    <a:pt x="6034955" y="3326139"/>
                  </a:lnTo>
                  <a:lnTo>
                    <a:pt x="6034955" y="3337005"/>
                  </a:lnTo>
                  <a:lnTo>
                    <a:pt x="6045829" y="3337005"/>
                  </a:lnTo>
                  <a:lnTo>
                    <a:pt x="6045829" y="3347880"/>
                  </a:lnTo>
                  <a:lnTo>
                    <a:pt x="6083887" y="3347880"/>
                  </a:lnTo>
                  <a:lnTo>
                    <a:pt x="6083887" y="3347880"/>
                  </a:lnTo>
                  <a:lnTo>
                    <a:pt x="6094761" y="3347880"/>
                  </a:lnTo>
                  <a:lnTo>
                    <a:pt x="6094761" y="3358823"/>
                  </a:lnTo>
                  <a:lnTo>
                    <a:pt x="6105635" y="3358823"/>
                  </a:lnTo>
                  <a:lnTo>
                    <a:pt x="6105635" y="3358823"/>
                  </a:lnTo>
                  <a:lnTo>
                    <a:pt x="6127383" y="3358823"/>
                  </a:lnTo>
                  <a:lnTo>
                    <a:pt x="6127383" y="3369835"/>
                  </a:lnTo>
                  <a:lnTo>
                    <a:pt x="6143693" y="3369835"/>
                  </a:lnTo>
                  <a:lnTo>
                    <a:pt x="6143693" y="3369835"/>
                  </a:lnTo>
                  <a:lnTo>
                    <a:pt x="6165441" y="3369835"/>
                  </a:lnTo>
                  <a:lnTo>
                    <a:pt x="6165441" y="3369835"/>
                  </a:lnTo>
                  <a:lnTo>
                    <a:pt x="6181752" y="3369835"/>
                  </a:lnTo>
                  <a:lnTo>
                    <a:pt x="6181752" y="3369835"/>
                  </a:lnTo>
                  <a:lnTo>
                    <a:pt x="6187188" y="3369835"/>
                  </a:lnTo>
                  <a:lnTo>
                    <a:pt x="6187188" y="3369835"/>
                  </a:lnTo>
                  <a:lnTo>
                    <a:pt x="6208936" y="3369835"/>
                  </a:lnTo>
                  <a:lnTo>
                    <a:pt x="6208936" y="3381110"/>
                  </a:lnTo>
                  <a:lnTo>
                    <a:pt x="6290490" y="3381110"/>
                  </a:lnTo>
                  <a:lnTo>
                    <a:pt x="6290490" y="3392395"/>
                  </a:lnTo>
                  <a:lnTo>
                    <a:pt x="6317674" y="3392395"/>
                  </a:lnTo>
                  <a:lnTo>
                    <a:pt x="6317674" y="3392395"/>
                  </a:lnTo>
                  <a:lnTo>
                    <a:pt x="6355732" y="3392395"/>
                  </a:lnTo>
                  <a:lnTo>
                    <a:pt x="6355732" y="3392395"/>
                  </a:lnTo>
                  <a:lnTo>
                    <a:pt x="6361169" y="3392395"/>
                  </a:lnTo>
                  <a:lnTo>
                    <a:pt x="6361169" y="3403890"/>
                  </a:lnTo>
                  <a:lnTo>
                    <a:pt x="6410101" y="3403890"/>
                  </a:lnTo>
                  <a:lnTo>
                    <a:pt x="6410101" y="3403890"/>
                  </a:lnTo>
                  <a:lnTo>
                    <a:pt x="6415538" y="3403890"/>
                  </a:lnTo>
                  <a:lnTo>
                    <a:pt x="6415538" y="3415465"/>
                  </a:lnTo>
                  <a:lnTo>
                    <a:pt x="6420975" y="3415465"/>
                  </a:lnTo>
                  <a:lnTo>
                    <a:pt x="6420975" y="3415465"/>
                  </a:lnTo>
                  <a:lnTo>
                    <a:pt x="6431849" y="3415465"/>
                  </a:lnTo>
                  <a:lnTo>
                    <a:pt x="6431849" y="3415465"/>
                  </a:lnTo>
                  <a:lnTo>
                    <a:pt x="6464470" y="3415465"/>
                  </a:lnTo>
                  <a:lnTo>
                    <a:pt x="6464470" y="3427192"/>
                  </a:lnTo>
                  <a:lnTo>
                    <a:pt x="6480781" y="3427192"/>
                  </a:lnTo>
                  <a:lnTo>
                    <a:pt x="6480781" y="3427192"/>
                  </a:lnTo>
                  <a:lnTo>
                    <a:pt x="6507965" y="3427192"/>
                  </a:lnTo>
                  <a:lnTo>
                    <a:pt x="6507965" y="3439003"/>
                  </a:lnTo>
                  <a:lnTo>
                    <a:pt x="6546024" y="3439003"/>
                  </a:lnTo>
                  <a:lnTo>
                    <a:pt x="6546024" y="3439003"/>
                  </a:lnTo>
                  <a:lnTo>
                    <a:pt x="6627577" y="3439003"/>
                  </a:lnTo>
                  <a:lnTo>
                    <a:pt x="6627577" y="3450900"/>
                  </a:lnTo>
                  <a:lnTo>
                    <a:pt x="6660199" y="3450900"/>
                  </a:lnTo>
                  <a:lnTo>
                    <a:pt x="6660199" y="3450900"/>
                  </a:lnTo>
                  <a:lnTo>
                    <a:pt x="6671072" y="3450900"/>
                  </a:lnTo>
                  <a:lnTo>
                    <a:pt x="6671072" y="3450900"/>
                  </a:lnTo>
                  <a:lnTo>
                    <a:pt x="6692820" y="3450900"/>
                  </a:lnTo>
                  <a:lnTo>
                    <a:pt x="6692820" y="3462962"/>
                  </a:lnTo>
                  <a:lnTo>
                    <a:pt x="6720004" y="3462962"/>
                  </a:lnTo>
                  <a:lnTo>
                    <a:pt x="6720004" y="3462962"/>
                  </a:lnTo>
                  <a:lnTo>
                    <a:pt x="6774373" y="3462962"/>
                  </a:lnTo>
                  <a:lnTo>
                    <a:pt x="6774373" y="3475194"/>
                  </a:lnTo>
                  <a:lnTo>
                    <a:pt x="6872238" y="3475194"/>
                  </a:lnTo>
                  <a:lnTo>
                    <a:pt x="6872238" y="3475194"/>
                  </a:lnTo>
                  <a:lnTo>
                    <a:pt x="6899422" y="3475194"/>
                  </a:lnTo>
                  <a:lnTo>
                    <a:pt x="6899422" y="3475194"/>
                  </a:lnTo>
                  <a:lnTo>
                    <a:pt x="6964665" y="3475194"/>
                  </a:lnTo>
                  <a:lnTo>
                    <a:pt x="6964665" y="3487686"/>
                  </a:lnTo>
                  <a:lnTo>
                    <a:pt x="7057092" y="3487686"/>
                  </a:lnTo>
                  <a:lnTo>
                    <a:pt x="7057092" y="3487686"/>
                  </a:lnTo>
                  <a:lnTo>
                    <a:pt x="7078840" y="3487686"/>
                  </a:lnTo>
                  <a:lnTo>
                    <a:pt x="7078840" y="3487686"/>
                  </a:lnTo>
                  <a:lnTo>
                    <a:pt x="7116898" y="3487686"/>
                  </a:lnTo>
                  <a:lnTo>
                    <a:pt x="7116898" y="3500451"/>
                  </a:lnTo>
                  <a:lnTo>
                    <a:pt x="7176704" y="3500451"/>
                  </a:lnTo>
                  <a:lnTo>
                    <a:pt x="7176704" y="3500451"/>
                  </a:lnTo>
                  <a:lnTo>
                    <a:pt x="7209325" y="3500451"/>
                  </a:lnTo>
                  <a:lnTo>
                    <a:pt x="7209325" y="3513412"/>
                  </a:lnTo>
                  <a:lnTo>
                    <a:pt x="7231073" y="3513412"/>
                  </a:lnTo>
                  <a:lnTo>
                    <a:pt x="7231073" y="3513412"/>
                  </a:lnTo>
                  <a:lnTo>
                    <a:pt x="7274568" y="3513412"/>
                  </a:lnTo>
                  <a:lnTo>
                    <a:pt x="7274568" y="3526484"/>
                  </a:lnTo>
                  <a:lnTo>
                    <a:pt x="7345248" y="3526484"/>
                  </a:lnTo>
                  <a:lnTo>
                    <a:pt x="7345248" y="3526484"/>
                  </a:lnTo>
                  <a:lnTo>
                    <a:pt x="7366995" y="3526484"/>
                  </a:lnTo>
                  <a:lnTo>
                    <a:pt x="7366995" y="3526484"/>
                  </a:lnTo>
                  <a:lnTo>
                    <a:pt x="7443112" y="3526484"/>
                  </a:lnTo>
                  <a:lnTo>
                    <a:pt x="7443112" y="3526484"/>
                  </a:lnTo>
                  <a:lnTo>
                    <a:pt x="7492044" y="3526484"/>
                  </a:lnTo>
                  <a:lnTo>
                    <a:pt x="7492044" y="3526484"/>
                  </a:lnTo>
                  <a:lnTo>
                    <a:pt x="7535539" y="3526484"/>
                  </a:lnTo>
                  <a:lnTo>
                    <a:pt x="7535539" y="3526484"/>
                  </a:lnTo>
                  <a:lnTo>
                    <a:pt x="7617092" y="3526484"/>
                  </a:lnTo>
                  <a:lnTo>
                    <a:pt x="7617092" y="3526484"/>
                  </a:lnTo>
                  <a:lnTo>
                    <a:pt x="7655151" y="3526484"/>
                  </a:lnTo>
                  <a:lnTo>
                    <a:pt x="7655151" y="3540164"/>
                  </a:lnTo>
                  <a:lnTo>
                    <a:pt x="7682335" y="3540164"/>
                  </a:lnTo>
                  <a:lnTo>
                    <a:pt x="7682335" y="3553866"/>
                  </a:lnTo>
                  <a:lnTo>
                    <a:pt x="7693209" y="3553866"/>
                  </a:lnTo>
                  <a:lnTo>
                    <a:pt x="7693209" y="3567590"/>
                  </a:lnTo>
                  <a:lnTo>
                    <a:pt x="7698646" y="3567590"/>
                  </a:lnTo>
                  <a:lnTo>
                    <a:pt x="7698646" y="3567590"/>
                  </a:lnTo>
                  <a:lnTo>
                    <a:pt x="7704083" y="3567590"/>
                  </a:lnTo>
                  <a:lnTo>
                    <a:pt x="7704083" y="3581551"/>
                  </a:lnTo>
                  <a:lnTo>
                    <a:pt x="7725830" y="3581551"/>
                  </a:lnTo>
                  <a:lnTo>
                    <a:pt x="7725830" y="3595535"/>
                  </a:lnTo>
                  <a:lnTo>
                    <a:pt x="7807384" y="3595535"/>
                  </a:lnTo>
                  <a:lnTo>
                    <a:pt x="7807384" y="3595535"/>
                  </a:lnTo>
                  <a:lnTo>
                    <a:pt x="7818258" y="3595535"/>
                  </a:lnTo>
                  <a:lnTo>
                    <a:pt x="7818258" y="3595535"/>
                  </a:lnTo>
                  <a:lnTo>
                    <a:pt x="7834568" y="3595535"/>
                  </a:lnTo>
                  <a:lnTo>
                    <a:pt x="7834568" y="3609769"/>
                  </a:lnTo>
                  <a:lnTo>
                    <a:pt x="7861753" y="3609769"/>
                  </a:lnTo>
                  <a:lnTo>
                    <a:pt x="7861753" y="3609769"/>
                  </a:lnTo>
                  <a:lnTo>
                    <a:pt x="7867190" y="3609769"/>
                  </a:lnTo>
                  <a:lnTo>
                    <a:pt x="7867190" y="3609769"/>
                  </a:lnTo>
                  <a:lnTo>
                    <a:pt x="8035734" y="3609769"/>
                  </a:lnTo>
                  <a:lnTo>
                    <a:pt x="8035734" y="3624267"/>
                  </a:lnTo>
                  <a:lnTo>
                    <a:pt x="8057481" y="3624267"/>
                  </a:lnTo>
                  <a:lnTo>
                    <a:pt x="8057481" y="3638790"/>
                  </a:lnTo>
                  <a:lnTo>
                    <a:pt x="8084666" y="3638790"/>
                  </a:lnTo>
                  <a:lnTo>
                    <a:pt x="8084666" y="3653341"/>
                  </a:lnTo>
                  <a:lnTo>
                    <a:pt x="8236899" y="3653341"/>
                  </a:lnTo>
                  <a:lnTo>
                    <a:pt x="8236899" y="3653341"/>
                  </a:lnTo>
                  <a:lnTo>
                    <a:pt x="8280394" y="3653341"/>
                  </a:lnTo>
                  <a:lnTo>
                    <a:pt x="8280394" y="3653341"/>
                  </a:lnTo>
                  <a:lnTo>
                    <a:pt x="8389132" y="3653341"/>
                  </a:lnTo>
                  <a:lnTo>
                    <a:pt x="8389132" y="3653341"/>
                  </a:lnTo>
                  <a:lnTo>
                    <a:pt x="8394569" y="3653341"/>
                  </a:lnTo>
                  <a:lnTo>
                    <a:pt x="8394569" y="3653341"/>
                  </a:lnTo>
                  <a:lnTo>
                    <a:pt x="8416316" y="3653341"/>
                  </a:lnTo>
                  <a:lnTo>
                    <a:pt x="8416316" y="3668436"/>
                  </a:lnTo>
                  <a:lnTo>
                    <a:pt x="8573986" y="3668436"/>
                  </a:lnTo>
                  <a:lnTo>
                    <a:pt x="8573986" y="3683562"/>
                  </a:lnTo>
                  <a:lnTo>
                    <a:pt x="8601171" y="3683562"/>
                  </a:lnTo>
                  <a:lnTo>
                    <a:pt x="8601171" y="3683562"/>
                  </a:lnTo>
                  <a:lnTo>
                    <a:pt x="8666414" y="3683562"/>
                  </a:lnTo>
                  <a:lnTo>
                    <a:pt x="8666414" y="3683562"/>
                  </a:lnTo>
                  <a:lnTo>
                    <a:pt x="8753404" y="3683562"/>
                  </a:lnTo>
                  <a:lnTo>
                    <a:pt x="8753404" y="3699144"/>
                  </a:lnTo>
                  <a:lnTo>
                    <a:pt x="8867579" y="3699144"/>
                  </a:lnTo>
                  <a:lnTo>
                    <a:pt x="8867579" y="3699144"/>
                  </a:lnTo>
                  <a:lnTo>
                    <a:pt x="8954569" y="3699144"/>
                  </a:lnTo>
                  <a:lnTo>
                    <a:pt x="8954569" y="3714909"/>
                  </a:lnTo>
                  <a:lnTo>
                    <a:pt x="8976317" y="3714909"/>
                  </a:lnTo>
                  <a:lnTo>
                    <a:pt x="8976317" y="3730710"/>
                  </a:lnTo>
                  <a:lnTo>
                    <a:pt x="8981754" y="3730710"/>
                  </a:lnTo>
                  <a:lnTo>
                    <a:pt x="8981754" y="3746704"/>
                  </a:lnTo>
                  <a:lnTo>
                    <a:pt x="8987191" y="3746704"/>
                  </a:lnTo>
                  <a:lnTo>
                    <a:pt x="8987191" y="3762736"/>
                  </a:lnTo>
                  <a:lnTo>
                    <a:pt x="8992627" y="3762736"/>
                  </a:lnTo>
                  <a:lnTo>
                    <a:pt x="8992627" y="3762736"/>
                  </a:lnTo>
                  <a:lnTo>
                    <a:pt x="9036123" y="3762736"/>
                  </a:lnTo>
                  <a:lnTo>
                    <a:pt x="9036123" y="3762736"/>
                  </a:lnTo>
                  <a:lnTo>
                    <a:pt x="9095928" y="3762736"/>
                  </a:lnTo>
                  <a:lnTo>
                    <a:pt x="9095928" y="3762736"/>
                  </a:lnTo>
                  <a:lnTo>
                    <a:pt x="9172045" y="3762736"/>
                  </a:lnTo>
                  <a:lnTo>
                    <a:pt x="9172045" y="3762736"/>
                  </a:lnTo>
                  <a:lnTo>
                    <a:pt x="9215540" y="3762736"/>
                  </a:lnTo>
                  <a:lnTo>
                    <a:pt x="9215540" y="3779658"/>
                  </a:lnTo>
                  <a:lnTo>
                    <a:pt x="9275346" y="3779658"/>
                  </a:lnTo>
                  <a:lnTo>
                    <a:pt x="9275346" y="3796627"/>
                  </a:lnTo>
                  <a:lnTo>
                    <a:pt x="9329715" y="3796627"/>
                  </a:lnTo>
                  <a:lnTo>
                    <a:pt x="9329715" y="3813645"/>
                  </a:lnTo>
                  <a:lnTo>
                    <a:pt x="9362336" y="3813645"/>
                  </a:lnTo>
                  <a:lnTo>
                    <a:pt x="9362336" y="3813645"/>
                  </a:lnTo>
                  <a:lnTo>
                    <a:pt x="9405832" y="3813645"/>
                  </a:lnTo>
                  <a:lnTo>
                    <a:pt x="9405832" y="3830901"/>
                  </a:lnTo>
                  <a:lnTo>
                    <a:pt x="9465638" y="3830901"/>
                  </a:lnTo>
                  <a:lnTo>
                    <a:pt x="9465638" y="3848207"/>
                  </a:lnTo>
                  <a:lnTo>
                    <a:pt x="9503696" y="3848207"/>
                  </a:lnTo>
                  <a:lnTo>
                    <a:pt x="9503696" y="3848207"/>
                  </a:lnTo>
                  <a:lnTo>
                    <a:pt x="9574375" y="3848207"/>
                  </a:lnTo>
                  <a:lnTo>
                    <a:pt x="9574375" y="3848207"/>
                  </a:lnTo>
                  <a:lnTo>
                    <a:pt x="9579812" y="3848207"/>
                  </a:lnTo>
                  <a:lnTo>
                    <a:pt x="9579812" y="3848207"/>
                  </a:lnTo>
                  <a:lnTo>
                    <a:pt x="9590686" y="3848207"/>
                  </a:lnTo>
                  <a:lnTo>
                    <a:pt x="9590686" y="3848207"/>
                  </a:lnTo>
                  <a:lnTo>
                    <a:pt x="9655929" y="3848207"/>
                  </a:lnTo>
                  <a:lnTo>
                    <a:pt x="9655929" y="3848207"/>
                  </a:lnTo>
                  <a:lnTo>
                    <a:pt x="9661366" y="3848207"/>
                  </a:lnTo>
                  <a:lnTo>
                    <a:pt x="9661366" y="38666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011026" y="789916"/>
              <a:ext cx="9661366" cy="4261722"/>
            </a:xfrm>
            <a:custGeom>
              <a:avLst/>
              <a:pathLst>
                <a:path w="9661366" h="4261722">
                  <a:moveTo>
                    <a:pt x="9661366" y="4261722"/>
                  </a:moveTo>
                  <a:lnTo>
                    <a:pt x="9661366" y="4242112"/>
                  </a:lnTo>
                  <a:lnTo>
                    <a:pt x="9655929" y="4242112"/>
                  </a:lnTo>
                  <a:lnTo>
                    <a:pt x="9655929" y="4242112"/>
                  </a:lnTo>
                  <a:lnTo>
                    <a:pt x="9590686" y="4242112"/>
                  </a:lnTo>
                  <a:lnTo>
                    <a:pt x="9590686" y="4242112"/>
                  </a:lnTo>
                  <a:lnTo>
                    <a:pt x="9579812" y="4242112"/>
                  </a:lnTo>
                  <a:lnTo>
                    <a:pt x="9579812" y="4242112"/>
                  </a:lnTo>
                  <a:lnTo>
                    <a:pt x="9574375" y="4242112"/>
                  </a:lnTo>
                  <a:lnTo>
                    <a:pt x="9574375" y="4242112"/>
                  </a:lnTo>
                  <a:lnTo>
                    <a:pt x="9503696" y="4242112"/>
                  </a:lnTo>
                  <a:lnTo>
                    <a:pt x="9503696" y="4242112"/>
                  </a:lnTo>
                  <a:lnTo>
                    <a:pt x="9465638" y="4242112"/>
                  </a:lnTo>
                  <a:lnTo>
                    <a:pt x="9465638" y="4224077"/>
                  </a:lnTo>
                  <a:lnTo>
                    <a:pt x="9405832" y="4224077"/>
                  </a:lnTo>
                  <a:lnTo>
                    <a:pt x="9405832" y="4205991"/>
                  </a:lnTo>
                  <a:lnTo>
                    <a:pt x="9362336" y="4205991"/>
                  </a:lnTo>
                  <a:lnTo>
                    <a:pt x="9362336" y="4205991"/>
                  </a:lnTo>
                  <a:lnTo>
                    <a:pt x="9329715" y="4205991"/>
                  </a:lnTo>
                  <a:lnTo>
                    <a:pt x="9329715" y="4188145"/>
                  </a:lnTo>
                  <a:lnTo>
                    <a:pt x="9275346" y="4188145"/>
                  </a:lnTo>
                  <a:lnTo>
                    <a:pt x="9275346" y="4170250"/>
                  </a:lnTo>
                  <a:lnTo>
                    <a:pt x="9215540" y="4170250"/>
                  </a:lnTo>
                  <a:lnTo>
                    <a:pt x="9215540" y="4152307"/>
                  </a:lnTo>
                  <a:lnTo>
                    <a:pt x="9172045" y="4152307"/>
                  </a:lnTo>
                  <a:lnTo>
                    <a:pt x="9172045" y="4152307"/>
                  </a:lnTo>
                  <a:lnTo>
                    <a:pt x="9095928" y="4152307"/>
                  </a:lnTo>
                  <a:lnTo>
                    <a:pt x="9095928" y="4152307"/>
                  </a:lnTo>
                  <a:lnTo>
                    <a:pt x="9036123" y="4152307"/>
                  </a:lnTo>
                  <a:lnTo>
                    <a:pt x="9036123" y="4152307"/>
                  </a:lnTo>
                  <a:lnTo>
                    <a:pt x="8992627" y="4152307"/>
                  </a:lnTo>
                  <a:lnTo>
                    <a:pt x="8992627" y="4152307"/>
                  </a:lnTo>
                  <a:lnTo>
                    <a:pt x="8987191" y="4152307"/>
                  </a:lnTo>
                  <a:lnTo>
                    <a:pt x="8987191" y="4135600"/>
                  </a:lnTo>
                  <a:lnTo>
                    <a:pt x="8981754" y="4135600"/>
                  </a:lnTo>
                  <a:lnTo>
                    <a:pt x="8981754" y="4118855"/>
                  </a:lnTo>
                  <a:lnTo>
                    <a:pt x="8976317" y="4118855"/>
                  </a:lnTo>
                  <a:lnTo>
                    <a:pt x="8976317" y="4102303"/>
                  </a:lnTo>
                  <a:lnTo>
                    <a:pt x="8954569" y="4102303"/>
                  </a:lnTo>
                  <a:lnTo>
                    <a:pt x="8954569" y="4085714"/>
                  </a:lnTo>
                  <a:lnTo>
                    <a:pt x="8867579" y="4085714"/>
                  </a:lnTo>
                  <a:lnTo>
                    <a:pt x="8867579" y="4085714"/>
                  </a:lnTo>
                  <a:lnTo>
                    <a:pt x="8753404" y="4085714"/>
                  </a:lnTo>
                  <a:lnTo>
                    <a:pt x="8753404" y="4069310"/>
                  </a:lnTo>
                  <a:lnTo>
                    <a:pt x="8666414" y="4069310"/>
                  </a:lnTo>
                  <a:lnTo>
                    <a:pt x="8666414" y="4069310"/>
                  </a:lnTo>
                  <a:lnTo>
                    <a:pt x="8601171" y="4069310"/>
                  </a:lnTo>
                  <a:lnTo>
                    <a:pt x="8601171" y="4069310"/>
                  </a:lnTo>
                  <a:lnTo>
                    <a:pt x="8573986" y="4069310"/>
                  </a:lnTo>
                  <a:lnTo>
                    <a:pt x="8573986" y="4053493"/>
                  </a:lnTo>
                  <a:lnTo>
                    <a:pt x="8416316" y="4053493"/>
                  </a:lnTo>
                  <a:lnTo>
                    <a:pt x="8416316" y="4037645"/>
                  </a:lnTo>
                  <a:lnTo>
                    <a:pt x="8394569" y="4037645"/>
                  </a:lnTo>
                  <a:lnTo>
                    <a:pt x="8394569" y="4037645"/>
                  </a:lnTo>
                  <a:lnTo>
                    <a:pt x="8389132" y="4037645"/>
                  </a:lnTo>
                  <a:lnTo>
                    <a:pt x="8389132" y="4037645"/>
                  </a:lnTo>
                  <a:lnTo>
                    <a:pt x="8280394" y="4037645"/>
                  </a:lnTo>
                  <a:lnTo>
                    <a:pt x="8280394" y="4037645"/>
                  </a:lnTo>
                  <a:lnTo>
                    <a:pt x="8236899" y="4037645"/>
                  </a:lnTo>
                  <a:lnTo>
                    <a:pt x="8236899" y="4037645"/>
                  </a:lnTo>
                  <a:lnTo>
                    <a:pt x="8084666" y="4037645"/>
                  </a:lnTo>
                  <a:lnTo>
                    <a:pt x="8084666" y="4022515"/>
                  </a:lnTo>
                  <a:lnTo>
                    <a:pt x="8057481" y="4022515"/>
                  </a:lnTo>
                  <a:lnTo>
                    <a:pt x="8057481" y="4007358"/>
                  </a:lnTo>
                  <a:lnTo>
                    <a:pt x="8035734" y="4007358"/>
                  </a:lnTo>
                  <a:lnTo>
                    <a:pt x="8035734" y="3992175"/>
                  </a:lnTo>
                  <a:lnTo>
                    <a:pt x="7867190" y="3992175"/>
                  </a:lnTo>
                  <a:lnTo>
                    <a:pt x="7867190" y="3992175"/>
                  </a:lnTo>
                  <a:lnTo>
                    <a:pt x="7861753" y="3992175"/>
                  </a:lnTo>
                  <a:lnTo>
                    <a:pt x="7861753" y="3992175"/>
                  </a:lnTo>
                  <a:lnTo>
                    <a:pt x="7834568" y="3992175"/>
                  </a:lnTo>
                  <a:lnTo>
                    <a:pt x="7834568" y="3977306"/>
                  </a:lnTo>
                  <a:lnTo>
                    <a:pt x="7818258" y="3977306"/>
                  </a:lnTo>
                  <a:lnTo>
                    <a:pt x="7818258" y="3977306"/>
                  </a:lnTo>
                  <a:lnTo>
                    <a:pt x="7807384" y="3977306"/>
                  </a:lnTo>
                  <a:lnTo>
                    <a:pt x="7807384" y="3977306"/>
                  </a:lnTo>
                  <a:lnTo>
                    <a:pt x="7725830" y="3977306"/>
                  </a:lnTo>
                  <a:lnTo>
                    <a:pt x="7725830" y="3962735"/>
                  </a:lnTo>
                  <a:lnTo>
                    <a:pt x="7704083" y="3962735"/>
                  </a:lnTo>
                  <a:lnTo>
                    <a:pt x="7704083" y="3948141"/>
                  </a:lnTo>
                  <a:lnTo>
                    <a:pt x="7698646" y="3948141"/>
                  </a:lnTo>
                  <a:lnTo>
                    <a:pt x="7698646" y="3948141"/>
                  </a:lnTo>
                  <a:lnTo>
                    <a:pt x="7693209" y="3948141"/>
                  </a:lnTo>
                  <a:lnTo>
                    <a:pt x="7693209" y="3933829"/>
                  </a:lnTo>
                  <a:lnTo>
                    <a:pt x="7682335" y="3933829"/>
                  </a:lnTo>
                  <a:lnTo>
                    <a:pt x="7682335" y="3919496"/>
                  </a:lnTo>
                  <a:lnTo>
                    <a:pt x="7655151" y="3919496"/>
                  </a:lnTo>
                  <a:lnTo>
                    <a:pt x="7655151" y="3905141"/>
                  </a:lnTo>
                  <a:lnTo>
                    <a:pt x="7617092" y="3905141"/>
                  </a:lnTo>
                  <a:lnTo>
                    <a:pt x="7617092" y="3905141"/>
                  </a:lnTo>
                  <a:lnTo>
                    <a:pt x="7535539" y="3905141"/>
                  </a:lnTo>
                  <a:lnTo>
                    <a:pt x="7535539" y="3905141"/>
                  </a:lnTo>
                  <a:lnTo>
                    <a:pt x="7492044" y="3905141"/>
                  </a:lnTo>
                  <a:lnTo>
                    <a:pt x="7492044" y="3905141"/>
                  </a:lnTo>
                  <a:lnTo>
                    <a:pt x="7443112" y="3905141"/>
                  </a:lnTo>
                  <a:lnTo>
                    <a:pt x="7443112" y="3905141"/>
                  </a:lnTo>
                  <a:lnTo>
                    <a:pt x="7366995" y="3905141"/>
                  </a:lnTo>
                  <a:lnTo>
                    <a:pt x="7366995" y="3905141"/>
                  </a:lnTo>
                  <a:lnTo>
                    <a:pt x="7345248" y="3905141"/>
                  </a:lnTo>
                  <a:lnTo>
                    <a:pt x="7345248" y="3905141"/>
                  </a:lnTo>
                  <a:lnTo>
                    <a:pt x="7274568" y="3905141"/>
                  </a:lnTo>
                  <a:lnTo>
                    <a:pt x="7274568" y="3891590"/>
                  </a:lnTo>
                  <a:lnTo>
                    <a:pt x="7231073" y="3891590"/>
                  </a:lnTo>
                  <a:lnTo>
                    <a:pt x="7231073" y="3891590"/>
                  </a:lnTo>
                  <a:lnTo>
                    <a:pt x="7209325" y="3891590"/>
                  </a:lnTo>
                  <a:lnTo>
                    <a:pt x="7209325" y="3878150"/>
                  </a:lnTo>
                  <a:lnTo>
                    <a:pt x="7176704" y="3878150"/>
                  </a:lnTo>
                  <a:lnTo>
                    <a:pt x="7176704" y="3878150"/>
                  </a:lnTo>
                  <a:lnTo>
                    <a:pt x="7116898" y="3878150"/>
                  </a:lnTo>
                  <a:lnTo>
                    <a:pt x="7116898" y="3864939"/>
                  </a:lnTo>
                  <a:lnTo>
                    <a:pt x="7078840" y="3864939"/>
                  </a:lnTo>
                  <a:lnTo>
                    <a:pt x="7078840" y="3864939"/>
                  </a:lnTo>
                  <a:lnTo>
                    <a:pt x="7057092" y="3864939"/>
                  </a:lnTo>
                  <a:lnTo>
                    <a:pt x="7057092" y="3864939"/>
                  </a:lnTo>
                  <a:lnTo>
                    <a:pt x="6964665" y="3864939"/>
                  </a:lnTo>
                  <a:lnTo>
                    <a:pt x="6964665" y="3852064"/>
                  </a:lnTo>
                  <a:lnTo>
                    <a:pt x="6899422" y="3852064"/>
                  </a:lnTo>
                  <a:lnTo>
                    <a:pt x="6899422" y="3852064"/>
                  </a:lnTo>
                  <a:lnTo>
                    <a:pt x="6872238" y="3852064"/>
                  </a:lnTo>
                  <a:lnTo>
                    <a:pt x="6872238" y="3852064"/>
                  </a:lnTo>
                  <a:lnTo>
                    <a:pt x="6774373" y="3852064"/>
                  </a:lnTo>
                  <a:lnTo>
                    <a:pt x="6774373" y="3839506"/>
                  </a:lnTo>
                  <a:lnTo>
                    <a:pt x="6720004" y="3839506"/>
                  </a:lnTo>
                  <a:lnTo>
                    <a:pt x="6720004" y="3839506"/>
                  </a:lnTo>
                  <a:lnTo>
                    <a:pt x="6692820" y="3839506"/>
                  </a:lnTo>
                  <a:lnTo>
                    <a:pt x="6692820" y="3827144"/>
                  </a:lnTo>
                  <a:lnTo>
                    <a:pt x="6671072" y="3827144"/>
                  </a:lnTo>
                  <a:lnTo>
                    <a:pt x="6671072" y="3827144"/>
                  </a:lnTo>
                  <a:lnTo>
                    <a:pt x="6660199" y="3827144"/>
                  </a:lnTo>
                  <a:lnTo>
                    <a:pt x="6660199" y="3827144"/>
                  </a:lnTo>
                  <a:lnTo>
                    <a:pt x="6627577" y="3827144"/>
                  </a:lnTo>
                  <a:lnTo>
                    <a:pt x="6627577" y="3814972"/>
                  </a:lnTo>
                  <a:lnTo>
                    <a:pt x="6546024" y="3814972"/>
                  </a:lnTo>
                  <a:lnTo>
                    <a:pt x="6546024" y="3814972"/>
                  </a:lnTo>
                  <a:lnTo>
                    <a:pt x="6507965" y="3814972"/>
                  </a:lnTo>
                  <a:lnTo>
                    <a:pt x="6507965" y="3802887"/>
                  </a:lnTo>
                  <a:lnTo>
                    <a:pt x="6480781" y="3802887"/>
                  </a:lnTo>
                  <a:lnTo>
                    <a:pt x="6480781" y="3802887"/>
                  </a:lnTo>
                  <a:lnTo>
                    <a:pt x="6464470" y="3802887"/>
                  </a:lnTo>
                  <a:lnTo>
                    <a:pt x="6464470" y="3790885"/>
                  </a:lnTo>
                  <a:lnTo>
                    <a:pt x="6431849" y="3790885"/>
                  </a:lnTo>
                  <a:lnTo>
                    <a:pt x="6431849" y="3790885"/>
                  </a:lnTo>
                  <a:lnTo>
                    <a:pt x="6420975" y="3790885"/>
                  </a:lnTo>
                  <a:lnTo>
                    <a:pt x="6420975" y="3790885"/>
                  </a:lnTo>
                  <a:lnTo>
                    <a:pt x="6415538" y="3790885"/>
                  </a:lnTo>
                  <a:lnTo>
                    <a:pt x="6415538" y="3779059"/>
                  </a:lnTo>
                  <a:lnTo>
                    <a:pt x="6410101" y="3779059"/>
                  </a:lnTo>
                  <a:lnTo>
                    <a:pt x="6410101" y="3779059"/>
                  </a:lnTo>
                  <a:lnTo>
                    <a:pt x="6361169" y="3779059"/>
                  </a:lnTo>
                  <a:lnTo>
                    <a:pt x="6361169" y="3767312"/>
                  </a:lnTo>
                  <a:lnTo>
                    <a:pt x="6355732" y="3767312"/>
                  </a:lnTo>
                  <a:lnTo>
                    <a:pt x="6355732" y="3767312"/>
                  </a:lnTo>
                  <a:lnTo>
                    <a:pt x="6317674" y="3767312"/>
                  </a:lnTo>
                  <a:lnTo>
                    <a:pt x="6317674" y="3767312"/>
                  </a:lnTo>
                  <a:lnTo>
                    <a:pt x="6290490" y="3767312"/>
                  </a:lnTo>
                  <a:lnTo>
                    <a:pt x="6290490" y="3755816"/>
                  </a:lnTo>
                  <a:lnTo>
                    <a:pt x="6208936" y="3755816"/>
                  </a:lnTo>
                  <a:lnTo>
                    <a:pt x="6208936" y="3744311"/>
                  </a:lnTo>
                  <a:lnTo>
                    <a:pt x="6187188" y="3744311"/>
                  </a:lnTo>
                  <a:lnTo>
                    <a:pt x="6187188" y="3744311"/>
                  </a:lnTo>
                  <a:lnTo>
                    <a:pt x="6181752" y="3744311"/>
                  </a:lnTo>
                  <a:lnTo>
                    <a:pt x="6181752" y="3744311"/>
                  </a:lnTo>
                  <a:lnTo>
                    <a:pt x="6165441" y="3744311"/>
                  </a:lnTo>
                  <a:lnTo>
                    <a:pt x="6165441" y="3744311"/>
                  </a:lnTo>
                  <a:lnTo>
                    <a:pt x="6143693" y="3744311"/>
                  </a:lnTo>
                  <a:lnTo>
                    <a:pt x="6143693" y="3744311"/>
                  </a:lnTo>
                  <a:lnTo>
                    <a:pt x="6127383" y="3744311"/>
                  </a:lnTo>
                  <a:lnTo>
                    <a:pt x="6127383" y="3733124"/>
                  </a:lnTo>
                  <a:lnTo>
                    <a:pt x="6105635" y="3733124"/>
                  </a:lnTo>
                  <a:lnTo>
                    <a:pt x="6105635" y="3733124"/>
                  </a:lnTo>
                  <a:lnTo>
                    <a:pt x="6094761" y="3733124"/>
                  </a:lnTo>
                  <a:lnTo>
                    <a:pt x="6094761" y="3722007"/>
                  </a:lnTo>
                  <a:lnTo>
                    <a:pt x="6083887" y="3722007"/>
                  </a:lnTo>
                  <a:lnTo>
                    <a:pt x="6083887" y="3722007"/>
                  </a:lnTo>
                  <a:lnTo>
                    <a:pt x="6045829" y="3722007"/>
                  </a:lnTo>
                  <a:lnTo>
                    <a:pt x="6045829" y="3710959"/>
                  </a:lnTo>
                  <a:lnTo>
                    <a:pt x="6034955" y="3710959"/>
                  </a:lnTo>
                  <a:lnTo>
                    <a:pt x="6034955" y="3699902"/>
                  </a:lnTo>
                  <a:lnTo>
                    <a:pt x="6029518" y="3699902"/>
                  </a:lnTo>
                  <a:lnTo>
                    <a:pt x="6029518" y="3699902"/>
                  </a:lnTo>
                  <a:lnTo>
                    <a:pt x="5980586" y="3699902"/>
                  </a:lnTo>
                  <a:lnTo>
                    <a:pt x="5980586" y="3688986"/>
                  </a:lnTo>
                  <a:lnTo>
                    <a:pt x="5975150" y="3688986"/>
                  </a:lnTo>
                  <a:lnTo>
                    <a:pt x="5975150" y="3688986"/>
                  </a:lnTo>
                  <a:lnTo>
                    <a:pt x="5953402" y="3688986"/>
                  </a:lnTo>
                  <a:lnTo>
                    <a:pt x="5953402" y="3688986"/>
                  </a:lnTo>
                  <a:lnTo>
                    <a:pt x="5937091" y="3688986"/>
                  </a:lnTo>
                  <a:lnTo>
                    <a:pt x="5937091" y="3688986"/>
                  </a:lnTo>
                  <a:lnTo>
                    <a:pt x="5926217" y="3688986"/>
                  </a:lnTo>
                  <a:lnTo>
                    <a:pt x="5926217" y="3678349"/>
                  </a:lnTo>
                  <a:lnTo>
                    <a:pt x="5920781" y="3678349"/>
                  </a:lnTo>
                  <a:lnTo>
                    <a:pt x="5920781" y="3678349"/>
                  </a:lnTo>
                  <a:lnTo>
                    <a:pt x="5860975" y="3678349"/>
                  </a:lnTo>
                  <a:lnTo>
                    <a:pt x="5860975" y="3667773"/>
                  </a:lnTo>
                  <a:lnTo>
                    <a:pt x="5855538" y="3667773"/>
                  </a:lnTo>
                  <a:lnTo>
                    <a:pt x="5855538" y="3667773"/>
                  </a:lnTo>
                  <a:lnTo>
                    <a:pt x="5839227" y="3667773"/>
                  </a:lnTo>
                  <a:lnTo>
                    <a:pt x="5839227" y="3667773"/>
                  </a:lnTo>
                  <a:lnTo>
                    <a:pt x="5817479" y="3667773"/>
                  </a:lnTo>
                  <a:lnTo>
                    <a:pt x="5817479" y="3667773"/>
                  </a:lnTo>
                  <a:lnTo>
                    <a:pt x="5806606" y="3667773"/>
                  </a:lnTo>
                  <a:lnTo>
                    <a:pt x="5806606" y="3667773"/>
                  </a:lnTo>
                  <a:lnTo>
                    <a:pt x="5790295" y="3667773"/>
                  </a:lnTo>
                  <a:lnTo>
                    <a:pt x="5790295" y="3657455"/>
                  </a:lnTo>
                  <a:lnTo>
                    <a:pt x="5779421" y="3657455"/>
                  </a:lnTo>
                  <a:lnTo>
                    <a:pt x="5779421" y="3657455"/>
                  </a:lnTo>
                  <a:lnTo>
                    <a:pt x="5773984" y="3657455"/>
                  </a:lnTo>
                  <a:lnTo>
                    <a:pt x="5773984" y="3657455"/>
                  </a:lnTo>
                  <a:lnTo>
                    <a:pt x="5746800" y="3657455"/>
                  </a:lnTo>
                  <a:lnTo>
                    <a:pt x="5746800" y="3657455"/>
                  </a:lnTo>
                  <a:lnTo>
                    <a:pt x="5730489" y="3657455"/>
                  </a:lnTo>
                  <a:lnTo>
                    <a:pt x="5730489" y="3647320"/>
                  </a:lnTo>
                  <a:lnTo>
                    <a:pt x="5703305" y="3647320"/>
                  </a:lnTo>
                  <a:lnTo>
                    <a:pt x="5703305" y="3637180"/>
                  </a:lnTo>
                  <a:lnTo>
                    <a:pt x="5692431" y="3637180"/>
                  </a:lnTo>
                  <a:lnTo>
                    <a:pt x="5692431" y="3637180"/>
                  </a:lnTo>
                  <a:lnTo>
                    <a:pt x="5670683" y="3637180"/>
                  </a:lnTo>
                  <a:lnTo>
                    <a:pt x="5670683" y="3637180"/>
                  </a:lnTo>
                  <a:lnTo>
                    <a:pt x="5659809" y="3637180"/>
                  </a:lnTo>
                  <a:lnTo>
                    <a:pt x="5659809" y="3637180"/>
                  </a:lnTo>
                  <a:lnTo>
                    <a:pt x="5654373" y="3637180"/>
                  </a:lnTo>
                  <a:lnTo>
                    <a:pt x="5654373" y="3617361"/>
                  </a:lnTo>
                  <a:lnTo>
                    <a:pt x="5632625" y="3617361"/>
                  </a:lnTo>
                  <a:lnTo>
                    <a:pt x="5632625" y="3617361"/>
                  </a:lnTo>
                  <a:lnTo>
                    <a:pt x="5616314" y="3617361"/>
                  </a:lnTo>
                  <a:lnTo>
                    <a:pt x="5616314" y="3607557"/>
                  </a:lnTo>
                  <a:lnTo>
                    <a:pt x="5589130" y="3607557"/>
                  </a:lnTo>
                  <a:lnTo>
                    <a:pt x="5589130" y="3587935"/>
                  </a:lnTo>
                  <a:lnTo>
                    <a:pt x="5529324" y="3587935"/>
                  </a:lnTo>
                  <a:lnTo>
                    <a:pt x="5529324" y="3578116"/>
                  </a:lnTo>
                  <a:lnTo>
                    <a:pt x="5518450" y="3578116"/>
                  </a:lnTo>
                  <a:lnTo>
                    <a:pt x="5518450" y="3578116"/>
                  </a:lnTo>
                  <a:lnTo>
                    <a:pt x="5480392" y="3578116"/>
                  </a:lnTo>
                  <a:lnTo>
                    <a:pt x="5480392" y="3568401"/>
                  </a:lnTo>
                  <a:lnTo>
                    <a:pt x="5469518" y="3568401"/>
                  </a:lnTo>
                  <a:lnTo>
                    <a:pt x="5469518" y="3558682"/>
                  </a:lnTo>
                  <a:lnTo>
                    <a:pt x="5431460" y="3558682"/>
                  </a:lnTo>
                  <a:lnTo>
                    <a:pt x="5431460" y="3548957"/>
                  </a:lnTo>
                  <a:lnTo>
                    <a:pt x="5426023" y="3548957"/>
                  </a:lnTo>
                  <a:lnTo>
                    <a:pt x="5426023" y="3548957"/>
                  </a:lnTo>
                  <a:lnTo>
                    <a:pt x="5420586" y="3548957"/>
                  </a:lnTo>
                  <a:lnTo>
                    <a:pt x="5420586" y="3539280"/>
                  </a:lnTo>
                  <a:lnTo>
                    <a:pt x="5415149" y="3539280"/>
                  </a:lnTo>
                  <a:lnTo>
                    <a:pt x="5415149" y="3539280"/>
                  </a:lnTo>
                  <a:lnTo>
                    <a:pt x="5398838" y="3539280"/>
                  </a:lnTo>
                  <a:lnTo>
                    <a:pt x="5398838" y="3529703"/>
                  </a:lnTo>
                  <a:lnTo>
                    <a:pt x="5366217" y="3529703"/>
                  </a:lnTo>
                  <a:lnTo>
                    <a:pt x="5366217" y="3520122"/>
                  </a:lnTo>
                  <a:lnTo>
                    <a:pt x="5349906" y="3520122"/>
                  </a:lnTo>
                  <a:lnTo>
                    <a:pt x="5349906" y="3510535"/>
                  </a:lnTo>
                  <a:lnTo>
                    <a:pt x="5328159" y="3510535"/>
                  </a:lnTo>
                  <a:lnTo>
                    <a:pt x="5328159" y="3510535"/>
                  </a:lnTo>
                  <a:lnTo>
                    <a:pt x="5295537" y="3510535"/>
                  </a:lnTo>
                  <a:lnTo>
                    <a:pt x="5295537" y="3500994"/>
                  </a:lnTo>
                  <a:lnTo>
                    <a:pt x="5241168" y="3500994"/>
                  </a:lnTo>
                  <a:lnTo>
                    <a:pt x="5241168" y="3491449"/>
                  </a:lnTo>
                  <a:lnTo>
                    <a:pt x="5213984" y="3491449"/>
                  </a:lnTo>
                  <a:lnTo>
                    <a:pt x="5213984" y="3491449"/>
                  </a:lnTo>
                  <a:lnTo>
                    <a:pt x="5197673" y="3491449"/>
                  </a:lnTo>
                  <a:lnTo>
                    <a:pt x="5197673" y="3491449"/>
                  </a:lnTo>
                  <a:lnTo>
                    <a:pt x="5186799" y="3491449"/>
                  </a:lnTo>
                  <a:lnTo>
                    <a:pt x="5186799" y="3482047"/>
                  </a:lnTo>
                  <a:lnTo>
                    <a:pt x="5181363" y="3482047"/>
                  </a:lnTo>
                  <a:lnTo>
                    <a:pt x="5181363" y="3472640"/>
                  </a:lnTo>
                  <a:lnTo>
                    <a:pt x="5170489" y="3472640"/>
                  </a:lnTo>
                  <a:lnTo>
                    <a:pt x="5170489" y="3463229"/>
                  </a:lnTo>
                  <a:lnTo>
                    <a:pt x="5110683" y="3463229"/>
                  </a:lnTo>
                  <a:lnTo>
                    <a:pt x="5110683" y="3453813"/>
                  </a:lnTo>
                  <a:lnTo>
                    <a:pt x="5099809" y="3453813"/>
                  </a:lnTo>
                  <a:lnTo>
                    <a:pt x="5099809" y="3444392"/>
                  </a:lnTo>
                  <a:lnTo>
                    <a:pt x="5061751" y="3444392"/>
                  </a:lnTo>
                  <a:lnTo>
                    <a:pt x="5061751" y="3434968"/>
                  </a:lnTo>
                  <a:lnTo>
                    <a:pt x="5056314" y="3434968"/>
                  </a:lnTo>
                  <a:lnTo>
                    <a:pt x="5056314" y="3434968"/>
                  </a:lnTo>
                  <a:lnTo>
                    <a:pt x="5034566" y="3434968"/>
                  </a:lnTo>
                  <a:lnTo>
                    <a:pt x="5034566" y="3434968"/>
                  </a:lnTo>
                  <a:lnTo>
                    <a:pt x="5001945" y="3434968"/>
                  </a:lnTo>
                  <a:lnTo>
                    <a:pt x="5001945" y="3425632"/>
                  </a:lnTo>
                  <a:lnTo>
                    <a:pt x="4996508" y="3425632"/>
                  </a:lnTo>
                  <a:lnTo>
                    <a:pt x="4996508" y="3416292"/>
                  </a:lnTo>
                  <a:lnTo>
                    <a:pt x="4991071" y="3416292"/>
                  </a:lnTo>
                  <a:lnTo>
                    <a:pt x="4991071" y="3416292"/>
                  </a:lnTo>
                  <a:lnTo>
                    <a:pt x="4953013" y="3416292"/>
                  </a:lnTo>
                  <a:lnTo>
                    <a:pt x="4953013" y="3416292"/>
                  </a:lnTo>
                  <a:lnTo>
                    <a:pt x="4931265" y="3416292"/>
                  </a:lnTo>
                  <a:lnTo>
                    <a:pt x="4931265" y="3407039"/>
                  </a:lnTo>
                  <a:lnTo>
                    <a:pt x="4904081" y="3407039"/>
                  </a:lnTo>
                  <a:lnTo>
                    <a:pt x="4904081" y="3388520"/>
                  </a:lnTo>
                  <a:lnTo>
                    <a:pt x="4871459" y="3388520"/>
                  </a:lnTo>
                  <a:lnTo>
                    <a:pt x="4871459" y="3379299"/>
                  </a:lnTo>
                  <a:lnTo>
                    <a:pt x="4860586" y="3379299"/>
                  </a:lnTo>
                  <a:lnTo>
                    <a:pt x="4860586" y="3370074"/>
                  </a:lnTo>
                  <a:lnTo>
                    <a:pt x="4855149" y="3370074"/>
                  </a:lnTo>
                  <a:lnTo>
                    <a:pt x="4855149" y="3360844"/>
                  </a:lnTo>
                  <a:lnTo>
                    <a:pt x="4833401" y="3360844"/>
                  </a:lnTo>
                  <a:lnTo>
                    <a:pt x="4833401" y="3360844"/>
                  </a:lnTo>
                  <a:lnTo>
                    <a:pt x="4817090" y="3360844"/>
                  </a:lnTo>
                  <a:lnTo>
                    <a:pt x="4817090" y="3360844"/>
                  </a:lnTo>
                  <a:lnTo>
                    <a:pt x="4806217" y="3360844"/>
                  </a:lnTo>
                  <a:lnTo>
                    <a:pt x="4806217" y="3351740"/>
                  </a:lnTo>
                  <a:lnTo>
                    <a:pt x="4800780" y="3351740"/>
                  </a:lnTo>
                  <a:lnTo>
                    <a:pt x="4800780" y="3342631"/>
                  </a:lnTo>
                  <a:lnTo>
                    <a:pt x="4779032" y="3342631"/>
                  </a:lnTo>
                  <a:lnTo>
                    <a:pt x="4779032" y="3342631"/>
                  </a:lnTo>
                  <a:lnTo>
                    <a:pt x="4773595" y="3342631"/>
                  </a:lnTo>
                  <a:lnTo>
                    <a:pt x="4773595" y="3342631"/>
                  </a:lnTo>
                  <a:lnTo>
                    <a:pt x="4768158" y="3342631"/>
                  </a:lnTo>
                  <a:lnTo>
                    <a:pt x="4768158" y="3324569"/>
                  </a:lnTo>
                  <a:lnTo>
                    <a:pt x="4762721" y="3324569"/>
                  </a:lnTo>
                  <a:lnTo>
                    <a:pt x="4762721" y="3315533"/>
                  </a:lnTo>
                  <a:lnTo>
                    <a:pt x="4757285" y="3315533"/>
                  </a:lnTo>
                  <a:lnTo>
                    <a:pt x="4757285" y="3315533"/>
                  </a:lnTo>
                  <a:lnTo>
                    <a:pt x="4746411" y="3315533"/>
                  </a:lnTo>
                  <a:lnTo>
                    <a:pt x="4746411" y="3315533"/>
                  </a:lnTo>
                  <a:lnTo>
                    <a:pt x="4735537" y="3315533"/>
                  </a:lnTo>
                  <a:lnTo>
                    <a:pt x="4735537" y="3306573"/>
                  </a:lnTo>
                  <a:lnTo>
                    <a:pt x="4708352" y="3306573"/>
                  </a:lnTo>
                  <a:lnTo>
                    <a:pt x="4708352" y="3297610"/>
                  </a:lnTo>
                  <a:lnTo>
                    <a:pt x="4681168" y="3297610"/>
                  </a:lnTo>
                  <a:lnTo>
                    <a:pt x="4681168" y="3297610"/>
                  </a:lnTo>
                  <a:lnTo>
                    <a:pt x="4643110" y="3297610"/>
                  </a:lnTo>
                  <a:lnTo>
                    <a:pt x="4643110" y="3288723"/>
                  </a:lnTo>
                  <a:lnTo>
                    <a:pt x="4605051" y="3288723"/>
                  </a:lnTo>
                  <a:lnTo>
                    <a:pt x="4605051" y="3288723"/>
                  </a:lnTo>
                  <a:lnTo>
                    <a:pt x="4588741" y="3288723"/>
                  </a:lnTo>
                  <a:lnTo>
                    <a:pt x="4588741" y="3279870"/>
                  </a:lnTo>
                  <a:lnTo>
                    <a:pt x="4577867" y="3279870"/>
                  </a:lnTo>
                  <a:lnTo>
                    <a:pt x="4577867" y="3271014"/>
                  </a:lnTo>
                  <a:lnTo>
                    <a:pt x="4566993" y="3271014"/>
                  </a:lnTo>
                  <a:lnTo>
                    <a:pt x="4566993" y="3262155"/>
                  </a:lnTo>
                  <a:lnTo>
                    <a:pt x="4556119" y="3262155"/>
                  </a:lnTo>
                  <a:lnTo>
                    <a:pt x="4556119" y="3253292"/>
                  </a:lnTo>
                  <a:lnTo>
                    <a:pt x="4550682" y="3253292"/>
                  </a:lnTo>
                  <a:lnTo>
                    <a:pt x="4550682" y="3235555"/>
                  </a:lnTo>
                  <a:lnTo>
                    <a:pt x="4528935" y="3235555"/>
                  </a:lnTo>
                  <a:lnTo>
                    <a:pt x="4528935" y="3226719"/>
                  </a:lnTo>
                  <a:lnTo>
                    <a:pt x="4512624" y="3226719"/>
                  </a:lnTo>
                  <a:lnTo>
                    <a:pt x="4512624" y="3226719"/>
                  </a:lnTo>
                  <a:lnTo>
                    <a:pt x="4501750" y="3226719"/>
                  </a:lnTo>
                  <a:lnTo>
                    <a:pt x="4501750" y="3217917"/>
                  </a:lnTo>
                  <a:lnTo>
                    <a:pt x="4496313" y="3217917"/>
                  </a:lnTo>
                  <a:lnTo>
                    <a:pt x="4496313" y="3200302"/>
                  </a:lnTo>
                  <a:lnTo>
                    <a:pt x="4490877" y="3200302"/>
                  </a:lnTo>
                  <a:lnTo>
                    <a:pt x="4490877" y="3200302"/>
                  </a:lnTo>
                  <a:lnTo>
                    <a:pt x="4480003" y="3200302"/>
                  </a:lnTo>
                  <a:lnTo>
                    <a:pt x="4480003" y="3191562"/>
                  </a:lnTo>
                  <a:lnTo>
                    <a:pt x="4474566" y="3191562"/>
                  </a:lnTo>
                  <a:lnTo>
                    <a:pt x="4474566" y="3182891"/>
                  </a:lnTo>
                  <a:lnTo>
                    <a:pt x="4452818" y="3182891"/>
                  </a:lnTo>
                  <a:lnTo>
                    <a:pt x="4452818" y="3165538"/>
                  </a:lnTo>
                  <a:lnTo>
                    <a:pt x="4425634" y="3165538"/>
                  </a:lnTo>
                  <a:lnTo>
                    <a:pt x="4425634" y="3165538"/>
                  </a:lnTo>
                  <a:lnTo>
                    <a:pt x="4414760" y="3165538"/>
                  </a:lnTo>
                  <a:lnTo>
                    <a:pt x="4414760" y="3156926"/>
                  </a:lnTo>
                  <a:lnTo>
                    <a:pt x="4403886" y="3156926"/>
                  </a:lnTo>
                  <a:lnTo>
                    <a:pt x="4403886" y="3139692"/>
                  </a:lnTo>
                  <a:lnTo>
                    <a:pt x="4398449" y="3139692"/>
                  </a:lnTo>
                  <a:lnTo>
                    <a:pt x="4398449" y="3131105"/>
                  </a:lnTo>
                  <a:lnTo>
                    <a:pt x="4365828" y="3131105"/>
                  </a:lnTo>
                  <a:lnTo>
                    <a:pt x="4365828" y="3122514"/>
                  </a:lnTo>
                  <a:lnTo>
                    <a:pt x="4349517" y="3122514"/>
                  </a:lnTo>
                  <a:lnTo>
                    <a:pt x="4349517" y="3122514"/>
                  </a:lnTo>
                  <a:lnTo>
                    <a:pt x="4344080" y="3122514"/>
                  </a:lnTo>
                  <a:lnTo>
                    <a:pt x="4344080" y="3105391"/>
                  </a:lnTo>
                  <a:lnTo>
                    <a:pt x="4338643" y="3105391"/>
                  </a:lnTo>
                  <a:lnTo>
                    <a:pt x="4338643" y="3105391"/>
                  </a:lnTo>
                  <a:lnTo>
                    <a:pt x="4333207" y="3105391"/>
                  </a:lnTo>
                  <a:lnTo>
                    <a:pt x="4333207" y="3105391"/>
                  </a:lnTo>
                  <a:lnTo>
                    <a:pt x="4316896" y="3105391"/>
                  </a:lnTo>
                  <a:lnTo>
                    <a:pt x="4316896" y="3105391"/>
                  </a:lnTo>
                  <a:lnTo>
                    <a:pt x="4273401" y="3105391"/>
                  </a:lnTo>
                  <a:lnTo>
                    <a:pt x="4273401" y="3105391"/>
                  </a:lnTo>
                  <a:lnTo>
                    <a:pt x="4257090" y="3105391"/>
                  </a:lnTo>
                  <a:lnTo>
                    <a:pt x="4257090" y="3105391"/>
                  </a:lnTo>
                  <a:lnTo>
                    <a:pt x="4224469" y="3105391"/>
                  </a:lnTo>
                  <a:lnTo>
                    <a:pt x="4224469" y="3097051"/>
                  </a:lnTo>
                  <a:lnTo>
                    <a:pt x="4208158" y="3097051"/>
                  </a:lnTo>
                  <a:lnTo>
                    <a:pt x="4208158" y="3088739"/>
                  </a:lnTo>
                  <a:lnTo>
                    <a:pt x="4202721" y="3088739"/>
                  </a:lnTo>
                  <a:lnTo>
                    <a:pt x="4202721" y="3088739"/>
                  </a:lnTo>
                  <a:lnTo>
                    <a:pt x="4197284" y="3088739"/>
                  </a:lnTo>
                  <a:lnTo>
                    <a:pt x="4197284" y="3088739"/>
                  </a:lnTo>
                  <a:lnTo>
                    <a:pt x="4186410" y="3088739"/>
                  </a:lnTo>
                  <a:lnTo>
                    <a:pt x="4186410" y="3088739"/>
                  </a:lnTo>
                  <a:lnTo>
                    <a:pt x="4180973" y="3088739"/>
                  </a:lnTo>
                  <a:lnTo>
                    <a:pt x="4180973" y="3088739"/>
                  </a:lnTo>
                  <a:lnTo>
                    <a:pt x="4175537" y="3088739"/>
                  </a:lnTo>
                  <a:lnTo>
                    <a:pt x="4175537" y="3080547"/>
                  </a:lnTo>
                  <a:lnTo>
                    <a:pt x="4170100" y="3080547"/>
                  </a:lnTo>
                  <a:lnTo>
                    <a:pt x="4170100" y="3080547"/>
                  </a:lnTo>
                  <a:lnTo>
                    <a:pt x="4153789" y="3080547"/>
                  </a:lnTo>
                  <a:lnTo>
                    <a:pt x="4153789" y="3072413"/>
                  </a:lnTo>
                  <a:lnTo>
                    <a:pt x="4148352" y="3072413"/>
                  </a:lnTo>
                  <a:lnTo>
                    <a:pt x="4148352" y="3064275"/>
                  </a:lnTo>
                  <a:lnTo>
                    <a:pt x="4132041" y="3064275"/>
                  </a:lnTo>
                  <a:lnTo>
                    <a:pt x="4132041" y="3056135"/>
                  </a:lnTo>
                  <a:lnTo>
                    <a:pt x="4115731" y="3056135"/>
                  </a:lnTo>
                  <a:lnTo>
                    <a:pt x="4115731" y="3047993"/>
                  </a:lnTo>
                  <a:lnTo>
                    <a:pt x="4093983" y="3047993"/>
                  </a:lnTo>
                  <a:lnTo>
                    <a:pt x="4093983" y="3039877"/>
                  </a:lnTo>
                  <a:lnTo>
                    <a:pt x="4088546" y="3039877"/>
                  </a:lnTo>
                  <a:lnTo>
                    <a:pt x="4088546" y="3023695"/>
                  </a:lnTo>
                  <a:lnTo>
                    <a:pt x="4072235" y="3023695"/>
                  </a:lnTo>
                  <a:lnTo>
                    <a:pt x="4072235" y="3023695"/>
                  </a:lnTo>
                  <a:lnTo>
                    <a:pt x="4039614" y="3023695"/>
                  </a:lnTo>
                  <a:lnTo>
                    <a:pt x="4039614" y="3015657"/>
                  </a:lnTo>
                  <a:lnTo>
                    <a:pt x="4034177" y="3015657"/>
                  </a:lnTo>
                  <a:lnTo>
                    <a:pt x="4034177" y="3007645"/>
                  </a:lnTo>
                  <a:lnTo>
                    <a:pt x="4028740" y="3007645"/>
                  </a:lnTo>
                  <a:lnTo>
                    <a:pt x="4028740" y="2999658"/>
                  </a:lnTo>
                  <a:lnTo>
                    <a:pt x="4023303" y="2999658"/>
                  </a:lnTo>
                  <a:lnTo>
                    <a:pt x="4023303" y="2999658"/>
                  </a:lnTo>
                  <a:lnTo>
                    <a:pt x="4012430" y="2999658"/>
                  </a:lnTo>
                  <a:lnTo>
                    <a:pt x="4012430" y="2999658"/>
                  </a:lnTo>
                  <a:lnTo>
                    <a:pt x="4006993" y="2999658"/>
                  </a:lnTo>
                  <a:lnTo>
                    <a:pt x="4006993" y="2991723"/>
                  </a:lnTo>
                  <a:lnTo>
                    <a:pt x="3996119" y="2991723"/>
                  </a:lnTo>
                  <a:lnTo>
                    <a:pt x="3996119" y="2991723"/>
                  </a:lnTo>
                  <a:lnTo>
                    <a:pt x="3968934" y="2991723"/>
                  </a:lnTo>
                  <a:lnTo>
                    <a:pt x="3968934" y="2976008"/>
                  </a:lnTo>
                  <a:lnTo>
                    <a:pt x="3963498" y="2976008"/>
                  </a:lnTo>
                  <a:lnTo>
                    <a:pt x="3963498" y="2976008"/>
                  </a:lnTo>
                  <a:lnTo>
                    <a:pt x="3941750" y="2976008"/>
                  </a:lnTo>
                  <a:lnTo>
                    <a:pt x="3941750" y="2960337"/>
                  </a:lnTo>
                  <a:lnTo>
                    <a:pt x="3920002" y="2960337"/>
                  </a:lnTo>
                  <a:lnTo>
                    <a:pt x="3920002" y="2960337"/>
                  </a:lnTo>
                  <a:lnTo>
                    <a:pt x="3914565" y="2960337"/>
                  </a:lnTo>
                  <a:lnTo>
                    <a:pt x="3914565" y="2952524"/>
                  </a:lnTo>
                  <a:lnTo>
                    <a:pt x="3887381" y="2952524"/>
                  </a:lnTo>
                  <a:lnTo>
                    <a:pt x="3887381" y="2944734"/>
                  </a:lnTo>
                  <a:lnTo>
                    <a:pt x="3881944" y="2944734"/>
                  </a:lnTo>
                  <a:lnTo>
                    <a:pt x="3881944" y="2936968"/>
                  </a:lnTo>
                  <a:lnTo>
                    <a:pt x="3871070" y="2936968"/>
                  </a:lnTo>
                  <a:lnTo>
                    <a:pt x="3871070" y="2929225"/>
                  </a:lnTo>
                  <a:lnTo>
                    <a:pt x="3865633" y="2929225"/>
                  </a:lnTo>
                  <a:lnTo>
                    <a:pt x="3865633" y="2921505"/>
                  </a:lnTo>
                  <a:lnTo>
                    <a:pt x="3843886" y="2921505"/>
                  </a:lnTo>
                  <a:lnTo>
                    <a:pt x="3843886" y="2921505"/>
                  </a:lnTo>
                  <a:lnTo>
                    <a:pt x="3827575" y="2921505"/>
                  </a:lnTo>
                  <a:lnTo>
                    <a:pt x="3827575" y="2906157"/>
                  </a:lnTo>
                  <a:lnTo>
                    <a:pt x="3805828" y="2906157"/>
                  </a:lnTo>
                  <a:lnTo>
                    <a:pt x="3805828" y="2898505"/>
                  </a:lnTo>
                  <a:lnTo>
                    <a:pt x="3794954" y="2898505"/>
                  </a:lnTo>
                  <a:lnTo>
                    <a:pt x="3794954" y="2890875"/>
                  </a:lnTo>
                  <a:lnTo>
                    <a:pt x="3789517" y="2890875"/>
                  </a:lnTo>
                  <a:lnTo>
                    <a:pt x="3789517" y="2890875"/>
                  </a:lnTo>
                  <a:lnTo>
                    <a:pt x="3767769" y="2890875"/>
                  </a:lnTo>
                  <a:lnTo>
                    <a:pt x="3767769" y="2890875"/>
                  </a:lnTo>
                  <a:lnTo>
                    <a:pt x="3751459" y="2890875"/>
                  </a:lnTo>
                  <a:lnTo>
                    <a:pt x="3751459" y="2883337"/>
                  </a:lnTo>
                  <a:lnTo>
                    <a:pt x="3735148" y="2883337"/>
                  </a:lnTo>
                  <a:lnTo>
                    <a:pt x="3735148" y="2875798"/>
                  </a:lnTo>
                  <a:lnTo>
                    <a:pt x="3707963" y="2875798"/>
                  </a:lnTo>
                  <a:lnTo>
                    <a:pt x="3707963" y="2868257"/>
                  </a:lnTo>
                  <a:lnTo>
                    <a:pt x="3697090" y="2868257"/>
                  </a:lnTo>
                  <a:lnTo>
                    <a:pt x="3697090" y="2860713"/>
                  </a:lnTo>
                  <a:lnTo>
                    <a:pt x="3691653" y="2860713"/>
                  </a:lnTo>
                  <a:lnTo>
                    <a:pt x="3691653" y="2860713"/>
                  </a:lnTo>
                  <a:lnTo>
                    <a:pt x="3675342" y="2860713"/>
                  </a:lnTo>
                  <a:lnTo>
                    <a:pt x="3675342" y="2853214"/>
                  </a:lnTo>
                  <a:lnTo>
                    <a:pt x="3664468" y="2853214"/>
                  </a:lnTo>
                  <a:lnTo>
                    <a:pt x="3664468" y="2853214"/>
                  </a:lnTo>
                  <a:lnTo>
                    <a:pt x="3659031" y="2853214"/>
                  </a:lnTo>
                  <a:lnTo>
                    <a:pt x="3659031" y="2845736"/>
                  </a:lnTo>
                  <a:lnTo>
                    <a:pt x="3653594" y="2845736"/>
                  </a:lnTo>
                  <a:lnTo>
                    <a:pt x="3653594" y="2838256"/>
                  </a:lnTo>
                  <a:lnTo>
                    <a:pt x="3642721" y="2838256"/>
                  </a:lnTo>
                  <a:lnTo>
                    <a:pt x="3642721" y="2838256"/>
                  </a:lnTo>
                  <a:lnTo>
                    <a:pt x="3637284" y="2838256"/>
                  </a:lnTo>
                  <a:lnTo>
                    <a:pt x="3637284" y="2830819"/>
                  </a:lnTo>
                  <a:lnTo>
                    <a:pt x="3631847" y="2830819"/>
                  </a:lnTo>
                  <a:lnTo>
                    <a:pt x="3631847" y="2830819"/>
                  </a:lnTo>
                  <a:lnTo>
                    <a:pt x="3615536" y="2830819"/>
                  </a:lnTo>
                  <a:lnTo>
                    <a:pt x="3615536" y="2823424"/>
                  </a:lnTo>
                  <a:lnTo>
                    <a:pt x="3610099" y="2823424"/>
                  </a:lnTo>
                  <a:lnTo>
                    <a:pt x="3610099" y="2816028"/>
                  </a:lnTo>
                  <a:lnTo>
                    <a:pt x="3604662" y="2816028"/>
                  </a:lnTo>
                  <a:lnTo>
                    <a:pt x="3604662" y="2816028"/>
                  </a:lnTo>
                  <a:lnTo>
                    <a:pt x="3599225" y="2816028"/>
                  </a:lnTo>
                  <a:lnTo>
                    <a:pt x="3599225" y="2808651"/>
                  </a:lnTo>
                  <a:lnTo>
                    <a:pt x="3593789" y="2808651"/>
                  </a:lnTo>
                  <a:lnTo>
                    <a:pt x="3593789" y="2808651"/>
                  </a:lnTo>
                  <a:lnTo>
                    <a:pt x="3582915" y="2808651"/>
                  </a:lnTo>
                  <a:lnTo>
                    <a:pt x="3582915" y="2801316"/>
                  </a:lnTo>
                  <a:lnTo>
                    <a:pt x="3577478" y="2801316"/>
                  </a:lnTo>
                  <a:lnTo>
                    <a:pt x="3577478" y="2801316"/>
                  </a:lnTo>
                  <a:lnTo>
                    <a:pt x="3572041" y="2801316"/>
                  </a:lnTo>
                  <a:lnTo>
                    <a:pt x="3572041" y="2801316"/>
                  </a:lnTo>
                  <a:lnTo>
                    <a:pt x="3539420" y="2801316"/>
                  </a:lnTo>
                  <a:lnTo>
                    <a:pt x="3539420" y="2794043"/>
                  </a:lnTo>
                  <a:lnTo>
                    <a:pt x="3517672" y="2794043"/>
                  </a:lnTo>
                  <a:lnTo>
                    <a:pt x="3517672" y="2794043"/>
                  </a:lnTo>
                  <a:lnTo>
                    <a:pt x="3501361" y="2794043"/>
                  </a:lnTo>
                  <a:lnTo>
                    <a:pt x="3501361" y="2794043"/>
                  </a:lnTo>
                  <a:lnTo>
                    <a:pt x="3495924" y="2794043"/>
                  </a:lnTo>
                  <a:lnTo>
                    <a:pt x="3495924" y="2786831"/>
                  </a:lnTo>
                  <a:lnTo>
                    <a:pt x="3490487" y="2786831"/>
                  </a:lnTo>
                  <a:lnTo>
                    <a:pt x="3490487" y="2786831"/>
                  </a:lnTo>
                  <a:lnTo>
                    <a:pt x="3479614" y="2786831"/>
                  </a:lnTo>
                  <a:lnTo>
                    <a:pt x="3479614" y="2779638"/>
                  </a:lnTo>
                  <a:lnTo>
                    <a:pt x="3468740" y="2779638"/>
                  </a:lnTo>
                  <a:lnTo>
                    <a:pt x="3468740" y="2779638"/>
                  </a:lnTo>
                  <a:lnTo>
                    <a:pt x="3463303" y="2779638"/>
                  </a:lnTo>
                  <a:lnTo>
                    <a:pt x="3463303" y="2779638"/>
                  </a:lnTo>
                  <a:lnTo>
                    <a:pt x="3457866" y="2779638"/>
                  </a:lnTo>
                  <a:lnTo>
                    <a:pt x="3457866" y="2772483"/>
                  </a:lnTo>
                  <a:lnTo>
                    <a:pt x="3446992" y="2772483"/>
                  </a:lnTo>
                  <a:lnTo>
                    <a:pt x="3446992" y="2772483"/>
                  </a:lnTo>
                  <a:lnTo>
                    <a:pt x="3419808" y="2772483"/>
                  </a:lnTo>
                  <a:lnTo>
                    <a:pt x="3419808" y="2765348"/>
                  </a:lnTo>
                  <a:lnTo>
                    <a:pt x="3408934" y="2765348"/>
                  </a:lnTo>
                  <a:lnTo>
                    <a:pt x="3408934" y="2765348"/>
                  </a:lnTo>
                  <a:lnTo>
                    <a:pt x="3403497" y="2765348"/>
                  </a:lnTo>
                  <a:lnTo>
                    <a:pt x="3403497" y="2758230"/>
                  </a:lnTo>
                  <a:lnTo>
                    <a:pt x="3398060" y="2758230"/>
                  </a:lnTo>
                  <a:lnTo>
                    <a:pt x="3398060" y="2758230"/>
                  </a:lnTo>
                  <a:lnTo>
                    <a:pt x="3392623" y="2758230"/>
                  </a:lnTo>
                  <a:lnTo>
                    <a:pt x="3392623" y="2744030"/>
                  </a:lnTo>
                  <a:lnTo>
                    <a:pt x="3360002" y="2744030"/>
                  </a:lnTo>
                  <a:lnTo>
                    <a:pt x="3360002" y="2736967"/>
                  </a:lnTo>
                  <a:lnTo>
                    <a:pt x="3349128" y="2736967"/>
                  </a:lnTo>
                  <a:lnTo>
                    <a:pt x="3349128" y="2729902"/>
                  </a:lnTo>
                  <a:lnTo>
                    <a:pt x="3311070" y="2729902"/>
                  </a:lnTo>
                  <a:lnTo>
                    <a:pt x="3311070" y="2729902"/>
                  </a:lnTo>
                  <a:lnTo>
                    <a:pt x="3294759" y="2729902"/>
                  </a:lnTo>
                  <a:lnTo>
                    <a:pt x="3294759" y="2722893"/>
                  </a:lnTo>
                  <a:lnTo>
                    <a:pt x="3289322" y="2722893"/>
                  </a:lnTo>
                  <a:lnTo>
                    <a:pt x="3289322" y="2722893"/>
                  </a:lnTo>
                  <a:lnTo>
                    <a:pt x="3283885" y="2722893"/>
                  </a:lnTo>
                  <a:lnTo>
                    <a:pt x="3283885" y="2722893"/>
                  </a:lnTo>
                  <a:lnTo>
                    <a:pt x="3267575" y="2722893"/>
                  </a:lnTo>
                  <a:lnTo>
                    <a:pt x="3267575" y="2715920"/>
                  </a:lnTo>
                  <a:lnTo>
                    <a:pt x="3262138" y="2715920"/>
                  </a:lnTo>
                  <a:lnTo>
                    <a:pt x="3262138" y="2708946"/>
                  </a:lnTo>
                  <a:lnTo>
                    <a:pt x="3234953" y="2708946"/>
                  </a:lnTo>
                  <a:lnTo>
                    <a:pt x="3234953" y="2708946"/>
                  </a:lnTo>
                  <a:lnTo>
                    <a:pt x="3229516" y="2708946"/>
                  </a:lnTo>
                  <a:lnTo>
                    <a:pt x="3229516" y="2708946"/>
                  </a:lnTo>
                  <a:lnTo>
                    <a:pt x="3224080" y="2708946"/>
                  </a:lnTo>
                  <a:lnTo>
                    <a:pt x="3224080" y="2702081"/>
                  </a:lnTo>
                  <a:lnTo>
                    <a:pt x="3207769" y="2702081"/>
                  </a:lnTo>
                  <a:lnTo>
                    <a:pt x="3207769" y="2702081"/>
                  </a:lnTo>
                  <a:lnTo>
                    <a:pt x="3196895" y="2702081"/>
                  </a:lnTo>
                  <a:lnTo>
                    <a:pt x="3196895" y="2702081"/>
                  </a:lnTo>
                  <a:lnTo>
                    <a:pt x="3191458" y="2702081"/>
                  </a:lnTo>
                  <a:lnTo>
                    <a:pt x="3191458" y="2702081"/>
                  </a:lnTo>
                  <a:lnTo>
                    <a:pt x="3180584" y="2702081"/>
                  </a:lnTo>
                  <a:lnTo>
                    <a:pt x="3180584" y="2688454"/>
                  </a:lnTo>
                  <a:lnTo>
                    <a:pt x="3164274" y="2688454"/>
                  </a:lnTo>
                  <a:lnTo>
                    <a:pt x="3164274" y="2681656"/>
                  </a:lnTo>
                  <a:lnTo>
                    <a:pt x="3142526" y="2681656"/>
                  </a:lnTo>
                  <a:lnTo>
                    <a:pt x="3142526" y="2681656"/>
                  </a:lnTo>
                  <a:lnTo>
                    <a:pt x="3131652" y="2681656"/>
                  </a:lnTo>
                  <a:lnTo>
                    <a:pt x="3131652" y="2674874"/>
                  </a:lnTo>
                  <a:lnTo>
                    <a:pt x="3082720" y="2674874"/>
                  </a:lnTo>
                  <a:lnTo>
                    <a:pt x="3082720" y="2668108"/>
                  </a:lnTo>
                  <a:lnTo>
                    <a:pt x="3055536" y="2668108"/>
                  </a:lnTo>
                  <a:lnTo>
                    <a:pt x="3055536" y="2661341"/>
                  </a:lnTo>
                  <a:lnTo>
                    <a:pt x="3039225" y="2661341"/>
                  </a:lnTo>
                  <a:lnTo>
                    <a:pt x="3039225" y="2654573"/>
                  </a:lnTo>
                  <a:lnTo>
                    <a:pt x="3012041" y="2654573"/>
                  </a:lnTo>
                  <a:lnTo>
                    <a:pt x="3012041" y="2654573"/>
                  </a:lnTo>
                  <a:lnTo>
                    <a:pt x="3006604" y="2654573"/>
                  </a:lnTo>
                  <a:lnTo>
                    <a:pt x="3006604" y="2647838"/>
                  </a:lnTo>
                  <a:lnTo>
                    <a:pt x="2957672" y="2647838"/>
                  </a:lnTo>
                  <a:lnTo>
                    <a:pt x="2957672" y="2641118"/>
                  </a:lnTo>
                  <a:lnTo>
                    <a:pt x="2952235" y="2641118"/>
                  </a:lnTo>
                  <a:lnTo>
                    <a:pt x="2952235" y="2634397"/>
                  </a:lnTo>
                  <a:lnTo>
                    <a:pt x="2935924" y="2634397"/>
                  </a:lnTo>
                  <a:lnTo>
                    <a:pt x="2935924" y="2627692"/>
                  </a:lnTo>
                  <a:lnTo>
                    <a:pt x="2930487" y="2627692"/>
                  </a:lnTo>
                  <a:lnTo>
                    <a:pt x="2930487" y="2627692"/>
                  </a:lnTo>
                  <a:lnTo>
                    <a:pt x="2919613" y="2627692"/>
                  </a:lnTo>
                  <a:lnTo>
                    <a:pt x="2919613" y="2614311"/>
                  </a:lnTo>
                  <a:lnTo>
                    <a:pt x="2914176" y="2614311"/>
                  </a:lnTo>
                  <a:lnTo>
                    <a:pt x="2914176" y="2607618"/>
                  </a:lnTo>
                  <a:lnTo>
                    <a:pt x="2892429" y="2607618"/>
                  </a:lnTo>
                  <a:lnTo>
                    <a:pt x="2892429" y="2607618"/>
                  </a:lnTo>
                  <a:lnTo>
                    <a:pt x="2886992" y="2607618"/>
                  </a:lnTo>
                  <a:lnTo>
                    <a:pt x="2886992" y="2600941"/>
                  </a:lnTo>
                  <a:lnTo>
                    <a:pt x="2870681" y="2600941"/>
                  </a:lnTo>
                  <a:lnTo>
                    <a:pt x="2870681" y="2580951"/>
                  </a:lnTo>
                  <a:lnTo>
                    <a:pt x="2865244" y="2580951"/>
                  </a:lnTo>
                  <a:lnTo>
                    <a:pt x="2865244" y="2574285"/>
                  </a:lnTo>
                  <a:lnTo>
                    <a:pt x="2848934" y="2574285"/>
                  </a:lnTo>
                  <a:lnTo>
                    <a:pt x="2848934" y="2567618"/>
                  </a:lnTo>
                  <a:lnTo>
                    <a:pt x="2838060" y="2567618"/>
                  </a:lnTo>
                  <a:lnTo>
                    <a:pt x="2838060" y="2567618"/>
                  </a:lnTo>
                  <a:lnTo>
                    <a:pt x="2827186" y="2567618"/>
                  </a:lnTo>
                  <a:lnTo>
                    <a:pt x="2827186" y="2567618"/>
                  </a:lnTo>
                  <a:lnTo>
                    <a:pt x="2816312" y="2567618"/>
                  </a:lnTo>
                  <a:lnTo>
                    <a:pt x="2816312" y="2547754"/>
                  </a:lnTo>
                  <a:lnTo>
                    <a:pt x="2805438" y="2547754"/>
                  </a:lnTo>
                  <a:lnTo>
                    <a:pt x="2805438" y="2541131"/>
                  </a:lnTo>
                  <a:lnTo>
                    <a:pt x="2789128" y="2541131"/>
                  </a:lnTo>
                  <a:lnTo>
                    <a:pt x="2789128" y="2534506"/>
                  </a:lnTo>
                  <a:lnTo>
                    <a:pt x="2778254" y="2534506"/>
                  </a:lnTo>
                  <a:lnTo>
                    <a:pt x="2778254" y="2527879"/>
                  </a:lnTo>
                  <a:lnTo>
                    <a:pt x="2772817" y="2527879"/>
                  </a:lnTo>
                  <a:lnTo>
                    <a:pt x="2772817" y="2521252"/>
                  </a:lnTo>
                  <a:lnTo>
                    <a:pt x="2756506" y="2521252"/>
                  </a:lnTo>
                  <a:lnTo>
                    <a:pt x="2756506" y="2514623"/>
                  </a:lnTo>
                  <a:lnTo>
                    <a:pt x="2723885" y="2514623"/>
                  </a:lnTo>
                  <a:lnTo>
                    <a:pt x="2723885" y="2494730"/>
                  </a:lnTo>
                  <a:lnTo>
                    <a:pt x="2713011" y="2494730"/>
                  </a:lnTo>
                  <a:lnTo>
                    <a:pt x="2713011" y="2488096"/>
                  </a:lnTo>
                  <a:lnTo>
                    <a:pt x="2702137" y="2488096"/>
                  </a:lnTo>
                  <a:lnTo>
                    <a:pt x="2702137" y="2481461"/>
                  </a:lnTo>
                  <a:lnTo>
                    <a:pt x="2669516" y="2481461"/>
                  </a:lnTo>
                  <a:lnTo>
                    <a:pt x="2669516" y="2474825"/>
                  </a:lnTo>
                  <a:lnTo>
                    <a:pt x="2631458" y="2474825"/>
                  </a:lnTo>
                  <a:lnTo>
                    <a:pt x="2631458" y="2461548"/>
                  </a:lnTo>
                  <a:lnTo>
                    <a:pt x="2626021" y="2461548"/>
                  </a:lnTo>
                  <a:lnTo>
                    <a:pt x="2626021" y="2454909"/>
                  </a:lnTo>
                  <a:lnTo>
                    <a:pt x="2620584" y="2454909"/>
                  </a:lnTo>
                  <a:lnTo>
                    <a:pt x="2620584" y="2448267"/>
                  </a:lnTo>
                  <a:lnTo>
                    <a:pt x="2609710" y="2448267"/>
                  </a:lnTo>
                  <a:lnTo>
                    <a:pt x="2609710" y="2434981"/>
                  </a:lnTo>
                  <a:lnTo>
                    <a:pt x="2577089" y="2434981"/>
                  </a:lnTo>
                  <a:lnTo>
                    <a:pt x="2577089" y="2434981"/>
                  </a:lnTo>
                  <a:lnTo>
                    <a:pt x="2555341" y="2434981"/>
                  </a:lnTo>
                  <a:lnTo>
                    <a:pt x="2555341" y="2428351"/>
                  </a:lnTo>
                  <a:lnTo>
                    <a:pt x="2549904" y="2428351"/>
                  </a:lnTo>
                  <a:lnTo>
                    <a:pt x="2549904" y="2428351"/>
                  </a:lnTo>
                  <a:lnTo>
                    <a:pt x="2544467" y="2428351"/>
                  </a:lnTo>
                  <a:lnTo>
                    <a:pt x="2544467" y="2421736"/>
                  </a:lnTo>
                  <a:lnTo>
                    <a:pt x="2539030" y="2421736"/>
                  </a:lnTo>
                  <a:lnTo>
                    <a:pt x="2539030" y="2421736"/>
                  </a:lnTo>
                  <a:lnTo>
                    <a:pt x="2528157" y="2421736"/>
                  </a:lnTo>
                  <a:lnTo>
                    <a:pt x="2528157" y="2408531"/>
                  </a:lnTo>
                  <a:lnTo>
                    <a:pt x="2495535" y="2408531"/>
                  </a:lnTo>
                  <a:lnTo>
                    <a:pt x="2495535" y="2401926"/>
                  </a:lnTo>
                  <a:lnTo>
                    <a:pt x="2479225" y="2401926"/>
                  </a:lnTo>
                  <a:lnTo>
                    <a:pt x="2479225" y="2395321"/>
                  </a:lnTo>
                  <a:lnTo>
                    <a:pt x="2468351" y="2395321"/>
                  </a:lnTo>
                  <a:lnTo>
                    <a:pt x="2468351" y="2388714"/>
                  </a:lnTo>
                  <a:lnTo>
                    <a:pt x="2462914" y="2388714"/>
                  </a:lnTo>
                  <a:lnTo>
                    <a:pt x="2462914" y="2375496"/>
                  </a:lnTo>
                  <a:lnTo>
                    <a:pt x="2446603" y="2375496"/>
                  </a:lnTo>
                  <a:lnTo>
                    <a:pt x="2446603" y="2362304"/>
                  </a:lnTo>
                  <a:lnTo>
                    <a:pt x="2441166" y="2362304"/>
                  </a:lnTo>
                  <a:lnTo>
                    <a:pt x="2441166" y="2355706"/>
                  </a:lnTo>
                  <a:lnTo>
                    <a:pt x="2424856" y="2355706"/>
                  </a:lnTo>
                  <a:lnTo>
                    <a:pt x="2424856" y="2335904"/>
                  </a:lnTo>
                  <a:lnTo>
                    <a:pt x="2419419" y="2335904"/>
                  </a:lnTo>
                  <a:lnTo>
                    <a:pt x="2419419" y="2335904"/>
                  </a:lnTo>
                  <a:lnTo>
                    <a:pt x="2413982" y="2335904"/>
                  </a:lnTo>
                  <a:lnTo>
                    <a:pt x="2413982" y="2329315"/>
                  </a:lnTo>
                  <a:lnTo>
                    <a:pt x="2408545" y="2329315"/>
                  </a:lnTo>
                  <a:lnTo>
                    <a:pt x="2408545" y="2316134"/>
                  </a:lnTo>
                  <a:lnTo>
                    <a:pt x="2392234" y="2316134"/>
                  </a:lnTo>
                  <a:lnTo>
                    <a:pt x="2392234" y="2309542"/>
                  </a:lnTo>
                  <a:lnTo>
                    <a:pt x="2370487" y="2309542"/>
                  </a:lnTo>
                  <a:lnTo>
                    <a:pt x="2370487" y="2302963"/>
                  </a:lnTo>
                  <a:lnTo>
                    <a:pt x="2343302" y="2302963"/>
                  </a:lnTo>
                  <a:lnTo>
                    <a:pt x="2343302" y="2296382"/>
                  </a:lnTo>
                  <a:lnTo>
                    <a:pt x="2321555" y="2296382"/>
                  </a:lnTo>
                  <a:lnTo>
                    <a:pt x="2321555" y="2296382"/>
                  </a:lnTo>
                  <a:lnTo>
                    <a:pt x="2310681" y="2296382"/>
                  </a:lnTo>
                  <a:lnTo>
                    <a:pt x="2310681" y="2289815"/>
                  </a:lnTo>
                  <a:lnTo>
                    <a:pt x="2305244" y="2289815"/>
                  </a:lnTo>
                  <a:lnTo>
                    <a:pt x="2305244" y="2283246"/>
                  </a:lnTo>
                  <a:lnTo>
                    <a:pt x="2283496" y="2283246"/>
                  </a:lnTo>
                  <a:lnTo>
                    <a:pt x="2283496" y="2276677"/>
                  </a:lnTo>
                  <a:lnTo>
                    <a:pt x="2272623" y="2276677"/>
                  </a:lnTo>
                  <a:lnTo>
                    <a:pt x="2272623" y="2270106"/>
                  </a:lnTo>
                  <a:lnTo>
                    <a:pt x="2267186" y="2270106"/>
                  </a:lnTo>
                  <a:lnTo>
                    <a:pt x="2267186" y="2263533"/>
                  </a:lnTo>
                  <a:lnTo>
                    <a:pt x="2261749" y="2263533"/>
                  </a:lnTo>
                  <a:lnTo>
                    <a:pt x="2261749" y="2263533"/>
                  </a:lnTo>
                  <a:lnTo>
                    <a:pt x="2256312" y="2263533"/>
                  </a:lnTo>
                  <a:lnTo>
                    <a:pt x="2256312" y="2263533"/>
                  </a:lnTo>
                  <a:lnTo>
                    <a:pt x="2234564" y="2263533"/>
                  </a:lnTo>
                  <a:lnTo>
                    <a:pt x="2234564" y="2250442"/>
                  </a:lnTo>
                  <a:lnTo>
                    <a:pt x="2218254" y="2250442"/>
                  </a:lnTo>
                  <a:lnTo>
                    <a:pt x="2218254" y="2250442"/>
                  </a:lnTo>
                  <a:lnTo>
                    <a:pt x="2212817" y="2250442"/>
                  </a:lnTo>
                  <a:lnTo>
                    <a:pt x="2212817" y="2237373"/>
                  </a:lnTo>
                  <a:lnTo>
                    <a:pt x="2201943" y="2237373"/>
                  </a:lnTo>
                  <a:lnTo>
                    <a:pt x="2201943" y="2230837"/>
                  </a:lnTo>
                  <a:lnTo>
                    <a:pt x="2153011" y="2230837"/>
                  </a:lnTo>
                  <a:lnTo>
                    <a:pt x="2153011" y="2224299"/>
                  </a:lnTo>
                  <a:lnTo>
                    <a:pt x="2125826" y="2224299"/>
                  </a:lnTo>
                  <a:lnTo>
                    <a:pt x="2125826" y="2217774"/>
                  </a:lnTo>
                  <a:lnTo>
                    <a:pt x="2120389" y="2217774"/>
                  </a:lnTo>
                  <a:lnTo>
                    <a:pt x="2120389" y="2211248"/>
                  </a:lnTo>
                  <a:lnTo>
                    <a:pt x="2114953" y="2211248"/>
                  </a:lnTo>
                  <a:lnTo>
                    <a:pt x="2114953" y="2204721"/>
                  </a:lnTo>
                  <a:lnTo>
                    <a:pt x="2098642" y="2204721"/>
                  </a:lnTo>
                  <a:lnTo>
                    <a:pt x="2098642" y="2198193"/>
                  </a:lnTo>
                  <a:lnTo>
                    <a:pt x="2087768" y="2198193"/>
                  </a:lnTo>
                  <a:lnTo>
                    <a:pt x="2087768" y="2185132"/>
                  </a:lnTo>
                  <a:lnTo>
                    <a:pt x="2066020" y="2185132"/>
                  </a:lnTo>
                  <a:lnTo>
                    <a:pt x="2066020" y="2178600"/>
                  </a:lnTo>
                  <a:lnTo>
                    <a:pt x="2049710" y="2178600"/>
                  </a:lnTo>
                  <a:lnTo>
                    <a:pt x="2049710" y="2165531"/>
                  </a:lnTo>
                  <a:lnTo>
                    <a:pt x="2044273" y="2165531"/>
                  </a:lnTo>
                  <a:lnTo>
                    <a:pt x="2044273" y="2159009"/>
                  </a:lnTo>
                  <a:lnTo>
                    <a:pt x="2033399" y="2159009"/>
                  </a:lnTo>
                  <a:lnTo>
                    <a:pt x="2033399" y="2152485"/>
                  </a:lnTo>
                  <a:lnTo>
                    <a:pt x="2022525" y="2152485"/>
                  </a:lnTo>
                  <a:lnTo>
                    <a:pt x="2022525" y="2152485"/>
                  </a:lnTo>
                  <a:lnTo>
                    <a:pt x="1984467" y="2152485"/>
                  </a:lnTo>
                  <a:lnTo>
                    <a:pt x="1984467" y="2145974"/>
                  </a:lnTo>
                  <a:lnTo>
                    <a:pt x="1979030" y="2145974"/>
                  </a:lnTo>
                  <a:lnTo>
                    <a:pt x="1979030" y="2132947"/>
                  </a:lnTo>
                  <a:lnTo>
                    <a:pt x="1973593" y="2132947"/>
                  </a:lnTo>
                  <a:lnTo>
                    <a:pt x="1973593" y="2119916"/>
                  </a:lnTo>
                  <a:lnTo>
                    <a:pt x="1968156" y="2119916"/>
                  </a:lnTo>
                  <a:lnTo>
                    <a:pt x="1968156" y="2113398"/>
                  </a:lnTo>
                  <a:lnTo>
                    <a:pt x="1962719" y="2113398"/>
                  </a:lnTo>
                  <a:lnTo>
                    <a:pt x="1962719" y="2106879"/>
                  </a:lnTo>
                  <a:lnTo>
                    <a:pt x="1957282" y="2106879"/>
                  </a:lnTo>
                  <a:lnTo>
                    <a:pt x="1957282" y="2106879"/>
                  </a:lnTo>
                  <a:lnTo>
                    <a:pt x="1946409" y="2106879"/>
                  </a:lnTo>
                  <a:lnTo>
                    <a:pt x="1946409" y="2093864"/>
                  </a:lnTo>
                  <a:lnTo>
                    <a:pt x="1935535" y="2093864"/>
                  </a:lnTo>
                  <a:lnTo>
                    <a:pt x="1935535" y="2087354"/>
                  </a:lnTo>
                  <a:lnTo>
                    <a:pt x="1930098" y="2087354"/>
                  </a:lnTo>
                  <a:lnTo>
                    <a:pt x="1930098" y="2080844"/>
                  </a:lnTo>
                  <a:lnTo>
                    <a:pt x="1924661" y="2080844"/>
                  </a:lnTo>
                  <a:lnTo>
                    <a:pt x="1924661" y="2074332"/>
                  </a:lnTo>
                  <a:lnTo>
                    <a:pt x="1902914" y="2074332"/>
                  </a:lnTo>
                  <a:lnTo>
                    <a:pt x="1902914" y="2067832"/>
                  </a:lnTo>
                  <a:lnTo>
                    <a:pt x="1892040" y="2067832"/>
                  </a:lnTo>
                  <a:lnTo>
                    <a:pt x="1892040" y="2061330"/>
                  </a:lnTo>
                  <a:lnTo>
                    <a:pt x="1886603" y="2061330"/>
                  </a:lnTo>
                  <a:lnTo>
                    <a:pt x="1886603" y="2054827"/>
                  </a:lnTo>
                  <a:lnTo>
                    <a:pt x="1870292" y="2054827"/>
                  </a:lnTo>
                  <a:lnTo>
                    <a:pt x="1870292" y="2054827"/>
                  </a:lnTo>
                  <a:lnTo>
                    <a:pt x="1853981" y="2054827"/>
                  </a:lnTo>
                  <a:lnTo>
                    <a:pt x="1853981" y="2048337"/>
                  </a:lnTo>
                  <a:lnTo>
                    <a:pt x="1848545" y="2048337"/>
                  </a:lnTo>
                  <a:lnTo>
                    <a:pt x="1848545" y="2035351"/>
                  </a:lnTo>
                  <a:lnTo>
                    <a:pt x="1843108" y="2035351"/>
                  </a:lnTo>
                  <a:lnTo>
                    <a:pt x="1843108" y="2022360"/>
                  </a:lnTo>
                  <a:lnTo>
                    <a:pt x="1826797" y="2022360"/>
                  </a:lnTo>
                  <a:lnTo>
                    <a:pt x="1826797" y="2015876"/>
                  </a:lnTo>
                  <a:lnTo>
                    <a:pt x="1821360" y="2015876"/>
                  </a:lnTo>
                  <a:lnTo>
                    <a:pt x="1821360" y="2009390"/>
                  </a:lnTo>
                  <a:lnTo>
                    <a:pt x="1805049" y="2009390"/>
                  </a:lnTo>
                  <a:lnTo>
                    <a:pt x="1805049" y="2002903"/>
                  </a:lnTo>
                  <a:lnTo>
                    <a:pt x="1750680" y="2002903"/>
                  </a:lnTo>
                  <a:lnTo>
                    <a:pt x="1750680" y="1996415"/>
                  </a:lnTo>
                  <a:lnTo>
                    <a:pt x="1734370" y="1996415"/>
                  </a:lnTo>
                  <a:lnTo>
                    <a:pt x="1734370" y="1989925"/>
                  </a:lnTo>
                  <a:lnTo>
                    <a:pt x="1728933" y="1989925"/>
                  </a:lnTo>
                  <a:lnTo>
                    <a:pt x="1728933" y="1983434"/>
                  </a:lnTo>
                  <a:lnTo>
                    <a:pt x="1701748" y="1983434"/>
                  </a:lnTo>
                  <a:lnTo>
                    <a:pt x="1701748" y="1970449"/>
                  </a:lnTo>
                  <a:lnTo>
                    <a:pt x="1690875" y="1970449"/>
                  </a:lnTo>
                  <a:lnTo>
                    <a:pt x="1690875" y="1957458"/>
                  </a:lnTo>
                  <a:lnTo>
                    <a:pt x="1685438" y="1957458"/>
                  </a:lnTo>
                  <a:lnTo>
                    <a:pt x="1685438" y="1950961"/>
                  </a:lnTo>
                  <a:lnTo>
                    <a:pt x="1680001" y="1950961"/>
                  </a:lnTo>
                  <a:lnTo>
                    <a:pt x="1680001" y="1944463"/>
                  </a:lnTo>
                  <a:lnTo>
                    <a:pt x="1674564" y="1944463"/>
                  </a:lnTo>
                  <a:lnTo>
                    <a:pt x="1674564" y="1931462"/>
                  </a:lnTo>
                  <a:lnTo>
                    <a:pt x="1658253" y="1931462"/>
                  </a:lnTo>
                  <a:lnTo>
                    <a:pt x="1658253" y="1924959"/>
                  </a:lnTo>
                  <a:lnTo>
                    <a:pt x="1652816" y="1924959"/>
                  </a:lnTo>
                  <a:lnTo>
                    <a:pt x="1652816" y="1918455"/>
                  </a:lnTo>
                  <a:lnTo>
                    <a:pt x="1641942" y="1918455"/>
                  </a:lnTo>
                  <a:lnTo>
                    <a:pt x="1641942" y="1911950"/>
                  </a:lnTo>
                  <a:lnTo>
                    <a:pt x="1631069" y="1911950"/>
                  </a:lnTo>
                  <a:lnTo>
                    <a:pt x="1631069" y="1898936"/>
                  </a:lnTo>
                  <a:lnTo>
                    <a:pt x="1625632" y="1898936"/>
                  </a:lnTo>
                  <a:lnTo>
                    <a:pt x="1625632" y="1898936"/>
                  </a:lnTo>
                  <a:lnTo>
                    <a:pt x="1614758" y="1898936"/>
                  </a:lnTo>
                  <a:lnTo>
                    <a:pt x="1614758" y="1892440"/>
                  </a:lnTo>
                  <a:lnTo>
                    <a:pt x="1603884" y="1892440"/>
                  </a:lnTo>
                  <a:lnTo>
                    <a:pt x="1603884" y="1885942"/>
                  </a:lnTo>
                  <a:lnTo>
                    <a:pt x="1598447" y="1885942"/>
                  </a:lnTo>
                  <a:lnTo>
                    <a:pt x="1598447" y="1872942"/>
                  </a:lnTo>
                  <a:lnTo>
                    <a:pt x="1593010" y="1872942"/>
                  </a:lnTo>
                  <a:lnTo>
                    <a:pt x="1593010" y="1866440"/>
                  </a:lnTo>
                  <a:lnTo>
                    <a:pt x="1576700" y="1866440"/>
                  </a:lnTo>
                  <a:lnTo>
                    <a:pt x="1576700" y="1859936"/>
                  </a:lnTo>
                  <a:lnTo>
                    <a:pt x="1571263" y="1859936"/>
                  </a:lnTo>
                  <a:lnTo>
                    <a:pt x="1571263" y="1853432"/>
                  </a:lnTo>
                  <a:lnTo>
                    <a:pt x="1565826" y="1853432"/>
                  </a:lnTo>
                  <a:lnTo>
                    <a:pt x="1565826" y="1846926"/>
                  </a:lnTo>
                  <a:lnTo>
                    <a:pt x="1560389" y="1846926"/>
                  </a:lnTo>
                  <a:lnTo>
                    <a:pt x="1560389" y="1840418"/>
                  </a:lnTo>
                  <a:lnTo>
                    <a:pt x="1544078" y="1840418"/>
                  </a:lnTo>
                  <a:lnTo>
                    <a:pt x="1544078" y="1833909"/>
                  </a:lnTo>
                  <a:lnTo>
                    <a:pt x="1538641" y="1833909"/>
                  </a:lnTo>
                  <a:lnTo>
                    <a:pt x="1538641" y="1820888"/>
                  </a:lnTo>
                  <a:lnTo>
                    <a:pt x="1533205" y="1820888"/>
                  </a:lnTo>
                  <a:lnTo>
                    <a:pt x="1533205" y="1820888"/>
                  </a:lnTo>
                  <a:lnTo>
                    <a:pt x="1522331" y="1820888"/>
                  </a:lnTo>
                  <a:lnTo>
                    <a:pt x="1522331" y="1814387"/>
                  </a:lnTo>
                  <a:lnTo>
                    <a:pt x="1511457" y="1814387"/>
                  </a:lnTo>
                  <a:lnTo>
                    <a:pt x="1511457" y="1807897"/>
                  </a:lnTo>
                  <a:lnTo>
                    <a:pt x="1506020" y="1807897"/>
                  </a:lnTo>
                  <a:lnTo>
                    <a:pt x="1506020" y="1801406"/>
                  </a:lnTo>
                  <a:lnTo>
                    <a:pt x="1495146" y="1801406"/>
                  </a:lnTo>
                  <a:lnTo>
                    <a:pt x="1495146" y="1794925"/>
                  </a:lnTo>
                  <a:lnTo>
                    <a:pt x="1489709" y="1794925"/>
                  </a:lnTo>
                  <a:lnTo>
                    <a:pt x="1489709" y="1788443"/>
                  </a:lnTo>
                  <a:lnTo>
                    <a:pt x="1484272" y="1788443"/>
                  </a:lnTo>
                  <a:lnTo>
                    <a:pt x="1484272" y="1781971"/>
                  </a:lnTo>
                  <a:lnTo>
                    <a:pt x="1467962" y="1781971"/>
                  </a:lnTo>
                  <a:lnTo>
                    <a:pt x="1467962" y="1775498"/>
                  </a:lnTo>
                  <a:lnTo>
                    <a:pt x="1462525" y="1775498"/>
                  </a:lnTo>
                  <a:lnTo>
                    <a:pt x="1462525" y="1762548"/>
                  </a:lnTo>
                  <a:lnTo>
                    <a:pt x="1457088" y="1762548"/>
                  </a:lnTo>
                  <a:lnTo>
                    <a:pt x="1457088" y="1756083"/>
                  </a:lnTo>
                  <a:lnTo>
                    <a:pt x="1451651" y="1756083"/>
                  </a:lnTo>
                  <a:lnTo>
                    <a:pt x="1451651" y="1743148"/>
                  </a:lnTo>
                  <a:lnTo>
                    <a:pt x="1446214" y="1743148"/>
                  </a:lnTo>
                  <a:lnTo>
                    <a:pt x="1446214" y="1736678"/>
                  </a:lnTo>
                  <a:lnTo>
                    <a:pt x="1435340" y="1736678"/>
                  </a:lnTo>
                  <a:lnTo>
                    <a:pt x="1435340" y="1730207"/>
                  </a:lnTo>
                  <a:lnTo>
                    <a:pt x="1429903" y="1730207"/>
                  </a:lnTo>
                  <a:lnTo>
                    <a:pt x="1429903" y="1723735"/>
                  </a:lnTo>
                  <a:lnTo>
                    <a:pt x="1413593" y="1723735"/>
                  </a:lnTo>
                  <a:lnTo>
                    <a:pt x="1413593" y="1723735"/>
                  </a:lnTo>
                  <a:lnTo>
                    <a:pt x="1402719" y="1723735"/>
                  </a:lnTo>
                  <a:lnTo>
                    <a:pt x="1402719" y="1704380"/>
                  </a:lnTo>
                  <a:lnTo>
                    <a:pt x="1397282" y="1704380"/>
                  </a:lnTo>
                  <a:lnTo>
                    <a:pt x="1397282" y="1697925"/>
                  </a:lnTo>
                  <a:lnTo>
                    <a:pt x="1386408" y="1697925"/>
                  </a:lnTo>
                  <a:lnTo>
                    <a:pt x="1386408" y="1685012"/>
                  </a:lnTo>
                  <a:lnTo>
                    <a:pt x="1380971" y="1685012"/>
                  </a:lnTo>
                  <a:lnTo>
                    <a:pt x="1380971" y="1672092"/>
                  </a:lnTo>
                  <a:lnTo>
                    <a:pt x="1375534" y="1672092"/>
                  </a:lnTo>
                  <a:lnTo>
                    <a:pt x="1375534" y="1665631"/>
                  </a:lnTo>
                  <a:lnTo>
                    <a:pt x="1370098" y="1665631"/>
                  </a:lnTo>
                  <a:lnTo>
                    <a:pt x="1370098" y="1659179"/>
                  </a:lnTo>
                  <a:lnTo>
                    <a:pt x="1364661" y="1659179"/>
                  </a:lnTo>
                  <a:lnTo>
                    <a:pt x="1364661" y="1652726"/>
                  </a:lnTo>
                  <a:lnTo>
                    <a:pt x="1359224" y="1652726"/>
                  </a:lnTo>
                  <a:lnTo>
                    <a:pt x="1359224" y="1646271"/>
                  </a:lnTo>
                  <a:lnTo>
                    <a:pt x="1337476" y="1646271"/>
                  </a:lnTo>
                  <a:lnTo>
                    <a:pt x="1337476" y="1633358"/>
                  </a:lnTo>
                  <a:lnTo>
                    <a:pt x="1332039" y="1633358"/>
                  </a:lnTo>
                  <a:lnTo>
                    <a:pt x="1332039" y="1633358"/>
                  </a:lnTo>
                  <a:lnTo>
                    <a:pt x="1326602" y="1633358"/>
                  </a:lnTo>
                  <a:lnTo>
                    <a:pt x="1326602" y="1626910"/>
                  </a:lnTo>
                  <a:lnTo>
                    <a:pt x="1315729" y="1626910"/>
                  </a:lnTo>
                  <a:lnTo>
                    <a:pt x="1315729" y="1607559"/>
                  </a:lnTo>
                  <a:lnTo>
                    <a:pt x="1293981" y="1607559"/>
                  </a:lnTo>
                  <a:lnTo>
                    <a:pt x="1293981" y="1601105"/>
                  </a:lnTo>
                  <a:lnTo>
                    <a:pt x="1288544" y="1601105"/>
                  </a:lnTo>
                  <a:lnTo>
                    <a:pt x="1288544" y="1594650"/>
                  </a:lnTo>
                  <a:lnTo>
                    <a:pt x="1283107" y="1594650"/>
                  </a:lnTo>
                  <a:lnTo>
                    <a:pt x="1283107" y="1588194"/>
                  </a:lnTo>
                  <a:lnTo>
                    <a:pt x="1272233" y="1588194"/>
                  </a:lnTo>
                  <a:lnTo>
                    <a:pt x="1272233" y="1575277"/>
                  </a:lnTo>
                  <a:lnTo>
                    <a:pt x="1266797" y="1575277"/>
                  </a:lnTo>
                  <a:lnTo>
                    <a:pt x="1266797" y="1568816"/>
                  </a:lnTo>
                  <a:lnTo>
                    <a:pt x="1261360" y="1568816"/>
                  </a:lnTo>
                  <a:lnTo>
                    <a:pt x="1261360" y="1568816"/>
                  </a:lnTo>
                  <a:lnTo>
                    <a:pt x="1255923" y="1568816"/>
                  </a:lnTo>
                  <a:lnTo>
                    <a:pt x="1255923" y="1562376"/>
                  </a:lnTo>
                  <a:lnTo>
                    <a:pt x="1245049" y="1562376"/>
                  </a:lnTo>
                  <a:lnTo>
                    <a:pt x="1245049" y="1549491"/>
                  </a:lnTo>
                  <a:lnTo>
                    <a:pt x="1239612" y="1549491"/>
                  </a:lnTo>
                  <a:lnTo>
                    <a:pt x="1239612" y="1543046"/>
                  </a:lnTo>
                  <a:lnTo>
                    <a:pt x="1234175" y="1543046"/>
                  </a:lnTo>
                  <a:lnTo>
                    <a:pt x="1234175" y="1543046"/>
                  </a:lnTo>
                  <a:lnTo>
                    <a:pt x="1228738" y="1543046"/>
                  </a:lnTo>
                  <a:lnTo>
                    <a:pt x="1228738" y="1536611"/>
                  </a:lnTo>
                  <a:lnTo>
                    <a:pt x="1223301" y="1536611"/>
                  </a:lnTo>
                  <a:lnTo>
                    <a:pt x="1223301" y="1530174"/>
                  </a:lnTo>
                  <a:lnTo>
                    <a:pt x="1206991" y="1530174"/>
                  </a:lnTo>
                  <a:lnTo>
                    <a:pt x="1206991" y="1510855"/>
                  </a:lnTo>
                  <a:lnTo>
                    <a:pt x="1196117" y="1510855"/>
                  </a:lnTo>
                  <a:lnTo>
                    <a:pt x="1196117" y="1504412"/>
                  </a:lnTo>
                  <a:lnTo>
                    <a:pt x="1179806" y="1504412"/>
                  </a:lnTo>
                  <a:lnTo>
                    <a:pt x="1179806" y="1504412"/>
                  </a:lnTo>
                  <a:lnTo>
                    <a:pt x="1174369" y="1504412"/>
                  </a:lnTo>
                  <a:lnTo>
                    <a:pt x="1174369" y="1497978"/>
                  </a:lnTo>
                  <a:lnTo>
                    <a:pt x="1168932" y="1497978"/>
                  </a:lnTo>
                  <a:lnTo>
                    <a:pt x="1168932" y="1485107"/>
                  </a:lnTo>
                  <a:lnTo>
                    <a:pt x="1163495" y="1485107"/>
                  </a:lnTo>
                  <a:lnTo>
                    <a:pt x="1163495" y="1472229"/>
                  </a:lnTo>
                  <a:lnTo>
                    <a:pt x="1158059" y="1472229"/>
                  </a:lnTo>
                  <a:lnTo>
                    <a:pt x="1158059" y="1465787"/>
                  </a:lnTo>
                  <a:lnTo>
                    <a:pt x="1152622" y="1465787"/>
                  </a:lnTo>
                  <a:lnTo>
                    <a:pt x="1152622" y="1459344"/>
                  </a:lnTo>
                  <a:lnTo>
                    <a:pt x="1147185" y="1459344"/>
                  </a:lnTo>
                  <a:lnTo>
                    <a:pt x="1147185" y="1446454"/>
                  </a:lnTo>
                  <a:lnTo>
                    <a:pt x="1141748" y="1446454"/>
                  </a:lnTo>
                  <a:lnTo>
                    <a:pt x="1141748" y="1440038"/>
                  </a:lnTo>
                  <a:lnTo>
                    <a:pt x="1136311" y="1440038"/>
                  </a:lnTo>
                  <a:lnTo>
                    <a:pt x="1136311" y="1433620"/>
                  </a:lnTo>
                  <a:lnTo>
                    <a:pt x="1130874" y="1433620"/>
                  </a:lnTo>
                  <a:lnTo>
                    <a:pt x="1130874" y="1427202"/>
                  </a:lnTo>
                  <a:lnTo>
                    <a:pt x="1125437" y="1427202"/>
                  </a:lnTo>
                  <a:lnTo>
                    <a:pt x="1125437" y="1420792"/>
                  </a:lnTo>
                  <a:lnTo>
                    <a:pt x="1114563" y="1420792"/>
                  </a:lnTo>
                  <a:lnTo>
                    <a:pt x="1114563" y="1407967"/>
                  </a:lnTo>
                  <a:lnTo>
                    <a:pt x="1098253" y="1407967"/>
                  </a:lnTo>
                  <a:lnTo>
                    <a:pt x="1098253" y="1401552"/>
                  </a:lnTo>
                  <a:lnTo>
                    <a:pt x="1087379" y="1401552"/>
                  </a:lnTo>
                  <a:lnTo>
                    <a:pt x="1087379" y="1395136"/>
                  </a:lnTo>
                  <a:lnTo>
                    <a:pt x="1081942" y="1395136"/>
                  </a:lnTo>
                  <a:lnTo>
                    <a:pt x="1081942" y="1382298"/>
                  </a:lnTo>
                  <a:lnTo>
                    <a:pt x="1060194" y="1382298"/>
                  </a:lnTo>
                  <a:lnTo>
                    <a:pt x="1060194" y="1375887"/>
                  </a:lnTo>
                  <a:lnTo>
                    <a:pt x="1049321" y="1375887"/>
                  </a:lnTo>
                  <a:lnTo>
                    <a:pt x="1049321" y="1369485"/>
                  </a:lnTo>
                  <a:lnTo>
                    <a:pt x="1043884" y="1369485"/>
                  </a:lnTo>
                  <a:lnTo>
                    <a:pt x="1043884" y="1363081"/>
                  </a:lnTo>
                  <a:lnTo>
                    <a:pt x="1038447" y="1363081"/>
                  </a:lnTo>
                  <a:lnTo>
                    <a:pt x="1038447" y="1350269"/>
                  </a:lnTo>
                  <a:lnTo>
                    <a:pt x="1027573" y="1350269"/>
                  </a:lnTo>
                  <a:lnTo>
                    <a:pt x="1027573" y="1343860"/>
                  </a:lnTo>
                  <a:lnTo>
                    <a:pt x="1022136" y="1343860"/>
                  </a:lnTo>
                  <a:lnTo>
                    <a:pt x="1022136" y="1331037"/>
                  </a:lnTo>
                  <a:lnTo>
                    <a:pt x="1016699" y="1331037"/>
                  </a:lnTo>
                  <a:lnTo>
                    <a:pt x="1016699" y="1318207"/>
                  </a:lnTo>
                  <a:lnTo>
                    <a:pt x="1000389" y="1318207"/>
                  </a:lnTo>
                  <a:lnTo>
                    <a:pt x="1000389" y="1311790"/>
                  </a:lnTo>
                  <a:lnTo>
                    <a:pt x="989515" y="1311790"/>
                  </a:lnTo>
                  <a:lnTo>
                    <a:pt x="989515" y="1305371"/>
                  </a:lnTo>
                  <a:lnTo>
                    <a:pt x="984078" y="1305371"/>
                  </a:lnTo>
                  <a:lnTo>
                    <a:pt x="984078" y="1298960"/>
                  </a:lnTo>
                  <a:lnTo>
                    <a:pt x="978641" y="1298960"/>
                  </a:lnTo>
                  <a:lnTo>
                    <a:pt x="978641" y="1292548"/>
                  </a:lnTo>
                  <a:lnTo>
                    <a:pt x="967767" y="1292548"/>
                  </a:lnTo>
                  <a:lnTo>
                    <a:pt x="967767" y="1279718"/>
                  </a:lnTo>
                  <a:lnTo>
                    <a:pt x="956893" y="1279718"/>
                  </a:lnTo>
                  <a:lnTo>
                    <a:pt x="956893" y="1273300"/>
                  </a:lnTo>
                  <a:lnTo>
                    <a:pt x="951457" y="1273300"/>
                  </a:lnTo>
                  <a:lnTo>
                    <a:pt x="951457" y="1273300"/>
                  </a:lnTo>
                  <a:lnTo>
                    <a:pt x="940583" y="1273300"/>
                  </a:lnTo>
                  <a:lnTo>
                    <a:pt x="940583" y="1266891"/>
                  </a:lnTo>
                  <a:lnTo>
                    <a:pt x="918835" y="1266891"/>
                  </a:lnTo>
                  <a:lnTo>
                    <a:pt x="918835" y="1260479"/>
                  </a:lnTo>
                  <a:lnTo>
                    <a:pt x="913398" y="1260479"/>
                  </a:lnTo>
                  <a:lnTo>
                    <a:pt x="913398" y="1260479"/>
                  </a:lnTo>
                  <a:lnTo>
                    <a:pt x="897088" y="1260479"/>
                  </a:lnTo>
                  <a:lnTo>
                    <a:pt x="897088" y="1254076"/>
                  </a:lnTo>
                  <a:lnTo>
                    <a:pt x="891651" y="1254076"/>
                  </a:lnTo>
                  <a:lnTo>
                    <a:pt x="891651" y="1247682"/>
                  </a:lnTo>
                  <a:lnTo>
                    <a:pt x="880777" y="1247682"/>
                  </a:lnTo>
                  <a:lnTo>
                    <a:pt x="880777" y="1234907"/>
                  </a:lnTo>
                  <a:lnTo>
                    <a:pt x="869903" y="1234907"/>
                  </a:lnTo>
                  <a:lnTo>
                    <a:pt x="869903" y="1228517"/>
                  </a:lnTo>
                  <a:lnTo>
                    <a:pt x="859029" y="1228517"/>
                  </a:lnTo>
                  <a:lnTo>
                    <a:pt x="859029" y="1215732"/>
                  </a:lnTo>
                  <a:lnTo>
                    <a:pt x="842719" y="1215732"/>
                  </a:lnTo>
                  <a:lnTo>
                    <a:pt x="842719" y="1209336"/>
                  </a:lnTo>
                  <a:lnTo>
                    <a:pt x="837282" y="1209336"/>
                  </a:lnTo>
                  <a:lnTo>
                    <a:pt x="837282" y="1202939"/>
                  </a:lnTo>
                  <a:lnTo>
                    <a:pt x="831845" y="1202939"/>
                  </a:lnTo>
                  <a:lnTo>
                    <a:pt x="831845" y="1190158"/>
                  </a:lnTo>
                  <a:lnTo>
                    <a:pt x="826408" y="1190158"/>
                  </a:lnTo>
                  <a:lnTo>
                    <a:pt x="826408" y="1177369"/>
                  </a:lnTo>
                  <a:lnTo>
                    <a:pt x="820971" y="1177369"/>
                  </a:lnTo>
                  <a:lnTo>
                    <a:pt x="820971" y="1164593"/>
                  </a:lnTo>
                  <a:lnTo>
                    <a:pt x="799223" y="1164593"/>
                  </a:lnTo>
                  <a:lnTo>
                    <a:pt x="799223" y="1164593"/>
                  </a:lnTo>
                  <a:lnTo>
                    <a:pt x="788350" y="1164593"/>
                  </a:lnTo>
                  <a:lnTo>
                    <a:pt x="788350" y="1158212"/>
                  </a:lnTo>
                  <a:lnTo>
                    <a:pt x="782913" y="1158212"/>
                  </a:lnTo>
                  <a:lnTo>
                    <a:pt x="782913" y="1145444"/>
                  </a:lnTo>
                  <a:lnTo>
                    <a:pt x="777476" y="1145444"/>
                  </a:lnTo>
                  <a:lnTo>
                    <a:pt x="777476" y="1139056"/>
                  </a:lnTo>
                  <a:lnTo>
                    <a:pt x="772039" y="1139056"/>
                  </a:lnTo>
                  <a:lnTo>
                    <a:pt x="772039" y="1139056"/>
                  </a:lnTo>
                  <a:lnTo>
                    <a:pt x="766602" y="1139056"/>
                  </a:lnTo>
                  <a:lnTo>
                    <a:pt x="766602" y="1132687"/>
                  </a:lnTo>
                  <a:lnTo>
                    <a:pt x="755728" y="1132687"/>
                  </a:lnTo>
                  <a:lnTo>
                    <a:pt x="755728" y="1126315"/>
                  </a:lnTo>
                  <a:lnTo>
                    <a:pt x="750291" y="1126315"/>
                  </a:lnTo>
                  <a:lnTo>
                    <a:pt x="750291" y="1119941"/>
                  </a:lnTo>
                  <a:lnTo>
                    <a:pt x="744854" y="1119941"/>
                  </a:lnTo>
                  <a:lnTo>
                    <a:pt x="744854" y="1113566"/>
                  </a:lnTo>
                  <a:lnTo>
                    <a:pt x="739418" y="1113566"/>
                  </a:lnTo>
                  <a:lnTo>
                    <a:pt x="739418" y="1100808"/>
                  </a:lnTo>
                  <a:lnTo>
                    <a:pt x="733981" y="1100808"/>
                  </a:lnTo>
                  <a:lnTo>
                    <a:pt x="733981" y="1094436"/>
                  </a:lnTo>
                  <a:lnTo>
                    <a:pt x="728544" y="1094436"/>
                  </a:lnTo>
                  <a:lnTo>
                    <a:pt x="728544" y="1088062"/>
                  </a:lnTo>
                  <a:lnTo>
                    <a:pt x="723107" y="1088062"/>
                  </a:lnTo>
                  <a:lnTo>
                    <a:pt x="723107" y="1068927"/>
                  </a:lnTo>
                  <a:lnTo>
                    <a:pt x="717670" y="1068927"/>
                  </a:lnTo>
                  <a:lnTo>
                    <a:pt x="717670" y="1056159"/>
                  </a:lnTo>
                  <a:lnTo>
                    <a:pt x="712233" y="1056159"/>
                  </a:lnTo>
                  <a:lnTo>
                    <a:pt x="712233" y="1049773"/>
                  </a:lnTo>
                  <a:lnTo>
                    <a:pt x="701359" y="1049773"/>
                  </a:lnTo>
                  <a:lnTo>
                    <a:pt x="701359" y="1043384"/>
                  </a:lnTo>
                  <a:lnTo>
                    <a:pt x="690485" y="1043384"/>
                  </a:lnTo>
                  <a:lnTo>
                    <a:pt x="690485" y="1036992"/>
                  </a:lnTo>
                  <a:lnTo>
                    <a:pt x="674175" y="1036992"/>
                  </a:lnTo>
                  <a:lnTo>
                    <a:pt x="674175" y="1017805"/>
                  </a:lnTo>
                  <a:lnTo>
                    <a:pt x="663301" y="1017805"/>
                  </a:lnTo>
                  <a:lnTo>
                    <a:pt x="663301" y="1005002"/>
                  </a:lnTo>
                  <a:lnTo>
                    <a:pt x="657864" y="1005002"/>
                  </a:lnTo>
                  <a:lnTo>
                    <a:pt x="657864" y="998598"/>
                  </a:lnTo>
                  <a:lnTo>
                    <a:pt x="652427" y="998598"/>
                  </a:lnTo>
                  <a:lnTo>
                    <a:pt x="652427" y="985781"/>
                  </a:lnTo>
                  <a:lnTo>
                    <a:pt x="641553" y="985781"/>
                  </a:lnTo>
                  <a:lnTo>
                    <a:pt x="641553" y="979369"/>
                  </a:lnTo>
                  <a:lnTo>
                    <a:pt x="636116" y="979369"/>
                  </a:lnTo>
                  <a:lnTo>
                    <a:pt x="636116" y="979369"/>
                  </a:lnTo>
                  <a:lnTo>
                    <a:pt x="630680" y="979369"/>
                  </a:lnTo>
                  <a:lnTo>
                    <a:pt x="630680" y="960148"/>
                  </a:lnTo>
                  <a:lnTo>
                    <a:pt x="608932" y="960148"/>
                  </a:lnTo>
                  <a:lnTo>
                    <a:pt x="608932" y="953745"/>
                  </a:lnTo>
                  <a:lnTo>
                    <a:pt x="592621" y="953745"/>
                  </a:lnTo>
                  <a:lnTo>
                    <a:pt x="592621" y="940932"/>
                  </a:lnTo>
                  <a:lnTo>
                    <a:pt x="587184" y="940932"/>
                  </a:lnTo>
                  <a:lnTo>
                    <a:pt x="587184" y="928110"/>
                  </a:lnTo>
                  <a:lnTo>
                    <a:pt x="581747" y="928110"/>
                  </a:lnTo>
                  <a:lnTo>
                    <a:pt x="581747" y="921695"/>
                  </a:lnTo>
                  <a:lnTo>
                    <a:pt x="576311" y="921695"/>
                  </a:lnTo>
                  <a:lnTo>
                    <a:pt x="576311" y="908857"/>
                  </a:lnTo>
                  <a:lnTo>
                    <a:pt x="570874" y="908857"/>
                  </a:lnTo>
                  <a:lnTo>
                    <a:pt x="570874" y="889608"/>
                  </a:lnTo>
                  <a:lnTo>
                    <a:pt x="560000" y="889608"/>
                  </a:lnTo>
                  <a:lnTo>
                    <a:pt x="560000" y="883187"/>
                  </a:lnTo>
                  <a:lnTo>
                    <a:pt x="554563" y="883187"/>
                  </a:lnTo>
                  <a:lnTo>
                    <a:pt x="554563" y="876781"/>
                  </a:lnTo>
                  <a:lnTo>
                    <a:pt x="543689" y="876781"/>
                  </a:lnTo>
                  <a:lnTo>
                    <a:pt x="543689" y="870373"/>
                  </a:lnTo>
                  <a:lnTo>
                    <a:pt x="538252" y="870373"/>
                  </a:lnTo>
                  <a:lnTo>
                    <a:pt x="538252" y="863971"/>
                  </a:lnTo>
                  <a:lnTo>
                    <a:pt x="532815" y="863971"/>
                  </a:lnTo>
                  <a:lnTo>
                    <a:pt x="532815" y="857584"/>
                  </a:lnTo>
                  <a:lnTo>
                    <a:pt x="521942" y="857584"/>
                  </a:lnTo>
                  <a:lnTo>
                    <a:pt x="521942" y="851195"/>
                  </a:lnTo>
                  <a:lnTo>
                    <a:pt x="516505" y="851195"/>
                  </a:lnTo>
                  <a:lnTo>
                    <a:pt x="516505" y="844803"/>
                  </a:lnTo>
                  <a:lnTo>
                    <a:pt x="511068" y="844803"/>
                  </a:lnTo>
                  <a:lnTo>
                    <a:pt x="511068" y="832011"/>
                  </a:lnTo>
                  <a:lnTo>
                    <a:pt x="500194" y="832011"/>
                  </a:lnTo>
                  <a:lnTo>
                    <a:pt x="500194" y="825610"/>
                  </a:lnTo>
                  <a:lnTo>
                    <a:pt x="494757" y="825610"/>
                  </a:lnTo>
                  <a:lnTo>
                    <a:pt x="494757" y="806419"/>
                  </a:lnTo>
                  <a:lnTo>
                    <a:pt x="483883" y="806419"/>
                  </a:lnTo>
                  <a:lnTo>
                    <a:pt x="483883" y="793610"/>
                  </a:lnTo>
                  <a:lnTo>
                    <a:pt x="478446" y="793610"/>
                  </a:lnTo>
                  <a:lnTo>
                    <a:pt x="478446" y="780788"/>
                  </a:lnTo>
                  <a:lnTo>
                    <a:pt x="473010" y="780788"/>
                  </a:lnTo>
                  <a:lnTo>
                    <a:pt x="473010" y="780788"/>
                  </a:lnTo>
                  <a:lnTo>
                    <a:pt x="467573" y="780788"/>
                  </a:lnTo>
                  <a:lnTo>
                    <a:pt x="467573" y="767972"/>
                  </a:lnTo>
                  <a:lnTo>
                    <a:pt x="462136" y="767972"/>
                  </a:lnTo>
                  <a:lnTo>
                    <a:pt x="462136" y="748725"/>
                  </a:lnTo>
                  <a:lnTo>
                    <a:pt x="456699" y="748725"/>
                  </a:lnTo>
                  <a:lnTo>
                    <a:pt x="456699" y="742329"/>
                  </a:lnTo>
                  <a:lnTo>
                    <a:pt x="451262" y="742329"/>
                  </a:lnTo>
                  <a:lnTo>
                    <a:pt x="451262" y="723122"/>
                  </a:lnTo>
                  <a:lnTo>
                    <a:pt x="440388" y="723122"/>
                  </a:lnTo>
                  <a:lnTo>
                    <a:pt x="440388" y="703885"/>
                  </a:lnTo>
                  <a:lnTo>
                    <a:pt x="434951" y="703885"/>
                  </a:lnTo>
                  <a:lnTo>
                    <a:pt x="434951" y="697465"/>
                  </a:lnTo>
                  <a:lnTo>
                    <a:pt x="429514" y="697465"/>
                  </a:lnTo>
                  <a:lnTo>
                    <a:pt x="429514" y="671751"/>
                  </a:lnTo>
                  <a:lnTo>
                    <a:pt x="424077" y="671751"/>
                  </a:lnTo>
                  <a:lnTo>
                    <a:pt x="424077" y="665313"/>
                  </a:lnTo>
                  <a:lnTo>
                    <a:pt x="418641" y="665313"/>
                  </a:lnTo>
                  <a:lnTo>
                    <a:pt x="418641" y="652425"/>
                  </a:lnTo>
                  <a:lnTo>
                    <a:pt x="413204" y="652425"/>
                  </a:lnTo>
                  <a:lnTo>
                    <a:pt x="413204" y="645975"/>
                  </a:lnTo>
                  <a:lnTo>
                    <a:pt x="407767" y="645975"/>
                  </a:lnTo>
                  <a:lnTo>
                    <a:pt x="407767" y="645975"/>
                  </a:lnTo>
                  <a:lnTo>
                    <a:pt x="402330" y="645975"/>
                  </a:lnTo>
                  <a:lnTo>
                    <a:pt x="402330" y="626628"/>
                  </a:lnTo>
                  <a:lnTo>
                    <a:pt x="396893" y="626628"/>
                  </a:lnTo>
                  <a:lnTo>
                    <a:pt x="396893" y="613709"/>
                  </a:lnTo>
                  <a:lnTo>
                    <a:pt x="391456" y="613709"/>
                  </a:lnTo>
                  <a:lnTo>
                    <a:pt x="391456" y="587818"/>
                  </a:lnTo>
                  <a:lnTo>
                    <a:pt x="386019" y="587818"/>
                  </a:lnTo>
                  <a:lnTo>
                    <a:pt x="386019" y="581343"/>
                  </a:lnTo>
                  <a:lnTo>
                    <a:pt x="380582" y="581343"/>
                  </a:lnTo>
                  <a:lnTo>
                    <a:pt x="380582" y="574880"/>
                  </a:lnTo>
                  <a:lnTo>
                    <a:pt x="375145" y="574880"/>
                  </a:lnTo>
                  <a:lnTo>
                    <a:pt x="375145" y="568422"/>
                  </a:lnTo>
                  <a:lnTo>
                    <a:pt x="353398" y="568422"/>
                  </a:lnTo>
                  <a:lnTo>
                    <a:pt x="353398" y="561959"/>
                  </a:lnTo>
                  <a:lnTo>
                    <a:pt x="342524" y="561959"/>
                  </a:lnTo>
                  <a:lnTo>
                    <a:pt x="342524" y="549035"/>
                  </a:lnTo>
                  <a:lnTo>
                    <a:pt x="337087" y="549035"/>
                  </a:lnTo>
                  <a:lnTo>
                    <a:pt x="337087" y="542575"/>
                  </a:lnTo>
                  <a:lnTo>
                    <a:pt x="331650" y="542575"/>
                  </a:lnTo>
                  <a:lnTo>
                    <a:pt x="331650" y="536109"/>
                  </a:lnTo>
                  <a:lnTo>
                    <a:pt x="326213" y="536109"/>
                  </a:lnTo>
                  <a:lnTo>
                    <a:pt x="326213" y="523163"/>
                  </a:lnTo>
                  <a:lnTo>
                    <a:pt x="320776" y="523163"/>
                  </a:lnTo>
                  <a:lnTo>
                    <a:pt x="320776" y="516681"/>
                  </a:lnTo>
                  <a:lnTo>
                    <a:pt x="315340" y="516681"/>
                  </a:lnTo>
                  <a:lnTo>
                    <a:pt x="315340" y="497204"/>
                  </a:lnTo>
                  <a:lnTo>
                    <a:pt x="309903" y="497204"/>
                  </a:lnTo>
                  <a:lnTo>
                    <a:pt x="309903" y="471152"/>
                  </a:lnTo>
                  <a:lnTo>
                    <a:pt x="304466" y="471152"/>
                  </a:lnTo>
                  <a:lnTo>
                    <a:pt x="304466" y="471152"/>
                  </a:lnTo>
                  <a:lnTo>
                    <a:pt x="299029" y="471152"/>
                  </a:lnTo>
                  <a:lnTo>
                    <a:pt x="299029" y="458176"/>
                  </a:lnTo>
                  <a:lnTo>
                    <a:pt x="288155" y="458176"/>
                  </a:lnTo>
                  <a:lnTo>
                    <a:pt x="288155" y="451678"/>
                  </a:lnTo>
                  <a:lnTo>
                    <a:pt x="277281" y="451678"/>
                  </a:lnTo>
                  <a:lnTo>
                    <a:pt x="277281" y="438663"/>
                  </a:lnTo>
                  <a:lnTo>
                    <a:pt x="271844" y="438663"/>
                  </a:lnTo>
                  <a:lnTo>
                    <a:pt x="271844" y="425619"/>
                  </a:lnTo>
                  <a:lnTo>
                    <a:pt x="266407" y="425619"/>
                  </a:lnTo>
                  <a:lnTo>
                    <a:pt x="266407" y="406000"/>
                  </a:lnTo>
                  <a:lnTo>
                    <a:pt x="260971" y="406000"/>
                  </a:lnTo>
                  <a:lnTo>
                    <a:pt x="260971" y="392882"/>
                  </a:lnTo>
                  <a:lnTo>
                    <a:pt x="255534" y="392882"/>
                  </a:lnTo>
                  <a:lnTo>
                    <a:pt x="255534" y="379731"/>
                  </a:lnTo>
                  <a:lnTo>
                    <a:pt x="250097" y="379731"/>
                  </a:lnTo>
                  <a:lnTo>
                    <a:pt x="250097" y="373151"/>
                  </a:lnTo>
                  <a:lnTo>
                    <a:pt x="244660" y="373151"/>
                  </a:lnTo>
                  <a:lnTo>
                    <a:pt x="244660" y="346741"/>
                  </a:lnTo>
                  <a:lnTo>
                    <a:pt x="239223" y="346741"/>
                  </a:lnTo>
                  <a:lnTo>
                    <a:pt x="239223" y="326829"/>
                  </a:lnTo>
                  <a:lnTo>
                    <a:pt x="233786" y="326829"/>
                  </a:lnTo>
                  <a:lnTo>
                    <a:pt x="233786" y="306818"/>
                  </a:lnTo>
                  <a:lnTo>
                    <a:pt x="228349" y="306818"/>
                  </a:lnTo>
                  <a:lnTo>
                    <a:pt x="228349" y="293434"/>
                  </a:lnTo>
                  <a:lnTo>
                    <a:pt x="222912" y="293434"/>
                  </a:lnTo>
                  <a:lnTo>
                    <a:pt x="222912" y="280051"/>
                  </a:lnTo>
                  <a:lnTo>
                    <a:pt x="212038" y="280051"/>
                  </a:lnTo>
                  <a:lnTo>
                    <a:pt x="212038" y="280051"/>
                  </a:lnTo>
                  <a:lnTo>
                    <a:pt x="206602" y="280051"/>
                  </a:lnTo>
                  <a:lnTo>
                    <a:pt x="206602" y="273348"/>
                  </a:lnTo>
                  <a:lnTo>
                    <a:pt x="201165" y="273348"/>
                  </a:lnTo>
                  <a:lnTo>
                    <a:pt x="201165" y="266639"/>
                  </a:lnTo>
                  <a:lnTo>
                    <a:pt x="195728" y="266639"/>
                  </a:lnTo>
                  <a:lnTo>
                    <a:pt x="195728" y="253176"/>
                  </a:lnTo>
                  <a:lnTo>
                    <a:pt x="190291" y="253176"/>
                  </a:lnTo>
                  <a:lnTo>
                    <a:pt x="190291" y="239665"/>
                  </a:lnTo>
                  <a:lnTo>
                    <a:pt x="184854" y="239665"/>
                  </a:lnTo>
                  <a:lnTo>
                    <a:pt x="184854" y="232892"/>
                  </a:lnTo>
                  <a:lnTo>
                    <a:pt x="173980" y="232892"/>
                  </a:lnTo>
                  <a:lnTo>
                    <a:pt x="173980" y="226100"/>
                  </a:lnTo>
                  <a:lnTo>
                    <a:pt x="168543" y="226100"/>
                  </a:lnTo>
                  <a:lnTo>
                    <a:pt x="168543" y="219289"/>
                  </a:lnTo>
                  <a:lnTo>
                    <a:pt x="163106" y="219289"/>
                  </a:lnTo>
                  <a:lnTo>
                    <a:pt x="163106" y="212457"/>
                  </a:lnTo>
                  <a:lnTo>
                    <a:pt x="157670" y="212457"/>
                  </a:lnTo>
                  <a:lnTo>
                    <a:pt x="157670" y="198727"/>
                  </a:lnTo>
                  <a:lnTo>
                    <a:pt x="152233" y="198727"/>
                  </a:lnTo>
                  <a:lnTo>
                    <a:pt x="152233" y="184972"/>
                  </a:lnTo>
                  <a:lnTo>
                    <a:pt x="146796" y="184972"/>
                  </a:lnTo>
                  <a:lnTo>
                    <a:pt x="146796" y="164130"/>
                  </a:lnTo>
                  <a:lnTo>
                    <a:pt x="135922" y="164130"/>
                  </a:lnTo>
                  <a:lnTo>
                    <a:pt x="135922" y="157119"/>
                  </a:lnTo>
                  <a:lnTo>
                    <a:pt x="130485" y="157119"/>
                  </a:lnTo>
                  <a:lnTo>
                    <a:pt x="130485" y="150082"/>
                  </a:lnTo>
                  <a:lnTo>
                    <a:pt x="125048" y="150082"/>
                  </a:lnTo>
                  <a:lnTo>
                    <a:pt x="125048" y="135886"/>
                  </a:lnTo>
                  <a:lnTo>
                    <a:pt x="119611" y="135886"/>
                  </a:lnTo>
                  <a:lnTo>
                    <a:pt x="119611" y="135886"/>
                  </a:lnTo>
                  <a:lnTo>
                    <a:pt x="114174" y="135886"/>
                  </a:lnTo>
                  <a:lnTo>
                    <a:pt x="114174" y="128749"/>
                  </a:lnTo>
                  <a:lnTo>
                    <a:pt x="103301" y="128749"/>
                  </a:lnTo>
                  <a:lnTo>
                    <a:pt x="103301" y="114339"/>
                  </a:lnTo>
                  <a:lnTo>
                    <a:pt x="97864" y="114339"/>
                  </a:lnTo>
                  <a:lnTo>
                    <a:pt x="97864" y="92264"/>
                  </a:lnTo>
                  <a:lnTo>
                    <a:pt x="92427" y="92264"/>
                  </a:lnTo>
                  <a:lnTo>
                    <a:pt x="92427" y="77126"/>
                  </a:lnTo>
                  <a:lnTo>
                    <a:pt x="86990" y="77126"/>
                  </a:lnTo>
                  <a:lnTo>
                    <a:pt x="86990" y="69376"/>
                  </a:lnTo>
                  <a:lnTo>
                    <a:pt x="76116" y="69376"/>
                  </a:lnTo>
                  <a:lnTo>
                    <a:pt x="76116" y="61504"/>
                  </a:lnTo>
                  <a:lnTo>
                    <a:pt x="70679" y="61504"/>
                  </a:lnTo>
                  <a:lnTo>
                    <a:pt x="70679" y="53438"/>
                  </a:lnTo>
                  <a:lnTo>
                    <a:pt x="48932" y="53438"/>
                  </a:lnTo>
                  <a:lnTo>
                    <a:pt x="48932" y="36435"/>
                  </a:lnTo>
                  <a:lnTo>
                    <a:pt x="32621" y="36435"/>
                  </a:lnTo>
                  <a:lnTo>
                    <a:pt x="32621" y="27192"/>
                  </a:lnTo>
                  <a:lnTo>
                    <a:pt x="21747" y="27192"/>
                  </a:lnTo>
                  <a:lnTo>
                    <a:pt x="21747" y="16865"/>
                  </a:lnTo>
                  <a:lnTo>
                    <a:pt x="16310" y="16865"/>
                  </a:lnTo>
                  <a:lnTo>
                    <a:pt x="16310" y="0"/>
                  </a:lnTo>
                  <a:lnTo>
                    <a:pt x="10873" y="0"/>
                  </a:lnTo>
                  <a:lnTo>
                    <a:pt x="10873" y="0"/>
                  </a:lnTo>
                  <a:lnTo>
                    <a:pt x="5436" y="0"/>
                  </a:lnTo>
                  <a:lnTo>
                    <a:pt x="5436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011026" y="789916"/>
              <a:ext cx="9900589" cy="3910572"/>
            </a:xfrm>
            <a:custGeom>
              <a:avLst/>
              <a:pathLst>
                <a:path w="9900589" h="3910572">
                  <a:moveTo>
                    <a:pt x="0" y="0"/>
                  </a:moveTo>
                  <a:lnTo>
                    <a:pt x="5436" y="0"/>
                  </a:lnTo>
                  <a:lnTo>
                    <a:pt x="5436" y="754"/>
                  </a:lnTo>
                  <a:lnTo>
                    <a:pt x="10873" y="754"/>
                  </a:lnTo>
                  <a:lnTo>
                    <a:pt x="16310" y="754"/>
                  </a:lnTo>
                  <a:lnTo>
                    <a:pt x="16310" y="1465"/>
                  </a:lnTo>
                  <a:lnTo>
                    <a:pt x="21747" y="1465"/>
                  </a:lnTo>
                  <a:lnTo>
                    <a:pt x="21747" y="5501"/>
                  </a:lnTo>
                  <a:lnTo>
                    <a:pt x="27184" y="5501"/>
                  </a:lnTo>
                  <a:lnTo>
                    <a:pt x="27184" y="6371"/>
                  </a:lnTo>
                  <a:lnTo>
                    <a:pt x="32621" y="6371"/>
                  </a:lnTo>
                  <a:lnTo>
                    <a:pt x="32621" y="9062"/>
                  </a:lnTo>
                  <a:lnTo>
                    <a:pt x="38058" y="9062"/>
                  </a:lnTo>
                  <a:lnTo>
                    <a:pt x="38058" y="15671"/>
                  </a:lnTo>
                  <a:lnTo>
                    <a:pt x="43495" y="15671"/>
                  </a:lnTo>
                  <a:lnTo>
                    <a:pt x="43495" y="21580"/>
                  </a:lnTo>
                  <a:lnTo>
                    <a:pt x="48932" y="21580"/>
                  </a:lnTo>
                  <a:lnTo>
                    <a:pt x="48932" y="23585"/>
                  </a:lnTo>
                  <a:lnTo>
                    <a:pt x="54368" y="23585"/>
                  </a:lnTo>
                  <a:lnTo>
                    <a:pt x="54368" y="27639"/>
                  </a:lnTo>
                  <a:lnTo>
                    <a:pt x="59805" y="27639"/>
                  </a:lnTo>
                  <a:lnTo>
                    <a:pt x="59805" y="32776"/>
                  </a:lnTo>
                  <a:lnTo>
                    <a:pt x="65242" y="32776"/>
                  </a:lnTo>
                  <a:lnTo>
                    <a:pt x="65242" y="44284"/>
                  </a:lnTo>
                  <a:lnTo>
                    <a:pt x="70679" y="44284"/>
                  </a:lnTo>
                  <a:lnTo>
                    <a:pt x="70679" y="46401"/>
                  </a:lnTo>
                  <a:lnTo>
                    <a:pt x="76116" y="46401"/>
                  </a:lnTo>
                  <a:lnTo>
                    <a:pt x="76116" y="50657"/>
                  </a:lnTo>
                  <a:lnTo>
                    <a:pt x="81553" y="50657"/>
                  </a:lnTo>
                  <a:lnTo>
                    <a:pt x="81553" y="56012"/>
                  </a:lnTo>
                  <a:lnTo>
                    <a:pt x="86990" y="56012"/>
                  </a:lnTo>
                  <a:lnTo>
                    <a:pt x="86990" y="60321"/>
                  </a:lnTo>
                  <a:lnTo>
                    <a:pt x="92427" y="60321"/>
                  </a:lnTo>
                  <a:lnTo>
                    <a:pt x="92427" y="72263"/>
                  </a:lnTo>
                  <a:lnTo>
                    <a:pt x="97864" y="72263"/>
                  </a:lnTo>
                  <a:lnTo>
                    <a:pt x="97864" y="82119"/>
                  </a:lnTo>
                  <a:lnTo>
                    <a:pt x="103301" y="82119"/>
                  </a:lnTo>
                  <a:lnTo>
                    <a:pt x="103301" y="86521"/>
                  </a:lnTo>
                  <a:lnTo>
                    <a:pt x="108737" y="86521"/>
                  </a:lnTo>
                  <a:lnTo>
                    <a:pt x="108737" y="95363"/>
                  </a:lnTo>
                  <a:lnTo>
                    <a:pt x="114174" y="95363"/>
                  </a:lnTo>
                  <a:lnTo>
                    <a:pt x="114174" y="100914"/>
                  </a:lnTo>
                  <a:lnTo>
                    <a:pt x="119611" y="100914"/>
                  </a:lnTo>
                  <a:lnTo>
                    <a:pt x="119611" y="105375"/>
                  </a:lnTo>
                  <a:lnTo>
                    <a:pt x="125048" y="105375"/>
                  </a:lnTo>
                  <a:lnTo>
                    <a:pt x="125048" y="110965"/>
                  </a:lnTo>
                  <a:lnTo>
                    <a:pt x="130485" y="110965"/>
                  </a:lnTo>
                  <a:lnTo>
                    <a:pt x="130485" y="114325"/>
                  </a:lnTo>
                  <a:lnTo>
                    <a:pt x="135922" y="114325"/>
                  </a:lnTo>
                  <a:lnTo>
                    <a:pt x="135922" y="122192"/>
                  </a:lnTo>
                  <a:lnTo>
                    <a:pt x="141359" y="122192"/>
                  </a:lnTo>
                  <a:lnTo>
                    <a:pt x="141359" y="128953"/>
                  </a:lnTo>
                  <a:lnTo>
                    <a:pt x="146796" y="128953"/>
                  </a:lnTo>
                  <a:lnTo>
                    <a:pt x="146796" y="132340"/>
                  </a:lnTo>
                  <a:lnTo>
                    <a:pt x="152233" y="132340"/>
                  </a:lnTo>
                  <a:lnTo>
                    <a:pt x="152233" y="139128"/>
                  </a:lnTo>
                  <a:lnTo>
                    <a:pt x="157670" y="139128"/>
                  </a:lnTo>
                  <a:lnTo>
                    <a:pt x="157670" y="152759"/>
                  </a:lnTo>
                  <a:lnTo>
                    <a:pt x="163106" y="152759"/>
                  </a:lnTo>
                  <a:lnTo>
                    <a:pt x="163106" y="157318"/>
                  </a:lnTo>
                  <a:lnTo>
                    <a:pt x="168543" y="157318"/>
                  </a:lnTo>
                  <a:lnTo>
                    <a:pt x="168543" y="164167"/>
                  </a:lnTo>
                  <a:lnTo>
                    <a:pt x="173980" y="164167"/>
                  </a:lnTo>
                  <a:lnTo>
                    <a:pt x="173980" y="168741"/>
                  </a:lnTo>
                  <a:lnTo>
                    <a:pt x="179417" y="168741"/>
                  </a:lnTo>
                  <a:lnTo>
                    <a:pt x="179417" y="176760"/>
                  </a:lnTo>
                  <a:lnTo>
                    <a:pt x="184854" y="176760"/>
                  </a:lnTo>
                  <a:lnTo>
                    <a:pt x="184854" y="183646"/>
                  </a:lnTo>
                  <a:lnTo>
                    <a:pt x="190291" y="183646"/>
                  </a:lnTo>
                  <a:lnTo>
                    <a:pt x="190291" y="192845"/>
                  </a:lnTo>
                  <a:lnTo>
                    <a:pt x="195728" y="192845"/>
                  </a:lnTo>
                  <a:lnTo>
                    <a:pt x="195728" y="197452"/>
                  </a:lnTo>
                  <a:lnTo>
                    <a:pt x="201165" y="197452"/>
                  </a:lnTo>
                  <a:lnTo>
                    <a:pt x="201165" y="199758"/>
                  </a:lnTo>
                  <a:lnTo>
                    <a:pt x="206602" y="199758"/>
                  </a:lnTo>
                  <a:lnTo>
                    <a:pt x="206602" y="203219"/>
                  </a:lnTo>
                  <a:lnTo>
                    <a:pt x="212038" y="203219"/>
                  </a:lnTo>
                  <a:lnTo>
                    <a:pt x="212038" y="210149"/>
                  </a:lnTo>
                  <a:lnTo>
                    <a:pt x="217475" y="210149"/>
                  </a:lnTo>
                  <a:lnTo>
                    <a:pt x="217475" y="213620"/>
                  </a:lnTo>
                  <a:lnTo>
                    <a:pt x="222912" y="213620"/>
                  </a:lnTo>
                  <a:lnTo>
                    <a:pt x="222912" y="221729"/>
                  </a:lnTo>
                  <a:lnTo>
                    <a:pt x="228349" y="221729"/>
                  </a:lnTo>
                  <a:lnTo>
                    <a:pt x="228349" y="229855"/>
                  </a:lnTo>
                  <a:lnTo>
                    <a:pt x="233786" y="229855"/>
                  </a:lnTo>
                  <a:lnTo>
                    <a:pt x="233786" y="235677"/>
                  </a:lnTo>
                  <a:lnTo>
                    <a:pt x="239223" y="235677"/>
                  </a:lnTo>
                  <a:lnTo>
                    <a:pt x="239223" y="243837"/>
                  </a:lnTo>
                  <a:lnTo>
                    <a:pt x="244660" y="243837"/>
                  </a:lnTo>
                  <a:lnTo>
                    <a:pt x="244660" y="247338"/>
                  </a:lnTo>
                  <a:lnTo>
                    <a:pt x="250097" y="247338"/>
                  </a:lnTo>
                  <a:lnTo>
                    <a:pt x="250097" y="252011"/>
                  </a:lnTo>
                  <a:lnTo>
                    <a:pt x="255534" y="252011"/>
                  </a:lnTo>
                  <a:lnTo>
                    <a:pt x="255534" y="260200"/>
                  </a:lnTo>
                  <a:lnTo>
                    <a:pt x="260971" y="260200"/>
                  </a:lnTo>
                  <a:lnTo>
                    <a:pt x="260971" y="273088"/>
                  </a:lnTo>
                  <a:lnTo>
                    <a:pt x="266407" y="273088"/>
                  </a:lnTo>
                  <a:lnTo>
                    <a:pt x="266407" y="280129"/>
                  </a:lnTo>
                  <a:lnTo>
                    <a:pt x="271844" y="280129"/>
                  </a:lnTo>
                  <a:lnTo>
                    <a:pt x="271844" y="284829"/>
                  </a:lnTo>
                  <a:lnTo>
                    <a:pt x="277281" y="284829"/>
                  </a:lnTo>
                  <a:lnTo>
                    <a:pt x="277281" y="294244"/>
                  </a:lnTo>
                  <a:lnTo>
                    <a:pt x="282718" y="294244"/>
                  </a:lnTo>
                  <a:lnTo>
                    <a:pt x="282718" y="304847"/>
                  </a:lnTo>
                  <a:lnTo>
                    <a:pt x="288155" y="304847"/>
                  </a:lnTo>
                  <a:lnTo>
                    <a:pt x="288155" y="314282"/>
                  </a:lnTo>
                  <a:lnTo>
                    <a:pt x="293592" y="314282"/>
                  </a:lnTo>
                  <a:lnTo>
                    <a:pt x="293592" y="329634"/>
                  </a:lnTo>
                  <a:lnTo>
                    <a:pt x="299029" y="329634"/>
                  </a:lnTo>
                  <a:lnTo>
                    <a:pt x="299029" y="333179"/>
                  </a:lnTo>
                  <a:lnTo>
                    <a:pt x="304466" y="333179"/>
                  </a:lnTo>
                  <a:lnTo>
                    <a:pt x="304466" y="340275"/>
                  </a:lnTo>
                  <a:lnTo>
                    <a:pt x="309903" y="340275"/>
                  </a:lnTo>
                  <a:lnTo>
                    <a:pt x="309903" y="352122"/>
                  </a:lnTo>
                  <a:lnTo>
                    <a:pt x="315340" y="352122"/>
                  </a:lnTo>
                  <a:lnTo>
                    <a:pt x="315340" y="354494"/>
                  </a:lnTo>
                  <a:lnTo>
                    <a:pt x="320776" y="354494"/>
                  </a:lnTo>
                  <a:lnTo>
                    <a:pt x="320776" y="359239"/>
                  </a:lnTo>
                  <a:lnTo>
                    <a:pt x="326213" y="359239"/>
                  </a:lnTo>
                  <a:lnTo>
                    <a:pt x="326213" y="366362"/>
                  </a:lnTo>
                  <a:lnTo>
                    <a:pt x="331650" y="366362"/>
                  </a:lnTo>
                  <a:lnTo>
                    <a:pt x="331650" y="377055"/>
                  </a:lnTo>
                  <a:lnTo>
                    <a:pt x="337087" y="377055"/>
                  </a:lnTo>
                  <a:lnTo>
                    <a:pt x="337087" y="381811"/>
                  </a:lnTo>
                  <a:lnTo>
                    <a:pt x="342524" y="381811"/>
                  </a:lnTo>
                  <a:lnTo>
                    <a:pt x="342524" y="390142"/>
                  </a:lnTo>
                  <a:lnTo>
                    <a:pt x="347961" y="390142"/>
                  </a:lnTo>
                  <a:lnTo>
                    <a:pt x="347961" y="399686"/>
                  </a:lnTo>
                  <a:lnTo>
                    <a:pt x="353398" y="399686"/>
                  </a:lnTo>
                  <a:lnTo>
                    <a:pt x="353398" y="409241"/>
                  </a:lnTo>
                  <a:lnTo>
                    <a:pt x="358835" y="409241"/>
                  </a:lnTo>
                  <a:lnTo>
                    <a:pt x="358835" y="414022"/>
                  </a:lnTo>
                  <a:lnTo>
                    <a:pt x="364272" y="414022"/>
                  </a:lnTo>
                  <a:lnTo>
                    <a:pt x="364272" y="421199"/>
                  </a:lnTo>
                  <a:lnTo>
                    <a:pt x="369709" y="421199"/>
                  </a:lnTo>
                  <a:lnTo>
                    <a:pt x="369709" y="430773"/>
                  </a:lnTo>
                  <a:lnTo>
                    <a:pt x="375145" y="430773"/>
                  </a:lnTo>
                  <a:lnTo>
                    <a:pt x="375145" y="440356"/>
                  </a:lnTo>
                  <a:lnTo>
                    <a:pt x="380582" y="440356"/>
                  </a:lnTo>
                  <a:lnTo>
                    <a:pt x="380582" y="448746"/>
                  </a:lnTo>
                  <a:lnTo>
                    <a:pt x="386019" y="448746"/>
                  </a:lnTo>
                  <a:lnTo>
                    <a:pt x="386019" y="455945"/>
                  </a:lnTo>
                  <a:lnTo>
                    <a:pt x="391456" y="455945"/>
                  </a:lnTo>
                  <a:lnTo>
                    <a:pt x="391456" y="461946"/>
                  </a:lnTo>
                  <a:lnTo>
                    <a:pt x="396893" y="461946"/>
                  </a:lnTo>
                  <a:lnTo>
                    <a:pt x="396893" y="473955"/>
                  </a:lnTo>
                  <a:lnTo>
                    <a:pt x="402330" y="473955"/>
                  </a:lnTo>
                  <a:lnTo>
                    <a:pt x="402330" y="482369"/>
                  </a:lnTo>
                  <a:lnTo>
                    <a:pt x="407767" y="482369"/>
                  </a:lnTo>
                  <a:lnTo>
                    <a:pt x="407767" y="489588"/>
                  </a:lnTo>
                  <a:lnTo>
                    <a:pt x="413204" y="489588"/>
                  </a:lnTo>
                  <a:lnTo>
                    <a:pt x="413204" y="500424"/>
                  </a:lnTo>
                  <a:lnTo>
                    <a:pt x="418641" y="500424"/>
                  </a:lnTo>
                  <a:lnTo>
                    <a:pt x="418641" y="505242"/>
                  </a:lnTo>
                  <a:lnTo>
                    <a:pt x="424077" y="505242"/>
                  </a:lnTo>
                  <a:lnTo>
                    <a:pt x="424077" y="511268"/>
                  </a:lnTo>
                  <a:lnTo>
                    <a:pt x="429514" y="511268"/>
                  </a:lnTo>
                  <a:lnTo>
                    <a:pt x="429514" y="516092"/>
                  </a:lnTo>
                  <a:lnTo>
                    <a:pt x="434951" y="516092"/>
                  </a:lnTo>
                  <a:lnTo>
                    <a:pt x="434951" y="517298"/>
                  </a:lnTo>
                  <a:lnTo>
                    <a:pt x="440388" y="517298"/>
                  </a:lnTo>
                  <a:lnTo>
                    <a:pt x="440388" y="528167"/>
                  </a:lnTo>
                  <a:lnTo>
                    <a:pt x="445825" y="528167"/>
                  </a:lnTo>
                  <a:lnTo>
                    <a:pt x="445825" y="535417"/>
                  </a:lnTo>
                  <a:lnTo>
                    <a:pt x="451262" y="535417"/>
                  </a:lnTo>
                  <a:lnTo>
                    <a:pt x="451262" y="546304"/>
                  </a:lnTo>
                  <a:lnTo>
                    <a:pt x="456699" y="546304"/>
                  </a:lnTo>
                  <a:lnTo>
                    <a:pt x="456699" y="558417"/>
                  </a:lnTo>
                  <a:lnTo>
                    <a:pt x="462136" y="558417"/>
                  </a:lnTo>
                  <a:lnTo>
                    <a:pt x="462136" y="564486"/>
                  </a:lnTo>
                  <a:lnTo>
                    <a:pt x="467573" y="564486"/>
                  </a:lnTo>
                  <a:lnTo>
                    <a:pt x="467573" y="570559"/>
                  </a:lnTo>
                  <a:lnTo>
                    <a:pt x="473010" y="570559"/>
                  </a:lnTo>
                  <a:lnTo>
                    <a:pt x="473010" y="571775"/>
                  </a:lnTo>
                  <a:lnTo>
                    <a:pt x="478446" y="571775"/>
                  </a:lnTo>
                  <a:lnTo>
                    <a:pt x="478446" y="579069"/>
                  </a:lnTo>
                  <a:lnTo>
                    <a:pt x="483883" y="579069"/>
                  </a:lnTo>
                  <a:lnTo>
                    <a:pt x="483883" y="583935"/>
                  </a:lnTo>
                  <a:lnTo>
                    <a:pt x="489320" y="583935"/>
                  </a:lnTo>
                  <a:lnTo>
                    <a:pt x="489320" y="587585"/>
                  </a:lnTo>
                  <a:lnTo>
                    <a:pt x="494757" y="587585"/>
                  </a:lnTo>
                  <a:lnTo>
                    <a:pt x="494757" y="598541"/>
                  </a:lnTo>
                  <a:lnTo>
                    <a:pt x="500194" y="598541"/>
                  </a:lnTo>
                  <a:lnTo>
                    <a:pt x="500194" y="603412"/>
                  </a:lnTo>
                  <a:lnTo>
                    <a:pt x="505631" y="603412"/>
                  </a:lnTo>
                  <a:lnTo>
                    <a:pt x="505631" y="609504"/>
                  </a:lnTo>
                  <a:lnTo>
                    <a:pt x="511068" y="609504"/>
                  </a:lnTo>
                  <a:lnTo>
                    <a:pt x="511068" y="618038"/>
                  </a:lnTo>
                  <a:lnTo>
                    <a:pt x="516505" y="618038"/>
                  </a:lnTo>
                  <a:lnTo>
                    <a:pt x="516505" y="620478"/>
                  </a:lnTo>
                  <a:lnTo>
                    <a:pt x="521942" y="620478"/>
                  </a:lnTo>
                  <a:lnTo>
                    <a:pt x="521942" y="626577"/>
                  </a:lnTo>
                  <a:lnTo>
                    <a:pt x="527379" y="626577"/>
                  </a:lnTo>
                  <a:lnTo>
                    <a:pt x="527379" y="637564"/>
                  </a:lnTo>
                  <a:lnTo>
                    <a:pt x="532815" y="637564"/>
                  </a:lnTo>
                  <a:lnTo>
                    <a:pt x="532815" y="638785"/>
                  </a:lnTo>
                  <a:lnTo>
                    <a:pt x="538252" y="638785"/>
                  </a:lnTo>
                  <a:lnTo>
                    <a:pt x="538252" y="648557"/>
                  </a:lnTo>
                  <a:lnTo>
                    <a:pt x="543689" y="648557"/>
                  </a:lnTo>
                  <a:lnTo>
                    <a:pt x="543689" y="653446"/>
                  </a:lnTo>
                  <a:lnTo>
                    <a:pt x="549126" y="653446"/>
                  </a:lnTo>
                  <a:lnTo>
                    <a:pt x="549126" y="657115"/>
                  </a:lnTo>
                  <a:lnTo>
                    <a:pt x="554563" y="657115"/>
                  </a:lnTo>
                  <a:lnTo>
                    <a:pt x="554563" y="658338"/>
                  </a:lnTo>
                  <a:lnTo>
                    <a:pt x="560000" y="658338"/>
                  </a:lnTo>
                  <a:lnTo>
                    <a:pt x="560000" y="666900"/>
                  </a:lnTo>
                  <a:lnTo>
                    <a:pt x="565437" y="666900"/>
                  </a:lnTo>
                  <a:lnTo>
                    <a:pt x="565437" y="669348"/>
                  </a:lnTo>
                  <a:lnTo>
                    <a:pt x="570874" y="669348"/>
                  </a:lnTo>
                  <a:lnTo>
                    <a:pt x="570874" y="671798"/>
                  </a:lnTo>
                  <a:lnTo>
                    <a:pt x="576311" y="671798"/>
                  </a:lnTo>
                  <a:lnTo>
                    <a:pt x="576311" y="676703"/>
                  </a:lnTo>
                  <a:lnTo>
                    <a:pt x="581747" y="676703"/>
                  </a:lnTo>
                  <a:lnTo>
                    <a:pt x="581747" y="687743"/>
                  </a:lnTo>
                  <a:lnTo>
                    <a:pt x="587184" y="687743"/>
                  </a:lnTo>
                  <a:lnTo>
                    <a:pt x="587184" y="693882"/>
                  </a:lnTo>
                  <a:lnTo>
                    <a:pt x="592621" y="693882"/>
                  </a:lnTo>
                  <a:lnTo>
                    <a:pt x="592621" y="700022"/>
                  </a:lnTo>
                  <a:lnTo>
                    <a:pt x="598058" y="700022"/>
                  </a:lnTo>
                  <a:lnTo>
                    <a:pt x="598058" y="702479"/>
                  </a:lnTo>
                  <a:lnTo>
                    <a:pt x="603495" y="702479"/>
                  </a:lnTo>
                  <a:lnTo>
                    <a:pt x="603495" y="711085"/>
                  </a:lnTo>
                  <a:lnTo>
                    <a:pt x="608932" y="711085"/>
                  </a:lnTo>
                  <a:lnTo>
                    <a:pt x="608932" y="716007"/>
                  </a:lnTo>
                  <a:lnTo>
                    <a:pt x="614369" y="716007"/>
                  </a:lnTo>
                  <a:lnTo>
                    <a:pt x="614369" y="723401"/>
                  </a:lnTo>
                  <a:lnTo>
                    <a:pt x="619806" y="723401"/>
                  </a:lnTo>
                  <a:lnTo>
                    <a:pt x="619806" y="735735"/>
                  </a:lnTo>
                  <a:lnTo>
                    <a:pt x="625243" y="735735"/>
                  </a:lnTo>
                  <a:lnTo>
                    <a:pt x="625243" y="744372"/>
                  </a:lnTo>
                  <a:lnTo>
                    <a:pt x="630680" y="744372"/>
                  </a:lnTo>
                  <a:lnTo>
                    <a:pt x="630680" y="750549"/>
                  </a:lnTo>
                  <a:lnTo>
                    <a:pt x="636116" y="750549"/>
                  </a:lnTo>
                  <a:lnTo>
                    <a:pt x="636116" y="756728"/>
                  </a:lnTo>
                  <a:lnTo>
                    <a:pt x="641553" y="756728"/>
                  </a:lnTo>
                  <a:lnTo>
                    <a:pt x="641553" y="764144"/>
                  </a:lnTo>
                  <a:lnTo>
                    <a:pt x="646990" y="764144"/>
                  </a:lnTo>
                  <a:lnTo>
                    <a:pt x="646990" y="766618"/>
                  </a:lnTo>
                  <a:lnTo>
                    <a:pt x="652427" y="766618"/>
                  </a:lnTo>
                  <a:lnTo>
                    <a:pt x="652427" y="772807"/>
                  </a:lnTo>
                  <a:lnTo>
                    <a:pt x="657864" y="772807"/>
                  </a:lnTo>
                  <a:lnTo>
                    <a:pt x="657864" y="779002"/>
                  </a:lnTo>
                  <a:lnTo>
                    <a:pt x="663301" y="779002"/>
                  </a:lnTo>
                  <a:lnTo>
                    <a:pt x="663301" y="786440"/>
                  </a:lnTo>
                  <a:lnTo>
                    <a:pt x="668738" y="786440"/>
                  </a:lnTo>
                  <a:lnTo>
                    <a:pt x="668738" y="791401"/>
                  </a:lnTo>
                  <a:lnTo>
                    <a:pt x="674175" y="791401"/>
                  </a:lnTo>
                  <a:lnTo>
                    <a:pt x="674175" y="801325"/>
                  </a:lnTo>
                  <a:lnTo>
                    <a:pt x="679612" y="801325"/>
                  </a:lnTo>
                  <a:lnTo>
                    <a:pt x="679612" y="807532"/>
                  </a:lnTo>
                  <a:lnTo>
                    <a:pt x="685049" y="807532"/>
                  </a:lnTo>
                  <a:lnTo>
                    <a:pt x="685049" y="812505"/>
                  </a:lnTo>
                  <a:lnTo>
                    <a:pt x="690485" y="812505"/>
                  </a:lnTo>
                  <a:lnTo>
                    <a:pt x="690485" y="819975"/>
                  </a:lnTo>
                  <a:lnTo>
                    <a:pt x="695922" y="819975"/>
                  </a:lnTo>
                  <a:lnTo>
                    <a:pt x="695922" y="827447"/>
                  </a:lnTo>
                  <a:lnTo>
                    <a:pt x="701359" y="827447"/>
                  </a:lnTo>
                  <a:lnTo>
                    <a:pt x="701359" y="838664"/>
                  </a:lnTo>
                  <a:lnTo>
                    <a:pt x="706796" y="838664"/>
                  </a:lnTo>
                  <a:lnTo>
                    <a:pt x="706796" y="846145"/>
                  </a:lnTo>
                  <a:lnTo>
                    <a:pt x="712233" y="846145"/>
                  </a:lnTo>
                  <a:lnTo>
                    <a:pt x="712233" y="852383"/>
                  </a:lnTo>
                  <a:lnTo>
                    <a:pt x="717670" y="852383"/>
                  </a:lnTo>
                  <a:lnTo>
                    <a:pt x="717670" y="856128"/>
                  </a:lnTo>
                  <a:lnTo>
                    <a:pt x="723107" y="856128"/>
                  </a:lnTo>
                  <a:lnTo>
                    <a:pt x="723107" y="864867"/>
                  </a:lnTo>
                  <a:lnTo>
                    <a:pt x="728544" y="864867"/>
                  </a:lnTo>
                  <a:lnTo>
                    <a:pt x="728544" y="869867"/>
                  </a:lnTo>
                  <a:lnTo>
                    <a:pt x="733981" y="869867"/>
                  </a:lnTo>
                  <a:lnTo>
                    <a:pt x="733981" y="881121"/>
                  </a:lnTo>
                  <a:lnTo>
                    <a:pt x="739418" y="881121"/>
                  </a:lnTo>
                  <a:lnTo>
                    <a:pt x="739418" y="887376"/>
                  </a:lnTo>
                  <a:lnTo>
                    <a:pt x="744854" y="887376"/>
                  </a:lnTo>
                  <a:lnTo>
                    <a:pt x="744854" y="892382"/>
                  </a:lnTo>
                  <a:lnTo>
                    <a:pt x="750291" y="892382"/>
                  </a:lnTo>
                  <a:lnTo>
                    <a:pt x="750291" y="899893"/>
                  </a:lnTo>
                  <a:lnTo>
                    <a:pt x="755728" y="899893"/>
                  </a:lnTo>
                  <a:lnTo>
                    <a:pt x="755728" y="903650"/>
                  </a:lnTo>
                  <a:lnTo>
                    <a:pt x="761165" y="903650"/>
                  </a:lnTo>
                  <a:lnTo>
                    <a:pt x="761165" y="907408"/>
                  </a:lnTo>
                  <a:lnTo>
                    <a:pt x="766602" y="907408"/>
                  </a:lnTo>
                  <a:lnTo>
                    <a:pt x="766602" y="909914"/>
                  </a:lnTo>
                  <a:lnTo>
                    <a:pt x="772039" y="909914"/>
                  </a:lnTo>
                  <a:lnTo>
                    <a:pt x="772039" y="919943"/>
                  </a:lnTo>
                  <a:lnTo>
                    <a:pt x="777476" y="919943"/>
                  </a:lnTo>
                  <a:lnTo>
                    <a:pt x="777476" y="927468"/>
                  </a:lnTo>
                  <a:lnTo>
                    <a:pt x="782913" y="927468"/>
                  </a:lnTo>
                  <a:lnTo>
                    <a:pt x="782913" y="936249"/>
                  </a:lnTo>
                  <a:lnTo>
                    <a:pt x="788350" y="936249"/>
                  </a:lnTo>
                  <a:lnTo>
                    <a:pt x="788350" y="942522"/>
                  </a:lnTo>
                  <a:lnTo>
                    <a:pt x="793786" y="942522"/>
                  </a:lnTo>
                  <a:lnTo>
                    <a:pt x="793786" y="947543"/>
                  </a:lnTo>
                  <a:lnTo>
                    <a:pt x="799223" y="947543"/>
                  </a:lnTo>
                  <a:lnTo>
                    <a:pt x="799223" y="950054"/>
                  </a:lnTo>
                  <a:lnTo>
                    <a:pt x="804660" y="950054"/>
                  </a:lnTo>
                  <a:lnTo>
                    <a:pt x="804660" y="957592"/>
                  </a:lnTo>
                  <a:lnTo>
                    <a:pt x="810097" y="957592"/>
                  </a:lnTo>
                  <a:lnTo>
                    <a:pt x="810097" y="960104"/>
                  </a:lnTo>
                  <a:lnTo>
                    <a:pt x="815534" y="960104"/>
                  </a:lnTo>
                  <a:lnTo>
                    <a:pt x="815534" y="971421"/>
                  </a:lnTo>
                  <a:lnTo>
                    <a:pt x="820971" y="971421"/>
                  </a:lnTo>
                  <a:lnTo>
                    <a:pt x="820971" y="976451"/>
                  </a:lnTo>
                  <a:lnTo>
                    <a:pt x="826408" y="976451"/>
                  </a:lnTo>
                  <a:lnTo>
                    <a:pt x="826408" y="986517"/>
                  </a:lnTo>
                  <a:lnTo>
                    <a:pt x="831845" y="986517"/>
                  </a:lnTo>
                  <a:lnTo>
                    <a:pt x="831845" y="990295"/>
                  </a:lnTo>
                  <a:lnTo>
                    <a:pt x="837282" y="990295"/>
                  </a:lnTo>
                  <a:lnTo>
                    <a:pt x="837282" y="996593"/>
                  </a:lnTo>
                  <a:lnTo>
                    <a:pt x="842719" y="996593"/>
                  </a:lnTo>
                  <a:lnTo>
                    <a:pt x="842719" y="1006685"/>
                  </a:lnTo>
                  <a:lnTo>
                    <a:pt x="848155" y="1006685"/>
                  </a:lnTo>
                  <a:lnTo>
                    <a:pt x="848155" y="1014257"/>
                  </a:lnTo>
                  <a:lnTo>
                    <a:pt x="853592" y="1014257"/>
                  </a:lnTo>
                  <a:lnTo>
                    <a:pt x="853592" y="1020570"/>
                  </a:lnTo>
                  <a:lnTo>
                    <a:pt x="859029" y="1020570"/>
                  </a:lnTo>
                  <a:lnTo>
                    <a:pt x="859029" y="1028150"/>
                  </a:lnTo>
                  <a:lnTo>
                    <a:pt x="864466" y="1028150"/>
                  </a:lnTo>
                  <a:lnTo>
                    <a:pt x="864466" y="1031940"/>
                  </a:lnTo>
                  <a:lnTo>
                    <a:pt x="869903" y="1031940"/>
                  </a:lnTo>
                  <a:lnTo>
                    <a:pt x="869903" y="1036996"/>
                  </a:lnTo>
                  <a:lnTo>
                    <a:pt x="875340" y="1036996"/>
                  </a:lnTo>
                  <a:lnTo>
                    <a:pt x="875340" y="1043316"/>
                  </a:lnTo>
                  <a:lnTo>
                    <a:pt x="880777" y="1043316"/>
                  </a:lnTo>
                  <a:lnTo>
                    <a:pt x="880777" y="1044581"/>
                  </a:lnTo>
                  <a:lnTo>
                    <a:pt x="886214" y="1044581"/>
                  </a:lnTo>
                  <a:lnTo>
                    <a:pt x="886214" y="1047112"/>
                  </a:lnTo>
                  <a:lnTo>
                    <a:pt x="891651" y="1047112"/>
                  </a:lnTo>
                  <a:lnTo>
                    <a:pt x="891651" y="1052176"/>
                  </a:lnTo>
                  <a:lnTo>
                    <a:pt x="897088" y="1052176"/>
                  </a:lnTo>
                  <a:lnTo>
                    <a:pt x="897088" y="1058506"/>
                  </a:lnTo>
                  <a:lnTo>
                    <a:pt x="902524" y="1058506"/>
                  </a:lnTo>
                  <a:lnTo>
                    <a:pt x="902524" y="1063572"/>
                  </a:lnTo>
                  <a:lnTo>
                    <a:pt x="907961" y="1063572"/>
                  </a:lnTo>
                  <a:lnTo>
                    <a:pt x="907961" y="1068642"/>
                  </a:lnTo>
                  <a:lnTo>
                    <a:pt x="913398" y="1068642"/>
                  </a:lnTo>
                  <a:lnTo>
                    <a:pt x="913398" y="1074986"/>
                  </a:lnTo>
                  <a:lnTo>
                    <a:pt x="918835" y="1074986"/>
                  </a:lnTo>
                  <a:lnTo>
                    <a:pt x="918835" y="1080069"/>
                  </a:lnTo>
                  <a:lnTo>
                    <a:pt x="924272" y="1080069"/>
                  </a:lnTo>
                  <a:lnTo>
                    <a:pt x="924272" y="1085157"/>
                  </a:lnTo>
                  <a:lnTo>
                    <a:pt x="929709" y="1085157"/>
                  </a:lnTo>
                  <a:lnTo>
                    <a:pt x="929709" y="1088972"/>
                  </a:lnTo>
                  <a:lnTo>
                    <a:pt x="935146" y="1088972"/>
                  </a:lnTo>
                  <a:lnTo>
                    <a:pt x="935146" y="1091517"/>
                  </a:lnTo>
                  <a:lnTo>
                    <a:pt x="940583" y="1091517"/>
                  </a:lnTo>
                  <a:lnTo>
                    <a:pt x="940583" y="1095336"/>
                  </a:lnTo>
                  <a:lnTo>
                    <a:pt x="946020" y="1095336"/>
                  </a:lnTo>
                  <a:lnTo>
                    <a:pt x="946020" y="1096609"/>
                  </a:lnTo>
                  <a:lnTo>
                    <a:pt x="951457" y="1096609"/>
                  </a:lnTo>
                  <a:lnTo>
                    <a:pt x="951457" y="1101704"/>
                  </a:lnTo>
                  <a:lnTo>
                    <a:pt x="956893" y="1101704"/>
                  </a:lnTo>
                  <a:lnTo>
                    <a:pt x="956893" y="1106803"/>
                  </a:lnTo>
                  <a:lnTo>
                    <a:pt x="962330" y="1106803"/>
                  </a:lnTo>
                  <a:lnTo>
                    <a:pt x="962330" y="1115730"/>
                  </a:lnTo>
                  <a:lnTo>
                    <a:pt x="967767" y="1115730"/>
                  </a:lnTo>
                  <a:lnTo>
                    <a:pt x="967767" y="1124661"/>
                  </a:lnTo>
                  <a:lnTo>
                    <a:pt x="973204" y="1124661"/>
                  </a:lnTo>
                  <a:lnTo>
                    <a:pt x="973204" y="1131042"/>
                  </a:lnTo>
                  <a:lnTo>
                    <a:pt x="978641" y="1131042"/>
                  </a:lnTo>
                  <a:lnTo>
                    <a:pt x="978641" y="1136149"/>
                  </a:lnTo>
                  <a:lnTo>
                    <a:pt x="984078" y="1136149"/>
                  </a:lnTo>
                  <a:lnTo>
                    <a:pt x="984078" y="1142533"/>
                  </a:lnTo>
                  <a:lnTo>
                    <a:pt x="989515" y="1142533"/>
                  </a:lnTo>
                  <a:lnTo>
                    <a:pt x="989515" y="1148918"/>
                  </a:lnTo>
                  <a:lnTo>
                    <a:pt x="994952" y="1148918"/>
                  </a:lnTo>
                  <a:lnTo>
                    <a:pt x="994952" y="1152753"/>
                  </a:lnTo>
                  <a:lnTo>
                    <a:pt x="1000389" y="1152753"/>
                  </a:lnTo>
                  <a:lnTo>
                    <a:pt x="1000389" y="1159145"/>
                  </a:lnTo>
                  <a:lnTo>
                    <a:pt x="1005825" y="1159145"/>
                  </a:lnTo>
                  <a:lnTo>
                    <a:pt x="1005825" y="1161703"/>
                  </a:lnTo>
                  <a:lnTo>
                    <a:pt x="1011262" y="1161703"/>
                  </a:lnTo>
                  <a:lnTo>
                    <a:pt x="1011262" y="1170657"/>
                  </a:lnTo>
                  <a:lnTo>
                    <a:pt x="1016699" y="1170657"/>
                  </a:lnTo>
                  <a:lnTo>
                    <a:pt x="1016699" y="1175775"/>
                  </a:lnTo>
                  <a:lnTo>
                    <a:pt x="1027573" y="1175775"/>
                  </a:lnTo>
                  <a:lnTo>
                    <a:pt x="1027573" y="1182174"/>
                  </a:lnTo>
                  <a:lnTo>
                    <a:pt x="1033010" y="1182174"/>
                  </a:lnTo>
                  <a:lnTo>
                    <a:pt x="1033010" y="1186018"/>
                  </a:lnTo>
                  <a:lnTo>
                    <a:pt x="1038447" y="1186018"/>
                  </a:lnTo>
                  <a:lnTo>
                    <a:pt x="1038447" y="1194990"/>
                  </a:lnTo>
                  <a:lnTo>
                    <a:pt x="1043884" y="1194990"/>
                  </a:lnTo>
                  <a:lnTo>
                    <a:pt x="1043884" y="1197554"/>
                  </a:lnTo>
                  <a:lnTo>
                    <a:pt x="1049321" y="1197554"/>
                  </a:lnTo>
                  <a:lnTo>
                    <a:pt x="1049321" y="1202682"/>
                  </a:lnTo>
                  <a:lnTo>
                    <a:pt x="1054758" y="1202682"/>
                  </a:lnTo>
                  <a:lnTo>
                    <a:pt x="1054758" y="1209093"/>
                  </a:lnTo>
                  <a:lnTo>
                    <a:pt x="1060194" y="1209093"/>
                  </a:lnTo>
                  <a:lnTo>
                    <a:pt x="1060194" y="1215507"/>
                  </a:lnTo>
                  <a:lnTo>
                    <a:pt x="1065631" y="1215507"/>
                  </a:lnTo>
                  <a:lnTo>
                    <a:pt x="1065631" y="1225771"/>
                  </a:lnTo>
                  <a:lnTo>
                    <a:pt x="1071068" y="1225771"/>
                  </a:lnTo>
                  <a:lnTo>
                    <a:pt x="1071068" y="1232193"/>
                  </a:lnTo>
                  <a:lnTo>
                    <a:pt x="1076505" y="1232193"/>
                  </a:lnTo>
                  <a:lnTo>
                    <a:pt x="1076505" y="1236049"/>
                  </a:lnTo>
                  <a:lnTo>
                    <a:pt x="1081942" y="1236049"/>
                  </a:lnTo>
                  <a:lnTo>
                    <a:pt x="1081942" y="1241191"/>
                  </a:lnTo>
                  <a:lnTo>
                    <a:pt x="1087379" y="1241191"/>
                  </a:lnTo>
                  <a:lnTo>
                    <a:pt x="1087379" y="1251476"/>
                  </a:lnTo>
                  <a:lnTo>
                    <a:pt x="1092816" y="1251476"/>
                  </a:lnTo>
                  <a:lnTo>
                    <a:pt x="1092816" y="1264335"/>
                  </a:lnTo>
                  <a:lnTo>
                    <a:pt x="1098253" y="1264335"/>
                  </a:lnTo>
                  <a:lnTo>
                    <a:pt x="1098253" y="1272052"/>
                  </a:lnTo>
                  <a:lnTo>
                    <a:pt x="1103690" y="1272052"/>
                  </a:lnTo>
                  <a:lnTo>
                    <a:pt x="1103690" y="1275911"/>
                  </a:lnTo>
                  <a:lnTo>
                    <a:pt x="1109127" y="1275911"/>
                  </a:lnTo>
                  <a:lnTo>
                    <a:pt x="1109127" y="1282346"/>
                  </a:lnTo>
                  <a:lnTo>
                    <a:pt x="1114563" y="1282346"/>
                  </a:lnTo>
                  <a:lnTo>
                    <a:pt x="1114563" y="1288781"/>
                  </a:lnTo>
                  <a:lnTo>
                    <a:pt x="1120000" y="1288781"/>
                  </a:lnTo>
                  <a:lnTo>
                    <a:pt x="1120000" y="1296504"/>
                  </a:lnTo>
                  <a:lnTo>
                    <a:pt x="1125437" y="1296504"/>
                  </a:lnTo>
                  <a:lnTo>
                    <a:pt x="1125437" y="1297792"/>
                  </a:lnTo>
                  <a:lnTo>
                    <a:pt x="1130874" y="1297792"/>
                  </a:lnTo>
                  <a:lnTo>
                    <a:pt x="1130874" y="1302943"/>
                  </a:lnTo>
                  <a:lnTo>
                    <a:pt x="1136311" y="1302943"/>
                  </a:lnTo>
                  <a:lnTo>
                    <a:pt x="1136311" y="1310673"/>
                  </a:lnTo>
                  <a:lnTo>
                    <a:pt x="1141748" y="1310673"/>
                  </a:lnTo>
                  <a:lnTo>
                    <a:pt x="1141748" y="1317116"/>
                  </a:lnTo>
                  <a:lnTo>
                    <a:pt x="1147185" y="1317116"/>
                  </a:lnTo>
                  <a:lnTo>
                    <a:pt x="1147185" y="1327433"/>
                  </a:lnTo>
                  <a:lnTo>
                    <a:pt x="1152622" y="1327433"/>
                  </a:lnTo>
                  <a:lnTo>
                    <a:pt x="1152622" y="1333884"/>
                  </a:lnTo>
                  <a:lnTo>
                    <a:pt x="1158059" y="1333884"/>
                  </a:lnTo>
                  <a:lnTo>
                    <a:pt x="1158059" y="1336465"/>
                  </a:lnTo>
                  <a:lnTo>
                    <a:pt x="1163495" y="1336465"/>
                  </a:lnTo>
                  <a:lnTo>
                    <a:pt x="1163495" y="1340337"/>
                  </a:lnTo>
                  <a:lnTo>
                    <a:pt x="1168932" y="1340337"/>
                  </a:lnTo>
                  <a:lnTo>
                    <a:pt x="1168932" y="1346794"/>
                  </a:lnTo>
                  <a:lnTo>
                    <a:pt x="1174369" y="1346794"/>
                  </a:lnTo>
                  <a:lnTo>
                    <a:pt x="1174369" y="1350670"/>
                  </a:lnTo>
                  <a:lnTo>
                    <a:pt x="1179806" y="1350670"/>
                  </a:lnTo>
                  <a:lnTo>
                    <a:pt x="1179806" y="1354547"/>
                  </a:lnTo>
                  <a:lnTo>
                    <a:pt x="1185243" y="1354547"/>
                  </a:lnTo>
                  <a:lnTo>
                    <a:pt x="1185243" y="1358427"/>
                  </a:lnTo>
                  <a:lnTo>
                    <a:pt x="1190680" y="1358427"/>
                  </a:lnTo>
                  <a:lnTo>
                    <a:pt x="1190680" y="1361015"/>
                  </a:lnTo>
                  <a:lnTo>
                    <a:pt x="1196117" y="1361015"/>
                  </a:lnTo>
                  <a:lnTo>
                    <a:pt x="1196117" y="1366192"/>
                  </a:lnTo>
                  <a:lnTo>
                    <a:pt x="1201554" y="1366192"/>
                  </a:lnTo>
                  <a:lnTo>
                    <a:pt x="1201554" y="1370076"/>
                  </a:lnTo>
                  <a:lnTo>
                    <a:pt x="1206991" y="1370076"/>
                  </a:lnTo>
                  <a:lnTo>
                    <a:pt x="1206991" y="1373961"/>
                  </a:lnTo>
                  <a:lnTo>
                    <a:pt x="1212428" y="1373961"/>
                  </a:lnTo>
                  <a:lnTo>
                    <a:pt x="1212428" y="1376551"/>
                  </a:lnTo>
                  <a:lnTo>
                    <a:pt x="1217864" y="1376551"/>
                  </a:lnTo>
                  <a:lnTo>
                    <a:pt x="1217864" y="1377846"/>
                  </a:lnTo>
                  <a:lnTo>
                    <a:pt x="1223301" y="1377846"/>
                  </a:lnTo>
                  <a:lnTo>
                    <a:pt x="1223301" y="1384326"/>
                  </a:lnTo>
                  <a:lnTo>
                    <a:pt x="1228738" y="1384326"/>
                  </a:lnTo>
                  <a:lnTo>
                    <a:pt x="1228738" y="1388216"/>
                  </a:lnTo>
                  <a:lnTo>
                    <a:pt x="1239612" y="1388216"/>
                  </a:lnTo>
                  <a:lnTo>
                    <a:pt x="1239612" y="1392108"/>
                  </a:lnTo>
                  <a:lnTo>
                    <a:pt x="1245049" y="1392108"/>
                  </a:lnTo>
                  <a:lnTo>
                    <a:pt x="1245049" y="1394703"/>
                  </a:lnTo>
                  <a:lnTo>
                    <a:pt x="1250486" y="1394703"/>
                  </a:lnTo>
                  <a:lnTo>
                    <a:pt x="1250486" y="1398597"/>
                  </a:lnTo>
                  <a:lnTo>
                    <a:pt x="1255923" y="1398597"/>
                  </a:lnTo>
                  <a:lnTo>
                    <a:pt x="1255923" y="1405091"/>
                  </a:lnTo>
                  <a:lnTo>
                    <a:pt x="1261360" y="1405091"/>
                  </a:lnTo>
                  <a:lnTo>
                    <a:pt x="1261360" y="1412891"/>
                  </a:lnTo>
                  <a:lnTo>
                    <a:pt x="1266797" y="1412891"/>
                  </a:lnTo>
                  <a:lnTo>
                    <a:pt x="1266797" y="1414192"/>
                  </a:lnTo>
                  <a:lnTo>
                    <a:pt x="1272233" y="1414192"/>
                  </a:lnTo>
                  <a:lnTo>
                    <a:pt x="1272233" y="1419395"/>
                  </a:lnTo>
                  <a:lnTo>
                    <a:pt x="1277670" y="1419395"/>
                  </a:lnTo>
                  <a:lnTo>
                    <a:pt x="1277670" y="1424598"/>
                  </a:lnTo>
                  <a:lnTo>
                    <a:pt x="1283107" y="1424598"/>
                  </a:lnTo>
                  <a:lnTo>
                    <a:pt x="1283107" y="1425899"/>
                  </a:lnTo>
                  <a:lnTo>
                    <a:pt x="1288544" y="1425899"/>
                  </a:lnTo>
                  <a:lnTo>
                    <a:pt x="1288544" y="1428501"/>
                  </a:lnTo>
                  <a:lnTo>
                    <a:pt x="1293981" y="1428501"/>
                  </a:lnTo>
                  <a:lnTo>
                    <a:pt x="1293981" y="1435009"/>
                  </a:lnTo>
                  <a:lnTo>
                    <a:pt x="1299418" y="1435009"/>
                  </a:lnTo>
                  <a:lnTo>
                    <a:pt x="1299418" y="1438914"/>
                  </a:lnTo>
                  <a:lnTo>
                    <a:pt x="1304855" y="1438914"/>
                  </a:lnTo>
                  <a:lnTo>
                    <a:pt x="1304855" y="1440216"/>
                  </a:lnTo>
                  <a:lnTo>
                    <a:pt x="1310292" y="1440216"/>
                  </a:lnTo>
                  <a:lnTo>
                    <a:pt x="1310292" y="1444122"/>
                  </a:lnTo>
                  <a:lnTo>
                    <a:pt x="1315729" y="1444122"/>
                  </a:lnTo>
                  <a:lnTo>
                    <a:pt x="1315729" y="1449332"/>
                  </a:lnTo>
                  <a:lnTo>
                    <a:pt x="1321166" y="1449332"/>
                  </a:lnTo>
                  <a:lnTo>
                    <a:pt x="1321166" y="1455844"/>
                  </a:lnTo>
                  <a:lnTo>
                    <a:pt x="1326602" y="1455844"/>
                  </a:lnTo>
                  <a:lnTo>
                    <a:pt x="1326602" y="1461054"/>
                  </a:lnTo>
                  <a:lnTo>
                    <a:pt x="1332039" y="1461054"/>
                  </a:lnTo>
                  <a:lnTo>
                    <a:pt x="1337476" y="1461054"/>
                  </a:lnTo>
                  <a:lnTo>
                    <a:pt x="1337476" y="1464965"/>
                  </a:lnTo>
                  <a:lnTo>
                    <a:pt x="1342913" y="1464965"/>
                  </a:lnTo>
                  <a:lnTo>
                    <a:pt x="1342913" y="1468877"/>
                  </a:lnTo>
                  <a:lnTo>
                    <a:pt x="1348350" y="1468877"/>
                  </a:lnTo>
                  <a:lnTo>
                    <a:pt x="1348350" y="1476702"/>
                  </a:lnTo>
                  <a:lnTo>
                    <a:pt x="1353787" y="1476702"/>
                  </a:lnTo>
                  <a:lnTo>
                    <a:pt x="1353787" y="1481920"/>
                  </a:lnTo>
                  <a:lnTo>
                    <a:pt x="1359224" y="1481920"/>
                  </a:lnTo>
                  <a:lnTo>
                    <a:pt x="1359224" y="1483224"/>
                  </a:lnTo>
                  <a:lnTo>
                    <a:pt x="1364661" y="1483224"/>
                  </a:lnTo>
                  <a:lnTo>
                    <a:pt x="1364661" y="1488446"/>
                  </a:lnTo>
                  <a:lnTo>
                    <a:pt x="1370098" y="1488446"/>
                  </a:lnTo>
                  <a:lnTo>
                    <a:pt x="1370098" y="1494975"/>
                  </a:lnTo>
                  <a:lnTo>
                    <a:pt x="1375534" y="1494975"/>
                  </a:lnTo>
                  <a:lnTo>
                    <a:pt x="1375534" y="1496282"/>
                  </a:lnTo>
                  <a:lnTo>
                    <a:pt x="1380971" y="1496282"/>
                  </a:lnTo>
                  <a:lnTo>
                    <a:pt x="1380971" y="1498897"/>
                  </a:lnTo>
                  <a:lnTo>
                    <a:pt x="1386408" y="1498897"/>
                  </a:lnTo>
                  <a:lnTo>
                    <a:pt x="1386408" y="1504127"/>
                  </a:lnTo>
                  <a:lnTo>
                    <a:pt x="1391845" y="1504127"/>
                  </a:lnTo>
                  <a:lnTo>
                    <a:pt x="1391845" y="1506743"/>
                  </a:lnTo>
                  <a:lnTo>
                    <a:pt x="1397282" y="1506743"/>
                  </a:lnTo>
                  <a:lnTo>
                    <a:pt x="1397282" y="1509361"/>
                  </a:lnTo>
                  <a:lnTo>
                    <a:pt x="1402719" y="1509361"/>
                  </a:lnTo>
                  <a:lnTo>
                    <a:pt x="1402719" y="1511979"/>
                  </a:lnTo>
                  <a:lnTo>
                    <a:pt x="1408156" y="1511979"/>
                  </a:lnTo>
                  <a:lnTo>
                    <a:pt x="1408156" y="1517215"/>
                  </a:lnTo>
                  <a:lnTo>
                    <a:pt x="1413593" y="1517215"/>
                  </a:lnTo>
                  <a:lnTo>
                    <a:pt x="1413593" y="1519835"/>
                  </a:lnTo>
                  <a:lnTo>
                    <a:pt x="1419030" y="1519835"/>
                  </a:lnTo>
                  <a:lnTo>
                    <a:pt x="1419030" y="1525074"/>
                  </a:lnTo>
                  <a:lnTo>
                    <a:pt x="1424467" y="1525074"/>
                  </a:lnTo>
                  <a:lnTo>
                    <a:pt x="1424467" y="1529003"/>
                  </a:lnTo>
                  <a:lnTo>
                    <a:pt x="1429903" y="1529003"/>
                  </a:lnTo>
                  <a:lnTo>
                    <a:pt x="1429903" y="1531623"/>
                  </a:lnTo>
                  <a:lnTo>
                    <a:pt x="1435340" y="1531623"/>
                  </a:lnTo>
                  <a:lnTo>
                    <a:pt x="1435340" y="1535555"/>
                  </a:lnTo>
                  <a:lnTo>
                    <a:pt x="1440777" y="1535555"/>
                  </a:lnTo>
                  <a:lnTo>
                    <a:pt x="1440777" y="1540801"/>
                  </a:lnTo>
                  <a:lnTo>
                    <a:pt x="1446214" y="1540801"/>
                  </a:lnTo>
                  <a:lnTo>
                    <a:pt x="1446214" y="1546047"/>
                  </a:lnTo>
                  <a:lnTo>
                    <a:pt x="1451651" y="1546047"/>
                  </a:lnTo>
                  <a:lnTo>
                    <a:pt x="1451651" y="1559165"/>
                  </a:lnTo>
                  <a:lnTo>
                    <a:pt x="1457088" y="1559165"/>
                  </a:lnTo>
                  <a:lnTo>
                    <a:pt x="1457088" y="1561789"/>
                  </a:lnTo>
                  <a:lnTo>
                    <a:pt x="1462525" y="1561789"/>
                  </a:lnTo>
                  <a:lnTo>
                    <a:pt x="1462525" y="1563102"/>
                  </a:lnTo>
                  <a:lnTo>
                    <a:pt x="1467962" y="1563102"/>
                  </a:lnTo>
                  <a:lnTo>
                    <a:pt x="1467962" y="1565727"/>
                  </a:lnTo>
                  <a:lnTo>
                    <a:pt x="1473399" y="1565727"/>
                  </a:lnTo>
                  <a:lnTo>
                    <a:pt x="1473399" y="1569664"/>
                  </a:lnTo>
                  <a:lnTo>
                    <a:pt x="1478836" y="1569664"/>
                  </a:lnTo>
                  <a:lnTo>
                    <a:pt x="1478836" y="1576230"/>
                  </a:lnTo>
                  <a:lnTo>
                    <a:pt x="1484272" y="1576230"/>
                  </a:lnTo>
                  <a:lnTo>
                    <a:pt x="1484272" y="1577543"/>
                  </a:lnTo>
                  <a:lnTo>
                    <a:pt x="1489709" y="1577543"/>
                  </a:lnTo>
                  <a:lnTo>
                    <a:pt x="1489709" y="1584110"/>
                  </a:lnTo>
                  <a:lnTo>
                    <a:pt x="1495146" y="1584110"/>
                  </a:lnTo>
                  <a:lnTo>
                    <a:pt x="1495146" y="1591993"/>
                  </a:lnTo>
                  <a:lnTo>
                    <a:pt x="1500583" y="1591993"/>
                  </a:lnTo>
                  <a:lnTo>
                    <a:pt x="1500583" y="1593308"/>
                  </a:lnTo>
                  <a:lnTo>
                    <a:pt x="1506020" y="1593308"/>
                  </a:lnTo>
                  <a:lnTo>
                    <a:pt x="1506020" y="1594622"/>
                  </a:lnTo>
                  <a:lnTo>
                    <a:pt x="1511457" y="1594622"/>
                  </a:lnTo>
                  <a:lnTo>
                    <a:pt x="1511457" y="1599880"/>
                  </a:lnTo>
                  <a:lnTo>
                    <a:pt x="1516894" y="1599880"/>
                  </a:lnTo>
                  <a:lnTo>
                    <a:pt x="1516894" y="1605142"/>
                  </a:lnTo>
                  <a:lnTo>
                    <a:pt x="1522331" y="1605142"/>
                  </a:lnTo>
                  <a:lnTo>
                    <a:pt x="1522331" y="1607774"/>
                  </a:lnTo>
                  <a:lnTo>
                    <a:pt x="1527768" y="1607774"/>
                  </a:lnTo>
                  <a:lnTo>
                    <a:pt x="1527768" y="1610407"/>
                  </a:lnTo>
                  <a:lnTo>
                    <a:pt x="1533205" y="1610407"/>
                  </a:lnTo>
                  <a:lnTo>
                    <a:pt x="1533205" y="1615676"/>
                  </a:lnTo>
                  <a:lnTo>
                    <a:pt x="1538641" y="1615676"/>
                  </a:lnTo>
                  <a:lnTo>
                    <a:pt x="1538641" y="1619628"/>
                  </a:lnTo>
                  <a:lnTo>
                    <a:pt x="1544078" y="1619628"/>
                  </a:lnTo>
                  <a:lnTo>
                    <a:pt x="1544078" y="1620946"/>
                  </a:lnTo>
                  <a:lnTo>
                    <a:pt x="1549515" y="1620946"/>
                  </a:lnTo>
                  <a:lnTo>
                    <a:pt x="1549515" y="1623581"/>
                  </a:lnTo>
                  <a:lnTo>
                    <a:pt x="1554952" y="1623581"/>
                  </a:lnTo>
                  <a:lnTo>
                    <a:pt x="1554952" y="1626218"/>
                  </a:lnTo>
                  <a:lnTo>
                    <a:pt x="1560389" y="1626218"/>
                  </a:lnTo>
                  <a:lnTo>
                    <a:pt x="1560389" y="1631492"/>
                  </a:lnTo>
                  <a:lnTo>
                    <a:pt x="1565826" y="1631492"/>
                  </a:lnTo>
                  <a:lnTo>
                    <a:pt x="1565826" y="1635449"/>
                  </a:lnTo>
                  <a:lnTo>
                    <a:pt x="1571263" y="1635449"/>
                  </a:lnTo>
                  <a:lnTo>
                    <a:pt x="1571263" y="1640726"/>
                  </a:lnTo>
                  <a:lnTo>
                    <a:pt x="1576700" y="1640726"/>
                  </a:lnTo>
                  <a:lnTo>
                    <a:pt x="1576700" y="1648642"/>
                  </a:lnTo>
                  <a:lnTo>
                    <a:pt x="1582137" y="1648642"/>
                  </a:lnTo>
                  <a:lnTo>
                    <a:pt x="1582137" y="1651281"/>
                  </a:lnTo>
                  <a:lnTo>
                    <a:pt x="1587573" y="1651281"/>
                  </a:lnTo>
                  <a:lnTo>
                    <a:pt x="1587573" y="1657881"/>
                  </a:lnTo>
                  <a:lnTo>
                    <a:pt x="1593010" y="1657881"/>
                  </a:lnTo>
                  <a:lnTo>
                    <a:pt x="1593010" y="1660521"/>
                  </a:lnTo>
                  <a:lnTo>
                    <a:pt x="1598447" y="1660521"/>
                  </a:lnTo>
                  <a:lnTo>
                    <a:pt x="1598447" y="1663162"/>
                  </a:lnTo>
                  <a:lnTo>
                    <a:pt x="1603884" y="1663162"/>
                  </a:lnTo>
                  <a:lnTo>
                    <a:pt x="1603884" y="1667132"/>
                  </a:lnTo>
                  <a:lnTo>
                    <a:pt x="1609321" y="1667132"/>
                  </a:lnTo>
                  <a:lnTo>
                    <a:pt x="1609321" y="1672426"/>
                  </a:lnTo>
                  <a:lnTo>
                    <a:pt x="1614758" y="1672426"/>
                  </a:lnTo>
                  <a:lnTo>
                    <a:pt x="1614758" y="1683021"/>
                  </a:lnTo>
                  <a:lnTo>
                    <a:pt x="1620195" y="1683021"/>
                  </a:lnTo>
                  <a:lnTo>
                    <a:pt x="1620195" y="1686996"/>
                  </a:lnTo>
                  <a:lnTo>
                    <a:pt x="1625632" y="1686996"/>
                  </a:lnTo>
                  <a:lnTo>
                    <a:pt x="1625632" y="1689647"/>
                  </a:lnTo>
                  <a:lnTo>
                    <a:pt x="1631069" y="1689647"/>
                  </a:lnTo>
                  <a:lnTo>
                    <a:pt x="1631069" y="1694949"/>
                  </a:lnTo>
                  <a:lnTo>
                    <a:pt x="1636506" y="1694949"/>
                  </a:lnTo>
                  <a:lnTo>
                    <a:pt x="1636506" y="1696275"/>
                  </a:lnTo>
                  <a:lnTo>
                    <a:pt x="1641942" y="1696275"/>
                  </a:lnTo>
                  <a:lnTo>
                    <a:pt x="1641942" y="1698929"/>
                  </a:lnTo>
                  <a:lnTo>
                    <a:pt x="1647379" y="1698929"/>
                  </a:lnTo>
                  <a:lnTo>
                    <a:pt x="1647379" y="1701583"/>
                  </a:lnTo>
                  <a:lnTo>
                    <a:pt x="1658253" y="1701583"/>
                  </a:lnTo>
                  <a:lnTo>
                    <a:pt x="1658253" y="1705567"/>
                  </a:lnTo>
                  <a:lnTo>
                    <a:pt x="1663690" y="1705567"/>
                  </a:lnTo>
                  <a:lnTo>
                    <a:pt x="1663690" y="1709552"/>
                  </a:lnTo>
                  <a:lnTo>
                    <a:pt x="1669127" y="1709552"/>
                  </a:lnTo>
                  <a:lnTo>
                    <a:pt x="1669127" y="1713537"/>
                  </a:lnTo>
                  <a:lnTo>
                    <a:pt x="1674564" y="1713537"/>
                  </a:lnTo>
                  <a:lnTo>
                    <a:pt x="1674564" y="1720180"/>
                  </a:lnTo>
                  <a:lnTo>
                    <a:pt x="1680001" y="1720180"/>
                  </a:lnTo>
                  <a:lnTo>
                    <a:pt x="1680001" y="1722838"/>
                  </a:lnTo>
                  <a:lnTo>
                    <a:pt x="1685438" y="1722838"/>
                  </a:lnTo>
                  <a:lnTo>
                    <a:pt x="1685438" y="1726827"/>
                  </a:lnTo>
                  <a:lnTo>
                    <a:pt x="1696311" y="1726827"/>
                  </a:lnTo>
                  <a:lnTo>
                    <a:pt x="1696311" y="1728157"/>
                  </a:lnTo>
                  <a:lnTo>
                    <a:pt x="1701748" y="1728157"/>
                  </a:lnTo>
                  <a:lnTo>
                    <a:pt x="1701748" y="1729486"/>
                  </a:lnTo>
                  <a:lnTo>
                    <a:pt x="1707185" y="1729486"/>
                  </a:lnTo>
                  <a:lnTo>
                    <a:pt x="1707185" y="1733476"/>
                  </a:lnTo>
                  <a:lnTo>
                    <a:pt x="1712622" y="1733476"/>
                  </a:lnTo>
                  <a:lnTo>
                    <a:pt x="1712622" y="1737467"/>
                  </a:lnTo>
                  <a:lnTo>
                    <a:pt x="1718059" y="1737467"/>
                  </a:lnTo>
                  <a:lnTo>
                    <a:pt x="1723496" y="1737467"/>
                  </a:lnTo>
                  <a:lnTo>
                    <a:pt x="1723496" y="1741467"/>
                  </a:lnTo>
                  <a:lnTo>
                    <a:pt x="1728933" y="1741467"/>
                  </a:lnTo>
                  <a:lnTo>
                    <a:pt x="1728933" y="1745469"/>
                  </a:lnTo>
                  <a:lnTo>
                    <a:pt x="1734370" y="1745469"/>
                  </a:lnTo>
                  <a:lnTo>
                    <a:pt x="1734370" y="1749473"/>
                  </a:lnTo>
                  <a:lnTo>
                    <a:pt x="1739807" y="1749473"/>
                  </a:lnTo>
                  <a:lnTo>
                    <a:pt x="1739807" y="1750808"/>
                  </a:lnTo>
                  <a:lnTo>
                    <a:pt x="1745243" y="1750808"/>
                  </a:lnTo>
                  <a:lnTo>
                    <a:pt x="1745243" y="1757485"/>
                  </a:lnTo>
                  <a:lnTo>
                    <a:pt x="1750680" y="1757485"/>
                  </a:lnTo>
                  <a:lnTo>
                    <a:pt x="1750680" y="1761491"/>
                  </a:lnTo>
                  <a:lnTo>
                    <a:pt x="1756117" y="1761491"/>
                  </a:lnTo>
                  <a:lnTo>
                    <a:pt x="1756117" y="1764164"/>
                  </a:lnTo>
                  <a:lnTo>
                    <a:pt x="1761554" y="1764164"/>
                  </a:lnTo>
                  <a:lnTo>
                    <a:pt x="1761554" y="1768173"/>
                  </a:lnTo>
                  <a:lnTo>
                    <a:pt x="1766991" y="1768173"/>
                  </a:lnTo>
                  <a:lnTo>
                    <a:pt x="1766991" y="1773520"/>
                  </a:lnTo>
                  <a:lnTo>
                    <a:pt x="1772428" y="1773520"/>
                  </a:lnTo>
                  <a:lnTo>
                    <a:pt x="1772428" y="1776193"/>
                  </a:lnTo>
                  <a:lnTo>
                    <a:pt x="1777865" y="1776193"/>
                  </a:lnTo>
                  <a:lnTo>
                    <a:pt x="1777865" y="1777530"/>
                  </a:lnTo>
                  <a:lnTo>
                    <a:pt x="1783302" y="1777530"/>
                  </a:lnTo>
                  <a:lnTo>
                    <a:pt x="1783302" y="1781541"/>
                  </a:lnTo>
                  <a:lnTo>
                    <a:pt x="1788739" y="1781541"/>
                  </a:lnTo>
                  <a:lnTo>
                    <a:pt x="1788739" y="1785555"/>
                  </a:lnTo>
                  <a:lnTo>
                    <a:pt x="1794176" y="1785555"/>
                  </a:lnTo>
                  <a:lnTo>
                    <a:pt x="1794176" y="1786894"/>
                  </a:lnTo>
                  <a:lnTo>
                    <a:pt x="1799612" y="1786894"/>
                  </a:lnTo>
                  <a:lnTo>
                    <a:pt x="1799612" y="1788234"/>
                  </a:lnTo>
                  <a:lnTo>
                    <a:pt x="1805049" y="1788234"/>
                  </a:lnTo>
                  <a:lnTo>
                    <a:pt x="1805049" y="1792255"/>
                  </a:lnTo>
                  <a:lnTo>
                    <a:pt x="1810486" y="1792255"/>
                  </a:lnTo>
                  <a:lnTo>
                    <a:pt x="1815923" y="1792255"/>
                  </a:lnTo>
                  <a:lnTo>
                    <a:pt x="1815923" y="1797623"/>
                  </a:lnTo>
                  <a:lnTo>
                    <a:pt x="1821360" y="1797623"/>
                  </a:lnTo>
                  <a:lnTo>
                    <a:pt x="1821360" y="1798967"/>
                  </a:lnTo>
                  <a:lnTo>
                    <a:pt x="1832234" y="1798967"/>
                  </a:lnTo>
                  <a:lnTo>
                    <a:pt x="1832234" y="1800310"/>
                  </a:lnTo>
                  <a:lnTo>
                    <a:pt x="1837671" y="1800310"/>
                  </a:lnTo>
                  <a:lnTo>
                    <a:pt x="1837671" y="1801654"/>
                  </a:lnTo>
                  <a:lnTo>
                    <a:pt x="1843108" y="1801654"/>
                  </a:lnTo>
                  <a:lnTo>
                    <a:pt x="1843108" y="1805686"/>
                  </a:lnTo>
                  <a:lnTo>
                    <a:pt x="1848545" y="1805686"/>
                  </a:lnTo>
                  <a:lnTo>
                    <a:pt x="1848545" y="1808374"/>
                  </a:lnTo>
                  <a:lnTo>
                    <a:pt x="1853981" y="1808374"/>
                  </a:lnTo>
                  <a:lnTo>
                    <a:pt x="1853981" y="1811062"/>
                  </a:lnTo>
                  <a:lnTo>
                    <a:pt x="1859418" y="1811062"/>
                  </a:lnTo>
                  <a:lnTo>
                    <a:pt x="1859418" y="1817788"/>
                  </a:lnTo>
                  <a:lnTo>
                    <a:pt x="1864855" y="1817788"/>
                  </a:lnTo>
                  <a:lnTo>
                    <a:pt x="1864855" y="1820478"/>
                  </a:lnTo>
                  <a:lnTo>
                    <a:pt x="1870292" y="1820478"/>
                  </a:lnTo>
                  <a:lnTo>
                    <a:pt x="1870292" y="1821824"/>
                  </a:lnTo>
                  <a:lnTo>
                    <a:pt x="1875729" y="1821824"/>
                  </a:lnTo>
                  <a:lnTo>
                    <a:pt x="1875729" y="1827212"/>
                  </a:lnTo>
                  <a:lnTo>
                    <a:pt x="1881166" y="1827212"/>
                  </a:lnTo>
                  <a:lnTo>
                    <a:pt x="1881166" y="1828560"/>
                  </a:lnTo>
                  <a:lnTo>
                    <a:pt x="1897477" y="1828560"/>
                  </a:lnTo>
                  <a:lnTo>
                    <a:pt x="1897477" y="1839353"/>
                  </a:lnTo>
                  <a:lnTo>
                    <a:pt x="1902914" y="1839353"/>
                  </a:lnTo>
                  <a:lnTo>
                    <a:pt x="1902914" y="1843401"/>
                  </a:lnTo>
                  <a:lnTo>
                    <a:pt x="1908350" y="1843401"/>
                  </a:lnTo>
                  <a:lnTo>
                    <a:pt x="1908350" y="1847452"/>
                  </a:lnTo>
                  <a:lnTo>
                    <a:pt x="1913787" y="1847452"/>
                  </a:lnTo>
                  <a:lnTo>
                    <a:pt x="1913787" y="1852857"/>
                  </a:lnTo>
                  <a:lnTo>
                    <a:pt x="1919224" y="1852857"/>
                  </a:lnTo>
                  <a:lnTo>
                    <a:pt x="1919224" y="1855560"/>
                  </a:lnTo>
                  <a:lnTo>
                    <a:pt x="1924661" y="1855560"/>
                  </a:lnTo>
                  <a:lnTo>
                    <a:pt x="1924661" y="1859616"/>
                  </a:lnTo>
                  <a:lnTo>
                    <a:pt x="1930098" y="1859616"/>
                  </a:lnTo>
                  <a:lnTo>
                    <a:pt x="1930098" y="1865023"/>
                  </a:lnTo>
                  <a:lnTo>
                    <a:pt x="1935535" y="1865023"/>
                  </a:lnTo>
                  <a:lnTo>
                    <a:pt x="1935535" y="1877206"/>
                  </a:lnTo>
                  <a:lnTo>
                    <a:pt x="1940972" y="1877206"/>
                  </a:lnTo>
                  <a:lnTo>
                    <a:pt x="1940972" y="1882621"/>
                  </a:lnTo>
                  <a:lnTo>
                    <a:pt x="1946409" y="1882621"/>
                  </a:lnTo>
                  <a:lnTo>
                    <a:pt x="1946409" y="1885333"/>
                  </a:lnTo>
                  <a:lnTo>
                    <a:pt x="1951846" y="1885333"/>
                  </a:lnTo>
                  <a:lnTo>
                    <a:pt x="1951846" y="1890760"/>
                  </a:lnTo>
                  <a:lnTo>
                    <a:pt x="1957282" y="1890760"/>
                  </a:lnTo>
                  <a:lnTo>
                    <a:pt x="1957282" y="1893473"/>
                  </a:lnTo>
                  <a:lnTo>
                    <a:pt x="1962719" y="1893473"/>
                  </a:lnTo>
                  <a:lnTo>
                    <a:pt x="1962719" y="1894830"/>
                  </a:lnTo>
                  <a:lnTo>
                    <a:pt x="1968156" y="1894830"/>
                  </a:lnTo>
                  <a:lnTo>
                    <a:pt x="1968156" y="1897545"/>
                  </a:lnTo>
                  <a:lnTo>
                    <a:pt x="1973593" y="1897545"/>
                  </a:lnTo>
                  <a:lnTo>
                    <a:pt x="1973593" y="1900259"/>
                  </a:lnTo>
                  <a:lnTo>
                    <a:pt x="1979030" y="1900259"/>
                  </a:lnTo>
                  <a:lnTo>
                    <a:pt x="1979030" y="1902975"/>
                  </a:lnTo>
                  <a:lnTo>
                    <a:pt x="1984467" y="1902975"/>
                  </a:lnTo>
                  <a:lnTo>
                    <a:pt x="1984467" y="1908416"/>
                  </a:lnTo>
                  <a:lnTo>
                    <a:pt x="1989904" y="1908416"/>
                  </a:lnTo>
                  <a:lnTo>
                    <a:pt x="1989904" y="1911138"/>
                  </a:lnTo>
                  <a:lnTo>
                    <a:pt x="1995341" y="1911138"/>
                  </a:lnTo>
                  <a:lnTo>
                    <a:pt x="1995341" y="1917943"/>
                  </a:lnTo>
                  <a:lnTo>
                    <a:pt x="2000778" y="1917943"/>
                  </a:lnTo>
                  <a:lnTo>
                    <a:pt x="2000778" y="1920666"/>
                  </a:lnTo>
                  <a:lnTo>
                    <a:pt x="2006215" y="1920666"/>
                  </a:lnTo>
                  <a:lnTo>
                    <a:pt x="2006215" y="1922028"/>
                  </a:lnTo>
                  <a:lnTo>
                    <a:pt x="2011651" y="1922028"/>
                  </a:lnTo>
                  <a:lnTo>
                    <a:pt x="2011651" y="1923390"/>
                  </a:lnTo>
                  <a:lnTo>
                    <a:pt x="2017088" y="1923390"/>
                  </a:lnTo>
                  <a:lnTo>
                    <a:pt x="2017088" y="1926113"/>
                  </a:lnTo>
                  <a:lnTo>
                    <a:pt x="2027962" y="1926113"/>
                  </a:lnTo>
                  <a:lnTo>
                    <a:pt x="2027962" y="1932931"/>
                  </a:lnTo>
                  <a:lnTo>
                    <a:pt x="2033399" y="1932931"/>
                  </a:lnTo>
                  <a:lnTo>
                    <a:pt x="2033399" y="1937025"/>
                  </a:lnTo>
                  <a:lnTo>
                    <a:pt x="2038836" y="1937025"/>
                  </a:lnTo>
                  <a:lnTo>
                    <a:pt x="2038836" y="1939756"/>
                  </a:lnTo>
                  <a:lnTo>
                    <a:pt x="2049710" y="1939756"/>
                  </a:lnTo>
                  <a:lnTo>
                    <a:pt x="2049710" y="1942488"/>
                  </a:lnTo>
                  <a:lnTo>
                    <a:pt x="2055147" y="1942488"/>
                  </a:lnTo>
                  <a:lnTo>
                    <a:pt x="2055147" y="1943855"/>
                  </a:lnTo>
                  <a:lnTo>
                    <a:pt x="2060584" y="1943855"/>
                  </a:lnTo>
                  <a:lnTo>
                    <a:pt x="2060584" y="1949325"/>
                  </a:lnTo>
                  <a:lnTo>
                    <a:pt x="2066020" y="1949325"/>
                  </a:lnTo>
                  <a:lnTo>
                    <a:pt x="2066020" y="1953432"/>
                  </a:lnTo>
                  <a:lnTo>
                    <a:pt x="2071457" y="1953432"/>
                  </a:lnTo>
                  <a:lnTo>
                    <a:pt x="2071457" y="1960280"/>
                  </a:lnTo>
                  <a:lnTo>
                    <a:pt x="2076894" y="1960280"/>
                  </a:lnTo>
                  <a:lnTo>
                    <a:pt x="2076894" y="1961650"/>
                  </a:lnTo>
                  <a:lnTo>
                    <a:pt x="2082331" y="1961650"/>
                  </a:lnTo>
                  <a:lnTo>
                    <a:pt x="2082331" y="1965760"/>
                  </a:lnTo>
                  <a:lnTo>
                    <a:pt x="2087768" y="1965760"/>
                  </a:lnTo>
                  <a:lnTo>
                    <a:pt x="2087768" y="1969873"/>
                  </a:lnTo>
                  <a:lnTo>
                    <a:pt x="2093205" y="1969873"/>
                  </a:lnTo>
                  <a:lnTo>
                    <a:pt x="2093205" y="1971245"/>
                  </a:lnTo>
                  <a:lnTo>
                    <a:pt x="2098642" y="1971245"/>
                  </a:lnTo>
                  <a:lnTo>
                    <a:pt x="2098642" y="1972616"/>
                  </a:lnTo>
                  <a:lnTo>
                    <a:pt x="2104079" y="1972616"/>
                  </a:lnTo>
                  <a:lnTo>
                    <a:pt x="2104079" y="1975361"/>
                  </a:lnTo>
                  <a:lnTo>
                    <a:pt x="2109516" y="1975361"/>
                  </a:lnTo>
                  <a:lnTo>
                    <a:pt x="2109516" y="1980850"/>
                  </a:lnTo>
                  <a:lnTo>
                    <a:pt x="2114953" y="1980850"/>
                  </a:lnTo>
                  <a:lnTo>
                    <a:pt x="2114953" y="1984967"/>
                  </a:lnTo>
                  <a:lnTo>
                    <a:pt x="2120389" y="1984967"/>
                  </a:lnTo>
                  <a:lnTo>
                    <a:pt x="2120389" y="1986340"/>
                  </a:lnTo>
                  <a:lnTo>
                    <a:pt x="2125826" y="1986340"/>
                  </a:lnTo>
                  <a:lnTo>
                    <a:pt x="2125826" y="1989086"/>
                  </a:lnTo>
                  <a:lnTo>
                    <a:pt x="2131263" y="1989086"/>
                  </a:lnTo>
                  <a:lnTo>
                    <a:pt x="2131263" y="1991833"/>
                  </a:lnTo>
                  <a:lnTo>
                    <a:pt x="2136700" y="1991833"/>
                  </a:lnTo>
                  <a:lnTo>
                    <a:pt x="2136700" y="1995959"/>
                  </a:lnTo>
                  <a:lnTo>
                    <a:pt x="2142137" y="1995959"/>
                  </a:lnTo>
                  <a:lnTo>
                    <a:pt x="2142137" y="2002837"/>
                  </a:lnTo>
                  <a:lnTo>
                    <a:pt x="2147574" y="2002837"/>
                  </a:lnTo>
                  <a:lnTo>
                    <a:pt x="2147574" y="2004212"/>
                  </a:lnTo>
                  <a:lnTo>
                    <a:pt x="2153011" y="2004212"/>
                  </a:lnTo>
                  <a:lnTo>
                    <a:pt x="2153011" y="2006966"/>
                  </a:lnTo>
                  <a:lnTo>
                    <a:pt x="2158448" y="2006966"/>
                  </a:lnTo>
                  <a:lnTo>
                    <a:pt x="2158448" y="2011100"/>
                  </a:lnTo>
                  <a:lnTo>
                    <a:pt x="2163885" y="2011100"/>
                  </a:lnTo>
                  <a:lnTo>
                    <a:pt x="2163885" y="2016614"/>
                  </a:lnTo>
                  <a:lnTo>
                    <a:pt x="2169321" y="2016614"/>
                  </a:lnTo>
                  <a:lnTo>
                    <a:pt x="2174758" y="2016614"/>
                  </a:lnTo>
                  <a:lnTo>
                    <a:pt x="2174758" y="2023511"/>
                  </a:lnTo>
                  <a:lnTo>
                    <a:pt x="2180195" y="2023511"/>
                  </a:lnTo>
                  <a:lnTo>
                    <a:pt x="2180195" y="2027650"/>
                  </a:lnTo>
                  <a:lnTo>
                    <a:pt x="2185632" y="2027650"/>
                  </a:lnTo>
                  <a:lnTo>
                    <a:pt x="2185632" y="2029030"/>
                  </a:lnTo>
                  <a:lnTo>
                    <a:pt x="2191069" y="2029030"/>
                  </a:lnTo>
                  <a:lnTo>
                    <a:pt x="2191069" y="2034553"/>
                  </a:lnTo>
                  <a:lnTo>
                    <a:pt x="2196506" y="2034553"/>
                  </a:lnTo>
                  <a:lnTo>
                    <a:pt x="2196506" y="2037315"/>
                  </a:lnTo>
                  <a:lnTo>
                    <a:pt x="2201943" y="2037315"/>
                  </a:lnTo>
                  <a:lnTo>
                    <a:pt x="2201943" y="2041457"/>
                  </a:lnTo>
                  <a:lnTo>
                    <a:pt x="2207380" y="2041457"/>
                  </a:lnTo>
                  <a:lnTo>
                    <a:pt x="2207380" y="2045602"/>
                  </a:lnTo>
                  <a:lnTo>
                    <a:pt x="2212817" y="2045602"/>
                  </a:lnTo>
                  <a:lnTo>
                    <a:pt x="2212817" y="2049747"/>
                  </a:lnTo>
                  <a:lnTo>
                    <a:pt x="2218254" y="2049747"/>
                  </a:lnTo>
                  <a:lnTo>
                    <a:pt x="2218254" y="2051130"/>
                  </a:lnTo>
                  <a:lnTo>
                    <a:pt x="2223690" y="2051130"/>
                  </a:lnTo>
                  <a:lnTo>
                    <a:pt x="2223690" y="2055277"/>
                  </a:lnTo>
                  <a:lnTo>
                    <a:pt x="2229127" y="2055277"/>
                  </a:lnTo>
                  <a:lnTo>
                    <a:pt x="2234564" y="2055277"/>
                  </a:lnTo>
                  <a:lnTo>
                    <a:pt x="2234564" y="2059428"/>
                  </a:lnTo>
                  <a:lnTo>
                    <a:pt x="2240001" y="2059428"/>
                  </a:lnTo>
                  <a:lnTo>
                    <a:pt x="2240001" y="2064965"/>
                  </a:lnTo>
                  <a:lnTo>
                    <a:pt x="2245438" y="2064965"/>
                  </a:lnTo>
                  <a:lnTo>
                    <a:pt x="2245438" y="2066350"/>
                  </a:lnTo>
                  <a:lnTo>
                    <a:pt x="2250875" y="2066350"/>
                  </a:lnTo>
                  <a:lnTo>
                    <a:pt x="2256312" y="2066350"/>
                  </a:lnTo>
                  <a:lnTo>
                    <a:pt x="2256312" y="2071899"/>
                  </a:lnTo>
                  <a:lnTo>
                    <a:pt x="2261749" y="2071899"/>
                  </a:lnTo>
                  <a:lnTo>
                    <a:pt x="2261749" y="2073287"/>
                  </a:lnTo>
                  <a:lnTo>
                    <a:pt x="2267186" y="2073287"/>
                  </a:lnTo>
                  <a:lnTo>
                    <a:pt x="2267186" y="2076064"/>
                  </a:lnTo>
                  <a:lnTo>
                    <a:pt x="2272623" y="2076064"/>
                  </a:lnTo>
                  <a:lnTo>
                    <a:pt x="2272623" y="2080231"/>
                  </a:lnTo>
                  <a:lnTo>
                    <a:pt x="2278059" y="2080231"/>
                  </a:lnTo>
                  <a:lnTo>
                    <a:pt x="2283496" y="2080231"/>
                  </a:lnTo>
                  <a:lnTo>
                    <a:pt x="2283496" y="2081620"/>
                  </a:lnTo>
                  <a:lnTo>
                    <a:pt x="2288933" y="2081620"/>
                  </a:lnTo>
                  <a:lnTo>
                    <a:pt x="2288933" y="2083011"/>
                  </a:lnTo>
                  <a:lnTo>
                    <a:pt x="2294370" y="2083011"/>
                  </a:lnTo>
                  <a:lnTo>
                    <a:pt x="2294370" y="2085796"/>
                  </a:lnTo>
                  <a:lnTo>
                    <a:pt x="2299807" y="2085796"/>
                  </a:lnTo>
                  <a:lnTo>
                    <a:pt x="2299807" y="2087189"/>
                  </a:lnTo>
                  <a:lnTo>
                    <a:pt x="2305244" y="2087189"/>
                  </a:lnTo>
                  <a:lnTo>
                    <a:pt x="2305244" y="2088582"/>
                  </a:lnTo>
                  <a:lnTo>
                    <a:pt x="2310681" y="2088582"/>
                  </a:lnTo>
                  <a:lnTo>
                    <a:pt x="2310681" y="2091367"/>
                  </a:lnTo>
                  <a:lnTo>
                    <a:pt x="2316118" y="2091367"/>
                  </a:lnTo>
                  <a:lnTo>
                    <a:pt x="2316118" y="2095545"/>
                  </a:lnTo>
                  <a:lnTo>
                    <a:pt x="2321555" y="2095545"/>
                  </a:lnTo>
                  <a:lnTo>
                    <a:pt x="2321555" y="2099725"/>
                  </a:lnTo>
                  <a:lnTo>
                    <a:pt x="2326991" y="2099725"/>
                  </a:lnTo>
                  <a:lnTo>
                    <a:pt x="2326991" y="2103907"/>
                  </a:lnTo>
                  <a:lnTo>
                    <a:pt x="2332428" y="2103907"/>
                  </a:lnTo>
                  <a:lnTo>
                    <a:pt x="2332428" y="2105301"/>
                  </a:lnTo>
                  <a:lnTo>
                    <a:pt x="2337865" y="2105301"/>
                  </a:lnTo>
                  <a:lnTo>
                    <a:pt x="2337865" y="2106695"/>
                  </a:lnTo>
                  <a:lnTo>
                    <a:pt x="2343302" y="2106695"/>
                  </a:lnTo>
                  <a:lnTo>
                    <a:pt x="2343302" y="2109484"/>
                  </a:lnTo>
                  <a:lnTo>
                    <a:pt x="2348739" y="2109484"/>
                  </a:lnTo>
                  <a:lnTo>
                    <a:pt x="2348739" y="2117853"/>
                  </a:lnTo>
                  <a:lnTo>
                    <a:pt x="2359613" y="2117853"/>
                  </a:lnTo>
                  <a:lnTo>
                    <a:pt x="2359613" y="2119249"/>
                  </a:lnTo>
                  <a:lnTo>
                    <a:pt x="2365050" y="2119249"/>
                  </a:lnTo>
                  <a:lnTo>
                    <a:pt x="2370487" y="2119249"/>
                  </a:lnTo>
                  <a:lnTo>
                    <a:pt x="2370487" y="2122045"/>
                  </a:lnTo>
                  <a:lnTo>
                    <a:pt x="2375924" y="2122045"/>
                  </a:lnTo>
                  <a:lnTo>
                    <a:pt x="2375924" y="2126240"/>
                  </a:lnTo>
                  <a:lnTo>
                    <a:pt x="2381360" y="2126240"/>
                  </a:lnTo>
                  <a:lnTo>
                    <a:pt x="2381360" y="2131835"/>
                  </a:lnTo>
                  <a:lnTo>
                    <a:pt x="2386797" y="2131835"/>
                  </a:lnTo>
                  <a:lnTo>
                    <a:pt x="2386797" y="2134633"/>
                  </a:lnTo>
                  <a:lnTo>
                    <a:pt x="2392234" y="2134633"/>
                  </a:lnTo>
                  <a:lnTo>
                    <a:pt x="2392234" y="2138830"/>
                  </a:lnTo>
                  <a:lnTo>
                    <a:pt x="2397671" y="2138830"/>
                  </a:lnTo>
                  <a:lnTo>
                    <a:pt x="2397671" y="2141629"/>
                  </a:lnTo>
                  <a:lnTo>
                    <a:pt x="2403108" y="2141629"/>
                  </a:lnTo>
                  <a:lnTo>
                    <a:pt x="2403108" y="2151432"/>
                  </a:lnTo>
                  <a:lnTo>
                    <a:pt x="2408545" y="2151432"/>
                  </a:lnTo>
                  <a:lnTo>
                    <a:pt x="2408545" y="2155638"/>
                  </a:lnTo>
                  <a:lnTo>
                    <a:pt x="2413982" y="2155638"/>
                  </a:lnTo>
                  <a:lnTo>
                    <a:pt x="2413982" y="2157040"/>
                  </a:lnTo>
                  <a:lnTo>
                    <a:pt x="2419419" y="2157040"/>
                  </a:lnTo>
                  <a:lnTo>
                    <a:pt x="2419419" y="2165452"/>
                  </a:lnTo>
                  <a:lnTo>
                    <a:pt x="2424856" y="2165452"/>
                  </a:lnTo>
                  <a:lnTo>
                    <a:pt x="2424856" y="2166854"/>
                  </a:lnTo>
                  <a:lnTo>
                    <a:pt x="2435729" y="2166854"/>
                  </a:lnTo>
                  <a:lnTo>
                    <a:pt x="2435729" y="2168257"/>
                  </a:lnTo>
                  <a:lnTo>
                    <a:pt x="2441166" y="2168257"/>
                  </a:lnTo>
                  <a:lnTo>
                    <a:pt x="2441166" y="2172468"/>
                  </a:lnTo>
                  <a:lnTo>
                    <a:pt x="2446603" y="2172468"/>
                  </a:lnTo>
                  <a:lnTo>
                    <a:pt x="2446603" y="2175275"/>
                  </a:lnTo>
                  <a:lnTo>
                    <a:pt x="2452040" y="2175275"/>
                  </a:lnTo>
                  <a:lnTo>
                    <a:pt x="2452040" y="2179487"/>
                  </a:lnTo>
                  <a:lnTo>
                    <a:pt x="2457477" y="2179487"/>
                  </a:lnTo>
                  <a:lnTo>
                    <a:pt x="2457477" y="2182296"/>
                  </a:lnTo>
                  <a:lnTo>
                    <a:pt x="2462914" y="2182296"/>
                  </a:lnTo>
                  <a:lnTo>
                    <a:pt x="2462914" y="2186509"/>
                  </a:lnTo>
                  <a:lnTo>
                    <a:pt x="2468351" y="2186509"/>
                  </a:lnTo>
                  <a:lnTo>
                    <a:pt x="2468351" y="2187914"/>
                  </a:lnTo>
                  <a:lnTo>
                    <a:pt x="2473788" y="2187914"/>
                  </a:lnTo>
                  <a:lnTo>
                    <a:pt x="2473788" y="2189319"/>
                  </a:lnTo>
                  <a:lnTo>
                    <a:pt x="2479225" y="2189319"/>
                  </a:lnTo>
                  <a:lnTo>
                    <a:pt x="2479225" y="2190725"/>
                  </a:lnTo>
                  <a:lnTo>
                    <a:pt x="2484662" y="2190725"/>
                  </a:lnTo>
                  <a:lnTo>
                    <a:pt x="2484662" y="2193538"/>
                  </a:lnTo>
                  <a:lnTo>
                    <a:pt x="2490098" y="2193538"/>
                  </a:lnTo>
                  <a:lnTo>
                    <a:pt x="2490098" y="2199164"/>
                  </a:lnTo>
                  <a:lnTo>
                    <a:pt x="2495535" y="2199164"/>
                  </a:lnTo>
                  <a:lnTo>
                    <a:pt x="2495535" y="2201978"/>
                  </a:lnTo>
                  <a:lnTo>
                    <a:pt x="2500972" y="2201978"/>
                  </a:lnTo>
                  <a:lnTo>
                    <a:pt x="2500972" y="2204793"/>
                  </a:lnTo>
                  <a:lnTo>
                    <a:pt x="2506409" y="2204793"/>
                  </a:lnTo>
                  <a:lnTo>
                    <a:pt x="2506409" y="2207609"/>
                  </a:lnTo>
                  <a:lnTo>
                    <a:pt x="2511846" y="2207609"/>
                  </a:lnTo>
                  <a:lnTo>
                    <a:pt x="2511846" y="2209017"/>
                  </a:lnTo>
                  <a:lnTo>
                    <a:pt x="2517283" y="2209017"/>
                  </a:lnTo>
                  <a:lnTo>
                    <a:pt x="2517283" y="2210425"/>
                  </a:lnTo>
                  <a:lnTo>
                    <a:pt x="2522720" y="2210425"/>
                  </a:lnTo>
                  <a:lnTo>
                    <a:pt x="2522720" y="2214652"/>
                  </a:lnTo>
                  <a:lnTo>
                    <a:pt x="2528157" y="2214652"/>
                  </a:lnTo>
                  <a:lnTo>
                    <a:pt x="2528157" y="2217469"/>
                  </a:lnTo>
                  <a:lnTo>
                    <a:pt x="2533594" y="2217469"/>
                  </a:lnTo>
                  <a:lnTo>
                    <a:pt x="2533594" y="2223107"/>
                  </a:lnTo>
                  <a:lnTo>
                    <a:pt x="2539030" y="2223107"/>
                  </a:lnTo>
                  <a:lnTo>
                    <a:pt x="2539030" y="2224517"/>
                  </a:lnTo>
                  <a:lnTo>
                    <a:pt x="2544467" y="2224517"/>
                  </a:lnTo>
                  <a:lnTo>
                    <a:pt x="2544467" y="2227337"/>
                  </a:lnTo>
                  <a:lnTo>
                    <a:pt x="2549904" y="2227337"/>
                  </a:lnTo>
                  <a:lnTo>
                    <a:pt x="2549904" y="2231572"/>
                  </a:lnTo>
                  <a:lnTo>
                    <a:pt x="2555341" y="2231572"/>
                  </a:lnTo>
                  <a:lnTo>
                    <a:pt x="2555341" y="2232985"/>
                  </a:lnTo>
                  <a:lnTo>
                    <a:pt x="2560778" y="2232985"/>
                  </a:lnTo>
                  <a:lnTo>
                    <a:pt x="2560778" y="2235813"/>
                  </a:lnTo>
                  <a:lnTo>
                    <a:pt x="2566215" y="2235813"/>
                  </a:lnTo>
                  <a:lnTo>
                    <a:pt x="2566215" y="2240058"/>
                  </a:lnTo>
                  <a:lnTo>
                    <a:pt x="2577089" y="2240058"/>
                  </a:lnTo>
                  <a:lnTo>
                    <a:pt x="2577089" y="2241473"/>
                  </a:lnTo>
                  <a:lnTo>
                    <a:pt x="2587963" y="2241473"/>
                  </a:lnTo>
                  <a:lnTo>
                    <a:pt x="2587963" y="2242889"/>
                  </a:lnTo>
                  <a:lnTo>
                    <a:pt x="2593399" y="2242889"/>
                  </a:lnTo>
                  <a:lnTo>
                    <a:pt x="2593399" y="2245725"/>
                  </a:lnTo>
                  <a:lnTo>
                    <a:pt x="2598836" y="2245725"/>
                  </a:lnTo>
                  <a:lnTo>
                    <a:pt x="2598836" y="2249978"/>
                  </a:lnTo>
                  <a:lnTo>
                    <a:pt x="2604273" y="2249978"/>
                  </a:lnTo>
                  <a:lnTo>
                    <a:pt x="2604273" y="2255650"/>
                  </a:lnTo>
                  <a:lnTo>
                    <a:pt x="2609710" y="2255650"/>
                  </a:lnTo>
                  <a:lnTo>
                    <a:pt x="2609710" y="2259905"/>
                  </a:lnTo>
                  <a:lnTo>
                    <a:pt x="2615147" y="2259905"/>
                  </a:lnTo>
                  <a:lnTo>
                    <a:pt x="2615147" y="2261323"/>
                  </a:lnTo>
                  <a:lnTo>
                    <a:pt x="2620584" y="2261323"/>
                  </a:lnTo>
                  <a:lnTo>
                    <a:pt x="2620584" y="2264161"/>
                  </a:lnTo>
                  <a:lnTo>
                    <a:pt x="2626021" y="2264161"/>
                  </a:lnTo>
                  <a:lnTo>
                    <a:pt x="2626021" y="2267001"/>
                  </a:lnTo>
                  <a:lnTo>
                    <a:pt x="2631458" y="2267001"/>
                  </a:lnTo>
                  <a:lnTo>
                    <a:pt x="2631458" y="2268423"/>
                  </a:lnTo>
                  <a:lnTo>
                    <a:pt x="2636895" y="2268423"/>
                  </a:lnTo>
                  <a:lnTo>
                    <a:pt x="2636895" y="2271271"/>
                  </a:lnTo>
                  <a:lnTo>
                    <a:pt x="2647768" y="2271271"/>
                  </a:lnTo>
                  <a:lnTo>
                    <a:pt x="2647768" y="2275544"/>
                  </a:lnTo>
                  <a:lnTo>
                    <a:pt x="2653205" y="2275544"/>
                  </a:lnTo>
                  <a:lnTo>
                    <a:pt x="2653205" y="2278397"/>
                  </a:lnTo>
                  <a:lnTo>
                    <a:pt x="2658642" y="2278397"/>
                  </a:lnTo>
                  <a:lnTo>
                    <a:pt x="2658642" y="2279823"/>
                  </a:lnTo>
                  <a:lnTo>
                    <a:pt x="2664079" y="2279823"/>
                  </a:lnTo>
                  <a:lnTo>
                    <a:pt x="2664079" y="2282679"/>
                  </a:lnTo>
                  <a:lnTo>
                    <a:pt x="2669516" y="2282679"/>
                  </a:lnTo>
                  <a:lnTo>
                    <a:pt x="2669516" y="2284109"/>
                  </a:lnTo>
                  <a:lnTo>
                    <a:pt x="2674953" y="2284109"/>
                  </a:lnTo>
                  <a:lnTo>
                    <a:pt x="2674953" y="2286967"/>
                  </a:lnTo>
                  <a:lnTo>
                    <a:pt x="2680390" y="2286967"/>
                  </a:lnTo>
                  <a:lnTo>
                    <a:pt x="2680390" y="2289827"/>
                  </a:lnTo>
                  <a:lnTo>
                    <a:pt x="2685827" y="2289827"/>
                  </a:lnTo>
                  <a:lnTo>
                    <a:pt x="2685827" y="2291259"/>
                  </a:lnTo>
                  <a:lnTo>
                    <a:pt x="2691264" y="2291259"/>
                  </a:lnTo>
                  <a:lnTo>
                    <a:pt x="2691264" y="2292692"/>
                  </a:lnTo>
                  <a:lnTo>
                    <a:pt x="2696701" y="2292692"/>
                  </a:lnTo>
                  <a:lnTo>
                    <a:pt x="2696701" y="2298424"/>
                  </a:lnTo>
                  <a:lnTo>
                    <a:pt x="2702137" y="2298424"/>
                  </a:lnTo>
                  <a:lnTo>
                    <a:pt x="2702137" y="2301290"/>
                  </a:lnTo>
                  <a:lnTo>
                    <a:pt x="2707574" y="2301290"/>
                  </a:lnTo>
                  <a:lnTo>
                    <a:pt x="2707574" y="2302723"/>
                  </a:lnTo>
                  <a:lnTo>
                    <a:pt x="2713011" y="2302723"/>
                  </a:lnTo>
                  <a:lnTo>
                    <a:pt x="2713011" y="2305592"/>
                  </a:lnTo>
                  <a:lnTo>
                    <a:pt x="2718448" y="2305592"/>
                  </a:lnTo>
                  <a:lnTo>
                    <a:pt x="2718448" y="2308461"/>
                  </a:lnTo>
                  <a:lnTo>
                    <a:pt x="2723885" y="2308461"/>
                  </a:lnTo>
                  <a:lnTo>
                    <a:pt x="2723885" y="2309896"/>
                  </a:lnTo>
                  <a:lnTo>
                    <a:pt x="2729322" y="2309896"/>
                  </a:lnTo>
                  <a:lnTo>
                    <a:pt x="2729322" y="2315638"/>
                  </a:lnTo>
                  <a:lnTo>
                    <a:pt x="2740196" y="2315638"/>
                  </a:lnTo>
                  <a:lnTo>
                    <a:pt x="2740196" y="2318510"/>
                  </a:lnTo>
                  <a:lnTo>
                    <a:pt x="2745633" y="2318510"/>
                  </a:lnTo>
                  <a:lnTo>
                    <a:pt x="2745633" y="2322823"/>
                  </a:lnTo>
                  <a:lnTo>
                    <a:pt x="2751069" y="2322823"/>
                  </a:lnTo>
                  <a:lnTo>
                    <a:pt x="2751069" y="2327138"/>
                  </a:lnTo>
                  <a:lnTo>
                    <a:pt x="2756506" y="2327138"/>
                  </a:lnTo>
                  <a:lnTo>
                    <a:pt x="2756506" y="2332895"/>
                  </a:lnTo>
                  <a:lnTo>
                    <a:pt x="2761943" y="2332895"/>
                  </a:lnTo>
                  <a:lnTo>
                    <a:pt x="2761943" y="2334334"/>
                  </a:lnTo>
                  <a:lnTo>
                    <a:pt x="2767380" y="2334334"/>
                  </a:lnTo>
                  <a:lnTo>
                    <a:pt x="2767380" y="2338652"/>
                  </a:lnTo>
                  <a:lnTo>
                    <a:pt x="2778254" y="2338652"/>
                  </a:lnTo>
                  <a:lnTo>
                    <a:pt x="2778254" y="2340093"/>
                  </a:lnTo>
                  <a:lnTo>
                    <a:pt x="2783691" y="2340093"/>
                  </a:lnTo>
                  <a:lnTo>
                    <a:pt x="2783691" y="2342979"/>
                  </a:lnTo>
                  <a:lnTo>
                    <a:pt x="2789128" y="2342979"/>
                  </a:lnTo>
                  <a:lnTo>
                    <a:pt x="2789128" y="2345865"/>
                  </a:lnTo>
                  <a:lnTo>
                    <a:pt x="2794565" y="2345865"/>
                  </a:lnTo>
                  <a:lnTo>
                    <a:pt x="2794565" y="2347308"/>
                  </a:lnTo>
                  <a:lnTo>
                    <a:pt x="2800002" y="2347308"/>
                  </a:lnTo>
                  <a:lnTo>
                    <a:pt x="2800002" y="2351640"/>
                  </a:lnTo>
                  <a:lnTo>
                    <a:pt x="2805438" y="2351640"/>
                  </a:lnTo>
                  <a:lnTo>
                    <a:pt x="2805438" y="2354529"/>
                  </a:lnTo>
                  <a:lnTo>
                    <a:pt x="2810875" y="2354529"/>
                  </a:lnTo>
                  <a:lnTo>
                    <a:pt x="2816312" y="2354529"/>
                  </a:lnTo>
                  <a:lnTo>
                    <a:pt x="2816312" y="2358867"/>
                  </a:lnTo>
                  <a:lnTo>
                    <a:pt x="2827186" y="2358867"/>
                  </a:lnTo>
                  <a:lnTo>
                    <a:pt x="2827186" y="2361765"/>
                  </a:lnTo>
                  <a:lnTo>
                    <a:pt x="2832623" y="2361765"/>
                  </a:lnTo>
                  <a:lnTo>
                    <a:pt x="2838060" y="2361765"/>
                  </a:lnTo>
                  <a:lnTo>
                    <a:pt x="2838060" y="2364665"/>
                  </a:lnTo>
                  <a:lnTo>
                    <a:pt x="2848934" y="2364665"/>
                  </a:lnTo>
                  <a:lnTo>
                    <a:pt x="2848934" y="2369016"/>
                  </a:lnTo>
                  <a:lnTo>
                    <a:pt x="2854371" y="2369016"/>
                  </a:lnTo>
                  <a:lnTo>
                    <a:pt x="2854371" y="2371917"/>
                  </a:lnTo>
                  <a:lnTo>
                    <a:pt x="2859807" y="2371917"/>
                  </a:lnTo>
                  <a:lnTo>
                    <a:pt x="2859807" y="2373369"/>
                  </a:lnTo>
                  <a:lnTo>
                    <a:pt x="2865244" y="2373369"/>
                  </a:lnTo>
                  <a:lnTo>
                    <a:pt x="2865244" y="2374821"/>
                  </a:lnTo>
                  <a:lnTo>
                    <a:pt x="2870681" y="2374821"/>
                  </a:lnTo>
                  <a:lnTo>
                    <a:pt x="2870681" y="2376273"/>
                  </a:lnTo>
                  <a:lnTo>
                    <a:pt x="2876118" y="2376273"/>
                  </a:lnTo>
                  <a:lnTo>
                    <a:pt x="2876118" y="2380632"/>
                  </a:lnTo>
                  <a:lnTo>
                    <a:pt x="2881555" y="2380632"/>
                  </a:lnTo>
                  <a:lnTo>
                    <a:pt x="2881555" y="2382086"/>
                  </a:lnTo>
                  <a:lnTo>
                    <a:pt x="2886992" y="2382086"/>
                  </a:lnTo>
                  <a:lnTo>
                    <a:pt x="2892429" y="2382086"/>
                  </a:lnTo>
                  <a:lnTo>
                    <a:pt x="2892429" y="2385000"/>
                  </a:lnTo>
                  <a:lnTo>
                    <a:pt x="2897866" y="2385000"/>
                  </a:lnTo>
                  <a:lnTo>
                    <a:pt x="2897866" y="2386459"/>
                  </a:lnTo>
                  <a:lnTo>
                    <a:pt x="2903303" y="2386459"/>
                  </a:lnTo>
                  <a:lnTo>
                    <a:pt x="2903303" y="2387918"/>
                  </a:lnTo>
                  <a:lnTo>
                    <a:pt x="2908739" y="2387918"/>
                  </a:lnTo>
                  <a:lnTo>
                    <a:pt x="2908739" y="2393760"/>
                  </a:lnTo>
                  <a:lnTo>
                    <a:pt x="2914176" y="2393760"/>
                  </a:lnTo>
                  <a:lnTo>
                    <a:pt x="2914176" y="2396681"/>
                  </a:lnTo>
                  <a:lnTo>
                    <a:pt x="2919613" y="2396681"/>
                  </a:lnTo>
                  <a:lnTo>
                    <a:pt x="2919613" y="2398142"/>
                  </a:lnTo>
                  <a:lnTo>
                    <a:pt x="2925050" y="2398142"/>
                  </a:lnTo>
                  <a:lnTo>
                    <a:pt x="2925050" y="2402524"/>
                  </a:lnTo>
                  <a:lnTo>
                    <a:pt x="2930487" y="2402524"/>
                  </a:lnTo>
                  <a:lnTo>
                    <a:pt x="2930487" y="2409832"/>
                  </a:lnTo>
                  <a:lnTo>
                    <a:pt x="2935924" y="2409832"/>
                  </a:lnTo>
                  <a:lnTo>
                    <a:pt x="2935924" y="2414221"/>
                  </a:lnTo>
                  <a:lnTo>
                    <a:pt x="2941361" y="2414221"/>
                  </a:lnTo>
                  <a:lnTo>
                    <a:pt x="2941361" y="2417148"/>
                  </a:lnTo>
                  <a:lnTo>
                    <a:pt x="2946798" y="2417148"/>
                  </a:lnTo>
                  <a:lnTo>
                    <a:pt x="2946798" y="2420074"/>
                  </a:lnTo>
                  <a:lnTo>
                    <a:pt x="2952235" y="2420074"/>
                  </a:lnTo>
                  <a:lnTo>
                    <a:pt x="2957672" y="2420074"/>
                  </a:lnTo>
                  <a:lnTo>
                    <a:pt x="2957672" y="2423004"/>
                  </a:lnTo>
                  <a:lnTo>
                    <a:pt x="2963108" y="2423004"/>
                  </a:lnTo>
                  <a:lnTo>
                    <a:pt x="2963108" y="2425934"/>
                  </a:lnTo>
                  <a:lnTo>
                    <a:pt x="2968545" y="2425934"/>
                  </a:lnTo>
                  <a:lnTo>
                    <a:pt x="2968545" y="2427399"/>
                  </a:lnTo>
                  <a:lnTo>
                    <a:pt x="2973982" y="2427399"/>
                  </a:lnTo>
                  <a:lnTo>
                    <a:pt x="2973982" y="2430337"/>
                  </a:lnTo>
                  <a:lnTo>
                    <a:pt x="2979419" y="2430337"/>
                  </a:lnTo>
                  <a:lnTo>
                    <a:pt x="2979419" y="2433276"/>
                  </a:lnTo>
                  <a:lnTo>
                    <a:pt x="2984856" y="2433276"/>
                  </a:lnTo>
                  <a:lnTo>
                    <a:pt x="2984856" y="2437687"/>
                  </a:lnTo>
                  <a:lnTo>
                    <a:pt x="2990293" y="2437687"/>
                  </a:lnTo>
                  <a:lnTo>
                    <a:pt x="2990293" y="2439157"/>
                  </a:lnTo>
                  <a:lnTo>
                    <a:pt x="2995730" y="2439157"/>
                  </a:lnTo>
                  <a:lnTo>
                    <a:pt x="2995730" y="2442100"/>
                  </a:lnTo>
                  <a:lnTo>
                    <a:pt x="3001167" y="2442100"/>
                  </a:lnTo>
                  <a:lnTo>
                    <a:pt x="3001167" y="2443572"/>
                  </a:lnTo>
                  <a:lnTo>
                    <a:pt x="3006604" y="2443572"/>
                  </a:lnTo>
                  <a:lnTo>
                    <a:pt x="3012041" y="2443572"/>
                  </a:lnTo>
                  <a:lnTo>
                    <a:pt x="3012041" y="2445047"/>
                  </a:lnTo>
                  <a:lnTo>
                    <a:pt x="3017477" y="2445047"/>
                  </a:lnTo>
                  <a:lnTo>
                    <a:pt x="3017477" y="2447999"/>
                  </a:lnTo>
                  <a:lnTo>
                    <a:pt x="3022914" y="2447999"/>
                  </a:lnTo>
                  <a:lnTo>
                    <a:pt x="3022914" y="2452429"/>
                  </a:lnTo>
                  <a:lnTo>
                    <a:pt x="3028351" y="2452429"/>
                  </a:lnTo>
                  <a:lnTo>
                    <a:pt x="3028351" y="2453906"/>
                  </a:lnTo>
                  <a:lnTo>
                    <a:pt x="3033788" y="2453906"/>
                  </a:lnTo>
                  <a:lnTo>
                    <a:pt x="3033788" y="2455384"/>
                  </a:lnTo>
                  <a:lnTo>
                    <a:pt x="3039225" y="2455384"/>
                  </a:lnTo>
                  <a:lnTo>
                    <a:pt x="3039225" y="2456861"/>
                  </a:lnTo>
                  <a:lnTo>
                    <a:pt x="3044662" y="2456861"/>
                  </a:lnTo>
                  <a:lnTo>
                    <a:pt x="3050099" y="2456861"/>
                  </a:lnTo>
                  <a:lnTo>
                    <a:pt x="3050099" y="2459818"/>
                  </a:lnTo>
                  <a:lnTo>
                    <a:pt x="3055536" y="2459818"/>
                  </a:lnTo>
                  <a:lnTo>
                    <a:pt x="3055536" y="2461299"/>
                  </a:lnTo>
                  <a:lnTo>
                    <a:pt x="3060973" y="2461299"/>
                  </a:lnTo>
                  <a:lnTo>
                    <a:pt x="3066410" y="2461299"/>
                  </a:lnTo>
                  <a:lnTo>
                    <a:pt x="3066410" y="2462782"/>
                  </a:lnTo>
                  <a:lnTo>
                    <a:pt x="3071846" y="2462782"/>
                  </a:lnTo>
                  <a:lnTo>
                    <a:pt x="3071846" y="2465748"/>
                  </a:lnTo>
                  <a:lnTo>
                    <a:pt x="3082720" y="2465748"/>
                  </a:lnTo>
                  <a:lnTo>
                    <a:pt x="3082720" y="2473169"/>
                  </a:lnTo>
                  <a:lnTo>
                    <a:pt x="3088157" y="2473169"/>
                  </a:lnTo>
                  <a:lnTo>
                    <a:pt x="3088157" y="2477628"/>
                  </a:lnTo>
                  <a:lnTo>
                    <a:pt x="3093594" y="2477628"/>
                  </a:lnTo>
                  <a:lnTo>
                    <a:pt x="3093594" y="2479115"/>
                  </a:lnTo>
                  <a:lnTo>
                    <a:pt x="3099031" y="2479115"/>
                  </a:lnTo>
                  <a:lnTo>
                    <a:pt x="3104468" y="2479115"/>
                  </a:lnTo>
                  <a:lnTo>
                    <a:pt x="3104468" y="2482093"/>
                  </a:lnTo>
                  <a:lnTo>
                    <a:pt x="3115342" y="2482093"/>
                  </a:lnTo>
                  <a:lnTo>
                    <a:pt x="3115342" y="2483583"/>
                  </a:lnTo>
                  <a:lnTo>
                    <a:pt x="3120778" y="2483583"/>
                  </a:lnTo>
                  <a:lnTo>
                    <a:pt x="3120778" y="2488055"/>
                  </a:lnTo>
                  <a:lnTo>
                    <a:pt x="3126215" y="2488055"/>
                  </a:lnTo>
                  <a:lnTo>
                    <a:pt x="3126215" y="2491046"/>
                  </a:lnTo>
                  <a:lnTo>
                    <a:pt x="3131652" y="2491046"/>
                  </a:lnTo>
                  <a:lnTo>
                    <a:pt x="3131652" y="2497029"/>
                  </a:lnTo>
                  <a:lnTo>
                    <a:pt x="3137089" y="2497029"/>
                  </a:lnTo>
                  <a:lnTo>
                    <a:pt x="3137089" y="2500021"/>
                  </a:lnTo>
                  <a:lnTo>
                    <a:pt x="3142526" y="2500021"/>
                  </a:lnTo>
                  <a:lnTo>
                    <a:pt x="3147963" y="2500021"/>
                  </a:lnTo>
                  <a:lnTo>
                    <a:pt x="3147963" y="2503016"/>
                  </a:lnTo>
                  <a:lnTo>
                    <a:pt x="3153400" y="2503016"/>
                  </a:lnTo>
                  <a:lnTo>
                    <a:pt x="3153400" y="2506011"/>
                  </a:lnTo>
                  <a:lnTo>
                    <a:pt x="3158837" y="2506011"/>
                  </a:lnTo>
                  <a:lnTo>
                    <a:pt x="3158837" y="2509007"/>
                  </a:lnTo>
                  <a:lnTo>
                    <a:pt x="3164274" y="2509007"/>
                  </a:lnTo>
                  <a:lnTo>
                    <a:pt x="3164274" y="2512009"/>
                  </a:lnTo>
                  <a:lnTo>
                    <a:pt x="3169711" y="2512009"/>
                  </a:lnTo>
                  <a:lnTo>
                    <a:pt x="3169711" y="2516514"/>
                  </a:lnTo>
                  <a:lnTo>
                    <a:pt x="3175147" y="2516514"/>
                  </a:lnTo>
                  <a:lnTo>
                    <a:pt x="3175147" y="2519520"/>
                  </a:lnTo>
                  <a:lnTo>
                    <a:pt x="3180584" y="2519520"/>
                  </a:lnTo>
                  <a:lnTo>
                    <a:pt x="3191458" y="2519520"/>
                  </a:lnTo>
                  <a:lnTo>
                    <a:pt x="3196895" y="2519520"/>
                  </a:lnTo>
                  <a:lnTo>
                    <a:pt x="3196895" y="2521025"/>
                  </a:lnTo>
                  <a:lnTo>
                    <a:pt x="3202332" y="2521025"/>
                  </a:lnTo>
                  <a:lnTo>
                    <a:pt x="3202332" y="2524035"/>
                  </a:lnTo>
                  <a:lnTo>
                    <a:pt x="3207769" y="2524035"/>
                  </a:lnTo>
                  <a:lnTo>
                    <a:pt x="3207769" y="2528556"/>
                  </a:lnTo>
                  <a:lnTo>
                    <a:pt x="3213206" y="2528556"/>
                  </a:lnTo>
                  <a:lnTo>
                    <a:pt x="3213206" y="2530064"/>
                  </a:lnTo>
                  <a:lnTo>
                    <a:pt x="3218643" y="2530064"/>
                  </a:lnTo>
                  <a:lnTo>
                    <a:pt x="3218643" y="2533082"/>
                  </a:lnTo>
                  <a:lnTo>
                    <a:pt x="3224080" y="2533082"/>
                  </a:lnTo>
                  <a:lnTo>
                    <a:pt x="3224080" y="2534591"/>
                  </a:lnTo>
                  <a:lnTo>
                    <a:pt x="3229516" y="2534591"/>
                  </a:lnTo>
                  <a:lnTo>
                    <a:pt x="3229516" y="2536101"/>
                  </a:lnTo>
                  <a:lnTo>
                    <a:pt x="3234953" y="2536101"/>
                  </a:lnTo>
                  <a:lnTo>
                    <a:pt x="3234953" y="2539122"/>
                  </a:lnTo>
                  <a:lnTo>
                    <a:pt x="3240390" y="2539122"/>
                  </a:lnTo>
                  <a:lnTo>
                    <a:pt x="3240390" y="2542144"/>
                  </a:lnTo>
                  <a:lnTo>
                    <a:pt x="3245827" y="2542144"/>
                  </a:lnTo>
                  <a:lnTo>
                    <a:pt x="3245827" y="2546679"/>
                  </a:lnTo>
                  <a:lnTo>
                    <a:pt x="3251264" y="2546679"/>
                  </a:lnTo>
                  <a:lnTo>
                    <a:pt x="3251264" y="2548191"/>
                  </a:lnTo>
                  <a:lnTo>
                    <a:pt x="3256701" y="2548191"/>
                  </a:lnTo>
                  <a:lnTo>
                    <a:pt x="3256701" y="2551217"/>
                  </a:lnTo>
                  <a:lnTo>
                    <a:pt x="3262138" y="2551217"/>
                  </a:lnTo>
                  <a:lnTo>
                    <a:pt x="3262138" y="2555760"/>
                  </a:lnTo>
                  <a:lnTo>
                    <a:pt x="3273012" y="2555760"/>
                  </a:lnTo>
                  <a:lnTo>
                    <a:pt x="3273012" y="2557276"/>
                  </a:lnTo>
                  <a:lnTo>
                    <a:pt x="3278449" y="2557276"/>
                  </a:lnTo>
                  <a:lnTo>
                    <a:pt x="3278449" y="2560312"/>
                  </a:lnTo>
                  <a:lnTo>
                    <a:pt x="3283885" y="2560312"/>
                  </a:lnTo>
                  <a:lnTo>
                    <a:pt x="3283885" y="2561831"/>
                  </a:lnTo>
                  <a:lnTo>
                    <a:pt x="3289322" y="2561831"/>
                  </a:lnTo>
                  <a:lnTo>
                    <a:pt x="3294759" y="2561831"/>
                  </a:lnTo>
                  <a:lnTo>
                    <a:pt x="3294759" y="2564871"/>
                  </a:lnTo>
                  <a:lnTo>
                    <a:pt x="3300196" y="2564871"/>
                  </a:lnTo>
                  <a:lnTo>
                    <a:pt x="3300196" y="2566392"/>
                  </a:lnTo>
                  <a:lnTo>
                    <a:pt x="3305633" y="2566392"/>
                  </a:lnTo>
                  <a:lnTo>
                    <a:pt x="3305633" y="2569434"/>
                  </a:lnTo>
                  <a:lnTo>
                    <a:pt x="3311070" y="2569434"/>
                  </a:lnTo>
                  <a:lnTo>
                    <a:pt x="3311070" y="2570957"/>
                  </a:lnTo>
                  <a:lnTo>
                    <a:pt x="3316507" y="2570957"/>
                  </a:lnTo>
                  <a:lnTo>
                    <a:pt x="3316507" y="2574010"/>
                  </a:lnTo>
                  <a:lnTo>
                    <a:pt x="3321944" y="2574010"/>
                  </a:lnTo>
                  <a:lnTo>
                    <a:pt x="3321944" y="2575538"/>
                  </a:lnTo>
                  <a:lnTo>
                    <a:pt x="3327381" y="2575538"/>
                  </a:lnTo>
                  <a:lnTo>
                    <a:pt x="3332817" y="2575538"/>
                  </a:lnTo>
                  <a:lnTo>
                    <a:pt x="3332817" y="2580128"/>
                  </a:lnTo>
                  <a:lnTo>
                    <a:pt x="3338254" y="2580128"/>
                  </a:lnTo>
                  <a:lnTo>
                    <a:pt x="3338254" y="2584718"/>
                  </a:lnTo>
                  <a:lnTo>
                    <a:pt x="3343691" y="2584718"/>
                  </a:lnTo>
                  <a:lnTo>
                    <a:pt x="3349128" y="2584718"/>
                  </a:lnTo>
                  <a:lnTo>
                    <a:pt x="3354565" y="2584718"/>
                  </a:lnTo>
                  <a:lnTo>
                    <a:pt x="3360002" y="2584718"/>
                  </a:lnTo>
                  <a:lnTo>
                    <a:pt x="3360002" y="2586253"/>
                  </a:lnTo>
                  <a:lnTo>
                    <a:pt x="3365439" y="2586253"/>
                  </a:lnTo>
                  <a:lnTo>
                    <a:pt x="3365439" y="2587791"/>
                  </a:lnTo>
                  <a:lnTo>
                    <a:pt x="3370876" y="2587791"/>
                  </a:lnTo>
                  <a:lnTo>
                    <a:pt x="3370876" y="2590867"/>
                  </a:lnTo>
                  <a:lnTo>
                    <a:pt x="3376313" y="2590867"/>
                  </a:lnTo>
                  <a:lnTo>
                    <a:pt x="3376313" y="2592405"/>
                  </a:lnTo>
                  <a:lnTo>
                    <a:pt x="3381750" y="2592405"/>
                  </a:lnTo>
                  <a:lnTo>
                    <a:pt x="3381750" y="2593946"/>
                  </a:lnTo>
                  <a:lnTo>
                    <a:pt x="3387186" y="2593946"/>
                  </a:lnTo>
                  <a:lnTo>
                    <a:pt x="3392623" y="2593946"/>
                  </a:lnTo>
                  <a:lnTo>
                    <a:pt x="3398060" y="2593946"/>
                  </a:lnTo>
                  <a:lnTo>
                    <a:pt x="3398060" y="2595494"/>
                  </a:lnTo>
                  <a:lnTo>
                    <a:pt x="3403497" y="2595494"/>
                  </a:lnTo>
                  <a:lnTo>
                    <a:pt x="3408934" y="2595494"/>
                  </a:lnTo>
                  <a:lnTo>
                    <a:pt x="3408934" y="2598593"/>
                  </a:lnTo>
                  <a:lnTo>
                    <a:pt x="3419808" y="2598593"/>
                  </a:lnTo>
                  <a:lnTo>
                    <a:pt x="3425245" y="2598593"/>
                  </a:lnTo>
                  <a:lnTo>
                    <a:pt x="3425245" y="2601698"/>
                  </a:lnTo>
                  <a:lnTo>
                    <a:pt x="3430682" y="2601698"/>
                  </a:lnTo>
                  <a:lnTo>
                    <a:pt x="3436119" y="2601698"/>
                  </a:lnTo>
                  <a:lnTo>
                    <a:pt x="3436119" y="2603255"/>
                  </a:lnTo>
                  <a:lnTo>
                    <a:pt x="3452429" y="2603255"/>
                  </a:lnTo>
                  <a:lnTo>
                    <a:pt x="3452429" y="2604812"/>
                  </a:lnTo>
                  <a:lnTo>
                    <a:pt x="3457866" y="2604812"/>
                  </a:lnTo>
                  <a:lnTo>
                    <a:pt x="3457866" y="2607933"/>
                  </a:lnTo>
                  <a:lnTo>
                    <a:pt x="3463303" y="2607933"/>
                  </a:lnTo>
                  <a:lnTo>
                    <a:pt x="3463303" y="2611054"/>
                  </a:lnTo>
                  <a:lnTo>
                    <a:pt x="3468740" y="2611054"/>
                  </a:lnTo>
                  <a:lnTo>
                    <a:pt x="3468740" y="2617301"/>
                  </a:lnTo>
                  <a:lnTo>
                    <a:pt x="3474177" y="2617301"/>
                  </a:lnTo>
                  <a:lnTo>
                    <a:pt x="3474177" y="2623549"/>
                  </a:lnTo>
                  <a:lnTo>
                    <a:pt x="3485051" y="2623549"/>
                  </a:lnTo>
                  <a:lnTo>
                    <a:pt x="3485051" y="2628240"/>
                  </a:lnTo>
                  <a:lnTo>
                    <a:pt x="3490487" y="2628240"/>
                  </a:lnTo>
                  <a:lnTo>
                    <a:pt x="3495924" y="2628240"/>
                  </a:lnTo>
                  <a:lnTo>
                    <a:pt x="3495924" y="2629808"/>
                  </a:lnTo>
                  <a:lnTo>
                    <a:pt x="3501361" y="2629808"/>
                  </a:lnTo>
                  <a:lnTo>
                    <a:pt x="3501361" y="2631379"/>
                  </a:lnTo>
                  <a:lnTo>
                    <a:pt x="3506798" y="2631379"/>
                  </a:lnTo>
                  <a:lnTo>
                    <a:pt x="3506798" y="2632952"/>
                  </a:lnTo>
                  <a:lnTo>
                    <a:pt x="3512235" y="2632952"/>
                  </a:lnTo>
                  <a:lnTo>
                    <a:pt x="3512235" y="2634526"/>
                  </a:lnTo>
                  <a:lnTo>
                    <a:pt x="3517672" y="2634526"/>
                  </a:lnTo>
                  <a:lnTo>
                    <a:pt x="3517672" y="2637678"/>
                  </a:lnTo>
                  <a:lnTo>
                    <a:pt x="3523109" y="2637678"/>
                  </a:lnTo>
                  <a:lnTo>
                    <a:pt x="3523109" y="2642412"/>
                  </a:lnTo>
                  <a:lnTo>
                    <a:pt x="3528546" y="2642412"/>
                  </a:lnTo>
                  <a:lnTo>
                    <a:pt x="3528546" y="2643990"/>
                  </a:lnTo>
                  <a:lnTo>
                    <a:pt x="3533983" y="2643990"/>
                  </a:lnTo>
                  <a:lnTo>
                    <a:pt x="3539420" y="2643990"/>
                  </a:lnTo>
                  <a:lnTo>
                    <a:pt x="3544856" y="2643990"/>
                  </a:lnTo>
                  <a:lnTo>
                    <a:pt x="3544856" y="2648744"/>
                  </a:lnTo>
                  <a:lnTo>
                    <a:pt x="3550293" y="2648744"/>
                  </a:lnTo>
                  <a:lnTo>
                    <a:pt x="3555730" y="2648744"/>
                  </a:lnTo>
                  <a:lnTo>
                    <a:pt x="3555730" y="2653508"/>
                  </a:lnTo>
                  <a:lnTo>
                    <a:pt x="3561167" y="2653508"/>
                  </a:lnTo>
                  <a:lnTo>
                    <a:pt x="3561167" y="2655097"/>
                  </a:lnTo>
                  <a:lnTo>
                    <a:pt x="3566604" y="2655097"/>
                  </a:lnTo>
                  <a:lnTo>
                    <a:pt x="3566604" y="2658277"/>
                  </a:lnTo>
                  <a:lnTo>
                    <a:pt x="3572041" y="2658277"/>
                  </a:lnTo>
                  <a:lnTo>
                    <a:pt x="3572041" y="2659870"/>
                  </a:lnTo>
                  <a:lnTo>
                    <a:pt x="3577478" y="2659870"/>
                  </a:lnTo>
                  <a:lnTo>
                    <a:pt x="3577478" y="2663055"/>
                  </a:lnTo>
                  <a:lnTo>
                    <a:pt x="3582915" y="2663055"/>
                  </a:lnTo>
                  <a:lnTo>
                    <a:pt x="3582915" y="2664654"/>
                  </a:lnTo>
                  <a:lnTo>
                    <a:pt x="3588352" y="2664654"/>
                  </a:lnTo>
                  <a:lnTo>
                    <a:pt x="3588352" y="2666253"/>
                  </a:lnTo>
                  <a:lnTo>
                    <a:pt x="3599225" y="2666253"/>
                  </a:lnTo>
                  <a:lnTo>
                    <a:pt x="3599225" y="2667853"/>
                  </a:lnTo>
                  <a:lnTo>
                    <a:pt x="3604662" y="2667853"/>
                  </a:lnTo>
                  <a:lnTo>
                    <a:pt x="3610099" y="2667853"/>
                  </a:lnTo>
                  <a:lnTo>
                    <a:pt x="3615536" y="2667853"/>
                  </a:lnTo>
                  <a:lnTo>
                    <a:pt x="3615536" y="2672673"/>
                  </a:lnTo>
                  <a:lnTo>
                    <a:pt x="3620973" y="2672673"/>
                  </a:lnTo>
                  <a:lnTo>
                    <a:pt x="3620973" y="2674282"/>
                  </a:lnTo>
                  <a:lnTo>
                    <a:pt x="3626410" y="2674282"/>
                  </a:lnTo>
                  <a:lnTo>
                    <a:pt x="3626410" y="2675893"/>
                  </a:lnTo>
                  <a:lnTo>
                    <a:pt x="3631847" y="2675893"/>
                  </a:lnTo>
                  <a:lnTo>
                    <a:pt x="3631847" y="2679114"/>
                  </a:lnTo>
                  <a:lnTo>
                    <a:pt x="3637284" y="2679114"/>
                  </a:lnTo>
                  <a:lnTo>
                    <a:pt x="3637284" y="2682336"/>
                  </a:lnTo>
                  <a:lnTo>
                    <a:pt x="3648158" y="2682336"/>
                  </a:lnTo>
                  <a:lnTo>
                    <a:pt x="3648158" y="2687172"/>
                  </a:lnTo>
                  <a:lnTo>
                    <a:pt x="3653594" y="2687172"/>
                  </a:lnTo>
                  <a:lnTo>
                    <a:pt x="3653594" y="2692008"/>
                  </a:lnTo>
                  <a:lnTo>
                    <a:pt x="3659031" y="2692008"/>
                  </a:lnTo>
                  <a:lnTo>
                    <a:pt x="3659031" y="2693623"/>
                  </a:lnTo>
                  <a:lnTo>
                    <a:pt x="3675342" y="2693623"/>
                  </a:lnTo>
                  <a:lnTo>
                    <a:pt x="3675342" y="2698474"/>
                  </a:lnTo>
                  <a:lnTo>
                    <a:pt x="3680779" y="2698474"/>
                  </a:lnTo>
                  <a:lnTo>
                    <a:pt x="3680779" y="2701709"/>
                  </a:lnTo>
                  <a:lnTo>
                    <a:pt x="3686216" y="2701709"/>
                  </a:lnTo>
                  <a:lnTo>
                    <a:pt x="3686216" y="2703326"/>
                  </a:lnTo>
                  <a:lnTo>
                    <a:pt x="3691653" y="2703326"/>
                  </a:lnTo>
                  <a:lnTo>
                    <a:pt x="3691653" y="2706563"/>
                  </a:lnTo>
                  <a:lnTo>
                    <a:pt x="3697090" y="2706563"/>
                  </a:lnTo>
                  <a:lnTo>
                    <a:pt x="3697090" y="2708185"/>
                  </a:lnTo>
                  <a:lnTo>
                    <a:pt x="3702526" y="2708185"/>
                  </a:lnTo>
                  <a:lnTo>
                    <a:pt x="3702526" y="2709811"/>
                  </a:lnTo>
                  <a:lnTo>
                    <a:pt x="3707963" y="2709811"/>
                  </a:lnTo>
                  <a:lnTo>
                    <a:pt x="3707963" y="2711436"/>
                  </a:lnTo>
                  <a:lnTo>
                    <a:pt x="3713400" y="2711436"/>
                  </a:lnTo>
                  <a:lnTo>
                    <a:pt x="3718837" y="2711436"/>
                  </a:lnTo>
                  <a:lnTo>
                    <a:pt x="3718837" y="2714690"/>
                  </a:lnTo>
                  <a:lnTo>
                    <a:pt x="3724274" y="2714690"/>
                  </a:lnTo>
                  <a:lnTo>
                    <a:pt x="3729711" y="2714690"/>
                  </a:lnTo>
                  <a:lnTo>
                    <a:pt x="3729711" y="2716319"/>
                  </a:lnTo>
                  <a:lnTo>
                    <a:pt x="3735148" y="2716319"/>
                  </a:lnTo>
                  <a:lnTo>
                    <a:pt x="3735148" y="2717949"/>
                  </a:lnTo>
                  <a:lnTo>
                    <a:pt x="3740585" y="2717949"/>
                  </a:lnTo>
                  <a:lnTo>
                    <a:pt x="3746022" y="2717949"/>
                  </a:lnTo>
                  <a:lnTo>
                    <a:pt x="3746022" y="2719580"/>
                  </a:lnTo>
                  <a:lnTo>
                    <a:pt x="3751459" y="2719580"/>
                  </a:lnTo>
                  <a:lnTo>
                    <a:pt x="3751459" y="2721212"/>
                  </a:lnTo>
                  <a:lnTo>
                    <a:pt x="3756895" y="2721212"/>
                  </a:lnTo>
                  <a:lnTo>
                    <a:pt x="3756895" y="2724476"/>
                  </a:lnTo>
                  <a:lnTo>
                    <a:pt x="3762332" y="2724476"/>
                  </a:lnTo>
                  <a:lnTo>
                    <a:pt x="3762332" y="2726110"/>
                  </a:lnTo>
                  <a:lnTo>
                    <a:pt x="3767769" y="2726110"/>
                  </a:lnTo>
                  <a:lnTo>
                    <a:pt x="3767769" y="2727743"/>
                  </a:lnTo>
                  <a:lnTo>
                    <a:pt x="3773206" y="2727743"/>
                  </a:lnTo>
                  <a:lnTo>
                    <a:pt x="3773206" y="2729381"/>
                  </a:lnTo>
                  <a:lnTo>
                    <a:pt x="3778643" y="2729381"/>
                  </a:lnTo>
                  <a:lnTo>
                    <a:pt x="3778643" y="2731021"/>
                  </a:lnTo>
                  <a:lnTo>
                    <a:pt x="3784080" y="2731021"/>
                  </a:lnTo>
                  <a:lnTo>
                    <a:pt x="3789517" y="2731021"/>
                  </a:lnTo>
                  <a:lnTo>
                    <a:pt x="3789517" y="2732664"/>
                  </a:lnTo>
                  <a:lnTo>
                    <a:pt x="3794954" y="2732664"/>
                  </a:lnTo>
                  <a:lnTo>
                    <a:pt x="3794954" y="2734308"/>
                  </a:lnTo>
                  <a:lnTo>
                    <a:pt x="3800391" y="2734308"/>
                  </a:lnTo>
                  <a:lnTo>
                    <a:pt x="3800391" y="2735955"/>
                  </a:lnTo>
                  <a:lnTo>
                    <a:pt x="3805828" y="2735955"/>
                  </a:lnTo>
                  <a:lnTo>
                    <a:pt x="3805828" y="2737605"/>
                  </a:lnTo>
                  <a:lnTo>
                    <a:pt x="3816701" y="2737605"/>
                  </a:lnTo>
                  <a:lnTo>
                    <a:pt x="3816701" y="2740911"/>
                  </a:lnTo>
                  <a:lnTo>
                    <a:pt x="3822138" y="2740911"/>
                  </a:lnTo>
                  <a:lnTo>
                    <a:pt x="3822138" y="2742564"/>
                  </a:lnTo>
                  <a:lnTo>
                    <a:pt x="3827575" y="2742564"/>
                  </a:lnTo>
                  <a:lnTo>
                    <a:pt x="3827575" y="2745872"/>
                  </a:lnTo>
                  <a:lnTo>
                    <a:pt x="3833012" y="2745872"/>
                  </a:lnTo>
                  <a:lnTo>
                    <a:pt x="3838449" y="2745872"/>
                  </a:lnTo>
                  <a:lnTo>
                    <a:pt x="3838449" y="2750840"/>
                  </a:lnTo>
                  <a:lnTo>
                    <a:pt x="3843886" y="2750840"/>
                  </a:lnTo>
                  <a:lnTo>
                    <a:pt x="3843886" y="2752496"/>
                  </a:lnTo>
                  <a:lnTo>
                    <a:pt x="3849323" y="2752496"/>
                  </a:lnTo>
                  <a:lnTo>
                    <a:pt x="3849323" y="2754152"/>
                  </a:lnTo>
                  <a:lnTo>
                    <a:pt x="3854760" y="2754152"/>
                  </a:lnTo>
                  <a:lnTo>
                    <a:pt x="3854760" y="2755813"/>
                  </a:lnTo>
                  <a:lnTo>
                    <a:pt x="3860197" y="2755813"/>
                  </a:lnTo>
                  <a:lnTo>
                    <a:pt x="3860197" y="2759137"/>
                  </a:lnTo>
                  <a:lnTo>
                    <a:pt x="3865633" y="2759137"/>
                  </a:lnTo>
                  <a:lnTo>
                    <a:pt x="3865633" y="2760800"/>
                  </a:lnTo>
                  <a:lnTo>
                    <a:pt x="3871070" y="2760800"/>
                  </a:lnTo>
                  <a:lnTo>
                    <a:pt x="3871070" y="2762464"/>
                  </a:lnTo>
                  <a:lnTo>
                    <a:pt x="3876507" y="2762464"/>
                  </a:lnTo>
                  <a:lnTo>
                    <a:pt x="3876507" y="2764130"/>
                  </a:lnTo>
                  <a:lnTo>
                    <a:pt x="3881944" y="2764130"/>
                  </a:lnTo>
                  <a:lnTo>
                    <a:pt x="3881944" y="2765796"/>
                  </a:lnTo>
                  <a:lnTo>
                    <a:pt x="3887381" y="2765796"/>
                  </a:lnTo>
                  <a:lnTo>
                    <a:pt x="3887381" y="2767468"/>
                  </a:lnTo>
                  <a:lnTo>
                    <a:pt x="3892818" y="2767468"/>
                  </a:lnTo>
                  <a:lnTo>
                    <a:pt x="3898255" y="2767468"/>
                  </a:lnTo>
                  <a:lnTo>
                    <a:pt x="3898255" y="2769142"/>
                  </a:lnTo>
                  <a:lnTo>
                    <a:pt x="3903692" y="2769142"/>
                  </a:lnTo>
                  <a:lnTo>
                    <a:pt x="3903692" y="2772490"/>
                  </a:lnTo>
                  <a:lnTo>
                    <a:pt x="3909129" y="2772490"/>
                  </a:lnTo>
                  <a:lnTo>
                    <a:pt x="3909129" y="2777516"/>
                  </a:lnTo>
                  <a:lnTo>
                    <a:pt x="3914565" y="2777516"/>
                  </a:lnTo>
                  <a:lnTo>
                    <a:pt x="3914565" y="2779193"/>
                  </a:lnTo>
                  <a:lnTo>
                    <a:pt x="3920002" y="2779193"/>
                  </a:lnTo>
                  <a:lnTo>
                    <a:pt x="3925439" y="2779193"/>
                  </a:lnTo>
                  <a:lnTo>
                    <a:pt x="3925439" y="2782549"/>
                  </a:lnTo>
                  <a:lnTo>
                    <a:pt x="3930876" y="2782549"/>
                  </a:lnTo>
                  <a:lnTo>
                    <a:pt x="3930876" y="2784228"/>
                  </a:lnTo>
                  <a:lnTo>
                    <a:pt x="3936313" y="2784228"/>
                  </a:lnTo>
                  <a:lnTo>
                    <a:pt x="3936313" y="2785907"/>
                  </a:lnTo>
                  <a:lnTo>
                    <a:pt x="3941750" y="2785907"/>
                  </a:lnTo>
                  <a:lnTo>
                    <a:pt x="3941750" y="2789265"/>
                  </a:lnTo>
                  <a:lnTo>
                    <a:pt x="3947187" y="2789265"/>
                  </a:lnTo>
                  <a:lnTo>
                    <a:pt x="3947187" y="2790944"/>
                  </a:lnTo>
                  <a:lnTo>
                    <a:pt x="3952624" y="2790944"/>
                  </a:lnTo>
                  <a:lnTo>
                    <a:pt x="3952624" y="2792623"/>
                  </a:lnTo>
                  <a:lnTo>
                    <a:pt x="3958061" y="2792623"/>
                  </a:lnTo>
                  <a:lnTo>
                    <a:pt x="3958061" y="2794307"/>
                  </a:lnTo>
                  <a:lnTo>
                    <a:pt x="3963498" y="2794307"/>
                  </a:lnTo>
                  <a:lnTo>
                    <a:pt x="3968934" y="2794307"/>
                  </a:lnTo>
                  <a:lnTo>
                    <a:pt x="3968934" y="2799376"/>
                  </a:lnTo>
                  <a:lnTo>
                    <a:pt x="3985245" y="2799376"/>
                  </a:lnTo>
                  <a:lnTo>
                    <a:pt x="3990682" y="2799376"/>
                  </a:lnTo>
                  <a:lnTo>
                    <a:pt x="3996119" y="2799376"/>
                  </a:lnTo>
                  <a:lnTo>
                    <a:pt x="3996119" y="2804455"/>
                  </a:lnTo>
                  <a:lnTo>
                    <a:pt x="4001556" y="2804455"/>
                  </a:lnTo>
                  <a:lnTo>
                    <a:pt x="4001556" y="2807842"/>
                  </a:lnTo>
                  <a:lnTo>
                    <a:pt x="4006993" y="2807842"/>
                  </a:lnTo>
                  <a:lnTo>
                    <a:pt x="4006993" y="2809537"/>
                  </a:lnTo>
                  <a:lnTo>
                    <a:pt x="4023303" y="2809537"/>
                  </a:lnTo>
                  <a:lnTo>
                    <a:pt x="4028740" y="2809537"/>
                  </a:lnTo>
                  <a:lnTo>
                    <a:pt x="4028740" y="2811236"/>
                  </a:lnTo>
                  <a:lnTo>
                    <a:pt x="4034177" y="2811236"/>
                  </a:lnTo>
                  <a:lnTo>
                    <a:pt x="4034177" y="2814637"/>
                  </a:lnTo>
                  <a:lnTo>
                    <a:pt x="4039614" y="2814637"/>
                  </a:lnTo>
                  <a:lnTo>
                    <a:pt x="4045051" y="2814637"/>
                  </a:lnTo>
                  <a:lnTo>
                    <a:pt x="4050488" y="2814637"/>
                  </a:lnTo>
                  <a:lnTo>
                    <a:pt x="4050488" y="2816344"/>
                  </a:lnTo>
                  <a:lnTo>
                    <a:pt x="4055925" y="2816344"/>
                  </a:lnTo>
                  <a:lnTo>
                    <a:pt x="4055925" y="2819759"/>
                  </a:lnTo>
                  <a:lnTo>
                    <a:pt x="4061362" y="2819759"/>
                  </a:lnTo>
                  <a:lnTo>
                    <a:pt x="4066799" y="2819759"/>
                  </a:lnTo>
                  <a:lnTo>
                    <a:pt x="4066799" y="2824890"/>
                  </a:lnTo>
                  <a:lnTo>
                    <a:pt x="4072235" y="2824890"/>
                  </a:lnTo>
                  <a:lnTo>
                    <a:pt x="4072235" y="2831731"/>
                  </a:lnTo>
                  <a:lnTo>
                    <a:pt x="4077672" y="2831731"/>
                  </a:lnTo>
                  <a:lnTo>
                    <a:pt x="4093983" y="2831731"/>
                  </a:lnTo>
                  <a:lnTo>
                    <a:pt x="4093983" y="2833445"/>
                  </a:lnTo>
                  <a:lnTo>
                    <a:pt x="4099420" y="2833445"/>
                  </a:lnTo>
                  <a:lnTo>
                    <a:pt x="4104857" y="2833445"/>
                  </a:lnTo>
                  <a:lnTo>
                    <a:pt x="4110294" y="2833445"/>
                  </a:lnTo>
                  <a:lnTo>
                    <a:pt x="4115731" y="2833445"/>
                  </a:lnTo>
                  <a:lnTo>
                    <a:pt x="4121168" y="2833445"/>
                  </a:lnTo>
                  <a:lnTo>
                    <a:pt x="4121168" y="2835174"/>
                  </a:lnTo>
                  <a:lnTo>
                    <a:pt x="4126604" y="2835174"/>
                  </a:lnTo>
                  <a:lnTo>
                    <a:pt x="4132041" y="2835174"/>
                  </a:lnTo>
                  <a:lnTo>
                    <a:pt x="4132041" y="2836908"/>
                  </a:lnTo>
                  <a:lnTo>
                    <a:pt x="4148352" y="2836908"/>
                  </a:lnTo>
                  <a:lnTo>
                    <a:pt x="4148352" y="2840374"/>
                  </a:lnTo>
                  <a:lnTo>
                    <a:pt x="4153789" y="2840374"/>
                  </a:lnTo>
                  <a:lnTo>
                    <a:pt x="4153789" y="2847318"/>
                  </a:lnTo>
                  <a:lnTo>
                    <a:pt x="4159226" y="2847318"/>
                  </a:lnTo>
                  <a:lnTo>
                    <a:pt x="4164663" y="2847318"/>
                  </a:lnTo>
                  <a:lnTo>
                    <a:pt x="4164663" y="2850793"/>
                  </a:lnTo>
                  <a:lnTo>
                    <a:pt x="4170100" y="2850793"/>
                  </a:lnTo>
                  <a:lnTo>
                    <a:pt x="4175537" y="2850793"/>
                  </a:lnTo>
                  <a:lnTo>
                    <a:pt x="4180973" y="2850793"/>
                  </a:lnTo>
                  <a:lnTo>
                    <a:pt x="4186410" y="2850793"/>
                  </a:lnTo>
                  <a:lnTo>
                    <a:pt x="4186410" y="2854281"/>
                  </a:lnTo>
                  <a:lnTo>
                    <a:pt x="4191847" y="2854281"/>
                  </a:lnTo>
                  <a:lnTo>
                    <a:pt x="4191847" y="2856028"/>
                  </a:lnTo>
                  <a:lnTo>
                    <a:pt x="4197284" y="2856028"/>
                  </a:lnTo>
                  <a:lnTo>
                    <a:pt x="4202721" y="2856028"/>
                  </a:lnTo>
                  <a:lnTo>
                    <a:pt x="4202721" y="2859531"/>
                  </a:lnTo>
                  <a:lnTo>
                    <a:pt x="4208158" y="2859531"/>
                  </a:lnTo>
                  <a:lnTo>
                    <a:pt x="4208158" y="2861282"/>
                  </a:lnTo>
                  <a:lnTo>
                    <a:pt x="4213595" y="2861282"/>
                  </a:lnTo>
                  <a:lnTo>
                    <a:pt x="4213595" y="2863035"/>
                  </a:lnTo>
                  <a:lnTo>
                    <a:pt x="4219032" y="2863035"/>
                  </a:lnTo>
                  <a:lnTo>
                    <a:pt x="4224469" y="2863035"/>
                  </a:lnTo>
                  <a:lnTo>
                    <a:pt x="4224469" y="2864792"/>
                  </a:lnTo>
                  <a:lnTo>
                    <a:pt x="4229906" y="2864792"/>
                  </a:lnTo>
                  <a:lnTo>
                    <a:pt x="4229906" y="2868313"/>
                  </a:lnTo>
                  <a:lnTo>
                    <a:pt x="4235342" y="2868313"/>
                  </a:lnTo>
                  <a:lnTo>
                    <a:pt x="4235342" y="2871834"/>
                  </a:lnTo>
                  <a:lnTo>
                    <a:pt x="4240779" y="2871834"/>
                  </a:lnTo>
                  <a:lnTo>
                    <a:pt x="4246216" y="2871834"/>
                  </a:lnTo>
                  <a:lnTo>
                    <a:pt x="4246216" y="2873597"/>
                  </a:lnTo>
                  <a:lnTo>
                    <a:pt x="4251653" y="2873597"/>
                  </a:lnTo>
                  <a:lnTo>
                    <a:pt x="4251653" y="2877127"/>
                  </a:lnTo>
                  <a:lnTo>
                    <a:pt x="4257090" y="2877127"/>
                  </a:lnTo>
                  <a:lnTo>
                    <a:pt x="4257090" y="2878891"/>
                  </a:lnTo>
                  <a:lnTo>
                    <a:pt x="4267964" y="2878891"/>
                  </a:lnTo>
                  <a:lnTo>
                    <a:pt x="4267964" y="2880660"/>
                  </a:lnTo>
                  <a:lnTo>
                    <a:pt x="4273401" y="2880660"/>
                  </a:lnTo>
                  <a:lnTo>
                    <a:pt x="4273401" y="2882430"/>
                  </a:lnTo>
                  <a:lnTo>
                    <a:pt x="4278838" y="2882430"/>
                  </a:lnTo>
                  <a:lnTo>
                    <a:pt x="4284274" y="2882430"/>
                  </a:lnTo>
                  <a:lnTo>
                    <a:pt x="4284274" y="2885976"/>
                  </a:lnTo>
                  <a:lnTo>
                    <a:pt x="4289711" y="2885976"/>
                  </a:lnTo>
                  <a:lnTo>
                    <a:pt x="4295148" y="2885976"/>
                  </a:lnTo>
                  <a:lnTo>
                    <a:pt x="4295148" y="2891310"/>
                  </a:lnTo>
                  <a:lnTo>
                    <a:pt x="4300585" y="2891310"/>
                  </a:lnTo>
                  <a:lnTo>
                    <a:pt x="4300585" y="2894869"/>
                  </a:lnTo>
                  <a:lnTo>
                    <a:pt x="4306022" y="2894869"/>
                  </a:lnTo>
                  <a:lnTo>
                    <a:pt x="4311459" y="2894869"/>
                  </a:lnTo>
                  <a:lnTo>
                    <a:pt x="4311459" y="2896654"/>
                  </a:lnTo>
                  <a:lnTo>
                    <a:pt x="4322333" y="2896654"/>
                  </a:lnTo>
                  <a:lnTo>
                    <a:pt x="4322333" y="2898440"/>
                  </a:lnTo>
                  <a:lnTo>
                    <a:pt x="4327770" y="2898440"/>
                  </a:lnTo>
                  <a:lnTo>
                    <a:pt x="4327770" y="2902018"/>
                  </a:lnTo>
                  <a:lnTo>
                    <a:pt x="4333207" y="2902018"/>
                  </a:lnTo>
                  <a:lnTo>
                    <a:pt x="4333207" y="2907390"/>
                  </a:lnTo>
                  <a:lnTo>
                    <a:pt x="4338643" y="2907390"/>
                  </a:lnTo>
                  <a:lnTo>
                    <a:pt x="4338643" y="2909182"/>
                  </a:lnTo>
                  <a:lnTo>
                    <a:pt x="4344080" y="2909182"/>
                  </a:lnTo>
                  <a:lnTo>
                    <a:pt x="4349517" y="2909182"/>
                  </a:lnTo>
                  <a:lnTo>
                    <a:pt x="4349517" y="2914579"/>
                  </a:lnTo>
                  <a:lnTo>
                    <a:pt x="4354954" y="2914579"/>
                  </a:lnTo>
                  <a:lnTo>
                    <a:pt x="4360391" y="2914579"/>
                  </a:lnTo>
                  <a:lnTo>
                    <a:pt x="4360391" y="2918179"/>
                  </a:lnTo>
                  <a:lnTo>
                    <a:pt x="4365828" y="2918179"/>
                  </a:lnTo>
                  <a:lnTo>
                    <a:pt x="4365828" y="2919980"/>
                  </a:lnTo>
                  <a:lnTo>
                    <a:pt x="4371265" y="2919980"/>
                  </a:lnTo>
                  <a:lnTo>
                    <a:pt x="4371265" y="2921786"/>
                  </a:lnTo>
                  <a:lnTo>
                    <a:pt x="4376702" y="2921786"/>
                  </a:lnTo>
                  <a:lnTo>
                    <a:pt x="4382139" y="2921786"/>
                  </a:lnTo>
                  <a:lnTo>
                    <a:pt x="4382139" y="2923600"/>
                  </a:lnTo>
                  <a:lnTo>
                    <a:pt x="4387576" y="2923600"/>
                  </a:lnTo>
                  <a:lnTo>
                    <a:pt x="4387576" y="2925419"/>
                  </a:lnTo>
                  <a:lnTo>
                    <a:pt x="4393012" y="2925419"/>
                  </a:lnTo>
                  <a:lnTo>
                    <a:pt x="4398449" y="2925419"/>
                  </a:lnTo>
                  <a:lnTo>
                    <a:pt x="4398449" y="2927240"/>
                  </a:lnTo>
                  <a:lnTo>
                    <a:pt x="4403886" y="2927240"/>
                  </a:lnTo>
                  <a:lnTo>
                    <a:pt x="4403886" y="2929063"/>
                  </a:lnTo>
                  <a:lnTo>
                    <a:pt x="4409323" y="2929063"/>
                  </a:lnTo>
                  <a:lnTo>
                    <a:pt x="4414760" y="2929063"/>
                  </a:lnTo>
                  <a:lnTo>
                    <a:pt x="4414760" y="2932712"/>
                  </a:lnTo>
                  <a:lnTo>
                    <a:pt x="4420197" y="2932712"/>
                  </a:lnTo>
                  <a:lnTo>
                    <a:pt x="4420197" y="2934536"/>
                  </a:lnTo>
                  <a:lnTo>
                    <a:pt x="4425634" y="2934536"/>
                  </a:lnTo>
                  <a:lnTo>
                    <a:pt x="4425634" y="2936361"/>
                  </a:lnTo>
                  <a:lnTo>
                    <a:pt x="4441945" y="2936361"/>
                  </a:lnTo>
                  <a:lnTo>
                    <a:pt x="4447381" y="2936361"/>
                  </a:lnTo>
                  <a:lnTo>
                    <a:pt x="4447381" y="2938191"/>
                  </a:lnTo>
                  <a:lnTo>
                    <a:pt x="4452818" y="2938191"/>
                  </a:lnTo>
                  <a:lnTo>
                    <a:pt x="4452818" y="2941858"/>
                  </a:lnTo>
                  <a:lnTo>
                    <a:pt x="4458255" y="2941858"/>
                  </a:lnTo>
                  <a:lnTo>
                    <a:pt x="4458255" y="2943695"/>
                  </a:lnTo>
                  <a:lnTo>
                    <a:pt x="4463692" y="2943695"/>
                  </a:lnTo>
                  <a:lnTo>
                    <a:pt x="4463692" y="2945534"/>
                  </a:lnTo>
                  <a:lnTo>
                    <a:pt x="4480003" y="2945534"/>
                  </a:lnTo>
                  <a:lnTo>
                    <a:pt x="4485440" y="2945534"/>
                  </a:lnTo>
                  <a:lnTo>
                    <a:pt x="4490877" y="2945534"/>
                  </a:lnTo>
                  <a:lnTo>
                    <a:pt x="4490877" y="2947378"/>
                  </a:lnTo>
                  <a:lnTo>
                    <a:pt x="4496313" y="2947378"/>
                  </a:lnTo>
                  <a:lnTo>
                    <a:pt x="4496313" y="2951068"/>
                  </a:lnTo>
                  <a:lnTo>
                    <a:pt x="4501750" y="2951068"/>
                  </a:lnTo>
                  <a:lnTo>
                    <a:pt x="4507187" y="2951068"/>
                  </a:lnTo>
                  <a:lnTo>
                    <a:pt x="4507187" y="2952915"/>
                  </a:lnTo>
                  <a:lnTo>
                    <a:pt x="4512624" y="2952915"/>
                  </a:lnTo>
                  <a:lnTo>
                    <a:pt x="4512624" y="2954763"/>
                  </a:lnTo>
                  <a:lnTo>
                    <a:pt x="4518061" y="2954763"/>
                  </a:lnTo>
                  <a:lnTo>
                    <a:pt x="4518061" y="2956611"/>
                  </a:lnTo>
                  <a:lnTo>
                    <a:pt x="4528935" y="2956611"/>
                  </a:lnTo>
                  <a:lnTo>
                    <a:pt x="4539809" y="2956611"/>
                  </a:lnTo>
                  <a:lnTo>
                    <a:pt x="4539809" y="2958465"/>
                  </a:lnTo>
                  <a:lnTo>
                    <a:pt x="4545246" y="2958465"/>
                  </a:lnTo>
                  <a:lnTo>
                    <a:pt x="4545246" y="2960322"/>
                  </a:lnTo>
                  <a:lnTo>
                    <a:pt x="4550682" y="2960322"/>
                  </a:lnTo>
                  <a:lnTo>
                    <a:pt x="4550682" y="2964037"/>
                  </a:lnTo>
                  <a:lnTo>
                    <a:pt x="4561556" y="2964037"/>
                  </a:lnTo>
                  <a:lnTo>
                    <a:pt x="4566993" y="2964037"/>
                  </a:lnTo>
                  <a:lnTo>
                    <a:pt x="4566993" y="2965898"/>
                  </a:lnTo>
                  <a:lnTo>
                    <a:pt x="4572430" y="2965898"/>
                  </a:lnTo>
                  <a:lnTo>
                    <a:pt x="4572430" y="2967765"/>
                  </a:lnTo>
                  <a:lnTo>
                    <a:pt x="4577867" y="2967765"/>
                  </a:lnTo>
                  <a:lnTo>
                    <a:pt x="4577867" y="2969631"/>
                  </a:lnTo>
                  <a:lnTo>
                    <a:pt x="4583304" y="2969631"/>
                  </a:lnTo>
                  <a:lnTo>
                    <a:pt x="4583304" y="2971497"/>
                  </a:lnTo>
                  <a:lnTo>
                    <a:pt x="4588741" y="2971497"/>
                  </a:lnTo>
                  <a:lnTo>
                    <a:pt x="4588741" y="2973364"/>
                  </a:lnTo>
                  <a:lnTo>
                    <a:pt x="4594178" y="2973364"/>
                  </a:lnTo>
                  <a:lnTo>
                    <a:pt x="4599615" y="2973364"/>
                  </a:lnTo>
                  <a:lnTo>
                    <a:pt x="4599615" y="2975232"/>
                  </a:lnTo>
                  <a:lnTo>
                    <a:pt x="4605051" y="2975232"/>
                  </a:lnTo>
                  <a:lnTo>
                    <a:pt x="4615925" y="2975232"/>
                  </a:lnTo>
                  <a:lnTo>
                    <a:pt x="4621362" y="2975232"/>
                  </a:lnTo>
                  <a:lnTo>
                    <a:pt x="4621362" y="2977105"/>
                  </a:lnTo>
                  <a:lnTo>
                    <a:pt x="4626799" y="2977105"/>
                  </a:lnTo>
                  <a:lnTo>
                    <a:pt x="4626799" y="2978979"/>
                  </a:lnTo>
                  <a:lnTo>
                    <a:pt x="4632236" y="2978979"/>
                  </a:lnTo>
                  <a:lnTo>
                    <a:pt x="4637673" y="2978979"/>
                  </a:lnTo>
                  <a:lnTo>
                    <a:pt x="4637673" y="2980858"/>
                  </a:lnTo>
                  <a:lnTo>
                    <a:pt x="4643110" y="2980858"/>
                  </a:lnTo>
                  <a:lnTo>
                    <a:pt x="4643110" y="2982737"/>
                  </a:lnTo>
                  <a:lnTo>
                    <a:pt x="4648547" y="2982737"/>
                  </a:lnTo>
                  <a:lnTo>
                    <a:pt x="4653983" y="2982737"/>
                  </a:lnTo>
                  <a:lnTo>
                    <a:pt x="4653983" y="2984622"/>
                  </a:lnTo>
                  <a:lnTo>
                    <a:pt x="4659420" y="2984622"/>
                  </a:lnTo>
                  <a:lnTo>
                    <a:pt x="4659420" y="2986509"/>
                  </a:lnTo>
                  <a:lnTo>
                    <a:pt x="4670294" y="2986509"/>
                  </a:lnTo>
                  <a:lnTo>
                    <a:pt x="4670294" y="2990283"/>
                  </a:lnTo>
                  <a:lnTo>
                    <a:pt x="4675731" y="2990283"/>
                  </a:lnTo>
                  <a:lnTo>
                    <a:pt x="4675731" y="2992171"/>
                  </a:lnTo>
                  <a:lnTo>
                    <a:pt x="4681168" y="2992171"/>
                  </a:lnTo>
                  <a:lnTo>
                    <a:pt x="4686605" y="2992171"/>
                  </a:lnTo>
                  <a:lnTo>
                    <a:pt x="4686605" y="2994063"/>
                  </a:lnTo>
                  <a:lnTo>
                    <a:pt x="4692042" y="2994063"/>
                  </a:lnTo>
                  <a:lnTo>
                    <a:pt x="4692042" y="2999738"/>
                  </a:lnTo>
                  <a:lnTo>
                    <a:pt x="4708352" y="2999738"/>
                  </a:lnTo>
                  <a:lnTo>
                    <a:pt x="4708352" y="3001632"/>
                  </a:lnTo>
                  <a:lnTo>
                    <a:pt x="4719226" y="3001632"/>
                  </a:lnTo>
                  <a:lnTo>
                    <a:pt x="4719226" y="3003526"/>
                  </a:lnTo>
                  <a:lnTo>
                    <a:pt x="4724663" y="3003526"/>
                  </a:lnTo>
                  <a:lnTo>
                    <a:pt x="4730100" y="3003526"/>
                  </a:lnTo>
                  <a:lnTo>
                    <a:pt x="4730100" y="3005426"/>
                  </a:lnTo>
                  <a:lnTo>
                    <a:pt x="4735537" y="3005426"/>
                  </a:lnTo>
                  <a:lnTo>
                    <a:pt x="4740974" y="3005426"/>
                  </a:lnTo>
                  <a:lnTo>
                    <a:pt x="4740974" y="3007329"/>
                  </a:lnTo>
                  <a:lnTo>
                    <a:pt x="4746411" y="3007329"/>
                  </a:lnTo>
                  <a:lnTo>
                    <a:pt x="4746411" y="3011139"/>
                  </a:lnTo>
                  <a:lnTo>
                    <a:pt x="4751848" y="3011139"/>
                  </a:lnTo>
                  <a:lnTo>
                    <a:pt x="4751848" y="3013047"/>
                  </a:lnTo>
                  <a:lnTo>
                    <a:pt x="4757285" y="3013047"/>
                  </a:lnTo>
                  <a:lnTo>
                    <a:pt x="4762721" y="3013047"/>
                  </a:lnTo>
                  <a:lnTo>
                    <a:pt x="4762721" y="3016873"/>
                  </a:lnTo>
                  <a:lnTo>
                    <a:pt x="4773595" y="3016873"/>
                  </a:lnTo>
                  <a:lnTo>
                    <a:pt x="4779032" y="3016873"/>
                  </a:lnTo>
                  <a:lnTo>
                    <a:pt x="4779032" y="3018790"/>
                  </a:lnTo>
                  <a:lnTo>
                    <a:pt x="4784469" y="3018790"/>
                  </a:lnTo>
                  <a:lnTo>
                    <a:pt x="4784469" y="3022623"/>
                  </a:lnTo>
                  <a:lnTo>
                    <a:pt x="4789906" y="3022623"/>
                  </a:lnTo>
                  <a:lnTo>
                    <a:pt x="4789906" y="3026456"/>
                  </a:lnTo>
                  <a:lnTo>
                    <a:pt x="4795343" y="3026456"/>
                  </a:lnTo>
                  <a:lnTo>
                    <a:pt x="4795343" y="3028375"/>
                  </a:lnTo>
                  <a:lnTo>
                    <a:pt x="4800780" y="3028375"/>
                  </a:lnTo>
                  <a:lnTo>
                    <a:pt x="4800780" y="3030295"/>
                  </a:lnTo>
                  <a:lnTo>
                    <a:pt x="4811654" y="3030295"/>
                  </a:lnTo>
                  <a:lnTo>
                    <a:pt x="4811654" y="3032217"/>
                  </a:lnTo>
                  <a:lnTo>
                    <a:pt x="4817090" y="3032217"/>
                  </a:lnTo>
                  <a:lnTo>
                    <a:pt x="4827964" y="3032217"/>
                  </a:lnTo>
                  <a:lnTo>
                    <a:pt x="4833401" y="3032217"/>
                  </a:lnTo>
                  <a:lnTo>
                    <a:pt x="4833401" y="3034144"/>
                  </a:lnTo>
                  <a:lnTo>
                    <a:pt x="4844275" y="3034144"/>
                  </a:lnTo>
                  <a:lnTo>
                    <a:pt x="4849712" y="3034144"/>
                  </a:lnTo>
                  <a:lnTo>
                    <a:pt x="4855149" y="3034144"/>
                  </a:lnTo>
                  <a:lnTo>
                    <a:pt x="4855149" y="3038011"/>
                  </a:lnTo>
                  <a:lnTo>
                    <a:pt x="4860586" y="3038011"/>
                  </a:lnTo>
                  <a:lnTo>
                    <a:pt x="4866022" y="3038011"/>
                  </a:lnTo>
                  <a:lnTo>
                    <a:pt x="4866022" y="3039948"/>
                  </a:lnTo>
                  <a:lnTo>
                    <a:pt x="4871459" y="3039948"/>
                  </a:lnTo>
                  <a:lnTo>
                    <a:pt x="4871459" y="3041887"/>
                  </a:lnTo>
                  <a:lnTo>
                    <a:pt x="4876896" y="3041887"/>
                  </a:lnTo>
                  <a:lnTo>
                    <a:pt x="4876896" y="3043829"/>
                  </a:lnTo>
                  <a:lnTo>
                    <a:pt x="4882333" y="3043829"/>
                  </a:lnTo>
                  <a:lnTo>
                    <a:pt x="4893207" y="3043829"/>
                  </a:lnTo>
                  <a:lnTo>
                    <a:pt x="4893207" y="3045774"/>
                  </a:lnTo>
                  <a:lnTo>
                    <a:pt x="4898644" y="3045774"/>
                  </a:lnTo>
                  <a:lnTo>
                    <a:pt x="4898644" y="3047722"/>
                  </a:lnTo>
                  <a:lnTo>
                    <a:pt x="4904081" y="3047722"/>
                  </a:lnTo>
                  <a:lnTo>
                    <a:pt x="4904081" y="3049669"/>
                  </a:lnTo>
                  <a:lnTo>
                    <a:pt x="4909518" y="3049669"/>
                  </a:lnTo>
                  <a:lnTo>
                    <a:pt x="4909518" y="3051620"/>
                  </a:lnTo>
                  <a:lnTo>
                    <a:pt x="4914955" y="3051620"/>
                  </a:lnTo>
                  <a:lnTo>
                    <a:pt x="4914955" y="3055542"/>
                  </a:lnTo>
                  <a:lnTo>
                    <a:pt x="4920391" y="3055542"/>
                  </a:lnTo>
                  <a:lnTo>
                    <a:pt x="4920391" y="3057505"/>
                  </a:lnTo>
                  <a:lnTo>
                    <a:pt x="4925828" y="3057505"/>
                  </a:lnTo>
                  <a:lnTo>
                    <a:pt x="4925828" y="3061432"/>
                  </a:lnTo>
                  <a:lnTo>
                    <a:pt x="4931265" y="3061432"/>
                  </a:lnTo>
                  <a:lnTo>
                    <a:pt x="4936702" y="3061432"/>
                  </a:lnTo>
                  <a:lnTo>
                    <a:pt x="4947576" y="3061432"/>
                  </a:lnTo>
                  <a:lnTo>
                    <a:pt x="4958450" y="3061432"/>
                  </a:lnTo>
                  <a:lnTo>
                    <a:pt x="4958450" y="3065379"/>
                  </a:lnTo>
                  <a:lnTo>
                    <a:pt x="4963887" y="3065379"/>
                  </a:lnTo>
                  <a:lnTo>
                    <a:pt x="4969324" y="3065379"/>
                  </a:lnTo>
                  <a:lnTo>
                    <a:pt x="4969324" y="3071307"/>
                  </a:lnTo>
                  <a:lnTo>
                    <a:pt x="4974760" y="3071307"/>
                  </a:lnTo>
                  <a:lnTo>
                    <a:pt x="4980197" y="3071307"/>
                  </a:lnTo>
                  <a:lnTo>
                    <a:pt x="4980197" y="3075262"/>
                  </a:lnTo>
                  <a:lnTo>
                    <a:pt x="4985634" y="3075262"/>
                  </a:lnTo>
                  <a:lnTo>
                    <a:pt x="4985634" y="3077240"/>
                  </a:lnTo>
                  <a:lnTo>
                    <a:pt x="4991071" y="3077240"/>
                  </a:lnTo>
                  <a:lnTo>
                    <a:pt x="4991071" y="3079218"/>
                  </a:lnTo>
                  <a:lnTo>
                    <a:pt x="4996508" y="3079218"/>
                  </a:lnTo>
                  <a:lnTo>
                    <a:pt x="4996508" y="3081199"/>
                  </a:lnTo>
                  <a:lnTo>
                    <a:pt x="5001945" y="3081199"/>
                  </a:lnTo>
                  <a:lnTo>
                    <a:pt x="5001945" y="3083183"/>
                  </a:lnTo>
                  <a:lnTo>
                    <a:pt x="5012819" y="3083183"/>
                  </a:lnTo>
                  <a:lnTo>
                    <a:pt x="5018256" y="3083183"/>
                  </a:lnTo>
                  <a:lnTo>
                    <a:pt x="5018256" y="3087153"/>
                  </a:lnTo>
                  <a:lnTo>
                    <a:pt x="5023693" y="3087153"/>
                  </a:lnTo>
                  <a:lnTo>
                    <a:pt x="5023693" y="3091125"/>
                  </a:lnTo>
                  <a:lnTo>
                    <a:pt x="5034566" y="3091125"/>
                  </a:lnTo>
                  <a:lnTo>
                    <a:pt x="5034566" y="3093110"/>
                  </a:lnTo>
                  <a:lnTo>
                    <a:pt x="5045440" y="3093110"/>
                  </a:lnTo>
                  <a:lnTo>
                    <a:pt x="5050877" y="3093110"/>
                  </a:lnTo>
                  <a:lnTo>
                    <a:pt x="5050877" y="3095101"/>
                  </a:lnTo>
                  <a:lnTo>
                    <a:pt x="5056314" y="3095101"/>
                  </a:lnTo>
                  <a:lnTo>
                    <a:pt x="5056314" y="3097093"/>
                  </a:lnTo>
                  <a:lnTo>
                    <a:pt x="5061751" y="3097093"/>
                  </a:lnTo>
                  <a:lnTo>
                    <a:pt x="5067188" y="3097093"/>
                  </a:lnTo>
                  <a:lnTo>
                    <a:pt x="5067188" y="3099087"/>
                  </a:lnTo>
                  <a:lnTo>
                    <a:pt x="5072625" y="3099087"/>
                  </a:lnTo>
                  <a:lnTo>
                    <a:pt x="5072625" y="3101086"/>
                  </a:lnTo>
                  <a:lnTo>
                    <a:pt x="5083498" y="3101086"/>
                  </a:lnTo>
                  <a:lnTo>
                    <a:pt x="5083498" y="3103087"/>
                  </a:lnTo>
                  <a:lnTo>
                    <a:pt x="5088935" y="3103087"/>
                  </a:lnTo>
                  <a:lnTo>
                    <a:pt x="5094372" y="3103087"/>
                  </a:lnTo>
                  <a:lnTo>
                    <a:pt x="5094372" y="3105091"/>
                  </a:lnTo>
                  <a:lnTo>
                    <a:pt x="5099809" y="3105091"/>
                  </a:lnTo>
                  <a:lnTo>
                    <a:pt x="5105246" y="3105091"/>
                  </a:lnTo>
                  <a:lnTo>
                    <a:pt x="5105246" y="3107101"/>
                  </a:lnTo>
                  <a:lnTo>
                    <a:pt x="5116120" y="3107101"/>
                  </a:lnTo>
                  <a:lnTo>
                    <a:pt x="5116120" y="3111121"/>
                  </a:lnTo>
                  <a:lnTo>
                    <a:pt x="5121557" y="3111121"/>
                  </a:lnTo>
                  <a:lnTo>
                    <a:pt x="5121557" y="3113131"/>
                  </a:lnTo>
                  <a:lnTo>
                    <a:pt x="5132430" y="3113131"/>
                  </a:lnTo>
                  <a:lnTo>
                    <a:pt x="5137867" y="3113131"/>
                  </a:lnTo>
                  <a:lnTo>
                    <a:pt x="5137867" y="3117163"/>
                  </a:lnTo>
                  <a:lnTo>
                    <a:pt x="5143304" y="3117163"/>
                  </a:lnTo>
                  <a:lnTo>
                    <a:pt x="5143304" y="3119181"/>
                  </a:lnTo>
                  <a:lnTo>
                    <a:pt x="5154178" y="3119181"/>
                  </a:lnTo>
                  <a:lnTo>
                    <a:pt x="5159615" y="3119181"/>
                  </a:lnTo>
                  <a:lnTo>
                    <a:pt x="5159615" y="3123220"/>
                  </a:lnTo>
                  <a:lnTo>
                    <a:pt x="5165052" y="3123220"/>
                  </a:lnTo>
                  <a:lnTo>
                    <a:pt x="5165052" y="3129281"/>
                  </a:lnTo>
                  <a:lnTo>
                    <a:pt x="5170489" y="3129281"/>
                  </a:lnTo>
                  <a:lnTo>
                    <a:pt x="5170489" y="3131303"/>
                  </a:lnTo>
                  <a:lnTo>
                    <a:pt x="5175926" y="3131303"/>
                  </a:lnTo>
                  <a:lnTo>
                    <a:pt x="5175926" y="3135352"/>
                  </a:lnTo>
                  <a:lnTo>
                    <a:pt x="5192236" y="3135352"/>
                  </a:lnTo>
                  <a:lnTo>
                    <a:pt x="5192236" y="3137376"/>
                  </a:lnTo>
                  <a:lnTo>
                    <a:pt x="5197673" y="3137376"/>
                  </a:lnTo>
                  <a:lnTo>
                    <a:pt x="5197673" y="3139404"/>
                  </a:lnTo>
                  <a:lnTo>
                    <a:pt x="5203110" y="3139404"/>
                  </a:lnTo>
                  <a:lnTo>
                    <a:pt x="5213984" y="3139404"/>
                  </a:lnTo>
                  <a:lnTo>
                    <a:pt x="5213984" y="3141437"/>
                  </a:lnTo>
                  <a:lnTo>
                    <a:pt x="5224858" y="3141437"/>
                  </a:lnTo>
                  <a:lnTo>
                    <a:pt x="5224858" y="3143471"/>
                  </a:lnTo>
                  <a:lnTo>
                    <a:pt x="5230295" y="3143471"/>
                  </a:lnTo>
                  <a:lnTo>
                    <a:pt x="5235731" y="3143471"/>
                  </a:lnTo>
                  <a:lnTo>
                    <a:pt x="5235731" y="3145509"/>
                  </a:lnTo>
                  <a:lnTo>
                    <a:pt x="5241168" y="3145509"/>
                  </a:lnTo>
                  <a:lnTo>
                    <a:pt x="5241168" y="3147549"/>
                  </a:lnTo>
                  <a:lnTo>
                    <a:pt x="5246605" y="3147549"/>
                  </a:lnTo>
                  <a:lnTo>
                    <a:pt x="5252042" y="3147549"/>
                  </a:lnTo>
                  <a:lnTo>
                    <a:pt x="5252042" y="3149595"/>
                  </a:lnTo>
                  <a:lnTo>
                    <a:pt x="5279227" y="3149595"/>
                  </a:lnTo>
                  <a:lnTo>
                    <a:pt x="5284664" y="3149595"/>
                  </a:lnTo>
                  <a:lnTo>
                    <a:pt x="5290100" y="3149595"/>
                  </a:lnTo>
                  <a:lnTo>
                    <a:pt x="5290100" y="3153703"/>
                  </a:lnTo>
                  <a:lnTo>
                    <a:pt x="5306411" y="3153703"/>
                  </a:lnTo>
                  <a:lnTo>
                    <a:pt x="5311848" y="3153703"/>
                  </a:lnTo>
                  <a:lnTo>
                    <a:pt x="5317285" y="3153703"/>
                  </a:lnTo>
                  <a:lnTo>
                    <a:pt x="5317285" y="3155766"/>
                  </a:lnTo>
                  <a:lnTo>
                    <a:pt x="5322722" y="3155766"/>
                  </a:lnTo>
                  <a:lnTo>
                    <a:pt x="5328159" y="3155766"/>
                  </a:lnTo>
                  <a:lnTo>
                    <a:pt x="5333596" y="3155766"/>
                  </a:lnTo>
                  <a:lnTo>
                    <a:pt x="5333596" y="3159906"/>
                  </a:lnTo>
                  <a:lnTo>
                    <a:pt x="5344469" y="3159906"/>
                  </a:lnTo>
                  <a:lnTo>
                    <a:pt x="5349906" y="3159906"/>
                  </a:lnTo>
                  <a:lnTo>
                    <a:pt x="5349906" y="3161980"/>
                  </a:lnTo>
                  <a:lnTo>
                    <a:pt x="5355343" y="3161980"/>
                  </a:lnTo>
                  <a:lnTo>
                    <a:pt x="5360780" y="3161980"/>
                  </a:lnTo>
                  <a:lnTo>
                    <a:pt x="5360780" y="3164059"/>
                  </a:lnTo>
                  <a:lnTo>
                    <a:pt x="5366217" y="3164059"/>
                  </a:lnTo>
                  <a:lnTo>
                    <a:pt x="5371654" y="3164059"/>
                  </a:lnTo>
                  <a:lnTo>
                    <a:pt x="5371654" y="3166142"/>
                  </a:lnTo>
                  <a:lnTo>
                    <a:pt x="5382528" y="3166142"/>
                  </a:lnTo>
                  <a:lnTo>
                    <a:pt x="5393402" y="3166142"/>
                  </a:lnTo>
                  <a:lnTo>
                    <a:pt x="5398838" y="3166142"/>
                  </a:lnTo>
                  <a:lnTo>
                    <a:pt x="5398838" y="3168237"/>
                  </a:lnTo>
                  <a:lnTo>
                    <a:pt x="5404275" y="3168237"/>
                  </a:lnTo>
                  <a:lnTo>
                    <a:pt x="5404275" y="3170332"/>
                  </a:lnTo>
                  <a:lnTo>
                    <a:pt x="5409712" y="3170332"/>
                  </a:lnTo>
                  <a:lnTo>
                    <a:pt x="5409712" y="3178739"/>
                  </a:lnTo>
                  <a:lnTo>
                    <a:pt x="5415149" y="3178739"/>
                  </a:lnTo>
                  <a:lnTo>
                    <a:pt x="5415149" y="3180840"/>
                  </a:lnTo>
                  <a:lnTo>
                    <a:pt x="5420586" y="3180840"/>
                  </a:lnTo>
                  <a:lnTo>
                    <a:pt x="5420586" y="3182943"/>
                  </a:lnTo>
                  <a:lnTo>
                    <a:pt x="5426023" y="3182943"/>
                  </a:lnTo>
                  <a:lnTo>
                    <a:pt x="5426023" y="3185047"/>
                  </a:lnTo>
                  <a:lnTo>
                    <a:pt x="5431460" y="3185047"/>
                  </a:lnTo>
                  <a:lnTo>
                    <a:pt x="5442334" y="3185047"/>
                  </a:lnTo>
                  <a:lnTo>
                    <a:pt x="5447770" y="3185047"/>
                  </a:lnTo>
                  <a:lnTo>
                    <a:pt x="5469518" y="3185047"/>
                  </a:lnTo>
                  <a:lnTo>
                    <a:pt x="5480392" y="3185047"/>
                  </a:lnTo>
                  <a:lnTo>
                    <a:pt x="5480392" y="3187166"/>
                  </a:lnTo>
                  <a:lnTo>
                    <a:pt x="5491266" y="3187166"/>
                  </a:lnTo>
                  <a:lnTo>
                    <a:pt x="5491266" y="3189292"/>
                  </a:lnTo>
                  <a:lnTo>
                    <a:pt x="5496703" y="3189292"/>
                  </a:lnTo>
                  <a:lnTo>
                    <a:pt x="5496703" y="3193547"/>
                  </a:lnTo>
                  <a:lnTo>
                    <a:pt x="5513013" y="3193547"/>
                  </a:lnTo>
                  <a:lnTo>
                    <a:pt x="5518450" y="3193547"/>
                  </a:lnTo>
                  <a:lnTo>
                    <a:pt x="5529324" y="3193547"/>
                  </a:lnTo>
                  <a:lnTo>
                    <a:pt x="5534761" y="3193547"/>
                  </a:lnTo>
                  <a:lnTo>
                    <a:pt x="5534761" y="3195693"/>
                  </a:lnTo>
                  <a:lnTo>
                    <a:pt x="5545635" y="3195693"/>
                  </a:lnTo>
                  <a:lnTo>
                    <a:pt x="5545635" y="3197838"/>
                  </a:lnTo>
                  <a:lnTo>
                    <a:pt x="5556508" y="3197838"/>
                  </a:lnTo>
                  <a:lnTo>
                    <a:pt x="5556508" y="3204276"/>
                  </a:lnTo>
                  <a:lnTo>
                    <a:pt x="5578256" y="3204276"/>
                  </a:lnTo>
                  <a:lnTo>
                    <a:pt x="5578256" y="3206424"/>
                  </a:lnTo>
                  <a:lnTo>
                    <a:pt x="5583693" y="3206424"/>
                  </a:lnTo>
                  <a:lnTo>
                    <a:pt x="5589130" y="3206424"/>
                  </a:lnTo>
                  <a:lnTo>
                    <a:pt x="5600004" y="3206424"/>
                  </a:lnTo>
                  <a:lnTo>
                    <a:pt x="5600004" y="3208577"/>
                  </a:lnTo>
                  <a:lnTo>
                    <a:pt x="5605440" y="3208577"/>
                  </a:lnTo>
                  <a:lnTo>
                    <a:pt x="5605440" y="3212883"/>
                  </a:lnTo>
                  <a:lnTo>
                    <a:pt x="5616314" y="3212883"/>
                  </a:lnTo>
                  <a:lnTo>
                    <a:pt x="5621751" y="3212883"/>
                  </a:lnTo>
                  <a:lnTo>
                    <a:pt x="5621751" y="3215040"/>
                  </a:lnTo>
                  <a:lnTo>
                    <a:pt x="5627188" y="3215040"/>
                  </a:lnTo>
                  <a:lnTo>
                    <a:pt x="5632625" y="3215040"/>
                  </a:lnTo>
                  <a:lnTo>
                    <a:pt x="5643499" y="3215040"/>
                  </a:lnTo>
                  <a:lnTo>
                    <a:pt x="5643499" y="3217205"/>
                  </a:lnTo>
                  <a:lnTo>
                    <a:pt x="5648936" y="3217205"/>
                  </a:lnTo>
                  <a:lnTo>
                    <a:pt x="5648936" y="3219372"/>
                  </a:lnTo>
                  <a:lnTo>
                    <a:pt x="5654373" y="3219372"/>
                  </a:lnTo>
                  <a:lnTo>
                    <a:pt x="5670683" y="3219372"/>
                  </a:lnTo>
                  <a:lnTo>
                    <a:pt x="5681557" y="3219372"/>
                  </a:lnTo>
                  <a:lnTo>
                    <a:pt x="5681557" y="3221548"/>
                  </a:lnTo>
                  <a:lnTo>
                    <a:pt x="5692431" y="3221548"/>
                  </a:lnTo>
                  <a:lnTo>
                    <a:pt x="5708742" y="3221548"/>
                  </a:lnTo>
                  <a:lnTo>
                    <a:pt x="5714178" y="3221548"/>
                  </a:lnTo>
                  <a:lnTo>
                    <a:pt x="5730489" y="3221548"/>
                  </a:lnTo>
                  <a:lnTo>
                    <a:pt x="5735926" y="3221548"/>
                  </a:lnTo>
                  <a:lnTo>
                    <a:pt x="5757674" y="3221548"/>
                  </a:lnTo>
                  <a:lnTo>
                    <a:pt x="5763111" y="3221548"/>
                  </a:lnTo>
                  <a:lnTo>
                    <a:pt x="5763111" y="3223744"/>
                  </a:lnTo>
                  <a:lnTo>
                    <a:pt x="5773984" y="3223744"/>
                  </a:lnTo>
                  <a:lnTo>
                    <a:pt x="5779421" y="3223744"/>
                  </a:lnTo>
                  <a:lnTo>
                    <a:pt x="5784858" y="3223744"/>
                  </a:lnTo>
                  <a:lnTo>
                    <a:pt x="5801169" y="3223744"/>
                  </a:lnTo>
                  <a:lnTo>
                    <a:pt x="5801169" y="3225955"/>
                  </a:lnTo>
                  <a:lnTo>
                    <a:pt x="5817479" y="3225955"/>
                  </a:lnTo>
                  <a:lnTo>
                    <a:pt x="5822916" y="3225955"/>
                  </a:lnTo>
                  <a:lnTo>
                    <a:pt x="5833790" y="3225955"/>
                  </a:lnTo>
                  <a:lnTo>
                    <a:pt x="5833790" y="3228174"/>
                  </a:lnTo>
                  <a:lnTo>
                    <a:pt x="5844664" y="3228174"/>
                  </a:lnTo>
                  <a:lnTo>
                    <a:pt x="5844664" y="3230399"/>
                  </a:lnTo>
                  <a:lnTo>
                    <a:pt x="5850101" y="3230399"/>
                  </a:lnTo>
                  <a:lnTo>
                    <a:pt x="5850101" y="3232627"/>
                  </a:lnTo>
                  <a:lnTo>
                    <a:pt x="5860975" y="3232627"/>
                  </a:lnTo>
                  <a:lnTo>
                    <a:pt x="5860975" y="3234858"/>
                  </a:lnTo>
                  <a:lnTo>
                    <a:pt x="5877285" y="3234858"/>
                  </a:lnTo>
                  <a:lnTo>
                    <a:pt x="5888159" y="3234858"/>
                  </a:lnTo>
                  <a:lnTo>
                    <a:pt x="5888159" y="3237100"/>
                  </a:lnTo>
                  <a:lnTo>
                    <a:pt x="5893596" y="3237100"/>
                  </a:lnTo>
                  <a:lnTo>
                    <a:pt x="5893596" y="3239343"/>
                  </a:lnTo>
                  <a:lnTo>
                    <a:pt x="5909907" y="3239343"/>
                  </a:lnTo>
                  <a:lnTo>
                    <a:pt x="5909907" y="3241586"/>
                  </a:lnTo>
                  <a:lnTo>
                    <a:pt x="5915344" y="3241586"/>
                  </a:lnTo>
                  <a:lnTo>
                    <a:pt x="5920781" y="3241586"/>
                  </a:lnTo>
                  <a:lnTo>
                    <a:pt x="5920781" y="3243834"/>
                  </a:lnTo>
                  <a:lnTo>
                    <a:pt x="5926217" y="3243834"/>
                  </a:lnTo>
                  <a:lnTo>
                    <a:pt x="5937091" y="3243834"/>
                  </a:lnTo>
                  <a:lnTo>
                    <a:pt x="5937091" y="3246092"/>
                  </a:lnTo>
                  <a:lnTo>
                    <a:pt x="5947965" y="3246092"/>
                  </a:lnTo>
                  <a:lnTo>
                    <a:pt x="5953402" y="3246092"/>
                  </a:lnTo>
                  <a:lnTo>
                    <a:pt x="5953402" y="3248368"/>
                  </a:lnTo>
                  <a:lnTo>
                    <a:pt x="5969713" y="3248368"/>
                  </a:lnTo>
                  <a:lnTo>
                    <a:pt x="5969713" y="3250644"/>
                  </a:lnTo>
                  <a:lnTo>
                    <a:pt x="5986023" y="3250644"/>
                  </a:lnTo>
                  <a:lnTo>
                    <a:pt x="5986023" y="3252920"/>
                  </a:lnTo>
                  <a:lnTo>
                    <a:pt x="5991460" y="3252920"/>
                  </a:lnTo>
                  <a:lnTo>
                    <a:pt x="5996897" y="3252920"/>
                  </a:lnTo>
                  <a:lnTo>
                    <a:pt x="6013208" y="3252920"/>
                  </a:lnTo>
                  <a:lnTo>
                    <a:pt x="6018645" y="3252920"/>
                  </a:lnTo>
                  <a:lnTo>
                    <a:pt x="6018645" y="3255206"/>
                  </a:lnTo>
                  <a:lnTo>
                    <a:pt x="6024082" y="3255206"/>
                  </a:lnTo>
                  <a:lnTo>
                    <a:pt x="6029518" y="3255206"/>
                  </a:lnTo>
                  <a:lnTo>
                    <a:pt x="6029518" y="3259785"/>
                  </a:lnTo>
                  <a:lnTo>
                    <a:pt x="6040392" y="3259785"/>
                  </a:lnTo>
                  <a:lnTo>
                    <a:pt x="6045829" y="3259785"/>
                  </a:lnTo>
                  <a:lnTo>
                    <a:pt x="6051266" y="3259785"/>
                  </a:lnTo>
                  <a:lnTo>
                    <a:pt x="6067577" y="3259785"/>
                  </a:lnTo>
                  <a:lnTo>
                    <a:pt x="6067577" y="3262087"/>
                  </a:lnTo>
                  <a:lnTo>
                    <a:pt x="6073014" y="3262087"/>
                  </a:lnTo>
                  <a:lnTo>
                    <a:pt x="6083887" y="3262087"/>
                  </a:lnTo>
                  <a:lnTo>
                    <a:pt x="6089324" y="3262087"/>
                  </a:lnTo>
                  <a:lnTo>
                    <a:pt x="6094761" y="3262087"/>
                  </a:lnTo>
                  <a:lnTo>
                    <a:pt x="6094761" y="3264402"/>
                  </a:lnTo>
                  <a:lnTo>
                    <a:pt x="6100198" y="3264402"/>
                  </a:lnTo>
                  <a:lnTo>
                    <a:pt x="6100198" y="3266718"/>
                  </a:lnTo>
                  <a:lnTo>
                    <a:pt x="6121946" y="3266718"/>
                  </a:lnTo>
                  <a:lnTo>
                    <a:pt x="6121946" y="3269034"/>
                  </a:lnTo>
                  <a:lnTo>
                    <a:pt x="6127383" y="3269034"/>
                  </a:lnTo>
                  <a:lnTo>
                    <a:pt x="6132820" y="3269034"/>
                  </a:lnTo>
                  <a:lnTo>
                    <a:pt x="6138256" y="3269034"/>
                  </a:lnTo>
                  <a:lnTo>
                    <a:pt x="6138256" y="3273698"/>
                  </a:lnTo>
                  <a:lnTo>
                    <a:pt x="6143693" y="3273698"/>
                  </a:lnTo>
                  <a:lnTo>
                    <a:pt x="6149130" y="3273698"/>
                  </a:lnTo>
                  <a:lnTo>
                    <a:pt x="6160004" y="3273698"/>
                  </a:lnTo>
                  <a:lnTo>
                    <a:pt x="6165441" y="3273698"/>
                  </a:lnTo>
                  <a:lnTo>
                    <a:pt x="6165441" y="3276038"/>
                  </a:lnTo>
                  <a:lnTo>
                    <a:pt x="6170878" y="3276038"/>
                  </a:lnTo>
                  <a:lnTo>
                    <a:pt x="6170878" y="3278387"/>
                  </a:lnTo>
                  <a:lnTo>
                    <a:pt x="6176315" y="3278387"/>
                  </a:lnTo>
                  <a:lnTo>
                    <a:pt x="6176315" y="3283085"/>
                  </a:lnTo>
                  <a:lnTo>
                    <a:pt x="6181752" y="3283085"/>
                  </a:lnTo>
                  <a:lnTo>
                    <a:pt x="6181752" y="3285434"/>
                  </a:lnTo>
                  <a:lnTo>
                    <a:pt x="6192625" y="3285434"/>
                  </a:lnTo>
                  <a:lnTo>
                    <a:pt x="6192625" y="3287783"/>
                  </a:lnTo>
                  <a:lnTo>
                    <a:pt x="6198062" y="3287783"/>
                  </a:lnTo>
                  <a:lnTo>
                    <a:pt x="6198062" y="3290136"/>
                  </a:lnTo>
                  <a:lnTo>
                    <a:pt x="6203499" y="3290136"/>
                  </a:lnTo>
                  <a:lnTo>
                    <a:pt x="6208936" y="3290136"/>
                  </a:lnTo>
                  <a:lnTo>
                    <a:pt x="6214373" y="3290136"/>
                  </a:lnTo>
                  <a:lnTo>
                    <a:pt x="6214373" y="3292499"/>
                  </a:lnTo>
                  <a:lnTo>
                    <a:pt x="6219810" y="3292499"/>
                  </a:lnTo>
                  <a:lnTo>
                    <a:pt x="6230684" y="3292499"/>
                  </a:lnTo>
                  <a:lnTo>
                    <a:pt x="6236121" y="3292499"/>
                  </a:lnTo>
                  <a:lnTo>
                    <a:pt x="6241557" y="3292499"/>
                  </a:lnTo>
                  <a:lnTo>
                    <a:pt x="6241557" y="3294874"/>
                  </a:lnTo>
                  <a:lnTo>
                    <a:pt x="6246994" y="3294874"/>
                  </a:lnTo>
                  <a:lnTo>
                    <a:pt x="6257868" y="3294874"/>
                  </a:lnTo>
                  <a:lnTo>
                    <a:pt x="6257868" y="3299635"/>
                  </a:lnTo>
                  <a:lnTo>
                    <a:pt x="6263305" y="3299635"/>
                  </a:lnTo>
                  <a:lnTo>
                    <a:pt x="6263305" y="3302016"/>
                  </a:lnTo>
                  <a:lnTo>
                    <a:pt x="6268742" y="3302016"/>
                  </a:lnTo>
                  <a:lnTo>
                    <a:pt x="6268742" y="3304398"/>
                  </a:lnTo>
                  <a:lnTo>
                    <a:pt x="6285053" y="3304398"/>
                  </a:lnTo>
                  <a:lnTo>
                    <a:pt x="6290490" y="3304398"/>
                  </a:lnTo>
                  <a:lnTo>
                    <a:pt x="6290490" y="3306788"/>
                  </a:lnTo>
                  <a:lnTo>
                    <a:pt x="6301363" y="3306788"/>
                  </a:lnTo>
                  <a:lnTo>
                    <a:pt x="6306800" y="3306788"/>
                  </a:lnTo>
                  <a:lnTo>
                    <a:pt x="6312237" y="3306788"/>
                  </a:lnTo>
                  <a:lnTo>
                    <a:pt x="6312237" y="3309189"/>
                  </a:lnTo>
                  <a:lnTo>
                    <a:pt x="6317674" y="3309189"/>
                  </a:lnTo>
                  <a:lnTo>
                    <a:pt x="6323111" y="3309189"/>
                  </a:lnTo>
                  <a:lnTo>
                    <a:pt x="6333985" y="3309189"/>
                  </a:lnTo>
                  <a:lnTo>
                    <a:pt x="6339422" y="3309189"/>
                  </a:lnTo>
                  <a:lnTo>
                    <a:pt x="6339422" y="3311603"/>
                  </a:lnTo>
                  <a:lnTo>
                    <a:pt x="6350295" y="3311603"/>
                  </a:lnTo>
                  <a:lnTo>
                    <a:pt x="6366606" y="3311603"/>
                  </a:lnTo>
                  <a:lnTo>
                    <a:pt x="6366606" y="3316442"/>
                  </a:lnTo>
                  <a:lnTo>
                    <a:pt x="6377480" y="3316442"/>
                  </a:lnTo>
                  <a:lnTo>
                    <a:pt x="6388354" y="3316442"/>
                  </a:lnTo>
                  <a:lnTo>
                    <a:pt x="6388354" y="3321288"/>
                  </a:lnTo>
                  <a:lnTo>
                    <a:pt x="6393791" y="3321288"/>
                  </a:lnTo>
                  <a:lnTo>
                    <a:pt x="6393791" y="3323714"/>
                  </a:lnTo>
                  <a:lnTo>
                    <a:pt x="6399227" y="3323714"/>
                  </a:lnTo>
                  <a:lnTo>
                    <a:pt x="6399227" y="3326146"/>
                  </a:lnTo>
                  <a:lnTo>
                    <a:pt x="6415538" y="3326146"/>
                  </a:lnTo>
                  <a:lnTo>
                    <a:pt x="6415538" y="3328579"/>
                  </a:lnTo>
                  <a:lnTo>
                    <a:pt x="6426412" y="3328579"/>
                  </a:lnTo>
                  <a:lnTo>
                    <a:pt x="6426412" y="3331015"/>
                  </a:lnTo>
                  <a:lnTo>
                    <a:pt x="6448160" y="3331015"/>
                  </a:lnTo>
                  <a:lnTo>
                    <a:pt x="6459033" y="3331015"/>
                  </a:lnTo>
                  <a:lnTo>
                    <a:pt x="6464470" y="3331015"/>
                  </a:lnTo>
                  <a:lnTo>
                    <a:pt x="6464470" y="3333457"/>
                  </a:lnTo>
                  <a:lnTo>
                    <a:pt x="6469907" y="3333457"/>
                  </a:lnTo>
                  <a:lnTo>
                    <a:pt x="6469907" y="3335899"/>
                  </a:lnTo>
                  <a:lnTo>
                    <a:pt x="6475344" y="3335899"/>
                  </a:lnTo>
                  <a:lnTo>
                    <a:pt x="6486218" y="3335899"/>
                  </a:lnTo>
                  <a:lnTo>
                    <a:pt x="6486218" y="3338353"/>
                  </a:lnTo>
                  <a:lnTo>
                    <a:pt x="6491655" y="3338353"/>
                  </a:lnTo>
                  <a:lnTo>
                    <a:pt x="6497092" y="3338353"/>
                  </a:lnTo>
                  <a:lnTo>
                    <a:pt x="6497092" y="3340814"/>
                  </a:lnTo>
                  <a:lnTo>
                    <a:pt x="6502529" y="3340814"/>
                  </a:lnTo>
                  <a:lnTo>
                    <a:pt x="6507965" y="3340814"/>
                  </a:lnTo>
                  <a:lnTo>
                    <a:pt x="6513402" y="3340814"/>
                  </a:lnTo>
                  <a:lnTo>
                    <a:pt x="6513402" y="3343285"/>
                  </a:lnTo>
                  <a:lnTo>
                    <a:pt x="6546024" y="3343285"/>
                  </a:lnTo>
                  <a:lnTo>
                    <a:pt x="6546024" y="3348226"/>
                  </a:lnTo>
                  <a:lnTo>
                    <a:pt x="6551461" y="3348226"/>
                  </a:lnTo>
                  <a:lnTo>
                    <a:pt x="6556898" y="3348226"/>
                  </a:lnTo>
                  <a:lnTo>
                    <a:pt x="6573208" y="3348226"/>
                  </a:lnTo>
                  <a:lnTo>
                    <a:pt x="6578645" y="3348226"/>
                  </a:lnTo>
                  <a:lnTo>
                    <a:pt x="6589519" y="3348226"/>
                  </a:lnTo>
                  <a:lnTo>
                    <a:pt x="6589519" y="3350713"/>
                  </a:lnTo>
                  <a:lnTo>
                    <a:pt x="6600393" y="3350713"/>
                  </a:lnTo>
                  <a:lnTo>
                    <a:pt x="6605830" y="3350713"/>
                  </a:lnTo>
                  <a:lnTo>
                    <a:pt x="6605830" y="3353207"/>
                  </a:lnTo>
                  <a:lnTo>
                    <a:pt x="6611266" y="3353207"/>
                  </a:lnTo>
                  <a:lnTo>
                    <a:pt x="6616703" y="3353207"/>
                  </a:lnTo>
                  <a:lnTo>
                    <a:pt x="6622140" y="3353207"/>
                  </a:lnTo>
                  <a:lnTo>
                    <a:pt x="6627577" y="3353207"/>
                  </a:lnTo>
                  <a:lnTo>
                    <a:pt x="6633014" y="3353207"/>
                  </a:lnTo>
                  <a:lnTo>
                    <a:pt x="6633014" y="3355723"/>
                  </a:lnTo>
                  <a:lnTo>
                    <a:pt x="6638451" y="3355723"/>
                  </a:lnTo>
                  <a:lnTo>
                    <a:pt x="6649325" y="3355723"/>
                  </a:lnTo>
                  <a:lnTo>
                    <a:pt x="6654762" y="3355723"/>
                  </a:lnTo>
                  <a:lnTo>
                    <a:pt x="6660199" y="3355723"/>
                  </a:lnTo>
                  <a:lnTo>
                    <a:pt x="6665635" y="3355723"/>
                  </a:lnTo>
                  <a:lnTo>
                    <a:pt x="6671072" y="3355723"/>
                  </a:lnTo>
                  <a:lnTo>
                    <a:pt x="6671072" y="3358268"/>
                  </a:lnTo>
                  <a:lnTo>
                    <a:pt x="6676509" y="3358268"/>
                  </a:lnTo>
                  <a:lnTo>
                    <a:pt x="6687383" y="3358268"/>
                  </a:lnTo>
                  <a:lnTo>
                    <a:pt x="6692820" y="3358268"/>
                  </a:lnTo>
                  <a:lnTo>
                    <a:pt x="6692820" y="3360821"/>
                  </a:lnTo>
                  <a:lnTo>
                    <a:pt x="6698257" y="3360821"/>
                  </a:lnTo>
                  <a:lnTo>
                    <a:pt x="6703694" y="3360821"/>
                  </a:lnTo>
                  <a:lnTo>
                    <a:pt x="6709131" y="3360821"/>
                  </a:lnTo>
                  <a:lnTo>
                    <a:pt x="6709131" y="3363381"/>
                  </a:lnTo>
                  <a:lnTo>
                    <a:pt x="6720004" y="3363381"/>
                  </a:lnTo>
                  <a:lnTo>
                    <a:pt x="6725441" y="3363381"/>
                  </a:lnTo>
                  <a:lnTo>
                    <a:pt x="6725441" y="3365948"/>
                  </a:lnTo>
                  <a:lnTo>
                    <a:pt x="6730878" y="3365948"/>
                  </a:lnTo>
                  <a:lnTo>
                    <a:pt x="6736315" y="3365948"/>
                  </a:lnTo>
                  <a:lnTo>
                    <a:pt x="6741752" y="3365948"/>
                  </a:lnTo>
                  <a:lnTo>
                    <a:pt x="6747189" y="3365948"/>
                  </a:lnTo>
                  <a:lnTo>
                    <a:pt x="6763500" y="3365948"/>
                  </a:lnTo>
                  <a:lnTo>
                    <a:pt x="6774373" y="3365948"/>
                  </a:lnTo>
                  <a:lnTo>
                    <a:pt x="6790684" y="3365948"/>
                  </a:lnTo>
                  <a:lnTo>
                    <a:pt x="6790684" y="3368549"/>
                  </a:lnTo>
                  <a:lnTo>
                    <a:pt x="6801558" y="3368549"/>
                  </a:lnTo>
                  <a:lnTo>
                    <a:pt x="6817869" y="3368549"/>
                  </a:lnTo>
                  <a:lnTo>
                    <a:pt x="6817869" y="3371158"/>
                  </a:lnTo>
                  <a:lnTo>
                    <a:pt x="6834179" y="3371158"/>
                  </a:lnTo>
                  <a:lnTo>
                    <a:pt x="6839616" y="3371158"/>
                  </a:lnTo>
                  <a:lnTo>
                    <a:pt x="6855927" y="3371158"/>
                  </a:lnTo>
                  <a:lnTo>
                    <a:pt x="6872238" y="3371158"/>
                  </a:lnTo>
                  <a:lnTo>
                    <a:pt x="6872238" y="3373785"/>
                  </a:lnTo>
                  <a:lnTo>
                    <a:pt x="6877674" y="3373785"/>
                  </a:lnTo>
                  <a:lnTo>
                    <a:pt x="6883111" y="3373785"/>
                  </a:lnTo>
                  <a:lnTo>
                    <a:pt x="6888548" y="3373785"/>
                  </a:lnTo>
                  <a:lnTo>
                    <a:pt x="6888548" y="3376422"/>
                  </a:lnTo>
                  <a:lnTo>
                    <a:pt x="6893985" y="3376422"/>
                  </a:lnTo>
                  <a:lnTo>
                    <a:pt x="6893985" y="3379064"/>
                  </a:lnTo>
                  <a:lnTo>
                    <a:pt x="6942917" y="3379064"/>
                  </a:lnTo>
                  <a:lnTo>
                    <a:pt x="6942917" y="3381717"/>
                  </a:lnTo>
                  <a:lnTo>
                    <a:pt x="6964665" y="3381717"/>
                  </a:lnTo>
                  <a:lnTo>
                    <a:pt x="6964665" y="3384374"/>
                  </a:lnTo>
                  <a:lnTo>
                    <a:pt x="6970102" y="3384374"/>
                  </a:lnTo>
                  <a:lnTo>
                    <a:pt x="6970102" y="3389688"/>
                  </a:lnTo>
                  <a:lnTo>
                    <a:pt x="6986412" y="3389688"/>
                  </a:lnTo>
                  <a:lnTo>
                    <a:pt x="6997286" y="3389688"/>
                  </a:lnTo>
                  <a:lnTo>
                    <a:pt x="6997286" y="3392353"/>
                  </a:lnTo>
                  <a:lnTo>
                    <a:pt x="7013597" y="3392353"/>
                  </a:lnTo>
                  <a:lnTo>
                    <a:pt x="7013597" y="3395022"/>
                  </a:lnTo>
                  <a:lnTo>
                    <a:pt x="7019034" y="3395022"/>
                  </a:lnTo>
                  <a:lnTo>
                    <a:pt x="7024471" y="3395022"/>
                  </a:lnTo>
                  <a:lnTo>
                    <a:pt x="7029908" y="3395022"/>
                  </a:lnTo>
                  <a:lnTo>
                    <a:pt x="7035344" y="3395022"/>
                  </a:lnTo>
                  <a:lnTo>
                    <a:pt x="7035344" y="3397703"/>
                  </a:lnTo>
                  <a:lnTo>
                    <a:pt x="7040781" y="3397703"/>
                  </a:lnTo>
                  <a:lnTo>
                    <a:pt x="7046218" y="3397703"/>
                  </a:lnTo>
                  <a:lnTo>
                    <a:pt x="7051655" y="3397703"/>
                  </a:lnTo>
                  <a:lnTo>
                    <a:pt x="7051655" y="3400403"/>
                  </a:lnTo>
                  <a:lnTo>
                    <a:pt x="7062529" y="3400403"/>
                  </a:lnTo>
                  <a:lnTo>
                    <a:pt x="7073403" y="3400403"/>
                  </a:lnTo>
                  <a:lnTo>
                    <a:pt x="7111461" y="3400403"/>
                  </a:lnTo>
                  <a:lnTo>
                    <a:pt x="7111461" y="3403110"/>
                  </a:lnTo>
                  <a:lnTo>
                    <a:pt x="7138646" y="3403110"/>
                  </a:lnTo>
                  <a:lnTo>
                    <a:pt x="7138646" y="3405819"/>
                  </a:lnTo>
                  <a:lnTo>
                    <a:pt x="7144082" y="3405819"/>
                  </a:lnTo>
                  <a:lnTo>
                    <a:pt x="7144082" y="3408527"/>
                  </a:lnTo>
                  <a:lnTo>
                    <a:pt x="7149519" y="3408527"/>
                  </a:lnTo>
                  <a:lnTo>
                    <a:pt x="7154956" y="3408527"/>
                  </a:lnTo>
                  <a:lnTo>
                    <a:pt x="7165830" y="3408527"/>
                  </a:lnTo>
                  <a:lnTo>
                    <a:pt x="7165830" y="3411243"/>
                  </a:lnTo>
                  <a:lnTo>
                    <a:pt x="7176704" y="3411243"/>
                  </a:lnTo>
                  <a:lnTo>
                    <a:pt x="7176704" y="3413960"/>
                  </a:lnTo>
                  <a:lnTo>
                    <a:pt x="7182141" y="3413960"/>
                  </a:lnTo>
                  <a:lnTo>
                    <a:pt x="7193014" y="3413960"/>
                  </a:lnTo>
                  <a:lnTo>
                    <a:pt x="7198451" y="3413960"/>
                  </a:lnTo>
                  <a:lnTo>
                    <a:pt x="7198451" y="3416685"/>
                  </a:lnTo>
                  <a:lnTo>
                    <a:pt x="7220199" y="3416685"/>
                  </a:lnTo>
                  <a:lnTo>
                    <a:pt x="7231073" y="3416685"/>
                  </a:lnTo>
                  <a:lnTo>
                    <a:pt x="7252820" y="3416685"/>
                  </a:lnTo>
                  <a:lnTo>
                    <a:pt x="7258257" y="3416685"/>
                  </a:lnTo>
                  <a:lnTo>
                    <a:pt x="7263694" y="3416685"/>
                  </a:lnTo>
                  <a:lnTo>
                    <a:pt x="7263694" y="3419446"/>
                  </a:lnTo>
                  <a:lnTo>
                    <a:pt x="7269131" y="3419446"/>
                  </a:lnTo>
                  <a:lnTo>
                    <a:pt x="7274568" y="3419446"/>
                  </a:lnTo>
                  <a:lnTo>
                    <a:pt x="7280005" y="3419446"/>
                  </a:lnTo>
                  <a:lnTo>
                    <a:pt x="7280005" y="3422224"/>
                  </a:lnTo>
                  <a:lnTo>
                    <a:pt x="7290879" y="3422224"/>
                  </a:lnTo>
                  <a:lnTo>
                    <a:pt x="7290879" y="3427797"/>
                  </a:lnTo>
                  <a:lnTo>
                    <a:pt x="7301752" y="3427797"/>
                  </a:lnTo>
                  <a:lnTo>
                    <a:pt x="7307189" y="3427797"/>
                  </a:lnTo>
                  <a:lnTo>
                    <a:pt x="7312626" y="3427797"/>
                  </a:lnTo>
                  <a:lnTo>
                    <a:pt x="7318063" y="3427797"/>
                  </a:lnTo>
                  <a:lnTo>
                    <a:pt x="7323500" y="3427797"/>
                  </a:lnTo>
                  <a:lnTo>
                    <a:pt x="7339811" y="3427797"/>
                  </a:lnTo>
                  <a:lnTo>
                    <a:pt x="7345248" y="3427797"/>
                  </a:lnTo>
                  <a:lnTo>
                    <a:pt x="7345248" y="3430621"/>
                  </a:lnTo>
                  <a:lnTo>
                    <a:pt x="7350684" y="3430621"/>
                  </a:lnTo>
                  <a:lnTo>
                    <a:pt x="7356121" y="3430621"/>
                  </a:lnTo>
                  <a:lnTo>
                    <a:pt x="7366995" y="3430621"/>
                  </a:lnTo>
                  <a:lnTo>
                    <a:pt x="7366995" y="3433459"/>
                  </a:lnTo>
                  <a:lnTo>
                    <a:pt x="7377869" y="3433459"/>
                  </a:lnTo>
                  <a:lnTo>
                    <a:pt x="7377869" y="3439145"/>
                  </a:lnTo>
                  <a:lnTo>
                    <a:pt x="7383306" y="3439145"/>
                  </a:lnTo>
                  <a:lnTo>
                    <a:pt x="7388743" y="3439145"/>
                  </a:lnTo>
                  <a:lnTo>
                    <a:pt x="7388743" y="3441992"/>
                  </a:lnTo>
                  <a:lnTo>
                    <a:pt x="7399617" y="3441992"/>
                  </a:lnTo>
                  <a:lnTo>
                    <a:pt x="7399617" y="3444840"/>
                  </a:lnTo>
                  <a:lnTo>
                    <a:pt x="7405053" y="3444840"/>
                  </a:lnTo>
                  <a:lnTo>
                    <a:pt x="7405053" y="3447689"/>
                  </a:lnTo>
                  <a:lnTo>
                    <a:pt x="7415927" y="3447689"/>
                  </a:lnTo>
                  <a:lnTo>
                    <a:pt x="7415927" y="3450537"/>
                  </a:lnTo>
                  <a:lnTo>
                    <a:pt x="7421364" y="3450537"/>
                  </a:lnTo>
                  <a:lnTo>
                    <a:pt x="7421364" y="3453386"/>
                  </a:lnTo>
                  <a:lnTo>
                    <a:pt x="7426801" y="3453386"/>
                  </a:lnTo>
                  <a:lnTo>
                    <a:pt x="7437675" y="3453386"/>
                  </a:lnTo>
                  <a:lnTo>
                    <a:pt x="7437675" y="3456253"/>
                  </a:lnTo>
                  <a:lnTo>
                    <a:pt x="7443112" y="3456253"/>
                  </a:lnTo>
                  <a:lnTo>
                    <a:pt x="7459422" y="3456253"/>
                  </a:lnTo>
                  <a:lnTo>
                    <a:pt x="7464859" y="3456253"/>
                  </a:lnTo>
                  <a:lnTo>
                    <a:pt x="7464859" y="3459130"/>
                  </a:lnTo>
                  <a:lnTo>
                    <a:pt x="7470296" y="3459130"/>
                  </a:lnTo>
                  <a:lnTo>
                    <a:pt x="7470296" y="3462007"/>
                  </a:lnTo>
                  <a:lnTo>
                    <a:pt x="7497481" y="3462007"/>
                  </a:lnTo>
                  <a:lnTo>
                    <a:pt x="7502918" y="3462007"/>
                  </a:lnTo>
                  <a:lnTo>
                    <a:pt x="7519228" y="3462007"/>
                  </a:lnTo>
                  <a:lnTo>
                    <a:pt x="7524665" y="3462007"/>
                  </a:lnTo>
                  <a:lnTo>
                    <a:pt x="7530102" y="3462007"/>
                  </a:lnTo>
                  <a:lnTo>
                    <a:pt x="7535539" y="3462007"/>
                  </a:lnTo>
                  <a:lnTo>
                    <a:pt x="7568160" y="3462007"/>
                  </a:lnTo>
                  <a:lnTo>
                    <a:pt x="7573597" y="3462007"/>
                  </a:lnTo>
                  <a:lnTo>
                    <a:pt x="7573597" y="3464929"/>
                  </a:lnTo>
                  <a:lnTo>
                    <a:pt x="7589908" y="3464929"/>
                  </a:lnTo>
                  <a:lnTo>
                    <a:pt x="7589908" y="3467866"/>
                  </a:lnTo>
                  <a:lnTo>
                    <a:pt x="7600782" y="3467866"/>
                  </a:lnTo>
                  <a:lnTo>
                    <a:pt x="7600782" y="3470809"/>
                  </a:lnTo>
                  <a:lnTo>
                    <a:pt x="7611656" y="3470809"/>
                  </a:lnTo>
                  <a:lnTo>
                    <a:pt x="7633403" y="3470809"/>
                  </a:lnTo>
                  <a:lnTo>
                    <a:pt x="7638840" y="3470809"/>
                  </a:lnTo>
                  <a:lnTo>
                    <a:pt x="7649714" y="3470809"/>
                  </a:lnTo>
                  <a:lnTo>
                    <a:pt x="7655151" y="3470809"/>
                  </a:lnTo>
                  <a:lnTo>
                    <a:pt x="7671461" y="3470809"/>
                  </a:lnTo>
                  <a:lnTo>
                    <a:pt x="7671461" y="3473775"/>
                  </a:lnTo>
                  <a:lnTo>
                    <a:pt x="7676898" y="3473775"/>
                  </a:lnTo>
                  <a:lnTo>
                    <a:pt x="7682335" y="3473775"/>
                  </a:lnTo>
                  <a:lnTo>
                    <a:pt x="7687772" y="3473775"/>
                  </a:lnTo>
                  <a:lnTo>
                    <a:pt x="7693209" y="3473775"/>
                  </a:lnTo>
                  <a:lnTo>
                    <a:pt x="7709520" y="3473775"/>
                  </a:lnTo>
                  <a:lnTo>
                    <a:pt x="7709520" y="3476776"/>
                  </a:lnTo>
                  <a:lnTo>
                    <a:pt x="7720394" y="3476776"/>
                  </a:lnTo>
                  <a:lnTo>
                    <a:pt x="7720394" y="3479777"/>
                  </a:lnTo>
                  <a:lnTo>
                    <a:pt x="7731267" y="3479777"/>
                  </a:lnTo>
                  <a:lnTo>
                    <a:pt x="7731267" y="3482779"/>
                  </a:lnTo>
                  <a:lnTo>
                    <a:pt x="7736704" y="3482779"/>
                  </a:lnTo>
                  <a:lnTo>
                    <a:pt x="7736704" y="3485786"/>
                  </a:lnTo>
                  <a:lnTo>
                    <a:pt x="7747578" y="3485786"/>
                  </a:lnTo>
                  <a:lnTo>
                    <a:pt x="7780199" y="3485786"/>
                  </a:lnTo>
                  <a:lnTo>
                    <a:pt x="7791073" y="3485786"/>
                  </a:lnTo>
                  <a:lnTo>
                    <a:pt x="7791073" y="3488814"/>
                  </a:lnTo>
                  <a:lnTo>
                    <a:pt x="7796510" y="3488814"/>
                  </a:lnTo>
                  <a:lnTo>
                    <a:pt x="7812821" y="3488814"/>
                  </a:lnTo>
                  <a:lnTo>
                    <a:pt x="7829131" y="3488814"/>
                  </a:lnTo>
                  <a:lnTo>
                    <a:pt x="7829131" y="3494891"/>
                  </a:lnTo>
                  <a:lnTo>
                    <a:pt x="7840005" y="3494891"/>
                  </a:lnTo>
                  <a:lnTo>
                    <a:pt x="7840005" y="3497930"/>
                  </a:lnTo>
                  <a:lnTo>
                    <a:pt x="7845442" y="3497930"/>
                  </a:lnTo>
                  <a:lnTo>
                    <a:pt x="7845442" y="3500975"/>
                  </a:lnTo>
                  <a:lnTo>
                    <a:pt x="7850879" y="3500975"/>
                  </a:lnTo>
                  <a:lnTo>
                    <a:pt x="7850879" y="3507086"/>
                  </a:lnTo>
                  <a:lnTo>
                    <a:pt x="7856316" y="3507086"/>
                  </a:lnTo>
                  <a:lnTo>
                    <a:pt x="7856316" y="3510153"/>
                  </a:lnTo>
                  <a:lnTo>
                    <a:pt x="7872627" y="3510153"/>
                  </a:lnTo>
                  <a:lnTo>
                    <a:pt x="7872627" y="3513221"/>
                  </a:lnTo>
                  <a:lnTo>
                    <a:pt x="7878064" y="3513221"/>
                  </a:lnTo>
                  <a:lnTo>
                    <a:pt x="7910685" y="3513221"/>
                  </a:lnTo>
                  <a:lnTo>
                    <a:pt x="7921559" y="3513221"/>
                  </a:lnTo>
                  <a:lnTo>
                    <a:pt x="7926996" y="3513221"/>
                  </a:lnTo>
                  <a:lnTo>
                    <a:pt x="7926996" y="3519399"/>
                  </a:lnTo>
                  <a:lnTo>
                    <a:pt x="7943306" y="3519399"/>
                  </a:lnTo>
                  <a:lnTo>
                    <a:pt x="7954180" y="3519399"/>
                  </a:lnTo>
                  <a:lnTo>
                    <a:pt x="7959617" y="3519399"/>
                  </a:lnTo>
                  <a:lnTo>
                    <a:pt x="7981365" y="3519399"/>
                  </a:lnTo>
                  <a:lnTo>
                    <a:pt x="7986801" y="3519399"/>
                  </a:lnTo>
                  <a:lnTo>
                    <a:pt x="7986801" y="3522527"/>
                  </a:lnTo>
                  <a:lnTo>
                    <a:pt x="7992238" y="3522527"/>
                  </a:lnTo>
                  <a:lnTo>
                    <a:pt x="8003112" y="3522527"/>
                  </a:lnTo>
                  <a:lnTo>
                    <a:pt x="8024860" y="3522527"/>
                  </a:lnTo>
                  <a:lnTo>
                    <a:pt x="8024860" y="3525667"/>
                  </a:lnTo>
                  <a:lnTo>
                    <a:pt x="8030297" y="3525667"/>
                  </a:lnTo>
                  <a:lnTo>
                    <a:pt x="8041170" y="3525667"/>
                  </a:lnTo>
                  <a:lnTo>
                    <a:pt x="8041170" y="3528812"/>
                  </a:lnTo>
                  <a:lnTo>
                    <a:pt x="8046607" y="3528812"/>
                  </a:lnTo>
                  <a:lnTo>
                    <a:pt x="8052044" y="3528812"/>
                  </a:lnTo>
                  <a:lnTo>
                    <a:pt x="8057481" y="3528812"/>
                  </a:lnTo>
                  <a:lnTo>
                    <a:pt x="8062918" y="3528812"/>
                  </a:lnTo>
                  <a:lnTo>
                    <a:pt x="8062918" y="3531975"/>
                  </a:lnTo>
                  <a:lnTo>
                    <a:pt x="8068355" y="3531975"/>
                  </a:lnTo>
                  <a:lnTo>
                    <a:pt x="8106413" y="3531975"/>
                  </a:lnTo>
                  <a:lnTo>
                    <a:pt x="8106413" y="3535144"/>
                  </a:lnTo>
                  <a:lnTo>
                    <a:pt x="8117287" y="3535144"/>
                  </a:lnTo>
                  <a:lnTo>
                    <a:pt x="8117287" y="3538313"/>
                  </a:lnTo>
                  <a:lnTo>
                    <a:pt x="8133598" y="3538313"/>
                  </a:lnTo>
                  <a:lnTo>
                    <a:pt x="8144471" y="3538313"/>
                  </a:lnTo>
                  <a:lnTo>
                    <a:pt x="8149908" y="3538313"/>
                  </a:lnTo>
                  <a:lnTo>
                    <a:pt x="8149908" y="3541512"/>
                  </a:lnTo>
                  <a:lnTo>
                    <a:pt x="8155345" y="3541512"/>
                  </a:lnTo>
                  <a:lnTo>
                    <a:pt x="8155345" y="3544712"/>
                  </a:lnTo>
                  <a:lnTo>
                    <a:pt x="8166219" y="3544712"/>
                  </a:lnTo>
                  <a:lnTo>
                    <a:pt x="8166219" y="3547911"/>
                  </a:lnTo>
                  <a:lnTo>
                    <a:pt x="8177093" y="3547911"/>
                  </a:lnTo>
                  <a:lnTo>
                    <a:pt x="8182530" y="3547911"/>
                  </a:lnTo>
                  <a:lnTo>
                    <a:pt x="8182530" y="3551118"/>
                  </a:lnTo>
                  <a:lnTo>
                    <a:pt x="8187967" y="3551118"/>
                  </a:lnTo>
                  <a:lnTo>
                    <a:pt x="8193404" y="3551118"/>
                  </a:lnTo>
                  <a:lnTo>
                    <a:pt x="8193404" y="3554331"/>
                  </a:lnTo>
                  <a:lnTo>
                    <a:pt x="8198840" y="3554331"/>
                  </a:lnTo>
                  <a:lnTo>
                    <a:pt x="8204277" y="3554331"/>
                  </a:lnTo>
                  <a:lnTo>
                    <a:pt x="8220588" y="3554331"/>
                  </a:lnTo>
                  <a:lnTo>
                    <a:pt x="8236899" y="3554331"/>
                  </a:lnTo>
                  <a:lnTo>
                    <a:pt x="8274957" y="3554331"/>
                  </a:lnTo>
                  <a:lnTo>
                    <a:pt x="8285831" y="3554331"/>
                  </a:lnTo>
                  <a:lnTo>
                    <a:pt x="8291268" y="3554331"/>
                  </a:lnTo>
                  <a:lnTo>
                    <a:pt x="8302142" y="3554331"/>
                  </a:lnTo>
                  <a:lnTo>
                    <a:pt x="8307578" y="3554331"/>
                  </a:lnTo>
                  <a:lnTo>
                    <a:pt x="8307578" y="3557635"/>
                  </a:lnTo>
                  <a:lnTo>
                    <a:pt x="8329326" y="3557635"/>
                  </a:lnTo>
                  <a:lnTo>
                    <a:pt x="8345637" y="3557635"/>
                  </a:lnTo>
                  <a:lnTo>
                    <a:pt x="8356510" y="3557635"/>
                  </a:lnTo>
                  <a:lnTo>
                    <a:pt x="8356510" y="3560952"/>
                  </a:lnTo>
                  <a:lnTo>
                    <a:pt x="8361947" y="3560952"/>
                  </a:lnTo>
                  <a:lnTo>
                    <a:pt x="8367384" y="3560952"/>
                  </a:lnTo>
                  <a:lnTo>
                    <a:pt x="8367384" y="3564276"/>
                  </a:lnTo>
                  <a:lnTo>
                    <a:pt x="8372821" y="3564276"/>
                  </a:lnTo>
                  <a:lnTo>
                    <a:pt x="8400006" y="3564276"/>
                  </a:lnTo>
                  <a:lnTo>
                    <a:pt x="8410879" y="3564276"/>
                  </a:lnTo>
                  <a:lnTo>
                    <a:pt x="8416316" y="3564276"/>
                  </a:lnTo>
                  <a:lnTo>
                    <a:pt x="8438064" y="3564276"/>
                  </a:lnTo>
                  <a:lnTo>
                    <a:pt x="8448938" y="3564276"/>
                  </a:lnTo>
                  <a:lnTo>
                    <a:pt x="8454375" y="3564276"/>
                  </a:lnTo>
                  <a:lnTo>
                    <a:pt x="8470685" y="3564276"/>
                  </a:lnTo>
                  <a:lnTo>
                    <a:pt x="8470685" y="3567666"/>
                  </a:lnTo>
                  <a:lnTo>
                    <a:pt x="8481559" y="3567666"/>
                  </a:lnTo>
                  <a:lnTo>
                    <a:pt x="8481559" y="3571056"/>
                  </a:lnTo>
                  <a:lnTo>
                    <a:pt x="8503307" y="3571056"/>
                  </a:lnTo>
                  <a:lnTo>
                    <a:pt x="8503307" y="3574454"/>
                  </a:lnTo>
                  <a:lnTo>
                    <a:pt x="8508744" y="3574454"/>
                  </a:lnTo>
                  <a:lnTo>
                    <a:pt x="8514180" y="3574454"/>
                  </a:lnTo>
                  <a:lnTo>
                    <a:pt x="8514180" y="3577865"/>
                  </a:lnTo>
                  <a:lnTo>
                    <a:pt x="8519617" y="3577865"/>
                  </a:lnTo>
                  <a:lnTo>
                    <a:pt x="8519617" y="3584691"/>
                  </a:lnTo>
                  <a:lnTo>
                    <a:pt x="8541365" y="3584691"/>
                  </a:lnTo>
                  <a:lnTo>
                    <a:pt x="8541365" y="3588105"/>
                  </a:lnTo>
                  <a:lnTo>
                    <a:pt x="8557676" y="3588105"/>
                  </a:lnTo>
                  <a:lnTo>
                    <a:pt x="8568549" y="3588105"/>
                  </a:lnTo>
                  <a:lnTo>
                    <a:pt x="8573986" y="3588105"/>
                  </a:lnTo>
                  <a:lnTo>
                    <a:pt x="8584860" y="3588105"/>
                  </a:lnTo>
                  <a:lnTo>
                    <a:pt x="8595734" y="3588105"/>
                  </a:lnTo>
                  <a:lnTo>
                    <a:pt x="8601171" y="3588105"/>
                  </a:lnTo>
                  <a:lnTo>
                    <a:pt x="8601171" y="3591554"/>
                  </a:lnTo>
                  <a:lnTo>
                    <a:pt x="8617482" y="3591554"/>
                  </a:lnTo>
                  <a:lnTo>
                    <a:pt x="8655540" y="3591554"/>
                  </a:lnTo>
                  <a:lnTo>
                    <a:pt x="8671851" y="3591554"/>
                  </a:lnTo>
                  <a:lnTo>
                    <a:pt x="8671851" y="3595024"/>
                  </a:lnTo>
                  <a:lnTo>
                    <a:pt x="8677287" y="3595024"/>
                  </a:lnTo>
                  <a:lnTo>
                    <a:pt x="8677287" y="3598502"/>
                  </a:lnTo>
                  <a:lnTo>
                    <a:pt x="8693598" y="3598502"/>
                  </a:lnTo>
                  <a:lnTo>
                    <a:pt x="8709909" y="3598502"/>
                  </a:lnTo>
                  <a:lnTo>
                    <a:pt x="8715346" y="3598502"/>
                  </a:lnTo>
                  <a:lnTo>
                    <a:pt x="8715346" y="3602003"/>
                  </a:lnTo>
                  <a:lnTo>
                    <a:pt x="8726219" y="3602003"/>
                  </a:lnTo>
                  <a:lnTo>
                    <a:pt x="8726219" y="3605504"/>
                  </a:lnTo>
                  <a:lnTo>
                    <a:pt x="8742530" y="3605504"/>
                  </a:lnTo>
                  <a:lnTo>
                    <a:pt x="8747967" y="3605504"/>
                  </a:lnTo>
                  <a:lnTo>
                    <a:pt x="8747967" y="3609013"/>
                  </a:lnTo>
                  <a:lnTo>
                    <a:pt x="8753404" y="3609013"/>
                  </a:lnTo>
                  <a:lnTo>
                    <a:pt x="8769715" y="3609013"/>
                  </a:lnTo>
                  <a:lnTo>
                    <a:pt x="8775152" y="3609013"/>
                  </a:lnTo>
                  <a:lnTo>
                    <a:pt x="8780588" y="3609013"/>
                  </a:lnTo>
                  <a:lnTo>
                    <a:pt x="8807773" y="3609013"/>
                  </a:lnTo>
                  <a:lnTo>
                    <a:pt x="8807773" y="3612568"/>
                  </a:lnTo>
                  <a:lnTo>
                    <a:pt x="8818647" y="3612568"/>
                  </a:lnTo>
                  <a:lnTo>
                    <a:pt x="8818647" y="3619678"/>
                  </a:lnTo>
                  <a:lnTo>
                    <a:pt x="8834957" y="3619678"/>
                  </a:lnTo>
                  <a:lnTo>
                    <a:pt x="8856705" y="3619678"/>
                  </a:lnTo>
                  <a:lnTo>
                    <a:pt x="8867579" y="3619678"/>
                  </a:lnTo>
                  <a:lnTo>
                    <a:pt x="8873016" y="3619678"/>
                  </a:lnTo>
                  <a:lnTo>
                    <a:pt x="8894763" y="3619678"/>
                  </a:lnTo>
                  <a:lnTo>
                    <a:pt x="8900200" y="3619678"/>
                  </a:lnTo>
                  <a:lnTo>
                    <a:pt x="8905637" y="3619678"/>
                  </a:lnTo>
                  <a:lnTo>
                    <a:pt x="8905637" y="3623288"/>
                  </a:lnTo>
                  <a:lnTo>
                    <a:pt x="8911074" y="3623288"/>
                  </a:lnTo>
                  <a:lnTo>
                    <a:pt x="8911074" y="3626907"/>
                  </a:lnTo>
                  <a:lnTo>
                    <a:pt x="8970880" y="3626907"/>
                  </a:lnTo>
                  <a:lnTo>
                    <a:pt x="8970880" y="3634162"/>
                  </a:lnTo>
                  <a:lnTo>
                    <a:pt x="8981754" y="3634162"/>
                  </a:lnTo>
                  <a:lnTo>
                    <a:pt x="9019812" y="3634162"/>
                  </a:lnTo>
                  <a:lnTo>
                    <a:pt x="9025249" y="3634162"/>
                  </a:lnTo>
                  <a:lnTo>
                    <a:pt x="9025249" y="3637823"/>
                  </a:lnTo>
                  <a:lnTo>
                    <a:pt x="9041560" y="3637823"/>
                  </a:lnTo>
                  <a:lnTo>
                    <a:pt x="9074181" y="3637823"/>
                  </a:lnTo>
                  <a:lnTo>
                    <a:pt x="9074181" y="3641501"/>
                  </a:lnTo>
                  <a:lnTo>
                    <a:pt x="9095928" y="3641501"/>
                  </a:lnTo>
                  <a:lnTo>
                    <a:pt x="9106802" y="3641501"/>
                  </a:lnTo>
                  <a:lnTo>
                    <a:pt x="9106802" y="3645196"/>
                  </a:lnTo>
                  <a:lnTo>
                    <a:pt x="9112239" y="3645196"/>
                  </a:lnTo>
                  <a:lnTo>
                    <a:pt x="9112239" y="3652589"/>
                  </a:lnTo>
                  <a:lnTo>
                    <a:pt x="9128550" y="3652589"/>
                  </a:lnTo>
                  <a:lnTo>
                    <a:pt x="9161171" y="3652589"/>
                  </a:lnTo>
                  <a:lnTo>
                    <a:pt x="9188356" y="3652589"/>
                  </a:lnTo>
                  <a:lnTo>
                    <a:pt x="9193793" y="3652589"/>
                  </a:lnTo>
                  <a:lnTo>
                    <a:pt x="9199230" y="3652589"/>
                  </a:lnTo>
                  <a:lnTo>
                    <a:pt x="9215540" y="3652589"/>
                  </a:lnTo>
                  <a:lnTo>
                    <a:pt x="9237288" y="3652589"/>
                  </a:lnTo>
                  <a:lnTo>
                    <a:pt x="9237288" y="3656345"/>
                  </a:lnTo>
                  <a:lnTo>
                    <a:pt x="9242725" y="3656345"/>
                  </a:lnTo>
                  <a:lnTo>
                    <a:pt x="9248162" y="3656345"/>
                  </a:lnTo>
                  <a:lnTo>
                    <a:pt x="9253599" y="3656345"/>
                  </a:lnTo>
                  <a:lnTo>
                    <a:pt x="9253599" y="3660120"/>
                  </a:lnTo>
                  <a:lnTo>
                    <a:pt x="9259035" y="3660120"/>
                  </a:lnTo>
                  <a:lnTo>
                    <a:pt x="9264472" y="3660120"/>
                  </a:lnTo>
                  <a:lnTo>
                    <a:pt x="9302531" y="3660120"/>
                  </a:lnTo>
                  <a:lnTo>
                    <a:pt x="9335152" y="3660120"/>
                  </a:lnTo>
                  <a:lnTo>
                    <a:pt x="9335152" y="3663940"/>
                  </a:lnTo>
                  <a:lnTo>
                    <a:pt x="9346026" y="3663940"/>
                  </a:lnTo>
                  <a:lnTo>
                    <a:pt x="9346026" y="3667760"/>
                  </a:lnTo>
                  <a:lnTo>
                    <a:pt x="9362336" y="3667760"/>
                  </a:lnTo>
                  <a:lnTo>
                    <a:pt x="9362336" y="3671591"/>
                  </a:lnTo>
                  <a:lnTo>
                    <a:pt x="9367773" y="3671591"/>
                  </a:lnTo>
                  <a:lnTo>
                    <a:pt x="9373210" y="3671591"/>
                  </a:lnTo>
                  <a:lnTo>
                    <a:pt x="9378647" y="3671591"/>
                  </a:lnTo>
                  <a:lnTo>
                    <a:pt x="9389521" y="3671591"/>
                  </a:lnTo>
                  <a:lnTo>
                    <a:pt x="9389521" y="3675459"/>
                  </a:lnTo>
                  <a:lnTo>
                    <a:pt x="9405832" y="3675459"/>
                  </a:lnTo>
                  <a:lnTo>
                    <a:pt x="9427579" y="3675459"/>
                  </a:lnTo>
                  <a:lnTo>
                    <a:pt x="9438453" y="3675459"/>
                  </a:lnTo>
                  <a:lnTo>
                    <a:pt x="9454764" y="3675459"/>
                  </a:lnTo>
                  <a:lnTo>
                    <a:pt x="9460201" y="3675459"/>
                  </a:lnTo>
                  <a:lnTo>
                    <a:pt x="9481948" y="3675459"/>
                  </a:lnTo>
                  <a:lnTo>
                    <a:pt x="9498259" y="3675459"/>
                  </a:lnTo>
                  <a:lnTo>
                    <a:pt x="9503696" y="3675459"/>
                  </a:lnTo>
                  <a:lnTo>
                    <a:pt x="9503696" y="3687265"/>
                  </a:lnTo>
                  <a:lnTo>
                    <a:pt x="9509133" y="3687265"/>
                  </a:lnTo>
                  <a:lnTo>
                    <a:pt x="9558065" y="3687265"/>
                  </a:lnTo>
                  <a:lnTo>
                    <a:pt x="9558065" y="3691232"/>
                  </a:lnTo>
                  <a:lnTo>
                    <a:pt x="9574375" y="3691232"/>
                  </a:lnTo>
                  <a:lnTo>
                    <a:pt x="9574375" y="3695200"/>
                  </a:lnTo>
                  <a:lnTo>
                    <a:pt x="9590686" y="3695200"/>
                  </a:lnTo>
                  <a:lnTo>
                    <a:pt x="9590686" y="3699169"/>
                  </a:lnTo>
                  <a:lnTo>
                    <a:pt x="9623308" y="3699169"/>
                  </a:lnTo>
                  <a:lnTo>
                    <a:pt x="9623308" y="3703170"/>
                  </a:lnTo>
                  <a:lnTo>
                    <a:pt x="9634181" y="3703170"/>
                  </a:lnTo>
                  <a:lnTo>
                    <a:pt x="9650492" y="3703170"/>
                  </a:lnTo>
                  <a:lnTo>
                    <a:pt x="9655929" y="3703170"/>
                  </a:lnTo>
                  <a:lnTo>
                    <a:pt x="9655929" y="3707201"/>
                  </a:lnTo>
                  <a:lnTo>
                    <a:pt x="9672240" y="3707201"/>
                  </a:lnTo>
                  <a:lnTo>
                    <a:pt x="9693987" y="3707201"/>
                  </a:lnTo>
                  <a:lnTo>
                    <a:pt x="9704861" y="3707201"/>
                  </a:lnTo>
                  <a:lnTo>
                    <a:pt x="9721172" y="3707201"/>
                  </a:lnTo>
                  <a:lnTo>
                    <a:pt x="9721172" y="3711275"/>
                  </a:lnTo>
                  <a:lnTo>
                    <a:pt x="9737482" y="3711275"/>
                  </a:lnTo>
                  <a:lnTo>
                    <a:pt x="9737482" y="3715350"/>
                  </a:lnTo>
                  <a:lnTo>
                    <a:pt x="9742919" y="3715350"/>
                  </a:lnTo>
                  <a:lnTo>
                    <a:pt x="9770104" y="3715350"/>
                  </a:lnTo>
                  <a:lnTo>
                    <a:pt x="9780978" y="3715350"/>
                  </a:lnTo>
                  <a:lnTo>
                    <a:pt x="9802725" y="3715350"/>
                  </a:lnTo>
                  <a:lnTo>
                    <a:pt x="9808162" y="3715350"/>
                  </a:lnTo>
                  <a:lnTo>
                    <a:pt x="9808162" y="3719469"/>
                  </a:lnTo>
                  <a:lnTo>
                    <a:pt x="9867968" y="3719469"/>
                  </a:lnTo>
                  <a:lnTo>
                    <a:pt x="9873405" y="3719469"/>
                  </a:lnTo>
                  <a:lnTo>
                    <a:pt x="9873405" y="3723611"/>
                  </a:lnTo>
                  <a:lnTo>
                    <a:pt x="9895152" y="3723611"/>
                  </a:lnTo>
                  <a:lnTo>
                    <a:pt x="9900589" y="3723611"/>
                  </a:lnTo>
                  <a:lnTo>
                    <a:pt x="9900589" y="3910572"/>
                  </a:lnTo>
                  <a:lnTo>
                    <a:pt x="9895152" y="3910572"/>
                  </a:lnTo>
                  <a:lnTo>
                    <a:pt x="9873405" y="3910572"/>
                  </a:lnTo>
                  <a:lnTo>
                    <a:pt x="9873405" y="3906219"/>
                  </a:lnTo>
                  <a:lnTo>
                    <a:pt x="9867968" y="3906219"/>
                  </a:lnTo>
                  <a:lnTo>
                    <a:pt x="9808162" y="3906219"/>
                  </a:lnTo>
                  <a:lnTo>
                    <a:pt x="9808162" y="3901892"/>
                  </a:lnTo>
                  <a:lnTo>
                    <a:pt x="9802725" y="3901892"/>
                  </a:lnTo>
                  <a:lnTo>
                    <a:pt x="9780978" y="3901892"/>
                  </a:lnTo>
                  <a:lnTo>
                    <a:pt x="9770104" y="3901892"/>
                  </a:lnTo>
                  <a:lnTo>
                    <a:pt x="9742919" y="3901892"/>
                  </a:lnTo>
                  <a:lnTo>
                    <a:pt x="9737482" y="3901892"/>
                  </a:lnTo>
                  <a:lnTo>
                    <a:pt x="9737482" y="3897616"/>
                  </a:lnTo>
                  <a:lnTo>
                    <a:pt x="9721172" y="3897616"/>
                  </a:lnTo>
                  <a:lnTo>
                    <a:pt x="9721172" y="3893338"/>
                  </a:lnTo>
                  <a:lnTo>
                    <a:pt x="9704861" y="3893338"/>
                  </a:lnTo>
                  <a:lnTo>
                    <a:pt x="9693987" y="3893338"/>
                  </a:lnTo>
                  <a:lnTo>
                    <a:pt x="9672240" y="3893338"/>
                  </a:lnTo>
                  <a:lnTo>
                    <a:pt x="9655929" y="3893338"/>
                  </a:lnTo>
                  <a:lnTo>
                    <a:pt x="9655929" y="3889110"/>
                  </a:lnTo>
                  <a:lnTo>
                    <a:pt x="9650492" y="3889110"/>
                  </a:lnTo>
                  <a:lnTo>
                    <a:pt x="9634181" y="3889110"/>
                  </a:lnTo>
                  <a:lnTo>
                    <a:pt x="9623308" y="3889110"/>
                  </a:lnTo>
                  <a:lnTo>
                    <a:pt x="9623308" y="3884919"/>
                  </a:lnTo>
                  <a:lnTo>
                    <a:pt x="9590686" y="3884919"/>
                  </a:lnTo>
                  <a:lnTo>
                    <a:pt x="9590686" y="3880762"/>
                  </a:lnTo>
                  <a:lnTo>
                    <a:pt x="9574375" y="3880762"/>
                  </a:lnTo>
                  <a:lnTo>
                    <a:pt x="9574375" y="3876605"/>
                  </a:lnTo>
                  <a:lnTo>
                    <a:pt x="9558065" y="3876605"/>
                  </a:lnTo>
                  <a:lnTo>
                    <a:pt x="9558065" y="3872446"/>
                  </a:lnTo>
                  <a:lnTo>
                    <a:pt x="9509133" y="3872446"/>
                  </a:lnTo>
                  <a:lnTo>
                    <a:pt x="9503696" y="3872446"/>
                  </a:lnTo>
                  <a:lnTo>
                    <a:pt x="9503696" y="3860070"/>
                  </a:lnTo>
                  <a:lnTo>
                    <a:pt x="9498259" y="3860070"/>
                  </a:lnTo>
                  <a:lnTo>
                    <a:pt x="9481948" y="3860070"/>
                  </a:lnTo>
                  <a:lnTo>
                    <a:pt x="9460201" y="3860070"/>
                  </a:lnTo>
                  <a:lnTo>
                    <a:pt x="9454764" y="3860070"/>
                  </a:lnTo>
                  <a:lnTo>
                    <a:pt x="9438453" y="3860070"/>
                  </a:lnTo>
                  <a:lnTo>
                    <a:pt x="9427579" y="3860070"/>
                  </a:lnTo>
                  <a:lnTo>
                    <a:pt x="9405832" y="3860070"/>
                  </a:lnTo>
                  <a:lnTo>
                    <a:pt x="9389521" y="3860070"/>
                  </a:lnTo>
                  <a:lnTo>
                    <a:pt x="9389521" y="3856022"/>
                  </a:lnTo>
                  <a:lnTo>
                    <a:pt x="9378647" y="3856022"/>
                  </a:lnTo>
                  <a:lnTo>
                    <a:pt x="9373210" y="3856022"/>
                  </a:lnTo>
                  <a:lnTo>
                    <a:pt x="9367773" y="3856022"/>
                  </a:lnTo>
                  <a:lnTo>
                    <a:pt x="9362336" y="3856022"/>
                  </a:lnTo>
                  <a:lnTo>
                    <a:pt x="9362336" y="3852019"/>
                  </a:lnTo>
                  <a:lnTo>
                    <a:pt x="9346026" y="3852019"/>
                  </a:lnTo>
                  <a:lnTo>
                    <a:pt x="9346026" y="3848025"/>
                  </a:lnTo>
                  <a:lnTo>
                    <a:pt x="9335152" y="3848025"/>
                  </a:lnTo>
                  <a:lnTo>
                    <a:pt x="9335152" y="3844030"/>
                  </a:lnTo>
                  <a:lnTo>
                    <a:pt x="9302531" y="3844030"/>
                  </a:lnTo>
                  <a:lnTo>
                    <a:pt x="9264472" y="3844030"/>
                  </a:lnTo>
                  <a:lnTo>
                    <a:pt x="9259035" y="3844030"/>
                  </a:lnTo>
                  <a:lnTo>
                    <a:pt x="9253599" y="3844030"/>
                  </a:lnTo>
                  <a:lnTo>
                    <a:pt x="9253599" y="3840088"/>
                  </a:lnTo>
                  <a:lnTo>
                    <a:pt x="9248162" y="3840088"/>
                  </a:lnTo>
                  <a:lnTo>
                    <a:pt x="9242725" y="3840088"/>
                  </a:lnTo>
                  <a:lnTo>
                    <a:pt x="9237288" y="3840088"/>
                  </a:lnTo>
                  <a:lnTo>
                    <a:pt x="9237288" y="3836166"/>
                  </a:lnTo>
                  <a:lnTo>
                    <a:pt x="9215540" y="3836166"/>
                  </a:lnTo>
                  <a:lnTo>
                    <a:pt x="9199230" y="3836166"/>
                  </a:lnTo>
                  <a:lnTo>
                    <a:pt x="9193793" y="3836166"/>
                  </a:lnTo>
                  <a:lnTo>
                    <a:pt x="9188356" y="3836166"/>
                  </a:lnTo>
                  <a:lnTo>
                    <a:pt x="9161171" y="3836166"/>
                  </a:lnTo>
                  <a:lnTo>
                    <a:pt x="9128550" y="3836166"/>
                  </a:lnTo>
                  <a:lnTo>
                    <a:pt x="9112239" y="3836166"/>
                  </a:lnTo>
                  <a:lnTo>
                    <a:pt x="9112239" y="3828462"/>
                  </a:lnTo>
                  <a:lnTo>
                    <a:pt x="9106802" y="3828462"/>
                  </a:lnTo>
                  <a:lnTo>
                    <a:pt x="9106802" y="3824609"/>
                  </a:lnTo>
                  <a:lnTo>
                    <a:pt x="9095928" y="3824609"/>
                  </a:lnTo>
                  <a:lnTo>
                    <a:pt x="9074181" y="3824609"/>
                  </a:lnTo>
                  <a:lnTo>
                    <a:pt x="9074181" y="3820775"/>
                  </a:lnTo>
                  <a:lnTo>
                    <a:pt x="9041560" y="3820775"/>
                  </a:lnTo>
                  <a:lnTo>
                    <a:pt x="9025249" y="3820775"/>
                  </a:lnTo>
                  <a:lnTo>
                    <a:pt x="9025249" y="3816959"/>
                  </a:lnTo>
                  <a:lnTo>
                    <a:pt x="9019812" y="3816959"/>
                  </a:lnTo>
                  <a:lnTo>
                    <a:pt x="8981754" y="3816959"/>
                  </a:lnTo>
                  <a:lnTo>
                    <a:pt x="8970880" y="3816959"/>
                  </a:lnTo>
                  <a:lnTo>
                    <a:pt x="8970880" y="3809402"/>
                  </a:lnTo>
                  <a:lnTo>
                    <a:pt x="8911074" y="3809402"/>
                  </a:lnTo>
                  <a:lnTo>
                    <a:pt x="8911074" y="3805632"/>
                  </a:lnTo>
                  <a:lnTo>
                    <a:pt x="8905637" y="3805632"/>
                  </a:lnTo>
                  <a:lnTo>
                    <a:pt x="8905637" y="3801871"/>
                  </a:lnTo>
                  <a:lnTo>
                    <a:pt x="8900200" y="3801871"/>
                  </a:lnTo>
                  <a:lnTo>
                    <a:pt x="8894763" y="3801871"/>
                  </a:lnTo>
                  <a:lnTo>
                    <a:pt x="8873016" y="3801871"/>
                  </a:lnTo>
                  <a:lnTo>
                    <a:pt x="8867579" y="3801871"/>
                  </a:lnTo>
                  <a:lnTo>
                    <a:pt x="8856705" y="3801871"/>
                  </a:lnTo>
                  <a:lnTo>
                    <a:pt x="8834957" y="3801871"/>
                  </a:lnTo>
                  <a:lnTo>
                    <a:pt x="8818647" y="3801871"/>
                  </a:lnTo>
                  <a:lnTo>
                    <a:pt x="8818647" y="3794474"/>
                  </a:lnTo>
                  <a:lnTo>
                    <a:pt x="8807773" y="3794474"/>
                  </a:lnTo>
                  <a:lnTo>
                    <a:pt x="8807773" y="3790775"/>
                  </a:lnTo>
                  <a:lnTo>
                    <a:pt x="8780588" y="3790775"/>
                  </a:lnTo>
                  <a:lnTo>
                    <a:pt x="8775152" y="3790775"/>
                  </a:lnTo>
                  <a:lnTo>
                    <a:pt x="8769715" y="3790775"/>
                  </a:lnTo>
                  <a:lnTo>
                    <a:pt x="8753404" y="3790775"/>
                  </a:lnTo>
                  <a:lnTo>
                    <a:pt x="8747967" y="3790775"/>
                  </a:lnTo>
                  <a:lnTo>
                    <a:pt x="8747967" y="3787128"/>
                  </a:lnTo>
                  <a:lnTo>
                    <a:pt x="8742530" y="3787128"/>
                  </a:lnTo>
                  <a:lnTo>
                    <a:pt x="8726219" y="3787128"/>
                  </a:lnTo>
                  <a:lnTo>
                    <a:pt x="8726219" y="3783489"/>
                  </a:lnTo>
                  <a:lnTo>
                    <a:pt x="8715346" y="3783489"/>
                  </a:lnTo>
                  <a:lnTo>
                    <a:pt x="8715346" y="3779849"/>
                  </a:lnTo>
                  <a:lnTo>
                    <a:pt x="8709909" y="3779849"/>
                  </a:lnTo>
                  <a:lnTo>
                    <a:pt x="8693598" y="3779849"/>
                  </a:lnTo>
                  <a:lnTo>
                    <a:pt x="8677287" y="3779849"/>
                  </a:lnTo>
                  <a:lnTo>
                    <a:pt x="8677287" y="3776234"/>
                  </a:lnTo>
                  <a:lnTo>
                    <a:pt x="8671851" y="3776234"/>
                  </a:lnTo>
                  <a:lnTo>
                    <a:pt x="8671851" y="3772627"/>
                  </a:lnTo>
                  <a:lnTo>
                    <a:pt x="8655540" y="3772627"/>
                  </a:lnTo>
                  <a:lnTo>
                    <a:pt x="8617482" y="3772627"/>
                  </a:lnTo>
                  <a:lnTo>
                    <a:pt x="8601171" y="3772627"/>
                  </a:lnTo>
                  <a:lnTo>
                    <a:pt x="8601171" y="3769045"/>
                  </a:lnTo>
                  <a:lnTo>
                    <a:pt x="8595734" y="3769045"/>
                  </a:lnTo>
                  <a:lnTo>
                    <a:pt x="8584860" y="3769045"/>
                  </a:lnTo>
                  <a:lnTo>
                    <a:pt x="8573986" y="3769045"/>
                  </a:lnTo>
                  <a:lnTo>
                    <a:pt x="8568549" y="3769045"/>
                  </a:lnTo>
                  <a:lnTo>
                    <a:pt x="8557676" y="3769045"/>
                  </a:lnTo>
                  <a:lnTo>
                    <a:pt x="8541365" y="3769045"/>
                  </a:lnTo>
                  <a:lnTo>
                    <a:pt x="8541365" y="3765503"/>
                  </a:lnTo>
                  <a:lnTo>
                    <a:pt x="8519617" y="3765503"/>
                  </a:lnTo>
                  <a:lnTo>
                    <a:pt x="8519617" y="3758416"/>
                  </a:lnTo>
                  <a:lnTo>
                    <a:pt x="8514180" y="3758416"/>
                  </a:lnTo>
                  <a:lnTo>
                    <a:pt x="8514180" y="3754872"/>
                  </a:lnTo>
                  <a:lnTo>
                    <a:pt x="8508744" y="3754872"/>
                  </a:lnTo>
                  <a:lnTo>
                    <a:pt x="8503307" y="3754872"/>
                  </a:lnTo>
                  <a:lnTo>
                    <a:pt x="8503307" y="3751343"/>
                  </a:lnTo>
                  <a:lnTo>
                    <a:pt x="8481559" y="3751343"/>
                  </a:lnTo>
                  <a:lnTo>
                    <a:pt x="8481559" y="3747822"/>
                  </a:lnTo>
                  <a:lnTo>
                    <a:pt x="8470685" y="3747822"/>
                  </a:lnTo>
                  <a:lnTo>
                    <a:pt x="8470685" y="3744299"/>
                  </a:lnTo>
                  <a:lnTo>
                    <a:pt x="8454375" y="3744299"/>
                  </a:lnTo>
                  <a:lnTo>
                    <a:pt x="8448938" y="3744299"/>
                  </a:lnTo>
                  <a:lnTo>
                    <a:pt x="8438064" y="3744299"/>
                  </a:lnTo>
                  <a:lnTo>
                    <a:pt x="8416316" y="3744299"/>
                  </a:lnTo>
                  <a:lnTo>
                    <a:pt x="8410879" y="3744299"/>
                  </a:lnTo>
                  <a:lnTo>
                    <a:pt x="8400006" y="3744299"/>
                  </a:lnTo>
                  <a:lnTo>
                    <a:pt x="8372821" y="3744299"/>
                  </a:lnTo>
                  <a:lnTo>
                    <a:pt x="8367384" y="3744299"/>
                  </a:lnTo>
                  <a:lnTo>
                    <a:pt x="8367384" y="3740854"/>
                  </a:lnTo>
                  <a:lnTo>
                    <a:pt x="8361947" y="3740854"/>
                  </a:lnTo>
                  <a:lnTo>
                    <a:pt x="8356510" y="3740854"/>
                  </a:lnTo>
                  <a:lnTo>
                    <a:pt x="8356510" y="3737415"/>
                  </a:lnTo>
                  <a:lnTo>
                    <a:pt x="8345637" y="3737415"/>
                  </a:lnTo>
                  <a:lnTo>
                    <a:pt x="8329326" y="3737415"/>
                  </a:lnTo>
                  <a:lnTo>
                    <a:pt x="8307578" y="3737415"/>
                  </a:lnTo>
                  <a:lnTo>
                    <a:pt x="8307578" y="3733991"/>
                  </a:lnTo>
                  <a:lnTo>
                    <a:pt x="8302142" y="3733991"/>
                  </a:lnTo>
                  <a:lnTo>
                    <a:pt x="8291268" y="3733991"/>
                  </a:lnTo>
                  <a:lnTo>
                    <a:pt x="8285831" y="3733991"/>
                  </a:lnTo>
                  <a:lnTo>
                    <a:pt x="8274957" y="3733991"/>
                  </a:lnTo>
                  <a:lnTo>
                    <a:pt x="8236899" y="3733991"/>
                  </a:lnTo>
                  <a:lnTo>
                    <a:pt x="8220588" y="3733991"/>
                  </a:lnTo>
                  <a:lnTo>
                    <a:pt x="8204277" y="3733991"/>
                  </a:lnTo>
                  <a:lnTo>
                    <a:pt x="8198840" y="3733991"/>
                  </a:lnTo>
                  <a:lnTo>
                    <a:pt x="8193404" y="3733991"/>
                  </a:lnTo>
                  <a:lnTo>
                    <a:pt x="8193404" y="3730675"/>
                  </a:lnTo>
                  <a:lnTo>
                    <a:pt x="8187967" y="3730675"/>
                  </a:lnTo>
                  <a:lnTo>
                    <a:pt x="8182530" y="3730675"/>
                  </a:lnTo>
                  <a:lnTo>
                    <a:pt x="8182530" y="3727365"/>
                  </a:lnTo>
                  <a:lnTo>
                    <a:pt x="8177093" y="3727365"/>
                  </a:lnTo>
                  <a:lnTo>
                    <a:pt x="8166219" y="3727365"/>
                  </a:lnTo>
                  <a:lnTo>
                    <a:pt x="8166219" y="3724061"/>
                  </a:lnTo>
                  <a:lnTo>
                    <a:pt x="8155345" y="3724061"/>
                  </a:lnTo>
                  <a:lnTo>
                    <a:pt x="8155345" y="3720757"/>
                  </a:lnTo>
                  <a:lnTo>
                    <a:pt x="8149908" y="3720757"/>
                  </a:lnTo>
                  <a:lnTo>
                    <a:pt x="8149908" y="3717452"/>
                  </a:lnTo>
                  <a:lnTo>
                    <a:pt x="8144471" y="3717452"/>
                  </a:lnTo>
                  <a:lnTo>
                    <a:pt x="8133598" y="3717452"/>
                  </a:lnTo>
                  <a:lnTo>
                    <a:pt x="8117287" y="3717452"/>
                  </a:lnTo>
                  <a:lnTo>
                    <a:pt x="8117287" y="3714181"/>
                  </a:lnTo>
                  <a:lnTo>
                    <a:pt x="8106413" y="3714181"/>
                  </a:lnTo>
                  <a:lnTo>
                    <a:pt x="8106413" y="3710909"/>
                  </a:lnTo>
                  <a:lnTo>
                    <a:pt x="8068355" y="3710909"/>
                  </a:lnTo>
                  <a:lnTo>
                    <a:pt x="8062918" y="3710909"/>
                  </a:lnTo>
                  <a:lnTo>
                    <a:pt x="8062918" y="3707643"/>
                  </a:lnTo>
                  <a:lnTo>
                    <a:pt x="8057481" y="3707643"/>
                  </a:lnTo>
                  <a:lnTo>
                    <a:pt x="8052044" y="3707643"/>
                  </a:lnTo>
                  <a:lnTo>
                    <a:pt x="8046607" y="3707643"/>
                  </a:lnTo>
                  <a:lnTo>
                    <a:pt x="8041170" y="3707643"/>
                  </a:lnTo>
                  <a:lnTo>
                    <a:pt x="8041170" y="3704397"/>
                  </a:lnTo>
                  <a:lnTo>
                    <a:pt x="8030297" y="3704397"/>
                  </a:lnTo>
                  <a:lnTo>
                    <a:pt x="8024860" y="3704397"/>
                  </a:lnTo>
                  <a:lnTo>
                    <a:pt x="8024860" y="3701157"/>
                  </a:lnTo>
                  <a:lnTo>
                    <a:pt x="8003112" y="3701157"/>
                  </a:lnTo>
                  <a:lnTo>
                    <a:pt x="7992238" y="3701157"/>
                  </a:lnTo>
                  <a:lnTo>
                    <a:pt x="7986801" y="3701157"/>
                  </a:lnTo>
                  <a:lnTo>
                    <a:pt x="7986801" y="3697929"/>
                  </a:lnTo>
                  <a:lnTo>
                    <a:pt x="7981365" y="3697929"/>
                  </a:lnTo>
                  <a:lnTo>
                    <a:pt x="7959617" y="3697929"/>
                  </a:lnTo>
                  <a:lnTo>
                    <a:pt x="7954180" y="3697929"/>
                  </a:lnTo>
                  <a:lnTo>
                    <a:pt x="7943306" y="3697929"/>
                  </a:lnTo>
                  <a:lnTo>
                    <a:pt x="7926996" y="3697929"/>
                  </a:lnTo>
                  <a:lnTo>
                    <a:pt x="7926996" y="3691561"/>
                  </a:lnTo>
                  <a:lnTo>
                    <a:pt x="7921559" y="3691561"/>
                  </a:lnTo>
                  <a:lnTo>
                    <a:pt x="7910685" y="3691561"/>
                  </a:lnTo>
                  <a:lnTo>
                    <a:pt x="7878064" y="3691561"/>
                  </a:lnTo>
                  <a:lnTo>
                    <a:pt x="7872627" y="3691561"/>
                  </a:lnTo>
                  <a:lnTo>
                    <a:pt x="7872627" y="3688401"/>
                  </a:lnTo>
                  <a:lnTo>
                    <a:pt x="7856316" y="3688401"/>
                  </a:lnTo>
                  <a:lnTo>
                    <a:pt x="7856316" y="3685241"/>
                  </a:lnTo>
                  <a:lnTo>
                    <a:pt x="7850879" y="3685241"/>
                  </a:lnTo>
                  <a:lnTo>
                    <a:pt x="7850879" y="3678944"/>
                  </a:lnTo>
                  <a:lnTo>
                    <a:pt x="7845442" y="3678944"/>
                  </a:lnTo>
                  <a:lnTo>
                    <a:pt x="7845442" y="3675807"/>
                  </a:lnTo>
                  <a:lnTo>
                    <a:pt x="7840005" y="3675807"/>
                  </a:lnTo>
                  <a:lnTo>
                    <a:pt x="7840005" y="3672675"/>
                  </a:lnTo>
                  <a:lnTo>
                    <a:pt x="7829131" y="3672675"/>
                  </a:lnTo>
                  <a:lnTo>
                    <a:pt x="7829131" y="3666410"/>
                  </a:lnTo>
                  <a:lnTo>
                    <a:pt x="7812821" y="3666410"/>
                  </a:lnTo>
                  <a:lnTo>
                    <a:pt x="7796510" y="3666410"/>
                  </a:lnTo>
                  <a:lnTo>
                    <a:pt x="7791073" y="3666410"/>
                  </a:lnTo>
                  <a:lnTo>
                    <a:pt x="7791073" y="3663289"/>
                  </a:lnTo>
                  <a:lnTo>
                    <a:pt x="7780199" y="3663289"/>
                  </a:lnTo>
                  <a:lnTo>
                    <a:pt x="7747578" y="3663289"/>
                  </a:lnTo>
                  <a:lnTo>
                    <a:pt x="7736704" y="3663289"/>
                  </a:lnTo>
                  <a:lnTo>
                    <a:pt x="7736704" y="3660191"/>
                  </a:lnTo>
                  <a:lnTo>
                    <a:pt x="7731267" y="3660191"/>
                  </a:lnTo>
                  <a:lnTo>
                    <a:pt x="7731267" y="3657098"/>
                  </a:lnTo>
                  <a:lnTo>
                    <a:pt x="7720394" y="3657098"/>
                  </a:lnTo>
                  <a:lnTo>
                    <a:pt x="7720394" y="3654005"/>
                  </a:lnTo>
                  <a:lnTo>
                    <a:pt x="7709520" y="3654005"/>
                  </a:lnTo>
                  <a:lnTo>
                    <a:pt x="7709520" y="3650911"/>
                  </a:lnTo>
                  <a:lnTo>
                    <a:pt x="7693209" y="3650911"/>
                  </a:lnTo>
                  <a:lnTo>
                    <a:pt x="7687772" y="3650911"/>
                  </a:lnTo>
                  <a:lnTo>
                    <a:pt x="7682335" y="3650911"/>
                  </a:lnTo>
                  <a:lnTo>
                    <a:pt x="7676898" y="3650911"/>
                  </a:lnTo>
                  <a:lnTo>
                    <a:pt x="7671461" y="3650911"/>
                  </a:lnTo>
                  <a:lnTo>
                    <a:pt x="7671461" y="3647857"/>
                  </a:lnTo>
                  <a:lnTo>
                    <a:pt x="7655151" y="3647857"/>
                  </a:lnTo>
                  <a:lnTo>
                    <a:pt x="7649714" y="3647857"/>
                  </a:lnTo>
                  <a:lnTo>
                    <a:pt x="7638840" y="3647857"/>
                  </a:lnTo>
                  <a:lnTo>
                    <a:pt x="7633403" y="3647857"/>
                  </a:lnTo>
                  <a:lnTo>
                    <a:pt x="7611656" y="3647857"/>
                  </a:lnTo>
                  <a:lnTo>
                    <a:pt x="7600782" y="3647857"/>
                  </a:lnTo>
                  <a:lnTo>
                    <a:pt x="7600782" y="3644830"/>
                  </a:lnTo>
                  <a:lnTo>
                    <a:pt x="7589908" y="3644830"/>
                  </a:lnTo>
                  <a:lnTo>
                    <a:pt x="7589908" y="3641809"/>
                  </a:lnTo>
                  <a:lnTo>
                    <a:pt x="7573597" y="3641809"/>
                  </a:lnTo>
                  <a:lnTo>
                    <a:pt x="7573597" y="3638803"/>
                  </a:lnTo>
                  <a:lnTo>
                    <a:pt x="7568160" y="3638803"/>
                  </a:lnTo>
                  <a:lnTo>
                    <a:pt x="7535539" y="3638803"/>
                  </a:lnTo>
                  <a:lnTo>
                    <a:pt x="7530102" y="3638803"/>
                  </a:lnTo>
                  <a:lnTo>
                    <a:pt x="7524665" y="3638803"/>
                  </a:lnTo>
                  <a:lnTo>
                    <a:pt x="7519228" y="3638803"/>
                  </a:lnTo>
                  <a:lnTo>
                    <a:pt x="7502918" y="3638803"/>
                  </a:lnTo>
                  <a:lnTo>
                    <a:pt x="7497481" y="3638803"/>
                  </a:lnTo>
                  <a:lnTo>
                    <a:pt x="7470296" y="3638803"/>
                  </a:lnTo>
                  <a:lnTo>
                    <a:pt x="7470296" y="3635850"/>
                  </a:lnTo>
                  <a:lnTo>
                    <a:pt x="7464859" y="3635850"/>
                  </a:lnTo>
                  <a:lnTo>
                    <a:pt x="7464859" y="3632897"/>
                  </a:lnTo>
                  <a:lnTo>
                    <a:pt x="7459422" y="3632897"/>
                  </a:lnTo>
                  <a:lnTo>
                    <a:pt x="7443112" y="3632897"/>
                  </a:lnTo>
                  <a:lnTo>
                    <a:pt x="7437675" y="3632897"/>
                  </a:lnTo>
                  <a:lnTo>
                    <a:pt x="7437675" y="3629954"/>
                  </a:lnTo>
                  <a:lnTo>
                    <a:pt x="7426801" y="3629954"/>
                  </a:lnTo>
                  <a:lnTo>
                    <a:pt x="7421364" y="3629954"/>
                  </a:lnTo>
                  <a:lnTo>
                    <a:pt x="7421364" y="3627031"/>
                  </a:lnTo>
                  <a:lnTo>
                    <a:pt x="7415927" y="3627031"/>
                  </a:lnTo>
                  <a:lnTo>
                    <a:pt x="7415927" y="3624108"/>
                  </a:lnTo>
                  <a:lnTo>
                    <a:pt x="7405053" y="3624108"/>
                  </a:lnTo>
                  <a:lnTo>
                    <a:pt x="7405053" y="3621184"/>
                  </a:lnTo>
                  <a:lnTo>
                    <a:pt x="7399617" y="3621184"/>
                  </a:lnTo>
                  <a:lnTo>
                    <a:pt x="7399617" y="3618260"/>
                  </a:lnTo>
                  <a:lnTo>
                    <a:pt x="7388743" y="3618260"/>
                  </a:lnTo>
                  <a:lnTo>
                    <a:pt x="7388743" y="3615335"/>
                  </a:lnTo>
                  <a:lnTo>
                    <a:pt x="7383306" y="3615335"/>
                  </a:lnTo>
                  <a:lnTo>
                    <a:pt x="7377869" y="3615335"/>
                  </a:lnTo>
                  <a:lnTo>
                    <a:pt x="7377869" y="3609495"/>
                  </a:lnTo>
                  <a:lnTo>
                    <a:pt x="7366995" y="3609495"/>
                  </a:lnTo>
                  <a:lnTo>
                    <a:pt x="7366995" y="3606580"/>
                  </a:lnTo>
                  <a:lnTo>
                    <a:pt x="7356121" y="3606580"/>
                  </a:lnTo>
                  <a:lnTo>
                    <a:pt x="7350684" y="3606580"/>
                  </a:lnTo>
                  <a:lnTo>
                    <a:pt x="7345248" y="3606580"/>
                  </a:lnTo>
                  <a:lnTo>
                    <a:pt x="7345248" y="3603679"/>
                  </a:lnTo>
                  <a:lnTo>
                    <a:pt x="7339811" y="3603679"/>
                  </a:lnTo>
                  <a:lnTo>
                    <a:pt x="7323500" y="3603679"/>
                  </a:lnTo>
                  <a:lnTo>
                    <a:pt x="7318063" y="3603679"/>
                  </a:lnTo>
                  <a:lnTo>
                    <a:pt x="7312626" y="3603679"/>
                  </a:lnTo>
                  <a:lnTo>
                    <a:pt x="7307189" y="3603679"/>
                  </a:lnTo>
                  <a:lnTo>
                    <a:pt x="7301752" y="3603679"/>
                  </a:lnTo>
                  <a:lnTo>
                    <a:pt x="7290879" y="3603679"/>
                  </a:lnTo>
                  <a:lnTo>
                    <a:pt x="7290879" y="3597963"/>
                  </a:lnTo>
                  <a:lnTo>
                    <a:pt x="7280005" y="3597963"/>
                  </a:lnTo>
                  <a:lnTo>
                    <a:pt x="7280005" y="3595115"/>
                  </a:lnTo>
                  <a:lnTo>
                    <a:pt x="7274568" y="3595115"/>
                  </a:lnTo>
                  <a:lnTo>
                    <a:pt x="7269131" y="3595115"/>
                  </a:lnTo>
                  <a:lnTo>
                    <a:pt x="7263694" y="3595115"/>
                  </a:lnTo>
                  <a:lnTo>
                    <a:pt x="7263694" y="3592285"/>
                  </a:lnTo>
                  <a:lnTo>
                    <a:pt x="7258257" y="3592285"/>
                  </a:lnTo>
                  <a:lnTo>
                    <a:pt x="7252820" y="3592285"/>
                  </a:lnTo>
                  <a:lnTo>
                    <a:pt x="7231073" y="3592285"/>
                  </a:lnTo>
                  <a:lnTo>
                    <a:pt x="7220199" y="3592285"/>
                  </a:lnTo>
                  <a:lnTo>
                    <a:pt x="7198451" y="3592285"/>
                  </a:lnTo>
                  <a:lnTo>
                    <a:pt x="7198451" y="3589496"/>
                  </a:lnTo>
                  <a:lnTo>
                    <a:pt x="7193014" y="3589496"/>
                  </a:lnTo>
                  <a:lnTo>
                    <a:pt x="7182141" y="3589496"/>
                  </a:lnTo>
                  <a:lnTo>
                    <a:pt x="7176704" y="3589496"/>
                  </a:lnTo>
                  <a:lnTo>
                    <a:pt x="7176704" y="3586716"/>
                  </a:lnTo>
                  <a:lnTo>
                    <a:pt x="7165830" y="3586716"/>
                  </a:lnTo>
                  <a:lnTo>
                    <a:pt x="7165830" y="3583935"/>
                  </a:lnTo>
                  <a:lnTo>
                    <a:pt x="7154956" y="3583935"/>
                  </a:lnTo>
                  <a:lnTo>
                    <a:pt x="7149519" y="3583935"/>
                  </a:lnTo>
                  <a:lnTo>
                    <a:pt x="7144082" y="3583935"/>
                  </a:lnTo>
                  <a:lnTo>
                    <a:pt x="7144082" y="3581163"/>
                  </a:lnTo>
                  <a:lnTo>
                    <a:pt x="7138646" y="3581163"/>
                  </a:lnTo>
                  <a:lnTo>
                    <a:pt x="7138646" y="3578391"/>
                  </a:lnTo>
                  <a:lnTo>
                    <a:pt x="7111461" y="3578391"/>
                  </a:lnTo>
                  <a:lnTo>
                    <a:pt x="7111461" y="3575618"/>
                  </a:lnTo>
                  <a:lnTo>
                    <a:pt x="7073403" y="3575618"/>
                  </a:lnTo>
                  <a:lnTo>
                    <a:pt x="7062529" y="3575618"/>
                  </a:lnTo>
                  <a:lnTo>
                    <a:pt x="7051655" y="3575618"/>
                  </a:lnTo>
                  <a:lnTo>
                    <a:pt x="7051655" y="3572854"/>
                  </a:lnTo>
                  <a:lnTo>
                    <a:pt x="7046218" y="3572854"/>
                  </a:lnTo>
                  <a:lnTo>
                    <a:pt x="7040781" y="3572854"/>
                  </a:lnTo>
                  <a:lnTo>
                    <a:pt x="7035344" y="3572854"/>
                  </a:lnTo>
                  <a:lnTo>
                    <a:pt x="7035344" y="3570112"/>
                  </a:lnTo>
                  <a:lnTo>
                    <a:pt x="7029908" y="3570112"/>
                  </a:lnTo>
                  <a:lnTo>
                    <a:pt x="7024471" y="3570112"/>
                  </a:lnTo>
                  <a:lnTo>
                    <a:pt x="7019034" y="3570112"/>
                  </a:lnTo>
                  <a:lnTo>
                    <a:pt x="7013597" y="3570112"/>
                  </a:lnTo>
                  <a:lnTo>
                    <a:pt x="7013597" y="3567382"/>
                  </a:lnTo>
                  <a:lnTo>
                    <a:pt x="6997286" y="3567382"/>
                  </a:lnTo>
                  <a:lnTo>
                    <a:pt x="6997286" y="3564657"/>
                  </a:lnTo>
                  <a:lnTo>
                    <a:pt x="6986412" y="3564657"/>
                  </a:lnTo>
                  <a:lnTo>
                    <a:pt x="6970102" y="3564657"/>
                  </a:lnTo>
                  <a:lnTo>
                    <a:pt x="6970102" y="3559221"/>
                  </a:lnTo>
                  <a:lnTo>
                    <a:pt x="6964665" y="3559221"/>
                  </a:lnTo>
                  <a:lnTo>
                    <a:pt x="6964665" y="3556503"/>
                  </a:lnTo>
                  <a:lnTo>
                    <a:pt x="6942917" y="3556503"/>
                  </a:lnTo>
                  <a:lnTo>
                    <a:pt x="6942917" y="3553789"/>
                  </a:lnTo>
                  <a:lnTo>
                    <a:pt x="6893985" y="3553789"/>
                  </a:lnTo>
                  <a:lnTo>
                    <a:pt x="6893985" y="3551087"/>
                  </a:lnTo>
                  <a:lnTo>
                    <a:pt x="6888548" y="3551087"/>
                  </a:lnTo>
                  <a:lnTo>
                    <a:pt x="6888548" y="3548389"/>
                  </a:lnTo>
                  <a:lnTo>
                    <a:pt x="6883111" y="3548389"/>
                  </a:lnTo>
                  <a:lnTo>
                    <a:pt x="6877674" y="3548389"/>
                  </a:lnTo>
                  <a:lnTo>
                    <a:pt x="6872238" y="3548389"/>
                  </a:lnTo>
                  <a:lnTo>
                    <a:pt x="6872238" y="3545703"/>
                  </a:lnTo>
                  <a:lnTo>
                    <a:pt x="6855927" y="3545703"/>
                  </a:lnTo>
                  <a:lnTo>
                    <a:pt x="6839616" y="3545703"/>
                  </a:lnTo>
                  <a:lnTo>
                    <a:pt x="6834179" y="3545703"/>
                  </a:lnTo>
                  <a:lnTo>
                    <a:pt x="6817869" y="3545703"/>
                  </a:lnTo>
                  <a:lnTo>
                    <a:pt x="6817869" y="3543037"/>
                  </a:lnTo>
                  <a:lnTo>
                    <a:pt x="6801558" y="3543037"/>
                  </a:lnTo>
                  <a:lnTo>
                    <a:pt x="6790684" y="3543037"/>
                  </a:lnTo>
                  <a:lnTo>
                    <a:pt x="6790684" y="3540379"/>
                  </a:lnTo>
                  <a:lnTo>
                    <a:pt x="6774373" y="3540379"/>
                  </a:lnTo>
                  <a:lnTo>
                    <a:pt x="6763500" y="3540379"/>
                  </a:lnTo>
                  <a:lnTo>
                    <a:pt x="6747189" y="3540379"/>
                  </a:lnTo>
                  <a:lnTo>
                    <a:pt x="6741752" y="3540379"/>
                  </a:lnTo>
                  <a:lnTo>
                    <a:pt x="6736315" y="3540379"/>
                  </a:lnTo>
                  <a:lnTo>
                    <a:pt x="6730878" y="3540379"/>
                  </a:lnTo>
                  <a:lnTo>
                    <a:pt x="6725441" y="3540379"/>
                  </a:lnTo>
                  <a:lnTo>
                    <a:pt x="6725441" y="3537760"/>
                  </a:lnTo>
                  <a:lnTo>
                    <a:pt x="6720004" y="3537760"/>
                  </a:lnTo>
                  <a:lnTo>
                    <a:pt x="6709131" y="3537760"/>
                  </a:lnTo>
                  <a:lnTo>
                    <a:pt x="6709131" y="3535149"/>
                  </a:lnTo>
                  <a:lnTo>
                    <a:pt x="6703694" y="3535149"/>
                  </a:lnTo>
                  <a:lnTo>
                    <a:pt x="6698257" y="3535149"/>
                  </a:lnTo>
                  <a:lnTo>
                    <a:pt x="6692820" y="3535149"/>
                  </a:lnTo>
                  <a:lnTo>
                    <a:pt x="6692820" y="3532545"/>
                  </a:lnTo>
                  <a:lnTo>
                    <a:pt x="6687383" y="3532545"/>
                  </a:lnTo>
                  <a:lnTo>
                    <a:pt x="6676509" y="3532545"/>
                  </a:lnTo>
                  <a:lnTo>
                    <a:pt x="6671072" y="3532545"/>
                  </a:lnTo>
                  <a:lnTo>
                    <a:pt x="6671072" y="3529949"/>
                  </a:lnTo>
                  <a:lnTo>
                    <a:pt x="6665635" y="3529949"/>
                  </a:lnTo>
                  <a:lnTo>
                    <a:pt x="6660199" y="3529949"/>
                  </a:lnTo>
                  <a:lnTo>
                    <a:pt x="6654762" y="3529949"/>
                  </a:lnTo>
                  <a:lnTo>
                    <a:pt x="6649325" y="3529949"/>
                  </a:lnTo>
                  <a:lnTo>
                    <a:pt x="6638451" y="3529949"/>
                  </a:lnTo>
                  <a:lnTo>
                    <a:pt x="6633014" y="3529949"/>
                  </a:lnTo>
                  <a:lnTo>
                    <a:pt x="6633014" y="3527386"/>
                  </a:lnTo>
                  <a:lnTo>
                    <a:pt x="6627577" y="3527386"/>
                  </a:lnTo>
                  <a:lnTo>
                    <a:pt x="6622140" y="3527386"/>
                  </a:lnTo>
                  <a:lnTo>
                    <a:pt x="6616703" y="3527386"/>
                  </a:lnTo>
                  <a:lnTo>
                    <a:pt x="6611266" y="3527386"/>
                  </a:lnTo>
                  <a:lnTo>
                    <a:pt x="6605830" y="3527386"/>
                  </a:lnTo>
                  <a:lnTo>
                    <a:pt x="6605830" y="3524848"/>
                  </a:lnTo>
                  <a:lnTo>
                    <a:pt x="6600393" y="3524848"/>
                  </a:lnTo>
                  <a:lnTo>
                    <a:pt x="6589519" y="3524848"/>
                  </a:lnTo>
                  <a:lnTo>
                    <a:pt x="6589519" y="3522317"/>
                  </a:lnTo>
                  <a:lnTo>
                    <a:pt x="6578645" y="3522317"/>
                  </a:lnTo>
                  <a:lnTo>
                    <a:pt x="6573208" y="3522317"/>
                  </a:lnTo>
                  <a:lnTo>
                    <a:pt x="6556898" y="3522317"/>
                  </a:lnTo>
                  <a:lnTo>
                    <a:pt x="6551461" y="3522317"/>
                  </a:lnTo>
                  <a:lnTo>
                    <a:pt x="6546024" y="3522317"/>
                  </a:lnTo>
                  <a:lnTo>
                    <a:pt x="6546024" y="3517291"/>
                  </a:lnTo>
                  <a:lnTo>
                    <a:pt x="6513402" y="3517291"/>
                  </a:lnTo>
                  <a:lnTo>
                    <a:pt x="6513402" y="3514778"/>
                  </a:lnTo>
                  <a:lnTo>
                    <a:pt x="6507965" y="3514778"/>
                  </a:lnTo>
                  <a:lnTo>
                    <a:pt x="6502529" y="3514778"/>
                  </a:lnTo>
                  <a:lnTo>
                    <a:pt x="6497092" y="3514778"/>
                  </a:lnTo>
                  <a:lnTo>
                    <a:pt x="6497092" y="3512275"/>
                  </a:lnTo>
                  <a:lnTo>
                    <a:pt x="6491655" y="3512275"/>
                  </a:lnTo>
                  <a:lnTo>
                    <a:pt x="6486218" y="3512275"/>
                  </a:lnTo>
                  <a:lnTo>
                    <a:pt x="6486218" y="3509778"/>
                  </a:lnTo>
                  <a:lnTo>
                    <a:pt x="6475344" y="3509778"/>
                  </a:lnTo>
                  <a:lnTo>
                    <a:pt x="6469907" y="3509778"/>
                  </a:lnTo>
                  <a:lnTo>
                    <a:pt x="6469907" y="3507296"/>
                  </a:lnTo>
                  <a:lnTo>
                    <a:pt x="6464470" y="3507296"/>
                  </a:lnTo>
                  <a:lnTo>
                    <a:pt x="6464470" y="3504813"/>
                  </a:lnTo>
                  <a:lnTo>
                    <a:pt x="6459033" y="3504813"/>
                  </a:lnTo>
                  <a:lnTo>
                    <a:pt x="6448160" y="3504813"/>
                  </a:lnTo>
                  <a:lnTo>
                    <a:pt x="6426412" y="3504813"/>
                  </a:lnTo>
                  <a:lnTo>
                    <a:pt x="6426412" y="3502336"/>
                  </a:lnTo>
                  <a:lnTo>
                    <a:pt x="6415538" y="3502336"/>
                  </a:lnTo>
                  <a:lnTo>
                    <a:pt x="6415538" y="3499863"/>
                  </a:lnTo>
                  <a:lnTo>
                    <a:pt x="6399227" y="3499863"/>
                  </a:lnTo>
                  <a:lnTo>
                    <a:pt x="6399227" y="3497390"/>
                  </a:lnTo>
                  <a:lnTo>
                    <a:pt x="6393791" y="3497390"/>
                  </a:lnTo>
                  <a:lnTo>
                    <a:pt x="6393791" y="3494923"/>
                  </a:lnTo>
                  <a:lnTo>
                    <a:pt x="6388354" y="3494923"/>
                  </a:lnTo>
                  <a:lnTo>
                    <a:pt x="6388354" y="3489996"/>
                  </a:lnTo>
                  <a:lnTo>
                    <a:pt x="6377480" y="3489996"/>
                  </a:lnTo>
                  <a:lnTo>
                    <a:pt x="6366606" y="3489996"/>
                  </a:lnTo>
                  <a:lnTo>
                    <a:pt x="6366606" y="3485074"/>
                  </a:lnTo>
                  <a:lnTo>
                    <a:pt x="6350295" y="3485074"/>
                  </a:lnTo>
                  <a:lnTo>
                    <a:pt x="6339422" y="3485074"/>
                  </a:lnTo>
                  <a:lnTo>
                    <a:pt x="6339422" y="3482620"/>
                  </a:lnTo>
                  <a:lnTo>
                    <a:pt x="6333985" y="3482620"/>
                  </a:lnTo>
                  <a:lnTo>
                    <a:pt x="6323111" y="3482620"/>
                  </a:lnTo>
                  <a:lnTo>
                    <a:pt x="6317674" y="3482620"/>
                  </a:lnTo>
                  <a:lnTo>
                    <a:pt x="6312237" y="3482620"/>
                  </a:lnTo>
                  <a:lnTo>
                    <a:pt x="6312237" y="3480178"/>
                  </a:lnTo>
                  <a:lnTo>
                    <a:pt x="6306800" y="3480178"/>
                  </a:lnTo>
                  <a:lnTo>
                    <a:pt x="6301363" y="3480178"/>
                  </a:lnTo>
                  <a:lnTo>
                    <a:pt x="6290490" y="3480178"/>
                  </a:lnTo>
                  <a:lnTo>
                    <a:pt x="6290490" y="3477750"/>
                  </a:lnTo>
                  <a:lnTo>
                    <a:pt x="6285053" y="3477750"/>
                  </a:lnTo>
                  <a:lnTo>
                    <a:pt x="6268742" y="3477750"/>
                  </a:lnTo>
                  <a:lnTo>
                    <a:pt x="6268742" y="3475330"/>
                  </a:lnTo>
                  <a:lnTo>
                    <a:pt x="6263305" y="3475330"/>
                  </a:lnTo>
                  <a:lnTo>
                    <a:pt x="6263305" y="3472911"/>
                  </a:lnTo>
                  <a:lnTo>
                    <a:pt x="6257868" y="3472911"/>
                  </a:lnTo>
                  <a:lnTo>
                    <a:pt x="6257868" y="3468072"/>
                  </a:lnTo>
                  <a:lnTo>
                    <a:pt x="6246994" y="3468072"/>
                  </a:lnTo>
                  <a:lnTo>
                    <a:pt x="6241557" y="3468072"/>
                  </a:lnTo>
                  <a:lnTo>
                    <a:pt x="6241557" y="3465658"/>
                  </a:lnTo>
                  <a:lnTo>
                    <a:pt x="6236121" y="3465658"/>
                  </a:lnTo>
                  <a:lnTo>
                    <a:pt x="6230684" y="3465658"/>
                  </a:lnTo>
                  <a:lnTo>
                    <a:pt x="6219810" y="3465658"/>
                  </a:lnTo>
                  <a:lnTo>
                    <a:pt x="6214373" y="3465658"/>
                  </a:lnTo>
                  <a:lnTo>
                    <a:pt x="6214373" y="3463257"/>
                  </a:lnTo>
                  <a:lnTo>
                    <a:pt x="6208936" y="3463257"/>
                  </a:lnTo>
                  <a:lnTo>
                    <a:pt x="6203499" y="3463257"/>
                  </a:lnTo>
                  <a:lnTo>
                    <a:pt x="6198062" y="3463257"/>
                  </a:lnTo>
                  <a:lnTo>
                    <a:pt x="6198062" y="3460868"/>
                  </a:lnTo>
                  <a:lnTo>
                    <a:pt x="6192625" y="3460868"/>
                  </a:lnTo>
                  <a:lnTo>
                    <a:pt x="6192625" y="3458482"/>
                  </a:lnTo>
                  <a:lnTo>
                    <a:pt x="6181752" y="3458482"/>
                  </a:lnTo>
                  <a:lnTo>
                    <a:pt x="6181752" y="3456096"/>
                  </a:lnTo>
                  <a:lnTo>
                    <a:pt x="6176315" y="3456096"/>
                  </a:lnTo>
                  <a:lnTo>
                    <a:pt x="6176315" y="3451323"/>
                  </a:lnTo>
                  <a:lnTo>
                    <a:pt x="6170878" y="3451323"/>
                  </a:lnTo>
                  <a:lnTo>
                    <a:pt x="6170878" y="3448937"/>
                  </a:lnTo>
                  <a:lnTo>
                    <a:pt x="6165441" y="3448937"/>
                  </a:lnTo>
                  <a:lnTo>
                    <a:pt x="6165441" y="3446559"/>
                  </a:lnTo>
                  <a:lnTo>
                    <a:pt x="6160004" y="3446559"/>
                  </a:lnTo>
                  <a:lnTo>
                    <a:pt x="6149130" y="3446559"/>
                  </a:lnTo>
                  <a:lnTo>
                    <a:pt x="6143693" y="3446559"/>
                  </a:lnTo>
                  <a:lnTo>
                    <a:pt x="6138256" y="3446559"/>
                  </a:lnTo>
                  <a:lnTo>
                    <a:pt x="6138256" y="3441821"/>
                  </a:lnTo>
                  <a:lnTo>
                    <a:pt x="6132820" y="3441821"/>
                  </a:lnTo>
                  <a:lnTo>
                    <a:pt x="6127383" y="3441821"/>
                  </a:lnTo>
                  <a:lnTo>
                    <a:pt x="6121946" y="3441821"/>
                  </a:lnTo>
                  <a:lnTo>
                    <a:pt x="6121946" y="3439470"/>
                  </a:lnTo>
                  <a:lnTo>
                    <a:pt x="6100198" y="3439470"/>
                  </a:lnTo>
                  <a:lnTo>
                    <a:pt x="6100198" y="3437119"/>
                  </a:lnTo>
                  <a:lnTo>
                    <a:pt x="6094761" y="3437119"/>
                  </a:lnTo>
                  <a:lnTo>
                    <a:pt x="6094761" y="3434767"/>
                  </a:lnTo>
                  <a:lnTo>
                    <a:pt x="6089324" y="3434767"/>
                  </a:lnTo>
                  <a:lnTo>
                    <a:pt x="6083887" y="3434767"/>
                  </a:lnTo>
                  <a:lnTo>
                    <a:pt x="6073014" y="3434767"/>
                  </a:lnTo>
                  <a:lnTo>
                    <a:pt x="6067577" y="3434767"/>
                  </a:lnTo>
                  <a:lnTo>
                    <a:pt x="6067577" y="3432430"/>
                  </a:lnTo>
                  <a:lnTo>
                    <a:pt x="6051266" y="3432430"/>
                  </a:lnTo>
                  <a:lnTo>
                    <a:pt x="6045829" y="3432430"/>
                  </a:lnTo>
                  <a:lnTo>
                    <a:pt x="6040392" y="3432430"/>
                  </a:lnTo>
                  <a:lnTo>
                    <a:pt x="6029518" y="3432430"/>
                  </a:lnTo>
                  <a:lnTo>
                    <a:pt x="6029518" y="3427785"/>
                  </a:lnTo>
                  <a:lnTo>
                    <a:pt x="6024082" y="3427785"/>
                  </a:lnTo>
                  <a:lnTo>
                    <a:pt x="6018645" y="3427785"/>
                  </a:lnTo>
                  <a:lnTo>
                    <a:pt x="6018645" y="3425465"/>
                  </a:lnTo>
                  <a:lnTo>
                    <a:pt x="6013208" y="3425465"/>
                  </a:lnTo>
                  <a:lnTo>
                    <a:pt x="5996897" y="3425465"/>
                  </a:lnTo>
                  <a:lnTo>
                    <a:pt x="5991460" y="3425465"/>
                  </a:lnTo>
                  <a:lnTo>
                    <a:pt x="5986023" y="3425465"/>
                  </a:lnTo>
                  <a:lnTo>
                    <a:pt x="5986023" y="3423156"/>
                  </a:lnTo>
                  <a:lnTo>
                    <a:pt x="5969713" y="3423156"/>
                  </a:lnTo>
                  <a:lnTo>
                    <a:pt x="5969713" y="3420847"/>
                  </a:lnTo>
                  <a:lnTo>
                    <a:pt x="5953402" y="3420847"/>
                  </a:lnTo>
                  <a:lnTo>
                    <a:pt x="5953402" y="3418538"/>
                  </a:lnTo>
                  <a:lnTo>
                    <a:pt x="5947965" y="3418538"/>
                  </a:lnTo>
                  <a:lnTo>
                    <a:pt x="5937091" y="3418538"/>
                  </a:lnTo>
                  <a:lnTo>
                    <a:pt x="5937091" y="3416248"/>
                  </a:lnTo>
                  <a:lnTo>
                    <a:pt x="5926217" y="3416248"/>
                  </a:lnTo>
                  <a:lnTo>
                    <a:pt x="5920781" y="3416248"/>
                  </a:lnTo>
                  <a:lnTo>
                    <a:pt x="5920781" y="3413969"/>
                  </a:lnTo>
                  <a:lnTo>
                    <a:pt x="5915344" y="3413969"/>
                  </a:lnTo>
                  <a:lnTo>
                    <a:pt x="5909907" y="3413969"/>
                  </a:lnTo>
                  <a:lnTo>
                    <a:pt x="5909907" y="3411696"/>
                  </a:lnTo>
                  <a:lnTo>
                    <a:pt x="5893596" y="3411696"/>
                  </a:lnTo>
                  <a:lnTo>
                    <a:pt x="5893596" y="3409422"/>
                  </a:lnTo>
                  <a:lnTo>
                    <a:pt x="5888159" y="3409422"/>
                  </a:lnTo>
                  <a:lnTo>
                    <a:pt x="5888159" y="3407148"/>
                  </a:lnTo>
                  <a:lnTo>
                    <a:pt x="5877285" y="3407148"/>
                  </a:lnTo>
                  <a:lnTo>
                    <a:pt x="5860975" y="3407148"/>
                  </a:lnTo>
                  <a:lnTo>
                    <a:pt x="5860975" y="3404888"/>
                  </a:lnTo>
                  <a:lnTo>
                    <a:pt x="5850101" y="3404888"/>
                  </a:lnTo>
                  <a:lnTo>
                    <a:pt x="5850101" y="3402630"/>
                  </a:lnTo>
                  <a:lnTo>
                    <a:pt x="5844664" y="3402630"/>
                  </a:lnTo>
                  <a:lnTo>
                    <a:pt x="5844664" y="3400375"/>
                  </a:lnTo>
                  <a:lnTo>
                    <a:pt x="5833790" y="3400375"/>
                  </a:lnTo>
                  <a:lnTo>
                    <a:pt x="5833790" y="3398128"/>
                  </a:lnTo>
                  <a:lnTo>
                    <a:pt x="5822916" y="3398128"/>
                  </a:lnTo>
                  <a:lnTo>
                    <a:pt x="5817479" y="3398128"/>
                  </a:lnTo>
                  <a:lnTo>
                    <a:pt x="5801169" y="3398128"/>
                  </a:lnTo>
                  <a:lnTo>
                    <a:pt x="5801169" y="3395888"/>
                  </a:lnTo>
                  <a:lnTo>
                    <a:pt x="5784858" y="3395888"/>
                  </a:lnTo>
                  <a:lnTo>
                    <a:pt x="5779421" y="3395888"/>
                  </a:lnTo>
                  <a:lnTo>
                    <a:pt x="5773984" y="3395888"/>
                  </a:lnTo>
                  <a:lnTo>
                    <a:pt x="5763111" y="3395888"/>
                  </a:lnTo>
                  <a:lnTo>
                    <a:pt x="5763111" y="3393664"/>
                  </a:lnTo>
                  <a:lnTo>
                    <a:pt x="5757674" y="3393664"/>
                  </a:lnTo>
                  <a:lnTo>
                    <a:pt x="5735926" y="3393664"/>
                  </a:lnTo>
                  <a:lnTo>
                    <a:pt x="5730489" y="3393664"/>
                  </a:lnTo>
                  <a:lnTo>
                    <a:pt x="5714178" y="3393664"/>
                  </a:lnTo>
                  <a:lnTo>
                    <a:pt x="5708742" y="3393664"/>
                  </a:lnTo>
                  <a:lnTo>
                    <a:pt x="5692431" y="3393664"/>
                  </a:lnTo>
                  <a:lnTo>
                    <a:pt x="5681557" y="3393664"/>
                  </a:lnTo>
                  <a:lnTo>
                    <a:pt x="5681557" y="3391463"/>
                  </a:lnTo>
                  <a:lnTo>
                    <a:pt x="5670683" y="3391463"/>
                  </a:lnTo>
                  <a:lnTo>
                    <a:pt x="5654373" y="3391463"/>
                  </a:lnTo>
                  <a:lnTo>
                    <a:pt x="5648936" y="3391463"/>
                  </a:lnTo>
                  <a:lnTo>
                    <a:pt x="5648936" y="3389272"/>
                  </a:lnTo>
                  <a:lnTo>
                    <a:pt x="5643499" y="3389272"/>
                  </a:lnTo>
                  <a:lnTo>
                    <a:pt x="5643499" y="3387083"/>
                  </a:lnTo>
                  <a:lnTo>
                    <a:pt x="5632625" y="3387083"/>
                  </a:lnTo>
                  <a:lnTo>
                    <a:pt x="5627188" y="3387083"/>
                  </a:lnTo>
                  <a:lnTo>
                    <a:pt x="5621751" y="3387083"/>
                  </a:lnTo>
                  <a:lnTo>
                    <a:pt x="5621751" y="3384901"/>
                  </a:lnTo>
                  <a:lnTo>
                    <a:pt x="5616314" y="3384901"/>
                  </a:lnTo>
                  <a:lnTo>
                    <a:pt x="5605440" y="3384901"/>
                  </a:lnTo>
                  <a:lnTo>
                    <a:pt x="5605440" y="3380548"/>
                  </a:lnTo>
                  <a:lnTo>
                    <a:pt x="5600004" y="3380548"/>
                  </a:lnTo>
                  <a:lnTo>
                    <a:pt x="5600004" y="3378371"/>
                  </a:lnTo>
                  <a:lnTo>
                    <a:pt x="5589130" y="3378371"/>
                  </a:lnTo>
                  <a:lnTo>
                    <a:pt x="5583693" y="3378371"/>
                  </a:lnTo>
                  <a:lnTo>
                    <a:pt x="5578256" y="3378371"/>
                  </a:lnTo>
                  <a:lnTo>
                    <a:pt x="5578256" y="3376199"/>
                  </a:lnTo>
                  <a:lnTo>
                    <a:pt x="5556508" y="3376199"/>
                  </a:lnTo>
                  <a:lnTo>
                    <a:pt x="5556508" y="3369689"/>
                  </a:lnTo>
                  <a:lnTo>
                    <a:pt x="5545635" y="3369689"/>
                  </a:lnTo>
                  <a:lnTo>
                    <a:pt x="5545635" y="3367519"/>
                  </a:lnTo>
                  <a:lnTo>
                    <a:pt x="5534761" y="3367519"/>
                  </a:lnTo>
                  <a:lnTo>
                    <a:pt x="5534761" y="3365348"/>
                  </a:lnTo>
                  <a:lnTo>
                    <a:pt x="5529324" y="3365348"/>
                  </a:lnTo>
                  <a:lnTo>
                    <a:pt x="5518450" y="3365348"/>
                  </a:lnTo>
                  <a:lnTo>
                    <a:pt x="5513013" y="3365348"/>
                  </a:lnTo>
                  <a:lnTo>
                    <a:pt x="5496703" y="3365348"/>
                  </a:lnTo>
                  <a:lnTo>
                    <a:pt x="5496703" y="3361046"/>
                  </a:lnTo>
                  <a:lnTo>
                    <a:pt x="5491266" y="3361046"/>
                  </a:lnTo>
                  <a:lnTo>
                    <a:pt x="5491266" y="3358897"/>
                  </a:lnTo>
                  <a:lnTo>
                    <a:pt x="5480392" y="3358897"/>
                  </a:lnTo>
                  <a:lnTo>
                    <a:pt x="5480392" y="3356755"/>
                  </a:lnTo>
                  <a:lnTo>
                    <a:pt x="5469518" y="3356755"/>
                  </a:lnTo>
                  <a:lnTo>
                    <a:pt x="5447770" y="3356755"/>
                  </a:lnTo>
                  <a:lnTo>
                    <a:pt x="5442334" y="3356755"/>
                  </a:lnTo>
                  <a:lnTo>
                    <a:pt x="5431460" y="3356755"/>
                  </a:lnTo>
                  <a:lnTo>
                    <a:pt x="5426023" y="3356755"/>
                  </a:lnTo>
                  <a:lnTo>
                    <a:pt x="5426023" y="3354629"/>
                  </a:lnTo>
                  <a:lnTo>
                    <a:pt x="5420586" y="3354629"/>
                  </a:lnTo>
                  <a:lnTo>
                    <a:pt x="5420586" y="3352505"/>
                  </a:lnTo>
                  <a:lnTo>
                    <a:pt x="5415149" y="3352505"/>
                  </a:lnTo>
                  <a:lnTo>
                    <a:pt x="5415149" y="3350382"/>
                  </a:lnTo>
                  <a:lnTo>
                    <a:pt x="5409712" y="3350382"/>
                  </a:lnTo>
                  <a:lnTo>
                    <a:pt x="5409712" y="3341886"/>
                  </a:lnTo>
                  <a:lnTo>
                    <a:pt x="5404275" y="3341886"/>
                  </a:lnTo>
                  <a:lnTo>
                    <a:pt x="5404275" y="3339768"/>
                  </a:lnTo>
                  <a:lnTo>
                    <a:pt x="5398838" y="3339768"/>
                  </a:lnTo>
                  <a:lnTo>
                    <a:pt x="5398838" y="3337651"/>
                  </a:lnTo>
                  <a:lnTo>
                    <a:pt x="5393402" y="3337651"/>
                  </a:lnTo>
                  <a:lnTo>
                    <a:pt x="5382528" y="3337651"/>
                  </a:lnTo>
                  <a:lnTo>
                    <a:pt x="5371654" y="3337651"/>
                  </a:lnTo>
                  <a:lnTo>
                    <a:pt x="5371654" y="3335547"/>
                  </a:lnTo>
                  <a:lnTo>
                    <a:pt x="5366217" y="3335547"/>
                  </a:lnTo>
                  <a:lnTo>
                    <a:pt x="5360780" y="3335547"/>
                  </a:lnTo>
                  <a:lnTo>
                    <a:pt x="5360780" y="3333447"/>
                  </a:lnTo>
                  <a:lnTo>
                    <a:pt x="5355343" y="3333447"/>
                  </a:lnTo>
                  <a:lnTo>
                    <a:pt x="5349906" y="3333447"/>
                  </a:lnTo>
                  <a:lnTo>
                    <a:pt x="5349906" y="3331352"/>
                  </a:lnTo>
                  <a:lnTo>
                    <a:pt x="5344469" y="3331352"/>
                  </a:lnTo>
                  <a:lnTo>
                    <a:pt x="5333596" y="3331352"/>
                  </a:lnTo>
                  <a:lnTo>
                    <a:pt x="5333596" y="3327170"/>
                  </a:lnTo>
                  <a:lnTo>
                    <a:pt x="5328159" y="3327170"/>
                  </a:lnTo>
                  <a:lnTo>
                    <a:pt x="5322722" y="3327170"/>
                  </a:lnTo>
                  <a:lnTo>
                    <a:pt x="5317285" y="3327170"/>
                  </a:lnTo>
                  <a:lnTo>
                    <a:pt x="5317285" y="3325087"/>
                  </a:lnTo>
                  <a:lnTo>
                    <a:pt x="5311848" y="3325087"/>
                  </a:lnTo>
                  <a:lnTo>
                    <a:pt x="5306411" y="3325087"/>
                  </a:lnTo>
                  <a:lnTo>
                    <a:pt x="5290100" y="3325087"/>
                  </a:lnTo>
                  <a:lnTo>
                    <a:pt x="5290100" y="3320940"/>
                  </a:lnTo>
                  <a:lnTo>
                    <a:pt x="5284664" y="3320940"/>
                  </a:lnTo>
                  <a:lnTo>
                    <a:pt x="5279227" y="3320940"/>
                  </a:lnTo>
                  <a:lnTo>
                    <a:pt x="5252042" y="3320940"/>
                  </a:lnTo>
                  <a:lnTo>
                    <a:pt x="5252042" y="3318874"/>
                  </a:lnTo>
                  <a:lnTo>
                    <a:pt x="5246605" y="3318874"/>
                  </a:lnTo>
                  <a:lnTo>
                    <a:pt x="5241168" y="3318874"/>
                  </a:lnTo>
                  <a:lnTo>
                    <a:pt x="5241168" y="3316815"/>
                  </a:lnTo>
                  <a:lnTo>
                    <a:pt x="5235731" y="3316815"/>
                  </a:lnTo>
                  <a:lnTo>
                    <a:pt x="5235731" y="3314758"/>
                  </a:lnTo>
                  <a:lnTo>
                    <a:pt x="5230295" y="3314758"/>
                  </a:lnTo>
                  <a:lnTo>
                    <a:pt x="5224858" y="3314758"/>
                  </a:lnTo>
                  <a:lnTo>
                    <a:pt x="5224858" y="3312705"/>
                  </a:lnTo>
                  <a:lnTo>
                    <a:pt x="5213984" y="3312705"/>
                  </a:lnTo>
                  <a:lnTo>
                    <a:pt x="5213984" y="3310655"/>
                  </a:lnTo>
                  <a:lnTo>
                    <a:pt x="5203110" y="3310655"/>
                  </a:lnTo>
                  <a:lnTo>
                    <a:pt x="5197673" y="3310655"/>
                  </a:lnTo>
                  <a:lnTo>
                    <a:pt x="5197673" y="3308608"/>
                  </a:lnTo>
                  <a:lnTo>
                    <a:pt x="5192236" y="3308608"/>
                  </a:lnTo>
                  <a:lnTo>
                    <a:pt x="5192236" y="3306565"/>
                  </a:lnTo>
                  <a:lnTo>
                    <a:pt x="5175926" y="3306565"/>
                  </a:lnTo>
                  <a:lnTo>
                    <a:pt x="5175926" y="3302480"/>
                  </a:lnTo>
                  <a:lnTo>
                    <a:pt x="5170489" y="3302480"/>
                  </a:lnTo>
                  <a:lnTo>
                    <a:pt x="5170489" y="3300439"/>
                  </a:lnTo>
                  <a:lnTo>
                    <a:pt x="5165052" y="3300439"/>
                  </a:lnTo>
                  <a:lnTo>
                    <a:pt x="5165052" y="3294322"/>
                  </a:lnTo>
                  <a:lnTo>
                    <a:pt x="5159615" y="3294322"/>
                  </a:lnTo>
                  <a:lnTo>
                    <a:pt x="5159615" y="3290244"/>
                  </a:lnTo>
                  <a:lnTo>
                    <a:pt x="5154178" y="3290244"/>
                  </a:lnTo>
                  <a:lnTo>
                    <a:pt x="5143304" y="3290244"/>
                  </a:lnTo>
                  <a:lnTo>
                    <a:pt x="5143304" y="3288206"/>
                  </a:lnTo>
                  <a:lnTo>
                    <a:pt x="5137867" y="3288206"/>
                  </a:lnTo>
                  <a:lnTo>
                    <a:pt x="5137867" y="3284136"/>
                  </a:lnTo>
                  <a:lnTo>
                    <a:pt x="5132430" y="3284136"/>
                  </a:lnTo>
                  <a:lnTo>
                    <a:pt x="5121557" y="3284136"/>
                  </a:lnTo>
                  <a:lnTo>
                    <a:pt x="5121557" y="3282106"/>
                  </a:lnTo>
                  <a:lnTo>
                    <a:pt x="5116120" y="3282106"/>
                  </a:lnTo>
                  <a:lnTo>
                    <a:pt x="5116120" y="3278047"/>
                  </a:lnTo>
                  <a:lnTo>
                    <a:pt x="5105246" y="3278047"/>
                  </a:lnTo>
                  <a:lnTo>
                    <a:pt x="5105246" y="3276018"/>
                  </a:lnTo>
                  <a:lnTo>
                    <a:pt x="5099809" y="3276018"/>
                  </a:lnTo>
                  <a:lnTo>
                    <a:pt x="5094372" y="3276018"/>
                  </a:lnTo>
                  <a:lnTo>
                    <a:pt x="5094372" y="3273994"/>
                  </a:lnTo>
                  <a:lnTo>
                    <a:pt x="5088935" y="3273994"/>
                  </a:lnTo>
                  <a:lnTo>
                    <a:pt x="5083498" y="3273994"/>
                  </a:lnTo>
                  <a:lnTo>
                    <a:pt x="5083498" y="3271974"/>
                  </a:lnTo>
                  <a:lnTo>
                    <a:pt x="5072625" y="3271974"/>
                  </a:lnTo>
                  <a:lnTo>
                    <a:pt x="5072625" y="3269956"/>
                  </a:lnTo>
                  <a:lnTo>
                    <a:pt x="5067188" y="3269956"/>
                  </a:lnTo>
                  <a:lnTo>
                    <a:pt x="5067188" y="3267942"/>
                  </a:lnTo>
                  <a:lnTo>
                    <a:pt x="5061751" y="3267942"/>
                  </a:lnTo>
                  <a:lnTo>
                    <a:pt x="5056314" y="3267942"/>
                  </a:lnTo>
                  <a:lnTo>
                    <a:pt x="5056314" y="3265932"/>
                  </a:lnTo>
                  <a:lnTo>
                    <a:pt x="5050877" y="3265932"/>
                  </a:lnTo>
                  <a:lnTo>
                    <a:pt x="5050877" y="3263922"/>
                  </a:lnTo>
                  <a:lnTo>
                    <a:pt x="5045440" y="3263922"/>
                  </a:lnTo>
                  <a:lnTo>
                    <a:pt x="5034566" y="3263922"/>
                  </a:lnTo>
                  <a:lnTo>
                    <a:pt x="5034566" y="3261918"/>
                  </a:lnTo>
                  <a:lnTo>
                    <a:pt x="5023693" y="3261918"/>
                  </a:lnTo>
                  <a:lnTo>
                    <a:pt x="5023693" y="3257909"/>
                  </a:lnTo>
                  <a:lnTo>
                    <a:pt x="5018256" y="3257909"/>
                  </a:lnTo>
                  <a:lnTo>
                    <a:pt x="5018256" y="3253899"/>
                  </a:lnTo>
                  <a:lnTo>
                    <a:pt x="5012819" y="3253899"/>
                  </a:lnTo>
                  <a:lnTo>
                    <a:pt x="5001945" y="3253899"/>
                  </a:lnTo>
                  <a:lnTo>
                    <a:pt x="5001945" y="3251896"/>
                  </a:lnTo>
                  <a:lnTo>
                    <a:pt x="4996508" y="3251896"/>
                  </a:lnTo>
                  <a:lnTo>
                    <a:pt x="4996508" y="3249895"/>
                  </a:lnTo>
                  <a:lnTo>
                    <a:pt x="4991071" y="3249895"/>
                  </a:lnTo>
                  <a:lnTo>
                    <a:pt x="4991071" y="3247898"/>
                  </a:lnTo>
                  <a:lnTo>
                    <a:pt x="4985634" y="3247898"/>
                  </a:lnTo>
                  <a:lnTo>
                    <a:pt x="4985634" y="3245901"/>
                  </a:lnTo>
                  <a:lnTo>
                    <a:pt x="4980197" y="3245901"/>
                  </a:lnTo>
                  <a:lnTo>
                    <a:pt x="4980197" y="3241906"/>
                  </a:lnTo>
                  <a:lnTo>
                    <a:pt x="4974760" y="3241906"/>
                  </a:lnTo>
                  <a:lnTo>
                    <a:pt x="4969324" y="3241906"/>
                  </a:lnTo>
                  <a:lnTo>
                    <a:pt x="4969324" y="3235919"/>
                  </a:lnTo>
                  <a:lnTo>
                    <a:pt x="4963887" y="3235919"/>
                  </a:lnTo>
                  <a:lnTo>
                    <a:pt x="4958450" y="3235919"/>
                  </a:lnTo>
                  <a:lnTo>
                    <a:pt x="4958450" y="3231931"/>
                  </a:lnTo>
                  <a:lnTo>
                    <a:pt x="4947576" y="3231931"/>
                  </a:lnTo>
                  <a:lnTo>
                    <a:pt x="4936702" y="3231931"/>
                  </a:lnTo>
                  <a:lnTo>
                    <a:pt x="4931265" y="3231931"/>
                  </a:lnTo>
                  <a:lnTo>
                    <a:pt x="4925828" y="3231931"/>
                  </a:lnTo>
                  <a:lnTo>
                    <a:pt x="4925828" y="3227965"/>
                  </a:lnTo>
                  <a:lnTo>
                    <a:pt x="4920391" y="3227965"/>
                  </a:lnTo>
                  <a:lnTo>
                    <a:pt x="4920391" y="3225982"/>
                  </a:lnTo>
                  <a:lnTo>
                    <a:pt x="4914955" y="3225982"/>
                  </a:lnTo>
                  <a:lnTo>
                    <a:pt x="4914955" y="3222020"/>
                  </a:lnTo>
                  <a:lnTo>
                    <a:pt x="4909518" y="3222020"/>
                  </a:lnTo>
                  <a:lnTo>
                    <a:pt x="4909518" y="3220050"/>
                  </a:lnTo>
                  <a:lnTo>
                    <a:pt x="4904081" y="3220050"/>
                  </a:lnTo>
                  <a:lnTo>
                    <a:pt x="4904081" y="3218084"/>
                  </a:lnTo>
                  <a:lnTo>
                    <a:pt x="4898644" y="3218084"/>
                  </a:lnTo>
                  <a:lnTo>
                    <a:pt x="4898644" y="3216117"/>
                  </a:lnTo>
                  <a:lnTo>
                    <a:pt x="4893207" y="3216117"/>
                  </a:lnTo>
                  <a:lnTo>
                    <a:pt x="4893207" y="3214153"/>
                  </a:lnTo>
                  <a:lnTo>
                    <a:pt x="4882333" y="3214153"/>
                  </a:lnTo>
                  <a:lnTo>
                    <a:pt x="4876896" y="3214153"/>
                  </a:lnTo>
                  <a:lnTo>
                    <a:pt x="4876896" y="3212192"/>
                  </a:lnTo>
                  <a:lnTo>
                    <a:pt x="4871459" y="3212192"/>
                  </a:lnTo>
                  <a:lnTo>
                    <a:pt x="4871459" y="3210234"/>
                  </a:lnTo>
                  <a:lnTo>
                    <a:pt x="4866022" y="3210234"/>
                  </a:lnTo>
                  <a:lnTo>
                    <a:pt x="4866022" y="3208278"/>
                  </a:lnTo>
                  <a:lnTo>
                    <a:pt x="4860586" y="3208278"/>
                  </a:lnTo>
                  <a:lnTo>
                    <a:pt x="4855149" y="3208278"/>
                  </a:lnTo>
                  <a:lnTo>
                    <a:pt x="4855149" y="3204374"/>
                  </a:lnTo>
                  <a:lnTo>
                    <a:pt x="4849712" y="3204374"/>
                  </a:lnTo>
                  <a:lnTo>
                    <a:pt x="4844275" y="3204374"/>
                  </a:lnTo>
                  <a:lnTo>
                    <a:pt x="4833401" y="3204374"/>
                  </a:lnTo>
                  <a:lnTo>
                    <a:pt x="4833401" y="3202429"/>
                  </a:lnTo>
                  <a:lnTo>
                    <a:pt x="4827964" y="3202429"/>
                  </a:lnTo>
                  <a:lnTo>
                    <a:pt x="4817090" y="3202429"/>
                  </a:lnTo>
                  <a:lnTo>
                    <a:pt x="4811654" y="3202429"/>
                  </a:lnTo>
                  <a:lnTo>
                    <a:pt x="4811654" y="3200489"/>
                  </a:lnTo>
                  <a:lnTo>
                    <a:pt x="4800780" y="3200489"/>
                  </a:lnTo>
                  <a:lnTo>
                    <a:pt x="4800780" y="3198551"/>
                  </a:lnTo>
                  <a:lnTo>
                    <a:pt x="4795343" y="3198551"/>
                  </a:lnTo>
                  <a:lnTo>
                    <a:pt x="4795343" y="3196614"/>
                  </a:lnTo>
                  <a:lnTo>
                    <a:pt x="4789906" y="3196614"/>
                  </a:lnTo>
                  <a:lnTo>
                    <a:pt x="4789906" y="3192745"/>
                  </a:lnTo>
                  <a:lnTo>
                    <a:pt x="4784469" y="3192745"/>
                  </a:lnTo>
                  <a:lnTo>
                    <a:pt x="4784469" y="3188875"/>
                  </a:lnTo>
                  <a:lnTo>
                    <a:pt x="4779032" y="3188875"/>
                  </a:lnTo>
                  <a:lnTo>
                    <a:pt x="4779032" y="3186940"/>
                  </a:lnTo>
                  <a:lnTo>
                    <a:pt x="4773595" y="3186940"/>
                  </a:lnTo>
                  <a:lnTo>
                    <a:pt x="4762721" y="3186940"/>
                  </a:lnTo>
                  <a:lnTo>
                    <a:pt x="4762721" y="3183076"/>
                  </a:lnTo>
                  <a:lnTo>
                    <a:pt x="4757285" y="3183076"/>
                  </a:lnTo>
                  <a:lnTo>
                    <a:pt x="4751848" y="3183076"/>
                  </a:lnTo>
                  <a:lnTo>
                    <a:pt x="4751848" y="3181150"/>
                  </a:lnTo>
                  <a:lnTo>
                    <a:pt x="4746411" y="3181150"/>
                  </a:lnTo>
                  <a:lnTo>
                    <a:pt x="4746411" y="3177303"/>
                  </a:lnTo>
                  <a:lnTo>
                    <a:pt x="4740974" y="3177303"/>
                  </a:lnTo>
                  <a:lnTo>
                    <a:pt x="4740974" y="3175382"/>
                  </a:lnTo>
                  <a:lnTo>
                    <a:pt x="4735537" y="3175382"/>
                  </a:lnTo>
                  <a:lnTo>
                    <a:pt x="4730100" y="3175382"/>
                  </a:lnTo>
                  <a:lnTo>
                    <a:pt x="4730100" y="3173464"/>
                  </a:lnTo>
                  <a:lnTo>
                    <a:pt x="4724663" y="3173464"/>
                  </a:lnTo>
                  <a:lnTo>
                    <a:pt x="4719226" y="3173464"/>
                  </a:lnTo>
                  <a:lnTo>
                    <a:pt x="4719226" y="3171552"/>
                  </a:lnTo>
                  <a:lnTo>
                    <a:pt x="4708352" y="3171552"/>
                  </a:lnTo>
                  <a:lnTo>
                    <a:pt x="4708352" y="3169641"/>
                  </a:lnTo>
                  <a:lnTo>
                    <a:pt x="4692042" y="3169641"/>
                  </a:lnTo>
                  <a:lnTo>
                    <a:pt x="4692042" y="3163911"/>
                  </a:lnTo>
                  <a:lnTo>
                    <a:pt x="4686605" y="3163911"/>
                  </a:lnTo>
                  <a:lnTo>
                    <a:pt x="4686605" y="3162001"/>
                  </a:lnTo>
                  <a:lnTo>
                    <a:pt x="4681168" y="3162001"/>
                  </a:lnTo>
                  <a:lnTo>
                    <a:pt x="4675731" y="3162001"/>
                  </a:lnTo>
                  <a:lnTo>
                    <a:pt x="4675731" y="3160095"/>
                  </a:lnTo>
                  <a:lnTo>
                    <a:pt x="4670294" y="3160095"/>
                  </a:lnTo>
                  <a:lnTo>
                    <a:pt x="4670294" y="3156284"/>
                  </a:lnTo>
                  <a:lnTo>
                    <a:pt x="4659420" y="3156284"/>
                  </a:lnTo>
                  <a:lnTo>
                    <a:pt x="4659420" y="3154379"/>
                  </a:lnTo>
                  <a:lnTo>
                    <a:pt x="4653983" y="3154379"/>
                  </a:lnTo>
                  <a:lnTo>
                    <a:pt x="4653983" y="3152476"/>
                  </a:lnTo>
                  <a:lnTo>
                    <a:pt x="4648547" y="3152476"/>
                  </a:lnTo>
                  <a:lnTo>
                    <a:pt x="4643110" y="3152476"/>
                  </a:lnTo>
                  <a:lnTo>
                    <a:pt x="4643110" y="3150579"/>
                  </a:lnTo>
                  <a:lnTo>
                    <a:pt x="4637673" y="3150579"/>
                  </a:lnTo>
                  <a:lnTo>
                    <a:pt x="4637673" y="3148681"/>
                  </a:lnTo>
                  <a:lnTo>
                    <a:pt x="4632236" y="3148681"/>
                  </a:lnTo>
                  <a:lnTo>
                    <a:pt x="4626799" y="3148681"/>
                  </a:lnTo>
                  <a:lnTo>
                    <a:pt x="4626799" y="3146789"/>
                  </a:lnTo>
                  <a:lnTo>
                    <a:pt x="4621362" y="3146789"/>
                  </a:lnTo>
                  <a:lnTo>
                    <a:pt x="4621362" y="3144899"/>
                  </a:lnTo>
                  <a:lnTo>
                    <a:pt x="4615925" y="3144899"/>
                  </a:lnTo>
                  <a:lnTo>
                    <a:pt x="4605051" y="3144899"/>
                  </a:lnTo>
                  <a:lnTo>
                    <a:pt x="4599615" y="3144899"/>
                  </a:lnTo>
                  <a:lnTo>
                    <a:pt x="4599615" y="3143013"/>
                  </a:lnTo>
                  <a:lnTo>
                    <a:pt x="4594178" y="3143013"/>
                  </a:lnTo>
                  <a:lnTo>
                    <a:pt x="4588741" y="3143013"/>
                  </a:lnTo>
                  <a:lnTo>
                    <a:pt x="4588741" y="3141129"/>
                  </a:lnTo>
                  <a:lnTo>
                    <a:pt x="4583304" y="3141129"/>
                  </a:lnTo>
                  <a:lnTo>
                    <a:pt x="4583304" y="3139245"/>
                  </a:lnTo>
                  <a:lnTo>
                    <a:pt x="4577867" y="3139245"/>
                  </a:lnTo>
                  <a:lnTo>
                    <a:pt x="4577867" y="3137361"/>
                  </a:lnTo>
                  <a:lnTo>
                    <a:pt x="4572430" y="3137361"/>
                  </a:lnTo>
                  <a:lnTo>
                    <a:pt x="4572430" y="3135476"/>
                  </a:lnTo>
                  <a:lnTo>
                    <a:pt x="4566993" y="3135476"/>
                  </a:lnTo>
                  <a:lnTo>
                    <a:pt x="4566993" y="3133597"/>
                  </a:lnTo>
                  <a:lnTo>
                    <a:pt x="4561556" y="3133597"/>
                  </a:lnTo>
                  <a:lnTo>
                    <a:pt x="4550682" y="3133597"/>
                  </a:lnTo>
                  <a:lnTo>
                    <a:pt x="4550682" y="3129847"/>
                  </a:lnTo>
                  <a:lnTo>
                    <a:pt x="4545246" y="3129847"/>
                  </a:lnTo>
                  <a:lnTo>
                    <a:pt x="4545246" y="3127972"/>
                  </a:lnTo>
                  <a:lnTo>
                    <a:pt x="4539809" y="3127972"/>
                  </a:lnTo>
                  <a:lnTo>
                    <a:pt x="4539809" y="3126101"/>
                  </a:lnTo>
                  <a:lnTo>
                    <a:pt x="4528935" y="3126101"/>
                  </a:lnTo>
                  <a:lnTo>
                    <a:pt x="4518061" y="3126101"/>
                  </a:lnTo>
                  <a:lnTo>
                    <a:pt x="4518061" y="3124235"/>
                  </a:lnTo>
                  <a:lnTo>
                    <a:pt x="4512624" y="3124235"/>
                  </a:lnTo>
                  <a:lnTo>
                    <a:pt x="4512624" y="3122370"/>
                  </a:lnTo>
                  <a:lnTo>
                    <a:pt x="4507187" y="3122370"/>
                  </a:lnTo>
                  <a:lnTo>
                    <a:pt x="4507187" y="3120506"/>
                  </a:lnTo>
                  <a:lnTo>
                    <a:pt x="4501750" y="3120506"/>
                  </a:lnTo>
                  <a:lnTo>
                    <a:pt x="4496313" y="3120506"/>
                  </a:lnTo>
                  <a:lnTo>
                    <a:pt x="4496313" y="3116781"/>
                  </a:lnTo>
                  <a:lnTo>
                    <a:pt x="4490877" y="3116781"/>
                  </a:lnTo>
                  <a:lnTo>
                    <a:pt x="4490877" y="3114920"/>
                  </a:lnTo>
                  <a:lnTo>
                    <a:pt x="4485440" y="3114920"/>
                  </a:lnTo>
                  <a:lnTo>
                    <a:pt x="4480003" y="3114920"/>
                  </a:lnTo>
                  <a:lnTo>
                    <a:pt x="4463692" y="3114920"/>
                  </a:lnTo>
                  <a:lnTo>
                    <a:pt x="4463692" y="3113064"/>
                  </a:lnTo>
                  <a:lnTo>
                    <a:pt x="4458255" y="3113064"/>
                  </a:lnTo>
                  <a:lnTo>
                    <a:pt x="4458255" y="3111209"/>
                  </a:lnTo>
                  <a:lnTo>
                    <a:pt x="4452818" y="3111209"/>
                  </a:lnTo>
                  <a:lnTo>
                    <a:pt x="4452818" y="3107509"/>
                  </a:lnTo>
                  <a:lnTo>
                    <a:pt x="4447381" y="3107509"/>
                  </a:lnTo>
                  <a:lnTo>
                    <a:pt x="4447381" y="3105662"/>
                  </a:lnTo>
                  <a:lnTo>
                    <a:pt x="4441945" y="3105662"/>
                  </a:lnTo>
                  <a:lnTo>
                    <a:pt x="4425634" y="3105662"/>
                  </a:lnTo>
                  <a:lnTo>
                    <a:pt x="4425634" y="3103820"/>
                  </a:lnTo>
                  <a:lnTo>
                    <a:pt x="4420197" y="3103820"/>
                  </a:lnTo>
                  <a:lnTo>
                    <a:pt x="4420197" y="3101979"/>
                  </a:lnTo>
                  <a:lnTo>
                    <a:pt x="4414760" y="3101979"/>
                  </a:lnTo>
                  <a:lnTo>
                    <a:pt x="4414760" y="3098297"/>
                  </a:lnTo>
                  <a:lnTo>
                    <a:pt x="4409323" y="3098297"/>
                  </a:lnTo>
                  <a:lnTo>
                    <a:pt x="4403886" y="3098297"/>
                  </a:lnTo>
                  <a:lnTo>
                    <a:pt x="4403886" y="3096457"/>
                  </a:lnTo>
                  <a:lnTo>
                    <a:pt x="4398449" y="3096457"/>
                  </a:lnTo>
                  <a:lnTo>
                    <a:pt x="4398449" y="3094619"/>
                  </a:lnTo>
                  <a:lnTo>
                    <a:pt x="4393012" y="3094619"/>
                  </a:lnTo>
                  <a:lnTo>
                    <a:pt x="4387576" y="3094619"/>
                  </a:lnTo>
                  <a:lnTo>
                    <a:pt x="4387576" y="3092783"/>
                  </a:lnTo>
                  <a:lnTo>
                    <a:pt x="4382139" y="3092783"/>
                  </a:lnTo>
                  <a:lnTo>
                    <a:pt x="4382139" y="3090953"/>
                  </a:lnTo>
                  <a:lnTo>
                    <a:pt x="4376702" y="3090953"/>
                  </a:lnTo>
                  <a:lnTo>
                    <a:pt x="4371265" y="3090953"/>
                  </a:lnTo>
                  <a:lnTo>
                    <a:pt x="4371265" y="3089131"/>
                  </a:lnTo>
                  <a:lnTo>
                    <a:pt x="4365828" y="3089131"/>
                  </a:lnTo>
                  <a:lnTo>
                    <a:pt x="4365828" y="3087315"/>
                  </a:lnTo>
                  <a:lnTo>
                    <a:pt x="4360391" y="3087315"/>
                  </a:lnTo>
                  <a:lnTo>
                    <a:pt x="4360391" y="3083683"/>
                  </a:lnTo>
                  <a:lnTo>
                    <a:pt x="4354954" y="3083683"/>
                  </a:lnTo>
                  <a:lnTo>
                    <a:pt x="4349517" y="3083683"/>
                  </a:lnTo>
                  <a:lnTo>
                    <a:pt x="4349517" y="3078238"/>
                  </a:lnTo>
                  <a:lnTo>
                    <a:pt x="4344080" y="3078238"/>
                  </a:lnTo>
                  <a:lnTo>
                    <a:pt x="4338643" y="3078238"/>
                  </a:lnTo>
                  <a:lnTo>
                    <a:pt x="4338643" y="3076431"/>
                  </a:lnTo>
                  <a:lnTo>
                    <a:pt x="4333207" y="3076431"/>
                  </a:lnTo>
                  <a:lnTo>
                    <a:pt x="4333207" y="3071013"/>
                  </a:lnTo>
                  <a:lnTo>
                    <a:pt x="4327770" y="3071013"/>
                  </a:lnTo>
                  <a:lnTo>
                    <a:pt x="4327770" y="3067403"/>
                  </a:lnTo>
                  <a:lnTo>
                    <a:pt x="4322333" y="3067403"/>
                  </a:lnTo>
                  <a:lnTo>
                    <a:pt x="4322333" y="3065601"/>
                  </a:lnTo>
                  <a:lnTo>
                    <a:pt x="4311459" y="3065601"/>
                  </a:lnTo>
                  <a:lnTo>
                    <a:pt x="4311459" y="3063800"/>
                  </a:lnTo>
                  <a:lnTo>
                    <a:pt x="4306022" y="3063800"/>
                  </a:lnTo>
                  <a:lnTo>
                    <a:pt x="4300585" y="3063800"/>
                  </a:lnTo>
                  <a:lnTo>
                    <a:pt x="4300585" y="3060210"/>
                  </a:lnTo>
                  <a:lnTo>
                    <a:pt x="4295148" y="3060210"/>
                  </a:lnTo>
                  <a:lnTo>
                    <a:pt x="4295148" y="3054829"/>
                  </a:lnTo>
                  <a:lnTo>
                    <a:pt x="4289711" y="3054829"/>
                  </a:lnTo>
                  <a:lnTo>
                    <a:pt x="4284274" y="3054829"/>
                  </a:lnTo>
                  <a:lnTo>
                    <a:pt x="4284274" y="3051253"/>
                  </a:lnTo>
                  <a:lnTo>
                    <a:pt x="4278838" y="3051253"/>
                  </a:lnTo>
                  <a:lnTo>
                    <a:pt x="4273401" y="3051253"/>
                  </a:lnTo>
                  <a:lnTo>
                    <a:pt x="4273401" y="3049468"/>
                  </a:lnTo>
                  <a:lnTo>
                    <a:pt x="4267964" y="3049468"/>
                  </a:lnTo>
                  <a:lnTo>
                    <a:pt x="4267964" y="3047684"/>
                  </a:lnTo>
                  <a:lnTo>
                    <a:pt x="4257090" y="3047684"/>
                  </a:lnTo>
                  <a:lnTo>
                    <a:pt x="4257090" y="3045904"/>
                  </a:lnTo>
                  <a:lnTo>
                    <a:pt x="4251653" y="3045904"/>
                  </a:lnTo>
                  <a:lnTo>
                    <a:pt x="4251653" y="3042344"/>
                  </a:lnTo>
                  <a:lnTo>
                    <a:pt x="4246216" y="3042344"/>
                  </a:lnTo>
                  <a:lnTo>
                    <a:pt x="4246216" y="3040565"/>
                  </a:lnTo>
                  <a:lnTo>
                    <a:pt x="4240779" y="3040565"/>
                  </a:lnTo>
                  <a:lnTo>
                    <a:pt x="4235342" y="3040565"/>
                  </a:lnTo>
                  <a:lnTo>
                    <a:pt x="4235342" y="3037013"/>
                  </a:lnTo>
                  <a:lnTo>
                    <a:pt x="4229906" y="3037013"/>
                  </a:lnTo>
                  <a:lnTo>
                    <a:pt x="4229906" y="3033461"/>
                  </a:lnTo>
                  <a:lnTo>
                    <a:pt x="4224469" y="3033461"/>
                  </a:lnTo>
                  <a:lnTo>
                    <a:pt x="4224469" y="3031689"/>
                  </a:lnTo>
                  <a:lnTo>
                    <a:pt x="4219032" y="3031689"/>
                  </a:lnTo>
                  <a:lnTo>
                    <a:pt x="4213595" y="3031689"/>
                  </a:lnTo>
                  <a:lnTo>
                    <a:pt x="4213595" y="3029921"/>
                  </a:lnTo>
                  <a:lnTo>
                    <a:pt x="4208158" y="3029921"/>
                  </a:lnTo>
                  <a:lnTo>
                    <a:pt x="4208158" y="3028154"/>
                  </a:lnTo>
                  <a:lnTo>
                    <a:pt x="4202721" y="3028154"/>
                  </a:lnTo>
                  <a:lnTo>
                    <a:pt x="4202721" y="3024621"/>
                  </a:lnTo>
                  <a:lnTo>
                    <a:pt x="4197284" y="3024621"/>
                  </a:lnTo>
                  <a:lnTo>
                    <a:pt x="4191847" y="3024621"/>
                  </a:lnTo>
                  <a:lnTo>
                    <a:pt x="4191847" y="3022858"/>
                  </a:lnTo>
                  <a:lnTo>
                    <a:pt x="4186410" y="3022858"/>
                  </a:lnTo>
                  <a:lnTo>
                    <a:pt x="4186410" y="3019341"/>
                  </a:lnTo>
                  <a:lnTo>
                    <a:pt x="4180973" y="3019341"/>
                  </a:lnTo>
                  <a:lnTo>
                    <a:pt x="4175537" y="3019341"/>
                  </a:lnTo>
                  <a:lnTo>
                    <a:pt x="4170100" y="3019341"/>
                  </a:lnTo>
                  <a:lnTo>
                    <a:pt x="4164663" y="3019341"/>
                  </a:lnTo>
                  <a:lnTo>
                    <a:pt x="4164663" y="3015837"/>
                  </a:lnTo>
                  <a:lnTo>
                    <a:pt x="4159226" y="3015837"/>
                  </a:lnTo>
                  <a:lnTo>
                    <a:pt x="4153789" y="3015837"/>
                  </a:lnTo>
                  <a:lnTo>
                    <a:pt x="4153789" y="3008833"/>
                  </a:lnTo>
                  <a:lnTo>
                    <a:pt x="4148352" y="3008833"/>
                  </a:lnTo>
                  <a:lnTo>
                    <a:pt x="4148352" y="3005337"/>
                  </a:lnTo>
                  <a:lnTo>
                    <a:pt x="4132041" y="3005337"/>
                  </a:lnTo>
                  <a:lnTo>
                    <a:pt x="4132041" y="3003588"/>
                  </a:lnTo>
                  <a:lnTo>
                    <a:pt x="4126604" y="3003588"/>
                  </a:lnTo>
                  <a:lnTo>
                    <a:pt x="4121168" y="3003588"/>
                  </a:lnTo>
                  <a:lnTo>
                    <a:pt x="4121168" y="3001844"/>
                  </a:lnTo>
                  <a:lnTo>
                    <a:pt x="4115731" y="3001844"/>
                  </a:lnTo>
                  <a:lnTo>
                    <a:pt x="4110294" y="3001844"/>
                  </a:lnTo>
                  <a:lnTo>
                    <a:pt x="4104857" y="3001844"/>
                  </a:lnTo>
                  <a:lnTo>
                    <a:pt x="4099420" y="3001844"/>
                  </a:lnTo>
                  <a:lnTo>
                    <a:pt x="4093983" y="3001844"/>
                  </a:lnTo>
                  <a:lnTo>
                    <a:pt x="4093983" y="3000116"/>
                  </a:lnTo>
                  <a:lnTo>
                    <a:pt x="4077672" y="3000116"/>
                  </a:lnTo>
                  <a:lnTo>
                    <a:pt x="4072235" y="3000116"/>
                  </a:lnTo>
                  <a:lnTo>
                    <a:pt x="4072235" y="2993221"/>
                  </a:lnTo>
                  <a:lnTo>
                    <a:pt x="4066799" y="2993221"/>
                  </a:lnTo>
                  <a:lnTo>
                    <a:pt x="4066799" y="2988049"/>
                  </a:lnTo>
                  <a:lnTo>
                    <a:pt x="4061362" y="2988049"/>
                  </a:lnTo>
                  <a:lnTo>
                    <a:pt x="4055925" y="2988049"/>
                  </a:lnTo>
                  <a:lnTo>
                    <a:pt x="4055925" y="2984605"/>
                  </a:lnTo>
                  <a:lnTo>
                    <a:pt x="4050488" y="2984605"/>
                  </a:lnTo>
                  <a:lnTo>
                    <a:pt x="4050488" y="2982884"/>
                  </a:lnTo>
                  <a:lnTo>
                    <a:pt x="4045051" y="2982884"/>
                  </a:lnTo>
                  <a:lnTo>
                    <a:pt x="4039614" y="2982884"/>
                  </a:lnTo>
                  <a:lnTo>
                    <a:pt x="4034177" y="2982884"/>
                  </a:lnTo>
                  <a:lnTo>
                    <a:pt x="4034177" y="2979456"/>
                  </a:lnTo>
                  <a:lnTo>
                    <a:pt x="4028740" y="2979456"/>
                  </a:lnTo>
                  <a:lnTo>
                    <a:pt x="4028740" y="2977743"/>
                  </a:lnTo>
                  <a:lnTo>
                    <a:pt x="4023303" y="2977743"/>
                  </a:lnTo>
                  <a:lnTo>
                    <a:pt x="4006993" y="2977743"/>
                  </a:lnTo>
                  <a:lnTo>
                    <a:pt x="4006993" y="2976035"/>
                  </a:lnTo>
                  <a:lnTo>
                    <a:pt x="4001556" y="2976035"/>
                  </a:lnTo>
                  <a:lnTo>
                    <a:pt x="4001556" y="2972621"/>
                  </a:lnTo>
                  <a:lnTo>
                    <a:pt x="3996119" y="2972621"/>
                  </a:lnTo>
                  <a:lnTo>
                    <a:pt x="3996119" y="2967500"/>
                  </a:lnTo>
                  <a:lnTo>
                    <a:pt x="3990682" y="2967500"/>
                  </a:lnTo>
                  <a:lnTo>
                    <a:pt x="3985245" y="2967500"/>
                  </a:lnTo>
                  <a:lnTo>
                    <a:pt x="3968934" y="2967500"/>
                  </a:lnTo>
                  <a:lnTo>
                    <a:pt x="3968934" y="2962390"/>
                  </a:lnTo>
                  <a:lnTo>
                    <a:pt x="3963498" y="2962390"/>
                  </a:lnTo>
                  <a:lnTo>
                    <a:pt x="3958061" y="2962390"/>
                  </a:lnTo>
                  <a:lnTo>
                    <a:pt x="3958061" y="2960693"/>
                  </a:lnTo>
                  <a:lnTo>
                    <a:pt x="3952624" y="2960693"/>
                  </a:lnTo>
                  <a:lnTo>
                    <a:pt x="3952624" y="2959001"/>
                  </a:lnTo>
                  <a:lnTo>
                    <a:pt x="3947187" y="2959001"/>
                  </a:lnTo>
                  <a:lnTo>
                    <a:pt x="3947187" y="2957308"/>
                  </a:lnTo>
                  <a:lnTo>
                    <a:pt x="3941750" y="2957308"/>
                  </a:lnTo>
                  <a:lnTo>
                    <a:pt x="3941750" y="2953923"/>
                  </a:lnTo>
                  <a:lnTo>
                    <a:pt x="3936313" y="2953923"/>
                  </a:lnTo>
                  <a:lnTo>
                    <a:pt x="3936313" y="2952231"/>
                  </a:lnTo>
                  <a:lnTo>
                    <a:pt x="3930876" y="2952231"/>
                  </a:lnTo>
                  <a:lnTo>
                    <a:pt x="3930876" y="2950538"/>
                  </a:lnTo>
                  <a:lnTo>
                    <a:pt x="3925439" y="2950538"/>
                  </a:lnTo>
                  <a:lnTo>
                    <a:pt x="3925439" y="2947155"/>
                  </a:lnTo>
                  <a:lnTo>
                    <a:pt x="3920002" y="2947155"/>
                  </a:lnTo>
                  <a:lnTo>
                    <a:pt x="3914565" y="2947155"/>
                  </a:lnTo>
                  <a:lnTo>
                    <a:pt x="3914565" y="2945465"/>
                  </a:lnTo>
                  <a:lnTo>
                    <a:pt x="3909129" y="2945465"/>
                  </a:lnTo>
                  <a:lnTo>
                    <a:pt x="3909129" y="2940397"/>
                  </a:lnTo>
                  <a:lnTo>
                    <a:pt x="3903692" y="2940397"/>
                  </a:lnTo>
                  <a:lnTo>
                    <a:pt x="3903692" y="2937021"/>
                  </a:lnTo>
                  <a:lnTo>
                    <a:pt x="3898255" y="2937021"/>
                  </a:lnTo>
                  <a:lnTo>
                    <a:pt x="3898255" y="2935332"/>
                  </a:lnTo>
                  <a:lnTo>
                    <a:pt x="3892818" y="2935332"/>
                  </a:lnTo>
                  <a:lnTo>
                    <a:pt x="3887381" y="2935332"/>
                  </a:lnTo>
                  <a:lnTo>
                    <a:pt x="3887381" y="2933647"/>
                  </a:lnTo>
                  <a:lnTo>
                    <a:pt x="3881944" y="2933647"/>
                  </a:lnTo>
                  <a:lnTo>
                    <a:pt x="3881944" y="2931967"/>
                  </a:lnTo>
                  <a:lnTo>
                    <a:pt x="3876507" y="2931967"/>
                  </a:lnTo>
                  <a:lnTo>
                    <a:pt x="3876507" y="2930288"/>
                  </a:lnTo>
                  <a:lnTo>
                    <a:pt x="3871070" y="2930288"/>
                  </a:lnTo>
                  <a:lnTo>
                    <a:pt x="3871070" y="2928610"/>
                  </a:lnTo>
                  <a:lnTo>
                    <a:pt x="3865633" y="2928610"/>
                  </a:lnTo>
                  <a:lnTo>
                    <a:pt x="3865633" y="2926932"/>
                  </a:lnTo>
                  <a:lnTo>
                    <a:pt x="3860197" y="2926932"/>
                  </a:lnTo>
                  <a:lnTo>
                    <a:pt x="3860197" y="2923581"/>
                  </a:lnTo>
                  <a:lnTo>
                    <a:pt x="3854760" y="2923581"/>
                  </a:lnTo>
                  <a:lnTo>
                    <a:pt x="3854760" y="2921907"/>
                  </a:lnTo>
                  <a:lnTo>
                    <a:pt x="3849323" y="2921907"/>
                  </a:lnTo>
                  <a:lnTo>
                    <a:pt x="3849323" y="2920237"/>
                  </a:lnTo>
                  <a:lnTo>
                    <a:pt x="3843886" y="2920237"/>
                  </a:lnTo>
                  <a:lnTo>
                    <a:pt x="3843886" y="2918568"/>
                  </a:lnTo>
                  <a:lnTo>
                    <a:pt x="3838449" y="2918568"/>
                  </a:lnTo>
                  <a:lnTo>
                    <a:pt x="3838449" y="2913558"/>
                  </a:lnTo>
                  <a:lnTo>
                    <a:pt x="3833012" y="2913558"/>
                  </a:lnTo>
                  <a:lnTo>
                    <a:pt x="3827575" y="2913558"/>
                  </a:lnTo>
                  <a:lnTo>
                    <a:pt x="3827575" y="2910223"/>
                  </a:lnTo>
                  <a:lnTo>
                    <a:pt x="3822138" y="2910223"/>
                  </a:lnTo>
                  <a:lnTo>
                    <a:pt x="3822138" y="2908555"/>
                  </a:lnTo>
                  <a:lnTo>
                    <a:pt x="3816701" y="2908555"/>
                  </a:lnTo>
                  <a:lnTo>
                    <a:pt x="3816701" y="2905222"/>
                  </a:lnTo>
                  <a:lnTo>
                    <a:pt x="3805828" y="2905222"/>
                  </a:lnTo>
                  <a:lnTo>
                    <a:pt x="3805828" y="2903558"/>
                  </a:lnTo>
                  <a:lnTo>
                    <a:pt x="3800391" y="2903558"/>
                  </a:lnTo>
                  <a:lnTo>
                    <a:pt x="3800391" y="2901897"/>
                  </a:lnTo>
                  <a:lnTo>
                    <a:pt x="3794954" y="2901897"/>
                  </a:lnTo>
                  <a:lnTo>
                    <a:pt x="3794954" y="2900239"/>
                  </a:lnTo>
                  <a:lnTo>
                    <a:pt x="3789517" y="2900239"/>
                  </a:lnTo>
                  <a:lnTo>
                    <a:pt x="3789517" y="2898583"/>
                  </a:lnTo>
                  <a:lnTo>
                    <a:pt x="3784080" y="2898583"/>
                  </a:lnTo>
                  <a:lnTo>
                    <a:pt x="3778643" y="2898583"/>
                  </a:lnTo>
                  <a:lnTo>
                    <a:pt x="3778643" y="2896930"/>
                  </a:lnTo>
                  <a:lnTo>
                    <a:pt x="3773206" y="2896930"/>
                  </a:lnTo>
                  <a:lnTo>
                    <a:pt x="3773206" y="2895278"/>
                  </a:lnTo>
                  <a:lnTo>
                    <a:pt x="3767769" y="2895278"/>
                  </a:lnTo>
                  <a:lnTo>
                    <a:pt x="3767769" y="2893631"/>
                  </a:lnTo>
                  <a:lnTo>
                    <a:pt x="3762332" y="2893631"/>
                  </a:lnTo>
                  <a:lnTo>
                    <a:pt x="3762332" y="2891985"/>
                  </a:lnTo>
                  <a:lnTo>
                    <a:pt x="3756895" y="2891985"/>
                  </a:lnTo>
                  <a:lnTo>
                    <a:pt x="3756895" y="2888694"/>
                  </a:lnTo>
                  <a:lnTo>
                    <a:pt x="3751459" y="2888694"/>
                  </a:lnTo>
                  <a:lnTo>
                    <a:pt x="3751459" y="2887049"/>
                  </a:lnTo>
                  <a:lnTo>
                    <a:pt x="3746022" y="2887049"/>
                  </a:lnTo>
                  <a:lnTo>
                    <a:pt x="3746022" y="2885404"/>
                  </a:lnTo>
                  <a:lnTo>
                    <a:pt x="3740585" y="2885404"/>
                  </a:lnTo>
                  <a:lnTo>
                    <a:pt x="3735148" y="2885404"/>
                  </a:lnTo>
                  <a:lnTo>
                    <a:pt x="3735148" y="2883761"/>
                  </a:lnTo>
                  <a:lnTo>
                    <a:pt x="3729711" y="2883761"/>
                  </a:lnTo>
                  <a:lnTo>
                    <a:pt x="3729711" y="2882119"/>
                  </a:lnTo>
                  <a:lnTo>
                    <a:pt x="3724274" y="2882119"/>
                  </a:lnTo>
                  <a:lnTo>
                    <a:pt x="3718837" y="2882119"/>
                  </a:lnTo>
                  <a:lnTo>
                    <a:pt x="3718837" y="2878839"/>
                  </a:lnTo>
                  <a:lnTo>
                    <a:pt x="3713400" y="2878839"/>
                  </a:lnTo>
                  <a:lnTo>
                    <a:pt x="3707963" y="2878839"/>
                  </a:lnTo>
                  <a:lnTo>
                    <a:pt x="3707963" y="2877200"/>
                  </a:lnTo>
                  <a:lnTo>
                    <a:pt x="3702526" y="2877200"/>
                  </a:lnTo>
                  <a:lnTo>
                    <a:pt x="3702526" y="2875561"/>
                  </a:lnTo>
                  <a:lnTo>
                    <a:pt x="3697090" y="2875561"/>
                  </a:lnTo>
                  <a:lnTo>
                    <a:pt x="3697090" y="2873926"/>
                  </a:lnTo>
                  <a:lnTo>
                    <a:pt x="3691653" y="2873926"/>
                  </a:lnTo>
                  <a:lnTo>
                    <a:pt x="3691653" y="2870663"/>
                  </a:lnTo>
                  <a:lnTo>
                    <a:pt x="3686216" y="2870663"/>
                  </a:lnTo>
                  <a:lnTo>
                    <a:pt x="3686216" y="2869033"/>
                  </a:lnTo>
                  <a:lnTo>
                    <a:pt x="3680779" y="2869033"/>
                  </a:lnTo>
                  <a:lnTo>
                    <a:pt x="3680779" y="2865772"/>
                  </a:lnTo>
                  <a:lnTo>
                    <a:pt x="3675342" y="2865772"/>
                  </a:lnTo>
                  <a:lnTo>
                    <a:pt x="3675342" y="2860880"/>
                  </a:lnTo>
                  <a:lnTo>
                    <a:pt x="3659031" y="2860880"/>
                  </a:lnTo>
                  <a:lnTo>
                    <a:pt x="3659031" y="2859251"/>
                  </a:lnTo>
                  <a:lnTo>
                    <a:pt x="3653594" y="2859251"/>
                  </a:lnTo>
                  <a:lnTo>
                    <a:pt x="3653594" y="2854375"/>
                  </a:lnTo>
                  <a:lnTo>
                    <a:pt x="3648158" y="2854375"/>
                  </a:lnTo>
                  <a:lnTo>
                    <a:pt x="3648158" y="2849499"/>
                  </a:lnTo>
                  <a:lnTo>
                    <a:pt x="3637284" y="2849499"/>
                  </a:lnTo>
                  <a:lnTo>
                    <a:pt x="3637284" y="2846250"/>
                  </a:lnTo>
                  <a:lnTo>
                    <a:pt x="3631847" y="2846250"/>
                  </a:lnTo>
                  <a:lnTo>
                    <a:pt x="3631847" y="2843000"/>
                  </a:lnTo>
                  <a:lnTo>
                    <a:pt x="3626410" y="2843000"/>
                  </a:lnTo>
                  <a:lnTo>
                    <a:pt x="3626410" y="2841376"/>
                  </a:lnTo>
                  <a:lnTo>
                    <a:pt x="3620973" y="2841376"/>
                  </a:lnTo>
                  <a:lnTo>
                    <a:pt x="3620973" y="2839752"/>
                  </a:lnTo>
                  <a:lnTo>
                    <a:pt x="3615536" y="2839752"/>
                  </a:lnTo>
                  <a:lnTo>
                    <a:pt x="3615536" y="2834890"/>
                  </a:lnTo>
                  <a:lnTo>
                    <a:pt x="3610099" y="2834890"/>
                  </a:lnTo>
                  <a:lnTo>
                    <a:pt x="3604662" y="2834890"/>
                  </a:lnTo>
                  <a:lnTo>
                    <a:pt x="3599225" y="2834890"/>
                  </a:lnTo>
                  <a:lnTo>
                    <a:pt x="3599225" y="2833277"/>
                  </a:lnTo>
                  <a:lnTo>
                    <a:pt x="3588352" y="2833277"/>
                  </a:lnTo>
                  <a:lnTo>
                    <a:pt x="3588352" y="2831664"/>
                  </a:lnTo>
                  <a:lnTo>
                    <a:pt x="3582915" y="2831664"/>
                  </a:lnTo>
                  <a:lnTo>
                    <a:pt x="3582915" y="2830052"/>
                  </a:lnTo>
                  <a:lnTo>
                    <a:pt x="3577478" y="2830052"/>
                  </a:lnTo>
                  <a:lnTo>
                    <a:pt x="3577478" y="2826840"/>
                  </a:lnTo>
                  <a:lnTo>
                    <a:pt x="3572041" y="2826840"/>
                  </a:lnTo>
                  <a:lnTo>
                    <a:pt x="3572041" y="2825234"/>
                  </a:lnTo>
                  <a:lnTo>
                    <a:pt x="3566604" y="2825234"/>
                  </a:lnTo>
                  <a:lnTo>
                    <a:pt x="3566604" y="2822028"/>
                  </a:lnTo>
                  <a:lnTo>
                    <a:pt x="3561167" y="2822028"/>
                  </a:lnTo>
                  <a:lnTo>
                    <a:pt x="3561167" y="2820425"/>
                  </a:lnTo>
                  <a:lnTo>
                    <a:pt x="3555730" y="2820425"/>
                  </a:lnTo>
                  <a:lnTo>
                    <a:pt x="3555730" y="2815621"/>
                  </a:lnTo>
                  <a:lnTo>
                    <a:pt x="3550293" y="2815621"/>
                  </a:lnTo>
                  <a:lnTo>
                    <a:pt x="3544856" y="2815621"/>
                  </a:lnTo>
                  <a:lnTo>
                    <a:pt x="3544856" y="2810827"/>
                  </a:lnTo>
                  <a:lnTo>
                    <a:pt x="3539420" y="2810827"/>
                  </a:lnTo>
                  <a:lnTo>
                    <a:pt x="3533983" y="2810827"/>
                  </a:lnTo>
                  <a:lnTo>
                    <a:pt x="3528546" y="2810827"/>
                  </a:lnTo>
                  <a:lnTo>
                    <a:pt x="3528546" y="2809236"/>
                  </a:lnTo>
                  <a:lnTo>
                    <a:pt x="3523109" y="2809236"/>
                  </a:lnTo>
                  <a:lnTo>
                    <a:pt x="3523109" y="2804462"/>
                  </a:lnTo>
                  <a:lnTo>
                    <a:pt x="3517672" y="2804462"/>
                  </a:lnTo>
                  <a:lnTo>
                    <a:pt x="3517672" y="2801284"/>
                  </a:lnTo>
                  <a:lnTo>
                    <a:pt x="3512235" y="2801284"/>
                  </a:lnTo>
                  <a:lnTo>
                    <a:pt x="3512235" y="2799697"/>
                  </a:lnTo>
                  <a:lnTo>
                    <a:pt x="3506798" y="2799697"/>
                  </a:lnTo>
                  <a:lnTo>
                    <a:pt x="3506798" y="2798110"/>
                  </a:lnTo>
                  <a:lnTo>
                    <a:pt x="3501361" y="2798110"/>
                  </a:lnTo>
                  <a:lnTo>
                    <a:pt x="3501361" y="2796527"/>
                  </a:lnTo>
                  <a:lnTo>
                    <a:pt x="3495924" y="2796527"/>
                  </a:lnTo>
                  <a:lnTo>
                    <a:pt x="3495924" y="2794946"/>
                  </a:lnTo>
                  <a:lnTo>
                    <a:pt x="3490487" y="2794946"/>
                  </a:lnTo>
                  <a:lnTo>
                    <a:pt x="3485051" y="2794946"/>
                  </a:lnTo>
                  <a:lnTo>
                    <a:pt x="3485051" y="2790216"/>
                  </a:lnTo>
                  <a:lnTo>
                    <a:pt x="3474177" y="2790216"/>
                  </a:lnTo>
                  <a:lnTo>
                    <a:pt x="3474177" y="2783918"/>
                  </a:lnTo>
                  <a:lnTo>
                    <a:pt x="3468740" y="2783918"/>
                  </a:lnTo>
                  <a:lnTo>
                    <a:pt x="3468740" y="2777619"/>
                  </a:lnTo>
                  <a:lnTo>
                    <a:pt x="3463303" y="2777619"/>
                  </a:lnTo>
                  <a:lnTo>
                    <a:pt x="3463303" y="2774471"/>
                  </a:lnTo>
                  <a:lnTo>
                    <a:pt x="3457866" y="2774471"/>
                  </a:lnTo>
                  <a:lnTo>
                    <a:pt x="3457866" y="2771323"/>
                  </a:lnTo>
                  <a:lnTo>
                    <a:pt x="3452429" y="2771323"/>
                  </a:lnTo>
                  <a:lnTo>
                    <a:pt x="3452429" y="2769753"/>
                  </a:lnTo>
                  <a:lnTo>
                    <a:pt x="3436119" y="2769753"/>
                  </a:lnTo>
                  <a:lnTo>
                    <a:pt x="3436119" y="2768182"/>
                  </a:lnTo>
                  <a:lnTo>
                    <a:pt x="3430682" y="2768182"/>
                  </a:lnTo>
                  <a:lnTo>
                    <a:pt x="3425245" y="2768182"/>
                  </a:lnTo>
                  <a:lnTo>
                    <a:pt x="3425245" y="2765052"/>
                  </a:lnTo>
                  <a:lnTo>
                    <a:pt x="3419808" y="2765052"/>
                  </a:lnTo>
                  <a:lnTo>
                    <a:pt x="3408934" y="2765052"/>
                  </a:lnTo>
                  <a:lnTo>
                    <a:pt x="3408934" y="2761926"/>
                  </a:lnTo>
                  <a:lnTo>
                    <a:pt x="3403497" y="2761926"/>
                  </a:lnTo>
                  <a:lnTo>
                    <a:pt x="3398060" y="2761926"/>
                  </a:lnTo>
                  <a:lnTo>
                    <a:pt x="3398060" y="2760366"/>
                  </a:lnTo>
                  <a:lnTo>
                    <a:pt x="3392623" y="2760366"/>
                  </a:lnTo>
                  <a:lnTo>
                    <a:pt x="3387186" y="2760366"/>
                  </a:lnTo>
                  <a:lnTo>
                    <a:pt x="3381750" y="2760366"/>
                  </a:lnTo>
                  <a:lnTo>
                    <a:pt x="3381750" y="2758812"/>
                  </a:lnTo>
                  <a:lnTo>
                    <a:pt x="3376313" y="2758812"/>
                  </a:lnTo>
                  <a:lnTo>
                    <a:pt x="3376313" y="2757261"/>
                  </a:lnTo>
                  <a:lnTo>
                    <a:pt x="3370876" y="2757261"/>
                  </a:lnTo>
                  <a:lnTo>
                    <a:pt x="3370876" y="2754160"/>
                  </a:lnTo>
                  <a:lnTo>
                    <a:pt x="3365439" y="2754160"/>
                  </a:lnTo>
                  <a:lnTo>
                    <a:pt x="3365439" y="2752610"/>
                  </a:lnTo>
                  <a:lnTo>
                    <a:pt x="3360002" y="2752610"/>
                  </a:lnTo>
                  <a:lnTo>
                    <a:pt x="3360002" y="2751062"/>
                  </a:lnTo>
                  <a:lnTo>
                    <a:pt x="3354565" y="2751062"/>
                  </a:lnTo>
                  <a:lnTo>
                    <a:pt x="3349128" y="2751062"/>
                  </a:lnTo>
                  <a:lnTo>
                    <a:pt x="3343691" y="2751062"/>
                  </a:lnTo>
                  <a:lnTo>
                    <a:pt x="3338254" y="2751062"/>
                  </a:lnTo>
                  <a:lnTo>
                    <a:pt x="3338254" y="2746436"/>
                  </a:lnTo>
                  <a:lnTo>
                    <a:pt x="3332817" y="2746436"/>
                  </a:lnTo>
                  <a:lnTo>
                    <a:pt x="3332817" y="2741809"/>
                  </a:lnTo>
                  <a:lnTo>
                    <a:pt x="3327381" y="2741809"/>
                  </a:lnTo>
                  <a:lnTo>
                    <a:pt x="3321944" y="2741809"/>
                  </a:lnTo>
                  <a:lnTo>
                    <a:pt x="3321944" y="2740269"/>
                  </a:lnTo>
                  <a:lnTo>
                    <a:pt x="3316507" y="2740269"/>
                  </a:lnTo>
                  <a:lnTo>
                    <a:pt x="3316507" y="2737192"/>
                  </a:lnTo>
                  <a:lnTo>
                    <a:pt x="3311070" y="2737192"/>
                  </a:lnTo>
                  <a:lnTo>
                    <a:pt x="3311070" y="2735657"/>
                  </a:lnTo>
                  <a:lnTo>
                    <a:pt x="3305633" y="2735657"/>
                  </a:lnTo>
                  <a:lnTo>
                    <a:pt x="3305633" y="2732590"/>
                  </a:lnTo>
                  <a:lnTo>
                    <a:pt x="3300196" y="2732590"/>
                  </a:lnTo>
                  <a:lnTo>
                    <a:pt x="3300196" y="2731058"/>
                  </a:lnTo>
                  <a:lnTo>
                    <a:pt x="3294759" y="2731058"/>
                  </a:lnTo>
                  <a:lnTo>
                    <a:pt x="3294759" y="2727993"/>
                  </a:lnTo>
                  <a:lnTo>
                    <a:pt x="3289322" y="2727993"/>
                  </a:lnTo>
                  <a:lnTo>
                    <a:pt x="3283885" y="2727993"/>
                  </a:lnTo>
                  <a:lnTo>
                    <a:pt x="3283885" y="2726463"/>
                  </a:lnTo>
                  <a:lnTo>
                    <a:pt x="3278449" y="2726463"/>
                  </a:lnTo>
                  <a:lnTo>
                    <a:pt x="3278449" y="2723401"/>
                  </a:lnTo>
                  <a:lnTo>
                    <a:pt x="3273012" y="2723401"/>
                  </a:lnTo>
                  <a:lnTo>
                    <a:pt x="3273012" y="2721873"/>
                  </a:lnTo>
                  <a:lnTo>
                    <a:pt x="3262138" y="2721873"/>
                  </a:lnTo>
                  <a:lnTo>
                    <a:pt x="3262138" y="2717294"/>
                  </a:lnTo>
                  <a:lnTo>
                    <a:pt x="3256701" y="2717294"/>
                  </a:lnTo>
                  <a:lnTo>
                    <a:pt x="3256701" y="2714243"/>
                  </a:lnTo>
                  <a:lnTo>
                    <a:pt x="3251264" y="2714243"/>
                  </a:lnTo>
                  <a:lnTo>
                    <a:pt x="3251264" y="2712719"/>
                  </a:lnTo>
                  <a:lnTo>
                    <a:pt x="3245827" y="2712719"/>
                  </a:lnTo>
                  <a:lnTo>
                    <a:pt x="3245827" y="2708147"/>
                  </a:lnTo>
                  <a:lnTo>
                    <a:pt x="3240390" y="2708147"/>
                  </a:lnTo>
                  <a:lnTo>
                    <a:pt x="3240390" y="2705100"/>
                  </a:lnTo>
                  <a:lnTo>
                    <a:pt x="3234953" y="2705100"/>
                  </a:lnTo>
                  <a:lnTo>
                    <a:pt x="3234953" y="2702053"/>
                  </a:lnTo>
                  <a:lnTo>
                    <a:pt x="3229516" y="2702053"/>
                  </a:lnTo>
                  <a:lnTo>
                    <a:pt x="3229516" y="2700531"/>
                  </a:lnTo>
                  <a:lnTo>
                    <a:pt x="3224080" y="2700531"/>
                  </a:lnTo>
                  <a:lnTo>
                    <a:pt x="3224080" y="2699009"/>
                  </a:lnTo>
                  <a:lnTo>
                    <a:pt x="3218643" y="2699009"/>
                  </a:lnTo>
                  <a:lnTo>
                    <a:pt x="3218643" y="2695966"/>
                  </a:lnTo>
                  <a:lnTo>
                    <a:pt x="3213206" y="2695966"/>
                  </a:lnTo>
                  <a:lnTo>
                    <a:pt x="3213206" y="2694445"/>
                  </a:lnTo>
                  <a:lnTo>
                    <a:pt x="3207769" y="2694445"/>
                  </a:lnTo>
                  <a:lnTo>
                    <a:pt x="3207769" y="2689885"/>
                  </a:lnTo>
                  <a:lnTo>
                    <a:pt x="3202332" y="2689885"/>
                  </a:lnTo>
                  <a:lnTo>
                    <a:pt x="3202332" y="2686849"/>
                  </a:lnTo>
                  <a:lnTo>
                    <a:pt x="3196895" y="2686849"/>
                  </a:lnTo>
                  <a:lnTo>
                    <a:pt x="3196895" y="2685331"/>
                  </a:lnTo>
                  <a:lnTo>
                    <a:pt x="3191458" y="2685331"/>
                  </a:lnTo>
                  <a:lnTo>
                    <a:pt x="3180584" y="2685331"/>
                  </a:lnTo>
                  <a:lnTo>
                    <a:pt x="3175147" y="2685331"/>
                  </a:lnTo>
                  <a:lnTo>
                    <a:pt x="3175147" y="2682300"/>
                  </a:lnTo>
                  <a:lnTo>
                    <a:pt x="3169711" y="2682300"/>
                  </a:lnTo>
                  <a:lnTo>
                    <a:pt x="3169711" y="2677756"/>
                  </a:lnTo>
                  <a:lnTo>
                    <a:pt x="3164274" y="2677756"/>
                  </a:lnTo>
                  <a:lnTo>
                    <a:pt x="3164274" y="2674728"/>
                  </a:lnTo>
                  <a:lnTo>
                    <a:pt x="3158837" y="2674728"/>
                  </a:lnTo>
                  <a:lnTo>
                    <a:pt x="3158837" y="2671705"/>
                  </a:lnTo>
                  <a:lnTo>
                    <a:pt x="3153400" y="2671705"/>
                  </a:lnTo>
                  <a:lnTo>
                    <a:pt x="3153400" y="2668684"/>
                  </a:lnTo>
                  <a:lnTo>
                    <a:pt x="3147963" y="2668684"/>
                  </a:lnTo>
                  <a:lnTo>
                    <a:pt x="3147963" y="2665663"/>
                  </a:lnTo>
                  <a:lnTo>
                    <a:pt x="3142526" y="2665663"/>
                  </a:lnTo>
                  <a:lnTo>
                    <a:pt x="3137089" y="2665663"/>
                  </a:lnTo>
                  <a:lnTo>
                    <a:pt x="3137089" y="2662645"/>
                  </a:lnTo>
                  <a:lnTo>
                    <a:pt x="3131652" y="2662645"/>
                  </a:lnTo>
                  <a:lnTo>
                    <a:pt x="3131652" y="2656608"/>
                  </a:lnTo>
                  <a:lnTo>
                    <a:pt x="3126215" y="2656608"/>
                  </a:lnTo>
                  <a:lnTo>
                    <a:pt x="3126215" y="2653590"/>
                  </a:lnTo>
                  <a:lnTo>
                    <a:pt x="3120778" y="2653590"/>
                  </a:lnTo>
                  <a:lnTo>
                    <a:pt x="3120778" y="2649077"/>
                  </a:lnTo>
                  <a:lnTo>
                    <a:pt x="3115342" y="2649077"/>
                  </a:lnTo>
                  <a:lnTo>
                    <a:pt x="3115342" y="2647574"/>
                  </a:lnTo>
                  <a:lnTo>
                    <a:pt x="3104468" y="2647574"/>
                  </a:lnTo>
                  <a:lnTo>
                    <a:pt x="3104468" y="2644569"/>
                  </a:lnTo>
                  <a:lnTo>
                    <a:pt x="3099031" y="2644569"/>
                  </a:lnTo>
                  <a:lnTo>
                    <a:pt x="3093594" y="2644569"/>
                  </a:lnTo>
                  <a:lnTo>
                    <a:pt x="3093594" y="2643069"/>
                  </a:lnTo>
                  <a:lnTo>
                    <a:pt x="3088157" y="2643069"/>
                  </a:lnTo>
                  <a:lnTo>
                    <a:pt x="3088157" y="2638568"/>
                  </a:lnTo>
                  <a:lnTo>
                    <a:pt x="3082720" y="2638568"/>
                  </a:lnTo>
                  <a:lnTo>
                    <a:pt x="3082720" y="2631080"/>
                  </a:lnTo>
                  <a:lnTo>
                    <a:pt x="3071846" y="2631080"/>
                  </a:lnTo>
                  <a:lnTo>
                    <a:pt x="3071846" y="2628086"/>
                  </a:lnTo>
                  <a:lnTo>
                    <a:pt x="3066410" y="2628086"/>
                  </a:lnTo>
                  <a:lnTo>
                    <a:pt x="3066410" y="2626589"/>
                  </a:lnTo>
                  <a:lnTo>
                    <a:pt x="3060973" y="2626589"/>
                  </a:lnTo>
                  <a:lnTo>
                    <a:pt x="3055536" y="2626589"/>
                  </a:lnTo>
                  <a:lnTo>
                    <a:pt x="3055536" y="2625095"/>
                  </a:lnTo>
                  <a:lnTo>
                    <a:pt x="3050099" y="2625095"/>
                  </a:lnTo>
                  <a:lnTo>
                    <a:pt x="3050099" y="2622111"/>
                  </a:lnTo>
                  <a:lnTo>
                    <a:pt x="3044662" y="2622111"/>
                  </a:lnTo>
                  <a:lnTo>
                    <a:pt x="3039225" y="2622111"/>
                  </a:lnTo>
                  <a:lnTo>
                    <a:pt x="3039225" y="2620619"/>
                  </a:lnTo>
                  <a:lnTo>
                    <a:pt x="3033788" y="2620619"/>
                  </a:lnTo>
                  <a:lnTo>
                    <a:pt x="3033788" y="2619128"/>
                  </a:lnTo>
                  <a:lnTo>
                    <a:pt x="3028351" y="2619128"/>
                  </a:lnTo>
                  <a:lnTo>
                    <a:pt x="3028351" y="2617637"/>
                  </a:lnTo>
                  <a:lnTo>
                    <a:pt x="3022914" y="2617637"/>
                  </a:lnTo>
                  <a:lnTo>
                    <a:pt x="3022914" y="2613165"/>
                  </a:lnTo>
                  <a:lnTo>
                    <a:pt x="3017477" y="2613165"/>
                  </a:lnTo>
                  <a:lnTo>
                    <a:pt x="3017477" y="2610186"/>
                  </a:lnTo>
                  <a:lnTo>
                    <a:pt x="3012041" y="2610186"/>
                  </a:lnTo>
                  <a:lnTo>
                    <a:pt x="3012041" y="2608697"/>
                  </a:lnTo>
                  <a:lnTo>
                    <a:pt x="3006604" y="2608697"/>
                  </a:lnTo>
                  <a:lnTo>
                    <a:pt x="3001167" y="2608697"/>
                  </a:lnTo>
                  <a:lnTo>
                    <a:pt x="3001167" y="2607211"/>
                  </a:lnTo>
                  <a:lnTo>
                    <a:pt x="2995730" y="2607211"/>
                  </a:lnTo>
                  <a:lnTo>
                    <a:pt x="2995730" y="2604241"/>
                  </a:lnTo>
                  <a:lnTo>
                    <a:pt x="2990293" y="2604241"/>
                  </a:lnTo>
                  <a:lnTo>
                    <a:pt x="2990293" y="2602756"/>
                  </a:lnTo>
                  <a:lnTo>
                    <a:pt x="2984856" y="2602756"/>
                  </a:lnTo>
                  <a:lnTo>
                    <a:pt x="2984856" y="2598303"/>
                  </a:lnTo>
                  <a:lnTo>
                    <a:pt x="2979419" y="2598303"/>
                  </a:lnTo>
                  <a:lnTo>
                    <a:pt x="2979419" y="2595336"/>
                  </a:lnTo>
                  <a:lnTo>
                    <a:pt x="2973982" y="2595336"/>
                  </a:lnTo>
                  <a:lnTo>
                    <a:pt x="2973982" y="2592370"/>
                  </a:lnTo>
                  <a:lnTo>
                    <a:pt x="2968545" y="2592370"/>
                  </a:lnTo>
                  <a:lnTo>
                    <a:pt x="2968545" y="2590890"/>
                  </a:lnTo>
                  <a:lnTo>
                    <a:pt x="2963108" y="2590890"/>
                  </a:lnTo>
                  <a:lnTo>
                    <a:pt x="2963108" y="2587932"/>
                  </a:lnTo>
                  <a:lnTo>
                    <a:pt x="2957672" y="2587932"/>
                  </a:lnTo>
                  <a:lnTo>
                    <a:pt x="2957672" y="2584974"/>
                  </a:lnTo>
                  <a:lnTo>
                    <a:pt x="2952235" y="2584974"/>
                  </a:lnTo>
                  <a:lnTo>
                    <a:pt x="2946798" y="2584974"/>
                  </a:lnTo>
                  <a:lnTo>
                    <a:pt x="2946798" y="2582019"/>
                  </a:lnTo>
                  <a:lnTo>
                    <a:pt x="2941361" y="2582019"/>
                  </a:lnTo>
                  <a:lnTo>
                    <a:pt x="2941361" y="2579064"/>
                  </a:lnTo>
                  <a:lnTo>
                    <a:pt x="2935924" y="2579064"/>
                  </a:lnTo>
                  <a:lnTo>
                    <a:pt x="2935924" y="2574632"/>
                  </a:lnTo>
                  <a:lnTo>
                    <a:pt x="2930487" y="2574632"/>
                  </a:lnTo>
                  <a:lnTo>
                    <a:pt x="2930487" y="2567251"/>
                  </a:lnTo>
                  <a:lnTo>
                    <a:pt x="2925050" y="2567251"/>
                  </a:lnTo>
                  <a:lnTo>
                    <a:pt x="2925050" y="2562825"/>
                  </a:lnTo>
                  <a:lnTo>
                    <a:pt x="2919613" y="2562825"/>
                  </a:lnTo>
                  <a:lnTo>
                    <a:pt x="2919613" y="2561349"/>
                  </a:lnTo>
                  <a:lnTo>
                    <a:pt x="2914176" y="2561349"/>
                  </a:lnTo>
                  <a:lnTo>
                    <a:pt x="2914176" y="2558398"/>
                  </a:lnTo>
                  <a:lnTo>
                    <a:pt x="2908739" y="2558398"/>
                  </a:lnTo>
                  <a:lnTo>
                    <a:pt x="2908739" y="2552495"/>
                  </a:lnTo>
                  <a:lnTo>
                    <a:pt x="2903303" y="2552495"/>
                  </a:lnTo>
                  <a:lnTo>
                    <a:pt x="2903303" y="2551021"/>
                  </a:lnTo>
                  <a:lnTo>
                    <a:pt x="2897866" y="2551021"/>
                  </a:lnTo>
                  <a:lnTo>
                    <a:pt x="2897866" y="2549546"/>
                  </a:lnTo>
                  <a:lnTo>
                    <a:pt x="2892429" y="2549546"/>
                  </a:lnTo>
                  <a:lnTo>
                    <a:pt x="2892429" y="2546603"/>
                  </a:lnTo>
                  <a:lnTo>
                    <a:pt x="2886992" y="2546603"/>
                  </a:lnTo>
                  <a:lnTo>
                    <a:pt x="2881555" y="2546603"/>
                  </a:lnTo>
                  <a:lnTo>
                    <a:pt x="2881555" y="2545133"/>
                  </a:lnTo>
                  <a:lnTo>
                    <a:pt x="2876118" y="2545133"/>
                  </a:lnTo>
                  <a:lnTo>
                    <a:pt x="2876118" y="2540729"/>
                  </a:lnTo>
                  <a:lnTo>
                    <a:pt x="2870681" y="2540729"/>
                  </a:lnTo>
                  <a:lnTo>
                    <a:pt x="2870681" y="2539262"/>
                  </a:lnTo>
                  <a:lnTo>
                    <a:pt x="2865244" y="2539262"/>
                  </a:lnTo>
                  <a:lnTo>
                    <a:pt x="2865244" y="2537794"/>
                  </a:lnTo>
                  <a:lnTo>
                    <a:pt x="2859807" y="2537794"/>
                  </a:lnTo>
                  <a:lnTo>
                    <a:pt x="2859807" y="2536328"/>
                  </a:lnTo>
                  <a:lnTo>
                    <a:pt x="2854371" y="2536328"/>
                  </a:lnTo>
                  <a:lnTo>
                    <a:pt x="2854371" y="2533396"/>
                  </a:lnTo>
                  <a:lnTo>
                    <a:pt x="2848934" y="2533396"/>
                  </a:lnTo>
                  <a:lnTo>
                    <a:pt x="2848934" y="2528998"/>
                  </a:lnTo>
                  <a:lnTo>
                    <a:pt x="2838060" y="2528998"/>
                  </a:lnTo>
                  <a:lnTo>
                    <a:pt x="2838060" y="2526068"/>
                  </a:lnTo>
                  <a:lnTo>
                    <a:pt x="2832623" y="2526068"/>
                  </a:lnTo>
                  <a:lnTo>
                    <a:pt x="2827186" y="2526068"/>
                  </a:lnTo>
                  <a:lnTo>
                    <a:pt x="2827186" y="2523139"/>
                  </a:lnTo>
                  <a:lnTo>
                    <a:pt x="2816312" y="2523139"/>
                  </a:lnTo>
                  <a:lnTo>
                    <a:pt x="2816312" y="2518754"/>
                  </a:lnTo>
                  <a:lnTo>
                    <a:pt x="2810875" y="2518754"/>
                  </a:lnTo>
                  <a:lnTo>
                    <a:pt x="2805438" y="2518754"/>
                  </a:lnTo>
                  <a:lnTo>
                    <a:pt x="2805438" y="2515834"/>
                  </a:lnTo>
                  <a:lnTo>
                    <a:pt x="2800002" y="2515834"/>
                  </a:lnTo>
                  <a:lnTo>
                    <a:pt x="2800002" y="2511456"/>
                  </a:lnTo>
                  <a:lnTo>
                    <a:pt x="2794565" y="2511456"/>
                  </a:lnTo>
                  <a:lnTo>
                    <a:pt x="2794565" y="2509996"/>
                  </a:lnTo>
                  <a:lnTo>
                    <a:pt x="2789128" y="2509996"/>
                  </a:lnTo>
                  <a:lnTo>
                    <a:pt x="2789128" y="2507079"/>
                  </a:lnTo>
                  <a:lnTo>
                    <a:pt x="2783691" y="2507079"/>
                  </a:lnTo>
                  <a:lnTo>
                    <a:pt x="2783691" y="2504161"/>
                  </a:lnTo>
                  <a:lnTo>
                    <a:pt x="2778254" y="2504161"/>
                  </a:lnTo>
                  <a:lnTo>
                    <a:pt x="2778254" y="2502705"/>
                  </a:lnTo>
                  <a:lnTo>
                    <a:pt x="2767380" y="2502705"/>
                  </a:lnTo>
                  <a:lnTo>
                    <a:pt x="2767380" y="2498339"/>
                  </a:lnTo>
                  <a:lnTo>
                    <a:pt x="2761943" y="2498339"/>
                  </a:lnTo>
                  <a:lnTo>
                    <a:pt x="2761943" y="2496884"/>
                  </a:lnTo>
                  <a:lnTo>
                    <a:pt x="2756506" y="2496884"/>
                  </a:lnTo>
                  <a:lnTo>
                    <a:pt x="2756506" y="2491063"/>
                  </a:lnTo>
                  <a:lnTo>
                    <a:pt x="2751069" y="2491063"/>
                  </a:lnTo>
                  <a:lnTo>
                    <a:pt x="2751069" y="2486700"/>
                  </a:lnTo>
                  <a:lnTo>
                    <a:pt x="2745633" y="2486700"/>
                  </a:lnTo>
                  <a:lnTo>
                    <a:pt x="2745633" y="2482338"/>
                  </a:lnTo>
                  <a:lnTo>
                    <a:pt x="2740196" y="2482338"/>
                  </a:lnTo>
                  <a:lnTo>
                    <a:pt x="2740196" y="2479433"/>
                  </a:lnTo>
                  <a:lnTo>
                    <a:pt x="2729322" y="2479433"/>
                  </a:lnTo>
                  <a:lnTo>
                    <a:pt x="2729322" y="2473626"/>
                  </a:lnTo>
                  <a:lnTo>
                    <a:pt x="2723885" y="2473626"/>
                  </a:lnTo>
                  <a:lnTo>
                    <a:pt x="2723885" y="2472174"/>
                  </a:lnTo>
                  <a:lnTo>
                    <a:pt x="2718448" y="2472174"/>
                  </a:lnTo>
                  <a:lnTo>
                    <a:pt x="2718448" y="2469271"/>
                  </a:lnTo>
                  <a:lnTo>
                    <a:pt x="2713011" y="2469271"/>
                  </a:lnTo>
                  <a:lnTo>
                    <a:pt x="2713011" y="2466369"/>
                  </a:lnTo>
                  <a:lnTo>
                    <a:pt x="2707574" y="2466369"/>
                  </a:lnTo>
                  <a:lnTo>
                    <a:pt x="2707574" y="2464919"/>
                  </a:lnTo>
                  <a:lnTo>
                    <a:pt x="2702137" y="2464919"/>
                  </a:lnTo>
                  <a:lnTo>
                    <a:pt x="2702137" y="2462019"/>
                  </a:lnTo>
                  <a:lnTo>
                    <a:pt x="2696701" y="2462019"/>
                  </a:lnTo>
                  <a:lnTo>
                    <a:pt x="2696701" y="2456220"/>
                  </a:lnTo>
                  <a:lnTo>
                    <a:pt x="2691264" y="2456220"/>
                  </a:lnTo>
                  <a:lnTo>
                    <a:pt x="2691264" y="2454770"/>
                  </a:lnTo>
                  <a:lnTo>
                    <a:pt x="2685827" y="2454770"/>
                  </a:lnTo>
                  <a:lnTo>
                    <a:pt x="2685827" y="2453321"/>
                  </a:lnTo>
                  <a:lnTo>
                    <a:pt x="2680390" y="2453321"/>
                  </a:lnTo>
                  <a:lnTo>
                    <a:pt x="2680390" y="2450427"/>
                  </a:lnTo>
                  <a:lnTo>
                    <a:pt x="2674953" y="2450427"/>
                  </a:lnTo>
                  <a:lnTo>
                    <a:pt x="2674953" y="2447534"/>
                  </a:lnTo>
                  <a:lnTo>
                    <a:pt x="2669516" y="2447534"/>
                  </a:lnTo>
                  <a:lnTo>
                    <a:pt x="2669516" y="2446087"/>
                  </a:lnTo>
                  <a:lnTo>
                    <a:pt x="2664079" y="2446087"/>
                  </a:lnTo>
                  <a:lnTo>
                    <a:pt x="2664079" y="2443197"/>
                  </a:lnTo>
                  <a:lnTo>
                    <a:pt x="2658642" y="2443197"/>
                  </a:lnTo>
                  <a:lnTo>
                    <a:pt x="2658642" y="2441753"/>
                  </a:lnTo>
                  <a:lnTo>
                    <a:pt x="2653205" y="2441753"/>
                  </a:lnTo>
                  <a:lnTo>
                    <a:pt x="2653205" y="2438866"/>
                  </a:lnTo>
                  <a:lnTo>
                    <a:pt x="2647768" y="2438866"/>
                  </a:lnTo>
                  <a:lnTo>
                    <a:pt x="2647768" y="2434541"/>
                  </a:lnTo>
                  <a:lnTo>
                    <a:pt x="2636895" y="2434541"/>
                  </a:lnTo>
                  <a:lnTo>
                    <a:pt x="2636895" y="2431659"/>
                  </a:lnTo>
                  <a:lnTo>
                    <a:pt x="2631458" y="2431659"/>
                  </a:lnTo>
                  <a:lnTo>
                    <a:pt x="2631458" y="2430220"/>
                  </a:lnTo>
                  <a:lnTo>
                    <a:pt x="2626021" y="2430220"/>
                  </a:lnTo>
                  <a:lnTo>
                    <a:pt x="2626021" y="2427345"/>
                  </a:lnTo>
                  <a:lnTo>
                    <a:pt x="2620584" y="2427345"/>
                  </a:lnTo>
                  <a:lnTo>
                    <a:pt x="2620584" y="2424473"/>
                  </a:lnTo>
                  <a:lnTo>
                    <a:pt x="2615147" y="2424473"/>
                  </a:lnTo>
                  <a:lnTo>
                    <a:pt x="2615147" y="2423037"/>
                  </a:lnTo>
                  <a:lnTo>
                    <a:pt x="2609710" y="2423037"/>
                  </a:lnTo>
                  <a:lnTo>
                    <a:pt x="2609710" y="2418731"/>
                  </a:lnTo>
                  <a:lnTo>
                    <a:pt x="2604273" y="2418731"/>
                  </a:lnTo>
                  <a:lnTo>
                    <a:pt x="2604273" y="2412989"/>
                  </a:lnTo>
                  <a:lnTo>
                    <a:pt x="2598836" y="2412989"/>
                  </a:lnTo>
                  <a:lnTo>
                    <a:pt x="2598836" y="2408682"/>
                  </a:lnTo>
                  <a:lnTo>
                    <a:pt x="2593399" y="2408682"/>
                  </a:lnTo>
                  <a:lnTo>
                    <a:pt x="2593399" y="2405810"/>
                  </a:lnTo>
                  <a:lnTo>
                    <a:pt x="2587963" y="2405810"/>
                  </a:lnTo>
                  <a:lnTo>
                    <a:pt x="2587963" y="2404377"/>
                  </a:lnTo>
                  <a:lnTo>
                    <a:pt x="2577089" y="2404377"/>
                  </a:lnTo>
                  <a:lnTo>
                    <a:pt x="2577089" y="2402944"/>
                  </a:lnTo>
                  <a:lnTo>
                    <a:pt x="2566215" y="2402944"/>
                  </a:lnTo>
                  <a:lnTo>
                    <a:pt x="2566215" y="2398645"/>
                  </a:lnTo>
                  <a:lnTo>
                    <a:pt x="2560778" y="2398645"/>
                  </a:lnTo>
                  <a:lnTo>
                    <a:pt x="2560778" y="2395782"/>
                  </a:lnTo>
                  <a:lnTo>
                    <a:pt x="2555341" y="2395782"/>
                  </a:lnTo>
                  <a:lnTo>
                    <a:pt x="2555341" y="2394351"/>
                  </a:lnTo>
                  <a:lnTo>
                    <a:pt x="2549904" y="2394351"/>
                  </a:lnTo>
                  <a:lnTo>
                    <a:pt x="2549904" y="2390062"/>
                  </a:lnTo>
                  <a:lnTo>
                    <a:pt x="2544467" y="2390062"/>
                  </a:lnTo>
                  <a:lnTo>
                    <a:pt x="2544467" y="2387205"/>
                  </a:lnTo>
                  <a:lnTo>
                    <a:pt x="2539030" y="2387205"/>
                  </a:lnTo>
                  <a:lnTo>
                    <a:pt x="2539030" y="2385777"/>
                  </a:lnTo>
                  <a:lnTo>
                    <a:pt x="2533594" y="2385777"/>
                  </a:lnTo>
                  <a:lnTo>
                    <a:pt x="2533594" y="2380067"/>
                  </a:lnTo>
                  <a:lnTo>
                    <a:pt x="2528157" y="2380067"/>
                  </a:lnTo>
                  <a:lnTo>
                    <a:pt x="2528157" y="2377212"/>
                  </a:lnTo>
                  <a:lnTo>
                    <a:pt x="2522720" y="2377212"/>
                  </a:lnTo>
                  <a:lnTo>
                    <a:pt x="2522720" y="2372931"/>
                  </a:lnTo>
                  <a:lnTo>
                    <a:pt x="2517283" y="2372931"/>
                  </a:lnTo>
                  <a:lnTo>
                    <a:pt x="2517283" y="2371504"/>
                  </a:lnTo>
                  <a:lnTo>
                    <a:pt x="2511846" y="2371504"/>
                  </a:lnTo>
                  <a:lnTo>
                    <a:pt x="2511846" y="2370077"/>
                  </a:lnTo>
                  <a:lnTo>
                    <a:pt x="2506409" y="2370077"/>
                  </a:lnTo>
                  <a:lnTo>
                    <a:pt x="2506409" y="2367224"/>
                  </a:lnTo>
                  <a:lnTo>
                    <a:pt x="2500972" y="2367224"/>
                  </a:lnTo>
                  <a:lnTo>
                    <a:pt x="2500972" y="2364372"/>
                  </a:lnTo>
                  <a:lnTo>
                    <a:pt x="2495535" y="2364372"/>
                  </a:lnTo>
                  <a:lnTo>
                    <a:pt x="2495535" y="2361520"/>
                  </a:lnTo>
                  <a:lnTo>
                    <a:pt x="2490098" y="2361520"/>
                  </a:lnTo>
                  <a:lnTo>
                    <a:pt x="2490098" y="2355818"/>
                  </a:lnTo>
                  <a:lnTo>
                    <a:pt x="2484662" y="2355818"/>
                  </a:lnTo>
                  <a:lnTo>
                    <a:pt x="2484662" y="2352967"/>
                  </a:lnTo>
                  <a:lnTo>
                    <a:pt x="2479225" y="2352967"/>
                  </a:lnTo>
                  <a:lnTo>
                    <a:pt x="2479225" y="2351542"/>
                  </a:lnTo>
                  <a:lnTo>
                    <a:pt x="2473788" y="2351542"/>
                  </a:lnTo>
                  <a:lnTo>
                    <a:pt x="2473788" y="2350118"/>
                  </a:lnTo>
                  <a:lnTo>
                    <a:pt x="2468351" y="2350118"/>
                  </a:lnTo>
                  <a:lnTo>
                    <a:pt x="2468351" y="2348694"/>
                  </a:lnTo>
                  <a:lnTo>
                    <a:pt x="2462914" y="2348694"/>
                  </a:lnTo>
                  <a:lnTo>
                    <a:pt x="2462914" y="2344423"/>
                  </a:lnTo>
                  <a:lnTo>
                    <a:pt x="2457477" y="2344423"/>
                  </a:lnTo>
                  <a:lnTo>
                    <a:pt x="2457477" y="2341576"/>
                  </a:lnTo>
                  <a:lnTo>
                    <a:pt x="2452040" y="2341576"/>
                  </a:lnTo>
                  <a:lnTo>
                    <a:pt x="2452040" y="2337305"/>
                  </a:lnTo>
                  <a:lnTo>
                    <a:pt x="2446603" y="2337305"/>
                  </a:lnTo>
                  <a:lnTo>
                    <a:pt x="2446603" y="2334458"/>
                  </a:lnTo>
                  <a:lnTo>
                    <a:pt x="2441166" y="2334458"/>
                  </a:lnTo>
                  <a:lnTo>
                    <a:pt x="2441166" y="2330189"/>
                  </a:lnTo>
                  <a:lnTo>
                    <a:pt x="2435729" y="2330189"/>
                  </a:lnTo>
                  <a:lnTo>
                    <a:pt x="2435729" y="2328766"/>
                  </a:lnTo>
                  <a:lnTo>
                    <a:pt x="2424856" y="2328766"/>
                  </a:lnTo>
                  <a:lnTo>
                    <a:pt x="2424856" y="2327344"/>
                  </a:lnTo>
                  <a:lnTo>
                    <a:pt x="2419419" y="2327344"/>
                  </a:lnTo>
                  <a:lnTo>
                    <a:pt x="2419419" y="2318812"/>
                  </a:lnTo>
                  <a:lnTo>
                    <a:pt x="2413982" y="2318812"/>
                  </a:lnTo>
                  <a:lnTo>
                    <a:pt x="2413982" y="2317390"/>
                  </a:lnTo>
                  <a:lnTo>
                    <a:pt x="2408545" y="2317390"/>
                  </a:lnTo>
                  <a:lnTo>
                    <a:pt x="2408545" y="2313123"/>
                  </a:lnTo>
                  <a:lnTo>
                    <a:pt x="2403108" y="2313123"/>
                  </a:lnTo>
                  <a:lnTo>
                    <a:pt x="2403108" y="2303177"/>
                  </a:lnTo>
                  <a:lnTo>
                    <a:pt x="2397671" y="2303177"/>
                  </a:lnTo>
                  <a:lnTo>
                    <a:pt x="2397671" y="2300337"/>
                  </a:lnTo>
                  <a:lnTo>
                    <a:pt x="2392234" y="2300337"/>
                  </a:lnTo>
                  <a:lnTo>
                    <a:pt x="2392234" y="2296078"/>
                  </a:lnTo>
                  <a:lnTo>
                    <a:pt x="2386797" y="2296078"/>
                  </a:lnTo>
                  <a:lnTo>
                    <a:pt x="2386797" y="2293238"/>
                  </a:lnTo>
                  <a:lnTo>
                    <a:pt x="2381360" y="2293238"/>
                  </a:lnTo>
                  <a:lnTo>
                    <a:pt x="2381360" y="2287558"/>
                  </a:lnTo>
                  <a:lnTo>
                    <a:pt x="2375924" y="2287558"/>
                  </a:lnTo>
                  <a:lnTo>
                    <a:pt x="2375924" y="2283300"/>
                  </a:lnTo>
                  <a:lnTo>
                    <a:pt x="2370487" y="2283300"/>
                  </a:lnTo>
                  <a:lnTo>
                    <a:pt x="2370487" y="2280461"/>
                  </a:lnTo>
                  <a:lnTo>
                    <a:pt x="2365050" y="2280461"/>
                  </a:lnTo>
                  <a:lnTo>
                    <a:pt x="2359613" y="2280461"/>
                  </a:lnTo>
                  <a:lnTo>
                    <a:pt x="2359613" y="2279045"/>
                  </a:lnTo>
                  <a:lnTo>
                    <a:pt x="2348739" y="2279045"/>
                  </a:lnTo>
                  <a:lnTo>
                    <a:pt x="2348739" y="2270547"/>
                  </a:lnTo>
                  <a:lnTo>
                    <a:pt x="2343302" y="2270547"/>
                  </a:lnTo>
                  <a:lnTo>
                    <a:pt x="2343302" y="2267716"/>
                  </a:lnTo>
                  <a:lnTo>
                    <a:pt x="2337865" y="2267716"/>
                  </a:lnTo>
                  <a:lnTo>
                    <a:pt x="2337865" y="2266300"/>
                  </a:lnTo>
                  <a:lnTo>
                    <a:pt x="2332428" y="2266300"/>
                  </a:lnTo>
                  <a:lnTo>
                    <a:pt x="2332428" y="2264884"/>
                  </a:lnTo>
                  <a:lnTo>
                    <a:pt x="2326991" y="2264884"/>
                  </a:lnTo>
                  <a:lnTo>
                    <a:pt x="2326991" y="2260637"/>
                  </a:lnTo>
                  <a:lnTo>
                    <a:pt x="2321555" y="2260637"/>
                  </a:lnTo>
                  <a:lnTo>
                    <a:pt x="2321555" y="2256391"/>
                  </a:lnTo>
                  <a:lnTo>
                    <a:pt x="2316118" y="2256391"/>
                  </a:lnTo>
                  <a:lnTo>
                    <a:pt x="2316118" y="2252147"/>
                  </a:lnTo>
                  <a:lnTo>
                    <a:pt x="2310681" y="2252147"/>
                  </a:lnTo>
                  <a:lnTo>
                    <a:pt x="2310681" y="2249317"/>
                  </a:lnTo>
                  <a:lnTo>
                    <a:pt x="2305244" y="2249317"/>
                  </a:lnTo>
                  <a:lnTo>
                    <a:pt x="2305244" y="2247903"/>
                  </a:lnTo>
                  <a:lnTo>
                    <a:pt x="2299807" y="2247903"/>
                  </a:lnTo>
                  <a:lnTo>
                    <a:pt x="2299807" y="2246488"/>
                  </a:lnTo>
                  <a:lnTo>
                    <a:pt x="2294370" y="2246488"/>
                  </a:lnTo>
                  <a:lnTo>
                    <a:pt x="2294370" y="2243658"/>
                  </a:lnTo>
                  <a:lnTo>
                    <a:pt x="2288933" y="2243658"/>
                  </a:lnTo>
                  <a:lnTo>
                    <a:pt x="2288933" y="2242244"/>
                  </a:lnTo>
                  <a:lnTo>
                    <a:pt x="2283496" y="2242244"/>
                  </a:lnTo>
                  <a:lnTo>
                    <a:pt x="2283496" y="2240833"/>
                  </a:lnTo>
                  <a:lnTo>
                    <a:pt x="2278059" y="2240833"/>
                  </a:lnTo>
                  <a:lnTo>
                    <a:pt x="2272623" y="2240833"/>
                  </a:lnTo>
                  <a:lnTo>
                    <a:pt x="2272623" y="2236600"/>
                  </a:lnTo>
                  <a:lnTo>
                    <a:pt x="2267186" y="2236600"/>
                  </a:lnTo>
                  <a:lnTo>
                    <a:pt x="2267186" y="2233777"/>
                  </a:lnTo>
                  <a:lnTo>
                    <a:pt x="2261749" y="2233777"/>
                  </a:lnTo>
                  <a:lnTo>
                    <a:pt x="2261749" y="2232367"/>
                  </a:lnTo>
                  <a:lnTo>
                    <a:pt x="2256312" y="2232367"/>
                  </a:lnTo>
                  <a:lnTo>
                    <a:pt x="2256312" y="2226728"/>
                  </a:lnTo>
                  <a:lnTo>
                    <a:pt x="2250875" y="2226728"/>
                  </a:lnTo>
                  <a:lnTo>
                    <a:pt x="2245438" y="2226728"/>
                  </a:lnTo>
                  <a:lnTo>
                    <a:pt x="2245438" y="2225320"/>
                  </a:lnTo>
                  <a:lnTo>
                    <a:pt x="2240001" y="2225320"/>
                  </a:lnTo>
                  <a:lnTo>
                    <a:pt x="2240001" y="2219693"/>
                  </a:lnTo>
                  <a:lnTo>
                    <a:pt x="2234564" y="2219693"/>
                  </a:lnTo>
                  <a:lnTo>
                    <a:pt x="2234564" y="2215474"/>
                  </a:lnTo>
                  <a:lnTo>
                    <a:pt x="2229127" y="2215474"/>
                  </a:lnTo>
                  <a:lnTo>
                    <a:pt x="2223690" y="2215474"/>
                  </a:lnTo>
                  <a:lnTo>
                    <a:pt x="2223690" y="2211259"/>
                  </a:lnTo>
                  <a:lnTo>
                    <a:pt x="2218254" y="2211259"/>
                  </a:lnTo>
                  <a:lnTo>
                    <a:pt x="2218254" y="2209853"/>
                  </a:lnTo>
                  <a:lnTo>
                    <a:pt x="2212817" y="2209853"/>
                  </a:lnTo>
                  <a:lnTo>
                    <a:pt x="2212817" y="2205640"/>
                  </a:lnTo>
                  <a:lnTo>
                    <a:pt x="2207380" y="2205640"/>
                  </a:lnTo>
                  <a:lnTo>
                    <a:pt x="2207380" y="2201426"/>
                  </a:lnTo>
                  <a:lnTo>
                    <a:pt x="2201943" y="2201426"/>
                  </a:lnTo>
                  <a:lnTo>
                    <a:pt x="2201943" y="2197213"/>
                  </a:lnTo>
                  <a:lnTo>
                    <a:pt x="2196506" y="2197213"/>
                  </a:lnTo>
                  <a:lnTo>
                    <a:pt x="2196506" y="2194405"/>
                  </a:lnTo>
                  <a:lnTo>
                    <a:pt x="2191069" y="2194405"/>
                  </a:lnTo>
                  <a:lnTo>
                    <a:pt x="2191069" y="2188788"/>
                  </a:lnTo>
                  <a:lnTo>
                    <a:pt x="2185632" y="2188788"/>
                  </a:lnTo>
                  <a:lnTo>
                    <a:pt x="2185632" y="2187384"/>
                  </a:lnTo>
                  <a:lnTo>
                    <a:pt x="2180195" y="2187384"/>
                  </a:lnTo>
                  <a:lnTo>
                    <a:pt x="2180195" y="2183175"/>
                  </a:lnTo>
                  <a:lnTo>
                    <a:pt x="2174758" y="2183175"/>
                  </a:lnTo>
                  <a:lnTo>
                    <a:pt x="2174758" y="2176159"/>
                  </a:lnTo>
                  <a:lnTo>
                    <a:pt x="2169321" y="2176159"/>
                  </a:lnTo>
                  <a:lnTo>
                    <a:pt x="2163885" y="2176159"/>
                  </a:lnTo>
                  <a:lnTo>
                    <a:pt x="2163885" y="2170548"/>
                  </a:lnTo>
                  <a:lnTo>
                    <a:pt x="2158448" y="2170548"/>
                  </a:lnTo>
                  <a:lnTo>
                    <a:pt x="2158448" y="2166341"/>
                  </a:lnTo>
                  <a:lnTo>
                    <a:pt x="2153011" y="2166341"/>
                  </a:lnTo>
                  <a:lnTo>
                    <a:pt x="2153011" y="2163539"/>
                  </a:lnTo>
                  <a:lnTo>
                    <a:pt x="2147574" y="2163539"/>
                  </a:lnTo>
                  <a:lnTo>
                    <a:pt x="2147574" y="2162140"/>
                  </a:lnTo>
                  <a:lnTo>
                    <a:pt x="2142137" y="2162140"/>
                  </a:lnTo>
                  <a:lnTo>
                    <a:pt x="2142137" y="2155140"/>
                  </a:lnTo>
                  <a:lnTo>
                    <a:pt x="2136700" y="2155140"/>
                  </a:lnTo>
                  <a:lnTo>
                    <a:pt x="2136700" y="2150940"/>
                  </a:lnTo>
                  <a:lnTo>
                    <a:pt x="2131263" y="2150940"/>
                  </a:lnTo>
                  <a:lnTo>
                    <a:pt x="2131263" y="2148144"/>
                  </a:lnTo>
                  <a:lnTo>
                    <a:pt x="2125826" y="2148144"/>
                  </a:lnTo>
                  <a:lnTo>
                    <a:pt x="2125826" y="2145349"/>
                  </a:lnTo>
                  <a:lnTo>
                    <a:pt x="2120389" y="2145349"/>
                  </a:lnTo>
                  <a:lnTo>
                    <a:pt x="2120389" y="2143951"/>
                  </a:lnTo>
                  <a:lnTo>
                    <a:pt x="2114953" y="2143951"/>
                  </a:lnTo>
                  <a:lnTo>
                    <a:pt x="2114953" y="2139760"/>
                  </a:lnTo>
                  <a:lnTo>
                    <a:pt x="2109516" y="2139760"/>
                  </a:lnTo>
                  <a:lnTo>
                    <a:pt x="2109516" y="2134171"/>
                  </a:lnTo>
                  <a:lnTo>
                    <a:pt x="2104079" y="2134171"/>
                  </a:lnTo>
                  <a:lnTo>
                    <a:pt x="2104079" y="2131376"/>
                  </a:lnTo>
                  <a:lnTo>
                    <a:pt x="2098642" y="2131376"/>
                  </a:lnTo>
                  <a:lnTo>
                    <a:pt x="2098642" y="2129980"/>
                  </a:lnTo>
                  <a:lnTo>
                    <a:pt x="2093205" y="2129980"/>
                  </a:lnTo>
                  <a:lnTo>
                    <a:pt x="2093205" y="2128583"/>
                  </a:lnTo>
                  <a:lnTo>
                    <a:pt x="2087768" y="2128583"/>
                  </a:lnTo>
                  <a:lnTo>
                    <a:pt x="2087768" y="2124394"/>
                  </a:lnTo>
                  <a:lnTo>
                    <a:pt x="2082331" y="2124394"/>
                  </a:lnTo>
                  <a:lnTo>
                    <a:pt x="2082331" y="2120208"/>
                  </a:lnTo>
                  <a:lnTo>
                    <a:pt x="2076894" y="2120208"/>
                  </a:lnTo>
                  <a:lnTo>
                    <a:pt x="2076894" y="2118812"/>
                  </a:lnTo>
                  <a:lnTo>
                    <a:pt x="2071457" y="2118812"/>
                  </a:lnTo>
                  <a:lnTo>
                    <a:pt x="2071457" y="2111837"/>
                  </a:lnTo>
                  <a:lnTo>
                    <a:pt x="2066020" y="2111837"/>
                  </a:lnTo>
                  <a:lnTo>
                    <a:pt x="2066020" y="2107653"/>
                  </a:lnTo>
                  <a:lnTo>
                    <a:pt x="2060584" y="2107653"/>
                  </a:lnTo>
                  <a:lnTo>
                    <a:pt x="2060584" y="2102079"/>
                  </a:lnTo>
                  <a:lnTo>
                    <a:pt x="2055147" y="2102079"/>
                  </a:lnTo>
                  <a:lnTo>
                    <a:pt x="2055147" y="2100686"/>
                  </a:lnTo>
                  <a:lnTo>
                    <a:pt x="2049710" y="2100686"/>
                  </a:lnTo>
                  <a:lnTo>
                    <a:pt x="2049710" y="2097903"/>
                  </a:lnTo>
                  <a:lnTo>
                    <a:pt x="2038836" y="2097903"/>
                  </a:lnTo>
                  <a:lnTo>
                    <a:pt x="2038836" y="2095119"/>
                  </a:lnTo>
                  <a:lnTo>
                    <a:pt x="2033399" y="2095119"/>
                  </a:lnTo>
                  <a:lnTo>
                    <a:pt x="2033399" y="2090947"/>
                  </a:lnTo>
                  <a:lnTo>
                    <a:pt x="2027962" y="2090947"/>
                  </a:lnTo>
                  <a:lnTo>
                    <a:pt x="2027962" y="2083998"/>
                  </a:lnTo>
                  <a:lnTo>
                    <a:pt x="2017088" y="2083998"/>
                  </a:lnTo>
                  <a:lnTo>
                    <a:pt x="2017088" y="2081222"/>
                  </a:lnTo>
                  <a:lnTo>
                    <a:pt x="2011651" y="2081222"/>
                  </a:lnTo>
                  <a:lnTo>
                    <a:pt x="2011651" y="2079834"/>
                  </a:lnTo>
                  <a:lnTo>
                    <a:pt x="2006215" y="2079834"/>
                  </a:lnTo>
                  <a:lnTo>
                    <a:pt x="2006215" y="2078446"/>
                  </a:lnTo>
                  <a:lnTo>
                    <a:pt x="2000778" y="2078446"/>
                  </a:lnTo>
                  <a:lnTo>
                    <a:pt x="2000778" y="2075670"/>
                  </a:lnTo>
                  <a:lnTo>
                    <a:pt x="1995341" y="2075670"/>
                  </a:lnTo>
                  <a:lnTo>
                    <a:pt x="1995341" y="2068733"/>
                  </a:lnTo>
                  <a:lnTo>
                    <a:pt x="1989904" y="2068733"/>
                  </a:lnTo>
                  <a:lnTo>
                    <a:pt x="1989904" y="2065957"/>
                  </a:lnTo>
                  <a:lnTo>
                    <a:pt x="1984467" y="2065957"/>
                  </a:lnTo>
                  <a:lnTo>
                    <a:pt x="1984467" y="2060409"/>
                  </a:lnTo>
                  <a:lnTo>
                    <a:pt x="1979030" y="2060409"/>
                  </a:lnTo>
                  <a:lnTo>
                    <a:pt x="1979030" y="2057639"/>
                  </a:lnTo>
                  <a:lnTo>
                    <a:pt x="1973593" y="2057639"/>
                  </a:lnTo>
                  <a:lnTo>
                    <a:pt x="1973593" y="2054871"/>
                  </a:lnTo>
                  <a:lnTo>
                    <a:pt x="1968156" y="2054871"/>
                  </a:lnTo>
                  <a:lnTo>
                    <a:pt x="1968156" y="2052102"/>
                  </a:lnTo>
                  <a:lnTo>
                    <a:pt x="1962719" y="2052102"/>
                  </a:lnTo>
                  <a:lnTo>
                    <a:pt x="1962719" y="2050718"/>
                  </a:lnTo>
                  <a:lnTo>
                    <a:pt x="1957282" y="2050718"/>
                  </a:lnTo>
                  <a:lnTo>
                    <a:pt x="1957282" y="2047950"/>
                  </a:lnTo>
                  <a:lnTo>
                    <a:pt x="1951846" y="2047950"/>
                  </a:lnTo>
                  <a:lnTo>
                    <a:pt x="1951846" y="2042415"/>
                  </a:lnTo>
                  <a:lnTo>
                    <a:pt x="1946409" y="2042415"/>
                  </a:lnTo>
                  <a:lnTo>
                    <a:pt x="1946409" y="2039648"/>
                  </a:lnTo>
                  <a:lnTo>
                    <a:pt x="1940972" y="2039648"/>
                  </a:lnTo>
                  <a:lnTo>
                    <a:pt x="1940972" y="2034123"/>
                  </a:lnTo>
                  <a:lnTo>
                    <a:pt x="1935535" y="2034123"/>
                  </a:lnTo>
                  <a:lnTo>
                    <a:pt x="1935535" y="2021691"/>
                  </a:lnTo>
                  <a:lnTo>
                    <a:pt x="1930098" y="2021691"/>
                  </a:lnTo>
                  <a:lnTo>
                    <a:pt x="1930098" y="2016172"/>
                  </a:lnTo>
                  <a:lnTo>
                    <a:pt x="1924661" y="2016172"/>
                  </a:lnTo>
                  <a:lnTo>
                    <a:pt x="1924661" y="2012033"/>
                  </a:lnTo>
                  <a:lnTo>
                    <a:pt x="1919224" y="2012033"/>
                  </a:lnTo>
                  <a:lnTo>
                    <a:pt x="1919224" y="2009273"/>
                  </a:lnTo>
                  <a:lnTo>
                    <a:pt x="1913787" y="2009273"/>
                  </a:lnTo>
                  <a:lnTo>
                    <a:pt x="1913787" y="2003755"/>
                  </a:lnTo>
                  <a:lnTo>
                    <a:pt x="1908350" y="2003755"/>
                  </a:lnTo>
                  <a:lnTo>
                    <a:pt x="1908350" y="1999618"/>
                  </a:lnTo>
                  <a:lnTo>
                    <a:pt x="1902914" y="1999618"/>
                  </a:lnTo>
                  <a:lnTo>
                    <a:pt x="1902914" y="1995485"/>
                  </a:lnTo>
                  <a:lnTo>
                    <a:pt x="1897477" y="1995485"/>
                  </a:lnTo>
                  <a:lnTo>
                    <a:pt x="1897477" y="1984460"/>
                  </a:lnTo>
                  <a:lnTo>
                    <a:pt x="1881166" y="1984460"/>
                  </a:lnTo>
                  <a:lnTo>
                    <a:pt x="1881166" y="1983083"/>
                  </a:lnTo>
                  <a:lnTo>
                    <a:pt x="1875729" y="1983083"/>
                  </a:lnTo>
                  <a:lnTo>
                    <a:pt x="1875729" y="1977580"/>
                  </a:lnTo>
                  <a:lnTo>
                    <a:pt x="1870292" y="1977580"/>
                  </a:lnTo>
                  <a:lnTo>
                    <a:pt x="1870292" y="1976205"/>
                  </a:lnTo>
                  <a:lnTo>
                    <a:pt x="1864855" y="1976205"/>
                  </a:lnTo>
                  <a:lnTo>
                    <a:pt x="1864855" y="1973456"/>
                  </a:lnTo>
                  <a:lnTo>
                    <a:pt x="1859418" y="1973456"/>
                  </a:lnTo>
                  <a:lnTo>
                    <a:pt x="1859418" y="1966584"/>
                  </a:lnTo>
                  <a:lnTo>
                    <a:pt x="1853981" y="1966584"/>
                  </a:lnTo>
                  <a:lnTo>
                    <a:pt x="1853981" y="1963837"/>
                  </a:lnTo>
                  <a:lnTo>
                    <a:pt x="1848545" y="1963837"/>
                  </a:lnTo>
                  <a:lnTo>
                    <a:pt x="1848545" y="1961090"/>
                  </a:lnTo>
                  <a:lnTo>
                    <a:pt x="1843108" y="1961090"/>
                  </a:lnTo>
                  <a:lnTo>
                    <a:pt x="1843108" y="1956970"/>
                  </a:lnTo>
                  <a:lnTo>
                    <a:pt x="1837671" y="1956970"/>
                  </a:lnTo>
                  <a:lnTo>
                    <a:pt x="1837671" y="1955596"/>
                  </a:lnTo>
                  <a:lnTo>
                    <a:pt x="1832234" y="1955596"/>
                  </a:lnTo>
                  <a:lnTo>
                    <a:pt x="1832234" y="1954223"/>
                  </a:lnTo>
                  <a:lnTo>
                    <a:pt x="1821360" y="1954223"/>
                  </a:lnTo>
                  <a:lnTo>
                    <a:pt x="1821360" y="1952850"/>
                  </a:lnTo>
                  <a:lnTo>
                    <a:pt x="1815923" y="1952850"/>
                  </a:lnTo>
                  <a:lnTo>
                    <a:pt x="1815923" y="1947362"/>
                  </a:lnTo>
                  <a:lnTo>
                    <a:pt x="1810486" y="1947362"/>
                  </a:lnTo>
                  <a:lnTo>
                    <a:pt x="1805049" y="1947362"/>
                  </a:lnTo>
                  <a:lnTo>
                    <a:pt x="1805049" y="1943252"/>
                  </a:lnTo>
                  <a:lnTo>
                    <a:pt x="1799612" y="1943252"/>
                  </a:lnTo>
                  <a:lnTo>
                    <a:pt x="1799612" y="1941882"/>
                  </a:lnTo>
                  <a:lnTo>
                    <a:pt x="1794176" y="1941882"/>
                  </a:lnTo>
                  <a:lnTo>
                    <a:pt x="1794176" y="1940513"/>
                  </a:lnTo>
                  <a:lnTo>
                    <a:pt x="1788739" y="1940513"/>
                  </a:lnTo>
                  <a:lnTo>
                    <a:pt x="1788739" y="1936410"/>
                  </a:lnTo>
                  <a:lnTo>
                    <a:pt x="1783302" y="1936410"/>
                  </a:lnTo>
                  <a:lnTo>
                    <a:pt x="1783302" y="1932308"/>
                  </a:lnTo>
                  <a:lnTo>
                    <a:pt x="1777865" y="1932308"/>
                  </a:lnTo>
                  <a:lnTo>
                    <a:pt x="1777865" y="1930941"/>
                  </a:lnTo>
                  <a:lnTo>
                    <a:pt x="1772428" y="1930941"/>
                  </a:lnTo>
                  <a:lnTo>
                    <a:pt x="1772428" y="1928208"/>
                  </a:lnTo>
                  <a:lnTo>
                    <a:pt x="1766991" y="1928208"/>
                  </a:lnTo>
                  <a:lnTo>
                    <a:pt x="1766991" y="1922740"/>
                  </a:lnTo>
                  <a:lnTo>
                    <a:pt x="1761554" y="1922740"/>
                  </a:lnTo>
                  <a:lnTo>
                    <a:pt x="1761554" y="1918639"/>
                  </a:lnTo>
                  <a:lnTo>
                    <a:pt x="1756117" y="1918639"/>
                  </a:lnTo>
                  <a:lnTo>
                    <a:pt x="1756117" y="1915905"/>
                  </a:lnTo>
                  <a:lnTo>
                    <a:pt x="1750680" y="1915905"/>
                  </a:lnTo>
                  <a:lnTo>
                    <a:pt x="1750680" y="1911807"/>
                  </a:lnTo>
                  <a:lnTo>
                    <a:pt x="1745243" y="1911807"/>
                  </a:lnTo>
                  <a:lnTo>
                    <a:pt x="1745243" y="1904976"/>
                  </a:lnTo>
                  <a:lnTo>
                    <a:pt x="1739807" y="1904976"/>
                  </a:lnTo>
                  <a:lnTo>
                    <a:pt x="1739807" y="1903610"/>
                  </a:lnTo>
                  <a:lnTo>
                    <a:pt x="1734370" y="1903610"/>
                  </a:lnTo>
                  <a:lnTo>
                    <a:pt x="1734370" y="1899513"/>
                  </a:lnTo>
                  <a:lnTo>
                    <a:pt x="1728933" y="1899513"/>
                  </a:lnTo>
                  <a:lnTo>
                    <a:pt x="1728933" y="1895417"/>
                  </a:lnTo>
                  <a:lnTo>
                    <a:pt x="1723496" y="1895417"/>
                  </a:lnTo>
                  <a:lnTo>
                    <a:pt x="1723496" y="1891323"/>
                  </a:lnTo>
                  <a:lnTo>
                    <a:pt x="1718059" y="1891323"/>
                  </a:lnTo>
                  <a:lnTo>
                    <a:pt x="1712622" y="1891323"/>
                  </a:lnTo>
                  <a:lnTo>
                    <a:pt x="1712622" y="1887238"/>
                  </a:lnTo>
                  <a:lnTo>
                    <a:pt x="1707185" y="1887238"/>
                  </a:lnTo>
                  <a:lnTo>
                    <a:pt x="1707185" y="1883155"/>
                  </a:lnTo>
                  <a:lnTo>
                    <a:pt x="1701748" y="1883155"/>
                  </a:lnTo>
                  <a:lnTo>
                    <a:pt x="1701748" y="1881794"/>
                  </a:lnTo>
                  <a:lnTo>
                    <a:pt x="1696311" y="1881794"/>
                  </a:lnTo>
                  <a:lnTo>
                    <a:pt x="1696311" y="1880432"/>
                  </a:lnTo>
                  <a:lnTo>
                    <a:pt x="1685438" y="1880432"/>
                  </a:lnTo>
                  <a:lnTo>
                    <a:pt x="1685438" y="1876349"/>
                  </a:lnTo>
                  <a:lnTo>
                    <a:pt x="1680001" y="1876349"/>
                  </a:lnTo>
                  <a:lnTo>
                    <a:pt x="1680001" y="1873627"/>
                  </a:lnTo>
                  <a:lnTo>
                    <a:pt x="1674564" y="1873627"/>
                  </a:lnTo>
                  <a:lnTo>
                    <a:pt x="1674564" y="1866825"/>
                  </a:lnTo>
                  <a:lnTo>
                    <a:pt x="1669127" y="1866825"/>
                  </a:lnTo>
                  <a:lnTo>
                    <a:pt x="1669127" y="1862744"/>
                  </a:lnTo>
                  <a:lnTo>
                    <a:pt x="1663690" y="1862744"/>
                  </a:lnTo>
                  <a:lnTo>
                    <a:pt x="1663690" y="1858663"/>
                  </a:lnTo>
                  <a:lnTo>
                    <a:pt x="1658253" y="1858663"/>
                  </a:lnTo>
                  <a:lnTo>
                    <a:pt x="1658253" y="1854582"/>
                  </a:lnTo>
                  <a:lnTo>
                    <a:pt x="1647379" y="1854582"/>
                  </a:lnTo>
                  <a:lnTo>
                    <a:pt x="1647379" y="1851863"/>
                  </a:lnTo>
                  <a:lnTo>
                    <a:pt x="1641942" y="1851863"/>
                  </a:lnTo>
                  <a:lnTo>
                    <a:pt x="1641942" y="1849145"/>
                  </a:lnTo>
                  <a:lnTo>
                    <a:pt x="1636506" y="1849145"/>
                  </a:lnTo>
                  <a:lnTo>
                    <a:pt x="1636506" y="1847786"/>
                  </a:lnTo>
                  <a:lnTo>
                    <a:pt x="1631069" y="1847786"/>
                  </a:lnTo>
                  <a:lnTo>
                    <a:pt x="1631069" y="1842354"/>
                  </a:lnTo>
                  <a:lnTo>
                    <a:pt x="1625632" y="1842354"/>
                  </a:lnTo>
                  <a:lnTo>
                    <a:pt x="1625632" y="1839637"/>
                  </a:lnTo>
                  <a:lnTo>
                    <a:pt x="1620195" y="1839637"/>
                  </a:lnTo>
                  <a:lnTo>
                    <a:pt x="1620195" y="1835564"/>
                  </a:lnTo>
                  <a:lnTo>
                    <a:pt x="1614758" y="1835564"/>
                  </a:lnTo>
                  <a:lnTo>
                    <a:pt x="1614758" y="1824705"/>
                  </a:lnTo>
                  <a:lnTo>
                    <a:pt x="1609321" y="1824705"/>
                  </a:lnTo>
                  <a:lnTo>
                    <a:pt x="1609321" y="1819277"/>
                  </a:lnTo>
                  <a:lnTo>
                    <a:pt x="1603884" y="1819277"/>
                  </a:lnTo>
                  <a:lnTo>
                    <a:pt x="1603884" y="1815207"/>
                  </a:lnTo>
                  <a:lnTo>
                    <a:pt x="1598447" y="1815207"/>
                  </a:lnTo>
                  <a:lnTo>
                    <a:pt x="1598447" y="1812499"/>
                  </a:lnTo>
                  <a:lnTo>
                    <a:pt x="1593010" y="1812499"/>
                  </a:lnTo>
                  <a:lnTo>
                    <a:pt x="1593010" y="1809792"/>
                  </a:lnTo>
                  <a:lnTo>
                    <a:pt x="1587573" y="1809792"/>
                  </a:lnTo>
                  <a:lnTo>
                    <a:pt x="1587573" y="1803024"/>
                  </a:lnTo>
                  <a:lnTo>
                    <a:pt x="1582137" y="1803024"/>
                  </a:lnTo>
                  <a:lnTo>
                    <a:pt x="1582137" y="1800317"/>
                  </a:lnTo>
                  <a:lnTo>
                    <a:pt x="1576700" y="1800317"/>
                  </a:lnTo>
                  <a:lnTo>
                    <a:pt x="1576700" y="1792197"/>
                  </a:lnTo>
                  <a:lnTo>
                    <a:pt x="1571263" y="1792197"/>
                  </a:lnTo>
                  <a:lnTo>
                    <a:pt x="1571263" y="1786783"/>
                  </a:lnTo>
                  <a:lnTo>
                    <a:pt x="1565826" y="1786783"/>
                  </a:lnTo>
                  <a:lnTo>
                    <a:pt x="1565826" y="1782723"/>
                  </a:lnTo>
                  <a:lnTo>
                    <a:pt x="1560389" y="1782723"/>
                  </a:lnTo>
                  <a:lnTo>
                    <a:pt x="1560389" y="1777310"/>
                  </a:lnTo>
                  <a:lnTo>
                    <a:pt x="1554952" y="1777310"/>
                  </a:lnTo>
                  <a:lnTo>
                    <a:pt x="1554952" y="1774604"/>
                  </a:lnTo>
                  <a:lnTo>
                    <a:pt x="1549515" y="1774604"/>
                  </a:lnTo>
                  <a:lnTo>
                    <a:pt x="1549515" y="1771899"/>
                  </a:lnTo>
                  <a:lnTo>
                    <a:pt x="1544078" y="1771899"/>
                  </a:lnTo>
                  <a:lnTo>
                    <a:pt x="1544078" y="1770547"/>
                  </a:lnTo>
                  <a:lnTo>
                    <a:pt x="1538641" y="1770547"/>
                  </a:lnTo>
                  <a:lnTo>
                    <a:pt x="1538641" y="1766490"/>
                  </a:lnTo>
                  <a:lnTo>
                    <a:pt x="1533205" y="1766490"/>
                  </a:lnTo>
                  <a:lnTo>
                    <a:pt x="1533205" y="1761080"/>
                  </a:lnTo>
                  <a:lnTo>
                    <a:pt x="1527768" y="1761080"/>
                  </a:lnTo>
                  <a:lnTo>
                    <a:pt x="1527768" y="1758376"/>
                  </a:lnTo>
                  <a:lnTo>
                    <a:pt x="1522331" y="1758376"/>
                  </a:lnTo>
                  <a:lnTo>
                    <a:pt x="1522331" y="1755674"/>
                  </a:lnTo>
                  <a:lnTo>
                    <a:pt x="1516894" y="1755674"/>
                  </a:lnTo>
                  <a:lnTo>
                    <a:pt x="1516894" y="1750270"/>
                  </a:lnTo>
                  <a:lnTo>
                    <a:pt x="1511457" y="1750270"/>
                  </a:lnTo>
                  <a:lnTo>
                    <a:pt x="1511457" y="1744869"/>
                  </a:lnTo>
                  <a:lnTo>
                    <a:pt x="1506020" y="1744869"/>
                  </a:lnTo>
                  <a:lnTo>
                    <a:pt x="1506020" y="1743520"/>
                  </a:lnTo>
                  <a:lnTo>
                    <a:pt x="1500583" y="1743520"/>
                  </a:lnTo>
                  <a:lnTo>
                    <a:pt x="1500583" y="1742170"/>
                  </a:lnTo>
                  <a:lnTo>
                    <a:pt x="1495146" y="1742170"/>
                  </a:lnTo>
                  <a:lnTo>
                    <a:pt x="1495146" y="1734071"/>
                  </a:lnTo>
                  <a:lnTo>
                    <a:pt x="1489709" y="1734071"/>
                  </a:lnTo>
                  <a:lnTo>
                    <a:pt x="1489709" y="1727323"/>
                  </a:lnTo>
                  <a:lnTo>
                    <a:pt x="1484272" y="1727323"/>
                  </a:lnTo>
                  <a:lnTo>
                    <a:pt x="1484272" y="1725974"/>
                  </a:lnTo>
                  <a:lnTo>
                    <a:pt x="1478836" y="1725974"/>
                  </a:lnTo>
                  <a:lnTo>
                    <a:pt x="1478836" y="1719225"/>
                  </a:lnTo>
                  <a:lnTo>
                    <a:pt x="1473399" y="1719225"/>
                  </a:lnTo>
                  <a:lnTo>
                    <a:pt x="1473399" y="1715177"/>
                  </a:lnTo>
                  <a:lnTo>
                    <a:pt x="1467962" y="1715177"/>
                  </a:lnTo>
                  <a:lnTo>
                    <a:pt x="1467962" y="1712479"/>
                  </a:lnTo>
                  <a:lnTo>
                    <a:pt x="1462525" y="1712479"/>
                  </a:lnTo>
                  <a:lnTo>
                    <a:pt x="1462525" y="1711129"/>
                  </a:lnTo>
                  <a:lnTo>
                    <a:pt x="1457088" y="1711129"/>
                  </a:lnTo>
                  <a:lnTo>
                    <a:pt x="1457088" y="1708432"/>
                  </a:lnTo>
                  <a:lnTo>
                    <a:pt x="1451651" y="1708432"/>
                  </a:lnTo>
                  <a:lnTo>
                    <a:pt x="1451651" y="1694941"/>
                  </a:lnTo>
                  <a:lnTo>
                    <a:pt x="1446214" y="1694941"/>
                  </a:lnTo>
                  <a:lnTo>
                    <a:pt x="1446214" y="1689544"/>
                  </a:lnTo>
                  <a:lnTo>
                    <a:pt x="1440777" y="1689544"/>
                  </a:lnTo>
                  <a:lnTo>
                    <a:pt x="1440777" y="1684146"/>
                  </a:lnTo>
                  <a:lnTo>
                    <a:pt x="1435340" y="1684146"/>
                  </a:lnTo>
                  <a:lnTo>
                    <a:pt x="1435340" y="1680101"/>
                  </a:lnTo>
                  <a:lnTo>
                    <a:pt x="1429903" y="1680101"/>
                  </a:lnTo>
                  <a:lnTo>
                    <a:pt x="1429903" y="1677405"/>
                  </a:lnTo>
                  <a:lnTo>
                    <a:pt x="1424467" y="1677405"/>
                  </a:lnTo>
                  <a:lnTo>
                    <a:pt x="1424467" y="1673360"/>
                  </a:lnTo>
                  <a:lnTo>
                    <a:pt x="1419030" y="1673360"/>
                  </a:lnTo>
                  <a:lnTo>
                    <a:pt x="1419030" y="1667967"/>
                  </a:lnTo>
                  <a:lnTo>
                    <a:pt x="1413593" y="1667967"/>
                  </a:lnTo>
                  <a:lnTo>
                    <a:pt x="1413593" y="1665271"/>
                  </a:lnTo>
                  <a:lnTo>
                    <a:pt x="1408156" y="1665271"/>
                  </a:lnTo>
                  <a:lnTo>
                    <a:pt x="1408156" y="1659879"/>
                  </a:lnTo>
                  <a:lnTo>
                    <a:pt x="1402719" y="1659879"/>
                  </a:lnTo>
                  <a:lnTo>
                    <a:pt x="1402719" y="1657183"/>
                  </a:lnTo>
                  <a:lnTo>
                    <a:pt x="1397282" y="1657183"/>
                  </a:lnTo>
                  <a:lnTo>
                    <a:pt x="1397282" y="1654488"/>
                  </a:lnTo>
                  <a:lnTo>
                    <a:pt x="1391845" y="1654488"/>
                  </a:lnTo>
                  <a:lnTo>
                    <a:pt x="1391845" y="1651794"/>
                  </a:lnTo>
                  <a:lnTo>
                    <a:pt x="1386408" y="1651794"/>
                  </a:lnTo>
                  <a:lnTo>
                    <a:pt x="1386408" y="1646407"/>
                  </a:lnTo>
                  <a:lnTo>
                    <a:pt x="1380971" y="1646407"/>
                  </a:lnTo>
                  <a:lnTo>
                    <a:pt x="1380971" y="1643714"/>
                  </a:lnTo>
                  <a:lnTo>
                    <a:pt x="1375534" y="1643714"/>
                  </a:lnTo>
                  <a:lnTo>
                    <a:pt x="1375534" y="1642367"/>
                  </a:lnTo>
                  <a:lnTo>
                    <a:pt x="1370098" y="1642367"/>
                  </a:lnTo>
                  <a:lnTo>
                    <a:pt x="1370098" y="1635640"/>
                  </a:lnTo>
                  <a:lnTo>
                    <a:pt x="1364661" y="1635640"/>
                  </a:lnTo>
                  <a:lnTo>
                    <a:pt x="1364661" y="1630260"/>
                  </a:lnTo>
                  <a:lnTo>
                    <a:pt x="1359224" y="1630260"/>
                  </a:lnTo>
                  <a:lnTo>
                    <a:pt x="1359224" y="1628916"/>
                  </a:lnTo>
                  <a:lnTo>
                    <a:pt x="1353787" y="1628916"/>
                  </a:lnTo>
                  <a:lnTo>
                    <a:pt x="1353787" y="1623539"/>
                  </a:lnTo>
                  <a:lnTo>
                    <a:pt x="1348350" y="1623539"/>
                  </a:lnTo>
                  <a:lnTo>
                    <a:pt x="1348350" y="1615473"/>
                  </a:lnTo>
                  <a:lnTo>
                    <a:pt x="1342913" y="1615473"/>
                  </a:lnTo>
                  <a:lnTo>
                    <a:pt x="1342913" y="1611440"/>
                  </a:lnTo>
                  <a:lnTo>
                    <a:pt x="1337476" y="1611440"/>
                  </a:lnTo>
                  <a:lnTo>
                    <a:pt x="1337476" y="1607407"/>
                  </a:lnTo>
                  <a:lnTo>
                    <a:pt x="1332039" y="1607407"/>
                  </a:lnTo>
                  <a:lnTo>
                    <a:pt x="1326602" y="1607407"/>
                  </a:lnTo>
                  <a:lnTo>
                    <a:pt x="1326602" y="1602035"/>
                  </a:lnTo>
                  <a:lnTo>
                    <a:pt x="1321166" y="1602035"/>
                  </a:lnTo>
                  <a:lnTo>
                    <a:pt x="1321166" y="1595318"/>
                  </a:lnTo>
                  <a:lnTo>
                    <a:pt x="1315729" y="1595318"/>
                  </a:lnTo>
                  <a:lnTo>
                    <a:pt x="1315729" y="1589944"/>
                  </a:lnTo>
                  <a:lnTo>
                    <a:pt x="1310292" y="1589944"/>
                  </a:lnTo>
                  <a:lnTo>
                    <a:pt x="1310292" y="1585913"/>
                  </a:lnTo>
                  <a:lnTo>
                    <a:pt x="1304855" y="1585913"/>
                  </a:lnTo>
                  <a:lnTo>
                    <a:pt x="1304855" y="1584570"/>
                  </a:lnTo>
                  <a:lnTo>
                    <a:pt x="1299418" y="1584570"/>
                  </a:lnTo>
                  <a:lnTo>
                    <a:pt x="1299418" y="1580540"/>
                  </a:lnTo>
                  <a:lnTo>
                    <a:pt x="1293981" y="1580540"/>
                  </a:lnTo>
                  <a:lnTo>
                    <a:pt x="1293981" y="1573824"/>
                  </a:lnTo>
                  <a:lnTo>
                    <a:pt x="1288544" y="1573824"/>
                  </a:lnTo>
                  <a:lnTo>
                    <a:pt x="1288544" y="1571138"/>
                  </a:lnTo>
                  <a:lnTo>
                    <a:pt x="1283107" y="1571138"/>
                  </a:lnTo>
                  <a:lnTo>
                    <a:pt x="1283107" y="1569795"/>
                  </a:lnTo>
                  <a:lnTo>
                    <a:pt x="1277670" y="1569795"/>
                  </a:lnTo>
                  <a:lnTo>
                    <a:pt x="1277670" y="1564423"/>
                  </a:lnTo>
                  <a:lnTo>
                    <a:pt x="1272233" y="1564423"/>
                  </a:lnTo>
                  <a:lnTo>
                    <a:pt x="1272233" y="1559050"/>
                  </a:lnTo>
                  <a:lnTo>
                    <a:pt x="1266797" y="1559050"/>
                  </a:lnTo>
                  <a:lnTo>
                    <a:pt x="1266797" y="1557707"/>
                  </a:lnTo>
                  <a:lnTo>
                    <a:pt x="1261360" y="1557707"/>
                  </a:lnTo>
                  <a:lnTo>
                    <a:pt x="1261360" y="1549650"/>
                  </a:lnTo>
                  <a:lnTo>
                    <a:pt x="1255923" y="1549650"/>
                  </a:lnTo>
                  <a:lnTo>
                    <a:pt x="1255923" y="1542942"/>
                  </a:lnTo>
                  <a:lnTo>
                    <a:pt x="1250486" y="1542942"/>
                  </a:lnTo>
                  <a:lnTo>
                    <a:pt x="1250486" y="1538918"/>
                  </a:lnTo>
                  <a:lnTo>
                    <a:pt x="1245049" y="1538918"/>
                  </a:lnTo>
                  <a:lnTo>
                    <a:pt x="1245049" y="1536237"/>
                  </a:lnTo>
                  <a:lnTo>
                    <a:pt x="1239612" y="1536237"/>
                  </a:lnTo>
                  <a:lnTo>
                    <a:pt x="1239612" y="1532215"/>
                  </a:lnTo>
                  <a:lnTo>
                    <a:pt x="1228738" y="1532215"/>
                  </a:lnTo>
                  <a:lnTo>
                    <a:pt x="1228738" y="1528195"/>
                  </a:lnTo>
                  <a:lnTo>
                    <a:pt x="1223301" y="1528195"/>
                  </a:lnTo>
                  <a:lnTo>
                    <a:pt x="1223301" y="1521497"/>
                  </a:lnTo>
                  <a:lnTo>
                    <a:pt x="1217864" y="1521497"/>
                  </a:lnTo>
                  <a:lnTo>
                    <a:pt x="1217864" y="1520157"/>
                  </a:lnTo>
                  <a:lnTo>
                    <a:pt x="1212428" y="1520157"/>
                  </a:lnTo>
                  <a:lnTo>
                    <a:pt x="1212428" y="1517480"/>
                  </a:lnTo>
                  <a:lnTo>
                    <a:pt x="1206991" y="1517480"/>
                  </a:lnTo>
                  <a:lnTo>
                    <a:pt x="1206991" y="1513463"/>
                  </a:lnTo>
                  <a:lnTo>
                    <a:pt x="1201554" y="1513463"/>
                  </a:lnTo>
                  <a:lnTo>
                    <a:pt x="1201554" y="1509447"/>
                  </a:lnTo>
                  <a:lnTo>
                    <a:pt x="1196117" y="1509447"/>
                  </a:lnTo>
                  <a:lnTo>
                    <a:pt x="1196117" y="1504093"/>
                  </a:lnTo>
                  <a:lnTo>
                    <a:pt x="1190680" y="1504093"/>
                  </a:lnTo>
                  <a:lnTo>
                    <a:pt x="1190680" y="1501416"/>
                  </a:lnTo>
                  <a:lnTo>
                    <a:pt x="1185243" y="1501416"/>
                  </a:lnTo>
                  <a:lnTo>
                    <a:pt x="1185243" y="1497402"/>
                  </a:lnTo>
                  <a:lnTo>
                    <a:pt x="1179806" y="1497402"/>
                  </a:lnTo>
                  <a:lnTo>
                    <a:pt x="1179806" y="1493391"/>
                  </a:lnTo>
                  <a:lnTo>
                    <a:pt x="1174369" y="1493391"/>
                  </a:lnTo>
                  <a:lnTo>
                    <a:pt x="1174369" y="1489381"/>
                  </a:lnTo>
                  <a:lnTo>
                    <a:pt x="1168932" y="1489381"/>
                  </a:lnTo>
                  <a:lnTo>
                    <a:pt x="1168932" y="1482700"/>
                  </a:lnTo>
                  <a:lnTo>
                    <a:pt x="1163495" y="1482700"/>
                  </a:lnTo>
                  <a:lnTo>
                    <a:pt x="1163495" y="1478692"/>
                  </a:lnTo>
                  <a:lnTo>
                    <a:pt x="1158059" y="1478692"/>
                  </a:lnTo>
                  <a:lnTo>
                    <a:pt x="1158059" y="1476019"/>
                  </a:lnTo>
                  <a:lnTo>
                    <a:pt x="1152622" y="1476019"/>
                  </a:lnTo>
                  <a:lnTo>
                    <a:pt x="1152622" y="1469341"/>
                  </a:lnTo>
                  <a:lnTo>
                    <a:pt x="1147185" y="1469341"/>
                  </a:lnTo>
                  <a:lnTo>
                    <a:pt x="1147185" y="1458658"/>
                  </a:lnTo>
                  <a:lnTo>
                    <a:pt x="1141748" y="1458658"/>
                  </a:lnTo>
                  <a:lnTo>
                    <a:pt x="1141748" y="1451984"/>
                  </a:lnTo>
                  <a:lnTo>
                    <a:pt x="1136311" y="1451984"/>
                  </a:lnTo>
                  <a:lnTo>
                    <a:pt x="1136311" y="1443975"/>
                  </a:lnTo>
                  <a:lnTo>
                    <a:pt x="1130874" y="1443975"/>
                  </a:lnTo>
                  <a:lnTo>
                    <a:pt x="1130874" y="1438637"/>
                  </a:lnTo>
                  <a:lnTo>
                    <a:pt x="1125437" y="1438637"/>
                  </a:lnTo>
                  <a:lnTo>
                    <a:pt x="1125437" y="1437302"/>
                  </a:lnTo>
                  <a:lnTo>
                    <a:pt x="1120000" y="1437302"/>
                  </a:lnTo>
                  <a:lnTo>
                    <a:pt x="1120000" y="1429297"/>
                  </a:lnTo>
                  <a:lnTo>
                    <a:pt x="1114563" y="1429297"/>
                  </a:lnTo>
                  <a:lnTo>
                    <a:pt x="1114563" y="1422624"/>
                  </a:lnTo>
                  <a:lnTo>
                    <a:pt x="1109127" y="1422624"/>
                  </a:lnTo>
                  <a:lnTo>
                    <a:pt x="1109127" y="1415951"/>
                  </a:lnTo>
                  <a:lnTo>
                    <a:pt x="1103690" y="1415951"/>
                  </a:lnTo>
                  <a:lnTo>
                    <a:pt x="1103690" y="1411948"/>
                  </a:lnTo>
                  <a:lnTo>
                    <a:pt x="1098253" y="1411948"/>
                  </a:lnTo>
                  <a:lnTo>
                    <a:pt x="1098253" y="1403942"/>
                  </a:lnTo>
                  <a:lnTo>
                    <a:pt x="1092816" y="1403942"/>
                  </a:lnTo>
                  <a:lnTo>
                    <a:pt x="1092816" y="1390595"/>
                  </a:lnTo>
                  <a:lnTo>
                    <a:pt x="1087379" y="1390595"/>
                  </a:lnTo>
                  <a:lnTo>
                    <a:pt x="1087379" y="1379915"/>
                  </a:lnTo>
                  <a:lnTo>
                    <a:pt x="1081942" y="1379915"/>
                  </a:lnTo>
                  <a:lnTo>
                    <a:pt x="1081942" y="1374574"/>
                  </a:lnTo>
                  <a:lnTo>
                    <a:pt x="1076505" y="1374574"/>
                  </a:lnTo>
                  <a:lnTo>
                    <a:pt x="1076505" y="1370568"/>
                  </a:lnTo>
                  <a:lnTo>
                    <a:pt x="1071068" y="1370568"/>
                  </a:lnTo>
                  <a:lnTo>
                    <a:pt x="1071068" y="1363896"/>
                  </a:lnTo>
                  <a:lnTo>
                    <a:pt x="1065631" y="1363896"/>
                  </a:lnTo>
                  <a:lnTo>
                    <a:pt x="1065631" y="1353229"/>
                  </a:lnTo>
                  <a:lnTo>
                    <a:pt x="1060194" y="1353229"/>
                  </a:lnTo>
                  <a:lnTo>
                    <a:pt x="1060194" y="1346561"/>
                  </a:lnTo>
                  <a:lnTo>
                    <a:pt x="1054758" y="1346561"/>
                  </a:lnTo>
                  <a:lnTo>
                    <a:pt x="1054758" y="1339894"/>
                  </a:lnTo>
                  <a:lnTo>
                    <a:pt x="1049321" y="1339894"/>
                  </a:lnTo>
                  <a:lnTo>
                    <a:pt x="1049321" y="1334560"/>
                  </a:lnTo>
                  <a:lnTo>
                    <a:pt x="1043884" y="1334560"/>
                  </a:lnTo>
                  <a:lnTo>
                    <a:pt x="1043884" y="1331893"/>
                  </a:lnTo>
                  <a:lnTo>
                    <a:pt x="1038447" y="1331893"/>
                  </a:lnTo>
                  <a:lnTo>
                    <a:pt x="1038447" y="1322557"/>
                  </a:lnTo>
                  <a:lnTo>
                    <a:pt x="1033010" y="1322557"/>
                  </a:lnTo>
                  <a:lnTo>
                    <a:pt x="1033010" y="1318557"/>
                  </a:lnTo>
                  <a:lnTo>
                    <a:pt x="1027573" y="1318557"/>
                  </a:lnTo>
                  <a:lnTo>
                    <a:pt x="1027573" y="1311896"/>
                  </a:lnTo>
                  <a:lnTo>
                    <a:pt x="1016699" y="1311896"/>
                  </a:lnTo>
                  <a:lnTo>
                    <a:pt x="1016699" y="1306568"/>
                  </a:lnTo>
                  <a:lnTo>
                    <a:pt x="1011262" y="1306568"/>
                  </a:lnTo>
                  <a:lnTo>
                    <a:pt x="1011262" y="1297243"/>
                  </a:lnTo>
                  <a:lnTo>
                    <a:pt x="1005825" y="1297243"/>
                  </a:lnTo>
                  <a:lnTo>
                    <a:pt x="1005825" y="1294578"/>
                  </a:lnTo>
                  <a:lnTo>
                    <a:pt x="1000389" y="1294578"/>
                  </a:lnTo>
                  <a:lnTo>
                    <a:pt x="1000389" y="1287919"/>
                  </a:lnTo>
                  <a:lnTo>
                    <a:pt x="994952" y="1287919"/>
                  </a:lnTo>
                  <a:lnTo>
                    <a:pt x="994952" y="1283922"/>
                  </a:lnTo>
                  <a:lnTo>
                    <a:pt x="989515" y="1283922"/>
                  </a:lnTo>
                  <a:lnTo>
                    <a:pt x="989515" y="1277268"/>
                  </a:lnTo>
                  <a:lnTo>
                    <a:pt x="984078" y="1277268"/>
                  </a:lnTo>
                  <a:lnTo>
                    <a:pt x="984078" y="1270612"/>
                  </a:lnTo>
                  <a:lnTo>
                    <a:pt x="978641" y="1270612"/>
                  </a:lnTo>
                  <a:lnTo>
                    <a:pt x="978641" y="1265287"/>
                  </a:lnTo>
                  <a:lnTo>
                    <a:pt x="973204" y="1265287"/>
                  </a:lnTo>
                  <a:lnTo>
                    <a:pt x="973204" y="1258632"/>
                  </a:lnTo>
                  <a:lnTo>
                    <a:pt x="967767" y="1258632"/>
                  </a:lnTo>
                  <a:lnTo>
                    <a:pt x="967767" y="1249314"/>
                  </a:lnTo>
                  <a:lnTo>
                    <a:pt x="962330" y="1249314"/>
                  </a:lnTo>
                  <a:lnTo>
                    <a:pt x="962330" y="1239997"/>
                  </a:lnTo>
                  <a:lnTo>
                    <a:pt x="956893" y="1239997"/>
                  </a:lnTo>
                  <a:lnTo>
                    <a:pt x="956893" y="1234674"/>
                  </a:lnTo>
                  <a:lnTo>
                    <a:pt x="951457" y="1234674"/>
                  </a:lnTo>
                  <a:lnTo>
                    <a:pt x="951457" y="1229354"/>
                  </a:lnTo>
                  <a:lnTo>
                    <a:pt x="946020" y="1229354"/>
                  </a:lnTo>
                  <a:lnTo>
                    <a:pt x="946020" y="1228024"/>
                  </a:lnTo>
                  <a:lnTo>
                    <a:pt x="940583" y="1228024"/>
                  </a:lnTo>
                  <a:lnTo>
                    <a:pt x="940583" y="1224036"/>
                  </a:lnTo>
                  <a:lnTo>
                    <a:pt x="935146" y="1224036"/>
                  </a:lnTo>
                  <a:lnTo>
                    <a:pt x="935146" y="1221378"/>
                  </a:lnTo>
                  <a:lnTo>
                    <a:pt x="929709" y="1221378"/>
                  </a:lnTo>
                  <a:lnTo>
                    <a:pt x="929709" y="1217392"/>
                  </a:lnTo>
                  <a:lnTo>
                    <a:pt x="924272" y="1217392"/>
                  </a:lnTo>
                  <a:lnTo>
                    <a:pt x="924272" y="1212077"/>
                  </a:lnTo>
                  <a:lnTo>
                    <a:pt x="918835" y="1212077"/>
                  </a:lnTo>
                  <a:lnTo>
                    <a:pt x="918835" y="1206765"/>
                  </a:lnTo>
                  <a:lnTo>
                    <a:pt x="913398" y="1206765"/>
                  </a:lnTo>
                  <a:lnTo>
                    <a:pt x="913398" y="1200134"/>
                  </a:lnTo>
                  <a:lnTo>
                    <a:pt x="907961" y="1200134"/>
                  </a:lnTo>
                  <a:lnTo>
                    <a:pt x="907961" y="1194834"/>
                  </a:lnTo>
                  <a:lnTo>
                    <a:pt x="902524" y="1194834"/>
                  </a:lnTo>
                  <a:lnTo>
                    <a:pt x="902524" y="1189537"/>
                  </a:lnTo>
                  <a:lnTo>
                    <a:pt x="897088" y="1189537"/>
                  </a:lnTo>
                  <a:lnTo>
                    <a:pt x="897088" y="1182917"/>
                  </a:lnTo>
                  <a:lnTo>
                    <a:pt x="891651" y="1182917"/>
                  </a:lnTo>
                  <a:lnTo>
                    <a:pt x="891651" y="1177621"/>
                  </a:lnTo>
                  <a:lnTo>
                    <a:pt x="886214" y="1177621"/>
                  </a:lnTo>
                  <a:lnTo>
                    <a:pt x="886214" y="1174973"/>
                  </a:lnTo>
                  <a:lnTo>
                    <a:pt x="880777" y="1174973"/>
                  </a:lnTo>
                  <a:lnTo>
                    <a:pt x="880777" y="1173649"/>
                  </a:lnTo>
                  <a:lnTo>
                    <a:pt x="875340" y="1173649"/>
                  </a:lnTo>
                  <a:lnTo>
                    <a:pt x="875340" y="1167035"/>
                  </a:lnTo>
                  <a:lnTo>
                    <a:pt x="869903" y="1167035"/>
                  </a:lnTo>
                  <a:lnTo>
                    <a:pt x="869903" y="1161744"/>
                  </a:lnTo>
                  <a:lnTo>
                    <a:pt x="864466" y="1161744"/>
                  </a:lnTo>
                  <a:lnTo>
                    <a:pt x="864466" y="1157776"/>
                  </a:lnTo>
                  <a:lnTo>
                    <a:pt x="859029" y="1157776"/>
                  </a:lnTo>
                  <a:lnTo>
                    <a:pt x="859029" y="1149839"/>
                  </a:lnTo>
                  <a:lnTo>
                    <a:pt x="853592" y="1149839"/>
                  </a:lnTo>
                  <a:lnTo>
                    <a:pt x="853592" y="1143226"/>
                  </a:lnTo>
                  <a:lnTo>
                    <a:pt x="848155" y="1143226"/>
                  </a:lnTo>
                  <a:lnTo>
                    <a:pt x="848155" y="1135292"/>
                  </a:lnTo>
                  <a:lnTo>
                    <a:pt x="842719" y="1135292"/>
                  </a:lnTo>
                  <a:lnTo>
                    <a:pt x="842719" y="1124714"/>
                  </a:lnTo>
                  <a:lnTo>
                    <a:pt x="837282" y="1124714"/>
                  </a:lnTo>
                  <a:lnTo>
                    <a:pt x="837282" y="1118110"/>
                  </a:lnTo>
                  <a:lnTo>
                    <a:pt x="831845" y="1118110"/>
                  </a:lnTo>
                  <a:lnTo>
                    <a:pt x="831845" y="1114148"/>
                  </a:lnTo>
                  <a:lnTo>
                    <a:pt x="826408" y="1114148"/>
                  </a:lnTo>
                  <a:lnTo>
                    <a:pt x="826408" y="1103589"/>
                  </a:lnTo>
                  <a:lnTo>
                    <a:pt x="820971" y="1103589"/>
                  </a:lnTo>
                  <a:lnTo>
                    <a:pt x="820971" y="1098310"/>
                  </a:lnTo>
                  <a:lnTo>
                    <a:pt x="815534" y="1098310"/>
                  </a:lnTo>
                  <a:lnTo>
                    <a:pt x="815534" y="1086430"/>
                  </a:lnTo>
                  <a:lnTo>
                    <a:pt x="810097" y="1086430"/>
                  </a:lnTo>
                  <a:lnTo>
                    <a:pt x="810097" y="1083791"/>
                  </a:lnTo>
                  <a:lnTo>
                    <a:pt x="804660" y="1083791"/>
                  </a:lnTo>
                  <a:lnTo>
                    <a:pt x="804660" y="1075873"/>
                  </a:lnTo>
                  <a:lnTo>
                    <a:pt x="799223" y="1075873"/>
                  </a:lnTo>
                  <a:lnTo>
                    <a:pt x="799223" y="1073235"/>
                  </a:lnTo>
                  <a:lnTo>
                    <a:pt x="793786" y="1073235"/>
                  </a:lnTo>
                  <a:lnTo>
                    <a:pt x="793786" y="1067959"/>
                  </a:lnTo>
                  <a:lnTo>
                    <a:pt x="788350" y="1067959"/>
                  </a:lnTo>
                  <a:lnTo>
                    <a:pt x="788350" y="1061365"/>
                  </a:lnTo>
                  <a:lnTo>
                    <a:pt x="782913" y="1061365"/>
                  </a:lnTo>
                  <a:lnTo>
                    <a:pt x="782913" y="1052132"/>
                  </a:lnTo>
                  <a:lnTo>
                    <a:pt x="777476" y="1052132"/>
                  </a:lnTo>
                  <a:lnTo>
                    <a:pt x="777476" y="1044216"/>
                  </a:lnTo>
                  <a:lnTo>
                    <a:pt x="772039" y="1044216"/>
                  </a:lnTo>
                  <a:lnTo>
                    <a:pt x="772039" y="1033662"/>
                  </a:lnTo>
                  <a:lnTo>
                    <a:pt x="766602" y="1033662"/>
                  </a:lnTo>
                  <a:lnTo>
                    <a:pt x="766602" y="1031023"/>
                  </a:lnTo>
                  <a:lnTo>
                    <a:pt x="761165" y="1031023"/>
                  </a:lnTo>
                  <a:lnTo>
                    <a:pt x="761165" y="1027067"/>
                  </a:lnTo>
                  <a:lnTo>
                    <a:pt x="755728" y="1027067"/>
                  </a:lnTo>
                  <a:lnTo>
                    <a:pt x="755728" y="1023110"/>
                  </a:lnTo>
                  <a:lnTo>
                    <a:pt x="750291" y="1023110"/>
                  </a:lnTo>
                  <a:lnTo>
                    <a:pt x="750291" y="1015198"/>
                  </a:lnTo>
                  <a:lnTo>
                    <a:pt x="744854" y="1015198"/>
                  </a:lnTo>
                  <a:lnTo>
                    <a:pt x="744854" y="1009923"/>
                  </a:lnTo>
                  <a:lnTo>
                    <a:pt x="739418" y="1009923"/>
                  </a:lnTo>
                  <a:lnTo>
                    <a:pt x="739418" y="1003330"/>
                  </a:lnTo>
                  <a:lnTo>
                    <a:pt x="733981" y="1003330"/>
                  </a:lnTo>
                  <a:lnTo>
                    <a:pt x="733981" y="991462"/>
                  </a:lnTo>
                  <a:lnTo>
                    <a:pt x="728544" y="991462"/>
                  </a:lnTo>
                  <a:lnTo>
                    <a:pt x="728544" y="986187"/>
                  </a:lnTo>
                  <a:lnTo>
                    <a:pt x="723107" y="986187"/>
                  </a:lnTo>
                  <a:lnTo>
                    <a:pt x="723107" y="976965"/>
                  </a:lnTo>
                  <a:lnTo>
                    <a:pt x="717670" y="976965"/>
                  </a:lnTo>
                  <a:lnTo>
                    <a:pt x="717670" y="973011"/>
                  </a:lnTo>
                  <a:lnTo>
                    <a:pt x="712233" y="973011"/>
                  </a:lnTo>
                  <a:lnTo>
                    <a:pt x="712233" y="966424"/>
                  </a:lnTo>
                  <a:lnTo>
                    <a:pt x="706796" y="966424"/>
                  </a:lnTo>
                  <a:lnTo>
                    <a:pt x="706796" y="958522"/>
                  </a:lnTo>
                  <a:lnTo>
                    <a:pt x="701359" y="958522"/>
                  </a:lnTo>
                  <a:lnTo>
                    <a:pt x="701359" y="946667"/>
                  </a:lnTo>
                  <a:lnTo>
                    <a:pt x="695922" y="946667"/>
                  </a:lnTo>
                  <a:lnTo>
                    <a:pt x="695922" y="938765"/>
                  </a:lnTo>
                  <a:lnTo>
                    <a:pt x="690485" y="938765"/>
                  </a:lnTo>
                  <a:lnTo>
                    <a:pt x="690485" y="930863"/>
                  </a:lnTo>
                  <a:lnTo>
                    <a:pt x="685049" y="930863"/>
                  </a:lnTo>
                  <a:lnTo>
                    <a:pt x="685049" y="925601"/>
                  </a:lnTo>
                  <a:lnTo>
                    <a:pt x="679612" y="925601"/>
                  </a:lnTo>
                  <a:lnTo>
                    <a:pt x="679612" y="919031"/>
                  </a:lnTo>
                  <a:lnTo>
                    <a:pt x="674175" y="919031"/>
                  </a:lnTo>
                  <a:lnTo>
                    <a:pt x="674175" y="908522"/>
                  </a:lnTo>
                  <a:lnTo>
                    <a:pt x="668738" y="908522"/>
                  </a:lnTo>
                  <a:lnTo>
                    <a:pt x="668738" y="903267"/>
                  </a:lnTo>
                  <a:lnTo>
                    <a:pt x="663301" y="903267"/>
                  </a:lnTo>
                  <a:lnTo>
                    <a:pt x="663301" y="895384"/>
                  </a:lnTo>
                  <a:lnTo>
                    <a:pt x="657864" y="895384"/>
                  </a:lnTo>
                  <a:lnTo>
                    <a:pt x="657864" y="888816"/>
                  </a:lnTo>
                  <a:lnTo>
                    <a:pt x="652427" y="888816"/>
                  </a:lnTo>
                  <a:lnTo>
                    <a:pt x="652427" y="882253"/>
                  </a:lnTo>
                  <a:lnTo>
                    <a:pt x="646990" y="882253"/>
                  </a:lnTo>
                  <a:lnTo>
                    <a:pt x="646990" y="879628"/>
                  </a:lnTo>
                  <a:lnTo>
                    <a:pt x="641553" y="879628"/>
                  </a:lnTo>
                  <a:lnTo>
                    <a:pt x="641553" y="871759"/>
                  </a:lnTo>
                  <a:lnTo>
                    <a:pt x="636116" y="871759"/>
                  </a:lnTo>
                  <a:lnTo>
                    <a:pt x="636116" y="865200"/>
                  </a:lnTo>
                  <a:lnTo>
                    <a:pt x="630680" y="865200"/>
                  </a:lnTo>
                  <a:lnTo>
                    <a:pt x="630680" y="858640"/>
                  </a:lnTo>
                  <a:lnTo>
                    <a:pt x="625243" y="858640"/>
                  </a:lnTo>
                  <a:lnTo>
                    <a:pt x="625243" y="849464"/>
                  </a:lnTo>
                  <a:lnTo>
                    <a:pt x="619806" y="849464"/>
                  </a:lnTo>
                  <a:lnTo>
                    <a:pt x="619806" y="836352"/>
                  </a:lnTo>
                  <a:lnTo>
                    <a:pt x="614369" y="836352"/>
                  </a:lnTo>
                  <a:lnTo>
                    <a:pt x="614369" y="828486"/>
                  </a:lnTo>
                  <a:lnTo>
                    <a:pt x="608932" y="828486"/>
                  </a:lnTo>
                  <a:lnTo>
                    <a:pt x="608932" y="823248"/>
                  </a:lnTo>
                  <a:lnTo>
                    <a:pt x="603495" y="823248"/>
                  </a:lnTo>
                  <a:lnTo>
                    <a:pt x="603495" y="814086"/>
                  </a:lnTo>
                  <a:lnTo>
                    <a:pt x="598058" y="814086"/>
                  </a:lnTo>
                  <a:lnTo>
                    <a:pt x="598058" y="811470"/>
                  </a:lnTo>
                  <a:lnTo>
                    <a:pt x="592621" y="811470"/>
                  </a:lnTo>
                  <a:lnTo>
                    <a:pt x="592621" y="804929"/>
                  </a:lnTo>
                  <a:lnTo>
                    <a:pt x="587184" y="804929"/>
                  </a:lnTo>
                  <a:lnTo>
                    <a:pt x="587184" y="798387"/>
                  </a:lnTo>
                  <a:lnTo>
                    <a:pt x="581747" y="798387"/>
                  </a:lnTo>
                  <a:lnTo>
                    <a:pt x="581747" y="786615"/>
                  </a:lnTo>
                  <a:lnTo>
                    <a:pt x="576311" y="786615"/>
                  </a:lnTo>
                  <a:lnTo>
                    <a:pt x="576311" y="781381"/>
                  </a:lnTo>
                  <a:lnTo>
                    <a:pt x="570874" y="781381"/>
                  </a:lnTo>
                  <a:lnTo>
                    <a:pt x="570874" y="778767"/>
                  </a:lnTo>
                  <a:lnTo>
                    <a:pt x="565437" y="778767"/>
                  </a:lnTo>
                  <a:lnTo>
                    <a:pt x="565437" y="776154"/>
                  </a:lnTo>
                  <a:lnTo>
                    <a:pt x="560000" y="776154"/>
                  </a:lnTo>
                  <a:lnTo>
                    <a:pt x="560000" y="767012"/>
                  </a:lnTo>
                  <a:lnTo>
                    <a:pt x="554563" y="767012"/>
                  </a:lnTo>
                  <a:lnTo>
                    <a:pt x="554563" y="765706"/>
                  </a:lnTo>
                  <a:lnTo>
                    <a:pt x="549126" y="765706"/>
                  </a:lnTo>
                  <a:lnTo>
                    <a:pt x="549126" y="761787"/>
                  </a:lnTo>
                  <a:lnTo>
                    <a:pt x="543689" y="761787"/>
                  </a:lnTo>
                  <a:lnTo>
                    <a:pt x="543689" y="756563"/>
                  </a:lnTo>
                  <a:lnTo>
                    <a:pt x="538252" y="756563"/>
                  </a:lnTo>
                  <a:lnTo>
                    <a:pt x="538252" y="746114"/>
                  </a:lnTo>
                  <a:lnTo>
                    <a:pt x="532815" y="746114"/>
                  </a:lnTo>
                  <a:lnTo>
                    <a:pt x="532815" y="744808"/>
                  </a:lnTo>
                  <a:lnTo>
                    <a:pt x="527379" y="744808"/>
                  </a:lnTo>
                  <a:lnTo>
                    <a:pt x="527379" y="733051"/>
                  </a:lnTo>
                  <a:lnTo>
                    <a:pt x="521942" y="733051"/>
                  </a:lnTo>
                  <a:lnTo>
                    <a:pt x="521942" y="726519"/>
                  </a:lnTo>
                  <a:lnTo>
                    <a:pt x="516505" y="726519"/>
                  </a:lnTo>
                  <a:lnTo>
                    <a:pt x="516505" y="723906"/>
                  </a:lnTo>
                  <a:lnTo>
                    <a:pt x="511068" y="723906"/>
                  </a:lnTo>
                  <a:lnTo>
                    <a:pt x="511068" y="714761"/>
                  </a:lnTo>
                  <a:lnTo>
                    <a:pt x="505631" y="714761"/>
                  </a:lnTo>
                  <a:lnTo>
                    <a:pt x="505631" y="708228"/>
                  </a:lnTo>
                  <a:lnTo>
                    <a:pt x="500194" y="708228"/>
                  </a:lnTo>
                  <a:lnTo>
                    <a:pt x="500194" y="703003"/>
                  </a:lnTo>
                  <a:lnTo>
                    <a:pt x="494757" y="703003"/>
                  </a:lnTo>
                  <a:lnTo>
                    <a:pt x="494757" y="691241"/>
                  </a:lnTo>
                  <a:lnTo>
                    <a:pt x="489320" y="691241"/>
                  </a:lnTo>
                  <a:lnTo>
                    <a:pt x="489320" y="687320"/>
                  </a:lnTo>
                  <a:lnTo>
                    <a:pt x="483883" y="687320"/>
                  </a:lnTo>
                  <a:lnTo>
                    <a:pt x="483883" y="682091"/>
                  </a:lnTo>
                  <a:lnTo>
                    <a:pt x="478446" y="682091"/>
                  </a:lnTo>
                  <a:lnTo>
                    <a:pt x="478446" y="674249"/>
                  </a:lnTo>
                  <a:lnTo>
                    <a:pt x="473010" y="674249"/>
                  </a:lnTo>
                  <a:lnTo>
                    <a:pt x="473010" y="672942"/>
                  </a:lnTo>
                  <a:lnTo>
                    <a:pt x="467573" y="672942"/>
                  </a:lnTo>
                  <a:lnTo>
                    <a:pt x="467573" y="666408"/>
                  </a:lnTo>
                  <a:lnTo>
                    <a:pt x="462136" y="666408"/>
                  </a:lnTo>
                  <a:lnTo>
                    <a:pt x="462136" y="659876"/>
                  </a:lnTo>
                  <a:lnTo>
                    <a:pt x="456699" y="659876"/>
                  </a:lnTo>
                  <a:lnTo>
                    <a:pt x="456699" y="646828"/>
                  </a:lnTo>
                  <a:lnTo>
                    <a:pt x="451262" y="646828"/>
                  </a:lnTo>
                  <a:lnTo>
                    <a:pt x="451262" y="635088"/>
                  </a:lnTo>
                  <a:lnTo>
                    <a:pt x="445825" y="635088"/>
                  </a:lnTo>
                  <a:lnTo>
                    <a:pt x="445825" y="627265"/>
                  </a:lnTo>
                  <a:lnTo>
                    <a:pt x="440388" y="627265"/>
                  </a:lnTo>
                  <a:lnTo>
                    <a:pt x="440388" y="615526"/>
                  </a:lnTo>
                  <a:lnTo>
                    <a:pt x="434951" y="615526"/>
                  </a:lnTo>
                  <a:lnTo>
                    <a:pt x="434951" y="614222"/>
                  </a:lnTo>
                  <a:lnTo>
                    <a:pt x="429514" y="614222"/>
                  </a:lnTo>
                  <a:lnTo>
                    <a:pt x="429514" y="609008"/>
                  </a:lnTo>
                  <a:lnTo>
                    <a:pt x="424077" y="609008"/>
                  </a:lnTo>
                  <a:lnTo>
                    <a:pt x="424077" y="602490"/>
                  </a:lnTo>
                  <a:lnTo>
                    <a:pt x="418641" y="602490"/>
                  </a:lnTo>
                  <a:lnTo>
                    <a:pt x="418641" y="597276"/>
                  </a:lnTo>
                  <a:lnTo>
                    <a:pt x="413204" y="597276"/>
                  </a:lnTo>
                  <a:lnTo>
                    <a:pt x="413204" y="585539"/>
                  </a:lnTo>
                  <a:lnTo>
                    <a:pt x="407767" y="585539"/>
                  </a:lnTo>
                  <a:lnTo>
                    <a:pt x="407767" y="577714"/>
                  </a:lnTo>
                  <a:lnTo>
                    <a:pt x="402330" y="577714"/>
                  </a:lnTo>
                  <a:lnTo>
                    <a:pt x="402330" y="568585"/>
                  </a:lnTo>
                  <a:lnTo>
                    <a:pt x="396893" y="568585"/>
                  </a:lnTo>
                  <a:lnTo>
                    <a:pt x="396893" y="555539"/>
                  </a:lnTo>
                  <a:lnTo>
                    <a:pt x="391456" y="555539"/>
                  </a:lnTo>
                  <a:lnTo>
                    <a:pt x="391456" y="549014"/>
                  </a:lnTo>
                  <a:lnTo>
                    <a:pt x="386019" y="549014"/>
                  </a:lnTo>
                  <a:lnTo>
                    <a:pt x="386019" y="541180"/>
                  </a:lnTo>
                  <a:lnTo>
                    <a:pt x="380582" y="541180"/>
                  </a:lnTo>
                  <a:lnTo>
                    <a:pt x="380582" y="532041"/>
                  </a:lnTo>
                  <a:lnTo>
                    <a:pt x="375145" y="532041"/>
                  </a:lnTo>
                  <a:lnTo>
                    <a:pt x="375145" y="521591"/>
                  </a:lnTo>
                  <a:lnTo>
                    <a:pt x="369709" y="521591"/>
                  </a:lnTo>
                  <a:lnTo>
                    <a:pt x="369709" y="511137"/>
                  </a:lnTo>
                  <a:lnTo>
                    <a:pt x="364272" y="511137"/>
                  </a:lnTo>
                  <a:lnTo>
                    <a:pt x="364272" y="503293"/>
                  </a:lnTo>
                  <a:lnTo>
                    <a:pt x="358835" y="503293"/>
                  </a:lnTo>
                  <a:lnTo>
                    <a:pt x="358835" y="498063"/>
                  </a:lnTo>
                  <a:lnTo>
                    <a:pt x="353398" y="498063"/>
                  </a:lnTo>
                  <a:lnTo>
                    <a:pt x="353398" y="487600"/>
                  </a:lnTo>
                  <a:lnTo>
                    <a:pt x="347961" y="487600"/>
                  </a:lnTo>
                  <a:lnTo>
                    <a:pt x="347961" y="477137"/>
                  </a:lnTo>
                  <a:lnTo>
                    <a:pt x="342524" y="477137"/>
                  </a:lnTo>
                  <a:lnTo>
                    <a:pt x="342524" y="467993"/>
                  </a:lnTo>
                  <a:lnTo>
                    <a:pt x="337087" y="467993"/>
                  </a:lnTo>
                  <a:lnTo>
                    <a:pt x="337087" y="462768"/>
                  </a:lnTo>
                  <a:lnTo>
                    <a:pt x="331650" y="462768"/>
                  </a:lnTo>
                  <a:lnTo>
                    <a:pt x="331650" y="451005"/>
                  </a:lnTo>
                  <a:lnTo>
                    <a:pt x="326213" y="451005"/>
                  </a:lnTo>
                  <a:lnTo>
                    <a:pt x="326213" y="443160"/>
                  </a:lnTo>
                  <a:lnTo>
                    <a:pt x="320776" y="443160"/>
                  </a:lnTo>
                  <a:lnTo>
                    <a:pt x="320776" y="437928"/>
                  </a:lnTo>
                  <a:lnTo>
                    <a:pt x="315340" y="437928"/>
                  </a:lnTo>
                  <a:lnTo>
                    <a:pt x="315340" y="435312"/>
                  </a:lnTo>
                  <a:lnTo>
                    <a:pt x="309903" y="435312"/>
                  </a:lnTo>
                  <a:lnTo>
                    <a:pt x="309903" y="422227"/>
                  </a:lnTo>
                  <a:lnTo>
                    <a:pt x="304466" y="422227"/>
                  </a:lnTo>
                  <a:lnTo>
                    <a:pt x="304466" y="414378"/>
                  </a:lnTo>
                  <a:lnTo>
                    <a:pt x="299029" y="414378"/>
                  </a:lnTo>
                  <a:lnTo>
                    <a:pt x="299029" y="410452"/>
                  </a:lnTo>
                  <a:lnTo>
                    <a:pt x="293592" y="410452"/>
                  </a:lnTo>
                  <a:lnTo>
                    <a:pt x="293592" y="393424"/>
                  </a:lnTo>
                  <a:lnTo>
                    <a:pt x="288155" y="393424"/>
                  </a:lnTo>
                  <a:lnTo>
                    <a:pt x="288155" y="382934"/>
                  </a:lnTo>
                  <a:lnTo>
                    <a:pt x="282718" y="382934"/>
                  </a:lnTo>
                  <a:lnTo>
                    <a:pt x="282718" y="371120"/>
                  </a:lnTo>
                  <a:lnTo>
                    <a:pt x="277281" y="371120"/>
                  </a:lnTo>
                  <a:lnTo>
                    <a:pt x="277281" y="360609"/>
                  </a:lnTo>
                  <a:lnTo>
                    <a:pt x="271844" y="360609"/>
                  </a:lnTo>
                  <a:lnTo>
                    <a:pt x="271844" y="355354"/>
                  </a:lnTo>
                  <a:lnTo>
                    <a:pt x="266407" y="355354"/>
                  </a:lnTo>
                  <a:lnTo>
                    <a:pt x="266407" y="347470"/>
                  </a:lnTo>
                  <a:lnTo>
                    <a:pt x="260971" y="347470"/>
                  </a:lnTo>
                  <a:lnTo>
                    <a:pt x="260971" y="333008"/>
                  </a:lnTo>
                  <a:lnTo>
                    <a:pt x="255534" y="333008"/>
                  </a:lnTo>
                  <a:lnTo>
                    <a:pt x="255534" y="323793"/>
                  </a:lnTo>
                  <a:lnTo>
                    <a:pt x="250097" y="323793"/>
                  </a:lnTo>
                  <a:lnTo>
                    <a:pt x="250097" y="318527"/>
                  </a:lnTo>
                  <a:lnTo>
                    <a:pt x="244660" y="318527"/>
                  </a:lnTo>
                  <a:lnTo>
                    <a:pt x="244660" y="314577"/>
                  </a:lnTo>
                  <a:lnTo>
                    <a:pt x="239223" y="314577"/>
                  </a:lnTo>
                  <a:lnTo>
                    <a:pt x="239223" y="305358"/>
                  </a:lnTo>
                  <a:lnTo>
                    <a:pt x="233786" y="305358"/>
                  </a:lnTo>
                  <a:lnTo>
                    <a:pt x="233786" y="298766"/>
                  </a:lnTo>
                  <a:lnTo>
                    <a:pt x="228349" y="298766"/>
                  </a:lnTo>
                  <a:lnTo>
                    <a:pt x="228349" y="289549"/>
                  </a:lnTo>
                  <a:lnTo>
                    <a:pt x="222912" y="289549"/>
                  </a:lnTo>
                  <a:lnTo>
                    <a:pt x="222912" y="280330"/>
                  </a:lnTo>
                  <a:lnTo>
                    <a:pt x="217475" y="280330"/>
                  </a:lnTo>
                  <a:lnTo>
                    <a:pt x="217475" y="276376"/>
                  </a:lnTo>
                  <a:lnTo>
                    <a:pt x="212038" y="276376"/>
                  </a:lnTo>
                  <a:lnTo>
                    <a:pt x="212038" y="268469"/>
                  </a:lnTo>
                  <a:lnTo>
                    <a:pt x="206602" y="268469"/>
                  </a:lnTo>
                  <a:lnTo>
                    <a:pt x="206602" y="264513"/>
                  </a:lnTo>
                  <a:lnTo>
                    <a:pt x="201165" y="264513"/>
                  </a:lnTo>
                  <a:lnTo>
                    <a:pt x="201165" y="261876"/>
                  </a:lnTo>
                  <a:lnTo>
                    <a:pt x="195728" y="261876"/>
                  </a:lnTo>
                  <a:lnTo>
                    <a:pt x="195728" y="256598"/>
                  </a:lnTo>
                  <a:lnTo>
                    <a:pt x="190291" y="256598"/>
                  </a:lnTo>
                  <a:lnTo>
                    <a:pt x="190291" y="246034"/>
                  </a:lnTo>
                  <a:lnTo>
                    <a:pt x="184854" y="246034"/>
                  </a:lnTo>
                  <a:lnTo>
                    <a:pt x="184854" y="238100"/>
                  </a:lnTo>
                  <a:lnTo>
                    <a:pt x="179417" y="238100"/>
                  </a:lnTo>
                  <a:lnTo>
                    <a:pt x="179417" y="228833"/>
                  </a:lnTo>
                  <a:lnTo>
                    <a:pt x="173980" y="228833"/>
                  </a:lnTo>
                  <a:lnTo>
                    <a:pt x="173980" y="223532"/>
                  </a:lnTo>
                  <a:lnTo>
                    <a:pt x="168543" y="223532"/>
                  </a:lnTo>
                  <a:lnTo>
                    <a:pt x="168543" y="215573"/>
                  </a:lnTo>
                  <a:lnTo>
                    <a:pt x="163106" y="215573"/>
                  </a:lnTo>
                  <a:lnTo>
                    <a:pt x="163106" y="210262"/>
                  </a:lnTo>
                  <a:lnTo>
                    <a:pt x="157670" y="210262"/>
                  </a:lnTo>
                  <a:lnTo>
                    <a:pt x="157670" y="194304"/>
                  </a:lnTo>
                  <a:lnTo>
                    <a:pt x="152233" y="194304"/>
                  </a:lnTo>
                  <a:lnTo>
                    <a:pt x="152233" y="186312"/>
                  </a:lnTo>
                  <a:lnTo>
                    <a:pt x="146796" y="186312"/>
                  </a:lnTo>
                  <a:lnTo>
                    <a:pt x="146796" y="182312"/>
                  </a:lnTo>
                  <a:lnTo>
                    <a:pt x="141359" y="182312"/>
                  </a:lnTo>
                  <a:lnTo>
                    <a:pt x="141359" y="174300"/>
                  </a:lnTo>
                  <a:lnTo>
                    <a:pt x="135922" y="174300"/>
                  </a:lnTo>
                  <a:lnTo>
                    <a:pt x="135922" y="164931"/>
                  </a:lnTo>
                  <a:lnTo>
                    <a:pt x="130485" y="164931"/>
                  </a:lnTo>
                  <a:lnTo>
                    <a:pt x="130485" y="160912"/>
                  </a:lnTo>
                  <a:lnTo>
                    <a:pt x="125048" y="160912"/>
                  </a:lnTo>
                  <a:lnTo>
                    <a:pt x="125048" y="154203"/>
                  </a:lnTo>
                  <a:lnTo>
                    <a:pt x="119611" y="154203"/>
                  </a:lnTo>
                  <a:lnTo>
                    <a:pt x="119611" y="148827"/>
                  </a:lnTo>
                  <a:lnTo>
                    <a:pt x="114174" y="148827"/>
                  </a:lnTo>
                  <a:lnTo>
                    <a:pt x="114174" y="142110"/>
                  </a:lnTo>
                  <a:lnTo>
                    <a:pt x="108737" y="142110"/>
                  </a:lnTo>
                  <a:lnTo>
                    <a:pt x="108737" y="131335"/>
                  </a:lnTo>
                  <a:lnTo>
                    <a:pt x="103301" y="131335"/>
                  </a:lnTo>
                  <a:lnTo>
                    <a:pt x="103301" y="125932"/>
                  </a:lnTo>
                  <a:lnTo>
                    <a:pt x="97864" y="125932"/>
                  </a:lnTo>
                  <a:lnTo>
                    <a:pt x="97864" y="113728"/>
                  </a:lnTo>
                  <a:lnTo>
                    <a:pt x="92427" y="113728"/>
                  </a:lnTo>
                  <a:lnTo>
                    <a:pt x="92427" y="98708"/>
                  </a:lnTo>
                  <a:lnTo>
                    <a:pt x="86990" y="98708"/>
                  </a:lnTo>
                  <a:lnTo>
                    <a:pt x="86990" y="93212"/>
                  </a:lnTo>
                  <a:lnTo>
                    <a:pt x="81553" y="93212"/>
                  </a:lnTo>
                  <a:lnTo>
                    <a:pt x="81553" y="86315"/>
                  </a:lnTo>
                  <a:lnTo>
                    <a:pt x="76116" y="86315"/>
                  </a:lnTo>
                  <a:lnTo>
                    <a:pt x="76116" y="80775"/>
                  </a:lnTo>
                  <a:lnTo>
                    <a:pt x="70679" y="80775"/>
                  </a:lnTo>
                  <a:lnTo>
                    <a:pt x="70679" y="77997"/>
                  </a:lnTo>
                  <a:lnTo>
                    <a:pt x="65242" y="77997"/>
                  </a:lnTo>
                  <a:lnTo>
                    <a:pt x="65242" y="62582"/>
                  </a:lnTo>
                  <a:lnTo>
                    <a:pt x="59805" y="62582"/>
                  </a:lnTo>
                  <a:lnTo>
                    <a:pt x="59805" y="55482"/>
                  </a:lnTo>
                  <a:lnTo>
                    <a:pt x="54368" y="55482"/>
                  </a:lnTo>
                  <a:lnTo>
                    <a:pt x="54368" y="49748"/>
                  </a:lnTo>
                  <a:lnTo>
                    <a:pt x="48932" y="49748"/>
                  </a:lnTo>
                  <a:lnTo>
                    <a:pt x="48932" y="46860"/>
                  </a:lnTo>
                  <a:lnTo>
                    <a:pt x="43495" y="46860"/>
                  </a:lnTo>
                  <a:lnTo>
                    <a:pt x="43495" y="38090"/>
                  </a:lnTo>
                  <a:lnTo>
                    <a:pt x="38058" y="38090"/>
                  </a:lnTo>
                  <a:lnTo>
                    <a:pt x="38058" y="27585"/>
                  </a:lnTo>
                  <a:lnTo>
                    <a:pt x="32621" y="27585"/>
                  </a:lnTo>
                  <a:lnTo>
                    <a:pt x="32621" y="22941"/>
                  </a:lnTo>
                  <a:lnTo>
                    <a:pt x="27184" y="22941"/>
                  </a:lnTo>
                  <a:lnTo>
                    <a:pt x="27184" y="21367"/>
                  </a:lnTo>
                  <a:lnTo>
                    <a:pt x="21747" y="21367"/>
                  </a:lnTo>
                  <a:lnTo>
                    <a:pt x="21747" y="13182"/>
                  </a:lnTo>
                  <a:lnTo>
                    <a:pt x="16310" y="13182"/>
                  </a:lnTo>
                  <a:lnTo>
                    <a:pt x="16310" y="11449"/>
                  </a:lnTo>
                  <a:lnTo>
                    <a:pt x="10873" y="11449"/>
                  </a:lnTo>
                  <a:lnTo>
                    <a:pt x="5436" y="11449"/>
                  </a:lnTo>
                  <a:lnTo>
                    <a:pt x="5436" y="3599"/>
                  </a:lnTo>
                  <a:lnTo>
                    <a:pt x="0" y="3599"/>
                  </a:lnTo>
                  <a:close/>
                </a:path>
              </a:pathLst>
            </a:custGeom>
            <a:solidFill>
              <a:srgbClr val="619C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11026" y="789916"/>
              <a:ext cx="9900589" cy="3723611"/>
            </a:xfrm>
            <a:custGeom>
              <a:avLst/>
              <a:pathLst>
                <a:path w="9900589" h="3723611">
                  <a:moveTo>
                    <a:pt x="0" y="0"/>
                  </a:moveTo>
                  <a:lnTo>
                    <a:pt x="5436" y="0"/>
                  </a:lnTo>
                  <a:lnTo>
                    <a:pt x="5436" y="754"/>
                  </a:lnTo>
                  <a:lnTo>
                    <a:pt x="10873" y="754"/>
                  </a:lnTo>
                  <a:lnTo>
                    <a:pt x="10873" y="754"/>
                  </a:lnTo>
                  <a:lnTo>
                    <a:pt x="16310" y="754"/>
                  </a:lnTo>
                  <a:lnTo>
                    <a:pt x="16310" y="1465"/>
                  </a:lnTo>
                  <a:lnTo>
                    <a:pt x="21747" y="1465"/>
                  </a:lnTo>
                  <a:lnTo>
                    <a:pt x="21747" y="5501"/>
                  </a:lnTo>
                  <a:lnTo>
                    <a:pt x="27184" y="5501"/>
                  </a:lnTo>
                  <a:lnTo>
                    <a:pt x="27184" y="6371"/>
                  </a:lnTo>
                  <a:lnTo>
                    <a:pt x="32621" y="6371"/>
                  </a:lnTo>
                  <a:lnTo>
                    <a:pt x="32621" y="9062"/>
                  </a:lnTo>
                  <a:lnTo>
                    <a:pt x="38058" y="9062"/>
                  </a:lnTo>
                  <a:lnTo>
                    <a:pt x="38058" y="15671"/>
                  </a:lnTo>
                  <a:lnTo>
                    <a:pt x="43495" y="15671"/>
                  </a:lnTo>
                  <a:lnTo>
                    <a:pt x="43495" y="21580"/>
                  </a:lnTo>
                  <a:lnTo>
                    <a:pt x="48932" y="21580"/>
                  </a:lnTo>
                  <a:lnTo>
                    <a:pt x="48932" y="23585"/>
                  </a:lnTo>
                  <a:lnTo>
                    <a:pt x="54368" y="23585"/>
                  </a:lnTo>
                  <a:lnTo>
                    <a:pt x="54368" y="27639"/>
                  </a:lnTo>
                  <a:lnTo>
                    <a:pt x="59805" y="27639"/>
                  </a:lnTo>
                  <a:lnTo>
                    <a:pt x="59805" y="32776"/>
                  </a:lnTo>
                  <a:lnTo>
                    <a:pt x="65242" y="32776"/>
                  </a:lnTo>
                  <a:lnTo>
                    <a:pt x="65242" y="44284"/>
                  </a:lnTo>
                  <a:lnTo>
                    <a:pt x="70679" y="44284"/>
                  </a:lnTo>
                  <a:lnTo>
                    <a:pt x="70679" y="46401"/>
                  </a:lnTo>
                  <a:lnTo>
                    <a:pt x="76116" y="46401"/>
                  </a:lnTo>
                  <a:lnTo>
                    <a:pt x="76116" y="50657"/>
                  </a:lnTo>
                  <a:lnTo>
                    <a:pt x="81553" y="50657"/>
                  </a:lnTo>
                  <a:lnTo>
                    <a:pt x="81553" y="56012"/>
                  </a:lnTo>
                  <a:lnTo>
                    <a:pt x="86990" y="56012"/>
                  </a:lnTo>
                  <a:lnTo>
                    <a:pt x="86990" y="60321"/>
                  </a:lnTo>
                  <a:lnTo>
                    <a:pt x="92427" y="60321"/>
                  </a:lnTo>
                  <a:lnTo>
                    <a:pt x="92427" y="72263"/>
                  </a:lnTo>
                  <a:lnTo>
                    <a:pt x="97864" y="72263"/>
                  </a:lnTo>
                  <a:lnTo>
                    <a:pt x="97864" y="82119"/>
                  </a:lnTo>
                  <a:lnTo>
                    <a:pt x="103301" y="82119"/>
                  </a:lnTo>
                  <a:lnTo>
                    <a:pt x="103301" y="86521"/>
                  </a:lnTo>
                  <a:lnTo>
                    <a:pt x="108737" y="86521"/>
                  </a:lnTo>
                  <a:lnTo>
                    <a:pt x="108737" y="95363"/>
                  </a:lnTo>
                  <a:lnTo>
                    <a:pt x="114174" y="95363"/>
                  </a:lnTo>
                  <a:lnTo>
                    <a:pt x="114174" y="100914"/>
                  </a:lnTo>
                  <a:lnTo>
                    <a:pt x="119611" y="100914"/>
                  </a:lnTo>
                  <a:lnTo>
                    <a:pt x="119611" y="105375"/>
                  </a:lnTo>
                  <a:lnTo>
                    <a:pt x="125048" y="105375"/>
                  </a:lnTo>
                  <a:lnTo>
                    <a:pt x="125048" y="110965"/>
                  </a:lnTo>
                  <a:lnTo>
                    <a:pt x="130485" y="110965"/>
                  </a:lnTo>
                  <a:lnTo>
                    <a:pt x="130485" y="114325"/>
                  </a:lnTo>
                  <a:lnTo>
                    <a:pt x="135922" y="114325"/>
                  </a:lnTo>
                  <a:lnTo>
                    <a:pt x="135922" y="122192"/>
                  </a:lnTo>
                  <a:lnTo>
                    <a:pt x="141359" y="122192"/>
                  </a:lnTo>
                  <a:lnTo>
                    <a:pt x="141359" y="128953"/>
                  </a:lnTo>
                  <a:lnTo>
                    <a:pt x="146796" y="128953"/>
                  </a:lnTo>
                  <a:lnTo>
                    <a:pt x="146796" y="132340"/>
                  </a:lnTo>
                  <a:lnTo>
                    <a:pt x="152233" y="132340"/>
                  </a:lnTo>
                  <a:lnTo>
                    <a:pt x="152233" y="139128"/>
                  </a:lnTo>
                  <a:lnTo>
                    <a:pt x="157670" y="139128"/>
                  </a:lnTo>
                  <a:lnTo>
                    <a:pt x="157670" y="152759"/>
                  </a:lnTo>
                  <a:lnTo>
                    <a:pt x="163106" y="152759"/>
                  </a:lnTo>
                  <a:lnTo>
                    <a:pt x="163106" y="157318"/>
                  </a:lnTo>
                  <a:lnTo>
                    <a:pt x="168543" y="157318"/>
                  </a:lnTo>
                  <a:lnTo>
                    <a:pt x="168543" y="164167"/>
                  </a:lnTo>
                  <a:lnTo>
                    <a:pt x="173980" y="164167"/>
                  </a:lnTo>
                  <a:lnTo>
                    <a:pt x="173980" y="168741"/>
                  </a:lnTo>
                  <a:lnTo>
                    <a:pt x="179417" y="168741"/>
                  </a:lnTo>
                  <a:lnTo>
                    <a:pt x="179417" y="176760"/>
                  </a:lnTo>
                  <a:lnTo>
                    <a:pt x="184854" y="176760"/>
                  </a:lnTo>
                  <a:lnTo>
                    <a:pt x="184854" y="183646"/>
                  </a:lnTo>
                  <a:lnTo>
                    <a:pt x="190291" y="183646"/>
                  </a:lnTo>
                  <a:lnTo>
                    <a:pt x="190291" y="192845"/>
                  </a:lnTo>
                  <a:lnTo>
                    <a:pt x="195728" y="192845"/>
                  </a:lnTo>
                  <a:lnTo>
                    <a:pt x="195728" y="197452"/>
                  </a:lnTo>
                  <a:lnTo>
                    <a:pt x="201165" y="197452"/>
                  </a:lnTo>
                  <a:lnTo>
                    <a:pt x="201165" y="199758"/>
                  </a:lnTo>
                  <a:lnTo>
                    <a:pt x="206602" y="199758"/>
                  </a:lnTo>
                  <a:lnTo>
                    <a:pt x="206602" y="203219"/>
                  </a:lnTo>
                  <a:lnTo>
                    <a:pt x="212038" y="203219"/>
                  </a:lnTo>
                  <a:lnTo>
                    <a:pt x="212038" y="210149"/>
                  </a:lnTo>
                  <a:lnTo>
                    <a:pt x="217475" y="210149"/>
                  </a:lnTo>
                  <a:lnTo>
                    <a:pt x="217475" y="213620"/>
                  </a:lnTo>
                  <a:lnTo>
                    <a:pt x="222912" y="213620"/>
                  </a:lnTo>
                  <a:lnTo>
                    <a:pt x="222912" y="221729"/>
                  </a:lnTo>
                  <a:lnTo>
                    <a:pt x="228349" y="221729"/>
                  </a:lnTo>
                  <a:lnTo>
                    <a:pt x="228349" y="229855"/>
                  </a:lnTo>
                  <a:lnTo>
                    <a:pt x="233786" y="229855"/>
                  </a:lnTo>
                  <a:lnTo>
                    <a:pt x="233786" y="235677"/>
                  </a:lnTo>
                  <a:lnTo>
                    <a:pt x="239223" y="235677"/>
                  </a:lnTo>
                  <a:lnTo>
                    <a:pt x="239223" y="243837"/>
                  </a:lnTo>
                  <a:lnTo>
                    <a:pt x="244660" y="243837"/>
                  </a:lnTo>
                  <a:lnTo>
                    <a:pt x="244660" y="247338"/>
                  </a:lnTo>
                  <a:lnTo>
                    <a:pt x="250097" y="247338"/>
                  </a:lnTo>
                  <a:lnTo>
                    <a:pt x="250097" y="252011"/>
                  </a:lnTo>
                  <a:lnTo>
                    <a:pt x="255534" y="252011"/>
                  </a:lnTo>
                  <a:lnTo>
                    <a:pt x="255534" y="260200"/>
                  </a:lnTo>
                  <a:lnTo>
                    <a:pt x="260971" y="260200"/>
                  </a:lnTo>
                  <a:lnTo>
                    <a:pt x="260971" y="273088"/>
                  </a:lnTo>
                  <a:lnTo>
                    <a:pt x="266407" y="273088"/>
                  </a:lnTo>
                  <a:lnTo>
                    <a:pt x="266407" y="280129"/>
                  </a:lnTo>
                  <a:lnTo>
                    <a:pt x="271844" y="280129"/>
                  </a:lnTo>
                  <a:lnTo>
                    <a:pt x="271844" y="284829"/>
                  </a:lnTo>
                  <a:lnTo>
                    <a:pt x="277281" y="284829"/>
                  </a:lnTo>
                  <a:lnTo>
                    <a:pt x="277281" y="294244"/>
                  </a:lnTo>
                  <a:lnTo>
                    <a:pt x="282718" y="294244"/>
                  </a:lnTo>
                  <a:lnTo>
                    <a:pt x="282718" y="304847"/>
                  </a:lnTo>
                  <a:lnTo>
                    <a:pt x="288155" y="304847"/>
                  </a:lnTo>
                  <a:lnTo>
                    <a:pt x="288155" y="314282"/>
                  </a:lnTo>
                  <a:lnTo>
                    <a:pt x="293592" y="314282"/>
                  </a:lnTo>
                  <a:lnTo>
                    <a:pt x="293592" y="329634"/>
                  </a:lnTo>
                  <a:lnTo>
                    <a:pt x="299029" y="329634"/>
                  </a:lnTo>
                  <a:lnTo>
                    <a:pt x="299029" y="333179"/>
                  </a:lnTo>
                  <a:lnTo>
                    <a:pt x="304466" y="333179"/>
                  </a:lnTo>
                  <a:lnTo>
                    <a:pt x="304466" y="340275"/>
                  </a:lnTo>
                  <a:lnTo>
                    <a:pt x="309903" y="340275"/>
                  </a:lnTo>
                  <a:lnTo>
                    <a:pt x="309903" y="352122"/>
                  </a:lnTo>
                  <a:lnTo>
                    <a:pt x="315340" y="352122"/>
                  </a:lnTo>
                  <a:lnTo>
                    <a:pt x="315340" y="354494"/>
                  </a:lnTo>
                  <a:lnTo>
                    <a:pt x="320776" y="354494"/>
                  </a:lnTo>
                  <a:lnTo>
                    <a:pt x="320776" y="359239"/>
                  </a:lnTo>
                  <a:lnTo>
                    <a:pt x="326213" y="359239"/>
                  </a:lnTo>
                  <a:lnTo>
                    <a:pt x="326213" y="366362"/>
                  </a:lnTo>
                  <a:lnTo>
                    <a:pt x="331650" y="366362"/>
                  </a:lnTo>
                  <a:lnTo>
                    <a:pt x="331650" y="377055"/>
                  </a:lnTo>
                  <a:lnTo>
                    <a:pt x="337087" y="377055"/>
                  </a:lnTo>
                  <a:lnTo>
                    <a:pt x="337087" y="381811"/>
                  </a:lnTo>
                  <a:lnTo>
                    <a:pt x="342524" y="381811"/>
                  </a:lnTo>
                  <a:lnTo>
                    <a:pt x="342524" y="390142"/>
                  </a:lnTo>
                  <a:lnTo>
                    <a:pt x="347961" y="390142"/>
                  </a:lnTo>
                  <a:lnTo>
                    <a:pt x="347961" y="399686"/>
                  </a:lnTo>
                  <a:lnTo>
                    <a:pt x="353398" y="399686"/>
                  </a:lnTo>
                  <a:lnTo>
                    <a:pt x="353398" y="409241"/>
                  </a:lnTo>
                  <a:lnTo>
                    <a:pt x="358835" y="409241"/>
                  </a:lnTo>
                  <a:lnTo>
                    <a:pt x="358835" y="414022"/>
                  </a:lnTo>
                  <a:lnTo>
                    <a:pt x="364272" y="414022"/>
                  </a:lnTo>
                  <a:lnTo>
                    <a:pt x="364272" y="421199"/>
                  </a:lnTo>
                  <a:lnTo>
                    <a:pt x="369709" y="421199"/>
                  </a:lnTo>
                  <a:lnTo>
                    <a:pt x="369709" y="430773"/>
                  </a:lnTo>
                  <a:lnTo>
                    <a:pt x="375145" y="430773"/>
                  </a:lnTo>
                  <a:lnTo>
                    <a:pt x="375145" y="440356"/>
                  </a:lnTo>
                  <a:lnTo>
                    <a:pt x="380582" y="440356"/>
                  </a:lnTo>
                  <a:lnTo>
                    <a:pt x="380582" y="448746"/>
                  </a:lnTo>
                  <a:lnTo>
                    <a:pt x="386019" y="448746"/>
                  </a:lnTo>
                  <a:lnTo>
                    <a:pt x="386019" y="455945"/>
                  </a:lnTo>
                  <a:lnTo>
                    <a:pt x="391456" y="455945"/>
                  </a:lnTo>
                  <a:lnTo>
                    <a:pt x="391456" y="461946"/>
                  </a:lnTo>
                  <a:lnTo>
                    <a:pt x="396893" y="461946"/>
                  </a:lnTo>
                  <a:lnTo>
                    <a:pt x="396893" y="473955"/>
                  </a:lnTo>
                  <a:lnTo>
                    <a:pt x="402330" y="473955"/>
                  </a:lnTo>
                  <a:lnTo>
                    <a:pt x="402330" y="482369"/>
                  </a:lnTo>
                  <a:lnTo>
                    <a:pt x="407767" y="482369"/>
                  </a:lnTo>
                  <a:lnTo>
                    <a:pt x="407767" y="489588"/>
                  </a:lnTo>
                  <a:lnTo>
                    <a:pt x="413204" y="489588"/>
                  </a:lnTo>
                  <a:lnTo>
                    <a:pt x="413204" y="500424"/>
                  </a:lnTo>
                  <a:lnTo>
                    <a:pt x="418641" y="500424"/>
                  </a:lnTo>
                  <a:lnTo>
                    <a:pt x="418641" y="505242"/>
                  </a:lnTo>
                  <a:lnTo>
                    <a:pt x="424077" y="505242"/>
                  </a:lnTo>
                  <a:lnTo>
                    <a:pt x="424077" y="511268"/>
                  </a:lnTo>
                  <a:lnTo>
                    <a:pt x="429514" y="511268"/>
                  </a:lnTo>
                  <a:lnTo>
                    <a:pt x="429514" y="516092"/>
                  </a:lnTo>
                  <a:lnTo>
                    <a:pt x="434951" y="516092"/>
                  </a:lnTo>
                  <a:lnTo>
                    <a:pt x="434951" y="517298"/>
                  </a:lnTo>
                  <a:lnTo>
                    <a:pt x="440388" y="517298"/>
                  </a:lnTo>
                  <a:lnTo>
                    <a:pt x="440388" y="528167"/>
                  </a:lnTo>
                  <a:lnTo>
                    <a:pt x="445825" y="528167"/>
                  </a:lnTo>
                  <a:lnTo>
                    <a:pt x="445825" y="535417"/>
                  </a:lnTo>
                  <a:lnTo>
                    <a:pt x="451262" y="535417"/>
                  </a:lnTo>
                  <a:lnTo>
                    <a:pt x="451262" y="546304"/>
                  </a:lnTo>
                  <a:lnTo>
                    <a:pt x="456699" y="546304"/>
                  </a:lnTo>
                  <a:lnTo>
                    <a:pt x="456699" y="558417"/>
                  </a:lnTo>
                  <a:lnTo>
                    <a:pt x="462136" y="558417"/>
                  </a:lnTo>
                  <a:lnTo>
                    <a:pt x="462136" y="564486"/>
                  </a:lnTo>
                  <a:lnTo>
                    <a:pt x="467573" y="564486"/>
                  </a:lnTo>
                  <a:lnTo>
                    <a:pt x="467573" y="570559"/>
                  </a:lnTo>
                  <a:lnTo>
                    <a:pt x="473010" y="570559"/>
                  </a:lnTo>
                  <a:lnTo>
                    <a:pt x="473010" y="571775"/>
                  </a:lnTo>
                  <a:lnTo>
                    <a:pt x="478446" y="571775"/>
                  </a:lnTo>
                  <a:lnTo>
                    <a:pt x="478446" y="579069"/>
                  </a:lnTo>
                  <a:lnTo>
                    <a:pt x="483883" y="579069"/>
                  </a:lnTo>
                  <a:lnTo>
                    <a:pt x="483883" y="583935"/>
                  </a:lnTo>
                  <a:lnTo>
                    <a:pt x="489320" y="583935"/>
                  </a:lnTo>
                  <a:lnTo>
                    <a:pt x="489320" y="587585"/>
                  </a:lnTo>
                  <a:lnTo>
                    <a:pt x="494757" y="587585"/>
                  </a:lnTo>
                  <a:lnTo>
                    <a:pt x="494757" y="598541"/>
                  </a:lnTo>
                  <a:lnTo>
                    <a:pt x="500194" y="598541"/>
                  </a:lnTo>
                  <a:lnTo>
                    <a:pt x="500194" y="603412"/>
                  </a:lnTo>
                  <a:lnTo>
                    <a:pt x="505631" y="603412"/>
                  </a:lnTo>
                  <a:lnTo>
                    <a:pt x="505631" y="609504"/>
                  </a:lnTo>
                  <a:lnTo>
                    <a:pt x="511068" y="609504"/>
                  </a:lnTo>
                  <a:lnTo>
                    <a:pt x="511068" y="618038"/>
                  </a:lnTo>
                  <a:lnTo>
                    <a:pt x="516505" y="618038"/>
                  </a:lnTo>
                  <a:lnTo>
                    <a:pt x="516505" y="620478"/>
                  </a:lnTo>
                  <a:lnTo>
                    <a:pt x="521942" y="620478"/>
                  </a:lnTo>
                  <a:lnTo>
                    <a:pt x="521942" y="626577"/>
                  </a:lnTo>
                  <a:lnTo>
                    <a:pt x="527379" y="626577"/>
                  </a:lnTo>
                  <a:lnTo>
                    <a:pt x="527379" y="637564"/>
                  </a:lnTo>
                  <a:lnTo>
                    <a:pt x="532815" y="637564"/>
                  </a:lnTo>
                  <a:lnTo>
                    <a:pt x="532815" y="638785"/>
                  </a:lnTo>
                  <a:lnTo>
                    <a:pt x="538252" y="638785"/>
                  </a:lnTo>
                  <a:lnTo>
                    <a:pt x="538252" y="648557"/>
                  </a:lnTo>
                  <a:lnTo>
                    <a:pt x="543689" y="648557"/>
                  </a:lnTo>
                  <a:lnTo>
                    <a:pt x="543689" y="653446"/>
                  </a:lnTo>
                  <a:lnTo>
                    <a:pt x="549126" y="653446"/>
                  </a:lnTo>
                  <a:lnTo>
                    <a:pt x="549126" y="657115"/>
                  </a:lnTo>
                  <a:lnTo>
                    <a:pt x="554563" y="657115"/>
                  </a:lnTo>
                  <a:lnTo>
                    <a:pt x="554563" y="658338"/>
                  </a:lnTo>
                  <a:lnTo>
                    <a:pt x="560000" y="658338"/>
                  </a:lnTo>
                  <a:lnTo>
                    <a:pt x="560000" y="666900"/>
                  </a:lnTo>
                  <a:lnTo>
                    <a:pt x="565437" y="666900"/>
                  </a:lnTo>
                  <a:lnTo>
                    <a:pt x="565437" y="669348"/>
                  </a:lnTo>
                  <a:lnTo>
                    <a:pt x="570874" y="669348"/>
                  </a:lnTo>
                  <a:lnTo>
                    <a:pt x="570874" y="671798"/>
                  </a:lnTo>
                  <a:lnTo>
                    <a:pt x="576311" y="671798"/>
                  </a:lnTo>
                  <a:lnTo>
                    <a:pt x="576311" y="676703"/>
                  </a:lnTo>
                  <a:lnTo>
                    <a:pt x="581747" y="676703"/>
                  </a:lnTo>
                  <a:lnTo>
                    <a:pt x="581747" y="687743"/>
                  </a:lnTo>
                  <a:lnTo>
                    <a:pt x="587184" y="687743"/>
                  </a:lnTo>
                  <a:lnTo>
                    <a:pt x="587184" y="693882"/>
                  </a:lnTo>
                  <a:lnTo>
                    <a:pt x="592621" y="693882"/>
                  </a:lnTo>
                  <a:lnTo>
                    <a:pt x="592621" y="700022"/>
                  </a:lnTo>
                  <a:lnTo>
                    <a:pt x="598058" y="700022"/>
                  </a:lnTo>
                  <a:lnTo>
                    <a:pt x="598058" y="702479"/>
                  </a:lnTo>
                  <a:lnTo>
                    <a:pt x="603495" y="702479"/>
                  </a:lnTo>
                  <a:lnTo>
                    <a:pt x="603495" y="711085"/>
                  </a:lnTo>
                  <a:lnTo>
                    <a:pt x="608932" y="711085"/>
                  </a:lnTo>
                  <a:lnTo>
                    <a:pt x="608932" y="716007"/>
                  </a:lnTo>
                  <a:lnTo>
                    <a:pt x="614369" y="716007"/>
                  </a:lnTo>
                  <a:lnTo>
                    <a:pt x="614369" y="723401"/>
                  </a:lnTo>
                  <a:lnTo>
                    <a:pt x="619806" y="723401"/>
                  </a:lnTo>
                  <a:lnTo>
                    <a:pt x="619806" y="735735"/>
                  </a:lnTo>
                  <a:lnTo>
                    <a:pt x="625243" y="735735"/>
                  </a:lnTo>
                  <a:lnTo>
                    <a:pt x="625243" y="744372"/>
                  </a:lnTo>
                  <a:lnTo>
                    <a:pt x="630680" y="744372"/>
                  </a:lnTo>
                  <a:lnTo>
                    <a:pt x="630680" y="750549"/>
                  </a:lnTo>
                  <a:lnTo>
                    <a:pt x="636116" y="750549"/>
                  </a:lnTo>
                  <a:lnTo>
                    <a:pt x="636116" y="756728"/>
                  </a:lnTo>
                  <a:lnTo>
                    <a:pt x="641553" y="756728"/>
                  </a:lnTo>
                  <a:lnTo>
                    <a:pt x="641553" y="764144"/>
                  </a:lnTo>
                  <a:lnTo>
                    <a:pt x="646990" y="764144"/>
                  </a:lnTo>
                  <a:lnTo>
                    <a:pt x="646990" y="766618"/>
                  </a:lnTo>
                  <a:lnTo>
                    <a:pt x="652427" y="766618"/>
                  </a:lnTo>
                  <a:lnTo>
                    <a:pt x="652427" y="772807"/>
                  </a:lnTo>
                  <a:lnTo>
                    <a:pt x="657864" y="772807"/>
                  </a:lnTo>
                  <a:lnTo>
                    <a:pt x="657864" y="779002"/>
                  </a:lnTo>
                  <a:lnTo>
                    <a:pt x="663301" y="779002"/>
                  </a:lnTo>
                  <a:lnTo>
                    <a:pt x="663301" y="786440"/>
                  </a:lnTo>
                  <a:lnTo>
                    <a:pt x="668738" y="786440"/>
                  </a:lnTo>
                  <a:lnTo>
                    <a:pt x="668738" y="791401"/>
                  </a:lnTo>
                  <a:lnTo>
                    <a:pt x="674175" y="791401"/>
                  </a:lnTo>
                  <a:lnTo>
                    <a:pt x="674175" y="801325"/>
                  </a:lnTo>
                  <a:lnTo>
                    <a:pt x="679612" y="801325"/>
                  </a:lnTo>
                  <a:lnTo>
                    <a:pt x="679612" y="807532"/>
                  </a:lnTo>
                  <a:lnTo>
                    <a:pt x="685049" y="807532"/>
                  </a:lnTo>
                  <a:lnTo>
                    <a:pt x="685049" y="812505"/>
                  </a:lnTo>
                  <a:lnTo>
                    <a:pt x="690485" y="812505"/>
                  </a:lnTo>
                  <a:lnTo>
                    <a:pt x="690485" y="819975"/>
                  </a:lnTo>
                  <a:lnTo>
                    <a:pt x="695922" y="819975"/>
                  </a:lnTo>
                  <a:lnTo>
                    <a:pt x="695922" y="827447"/>
                  </a:lnTo>
                  <a:lnTo>
                    <a:pt x="701359" y="827447"/>
                  </a:lnTo>
                  <a:lnTo>
                    <a:pt x="701359" y="838664"/>
                  </a:lnTo>
                  <a:lnTo>
                    <a:pt x="706796" y="838664"/>
                  </a:lnTo>
                  <a:lnTo>
                    <a:pt x="706796" y="846145"/>
                  </a:lnTo>
                  <a:lnTo>
                    <a:pt x="712233" y="846145"/>
                  </a:lnTo>
                  <a:lnTo>
                    <a:pt x="712233" y="852383"/>
                  </a:lnTo>
                  <a:lnTo>
                    <a:pt x="717670" y="852383"/>
                  </a:lnTo>
                  <a:lnTo>
                    <a:pt x="717670" y="856128"/>
                  </a:lnTo>
                  <a:lnTo>
                    <a:pt x="723107" y="856128"/>
                  </a:lnTo>
                  <a:lnTo>
                    <a:pt x="723107" y="864867"/>
                  </a:lnTo>
                  <a:lnTo>
                    <a:pt x="728544" y="864867"/>
                  </a:lnTo>
                  <a:lnTo>
                    <a:pt x="728544" y="869867"/>
                  </a:lnTo>
                  <a:lnTo>
                    <a:pt x="733981" y="869867"/>
                  </a:lnTo>
                  <a:lnTo>
                    <a:pt x="733981" y="881121"/>
                  </a:lnTo>
                  <a:lnTo>
                    <a:pt x="739418" y="881121"/>
                  </a:lnTo>
                  <a:lnTo>
                    <a:pt x="739418" y="887376"/>
                  </a:lnTo>
                  <a:lnTo>
                    <a:pt x="744854" y="887376"/>
                  </a:lnTo>
                  <a:lnTo>
                    <a:pt x="744854" y="892382"/>
                  </a:lnTo>
                  <a:lnTo>
                    <a:pt x="750291" y="892382"/>
                  </a:lnTo>
                  <a:lnTo>
                    <a:pt x="750291" y="899893"/>
                  </a:lnTo>
                  <a:lnTo>
                    <a:pt x="755728" y="899893"/>
                  </a:lnTo>
                  <a:lnTo>
                    <a:pt x="755728" y="903650"/>
                  </a:lnTo>
                  <a:lnTo>
                    <a:pt x="761165" y="903650"/>
                  </a:lnTo>
                  <a:lnTo>
                    <a:pt x="761165" y="907408"/>
                  </a:lnTo>
                  <a:lnTo>
                    <a:pt x="766602" y="907408"/>
                  </a:lnTo>
                  <a:lnTo>
                    <a:pt x="766602" y="909914"/>
                  </a:lnTo>
                  <a:lnTo>
                    <a:pt x="772039" y="909914"/>
                  </a:lnTo>
                  <a:lnTo>
                    <a:pt x="772039" y="919943"/>
                  </a:lnTo>
                  <a:lnTo>
                    <a:pt x="777476" y="919943"/>
                  </a:lnTo>
                  <a:lnTo>
                    <a:pt x="777476" y="927468"/>
                  </a:lnTo>
                  <a:lnTo>
                    <a:pt x="782913" y="927468"/>
                  </a:lnTo>
                  <a:lnTo>
                    <a:pt x="782913" y="936249"/>
                  </a:lnTo>
                  <a:lnTo>
                    <a:pt x="788350" y="936249"/>
                  </a:lnTo>
                  <a:lnTo>
                    <a:pt x="788350" y="942522"/>
                  </a:lnTo>
                  <a:lnTo>
                    <a:pt x="793786" y="942522"/>
                  </a:lnTo>
                  <a:lnTo>
                    <a:pt x="793786" y="947543"/>
                  </a:lnTo>
                  <a:lnTo>
                    <a:pt x="799223" y="947543"/>
                  </a:lnTo>
                  <a:lnTo>
                    <a:pt x="799223" y="950054"/>
                  </a:lnTo>
                  <a:lnTo>
                    <a:pt x="804660" y="950054"/>
                  </a:lnTo>
                  <a:lnTo>
                    <a:pt x="804660" y="957592"/>
                  </a:lnTo>
                  <a:lnTo>
                    <a:pt x="810097" y="957592"/>
                  </a:lnTo>
                  <a:lnTo>
                    <a:pt x="810097" y="960104"/>
                  </a:lnTo>
                  <a:lnTo>
                    <a:pt x="815534" y="960104"/>
                  </a:lnTo>
                  <a:lnTo>
                    <a:pt x="815534" y="971421"/>
                  </a:lnTo>
                  <a:lnTo>
                    <a:pt x="820971" y="971421"/>
                  </a:lnTo>
                  <a:lnTo>
                    <a:pt x="820971" y="976451"/>
                  </a:lnTo>
                  <a:lnTo>
                    <a:pt x="826408" y="976451"/>
                  </a:lnTo>
                  <a:lnTo>
                    <a:pt x="826408" y="986517"/>
                  </a:lnTo>
                  <a:lnTo>
                    <a:pt x="831845" y="986517"/>
                  </a:lnTo>
                  <a:lnTo>
                    <a:pt x="831845" y="990295"/>
                  </a:lnTo>
                  <a:lnTo>
                    <a:pt x="837282" y="990295"/>
                  </a:lnTo>
                  <a:lnTo>
                    <a:pt x="837282" y="996593"/>
                  </a:lnTo>
                  <a:lnTo>
                    <a:pt x="842719" y="996593"/>
                  </a:lnTo>
                  <a:lnTo>
                    <a:pt x="842719" y="1006685"/>
                  </a:lnTo>
                  <a:lnTo>
                    <a:pt x="848155" y="1006685"/>
                  </a:lnTo>
                  <a:lnTo>
                    <a:pt x="848155" y="1014257"/>
                  </a:lnTo>
                  <a:lnTo>
                    <a:pt x="853592" y="1014257"/>
                  </a:lnTo>
                  <a:lnTo>
                    <a:pt x="853592" y="1020570"/>
                  </a:lnTo>
                  <a:lnTo>
                    <a:pt x="859029" y="1020570"/>
                  </a:lnTo>
                  <a:lnTo>
                    <a:pt x="859029" y="1028150"/>
                  </a:lnTo>
                  <a:lnTo>
                    <a:pt x="864466" y="1028150"/>
                  </a:lnTo>
                  <a:lnTo>
                    <a:pt x="864466" y="1031940"/>
                  </a:lnTo>
                  <a:lnTo>
                    <a:pt x="869903" y="1031940"/>
                  </a:lnTo>
                  <a:lnTo>
                    <a:pt x="869903" y="1036996"/>
                  </a:lnTo>
                  <a:lnTo>
                    <a:pt x="875340" y="1036996"/>
                  </a:lnTo>
                  <a:lnTo>
                    <a:pt x="875340" y="1043316"/>
                  </a:lnTo>
                  <a:lnTo>
                    <a:pt x="880777" y="1043316"/>
                  </a:lnTo>
                  <a:lnTo>
                    <a:pt x="880777" y="1044581"/>
                  </a:lnTo>
                  <a:lnTo>
                    <a:pt x="886214" y="1044581"/>
                  </a:lnTo>
                  <a:lnTo>
                    <a:pt x="886214" y="1047112"/>
                  </a:lnTo>
                  <a:lnTo>
                    <a:pt x="891651" y="1047112"/>
                  </a:lnTo>
                  <a:lnTo>
                    <a:pt x="891651" y="1052176"/>
                  </a:lnTo>
                  <a:lnTo>
                    <a:pt x="897088" y="1052176"/>
                  </a:lnTo>
                  <a:lnTo>
                    <a:pt x="897088" y="1058506"/>
                  </a:lnTo>
                  <a:lnTo>
                    <a:pt x="902524" y="1058506"/>
                  </a:lnTo>
                  <a:lnTo>
                    <a:pt x="902524" y="1063572"/>
                  </a:lnTo>
                  <a:lnTo>
                    <a:pt x="907961" y="1063572"/>
                  </a:lnTo>
                  <a:lnTo>
                    <a:pt x="907961" y="1068642"/>
                  </a:lnTo>
                  <a:lnTo>
                    <a:pt x="913398" y="1068642"/>
                  </a:lnTo>
                  <a:lnTo>
                    <a:pt x="913398" y="1074986"/>
                  </a:lnTo>
                  <a:lnTo>
                    <a:pt x="918835" y="1074986"/>
                  </a:lnTo>
                  <a:lnTo>
                    <a:pt x="918835" y="1080069"/>
                  </a:lnTo>
                  <a:lnTo>
                    <a:pt x="924272" y="1080069"/>
                  </a:lnTo>
                  <a:lnTo>
                    <a:pt x="924272" y="1085157"/>
                  </a:lnTo>
                  <a:lnTo>
                    <a:pt x="929709" y="1085157"/>
                  </a:lnTo>
                  <a:lnTo>
                    <a:pt x="929709" y="1088972"/>
                  </a:lnTo>
                  <a:lnTo>
                    <a:pt x="935146" y="1088972"/>
                  </a:lnTo>
                  <a:lnTo>
                    <a:pt x="935146" y="1091517"/>
                  </a:lnTo>
                  <a:lnTo>
                    <a:pt x="940583" y="1091517"/>
                  </a:lnTo>
                  <a:lnTo>
                    <a:pt x="940583" y="1095336"/>
                  </a:lnTo>
                  <a:lnTo>
                    <a:pt x="946020" y="1095336"/>
                  </a:lnTo>
                  <a:lnTo>
                    <a:pt x="946020" y="1096609"/>
                  </a:lnTo>
                  <a:lnTo>
                    <a:pt x="951457" y="1096609"/>
                  </a:lnTo>
                  <a:lnTo>
                    <a:pt x="951457" y="1101704"/>
                  </a:lnTo>
                  <a:lnTo>
                    <a:pt x="956893" y="1101704"/>
                  </a:lnTo>
                  <a:lnTo>
                    <a:pt x="956893" y="1106803"/>
                  </a:lnTo>
                  <a:lnTo>
                    <a:pt x="962330" y="1106803"/>
                  </a:lnTo>
                  <a:lnTo>
                    <a:pt x="962330" y="1115730"/>
                  </a:lnTo>
                  <a:lnTo>
                    <a:pt x="967767" y="1115730"/>
                  </a:lnTo>
                  <a:lnTo>
                    <a:pt x="967767" y="1124661"/>
                  </a:lnTo>
                  <a:lnTo>
                    <a:pt x="973204" y="1124661"/>
                  </a:lnTo>
                  <a:lnTo>
                    <a:pt x="973204" y="1131042"/>
                  </a:lnTo>
                  <a:lnTo>
                    <a:pt x="978641" y="1131042"/>
                  </a:lnTo>
                  <a:lnTo>
                    <a:pt x="978641" y="1136149"/>
                  </a:lnTo>
                  <a:lnTo>
                    <a:pt x="984078" y="1136149"/>
                  </a:lnTo>
                  <a:lnTo>
                    <a:pt x="984078" y="1142533"/>
                  </a:lnTo>
                  <a:lnTo>
                    <a:pt x="989515" y="1142533"/>
                  </a:lnTo>
                  <a:lnTo>
                    <a:pt x="989515" y="1148918"/>
                  </a:lnTo>
                  <a:lnTo>
                    <a:pt x="994952" y="1148918"/>
                  </a:lnTo>
                  <a:lnTo>
                    <a:pt x="994952" y="1152753"/>
                  </a:lnTo>
                  <a:lnTo>
                    <a:pt x="1000389" y="1152753"/>
                  </a:lnTo>
                  <a:lnTo>
                    <a:pt x="1000389" y="1159145"/>
                  </a:lnTo>
                  <a:lnTo>
                    <a:pt x="1005825" y="1159145"/>
                  </a:lnTo>
                  <a:lnTo>
                    <a:pt x="1005825" y="1161703"/>
                  </a:lnTo>
                  <a:lnTo>
                    <a:pt x="1011262" y="1161703"/>
                  </a:lnTo>
                  <a:lnTo>
                    <a:pt x="1011262" y="1170657"/>
                  </a:lnTo>
                  <a:lnTo>
                    <a:pt x="1016699" y="1170657"/>
                  </a:lnTo>
                  <a:lnTo>
                    <a:pt x="1016699" y="1175775"/>
                  </a:lnTo>
                  <a:lnTo>
                    <a:pt x="1027573" y="1175775"/>
                  </a:lnTo>
                  <a:lnTo>
                    <a:pt x="1027573" y="1182174"/>
                  </a:lnTo>
                  <a:lnTo>
                    <a:pt x="1033010" y="1182174"/>
                  </a:lnTo>
                  <a:lnTo>
                    <a:pt x="1033010" y="1186018"/>
                  </a:lnTo>
                  <a:lnTo>
                    <a:pt x="1038447" y="1186018"/>
                  </a:lnTo>
                  <a:lnTo>
                    <a:pt x="1038447" y="1194990"/>
                  </a:lnTo>
                  <a:lnTo>
                    <a:pt x="1043884" y="1194990"/>
                  </a:lnTo>
                  <a:lnTo>
                    <a:pt x="1043884" y="1197554"/>
                  </a:lnTo>
                  <a:lnTo>
                    <a:pt x="1049321" y="1197554"/>
                  </a:lnTo>
                  <a:lnTo>
                    <a:pt x="1049321" y="1202682"/>
                  </a:lnTo>
                  <a:lnTo>
                    <a:pt x="1054758" y="1202682"/>
                  </a:lnTo>
                  <a:lnTo>
                    <a:pt x="1054758" y="1209093"/>
                  </a:lnTo>
                  <a:lnTo>
                    <a:pt x="1060194" y="1209093"/>
                  </a:lnTo>
                  <a:lnTo>
                    <a:pt x="1060194" y="1215507"/>
                  </a:lnTo>
                  <a:lnTo>
                    <a:pt x="1065631" y="1215507"/>
                  </a:lnTo>
                  <a:lnTo>
                    <a:pt x="1065631" y="1225771"/>
                  </a:lnTo>
                  <a:lnTo>
                    <a:pt x="1071068" y="1225771"/>
                  </a:lnTo>
                  <a:lnTo>
                    <a:pt x="1071068" y="1232193"/>
                  </a:lnTo>
                  <a:lnTo>
                    <a:pt x="1076505" y="1232193"/>
                  </a:lnTo>
                  <a:lnTo>
                    <a:pt x="1076505" y="1236049"/>
                  </a:lnTo>
                  <a:lnTo>
                    <a:pt x="1081942" y="1236049"/>
                  </a:lnTo>
                  <a:lnTo>
                    <a:pt x="1081942" y="1241191"/>
                  </a:lnTo>
                  <a:lnTo>
                    <a:pt x="1087379" y="1241191"/>
                  </a:lnTo>
                  <a:lnTo>
                    <a:pt x="1087379" y="1251476"/>
                  </a:lnTo>
                  <a:lnTo>
                    <a:pt x="1092816" y="1251476"/>
                  </a:lnTo>
                  <a:lnTo>
                    <a:pt x="1092816" y="1264335"/>
                  </a:lnTo>
                  <a:lnTo>
                    <a:pt x="1098253" y="1264335"/>
                  </a:lnTo>
                  <a:lnTo>
                    <a:pt x="1098253" y="1272052"/>
                  </a:lnTo>
                  <a:lnTo>
                    <a:pt x="1103690" y="1272052"/>
                  </a:lnTo>
                  <a:lnTo>
                    <a:pt x="1103690" y="1275911"/>
                  </a:lnTo>
                  <a:lnTo>
                    <a:pt x="1109127" y="1275911"/>
                  </a:lnTo>
                  <a:lnTo>
                    <a:pt x="1109127" y="1282346"/>
                  </a:lnTo>
                  <a:lnTo>
                    <a:pt x="1114563" y="1282346"/>
                  </a:lnTo>
                  <a:lnTo>
                    <a:pt x="1114563" y="1288781"/>
                  </a:lnTo>
                  <a:lnTo>
                    <a:pt x="1120000" y="1288781"/>
                  </a:lnTo>
                  <a:lnTo>
                    <a:pt x="1120000" y="1296504"/>
                  </a:lnTo>
                  <a:lnTo>
                    <a:pt x="1125437" y="1296504"/>
                  </a:lnTo>
                  <a:lnTo>
                    <a:pt x="1125437" y="1297792"/>
                  </a:lnTo>
                  <a:lnTo>
                    <a:pt x="1130874" y="1297792"/>
                  </a:lnTo>
                  <a:lnTo>
                    <a:pt x="1130874" y="1302943"/>
                  </a:lnTo>
                  <a:lnTo>
                    <a:pt x="1136311" y="1302943"/>
                  </a:lnTo>
                  <a:lnTo>
                    <a:pt x="1136311" y="1310673"/>
                  </a:lnTo>
                  <a:lnTo>
                    <a:pt x="1141748" y="1310673"/>
                  </a:lnTo>
                  <a:lnTo>
                    <a:pt x="1141748" y="1317116"/>
                  </a:lnTo>
                  <a:lnTo>
                    <a:pt x="1147185" y="1317116"/>
                  </a:lnTo>
                  <a:lnTo>
                    <a:pt x="1147185" y="1327433"/>
                  </a:lnTo>
                  <a:lnTo>
                    <a:pt x="1152622" y="1327433"/>
                  </a:lnTo>
                  <a:lnTo>
                    <a:pt x="1152622" y="1333884"/>
                  </a:lnTo>
                  <a:lnTo>
                    <a:pt x="1158059" y="1333884"/>
                  </a:lnTo>
                  <a:lnTo>
                    <a:pt x="1158059" y="1336465"/>
                  </a:lnTo>
                  <a:lnTo>
                    <a:pt x="1163495" y="1336465"/>
                  </a:lnTo>
                  <a:lnTo>
                    <a:pt x="1163495" y="1340337"/>
                  </a:lnTo>
                  <a:lnTo>
                    <a:pt x="1168932" y="1340337"/>
                  </a:lnTo>
                  <a:lnTo>
                    <a:pt x="1168932" y="1346794"/>
                  </a:lnTo>
                  <a:lnTo>
                    <a:pt x="1174369" y="1346794"/>
                  </a:lnTo>
                  <a:lnTo>
                    <a:pt x="1174369" y="1350670"/>
                  </a:lnTo>
                  <a:lnTo>
                    <a:pt x="1179806" y="1350670"/>
                  </a:lnTo>
                  <a:lnTo>
                    <a:pt x="1179806" y="1354547"/>
                  </a:lnTo>
                  <a:lnTo>
                    <a:pt x="1185243" y="1354547"/>
                  </a:lnTo>
                  <a:lnTo>
                    <a:pt x="1185243" y="1358427"/>
                  </a:lnTo>
                  <a:lnTo>
                    <a:pt x="1190680" y="1358427"/>
                  </a:lnTo>
                  <a:lnTo>
                    <a:pt x="1190680" y="1361015"/>
                  </a:lnTo>
                  <a:lnTo>
                    <a:pt x="1196117" y="1361015"/>
                  </a:lnTo>
                  <a:lnTo>
                    <a:pt x="1196117" y="1366192"/>
                  </a:lnTo>
                  <a:lnTo>
                    <a:pt x="1201554" y="1366192"/>
                  </a:lnTo>
                  <a:lnTo>
                    <a:pt x="1201554" y="1370076"/>
                  </a:lnTo>
                  <a:lnTo>
                    <a:pt x="1206991" y="1370076"/>
                  </a:lnTo>
                  <a:lnTo>
                    <a:pt x="1206991" y="1373961"/>
                  </a:lnTo>
                  <a:lnTo>
                    <a:pt x="1212428" y="1373961"/>
                  </a:lnTo>
                  <a:lnTo>
                    <a:pt x="1212428" y="1376551"/>
                  </a:lnTo>
                  <a:lnTo>
                    <a:pt x="1217864" y="1376551"/>
                  </a:lnTo>
                  <a:lnTo>
                    <a:pt x="1217864" y="1377846"/>
                  </a:lnTo>
                  <a:lnTo>
                    <a:pt x="1223301" y="1377846"/>
                  </a:lnTo>
                  <a:lnTo>
                    <a:pt x="1223301" y="1384326"/>
                  </a:lnTo>
                  <a:lnTo>
                    <a:pt x="1228738" y="1384326"/>
                  </a:lnTo>
                  <a:lnTo>
                    <a:pt x="1228738" y="1388216"/>
                  </a:lnTo>
                  <a:lnTo>
                    <a:pt x="1239612" y="1388216"/>
                  </a:lnTo>
                  <a:lnTo>
                    <a:pt x="1239612" y="1392108"/>
                  </a:lnTo>
                  <a:lnTo>
                    <a:pt x="1245049" y="1392108"/>
                  </a:lnTo>
                  <a:lnTo>
                    <a:pt x="1245049" y="1394703"/>
                  </a:lnTo>
                  <a:lnTo>
                    <a:pt x="1250486" y="1394703"/>
                  </a:lnTo>
                  <a:lnTo>
                    <a:pt x="1250486" y="1398597"/>
                  </a:lnTo>
                  <a:lnTo>
                    <a:pt x="1255923" y="1398597"/>
                  </a:lnTo>
                  <a:lnTo>
                    <a:pt x="1255923" y="1405091"/>
                  </a:lnTo>
                  <a:lnTo>
                    <a:pt x="1261360" y="1405091"/>
                  </a:lnTo>
                  <a:lnTo>
                    <a:pt x="1261360" y="1412891"/>
                  </a:lnTo>
                  <a:lnTo>
                    <a:pt x="1266797" y="1412891"/>
                  </a:lnTo>
                  <a:lnTo>
                    <a:pt x="1266797" y="1414192"/>
                  </a:lnTo>
                  <a:lnTo>
                    <a:pt x="1272233" y="1414192"/>
                  </a:lnTo>
                  <a:lnTo>
                    <a:pt x="1272233" y="1419395"/>
                  </a:lnTo>
                  <a:lnTo>
                    <a:pt x="1277670" y="1419395"/>
                  </a:lnTo>
                  <a:lnTo>
                    <a:pt x="1277670" y="1424598"/>
                  </a:lnTo>
                  <a:lnTo>
                    <a:pt x="1283107" y="1424598"/>
                  </a:lnTo>
                  <a:lnTo>
                    <a:pt x="1283107" y="1425899"/>
                  </a:lnTo>
                  <a:lnTo>
                    <a:pt x="1288544" y="1425899"/>
                  </a:lnTo>
                  <a:lnTo>
                    <a:pt x="1288544" y="1428501"/>
                  </a:lnTo>
                  <a:lnTo>
                    <a:pt x="1293981" y="1428501"/>
                  </a:lnTo>
                  <a:lnTo>
                    <a:pt x="1293981" y="1435009"/>
                  </a:lnTo>
                  <a:lnTo>
                    <a:pt x="1299418" y="1435009"/>
                  </a:lnTo>
                  <a:lnTo>
                    <a:pt x="1299418" y="1438914"/>
                  </a:lnTo>
                  <a:lnTo>
                    <a:pt x="1304855" y="1438914"/>
                  </a:lnTo>
                  <a:lnTo>
                    <a:pt x="1304855" y="1440216"/>
                  </a:lnTo>
                  <a:lnTo>
                    <a:pt x="1310292" y="1440216"/>
                  </a:lnTo>
                  <a:lnTo>
                    <a:pt x="1310292" y="1444122"/>
                  </a:lnTo>
                  <a:lnTo>
                    <a:pt x="1315729" y="1444122"/>
                  </a:lnTo>
                  <a:lnTo>
                    <a:pt x="1315729" y="1449332"/>
                  </a:lnTo>
                  <a:lnTo>
                    <a:pt x="1321166" y="1449332"/>
                  </a:lnTo>
                  <a:lnTo>
                    <a:pt x="1321166" y="1455844"/>
                  </a:lnTo>
                  <a:lnTo>
                    <a:pt x="1326602" y="1455844"/>
                  </a:lnTo>
                  <a:lnTo>
                    <a:pt x="1326602" y="1461054"/>
                  </a:lnTo>
                  <a:lnTo>
                    <a:pt x="1332039" y="1461054"/>
                  </a:lnTo>
                  <a:lnTo>
                    <a:pt x="1332039" y="1461054"/>
                  </a:lnTo>
                  <a:lnTo>
                    <a:pt x="1337476" y="1461054"/>
                  </a:lnTo>
                  <a:lnTo>
                    <a:pt x="1337476" y="1464965"/>
                  </a:lnTo>
                  <a:lnTo>
                    <a:pt x="1342913" y="1464965"/>
                  </a:lnTo>
                  <a:lnTo>
                    <a:pt x="1342913" y="1468877"/>
                  </a:lnTo>
                  <a:lnTo>
                    <a:pt x="1348350" y="1468877"/>
                  </a:lnTo>
                  <a:lnTo>
                    <a:pt x="1348350" y="1476702"/>
                  </a:lnTo>
                  <a:lnTo>
                    <a:pt x="1353787" y="1476702"/>
                  </a:lnTo>
                  <a:lnTo>
                    <a:pt x="1353787" y="1481920"/>
                  </a:lnTo>
                  <a:lnTo>
                    <a:pt x="1359224" y="1481920"/>
                  </a:lnTo>
                  <a:lnTo>
                    <a:pt x="1359224" y="1483224"/>
                  </a:lnTo>
                  <a:lnTo>
                    <a:pt x="1364661" y="1483224"/>
                  </a:lnTo>
                  <a:lnTo>
                    <a:pt x="1364661" y="1488446"/>
                  </a:lnTo>
                  <a:lnTo>
                    <a:pt x="1370098" y="1488446"/>
                  </a:lnTo>
                  <a:lnTo>
                    <a:pt x="1370098" y="1494975"/>
                  </a:lnTo>
                  <a:lnTo>
                    <a:pt x="1375534" y="1494975"/>
                  </a:lnTo>
                  <a:lnTo>
                    <a:pt x="1375534" y="1496282"/>
                  </a:lnTo>
                  <a:lnTo>
                    <a:pt x="1380971" y="1496282"/>
                  </a:lnTo>
                  <a:lnTo>
                    <a:pt x="1380971" y="1498897"/>
                  </a:lnTo>
                  <a:lnTo>
                    <a:pt x="1386408" y="1498897"/>
                  </a:lnTo>
                  <a:lnTo>
                    <a:pt x="1386408" y="1504127"/>
                  </a:lnTo>
                  <a:lnTo>
                    <a:pt x="1391845" y="1504127"/>
                  </a:lnTo>
                  <a:lnTo>
                    <a:pt x="1391845" y="1506743"/>
                  </a:lnTo>
                  <a:lnTo>
                    <a:pt x="1397282" y="1506743"/>
                  </a:lnTo>
                  <a:lnTo>
                    <a:pt x="1397282" y="1509361"/>
                  </a:lnTo>
                  <a:lnTo>
                    <a:pt x="1402719" y="1509361"/>
                  </a:lnTo>
                  <a:lnTo>
                    <a:pt x="1402719" y="1511979"/>
                  </a:lnTo>
                  <a:lnTo>
                    <a:pt x="1408156" y="1511979"/>
                  </a:lnTo>
                  <a:lnTo>
                    <a:pt x="1408156" y="1517215"/>
                  </a:lnTo>
                  <a:lnTo>
                    <a:pt x="1413593" y="1517215"/>
                  </a:lnTo>
                  <a:lnTo>
                    <a:pt x="1413593" y="1519835"/>
                  </a:lnTo>
                  <a:lnTo>
                    <a:pt x="1419030" y="1519835"/>
                  </a:lnTo>
                  <a:lnTo>
                    <a:pt x="1419030" y="1525074"/>
                  </a:lnTo>
                  <a:lnTo>
                    <a:pt x="1424467" y="1525074"/>
                  </a:lnTo>
                  <a:lnTo>
                    <a:pt x="1424467" y="1529003"/>
                  </a:lnTo>
                  <a:lnTo>
                    <a:pt x="1429903" y="1529003"/>
                  </a:lnTo>
                  <a:lnTo>
                    <a:pt x="1429903" y="1531623"/>
                  </a:lnTo>
                  <a:lnTo>
                    <a:pt x="1435340" y="1531623"/>
                  </a:lnTo>
                  <a:lnTo>
                    <a:pt x="1435340" y="1535555"/>
                  </a:lnTo>
                  <a:lnTo>
                    <a:pt x="1440777" y="1535555"/>
                  </a:lnTo>
                  <a:lnTo>
                    <a:pt x="1440777" y="1540801"/>
                  </a:lnTo>
                  <a:lnTo>
                    <a:pt x="1446214" y="1540801"/>
                  </a:lnTo>
                  <a:lnTo>
                    <a:pt x="1446214" y="1546047"/>
                  </a:lnTo>
                  <a:lnTo>
                    <a:pt x="1451651" y="1546047"/>
                  </a:lnTo>
                  <a:lnTo>
                    <a:pt x="1451651" y="1559165"/>
                  </a:lnTo>
                  <a:lnTo>
                    <a:pt x="1457088" y="1559165"/>
                  </a:lnTo>
                  <a:lnTo>
                    <a:pt x="1457088" y="1561789"/>
                  </a:lnTo>
                  <a:lnTo>
                    <a:pt x="1462525" y="1561789"/>
                  </a:lnTo>
                  <a:lnTo>
                    <a:pt x="1462525" y="1563102"/>
                  </a:lnTo>
                  <a:lnTo>
                    <a:pt x="1467962" y="1563102"/>
                  </a:lnTo>
                  <a:lnTo>
                    <a:pt x="1467962" y="1565727"/>
                  </a:lnTo>
                  <a:lnTo>
                    <a:pt x="1473399" y="1565727"/>
                  </a:lnTo>
                  <a:lnTo>
                    <a:pt x="1473399" y="1569664"/>
                  </a:lnTo>
                  <a:lnTo>
                    <a:pt x="1478836" y="1569664"/>
                  </a:lnTo>
                  <a:lnTo>
                    <a:pt x="1478836" y="1576230"/>
                  </a:lnTo>
                  <a:lnTo>
                    <a:pt x="1484272" y="1576230"/>
                  </a:lnTo>
                  <a:lnTo>
                    <a:pt x="1484272" y="1577543"/>
                  </a:lnTo>
                  <a:lnTo>
                    <a:pt x="1489709" y="1577543"/>
                  </a:lnTo>
                  <a:lnTo>
                    <a:pt x="1489709" y="1584110"/>
                  </a:lnTo>
                  <a:lnTo>
                    <a:pt x="1495146" y="1584110"/>
                  </a:lnTo>
                  <a:lnTo>
                    <a:pt x="1495146" y="1591993"/>
                  </a:lnTo>
                  <a:lnTo>
                    <a:pt x="1500583" y="1591993"/>
                  </a:lnTo>
                  <a:lnTo>
                    <a:pt x="1500583" y="1593308"/>
                  </a:lnTo>
                  <a:lnTo>
                    <a:pt x="1506020" y="1593308"/>
                  </a:lnTo>
                  <a:lnTo>
                    <a:pt x="1506020" y="1594622"/>
                  </a:lnTo>
                  <a:lnTo>
                    <a:pt x="1511457" y="1594622"/>
                  </a:lnTo>
                  <a:lnTo>
                    <a:pt x="1511457" y="1599880"/>
                  </a:lnTo>
                  <a:lnTo>
                    <a:pt x="1516894" y="1599880"/>
                  </a:lnTo>
                  <a:lnTo>
                    <a:pt x="1516894" y="1605142"/>
                  </a:lnTo>
                  <a:lnTo>
                    <a:pt x="1522331" y="1605142"/>
                  </a:lnTo>
                  <a:lnTo>
                    <a:pt x="1522331" y="1607774"/>
                  </a:lnTo>
                  <a:lnTo>
                    <a:pt x="1527768" y="1607774"/>
                  </a:lnTo>
                  <a:lnTo>
                    <a:pt x="1527768" y="1610407"/>
                  </a:lnTo>
                  <a:lnTo>
                    <a:pt x="1533205" y="1610407"/>
                  </a:lnTo>
                  <a:lnTo>
                    <a:pt x="1533205" y="1615676"/>
                  </a:lnTo>
                  <a:lnTo>
                    <a:pt x="1538641" y="1615676"/>
                  </a:lnTo>
                  <a:lnTo>
                    <a:pt x="1538641" y="1619628"/>
                  </a:lnTo>
                  <a:lnTo>
                    <a:pt x="1544078" y="1619628"/>
                  </a:lnTo>
                  <a:lnTo>
                    <a:pt x="1544078" y="1620946"/>
                  </a:lnTo>
                  <a:lnTo>
                    <a:pt x="1549515" y="1620946"/>
                  </a:lnTo>
                  <a:lnTo>
                    <a:pt x="1549515" y="1623581"/>
                  </a:lnTo>
                  <a:lnTo>
                    <a:pt x="1554952" y="1623581"/>
                  </a:lnTo>
                  <a:lnTo>
                    <a:pt x="1554952" y="1626218"/>
                  </a:lnTo>
                  <a:lnTo>
                    <a:pt x="1560389" y="1626218"/>
                  </a:lnTo>
                  <a:lnTo>
                    <a:pt x="1560389" y="1631492"/>
                  </a:lnTo>
                  <a:lnTo>
                    <a:pt x="1565826" y="1631492"/>
                  </a:lnTo>
                  <a:lnTo>
                    <a:pt x="1565826" y="1635449"/>
                  </a:lnTo>
                  <a:lnTo>
                    <a:pt x="1571263" y="1635449"/>
                  </a:lnTo>
                  <a:lnTo>
                    <a:pt x="1571263" y="1640726"/>
                  </a:lnTo>
                  <a:lnTo>
                    <a:pt x="1576700" y="1640726"/>
                  </a:lnTo>
                  <a:lnTo>
                    <a:pt x="1576700" y="1648642"/>
                  </a:lnTo>
                  <a:lnTo>
                    <a:pt x="1582137" y="1648642"/>
                  </a:lnTo>
                  <a:lnTo>
                    <a:pt x="1582137" y="1651281"/>
                  </a:lnTo>
                  <a:lnTo>
                    <a:pt x="1587573" y="1651281"/>
                  </a:lnTo>
                  <a:lnTo>
                    <a:pt x="1587573" y="1657881"/>
                  </a:lnTo>
                  <a:lnTo>
                    <a:pt x="1593010" y="1657881"/>
                  </a:lnTo>
                  <a:lnTo>
                    <a:pt x="1593010" y="1660521"/>
                  </a:lnTo>
                  <a:lnTo>
                    <a:pt x="1598447" y="1660521"/>
                  </a:lnTo>
                  <a:lnTo>
                    <a:pt x="1598447" y="1663162"/>
                  </a:lnTo>
                  <a:lnTo>
                    <a:pt x="1603884" y="1663162"/>
                  </a:lnTo>
                  <a:lnTo>
                    <a:pt x="1603884" y="1667132"/>
                  </a:lnTo>
                  <a:lnTo>
                    <a:pt x="1609321" y="1667132"/>
                  </a:lnTo>
                  <a:lnTo>
                    <a:pt x="1609321" y="1672426"/>
                  </a:lnTo>
                  <a:lnTo>
                    <a:pt x="1614758" y="1672426"/>
                  </a:lnTo>
                  <a:lnTo>
                    <a:pt x="1614758" y="1683021"/>
                  </a:lnTo>
                  <a:lnTo>
                    <a:pt x="1620195" y="1683021"/>
                  </a:lnTo>
                  <a:lnTo>
                    <a:pt x="1620195" y="1686996"/>
                  </a:lnTo>
                  <a:lnTo>
                    <a:pt x="1625632" y="1686996"/>
                  </a:lnTo>
                  <a:lnTo>
                    <a:pt x="1625632" y="1689647"/>
                  </a:lnTo>
                  <a:lnTo>
                    <a:pt x="1631069" y="1689647"/>
                  </a:lnTo>
                  <a:lnTo>
                    <a:pt x="1631069" y="1694949"/>
                  </a:lnTo>
                  <a:lnTo>
                    <a:pt x="1636506" y="1694949"/>
                  </a:lnTo>
                  <a:lnTo>
                    <a:pt x="1636506" y="1696275"/>
                  </a:lnTo>
                  <a:lnTo>
                    <a:pt x="1641942" y="1696275"/>
                  </a:lnTo>
                  <a:lnTo>
                    <a:pt x="1641942" y="1698929"/>
                  </a:lnTo>
                  <a:lnTo>
                    <a:pt x="1647379" y="1698929"/>
                  </a:lnTo>
                  <a:lnTo>
                    <a:pt x="1647379" y="1701583"/>
                  </a:lnTo>
                  <a:lnTo>
                    <a:pt x="1658253" y="1701583"/>
                  </a:lnTo>
                  <a:lnTo>
                    <a:pt x="1658253" y="1705567"/>
                  </a:lnTo>
                  <a:lnTo>
                    <a:pt x="1663690" y="1705567"/>
                  </a:lnTo>
                  <a:lnTo>
                    <a:pt x="1663690" y="1709552"/>
                  </a:lnTo>
                  <a:lnTo>
                    <a:pt x="1669127" y="1709552"/>
                  </a:lnTo>
                  <a:lnTo>
                    <a:pt x="1669127" y="1713537"/>
                  </a:lnTo>
                  <a:lnTo>
                    <a:pt x="1674564" y="1713537"/>
                  </a:lnTo>
                  <a:lnTo>
                    <a:pt x="1674564" y="1720180"/>
                  </a:lnTo>
                  <a:lnTo>
                    <a:pt x="1680001" y="1720180"/>
                  </a:lnTo>
                  <a:lnTo>
                    <a:pt x="1680001" y="1722838"/>
                  </a:lnTo>
                  <a:lnTo>
                    <a:pt x="1685438" y="1722838"/>
                  </a:lnTo>
                  <a:lnTo>
                    <a:pt x="1685438" y="1726827"/>
                  </a:lnTo>
                  <a:lnTo>
                    <a:pt x="1696311" y="1726827"/>
                  </a:lnTo>
                  <a:lnTo>
                    <a:pt x="1696311" y="1728157"/>
                  </a:lnTo>
                  <a:lnTo>
                    <a:pt x="1701748" y="1728157"/>
                  </a:lnTo>
                  <a:lnTo>
                    <a:pt x="1701748" y="1729486"/>
                  </a:lnTo>
                  <a:lnTo>
                    <a:pt x="1707185" y="1729486"/>
                  </a:lnTo>
                  <a:lnTo>
                    <a:pt x="1707185" y="1733476"/>
                  </a:lnTo>
                  <a:lnTo>
                    <a:pt x="1712622" y="1733476"/>
                  </a:lnTo>
                  <a:lnTo>
                    <a:pt x="1712622" y="1737467"/>
                  </a:lnTo>
                  <a:lnTo>
                    <a:pt x="1718059" y="1737467"/>
                  </a:lnTo>
                  <a:lnTo>
                    <a:pt x="1718059" y="1737467"/>
                  </a:lnTo>
                  <a:lnTo>
                    <a:pt x="1723496" y="1737467"/>
                  </a:lnTo>
                  <a:lnTo>
                    <a:pt x="1723496" y="1741467"/>
                  </a:lnTo>
                  <a:lnTo>
                    <a:pt x="1728933" y="1741467"/>
                  </a:lnTo>
                  <a:lnTo>
                    <a:pt x="1728933" y="1745469"/>
                  </a:lnTo>
                  <a:lnTo>
                    <a:pt x="1734370" y="1745469"/>
                  </a:lnTo>
                  <a:lnTo>
                    <a:pt x="1734370" y="1749473"/>
                  </a:lnTo>
                  <a:lnTo>
                    <a:pt x="1739807" y="1749473"/>
                  </a:lnTo>
                  <a:lnTo>
                    <a:pt x="1739807" y="1750808"/>
                  </a:lnTo>
                  <a:lnTo>
                    <a:pt x="1745243" y="1750808"/>
                  </a:lnTo>
                  <a:lnTo>
                    <a:pt x="1745243" y="1757485"/>
                  </a:lnTo>
                  <a:lnTo>
                    <a:pt x="1750680" y="1757485"/>
                  </a:lnTo>
                  <a:lnTo>
                    <a:pt x="1750680" y="1761491"/>
                  </a:lnTo>
                  <a:lnTo>
                    <a:pt x="1756117" y="1761491"/>
                  </a:lnTo>
                  <a:lnTo>
                    <a:pt x="1756117" y="1764164"/>
                  </a:lnTo>
                  <a:lnTo>
                    <a:pt x="1761554" y="1764164"/>
                  </a:lnTo>
                  <a:lnTo>
                    <a:pt x="1761554" y="1768173"/>
                  </a:lnTo>
                  <a:lnTo>
                    <a:pt x="1766991" y="1768173"/>
                  </a:lnTo>
                  <a:lnTo>
                    <a:pt x="1766991" y="1773520"/>
                  </a:lnTo>
                  <a:lnTo>
                    <a:pt x="1772428" y="1773520"/>
                  </a:lnTo>
                  <a:lnTo>
                    <a:pt x="1772428" y="1776193"/>
                  </a:lnTo>
                  <a:lnTo>
                    <a:pt x="1777865" y="1776193"/>
                  </a:lnTo>
                  <a:lnTo>
                    <a:pt x="1777865" y="1777530"/>
                  </a:lnTo>
                  <a:lnTo>
                    <a:pt x="1783302" y="1777530"/>
                  </a:lnTo>
                  <a:lnTo>
                    <a:pt x="1783302" y="1781541"/>
                  </a:lnTo>
                  <a:lnTo>
                    <a:pt x="1788739" y="1781541"/>
                  </a:lnTo>
                  <a:lnTo>
                    <a:pt x="1788739" y="1785555"/>
                  </a:lnTo>
                  <a:lnTo>
                    <a:pt x="1794176" y="1785555"/>
                  </a:lnTo>
                  <a:lnTo>
                    <a:pt x="1794176" y="1786894"/>
                  </a:lnTo>
                  <a:lnTo>
                    <a:pt x="1799612" y="1786894"/>
                  </a:lnTo>
                  <a:lnTo>
                    <a:pt x="1799612" y="1788234"/>
                  </a:lnTo>
                  <a:lnTo>
                    <a:pt x="1805049" y="1788234"/>
                  </a:lnTo>
                  <a:lnTo>
                    <a:pt x="1805049" y="1792255"/>
                  </a:lnTo>
                  <a:lnTo>
                    <a:pt x="1810486" y="1792255"/>
                  </a:lnTo>
                  <a:lnTo>
                    <a:pt x="1810486" y="1792255"/>
                  </a:lnTo>
                  <a:lnTo>
                    <a:pt x="1815923" y="1792255"/>
                  </a:lnTo>
                  <a:lnTo>
                    <a:pt x="1815923" y="1797623"/>
                  </a:lnTo>
                  <a:lnTo>
                    <a:pt x="1821360" y="1797623"/>
                  </a:lnTo>
                  <a:lnTo>
                    <a:pt x="1821360" y="1798967"/>
                  </a:lnTo>
                  <a:lnTo>
                    <a:pt x="1832234" y="1798967"/>
                  </a:lnTo>
                  <a:lnTo>
                    <a:pt x="1832234" y="1800310"/>
                  </a:lnTo>
                  <a:lnTo>
                    <a:pt x="1837671" y="1800310"/>
                  </a:lnTo>
                  <a:lnTo>
                    <a:pt x="1837671" y="1801654"/>
                  </a:lnTo>
                  <a:lnTo>
                    <a:pt x="1843108" y="1801654"/>
                  </a:lnTo>
                  <a:lnTo>
                    <a:pt x="1843108" y="1805686"/>
                  </a:lnTo>
                  <a:lnTo>
                    <a:pt x="1848545" y="1805686"/>
                  </a:lnTo>
                  <a:lnTo>
                    <a:pt x="1848545" y="1808374"/>
                  </a:lnTo>
                  <a:lnTo>
                    <a:pt x="1853981" y="1808374"/>
                  </a:lnTo>
                  <a:lnTo>
                    <a:pt x="1853981" y="1811062"/>
                  </a:lnTo>
                  <a:lnTo>
                    <a:pt x="1859418" y="1811062"/>
                  </a:lnTo>
                  <a:lnTo>
                    <a:pt x="1859418" y="1817788"/>
                  </a:lnTo>
                  <a:lnTo>
                    <a:pt x="1864855" y="1817788"/>
                  </a:lnTo>
                  <a:lnTo>
                    <a:pt x="1864855" y="1820478"/>
                  </a:lnTo>
                  <a:lnTo>
                    <a:pt x="1870292" y="1820478"/>
                  </a:lnTo>
                  <a:lnTo>
                    <a:pt x="1870292" y="1821824"/>
                  </a:lnTo>
                  <a:lnTo>
                    <a:pt x="1875729" y="1821824"/>
                  </a:lnTo>
                  <a:lnTo>
                    <a:pt x="1875729" y="1827212"/>
                  </a:lnTo>
                  <a:lnTo>
                    <a:pt x="1881166" y="1827212"/>
                  </a:lnTo>
                  <a:lnTo>
                    <a:pt x="1881166" y="1828560"/>
                  </a:lnTo>
                  <a:lnTo>
                    <a:pt x="1897477" y="1828560"/>
                  </a:lnTo>
                  <a:lnTo>
                    <a:pt x="1897477" y="1839353"/>
                  </a:lnTo>
                  <a:lnTo>
                    <a:pt x="1902914" y="1839353"/>
                  </a:lnTo>
                  <a:lnTo>
                    <a:pt x="1902914" y="1843401"/>
                  </a:lnTo>
                  <a:lnTo>
                    <a:pt x="1908350" y="1843401"/>
                  </a:lnTo>
                  <a:lnTo>
                    <a:pt x="1908350" y="1847452"/>
                  </a:lnTo>
                  <a:lnTo>
                    <a:pt x="1913787" y="1847452"/>
                  </a:lnTo>
                  <a:lnTo>
                    <a:pt x="1913787" y="1852857"/>
                  </a:lnTo>
                  <a:lnTo>
                    <a:pt x="1919224" y="1852857"/>
                  </a:lnTo>
                  <a:lnTo>
                    <a:pt x="1919224" y="1855560"/>
                  </a:lnTo>
                  <a:lnTo>
                    <a:pt x="1924661" y="1855560"/>
                  </a:lnTo>
                  <a:lnTo>
                    <a:pt x="1924661" y="1859616"/>
                  </a:lnTo>
                  <a:lnTo>
                    <a:pt x="1930098" y="1859616"/>
                  </a:lnTo>
                  <a:lnTo>
                    <a:pt x="1930098" y="1865023"/>
                  </a:lnTo>
                  <a:lnTo>
                    <a:pt x="1935535" y="1865023"/>
                  </a:lnTo>
                  <a:lnTo>
                    <a:pt x="1935535" y="1877206"/>
                  </a:lnTo>
                  <a:lnTo>
                    <a:pt x="1940972" y="1877206"/>
                  </a:lnTo>
                  <a:lnTo>
                    <a:pt x="1940972" y="1882621"/>
                  </a:lnTo>
                  <a:lnTo>
                    <a:pt x="1946409" y="1882621"/>
                  </a:lnTo>
                  <a:lnTo>
                    <a:pt x="1946409" y="1885333"/>
                  </a:lnTo>
                  <a:lnTo>
                    <a:pt x="1951846" y="1885333"/>
                  </a:lnTo>
                  <a:lnTo>
                    <a:pt x="1951846" y="1890760"/>
                  </a:lnTo>
                  <a:lnTo>
                    <a:pt x="1957282" y="1890760"/>
                  </a:lnTo>
                  <a:lnTo>
                    <a:pt x="1957282" y="1893473"/>
                  </a:lnTo>
                  <a:lnTo>
                    <a:pt x="1962719" y="1893473"/>
                  </a:lnTo>
                  <a:lnTo>
                    <a:pt x="1962719" y="1894830"/>
                  </a:lnTo>
                  <a:lnTo>
                    <a:pt x="1968156" y="1894830"/>
                  </a:lnTo>
                  <a:lnTo>
                    <a:pt x="1968156" y="1897545"/>
                  </a:lnTo>
                  <a:lnTo>
                    <a:pt x="1973593" y="1897545"/>
                  </a:lnTo>
                  <a:lnTo>
                    <a:pt x="1973593" y="1900259"/>
                  </a:lnTo>
                  <a:lnTo>
                    <a:pt x="1979030" y="1900259"/>
                  </a:lnTo>
                  <a:lnTo>
                    <a:pt x="1979030" y="1902975"/>
                  </a:lnTo>
                  <a:lnTo>
                    <a:pt x="1984467" y="1902975"/>
                  </a:lnTo>
                  <a:lnTo>
                    <a:pt x="1984467" y="1908416"/>
                  </a:lnTo>
                  <a:lnTo>
                    <a:pt x="1989904" y="1908416"/>
                  </a:lnTo>
                  <a:lnTo>
                    <a:pt x="1989904" y="1911138"/>
                  </a:lnTo>
                  <a:lnTo>
                    <a:pt x="1995341" y="1911138"/>
                  </a:lnTo>
                  <a:lnTo>
                    <a:pt x="1995341" y="1917943"/>
                  </a:lnTo>
                  <a:lnTo>
                    <a:pt x="2000778" y="1917943"/>
                  </a:lnTo>
                  <a:lnTo>
                    <a:pt x="2000778" y="1920666"/>
                  </a:lnTo>
                  <a:lnTo>
                    <a:pt x="2006215" y="1920666"/>
                  </a:lnTo>
                  <a:lnTo>
                    <a:pt x="2006215" y="1922028"/>
                  </a:lnTo>
                  <a:lnTo>
                    <a:pt x="2011651" y="1922028"/>
                  </a:lnTo>
                  <a:lnTo>
                    <a:pt x="2011651" y="1923390"/>
                  </a:lnTo>
                  <a:lnTo>
                    <a:pt x="2017088" y="1923390"/>
                  </a:lnTo>
                  <a:lnTo>
                    <a:pt x="2017088" y="1926113"/>
                  </a:lnTo>
                  <a:lnTo>
                    <a:pt x="2027962" y="1926113"/>
                  </a:lnTo>
                  <a:lnTo>
                    <a:pt x="2027962" y="1932931"/>
                  </a:lnTo>
                  <a:lnTo>
                    <a:pt x="2033399" y="1932931"/>
                  </a:lnTo>
                  <a:lnTo>
                    <a:pt x="2033399" y="1937025"/>
                  </a:lnTo>
                  <a:lnTo>
                    <a:pt x="2038836" y="1937025"/>
                  </a:lnTo>
                  <a:lnTo>
                    <a:pt x="2038836" y="1939756"/>
                  </a:lnTo>
                  <a:lnTo>
                    <a:pt x="2049710" y="1939756"/>
                  </a:lnTo>
                  <a:lnTo>
                    <a:pt x="2049710" y="1942488"/>
                  </a:lnTo>
                  <a:lnTo>
                    <a:pt x="2055147" y="1942488"/>
                  </a:lnTo>
                  <a:lnTo>
                    <a:pt x="2055147" y="1943855"/>
                  </a:lnTo>
                  <a:lnTo>
                    <a:pt x="2060584" y="1943855"/>
                  </a:lnTo>
                  <a:lnTo>
                    <a:pt x="2060584" y="1949325"/>
                  </a:lnTo>
                  <a:lnTo>
                    <a:pt x="2066020" y="1949325"/>
                  </a:lnTo>
                  <a:lnTo>
                    <a:pt x="2066020" y="1953432"/>
                  </a:lnTo>
                  <a:lnTo>
                    <a:pt x="2071457" y="1953432"/>
                  </a:lnTo>
                  <a:lnTo>
                    <a:pt x="2071457" y="1960280"/>
                  </a:lnTo>
                  <a:lnTo>
                    <a:pt x="2076894" y="1960280"/>
                  </a:lnTo>
                  <a:lnTo>
                    <a:pt x="2076894" y="1961650"/>
                  </a:lnTo>
                  <a:lnTo>
                    <a:pt x="2082331" y="1961650"/>
                  </a:lnTo>
                  <a:lnTo>
                    <a:pt x="2082331" y="1965760"/>
                  </a:lnTo>
                  <a:lnTo>
                    <a:pt x="2087768" y="1965760"/>
                  </a:lnTo>
                  <a:lnTo>
                    <a:pt x="2087768" y="1969873"/>
                  </a:lnTo>
                  <a:lnTo>
                    <a:pt x="2093205" y="1969873"/>
                  </a:lnTo>
                  <a:lnTo>
                    <a:pt x="2093205" y="1971245"/>
                  </a:lnTo>
                  <a:lnTo>
                    <a:pt x="2098642" y="1971245"/>
                  </a:lnTo>
                  <a:lnTo>
                    <a:pt x="2098642" y="1972616"/>
                  </a:lnTo>
                  <a:lnTo>
                    <a:pt x="2104079" y="1972616"/>
                  </a:lnTo>
                  <a:lnTo>
                    <a:pt x="2104079" y="1975361"/>
                  </a:lnTo>
                  <a:lnTo>
                    <a:pt x="2109516" y="1975361"/>
                  </a:lnTo>
                  <a:lnTo>
                    <a:pt x="2109516" y="1980850"/>
                  </a:lnTo>
                  <a:lnTo>
                    <a:pt x="2114953" y="1980850"/>
                  </a:lnTo>
                  <a:lnTo>
                    <a:pt x="2114953" y="1984967"/>
                  </a:lnTo>
                  <a:lnTo>
                    <a:pt x="2120389" y="1984967"/>
                  </a:lnTo>
                  <a:lnTo>
                    <a:pt x="2120389" y="1986340"/>
                  </a:lnTo>
                  <a:lnTo>
                    <a:pt x="2125826" y="1986340"/>
                  </a:lnTo>
                  <a:lnTo>
                    <a:pt x="2125826" y="1989086"/>
                  </a:lnTo>
                  <a:lnTo>
                    <a:pt x="2131263" y="1989086"/>
                  </a:lnTo>
                  <a:lnTo>
                    <a:pt x="2131263" y="1991833"/>
                  </a:lnTo>
                  <a:lnTo>
                    <a:pt x="2136700" y="1991833"/>
                  </a:lnTo>
                  <a:lnTo>
                    <a:pt x="2136700" y="1995959"/>
                  </a:lnTo>
                  <a:lnTo>
                    <a:pt x="2142137" y="1995959"/>
                  </a:lnTo>
                  <a:lnTo>
                    <a:pt x="2142137" y="2002837"/>
                  </a:lnTo>
                  <a:lnTo>
                    <a:pt x="2147574" y="2002837"/>
                  </a:lnTo>
                  <a:lnTo>
                    <a:pt x="2147574" y="2004212"/>
                  </a:lnTo>
                  <a:lnTo>
                    <a:pt x="2153011" y="2004212"/>
                  </a:lnTo>
                  <a:lnTo>
                    <a:pt x="2153011" y="2006966"/>
                  </a:lnTo>
                  <a:lnTo>
                    <a:pt x="2158448" y="2006966"/>
                  </a:lnTo>
                  <a:lnTo>
                    <a:pt x="2158448" y="2011100"/>
                  </a:lnTo>
                  <a:lnTo>
                    <a:pt x="2163885" y="2011100"/>
                  </a:lnTo>
                  <a:lnTo>
                    <a:pt x="2163885" y="2016614"/>
                  </a:lnTo>
                  <a:lnTo>
                    <a:pt x="2169321" y="2016614"/>
                  </a:lnTo>
                  <a:lnTo>
                    <a:pt x="2169321" y="2016614"/>
                  </a:lnTo>
                  <a:lnTo>
                    <a:pt x="2174758" y="2016614"/>
                  </a:lnTo>
                  <a:lnTo>
                    <a:pt x="2174758" y="2023511"/>
                  </a:lnTo>
                  <a:lnTo>
                    <a:pt x="2180195" y="2023511"/>
                  </a:lnTo>
                  <a:lnTo>
                    <a:pt x="2180195" y="2027650"/>
                  </a:lnTo>
                  <a:lnTo>
                    <a:pt x="2185632" y="2027650"/>
                  </a:lnTo>
                  <a:lnTo>
                    <a:pt x="2185632" y="2029030"/>
                  </a:lnTo>
                  <a:lnTo>
                    <a:pt x="2191069" y="2029030"/>
                  </a:lnTo>
                  <a:lnTo>
                    <a:pt x="2191069" y="2034553"/>
                  </a:lnTo>
                  <a:lnTo>
                    <a:pt x="2196506" y="2034553"/>
                  </a:lnTo>
                  <a:lnTo>
                    <a:pt x="2196506" y="2037315"/>
                  </a:lnTo>
                  <a:lnTo>
                    <a:pt x="2201943" y="2037315"/>
                  </a:lnTo>
                  <a:lnTo>
                    <a:pt x="2201943" y="2041457"/>
                  </a:lnTo>
                  <a:lnTo>
                    <a:pt x="2207380" y="2041457"/>
                  </a:lnTo>
                  <a:lnTo>
                    <a:pt x="2207380" y="2045602"/>
                  </a:lnTo>
                  <a:lnTo>
                    <a:pt x="2212817" y="2045602"/>
                  </a:lnTo>
                  <a:lnTo>
                    <a:pt x="2212817" y="2049747"/>
                  </a:lnTo>
                  <a:lnTo>
                    <a:pt x="2218254" y="2049747"/>
                  </a:lnTo>
                  <a:lnTo>
                    <a:pt x="2218254" y="2051130"/>
                  </a:lnTo>
                  <a:lnTo>
                    <a:pt x="2223690" y="2051130"/>
                  </a:lnTo>
                  <a:lnTo>
                    <a:pt x="2223690" y="2055277"/>
                  </a:lnTo>
                  <a:lnTo>
                    <a:pt x="2229127" y="2055277"/>
                  </a:lnTo>
                  <a:lnTo>
                    <a:pt x="2229127" y="2055277"/>
                  </a:lnTo>
                  <a:lnTo>
                    <a:pt x="2234564" y="2055277"/>
                  </a:lnTo>
                  <a:lnTo>
                    <a:pt x="2234564" y="2059428"/>
                  </a:lnTo>
                  <a:lnTo>
                    <a:pt x="2240001" y="2059428"/>
                  </a:lnTo>
                  <a:lnTo>
                    <a:pt x="2240001" y="2064965"/>
                  </a:lnTo>
                  <a:lnTo>
                    <a:pt x="2245438" y="2064965"/>
                  </a:lnTo>
                  <a:lnTo>
                    <a:pt x="2245438" y="2066350"/>
                  </a:lnTo>
                  <a:lnTo>
                    <a:pt x="2250875" y="2066350"/>
                  </a:lnTo>
                  <a:lnTo>
                    <a:pt x="2250875" y="2066350"/>
                  </a:lnTo>
                  <a:lnTo>
                    <a:pt x="2256312" y="2066350"/>
                  </a:lnTo>
                  <a:lnTo>
                    <a:pt x="2256312" y="2071899"/>
                  </a:lnTo>
                  <a:lnTo>
                    <a:pt x="2261749" y="2071899"/>
                  </a:lnTo>
                  <a:lnTo>
                    <a:pt x="2261749" y="2073287"/>
                  </a:lnTo>
                  <a:lnTo>
                    <a:pt x="2267186" y="2073287"/>
                  </a:lnTo>
                  <a:lnTo>
                    <a:pt x="2267186" y="2076064"/>
                  </a:lnTo>
                  <a:lnTo>
                    <a:pt x="2272623" y="2076064"/>
                  </a:lnTo>
                  <a:lnTo>
                    <a:pt x="2272623" y="2080231"/>
                  </a:lnTo>
                  <a:lnTo>
                    <a:pt x="2278059" y="2080231"/>
                  </a:lnTo>
                  <a:lnTo>
                    <a:pt x="2278059" y="2080231"/>
                  </a:lnTo>
                  <a:lnTo>
                    <a:pt x="2283496" y="2080231"/>
                  </a:lnTo>
                  <a:lnTo>
                    <a:pt x="2283496" y="2081620"/>
                  </a:lnTo>
                  <a:lnTo>
                    <a:pt x="2288933" y="2081620"/>
                  </a:lnTo>
                  <a:lnTo>
                    <a:pt x="2288933" y="2083011"/>
                  </a:lnTo>
                  <a:lnTo>
                    <a:pt x="2294370" y="2083011"/>
                  </a:lnTo>
                  <a:lnTo>
                    <a:pt x="2294370" y="2085796"/>
                  </a:lnTo>
                  <a:lnTo>
                    <a:pt x="2299807" y="2085796"/>
                  </a:lnTo>
                  <a:lnTo>
                    <a:pt x="2299807" y="2087189"/>
                  </a:lnTo>
                  <a:lnTo>
                    <a:pt x="2305244" y="2087189"/>
                  </a:lnTo>
                  <a:lnTo>
                    <a:pt x="2305244" y="2088582"/>
                  </a:lnTo>
                  <a:lnTo>
                    <a:pt x="2310681" y="2088582"/>
                  </a:lnTo>
                  <a:lnTo>
                    <a:pt x="2310681" y="2091367"/>
                  </a:lnTo>
                  <a:lnTo>
                    <a:pt x="2316118" y="2091367"/>
                  </a:lnTo>
                  <a:lnTo>
                    <a:pt x="2316118" y="2095545"/>
                  </a:lnTo>
                  <a:lnTo>
                    <a:pt x="2321555" y="2095545"/>
                  </a:lnTo>
                  <a:lnTo>
                    <a:pt x="2321555" y="2099725"/>
                  </a:lnTo>
                  <a:lnTo>
                    <a:pt x="2326991" y="2099725"/>
                  </a:lnTo>
                  <a:lnTo>
                    <a:pt x="2326991" y="2103907"/>
                  </a:lnTo>
                  <a:lnTo>
                    <a:pt x="2332428" y="2103907"/>
                  </a:lnTo>
                  <a:lnTo>
                    <a:pt x="2332428" y="2105301"/>
                  </a:lnTo>
                  <a:lnTo>
                    <a:pt x="2337865" y="2105301"/>
                  </a:lnTo>
                  <a:lnTo>
                    <a:pt x="2337865" y="2106695"/>
                  </a:lnTo>
                  <a:lnTo>
                    <a:pt x="2343302" y="2106695"/>
                  </a:lnTo>
                  <a:lnTo>
                    <a:pt x="2343302" y="2109484"/>
                  </a:lnTo>
                  <a:lnTo>
                    <a:pt x="2348739" y="2109484"/>
                  </a:lnTo>
                  <a:lnTo>
                    <a:pt x="2348739" y="2117853"/>
                  </a:lnTo>
                  <a:lnTo>
                    <a:pt x="2359613" y="2117853"/>
                  </a:lnTo>
                  <a:lnTo>
                    <a:pt x="2359613" y="2119249"/>
                  </a:lnTo>
                  <a:lnTo>
                    <a:pt x="2365050" y="2119249"/>
                  </a:lnTo>
                  <a:lnTo>
                    <a:pt x="2365050" y="2119249"/>
                  </a:lnTo>
                  <a:lnTo>
                    <a:pt x="2370487" y="2119249"/>
                  </a:lnTo>
                  <a:lnTo>
                    <a:pt x="2370487" y="2122045"/>
                  </a:lnTo>
                  <a:lnTo>
                    <a:pt x="2375924" y="2122045"/>
                  </a:lnTo>
                  <a:lnTo>
                    <a:pt x="2375924" y="2126240"/>
                  </a:lnTo>
                  <a:lnTo>
                    <a:pt x="2381360" y="2126240"/>
                  </a:lnTo>
                  <a:lnTo>
                    <a:pt x="2381360" y="2131835"/>
                  </a:lnTo>
                  <a:lnTo>
                    <a:pt x="2386797" y="2131835"/>
                  </a:lnTo>
                  <a:lnTo>
                    <a:pt x="2386797" y="2134633"/>
                  </a:lnTo>
                  <a:lnTo>
                    <a:pt x="2392234" y="2134633"/>
                  </a:lnTo>
                  <a:lnTo>
                    <a:pt x="2392234" y="2138830"/>
                  </a:lnTo>
                  <a:lnTo>
                    <a:pt x="2397671" y="2138830"/>
                  </a:lnTo>
                  <a:lnTo>
                    <a:pt x="2397671" y="2141629"/>
                  </a:lnTo>
                  <a:lnTo>
                    <a:pt x="2403108" y="2141629"/>
                  </a:lnTo>
                  <a:lnTo>
                    <a:pt x="2403108" y="2151432"/>
                  </a:lnTo>
                  <a:lnTo>
                    <a:pt x="2408545" y="2151432"/>
                  </a:lnTo>
                  <a:lnTo>
                    <a:pt x="2408545" y="2155638"/>
                  </a:lnTo>
                  <a:lnTo>
                    <a:pt x="2413982" y="2155638"/>
                  </a:lnTo>
                  <a:lnTo>
                    <a:pt x="2413982" y="2157040"/>
                  </a:lnTo>
                  <a:lnTo>
                    <a:pt x="2419419" y="2157040"/>
                  </a:lnTo>
                  <a:lnTo>
                    <a:pt x="2419419" y="2165452"/>
                  </a:lnTo>
                  <a:lnTo>
                    <a:pt x="2424856" y="2165452"/>
                  </a:lnTo>
                  <a:lnTo>
                    <a:pt x="2424856" y="2166854"/>
                  </a:lnTo>
                  <a:lnTo>
                    <a:pt x="2435729" y="2166854"/>
                  </a:lnTo>
                  <a:lnTo>
                    <a:pt x="2435729" y="2168257"/>
                  </a:lnTo>
                  <a:lnTo>
                    <a:pt x="2441166" y="2168257"/>
                  </a:lnTo>
                  <a:lnTo>
                    <a:pt x="2441166" y="2172468"/>
                  </a:lnTo>
                  <a:lnTo>
                    <a:pt x="2446603" y="2172468"/>
                  </a:lnTo>
                  <a:lnTo>
                    <a:pt x="2446603" y="2175275"/>
                  </a:lnTo>
                  <a:lnTo>
                    <a:pt x="2452040" y="2175275"/>
                  </a:lnTo>
                  <a:lnTo>
                    <a:pt x="2452040" y="2179487"/>
                  </a:lnTo>
                  <a:lnTo>
                    <a:pt x="2457477" y="2179487"/>
                  </a:lnTo>
                  <a:lnTo>
                    <a:pt x="2457477" y="2182296"/>
                  </a:lnTo>
                  <a:lnTo>
                    <a:pt x="2462914" y="2182296"/>
                  </a:lnTo>
                  <a:lnTo>
                    <a:pt x="2462914" y="2186509"/>
                  </a:lnTo>
                  <a:lnTo>
                    <a:pt x="2468351" y="2186509"/>
                  </a:lnTo>
                  <a:lnTo>
                    <a:pt x="2468351" y="2187914"/>
                  </a:lnTo>
                  <a:lnTo>
                    <a:pt x="2473788" y="2187914"/>
                  </a:lnTo>
                  <a:lnTo>
                    <a:pt x="2473788" y="2189319"/>
                  </a:lnTo>
                  <a:lnTo>
                    <a:pt x="2479225" y="2189319"/>
                  </a:lnTo>
                  <a:lnTo>
                    <a:pt x="2479225" y="2190725"/>
                  </a:lnTo>
                  <a:lnTo>
                    <a:pt x="2484662" y="2190725"/>
                  </a:lnTo>
                  <a:lnTo>
                    <a:pt x="2484662" y="2193538"/>
                  </a:lnTo>
                  <a:lnTo>
                    <a:pt x="2490098" y="2193538"/>
                  </a:lnTo>
                  <a:lnTo>
                    <a:pt x="2490098" y="2199164"/>
                  </a:lnTo>
                  <a:lnTo>
                    <a:pt x="2495535" y="2199164"/>
                  </a:lnTo>
                  <a:lnTo>
                    <a:pt x="2495535" y="2201978"/>
                  </a:lnTo>
                  <a:lnTo>
                    <a:pt x="2500972" y="2201978"/>
                  </a:lnTo>
                  <a:lnTo>
                    <a:pt x="2500972" y="2204793"/>
                  </a:lnTo>
                  <a:lnTo>
                    <a:pt x="2506409" y="2204793"/>
                  </a:lnTo>
                  <a:lnTo>
                    <a:pt x="2506409" y="2207609"/>
                  </a:lnTo>
                  <a:lnTo>
                    <a:pt x="2511846" y="2207609"/>
                  </a:lnTo>
                  <a:lnTo>
                    <a:pt x="2511846" y="2209017"/>
                  </a:lnTo>
                  <a:lnTo>
                    <a:pt x="2517283" y="2209017"/>
                  </a:lnTo>
                  <a:lnTo>
                    <a:pt x="2517283" y="2210425"/>
                  </a:lnTo>
                  <a:lnTo>
                    <a:pt x="2522720" y="2210425"/>
                  </a:lnTo>
                  <a:lnTo>
                    <a:pt x="2522720" y="2214652"/>
                  </a:lnTo>
                  <a:lnTo>
                    <a:pt x="2528157" y="2214652"/>
                  </a:lnTo>
                  <a:lnTo>
                    <a:pt x="2528157" y="2217469"/>
                  </a:lnTo>
                  <a:lnTo>
                    <a:pt x="2533594" y="2217469"/>
                  </a:lnTo>
                  <a:lnTo>
                    <a:pt x="2533594" y="2223107"/>
                  </a:lnTo>
                  <a:lnTo>
                    <a:pt x="2539030" y="2223107"/>
                  </a:lnTo>
                  <a:lnTo>
                    <a:pt x="2539030" y="2224517"/>
                  </a:lnTo>
                  <a:lnTo>
                    <a:pt x="2544467" y="2224517"/>
                  </a:lnTo>
                  <a:lnTo>
                    <a:pt x="2544467" y="2227337"/>
                  </a:lnTo>
                  <a:lnTo>
                    <a:pt x="2549904" y="2227337"/>
                  </a:lnTo>
                  <a:lnTo>
                    <a:pt x="2549904" y="2231572"/>
                  </a:lnTo>
                  <a:lnTo>
                    <a:pt x="2555341" y="2231572"/>
                  </a:lnTo>
                  <a:lnTo>
                    <a:pt x="2555341" y="2232985"/>
                  </a:lnTo>
                  <a:lnTo>
                    <a:pt x="2560778" y="2232985"/>
                  </a:lnTo>
                  <a:lnTo>
                    <a:pt x="2560778" y="2235813"/>
                  </a:lnTo>
                  <a:lnTo>
                    <a:pt x="2566215" y="2235813"/>
                  </a:lnTo>
                  <a:lnTo>
                    <a:pt x="2566215" y="2240058"/>
                  </a:lnTo>
                  <a:lnTo>
                    <a:pt x="2577089" y="2240058"/>
                  </a:lnTo>
                  <a:lnTo>
                    <a:pt x="2577089" y="2241473"/>
                  </a:lnTo>
                  <a:lnTo>
                    <a:pt x="2587963" y="2241473"/>
                  </a:lnTo>
                  <a:lnTo>
                    <a:pt x="2587963" y="2242889"/>
                  </a:lnTo>
                  <a:lnTo>
                    <a:pt x="2593399" y="2242889"/>
                  </a:lnTo>
                  <a:lnTo>
                    <a:pt x="2593399" y="2245725"/>
                  </a:lnTo>
                  <a:lnTo>
                    <a:pt x="2598836" y="2245725"/>
                  </a:lnTo>
                  <a:lnTo>
                    <a:pt x="2598836" y="2249978"/>
                  </a:lnTo>
                  <a:lnTo>
                    <a:pt x="2604273" y="2249978"/>
                  </a:lnTo>
                  <a:lnTo>
                    <a:pt x="2604273" y="2255650"/>
                  </a:lnTo>
                  <a:lnTo>
                    <a:pt x="2609710" y="2255650"/>
                  </a:lnTo>
                  <a:lnTo>
                    <a:pt x="2609710" y="2259905"/>
                  </a:lnTo>
                  <a:lnTo>
                    <a:pt x="2615147" y="2259905"/>
                  </a:lnTo>
                  <a:lnTo>
                    <a:pt x="2615147" y="2261323"/>
                  </a:lnTo>
                  <a:lnTo>
                    <a:pt x="2620584" y="2261323"/>
                  </a:lnTo>
                  <a:lnTo>
                    <a:pt x="2620584" y="2264161"/>
                  </a:lnTo>
                  <a:lnTo>
                    <a:pt x="2626021" y="2264161"/>
                  </a:lnTo>
                  <a:lnTo>
                    <a:pt x="2626021" y="2267001"/>
                  </a:lnTo>
                  <a:lnTo>
                    <a:pt x="2631458" y="2267001"/>
                  </a:lnTo>
                  <a:lnTo>
                    <a:pt x="2631458" y="2268423"/>
                  </a:lnTo>
                  <a:lnTo>
                    <a:pt x="2636895" y="2268423"/>
                  </a:lnTo>
                  <a:lnTo>
                    <a:pt x="2636895" y="2271271"/>
                  </a:lnTo>
                  <a:lnTo>
                    <a:pt x="2647768" y="2271271"/>
                  </a:lnTo>
                  <a:lnTo>
                    <a:pt x="2647768" y="2275544"/>
                  </a:lnTo>
                  <a:lnTo>
                    <a:pt x="2653205" y="2275544"/>
                  </a:lnTo>
                  <a:lnTo>
                    <a:pt x="2653205" y="2278397"/>
                  </a:lnTo>
                  <a:lnTo>
                    <a:pt x="2658642" y="2278397"/>
                  </a:lnTo>
                  <a:lnTo>
                    <a:pt x="2658642" y="2279823"/>
                  </a:lnTo>
                  <a:lnTo>
                    <a:pt x="2664079" y="2279823"/>
                  </a:lnTo>
                  <a:lnTo>
                    <a:pt x="2664079" y="2282679"/>
                  </a:lnTo>
                  <a:lnTo>
                    <a:pt x="2669516" y="2282679"/>
                  </a:lnTo>
                  <a:lnTo>
                    <a:pt x="2669516" y="2284109"/>
                  </a:lnTo>
                  <a:lnTo>
                    <a:pt x="2674953" y="2284109"/>
                  </a:lnTo>
                  <a:lnTo>
                    <a:pt x="2674953" y="2286967"/>
                  </a:lnTo>
                  <a:lnTo>
                    <a:pt x="2680390" y="2286967"/>
                  </a:lnTo>
                  <a:lnTo>
                    <a:pt x="2680390" y="2289827"/>
                  </a:lnTo>
                  <a:lnTo>
                    <a:pt x="2685827" y="2289827"/>
                  </a:lnTo>
                  <a:lnTo>
                    <a:pt x="2685827" y="2291259"/>
                  </a:lnTo>
                  <a:lnTo>
                    <a:pt x="2691264" y="2291259"/>
                  </a:lnTo>
                  <a:lnTo>
                    <a:pt x="2691264" y="2292692"/>
                  </a:lnTo>
                  <a:lnTo>
                    <a:pt x="2696701" y="2292692"/>
                  </a:lnTo>
                  <a:lnTo>
                    <a:pt x="2696701" y="2298424"/>
                  </a:lnTo>
                  <a:lnTo>
                    <a:pt x="2702137" y="2298424"/>
                  </a:lnTo>
                  <a:lnTo>
                    <a:pt x="2702137" y="2301290"/>
                  </a:lnTo>
                  <a:lnTo>
                    <a:pt x="2707574" y="2301290"/>
                  </a:lnTo>
                  <a:lnTo>
                    <a:pt x="2707574" y="2302723"/>
                  </a:lnTo>
                  <a:lnTo>
                    <a:pt x="2713011" y="2302723"/>
                  </a:lnTo>
                  <a:lnTo>
                    <a:pt x="2713011" y="2305592"/>
                  </a:lnTo>
                  <a:lnTo>
                    <a:pt x="2718448" y="2305592"/>
                  </a:lnTo>
                  <a:lnTo>
                    <a:pt x="2718448" y="2308461"/>
                  </a:lnTo>
                  <a:lnTo>
                    <a:pt x="2723885" y="2308461"/>
                  </a:lnTo>
                  <a:lnTo>
                    <a:pt x="2723885" y="2309896"/>
                  </a:lnTo>
                  <a:lnTo>
                    <a:pt x="2729322" y="2309896"/>
                  </a:lnTo>
                  <a:lnTo>
                    <a:pt x="2729322" y="2315638"/>
                  </a:lnTo>
                  <a:lnTo>
                    <a:pt x="2740196" y="2315638"/>
                  </a:lnTo>
                  <a:lnTo>
                    <a:pt x="2740196" y="2318510"/>
                  </a:lnTo>
                  <a:lnTo>
                    <a:pt x="2745633" y="2318510"/>
                  </a:lnTo>
                  <a:lnTo>
                    <a:pt x="2745633" y="2322823"/>
                  </a:lnTo>
                  <a:lnTo>
                    <a:pt x="2751069" y="2322823"/>
                  </a:lnTo>
                  <a:lnTo>
                    <a:pt x="2751069" y="2327138"/>
                  </a:lnTo>
                  <a:lnTo>
                    <a:pt x="2756506" y="2327138"/>
                  </a:lnTo>
                  <a:lnTo>
                    <a:pt x="2756506" y="2332895"/>
                  </a:lnTo>
                  <a:lnTo>
                    <a:pt x="2761943" y="2332895"/>
                  </a:lnTo>
                  <a:lnTo>
                    <a:pt x="2761943" y="2334334"/>
                  </a:lnTo>
                  <a:lnTo>
                    <a:pt x="2767380" y="2334334"/>
                  </a:lnTo>
                  <a:lnTo>
                    <a:pt x="2767380" y="2338652"/>
                  </a:lnTo>
                  <a:lnTo>
                    <a:pt x="2778254" y="2338652"/>
                  </a:lnTo>
                  <a:lnTo>
                    <a:pt x="2778254" y="2340093"/>
                  </a:lnTo>
                  <a:lnTo>
                    <a:pt x="2783691" y="2340093"/>
                  </a:lnTo>
                  <a:lnTo>
                    <a:pt x="2783691" y="2342979"/>
                  </a:lnTo>
                  <a:lnTo>
                    <a:pt x="2789128" y="2342979"/>
                  </a:lnTo>
                  <a:lnTo>
                    <a:pt x="2789128" y="2345865"/>
                  </a:lnTo>
                  <a:lnTo>
                    <a:pt x="2794565" y="2345865"/>
                  </a:lnTo>
                  <a:lnTo>
                    <a:pt x="2794565" y="2347308"/>
                  </a:lnTo>
                  <a:lnTo>
                    <a:pt x="2800002" y="2347308"/>
                  </a:lnTo>
                  <a:lnTo>
                    <a:pt x="2800002" y="2351640"/>
                  </a:lnTo>
                  <a:lnTo>
                    <a:pt x="2805438" y="2351640"/>
                  </a:lnTo>
                  <a:lnTo>
                    <a:pt x="2805438" y="2354529"/>
                  </a:lnTo>
                  <a:lnTo>
                    <a:pt x="2810875" y="2354529"/>
                  </a:lnTo>
                  <a:lnTo>
                    <a:pt x="2810875" y="2354529"/>
                  </a:lnTo>
                  <a:lnTo>
                    <a:pt x="2816312" y="2354529"/>
                  </a:lnTo>
                  <a:lnTo>
                    <a:pt x="2816312" y="2358867"/>
                  </a:lnTo>
                  <a:lnTo>
                    <a:pt x="2827186" y="2358867"/>
                  </a:lnTo>
                  <a:lnTo>
                    <a:pt x="2827186" y="2361765"/>
                  </a:lnTo>
                  <a:lnTo>
                    <a:pt x="2832623" y="2361765"/>
                  </a:lnTo>
                  <a:lnTo>
                    <a:pt x="2832623" y="2361765"/>
                  </a:lnTo>
                  <a:lnTo>
                    <a:pt x="2838060" y="2361765"/>
                  </a:lnTo>
                  <a:lnTo>
                    <a:pt x="2838060" y="2364665"/>
                  </a:lnTo>
                  <a:lnTo>
                    <a:pt x="2848934" y="2364665"/>
                  </a:lnTo>
                  <a:lnTo>
                    <a:pt x="2848934" y="2369016"/>
                  </a:lnTo>
                  <a:lnTo>
                    <a:pt x="2854371" y="2369016"/>
                  </a:lnTo>
                  <a:lnTo>
                    <a:pt x="2854371" y="2371917"/>
                  </a:lnTo>
                  <a:lnTo>
                    <a:pt x="2859807" y="2371917"/>
                  </a:lnTo>
                  <a:lnTo>
                    <a:pt x="2859807" y="2373369"/>
                  </a:lnTo>
                  <a:lnTo>
                    <a:pt x="2865244" y="2373369"/>
                  </a:lnTo>
                  <a:lnTo>
                    <a:pt x="2865244" y="2374821"/>
                  </a:lnTo>
                  <a:lnTo>
                    <a:pt x="2870681" y="2374821"/>
                  </a:lnTo>
                  <a:lnTo>
                    <a:pt x="2870681" y="2376273"/>
                  </a:lnTo>
                  <a:lnTo>
                    <a:pt x="2876118" y="2376273"/>
                  </a:lnTo>
                  <a:lnTo>
                    <a:pt x="2876118" y="2380632"/>
                  </a:lnTo>
                  <a:lnTo>
                    <a:pt x="2881555" y="2380632"/>
                  </a:lnTo>
                  <a:lnTo>
                    <a:pt x="2881555" y="2382086"/>
                  </a:lnTo>
                  <a:lnTo>
                    <a:pt x="2886992" y="2382086"/>
                  </a:lnTo>
                  <a:lnTo>
                    <a:pt x="2886992" y="2382086"/>
                  </a:lnTo>
                  <a:lnTo>
                    <a:pt x="2892429" y="2382086"/>
                  </a:lnTo>
                  <a:lnTo>
                    <a:pt x="2892429" y="2385000"/>
                  </a:lnTo>
                  <a:lnTo>
                    <a:pt x="2897866" y="2385000"/>
                  </a:lnTo>
                  <a:lnTo>
                    <a:pt x="2897866" y="2386459"/>
                  </a:lnTo>
                  <a:lnTo>
                    <a:pt x="2903303" y="2386459"/>
                  </a:lnTo>
                  <a:lnTo>
                    <a:pt x="2903303" y="2387918"/>
                  </a:lnTo>
                  <a:lnTo>
                    <a:pt x="2908739" y="2387918"/>
                  </a:lnTo>
                  <a:lnTo>
                    <a:pt x="2908739" y="2393760"/>
                  </a:lnTo>
                  <a:lnTo>
                    <a:pt x="2914176" y="2393760"/>
                  </a:lnTo>
                  <a:lnTo>
                    <a:pt x="2914176" y="2396681"/>
                  </a:lnTo>
                  <a:lnTo>
                    <a:pt x="2919613" y="2396681"/>
                  </a:lnTo>
                  <a:lnTo>
                    <a:pt x="2919613" y="2398142"/>
                  </a:lnTo>
                  <a:lnTo>
                    <a:pt x="2925050" y="2398142"/>
                  </a:lnTo>
                  <a:lnTo>
                    <a:pt x="2925050" y="2402524"/>
                  </a:lnTo>
                  <a:lnTo>
                    <a:pt x="2930487" y="2402524"/>
                  </a:lnTo>
                  <a:lnTo>
                    <a:pt x="2930487" y="2409832"/>
                  </a:lnTo>
                  <a:lnTo>
                    <a:pt x="2935924" y="2409832"/>
                  </a:lnTo>
                  <a:lnTo>
                    <a:pt x="2935924" y="2414221"/>
                  </a:lnTo>
                  <a:lnTo>
                    <a:pt x="2941361" y="2414221"/>
                  </a:lnTo>
                  <a:lnTo>
                    <a:pt x="2941361" y="2417148"/>
                  </a:lnTo>
                  <a:lnTo>
                    <a:pt x="2946798" y="2417148"/>
                  </a:lnTo>
                  <a:lnTo>
                    <a:pt x="2946798" y="2420074"/>
                  </a:lnTo>
                  <a:lnTo>
                    <a:pt x="2952235" y="2420074"/>
                  </a:lnTo>
                  <a:lnTo>
                    <a:pt x="2952235" y="2420074"/>
                  </a:lnTo>
                  <a:lnTo>
                    <a:pt x="2957672" y="2420074"/>
                  </a:lnTo>
                  <a:lnTo>
                    <a:pt x="2957672" y="2423004"/>
                  </a:lnTo>
                  <a:lnTo>
                    <a:pt x="2963108" y="2423004"/>
                  </a:lnTo>
                  <a:lnTo>
                    <a:pt x="2963108" y="2425934"/>
                  </a:lnTo>
                  <a:lnTo>
                    <a:pt x="2968545" y="2425934"/>
                  </a:lnTo>
                  <a:lnTo>
                    <a:pt x="2968545" y="2427399"/>
                  </a:lnTo>
                  <a:lnTo>
                    <a:pt x="2973982" y="2427399"/>
                  </a:lnTo>
                  <a:lnTo>
                    <a:pt x="2973982" y="2430337"/>
                  </a:lnTo>
                  <a:lnTo>
                    <a:pt x="2979419" y="2430337"/>
                  </a:lnTo>
                  <a:lnTo>
                    <a:pt x="2979419" y="2433276"/>
                  </a:lnTo>
                  <a:lnTo>
                    <a:pt x="2984856" y="2433276"/>
                  </a:lnTo>
                  <a:lnTo>
                    <a:pt x="2984856" y="2437687"/>
                  </a:lnTo>
                  <a:lnTo>
                    <a:pt x="2990293" y="2437687"/>
                  </a:lnTo>
                  <a:lnTo>
                    <a:pt x="2990293" y="2439157"/>
                  </a:lnTo>
                  <a:lnTo>
                    <a:pt x="2995730" y="2439157"/>
                  </a:lnTo>
                  <a:lnTo>
                    <a:pt x="2995730" y="2442100"/>
                  </a:lnTo>
                  <a:lnTo>
                    <a:pt x="3001167" y="2442100"/>
                  </a:lnTo>
                  <a:lnTo>
                    <a:pt x="3001167" y="2443572"/>
                  </a:lnTo>
                  <a:lnTo>
                    <a:pt x="3006604" y="2443572"/>
                  </a:lnTo>
                  <a:lnTo>
                    <a:pt x="3006604" y="2443572"/>
                  </a:lnTo>
                  <a:lnTo>
                    <a:pt x="3012041" y="2443572"/>
                  </a:lnTo>
                  <a:lnTo>
                    <a:pt x="3012041" y="2445047"/>
                  </a:lnTo>
                  <a:lnTo>
                    <a:pt x="3017477" y="2445047"/>
                  </a:lnTo>
                  <a:lnTo>
                    <a:pt x="3017477" y="2447999"/>
                  </a:lnTo>
                  <a:lnTo>
                    <a:pt x="3022914" y="2447999"/>
                  </a:lnTo>
                  <a:lnTo>
                    <a:pt x="3022914" y="2452429"/>
                  </a:lnTo>
                  <a:lnTo>
                    <a:pt x="3028351" y="2452429"/>
                  </a:lnTo>
                  <a:lnTo>
                    <a:pt x="3028351" y="2453906"/>
                  </a:lnTo>
                  <a:lnTo>
                    <a:pt x="3033788" y="2453906"/>
                  </a:lnTo>
                  <a:lnTo>
                    <a:pt x="3033788" y="2455384"/>
                  </a:lnTo>
                  <a:lnTo>
                    <a:pt x="3039225" y="2455384"/>
                  </a:lnTo>
                  <a:lnTo>
                    <a:pt x="3039225" y="2456861"/>
                  </a:lnTo>
                  <a:lnTo>
                    <a:pt x="3044662" y="2456861"/>
                  </a:lnTo>
                  <a:lnTo>
                    <a:pt x="3044662" y="2456861"/>
                  </a:lnTo>
                  <a:lnTo>
                    <a:pt x="3050099" y="2456861"/>
                  </a:lnTo>
                  <a:lnTo>
                    <a:pt x="3050099" y="2459818"/>
                  </a:lnTo>
                  <a:lnTo>
                    <a:pt x="3055536" y="2459818"/>
                  </a:lnTo>
                  <a:lnTo>
                    <a:pt x="3055536" y="2461299"/>
                  </a:lnTo>
                  <a:lnTo>
                    <a:pt x="3060973" y="2461299"/>
                  </a:lnTo>
                  <a:lnTo>
                    <a:pt x="3060973" y="2461299"/>
                  </a:lnTo>
                  <a:lnTo>
                    <a:pt x="3066410" y="2461299"/>
                  </a:lnTo>
                  <a:lnTo>
                    <a:pt x="3066410" y="2462782"/>
                  </a:lnTo>
                  <a:lnTo>
                    <a:pt x="3071846" y="2462782"/>
                  </a:lnTo>
                  <a:lnTo>
                    <a:pt x="3071846" y="2465748"/>
                  </a:lnTo>
                  <a:lnTo>
                    <a:pt x="3082720" y="2465748"/>
                  </a:lnTo>
                  <a:lnTo>
                    <a:pt x="3082720" y="2473169"/>
                  </a:lnTo>
                  <a:lnTo>
                    <a:pt x="3088157" y="2473169"/>
                  </a:lnTo>
                  <a:lnTo>
                    <a:pt x="3088157" y="2477628"/>
                  </a:lnTo>
                  <a:lnTo>
                    <a:pt x="3093594" y="2477628"/>
                  </a:lnTo>
                  <a:lnTo>
                    <a:pt x="3093594" y="2479115"/>
                  </a:lnTo>
                  <a:lnTo>
                    <a:pt x="3099031" y="2479115"/>
                  </a:lnTo>
                  <a:lnTo>
                    <a:pt x="3099031" y="2479115"/>
                  </a:lnTo>
                  <a:lnTo>
                    <a:pt x="3104468" y="2479115"/>
                  </a:lnTo>
                  <a:lnTo>
                    <a:pt x="3104468" y="2482093"/>
                  </a:lnTo>
                  <a:lnTo>
                    <a:pt x="3115342" y="2482093"/>
                  </a:lnTo>
                  <a:lnTo>
                    <a:pt x="3115342" y="2483583"/>
                  </a:lnTo>
                  <a:lnTo>
                    <a:pt x="3120778" y="2483583"/>
                  </a:lnTo>
                  <a:lnTo>
                    <a:pt x="3120778" y="2488055"/>
                  </a:lnTo>
                  <a:lnTo>
                    <a:pt x="3126215" y="2488055"/>
                  </a:lnTo>
                  <a:lnTo>
                    <a:pt x="3126215" y="2491046"/>
                  </a:lnTo>
                  <a:lnTo>
                    <a:pt x="3131652" y="2491046"/>
                  </a:lnTo>
                  <a:lnTo>
                    <a:pt x="3131652" y="2497029"/>
                  </a:lnTo>
                  <a:lnTo>
                    <a:pt x="3137089" y="2497029"/>
                  </a:lnTo>
                  <a:lnTo>
                    <a:pt x="3137089" y="2500021"/>
                  </a:lnTo>
                  <a:lnTo>
                    <a:pt x="3142526" y="2500021"/>
                  </a:lnTo>
                  <a:lnTo>
                    <a:pt x="3142526" y="2500021"/>
                  </a:lnTo>
                  <a:lnTo>
                    <a:pt x="3147963" y="2500021"/>
                  </a:lnTo>
                  <a:lnTo>
                    <a:pt x="3147963" y="2503016"/>
                  </a:lnTo>
                  <a:lnTo>
                    <a:pt x="3153400" y="2503016"/>
                  </a:lnTo>
                  <a:lnTo>
                    <a:pt x="3153400" y="2506011"/>
                  </a:lnTo>
                  <a:lnTo>
                    <a:pt x="3158837" y="2506011"/>
                  </a:lnTo>
                  <a:lnTo>
                    <a:pt x="3158837" y="2509007"/>
                  </a:lnTo>
                  <a:lnTo>
                    <a:pt x="3164274" y="2509007"/>
                  </a:lnTo>
                  <a:lnTo>
                    <a:pt x="3164274" y="2512009"/>
                  </a:lnTo>
                  <a:lnTo>
                    <a:pt x="3169711" y="2512009"/>
                  </a:lnTo>
                  <a:lnTo>
                    <a:pt x="3169711" y="2516514"/>
                  </a:lnTo>
                  <a:lnTo>
                    <a:pt x="3175147" y="2516514"/>
                  </a:lnTo>
                  <a:lnTo>
                    <a:pt x="3175147" y="2519520"/>
                  </a:lnTo>
                  <a:lnTo>
                    <a:pt x="3180584" y="2519520"/>
                  </a:lnTo>
                  <a:lnTo>
                    <a:pt x="3180584" y="2519520"/>
                  </a:lnTo>
                  <a:lnTo>
                    <a:pt x="3191458" y="2519520"/>
                  </a:lnTo>
                  <a:lnTo>
                    <a:pt x="3191458" y="2519520"/>
                  </a:lnTo>
                  <a:lnTo>
                    <a:pt x="3196895" y="2519520"/>
                  </a:lnTo>
                  <a:lnTo>
                    <a:pt x="3196895" y="2521025"/>
                  </a:lnTo>
                  <a:lnTo>
                    <a:pt x="3202332" y="2521025"/>
                  </a:lnTo>
                  <a:lnTo>
                    <a:pt x="3202332" y="2524035"/>
                  </a:lnTo>
                  <a:lnTo>
                    <a:pt x="3207769" y="2524035"/>
                  </a:lnTo>
                  <a:lnTo>
                    <a:pt x="3207769" y="2528556"/>
                  </a:lnTo>
                  <a:lnTo>
                    <a:pt x="3213206" y="2528556"/>
                  </a:lnTo>
                  <a:lnTo>
                    <a:pt x="3213206" y="2530064"/>
                  </a:lnTo>
                  <a:lnTo>
                    <a:pt x="3218643" y="2530064"/>
                  </a:lnTo>
                  <a:lnTo>
                    <a:pt x="3218643" y="2533082"/>
                  </a:lnTo>
                  <a:lnTo>
                    <a:pt x="3224080" y="2533082"/>
                  </a:lnTo>
                  <a:lnTo>
                    <a:pt x="3224080" y="2534591"/>
                  </a:lnTo>
                  <a:lnTo>
                    <a:pt x="3229516" y="2534591"/>
                  </a:lnTo>
                  <a:lnTo>
                    <a:pt x="3229516" y="2536101"/>
                  </a:lnTo>
                  <a:lnTo>
                    <a:pt x="3234953" y="2536101"/>
                  </a:lnTo>
                  <a:lnTo>
                    <a:pt x="3234953" y="2539122"/>
                  </a:lnTo>
                  <a:lnTo>
                    <a:pt x="3240390" y="2539122"/>
                  </a:lnTo>
                  <a:lnTo>
                    <a:pt x="3240390" y="2542144"/>
                  </a:lnTo>
                  <a:lnTo>
                    <a:pt x="3245827" y="2542144"/>
                  </a:lnTo>
                  <a:lnTo>
                    <a:pt x="3245827" y="2546679"/>
                  </a:lnTo>
                  <a:lnTo>
                    <a:pt x="3251264" y="2546679"/>
                  </a:lnTo>
                  <a:lnTo>
                    <a:pt x="3251264" y="2548191"/>
                  </a:lnTo>
                  <a:lnTo>
                    <a:pt x="3256701" y="2548191"/>
                  </a:lnTo>
                  <a:lnTo>
                    <a:pt x="3256701" y="2551217"/>
                  </a:lnTo>
                  <a:lnTo>
                    <a:pt x="3262138" y="2551217"/>
                  </a:lnTo>
                  <a:lnTo>
                    <a:pt x="3262138" y="2555760"/>
                  </a:lnTo>
                  <a:lnTo>
                    <a:pt x="3273012" y="2555760"/>
                  </a:lnTo>
                  <a:lnTo>
                    <a:pt x="3273012" y="2557276"/>
                  </a:lnTo>
                  <a:lnTo>
                    <a:pt x="3278449" y="2557276"/>
                  </a:lnTo>
                  <a:lnTo>
                    <a:pt x="3278449" y="2560312"/>
                  </a:lnTo>
                  <a:lnTo>
                    <a:pt x="3283885" y="2560312"/>
                  </a:lnTo>
                  <a:lnTo>
                    <a:pt x="3283885" y="2561831"/>
                  </a:lnTo>
                  <a:lnTo>
                    <a:pt x="3289322" y="2561831"/>
                  </a:lnTo>
                  <a:lnTo>
                    <a:pt x="3289322" y="2561831"/>
                  </a:lnTo>
                  <a:lnTo>
                    <a:pt x="3294759" y="2561831"/>
                  </a:lnTo>
                  <a:lnTo>
                    <a:pt x="3294759" y="2564871"/>
                  </a:lnTo>
                  <a:lnTo>
                    <a:pt x="3300196" y="2564871"/>
                  </a:lnTo>
                  <a:lnTo>
                    <a:pt x="3300196" y="2566392"/>
                  </a:lnTo>
                  <a:lnTo>
                    <a:pt x="3305633" y="2566392"/>
                  </a:lnTo>
                  <a:lnTo>
                    <a:pt x="3305633" y="2569434"/>
                  </a:lnTo>
                  <a:lnTo>
                    <a:pt x="3311070" y="2569434"/>
                  </a:lnTo>
                  <a:lnTo>
                    <a:pt x="3311070" y="2570957"/>
                  </a:lnTo>
                  <a:lnTo>
                    <a:pt x="3316507" y="2570957"/>
                  </a:lnTo>
                  <a:lnTo>
                    <a:pt x="3316507" y="2574010"/>
                  </a:lnTo>
                  <a:lnTo>
                    <a:pt x="3321944" y="2574010"/>
                  </a:lnTo>
                  <a:lnTo>
                    <a:pt x="3321944" y="2575538"/>
                  </a:lnTo>
                  <a:lnTo>
                    <a:pt x="3327381" y="2575538"/>
                  </a:lnTo>
                  <a:lnTo>
                    <a:pt x="3327381" y="2575538"/>
                  </a:lnTo>
                  <a:lnTo>
                    <a:pt x="3332817" y="2575538"/>
                  </a:lnTo>
                  <a:lnTo>
                    <a:pt x="3332817" y="2580128"/>
                  </a:lnTo>
                  <a:lnTo>
                    <a:pt x="3338254" y="2580128"/>
                  </a:lnTo>
                  <a:lnTo>
                    <a:pt x="3338254" y="2584718"/>
                  </a:lnTo>
                  <a:lnTo>
                    <a:pt x="3343691" y="2584718"/>
                  </a:lnTo>
                  <a:lnTo>
                    <a:pt x="3343691" y="2584718"/>
                  </a:lnTo>
                  <a:lnTo>
                    <a:pt x="3349128" y="2584718"/>
                  </a:lnTo>
                  <a:lnTo>
                    <a:pt x="3349128" y="2584718"/>
                  </a:lnTo>
                  <a:lnTo>
                    <a:pt x="3354565" y="2584718"/>
                  </a:lnTo>
                  <a:lnTo>
                    <a:pt x="3354565" y="2584718"/>
                  </a:lnTo>
                  <a:lnTo>
                    <a:pt x="3360002" y="2584718"/>
                  </a:lnTo>
                  <a:lnTo>
                    <a:pt x="3360002" y="2586253"/>
                  </a:lnTo>
                  <a:lnTo>
                    <a:pt x="3365439" y="2586253"/>
                  </a:lnTo>
                  <a:lnTo>
                    <a:pt x="3365439" y="2587791"/>
                  </a:lnTo>
                  <a:lnTo>
                    <a:pt x="3370876" y="2587791"/>
                  </a:lnTo>
                  <a:lnTo>
                    <a:pt x="3370876" y="2590867"/>
                  </a:lnTo>
                  <a:lnTo>
                    <a:pt x="3376313" y="2590867"/>
                  </a:lnTo>
                  <a:lnTo>
                    <a:pt x="3376313" y="2592405"/>
                  </a:lnTo>
                  <a:lnTo>
                    <a:pt x="3381750" y="2592405"/>
                  </a:lnTo>
                  <a:lnTo>
                    <a:pt x="3381750" y="2593946"/>
                  </a:lnTo>
                  <a:lnTo>
                    <a:pt x="3387186" y="2593946"/>
                  </a:lnTo>
                  <a:lnTo>
                    <a:pt x="3387186" y="2593946"/>
                  </a:lnTo>
                  <a:lnTo>
                    <a:pt x="3392623" y="2593946"/>
                  </a:lnTo>
                  <a:lnTo>
                    <a:pt x="3392623" y="2593946"/>
                  </a:lnTo>
                  <a:lnTo>
                    <a:pt x="3398060" y="2593946"/>
                  </a:lnTo>
                  <a:lnTo>
                    <a:pt x="3398060" y="2595494"/>
                  </a:lnTo>
                  <a:lnTo>
                    <a:pt x="3403497" y="2595494"/>
                  </a:lnTo>
                  <a:lnTo>
                    <a:pt x="3403497" y="2595494"/>
                  </a:lnTo>
                  <a:lnTo>
                    <a:pt x="3408934" y="2595494"/>
                  </a:lnTo>
                  <a:lnTo>
                    <a:pt x="3408934" y="2598593"/>
                  </a:lnTo>
                  <a:lnTo>
                    <a:pt x="3419808" y="2598593"/>
                  </a:lnTo>
                  <a:lnTo>
                    <a:pt x="3419808" y="2598593"/>
                  </a:lnTo>
                  <a:lnTo>
                    <a:pt x="3425245" y="2598593"/>
                  </a:lnTo>
                  <a:lnTo>
                    <a:pt x="3425245" y="2601698"/>
                  </a:lnTo>
                  <a:lnTo>
                    <a:pt x="3430682" y="2601698"/>
                  </a:lnTo>
                  <a:lnTo>
                    <a:pt x="3430682" y="2601698"/>
                  </a:lnTo>
                  <a:lnTo>
                    <a:pt x="3436119" y="2601698"/>
                  </a:lnTo>
                  <a:lnTo>
                    <a:pt x="3436119" y="2603255"/>
                  </a:lnTo>
                  <a:lnTo>
                    <a:pt x="3452429" y="2603255"/>
                  </a:lnTo>
                  <a:lnTo>
                    <a:pt x="3452429" y="2604812"/>
                  </a:lnTo>
                  <a:lnTo>
                    <a:pt x="3457866" y="2604812"/>
                  </a:lnTo>
                  <a:lnTo>
                    <a:pt x="3457866" y="2607933"/>
                  </a:lnTo>
                  <a:lnTo>
                    <a:pt x="3463303" y="2607933"/>
                  </a:lnTo>
                  <a:lnTo>
                    <a:pt x="3463303" y="2611054"/>
                  </a:lnTo>
                  <a:lnTo>
                    <a:pt x="3468740" y="2611054"/>
                  </a:lnTo>
                  <a:lnTo>
                    <a:pt x="3468740" y="2617301"/>
                  </a:lnTo>
                  <a:lnTo>
                    <a:pt x="3474177" y="2617301"/>
                  </a:lnTo>
                  <a:lnTo>
                    <a:pt x="3474177" y="2623549"/>
                  </a:lnTo>
                  <a:lnTo>
                    <a:pt x="3485051" y="2623549"/>
                  </a:lnTo>
                  <a:lnTo>
                    <a:pt x="3485051" y="2628240"/>
                  </a:lnTo>
                  <a:lnTo>
                    <a:pt x="3490487" y="2628240"/>
                  </a:lnTo>
                  <a:lnTo>
                    <a:pt x="3490487" y="2628240"/>
                  </a:lnTo>
                  <a:lnTo>
                    <a:pt x="3495924" y="2628240"/>
                  </a:lnTo>
                  <a:lnTo>
                    <a:pt x="3495924" y="2629808"/>
                  </a:lnTo>
                  <a:lnTo>
                    <a:pt x="3501361" y="2629808"/>
                  </a:lnTo>
                  <a:lnTo>
                    <a:pt x="3501361" y="2631379"/>
                  </a:lnTo>
                  <a:lnTo>
                    <a:pt x="3506798" y="2631379"/>
                  </a:lnTo>
                  <a:lnTo>
                    <a:pt x="3506798" y="2632952"/>
                  </a:lnTo>
                  <a:lnTo>
                    <a:pt x="3512235" y="2632952"/>
                  </a:lnTo>
                  <a:lnTo>
                    <a:pt x="3512235" y="2634526"/>
                  </a:lnTo>
                  <a:lnTo>
                    <a:pt x="3517672" y="2634526"/>
                  </a:lnTo>
                  <a:lnTo>
                    <a:pt x="3517672" y="2637678"/>
                  </a:lnTo>
                  <a:lnTo>
                    <a:pt x="3523109" y="2637678"/>
                  </a:lnTo>
                  <a:lnTo>
                    <a:pt x="3523109" y="2642412"/>
                  </a:lnTo>
                  <a:lnTo>
                    <a:pt x="3528546" y="2642412"/>
                  </a:lnTo>
                  <a:lnTo>
                    <a:pt x="3528546" y="2643990"/>
                  </a:lnTo>
                  <a:lnTo>
                    <a:pt x="3533983" y="2643990"/>
                  </a:lnTo>
                  <a:lnTo>
                    <a:pt x="3533983" y="2643990"/>
                  </a:lnTo>
                  <a:lnTo>
                    <a:pt x="3539420" y="2643990"/>
                  </a:lnTo>
                  <a:lnTo>
                    <a:pt x="3539420" y="2643990"/>
                  </a:lnTo>
                  <a:lnTo>
                    <a:pt x="3544856" y="2643990"/>
                  </a:lnTo>
                  <a:lnTo>
                    <a:pt x="3544856" y="2648744"/>
                  </a:lnTo>
                  <a:lnTo>
                    <a:pt x="3550293" y="2648744"/>
                  </a:lnTo>
                  <a:lnTo>
                    <a:pt x="3550293" y="2648744"/>
                  </a:lnTo>
                  <a:lnTo>
                    <a:pt x="3555730" y="2648744"/>
                  </a:lnTo>
                  <a:lnTo>
                    <a:pt x="3555730" y="2653508"/>
                  </a:lnTo>
                  <a:lnTo>
                    <a:pt x="3561167" y="2653508"/>
                  </a:lnTo>
                  <a:lnTo>
                    <a:pt x="3561167" y="2655097"/>
                  </a:lnTo>
                  <a:lnTo>
                    <a:pt x="3566604" y="2655097"/>
                  </a:lnTo>
                  <a:lnTo>
                    <a:pt x="3566604" y="2658277"/>
                  </a:lnTo>
                  <a:lnTo>
                    <a:pt x="3572041" y="2658277"/>
                  </a:lnTo>
                  <a:lnTo>
                    <a:pt x="3572041" y="2659870"/>
                  </a:lnTo>
                  <a:lnTo>
                    <a:pt x="3577478" y="2659870"/>
                  </a:lnTo>
                  <a:lnTo>
                    <a:pt x="3577478" y="2663055"/>
                  </a:lnTo>
                  <a:lnTo>
                    <a:pt x="3582915" y="2663055"/>
                  </a:lnTo>
                  <a:lnTo>
                    <a:pt x="3582915" y="2664654"/>
                  </a:lnTo>
                  <a:lnTo>
                    <a:pt x="3588352" y="2664654"/>
                  </a:lnTo>
                  <a:lnTo>
                    <a:pt x="3588352" y="2666253"/>
                  </a:lnTo>
                  <a:lnTo>
                    <a:pt x="3599225" y="2666253"/>
                  </a:lnTo>
                  <a:lnTo>
                    <a:pt x="3599225" y="2667853"/>
                  </a:lnTo>
                  <a:lnTo>
                    <a:pt x="3604662" y="2667853"/>
                  </a:lnTo>
                  <a:lnTo>
                    <a:pt x="3604662" y="2667853"/>
                  </a:lnTo>
                  <a:lnTo>
                    <a:pt x="3610099" y="2667853"/>
                  </a:lnTo>
                  <a:lnTo>
                    <a:pt x="3610099" y="2667853"/>
                  </a:lnTo>
                  <a:lnTo>
                    <a:pt x="3615536" y="2667853"/>
                  </a:lnTo>
                  <a:lnTo>
                    <a:pt x="3615536" y="2672673"/>
                  </a:lnTo>
                  <a:lnTo>
                    <a:pt x="3620973" y="2672673"/>
                  </a:lnTo>
                  <a:lnTo>
                    <a:pt x="3620973" y="2674282"/>
                  </a:lnTo>
                  <a:lnTo>
                    <a:pt x="3626410" y="2674282"/>
                  </a:lnTo>
                  <a:lnTo>
                    <a:pt x="3626410" y="2675893"/>
                  </a:lnTo>
                  <a:lnTo>
                    <a:pt x="3631847" y="2675893"/>
                  </a:lnTo>
                  <a:lnTo>
                    <a:pt x="3631847" y="2679114"/>
                  </a:lnTo>
                  <a:lnTo>
                    <a:pt x="3637284" y="2679114"/>
                  </a:lnTo>
                  <a:lnTo>
                    <a:pt x="3637284" y="2682336"/>
                  </a:lnTo>
                  <a:lnTo>
                    <a:pt x="3648158" y="2682336"/>
                  </a:lnTo>
                  <a:lnTo>
                    <a:pt x="3648158" y="2687172"/>
                  </a:lnTo>
                  <a:lnTo>
                    <a:pt x="3653594" y="2687172"/>
                  </a:lnTo>
                  <a:lnTo>
                    <a:pt x="3653594" y="2692008"/>
                  </a:lnTo>
                  <a:lnTo>
                    <a:pt x="3659031" y="2692008"/>
                  </a:lnTo>
                  <a:lnTo>
                    <a:pt x="3659031" y="2693623"/>
                  </a:lnTo>
                  <a:lnTo>
                    <a:pt x="3675342" y="2693623"/>
                  </a:lnTo>
                  <a:lnTo>
                    <a:pt x="3675342" y="2698474"/>
                  </a:lnTo>
                  <a:lnTo>
                    <a:pt x="3680779" y="2698474"/>
                  </a:lnTo>
                  <a:lnTo>
                    <a:pt x="3680779" y="2701709"/>
                  </a:lnTo>
                  <a:lnTo>
                    <a:pt x="3686216" y="2701709"/>
                  </a:lnTo>
                  <a:lnTo>
                    <a:pt x="3686216" y="2703326"/>
                  </a:lnTo>
                  <a:lnTo>
                    <a:pt x="3691653" y="2703326"/>
                  </a:lnTo>
                  <a:lnTo>
                    <a:pt x="3691653" y="2706563"/>
                  </a:lnTo>
                  <a:lnTo>
                    <a:pt x="3697090" y="2706563"/>
                  </a:lnTo>
                  <a:lnTo>
                    <a:pt x="3697090" y="2708185"/>
                  </a:lnTo>
                  <a:lnTo>
                    <a:pt x="3702526" y="2708185"/>
                  </a:lnTo>
                  <a:lnTo>
                    <a:pt x="3702526" y="2709811"/>
                  </a:lnTo>
                  <a:lnTo>
                    <a:pt x="3707963" y="2709811"/>
                  </a:lnTo>
                  <a:lnTo>
                    <a:pt x="3707963" y="2711436"/>
                  </a:lnTo>
                  <a:lnTo>
                    <a:pt x="3713400" y="2711436"/>
                  </a:lnTo>
                  <a:lnTo>
                    <a:pt x="3713400" y="2711436"/>
                  </a:lnTo>
                  <a:lnTo>
                    <a:pt x="3718837" y="2711436"/>
                  </a:lnTo>
                  <a:lnTo>
                    <a:pt x="3718837" y="2714690"/>
                  </a:lnTo>
                  <a:lnTo>
                    <a:pt x="3724274" y="2714690"/>
                  </a:lnTo>
                  <a:lnTo>
                    <a:pt x="3724274" y="2714690"/>
                  </a:lnTo>
                  <a:lnTo>
                    <a:pt x="3729711" y="2714690"/>
                  </a:lnTo>
                  <a:lnTo>
                    <a:pt x="3729711" y="2716319"/>
                  </a:lnTo>
                  <a:lnTo>
                    <a:pt x="3735148" y="2716319"/>
                  </a:lnTo>
                  <a:lnTo>
                    <a:pt x="3735148" y="2717949"/>
                  </a:lnTo>
                  <a:lnTo>
                    <a:pt x="3740585" y="2717949"/>
                  </a:lnTo>
                  <a:lnTo>
                    <a:pt x="3740585" y="2717949"/>
                  </a:lnTo>
                  <a:lnTo>
                    <a:pt x="3746022" y="2717949"/>
                  </a:lnTo>
                  <a:lnTo>
                    <a:pt x="3746022" y="2719580"/>
                  </a:lnTo>
                  <a:lnTo>
                    <a:pt x="3751459" y="2719580"/>
                  </a:lnTo>
                  <a:lnTo>
                    <a:pt x="3751459" y="2721212"/>
                  </a:lnTo>
                  <a:lnTo>
                    <a:pt x="3756895" y="2721212"/>
                  </a:lnTo>
                  <a:lnTo>
                    <a:pt x="3756895" y="2724476"/>
                  </a:lnTo>
                  <a:lnTo>
                    <a:pt x="3762332" y="2724476"/>
                  </a:lnTo>
                  <a:lnTo>
                    <a:pt x="3762332" y="2726110"/>
                  </a:lnTo>
                  <a:lnTo>
                    <a:pt x="3767769" y="2726110"/>
                  </a:lnTo>
                  <a:lnTo>
                    <a:pt x="3767769" y="2727743"/>
                  </a:lnTo>
                  <a:lnTo>
                    <a:pt x="3773206" y="2727743"/>
                  </a:lnTo>
                  <a:lnTo>
                    <a:pt x="3773206" y="2729381"/>
                  </a:lnTo>
                  <a:lnTo>
                    <a:pt x="3778643" y="2729381"/>
                  </a:lnTo>
                  <a:lnTo>
                    <a:pt x="3778643" y="2731021"/>
                  </a:lnTo>
                  <a:lnTo>
                    <a:pt x="3784080" y="2731021"/>
                  </a:lnTo>
                  <a:lnTo>
                    <a:pt x="3784080" y="2731021"/>
                  </a:lnTo>
                  <a:lnTo>
                    <a:pt x="3789517" y="2731021"/>
                  </a:lnTo>
                  <a:lnTo>
                    <a:pt x="3789517" y="2732664"/>
                  </a:lnTo>
                  <a:lnTo>
                    <a:pt x="3794954" y="2732664"/>
                  </a:lnTo>
                  <a:lnTo>
                    <a:pt x="3794954" y="2734308"/>
                  </a:lnTo>
                  <a:lnTo>
                    <a:pt x="3800391" y="2734308"/>
                  </a:lnTo>
                  <a:lnTo>
                    <a:pt x="3800391" y="2735955"/>
                  </a:lnTo>
                  <a:lnTo>
                    <a:pt x="3805828" y="2735955"/>
                  </a:lnTo>
                  <a:lnTo>
                    <a:pt x="3805828" y="2737605"/>
                  </a:lnTo>
                  <a:lnTo>
                    <a:pt x="3816701" y="2737605"/>
                  </a:lnTo>
                  <a:lnTo>
                    <a:pt x="3816701" y="2740911"/>
                  </a:lnTo>
                  <a:lnTo>
                    <a:pt x="3822138" y="2740911"/>
                  </a:lnTo>
                  <a:lnTo>
                    <a:pt x="3822138" y="2742564"/>
                  </a:lnTo>
                  <a:lnTo>
                    <a:pt x="3827575" y="2742564"/>
                  </a:lnTo>
                  <a:lnTo>
                    <a:pt x="3827575" y="2745872"/>
                  </a:lnTo>
                  <a:lnTo>
                    <a:pt x="3833012" y="2745872"/>
                  </a:lnTo>
                  <a:lnTo>
                    <a:pt x="3833012" y="2745872"/>
                  </a:lnTo>
                  <a:lnTo>
                    <a:pt x="3838449" y="2745872"/>
                  </a:lnTo>
                  <a:lnTo>
                    <a:pt x="3838449" y="2750840"/>
                  </a:lnTo>
                  <a:lnTo>
                    <a:pt x="3843886" y="2750840"/>
                  </a:lnTo>
                  <a:lnTo>
                    <a:pt x="3843886" y="2752496"/>
                  </a:lnTo>
                  <a:lnTo>
                    <a:pt x="3849323" y="2752496"/>
                  </a:lnTo>
                  <a:lnTo>
                    <a:pt x="3849323" y="2754152"/>
                  </a:lnTo>
                  <a:lnTo>
                    <a:pt x="3854760" y="2754152"/>
                  </a:lnTo>
                  <a:lnTo>
                    <a:pt x="3854760" y="2755813"/>
                  </a:lnTo>
                  <a:lnTo>
                    <a:pt x="3860197" y="2755813"/>
                  </a:lnTo>
                  <a:lnTo>
                    <a:pt x="3860197" y="2759137"/>
                  </a:lnTo>
                  <a:lnTo>
                    <a:pt x="3865633" y="2759137"/>
                  </a:lnTo>
                  <a:lnTo>
                    <a:pt x="3865633" y="2760800"/>
                  </a:lnTo>
                  <a:lnTo>
                    <a:pt x="3871070" y="2760800"/>
                  </a:lnTo>
                  <a:lnTo>
                    <a:pt x="3871070" y="2762464"/>
                  </a:lnTo>
                  <a:lnTo>
                    <a:pt x="3876507" y="2762464"/>
                  </a:lnTo>
                  <a:lnTo>
                    <a:pt x="3876507" y="2764130"/>
                  </a:lnTo>
                  <a:lnTo>
                    <a:pt x="3881944" y="2764130"/>
                  </a:lnTo>
                  <a:lnTo>
                    <a:pt x="3881944" y="2765796"/>
                  </a:lnTo>
                  <a:lnTo>
                    <a:pt x="3887381" y="2765796"/>
                  </a:lnTo>
                  <a:lnTo>
                    <a:pt x="3887381" y="2767468"/>
                  </a:lnTo>
                  <a:lnTo>
                    <a:pt x="3892818" y="2767468"/>
                  </a:lnTo>
                  <a:lnTo>
                    <a:pt x="3892818" y="2767468"/>
                  </a:lnTo>
                  <a:lnTo>
                    <a:pt x="3898255" y="2767468"/>
                  </a:lnTo>
                  <a:lnTo>
                    <a:pt x="3898255" y="2769142"/>
                  </a:lnTo>
                  <a:lnTo>
                    <a:pt x="3903692" y="2769142"/>
                  </a:lnTo>
                  <a:lnTo>
                    <a:pt x="3903692" y="2772490"/>
                  </a:lnTo>
                  <a:lnTo>
                    <a:pt x="3909129" y="2772490"/>
                  </a:lnTo>
                  <a:lnTo>
                    <a:pt x="3909129" y="2777516"/>
                  </a:lnTo>
                  <a:lnTo>
                    <a:pt x="3914565" y="2777516"/>
                  </a:lnTo>
                  <a:lnTo>
                    <a:pt x="3914565" y="2779193"/>
                  </a:lnTo>
                  <a:lnTo>
                    <a:pt x="3920002" y="2779193"/>
                  </a:lnTo>
                  <a:lnTo>
                    <a:pt x="3920002" y="2779193"/>
                  </a:lnTo>
                  <a:lnTo>
                    <a:pt x="3925439" y="2779193"/>
                  </a:lnTo>
                  <a:lnTo>
                    <a:pt x="3925439" y="2782549"/>
                  </a:lnTo>
                  <a:lnTo>
                    <a:pt x="3930876" y="2782549"/>
                  </a:lnTo>
                  <a:lnTo>
                    <a:pt x="3930876" y="2784228"/>
                  </a:lnTo>
                  <a:lnTo>
                    <a:pt x="3936313" y="2784228"/>
                  </a:lnTo>
                  <a:lnTo>
                    <a:pt x="3936313" y="2785907"/>
                  </a:lnTo>
                  <a:lnTo>
                    <a:pt x="3941750" y="2785907"/>
                  </a:lnTo>
                  <a:lnTo>
                    <a:pt x="3941750" y="2789265"/>
                  </a:lnTo>
                  <a:lnTo>
                    <a:pt x="3947187" y="2789265"/>
                  </a:lnTo>
                  <a:lnTo>
                    <a:pt x="3947187" y="2790944"/>
                  </a:lnTo>
                  <a:lnTo>
                    <a:pt x="3952624" y="2790944"/>
                  </a:lnTo>
                  <a:lnTo>
                    <a:pt x="3952624" y="2792623"/>
                  </a:lnTo>
                  <a:lnTo>
                    <a:pt x="3958061" y="2792623"/>
                  </a:lnTo>
                  <a:lnTo>
                    <a:pt x="3958061" y="2794307"/>
                  </a:lnTo>
                  <a:lnTo>
                    <a:pt x="3963498" y="2794307"/>
                  </a:lnTo>
                  <a:lnTo>
                    <a:pt x="3963498" y="2794307"/>
                  </a:lnTo>
                  <a:lnTo>
                    <a:pt x="3968934" y="2794307"/>
                  </a:lnTo>
                  <a:lnTo>
                    <a:pt x="3968934" y="2799376"/>
                  </a:lnTo>
                  <a:lnTo>
                    <a:pt x="3985245" y="2799376"/>
                  </a:lnTo>
                  <a:lnTo>
                    <a:pt x="3985245" y="2799376"/>
                  </a:lnTo>
                  <a:lnTo>
                    <a:pt x="3990682" y="2799376"/>
                  </a:lnTo>
                  <a:lnTo>
                    <a:pt x="3990682" y="2799376"/>
                  </a:lnTo>
                  <a:lnTo>
                    <a:pt x="3996119" y="2799376"/>
                  </a:lnTo>
                  <a:lnTo>
                    <a:pt x="3996119" y="2804455"/>
                  </a:lnTo>
                  <a:lnTo>
                    <a:pt x="4001556" y="2804455"/>
                  </a:lnTo>
                  <a:lnTo>
                    <a:pt x="4001556" y="2807842"/>
                  </a:lnTo>
                  <a:lnTo>
                    <a:pt x="4006993" y="2807842"/>
                  </a:lnTo>
                  <a:lnTo>
                    <a:pt x="4006993" y="2809537"/>
                  </a:lnTo>
                  <a:lnTo>
                    <a:pt x="4023303" y="2809537"/>
                  </a:lnTo>
                  <a:lnTo>
                    <a:pt x="4023303" y="2809537"/>
                  </a:lnTo>
                  <a:lnTo>
                    <a:pt x="4028740" y="2809537"/>
                  </a:lnTo>
                  <a:lnTo>
                    <a:pt x="4028740" y="2811236"/>
                  </a:lnTo>
                  <a:lnTo>
                    <a:pt x="4034177" y="2811236"/>
                  </a:lnTo>
                  <a:lnTo>
                    <a:pt x="4034177" y="2814637"/>
                  </a:lnTo>
                  <a:lnTo>
                    <a:pt x="4039614" y="2814637"/>
                  </a:lnTo>
                  <a:lnTo>
                    <a:pt x="4039614" y="2814637"/>
                  </a:lnTo>
                  <a:lnTo>
                    <a:pt x="4045051" y="2814637"/>
                  </a:lnTo>
                  <a:lnTo>
                    <a:pt x="4045051" y="2814637"/>
                  </a:lnTo>
                  <a:lnTo>
                    <a:pt x="4050488" y="2814637"/>
                  </a:lnTo>
                  <a:lnTo>
                    <a:pt x="4050488" y="2816344"/>
                  </a:lnTo>
                  <a:lnTo>
                    <a:pt x="4055925" y="2816344"/>
                  </a:lnTo>
                  <a:lnTo>
                    <a:pt x="4055925" y="2819759"/>
                  </a:lnTo>
                  <a:lnTo>
                    <a:pt x="4061362" y="2819759"/>
                  </a:lnTo>
                  <a:lnTo>
                    <a:pt x="4061362" y="2819759"/>
                  </a:lnTo>
                  <a:lnTo>
                    <a:pt x="4066799" y="2819759"/>
                  </a:lnTo>
                  <a:lnTo>
                    <a:pt x="4066799" y="2824890"/>
                  </a:lnTo>
                  <a:lnTo>
                    <a:pt x="4072235" y="2824890"/>
                  </a:lnTo>
                  <a:lnTo>
                    <a:pt x="4072235" y="2831731"/>
                  </a:lnTo>
                  <a:lnTo>
                    <a:pt x="4077672" y="2831731"/>
                  </a:lnTo>
                  <a:lnTo>
                    <a:pt x="4077672" y="2831731"/>
                  </a:lnTo>
                  <a:lnTo>
                    <a:pt x="4093983" y="2831731"/>
                  </a:lnTo>
                  <a:lnTo>
                    <a:pt x="4093983" y="2833445"/>
                  </a:lnTo>
                  <a:lnTo>
                    <a:pt x="4099420" y="2833445"/>
                  </a:lnTo>
                  <a:lnTo>
                    <a:pt x="4099420" y="2833445"/>
                  </a:lnTo>
                  <a:lnTo>
                    <a:pt x="4104857" y="2833445"/>
                  </a:lnTo>
                  <a:lnTo>
                    <a:pt x="4104857" y="2833445"/>
                  </a:lnTo>
                  <a:lnTo>
                    <a:pt x="4110294" y="2833445"/>
                  </a:lnTo>
                  <a:lnTo>
                    <a:pt x="4110294" y="2833445"/>
                  </a:lnTo>
                  <a:lnTo>
                    <a:pt x="4115731" y="2833445"/>
                  </a:lnTo>
                  <a:lnTo>
                    <a:pt x="4115731" y="2833445"/>
                  </a:lnTo>
                  <a:lnTo>
                    <a:pt x="4121168" y="2833445"/>
                  </a:lnTo>
                  <a:lnTo>
                    <a:pt x="4121168" y="2835174"/>
                  </a:lnTo>
                  <a:lnTo>
                    <a:pt x="4126604" y="2835174"/>
                  </a:lnTo>
                  <a:lnTo>
                    <a:pt x="4126604" y="2835174"/>
                  </a:lnTo>
                  <a:lnTo>
                    <a:pt x="4132041" y="2835174"/>
                  </a:lnTo>
                  <a:lnTo>
                    <a:pt x="4132041" y="2836908"/>
                  </a:lnTo>
                  <a:lnTo>
                    <a:pt x="4148352" y="2836908"/>
                  </a:lnTo>
                  <a:lnTo>
                    <a:pt x="4148352" y="2840374"/>
                  </a:lnTo>
                  <a:lnTo>
                    <a:pt x="4153789" y="2840374"/>
                  </a:lnTo>
                  <a:lnTo>
                    <a:pt x="4153789" y="2847318"/>
                  </a:lnTo>
                  <a:lnTo>
                    <a:pt x="4159226" y="2847318"/>
                  </a:lnTo>
                  <a:lnTo>
                    <a:pt x="4159226" y="2847318"/>
                  </a:lnTo>
                  <a:lnTo>
                    <a:pt x="4164663" y="2847318"/>
                  </a:lnTo>
                  <a:lnTo>
                    <a:pt x="4164663" y="2850793"/>
                  </a:lnTo>
                  <a:lnTo>
                    <a:pt x="4170100" y="2850793"/>
                  </a:lnTo>
                  <a:lnTo>
                    <a:pt x="4170100" y="2850793"/>
                  </a:lnTo>
                  <a:lnTo>
                    <a:pt x="4175537" y="2850793"/>
                  </a:lnTo>
                  <a:lnTo>
                    <a:pt x="4175537" y="2850793"/>
                  </a:lnTo>
                  <a:lnTo>
                    <a:pt x="4180973" y="2850793"/>
                  </a:lnTo>
                  <a:lnTo>
                    <a:pt x="4180973" y="2850793"/>
                  </a:lnTo>
                  <a:lnTo>
                    <a:pt x="4186410" y="2850793"/>
                  </a:lnTo>
                  <a:lnTo>
                    <a:pt x="4186410" y="2854281"/>
                  </a:lnTo>
                  <a:lnTo>
                    <a:pt x="4191847" y="2854281"/>
                  </a:lnTo>
                  <a:lnTo>
                    <a:pt x="4191847" y="2856028"/>
                  </a:lnTo>
                  <a:lnTo>
                    <a:pt x="4197284" y="2856028"/>
                  </a:lnTo>
                  <a:lnTo>
                    <a:pt x="4197284" y="2856028"/>
                  </a:lnTo>
                  <a:lnTo>
                    <a:pt x="4202721" y="2856028"/>
                  </a:lnTo>
                  <a:lnTo>
                    <a:pt x="4202721" y="2859531"/>
                  </a:lnTo>
                  <a:lnTo>
                    <a:pt x="4208158" y="2859531"/>
                  </a:lnTo>
                  <a:lnTo>
                    <a:pt x="4208158" y="2861282"/>
                  </a:lnTo>
                  <a:lnTo>
                    <a:pt x="4213595" y="2861282"/>
                  </a:lnTo>
                  <a:lnTo>
                    <a:pt x="4213595" y="2863035"/>
                  </a:lnTo>
                  <a:lnTo>
                    <a:pt x="4219032" y="2863035"/>
                  </a:lnTo>
                  <a:lnTo>
                    <a:pt x="4219032" y="2863035"/>
                  </a:lnTo>
                  <a:lnTo>
                    <a:pt x="4224469" y="2863035"/>
                  </a:lnTo>
                  <a:lnTo>
                    <a:pt x="4224469" y="2864792"/>
                  </a:lnTo>
                  <a:lnTo>
                    <a:pt x="4229906" y="2864792"/>
                  </a:lnTo>
                  <a:lnTo>
                    <a:pt x="4229906" y="2868313"/>
                  </a:lnTo>
                  <a:lnTo>
                    <a:pt x="4235342" y="2868313"/>
                  </a:lnTo>
                  <a:lnTo>
                    <a:pt x="4235342" y="2871834"/>
                  </a:lnTo>
                  <a:lnTo>
                    <a:pt x="4240779" y="2871834"/>
                  </a:lnTo>
                  <a:lnTo>
                    <a:pt x="4240779" y="2871834"/>
                  </a:lnTo>
                  <a:lnTo>
                    <a:pt x="4246216" y="2871834"/>
                  </a:lnTo>
                  <a:lnTo>
                    <a:pt x="4246216" y="2873597"/>
                  </a:lnTo>
                  <a:lnTo>
                    <a:pt x="4251653" y="2873597"/>
                  </a:lnTo>
                  <a:lnTo>
                    <a:pt x="4251653" y="2877127"/>
                  </a:lnTo>
                  <a:lnTo>
                    <a:pt x="4257090" y="2877127"/>
                  </a:lnTo>
                  <a:lnTo>
                    <a:pt x="4257090" y="2878891"/>
                  </a:lnTo>
                  <a:lnTo>
                    <a:pt x="4267964" y="2878891"/>
                  </a:lnTo>
                  <a:lnTo>
                    <a:pt x="4267964" y="2880660"/>
                  </a:lnTo>
                  <a:lnTo>
                    <a:pt x="4273401" y="2880660"/>
                  </a:lnTo>
                  <a:lnTo>
                    <a:pt x="4273401" y="2882430"/>
                  </a:lnTo>
                  <a:lnTo>
                    <a:pt x="4278838" y="2882430"/>
                  </a:lnTo>
                  <a:lnTo>
                    <a:pt x="4278838" y="2882430"/>
                  </a:lnTo>
                  <a:lnTo>
                    <a:pt x="4284274" y="2882430"/>
                  </a:lnTo>
                  <a:lnTo>
                    <a:pt x="4284274" y="2885976"/>
                  </a:lnTo>
                  <a:lnTo>
                    <a:pt x="4289711" y="2885976"/>
                  </a:lnTo>
                  <a:lnTo>
                    <a:pt x="4289711" y="2885976"/>
                  </a:lnTo>
                  <a:lnTo>
                    <a:pt x="4295148" y="2885976"/>
                  </a:lnTo>
                  <a:lnTo>
                    <a:pt x="4295148" y="2891310"/>
                  </a:lnTo>
                  <a:lnTo>
                    <a:pt x="4300585" y="2891310"/>
                  </a:lnTo>
                  <a:lnTo>
                    <a:pt x="4300585" y="2894869"/>
                  </a:lnTo>
                  <a:lnTo>
                    <a:pt x="4306022" y="2894869"/>
                  </a:lnTo>
                  <a:lnTo>
                    <a:pt x="4306022" y="2894869"/>
                  </a:lnTo>
                  <a:lnTo>
                    <a:pt x="4311459" y="2894869"/>
                  </a:lnTo>
                  <a:lnTo>
                    <a:pt x="4311459" y="2896654"/>
                  </a:lnTo>
                  <a:lnTo>
                    <a:pt x="4322333" y="2896654"/>
                  </a:lnTo>
                  <a:lnTo>
                    <a:pt x="4322333" y="2898440"/>
                  </a:lnTo>
                  <a:lnTo>
                    <a:pt x="4327770" y="2898440"/>
                  </a:lnTo>
                  <a:lnTo>
                    <a:pt x="4327770" y="2902018"/>
                  </a:lnTo>
                  <a:lnTo>
                    <a:pt x="4333207" y="2902018"/>
                  </a:lnTo>
                  <a:lnTo>
                    <a:pt x="4333207" y="2907390"/>
                  </a:lnTo>
                  <a:lnTo>
                    <a:pt x="4338643" y="2907390"/>
                  </a:lnTo>
                  <a:lnTo>
                    <a:pt x="4338643" y="2909182"/>
                  </a:lnTo>
                  <a:lnTo>
                    <a:pt x="4344080" y="2909182"/>
                  </a:lnTo>
                  <a:lnTo>
                    <a:pt x="4344080" y="2909182"/>
                  </a:lnTo>
                  <a:lnTo>
                    <a:pt x="4349517" y="2909182"/>
                  </a:lnTo>
                  <a:lnTo>
                    <a:pt x="4349517" y="2914579"/>
                  </a:lnTo>
                  <a:lnTo>
                    <a:pt x="4354954" y="2914579"/>
                  </a:lnTo>
                  <a:lnTo>
                    <a:pt x="4354954" y="2914579"/>
                  </a:lnTo>
                  <a:lnTo>
                    <a:pt x="4360391" y="2914579"/>
                  </a:lnTo>
                  <a:lnTo>
                    <a:pt x="4360391" y="2918179"/>
                  </a:lnTo>
                  <a:lnTo>
                    <a:pt x="4365828" y="2918179"/>
                  </a:lnTo>
                  <a:lnTo>
                    <a:pt x="4365828" y="2919980"/>
                  </a:lnTo>
                  <a:lnTo>
                    <a:pt x="4371265" y="2919980"/>
                  </a:lnTo>
                  <a:lnTo>
                    <a:pt x="4371265" y="2921786"/>
                  </a:lnTo>
                  <a:lnTo>
                    <a:pt x="4376702" y="2921786"/>
                  </a:lnTo>
                  <a:lnTo>
                    <a:pt x="4376702" y="2921786"/>
                  </a:lnTo>
                  <a:lnTo>
                    <a:pt x="4382139" y="2921786"/>
                  </a:lnTo>
                  <a:lnTo>
                    <a:pt x="4382139" y="2923600"/>
                  </a:lnTo>
                  <a:lnTo>
                    <a:pt x="4387576" y="2923600"/>
                  </a:lnTo>
                  <a:lnTo>
                    <a:pt x="4387576" y="2925419"/>
                  </a:lnTo>
                  <a:lnTo>
                    <a:pt x="4393012" y="2925419"/>
                  </a:lnTo>
                  <a:lnTo>
                    <a:pt x="4393012" y="2925419"/>
                  </a:lnTo>
                  <a:lnTo>
                    <a:pt x="4398449" y="2925419"/>
                  </a:lnTo>
                  <a:lnTo>
                    <a:pt x="4398449" y="2927240"/>
                  </a:lnTo>
                  <a:lnTo>
                    <a:pt x="4403886" y="2927240"/>
                  </a:lnTo>
                  <a:lnTo>
                    <a:pt x="4403886" y="2929063"/>
                  </a:lnTo>
                  <a:lnTo>
                    <a:pt x="4409323" y="2929063"/>
                  </a:lnTo>
                  <a:lnTo>
                    <a:pt x="4409323" y="2929063"/>
                  </a:lnTo>
                  <a:lnTo>
                    <a:pt x="4414760" y="2929063"/>
                  </a:lnTo>
                  <a:lnTo>
                    <a:pt x="4414760" y="2932712"/>
                  </a:lnTo>
                  <a:lnTo>
                    <a:pt x="4420197" y="2932712"/>
                  </a:lnTo>
                  <a:lnTo>
                    <a:pt x="4420197" y="2934536"/>
                  </a:lnTo>
                  <a:lnTo>
                    <a:pt x="4425634" y="2934536"/>
                  </a:lnTo>
                  <a:lnTo>
                    <a:pt x="4425634" y="2936361"/>
                  </a:lnTo>
                  <a:lnTo>
                    <a:pt x="4441945" y="2936361"/>
                  </a:lnTo>
                  <a:lnTo>
                    <a:pt x="4441945" y="2936361"/>
                  </a:lnTo>
                  <a:lnTo>
                    <a:pt x="4447381" y="2936361"/>
                  </a:lnTo>
                  <a:lnTo>
                    <a:pt x="4447381" y="2938191"/>
                  </a:lnTo>
                  <a:lnTo>
                    <a:pt x="4452818" y="2938191"/>
                  </a:lnTo>
                  <a:lnTo>
                    <a:pt x="4452818" y="2941858"/>
                  </a:lnTo>
                  <a:lnTo>
                    <a:pt x="4458255" y="2941858"/>
                  </a:lnTo>
                  <a:lnTo>
                    <a:pt x="4458255" y="2943695"/>
                  </a:lnTo>
                  <a:lnTo>
                    <a:pt x="4463692" y="2943695"/>
                  </a:lnTo>
                  <a:lnTo>
                    <a:pt x="4463692" y="2945534"/>
                  </a:lnTo>
                  <a:lnTo>
                    <a:pt x="4480003" y="2945534"/>
                  </a:lnTo>
                  <a:lnTo>
                    <a:pt x="4480003" y="2945534"/>
                  </a:lnTo>
                  <a:lnTo>
                    <a:pt x="4485440" y="2945534"/>
                  </a:lnTo>
                  <a:lnTo>
                    <a:pt x="4485440" y="2945534"/>
                  </a:lnTo>
                  <a:lnTo>
                    <a:pt x="4490877" y="2945534"/>
                  </a:lnTo>
                  <a:lnTo>
                    <a:pt x="4490877" y="2947378"/>
                  </a:lnTo>
                  <a:lnTo>
                    <a:pt x="4496313" y="2947378"/>
                  </a:lnTo>
                  <a:lnTo>
                    <a:pt x="4496313" y="2951068"/>
                  </a:lnTo>
                  <a:lnTo>
                    <a:pt x="4501750" y="2951068"/>
                  </a:lnTo>
                  <a:lnTo>
                    <a:pt x="4501750" y="2951068"/>
                  </a:lnTo>
                  <a:lnTo>
                    <a:pt x="4507187" y="2951068"/>
                  </a:lnTo>
                  <a:lnTo>
                    <a:pt x="4507187" y="2952915"/>
                  </a:lnTo>
                  <a:lnTo>
                    <a:pt x="4512624" y="2952915"/>
                  </a:lnTo>
                  <a:lnTo>
                    <a:pt x="4512624" y="2954763"/>
                  </a:lnTo>
                  <a:lnTo>
                    <a:pt x="4518061" y="2954763"/>
                  </a:lnTo>
                  <a:lnTo>
                    <a:pt x="4518061" y="2956611"/>
                  </a:lnTo>
                  <a:lnTo>
                    <a:pt x="4528935" y="2956611"/>
                  </a:lnTo>
                  <a:lnTo>
                    <a:pt x="4528935" y="2956611"/>
                  </a:lnTo>
                  <a:lnTo>
                    <a:pt x="4539809" y="2956611"/>
                  </a:lnTo>
                  <a:lnTo>
                    <a:pt x="4539809" y="2958465"/>
                  </a:lnTo>
                  <a:lnTo>
                    <a:pt x="4545246" y="2958465"/>
                  </a:lnTo>
                  <a:lnTo>
                    <a:pt x="4545246" y="2960322"/>
                  </a:lnTo>
                  <a:lnTo>
                    <a:pt x="4550682" y="2960322"/>
                  </a:lnTo>
                  <a:lnTo>
                    <a:pt x="4550682" y="2964037"/>
                  </a:lnTo>
                  <a:lnTo>
                    <a:pt x="4561556" y="2964037"/>
                  </a:lnTo>
                  <a:lnTo>
                    <a:pt x="4561556" y="2964037"/>
                  </a:lnTo>
                  <a:lnTo>
                    <a:pt x="4566993" y="2964037"/>
                  </a:lnTo>
                  <a:lnTo>
                    <a:pt x="4566993" y="2965898"/>
                  </a:lnTo>
                  <a:lnTo>
                    <a:pt x="4572430" y="2965898"/>
                  </a:lnTo>
                  <a:lnTo>
                    <a:pt x="4572430" y="2967765"/>
                  </a:lnTo>
                  <a:lnTo>
                    <a:pt x="4577867" y="2967765"/>
                  </a:lnTo>
                  <a:lnTo>
                    <a:pt x="4577867" y="2969631"/>
                  </a:lnTo>
                  <a:lnTo>
                    <a:pt x="4583304" y="2969631"/>
                  </a:lnTo>
                  <a:lnTo>
                    <a:pt x="4583304" y="2971497"/>
                  </a:lnTo>
                  <a:lnTo>
                    <a:pt x="4588741" y="2971497"/>
                  </a:lnTo>
                  <a:lnTo>
                    <a:pt x="4588741" y="2973364"/>
                  </a:lnTo>
                  <a:lnTo>
                    <a:pt x="4594178" y="2973364"/>
                  </a:lnTo>
                  <a:lnTo>
                    <a:pt x="4594178" y="2973364"/>
                  </a:lnTo>
                  <a:lnTo>
                    <a:pt x="4599615" y="2973364"/>
                  </a:lnTo>
                  <a:lnTo>
                    <a:pt x="4599615" y="2975232"/>
                  </a:lnTo>
                  <a:lnTo>
                    <a:pt x="4605051" y="2975232"/>
                  </a:lnTo>
                  <a:lnTo>
                    <a:pt x="4605051" y="2975232"/>
                  </a:lnTo>
                  <a:lnTo>
                    <a:pt x="4615925" y="2975232"/>
                  </a:lnTo>
                  <a:lnTo>
                    <a:pt x="4615925" y="2975232"/>
                  </a:lnTo>
                  <a:lnTo>
                    <a:pt x="4621362" y="2975232"/>
                  </a:lnTo>
                  <a:lnTo>
                    <a:pt x="4621362" y="2977105"/>
                  </a:lnTo>
                  <a:lnTo>
                    <a:pt x="4626799" y="2977105"/>
                  </a:lnTo>
                  <a:lnTo>
                    <a:pt x="4626799" y="2978979"/>
                  </a:lnTo>
                  <a:lnTo>
                    <a:pt x="4632236" y="2978979"/>
                  </a:lnTo>
                  <a:lnTo>
                    <a:pt x="4632236" y="2978979"/>
                  </a:lnTo>
                  <a:lnTo>
                    <a:pt x="4637673" y="2978979"/>
                  </a:lnTo>
                  <a:lnTo>
                    <a:pt x="4637673" y="2980858"/>
                  </a:lnTo>
                  <a:lnTo>
                    <a:pt x="4643110" y="2980858"/>
                  </a:lnTo>
                  <a:lnTo>
                    <a:pt x="4643110" y="2982737"/>
                  </a:lnTo>
                  <a:lnTo>
                    <a:pt x="4648547" y="2982737"/>
                  </a:lnTo>
                  <a:lnTo>
                    <a:pt x="4648547" y="2982737"/>
                  </a:lnTo>
                  <a:lnTo>
                    <a:pt x="4653983" y="2982737"/>
                  </a:lnTo>
                  <a:lnTo>
                    <a:pt x="4653983" y="2984622"/>
                  </a:lnTo>
                  <a:lnTo>
                    <a:pt x="4659420" y="2984622"/>
                  </a:lnTo>
                  <a:lnTo>
                    <a:pt x="4659420" y="2986509"/>
                  </a:lnTo>
                  <a:lnTo>
                    <a:pt x="4670294" y="2986509"/>
                  </a:lnTo>
                  <a:lnTo>
                    <a:pt x="4670294" y="2990283"/>
                  </a:lnTo>
                  <a:lnTo>
                    <a:pt x="4675731" y="2990283"/>
                  </a:lnTo>
                  <a:lnTo>
                    <a:pt x="4675731" y="2992171"/>
                  </a:lnTo>
                  <a:lnTo>
                    <a:pt x="4681168" y="2992171"/>
                  </a:lnTo>
                  <a:lnTo>
                    <a:pt x="4681168" y="2992171"/>
                  </a:lnTo>
                  <a:lnTo>
                    <a:pt x="4686605" y="2992171"/>
                  </a:lnTo>
                  <a:lnTo>
                    <a:pt x="4686605" y="2994063"/>
                  </a:lnTo>
                  <a:lnTo>
                    <a:pt x="4692042" y="2994063"/>
                  </a:lnTo>
                  <a:lnTo>
                    <a:pt x="4692042" y="2999738"/>
                  </a:lnTo>
                  <a:lnTo>
                    <a:pt x="4708352" y="2999738"/>
                  </a:lnTo>
                  <a:lnTo>
                    <a:pt x="4708352" y="3001632"/>
                  </a:lnTo>
                  <a:lnTo>
                    <a:pt x="4719226" y="3001632"/>
                  </a:lnTo>
                  <a:lnTo>
                    <a:pt x="4719226" y="3003526"/>
                  </a:lnTo>
                  <a:lnTo>
                    <a:pt x="4724663" y="3003526"/>
                  </a:lnTo>
                  <a:lnTo>
                    <a:pt x="4724663" y="3003526"/>
                  </a:lnTo>
                  <a:lnTo>
                    <a:pt x="4730100" y="3003526"/>
                  </a:lnTo>
                  <a:lnTo>
                    <a:pt x="4730100" y="3005426"/>
                  </a:lnTo>
                  <a:lnTo>
                    <a:pt x="4735537" y="3005426"/>
                  </a:lnTo>
                  <a:lnTo>
                    <a:pt x="4735537" y="3005426"/>
                  </a:lnTo>
                  <a:lnTo>
                    <a:pt x="4740974" y="3005426"/>
                  </a:lnTo>
                  <a:lnTo>
                    <a:pt x="4740974" y="3007329"/>
                  </a:lnTo>
                  <a:lnTo>
                    <a:pt x="4746411" y="3007329"/>
                  </a:lnTo>
                  <a:lnTo>
                    <a:pt x="4746411" y="3011139"/>
                  </a:lnTo>
                  <a:lnTo>
                    <a:pt x="4751848" y="3011139"/>
                  </a:lnTo>
                  <a:lnTo>
                    <a:pt x="4751848" y="3013047"/>
                  </a:lnTo>
                  <a:lnTo>
                    <a:pt x="4757285" y="3013047"/>
                  </a:lnTo>
                  <a:lnTo>
                    <a:pt x="4757285" y="3013047"/>
                  </a:lnTo>
                  <a:lnTo>
                    <a:pt x="4762721" y="3013047"/>
                  </a:lnTo>
                  <a:lnTo>
                    <a:pt x="4762721" y="3016873"/>
                  </a:lnTo>
                  <a:lnTo>
                    <a:pt x="4773595" y="3016873"/>
                  </a:lnTo>
                  <a:lnTo>
                    <a:pt x="4773595" y="3016873"/>
                  </a:lnTo>
                  <a:lnTo>
                    <a:pt x="4779032" y="3016873"/>
                  </a:lnTo>
                  <a:lnTo>
                    <a:pt x="4779032" y="3018790"/>
                  </a:lnTo>
                  <a:lnTo>
                    <a:pt x="4784469" y="3018790"/>
                  </a:lnTo>
                  <a:lnTo>
                    <a:pt x="4784469" y="3022623"/>
                  </a:lnTo>
                  <a:lnTo>
                    <a:pt x="4789906" y="3022623"/>
                  </a:lnTo>
                  <a:lnTo>
                    <a:pt x="4789906" y="3026456"/>
                  </a:lnTo>
                  <a:lnTo>
                    <a:pt x="4795343" y="3026456"/>
                  </a:lnTo>
                  <a:lnTo>
                    <a:pt x="4795343" y="3028375"/>
                  </a:lnTo>
                  <a:lnTo>
                    <a:pt x="4800780" y="3028375"/>
                  </a:lnTo>
                  <a:lnTo>
                    <a:pt x="4800780" y="3030295"/>
                  </a:lnTo>
                  <a:lnTo>
                    <a:pt x="4811654" y="3030295"/>
                  </a:lnTo>
                  <a:lnTo>
                    <a:pt x="4811654" y="3032217"/>
                  </a:lnTo>
                  <a:lnTo>
                    <a:pt x="4817090" y="3032217"/>
                  </a:lnTo>
                  <a:lnTo>
                    <a:pt x="4817090" y="3032217"/>
                  </a:lnTo>
                  <a:lnTo>
                    <a:pt x="4827964" y="3032217"/>
                  </a:lnTo>
                  <a:lnTo>
                    <a:pt x="4827964" y="3032217"/>
                  </a:lnTo>
                  <a:lnTo>
                    <a:pt x="4833401" y="3032217"/>
                  </a:lnTo>
                  <a:lnTo>
                    <a:pt x="4833401" y="3034144"/>
                  </a:lnTo>
                  <a:lnTo>
                    <a:pt x="4844275" y="3034144"/>
                  </a:lnTo>
                  <a:lnTo>
                    <a:pt x="4844275" y="3034144"/>
                  </a:lnTo>
                  <a:lnTo>
                    <a:pt x="4849712" y="3034144"/>
                  </a:lnTo>
                  <a:lnTo>
                    <a:pt x="4849712" y="3034144"/>
                  </a:lnTo>
                  <a:lnTo>
                    <a:pt x="4855149" y="3034144"/>
                  </a:lnTo>
                  <a:lnTo>
                    <a:pt x="4855149" y="3038011"/>
                  </a:lnTo>
                  <a:lnTo>
                    <a:pt x="4860586" y="3038011"/>
                  </a:lnTo>
                  <a:lnTo>
                    <a:pt x="4860586" y="3038011"/>
                  </a:lnTo>
                  <a:lnTo>
                    <a:pt x="4866022" y="3038011"/>
                  </a:lnTo>
                  <a:lnTo>
                    <a:pt x="4866022" y="3039948"/>
                  </a:lnTo>
                  <a:lnTo>
                    <a:pt x="4871459" y="3039948"/>
                  </a:lnTo>
                  <a:lnTo>
                    <a:pt x="4871459" y="3041887"/>
                  </a:lnTo>
                  <a:lnTo>
                    <a:pt x="4876896" y="3041887"/>
                  </a:lnTo>
                  <a:lnTo>
                    <a:pt x="4876896" y="3043829"/>
                  </a:lnTo>
                  <a:lnTo>
                    <a:pt x="4882333" y="3043829"/>
                  </a:lnTo>
                  <a:lnTo>
                    <a:pt x="4882333" y="3043829"/>
                  </a:lnTo>
                  <a:lnTo>
                    <a:pt x="4893207" y="3043829"/>
                  </a:lnTo>
                  <a:lnTo>
                    <a:pt x="4893207" y="3045774"/>
                  </a:lnTo>
                  <a:lnTo>
                    <a:pt x="4898644" y="3045774"/>
                  </a:lnTo>
                  <a:lnTo>
                    <a:pt x="4898644" y="3047722"/>
                  </a:lnTo>
                  <a:lnTo>
                    <a:pt x="4904081" y="3047722"/>
                  </a:lnTo>
                  <a:lnTo>
                    <a:pt x="4904081" y="3049669"/>
                  </a:lnTo>
                  <a:lnTo>
                    <a:pt x="4909518" y="3049669"/>
                  </a:lnTo>
                  <a:lnTo>
                    <a:pt x="4909518" y="3051620"/>
                  </a:lnTo>
                  <a:lnTo>
                    <a:pt x="4914955" y="3051620"/>
                  </a:lnTo>
                  <a:lnTo>
                    <a:pt x="4914955" y="3055542"/>
                  </a:lnTo>
                  <a:lnTo>
                    <a:pt x="4920391" y="3055542"/>
                  </a:lnTo>
                  <a:lnTo>
                    <a:pt x="4920391" y="3057505"/>
                  </a:lnTo>
                  <a:lnTo>
                    <a:pt x="4925828" y="3057505"/>
                  </a:lnTo>
                  <a:lnTo>
                    <a:pt x="4925828" y="3061432"/>
                  </a:lnTo>
                  <a:lnTo>
                    <a:pt x="4931265" y="3061432"/>
                  </a:lnTo>
                  <a:lnTo>
                    <a:pt x="4931265" y="3061432"/>
                  </a:lnTo>
                  <a:lnTo>
                    <a:pt x="4936702" y="3061432"/>
                  </a:lnTo>
                  <a:lnTo>
                    <a:pt x="4936702" y="3061432"/>
                  </a:lnTo>
                  <a:lnTo>
                    <a:pt x="4947576" y="3061432"/>
                  </a:lnTo>
                  <a:lnTo>
                    <a:pt x="4947576" y="3061432"/>
                  </a:lnTo>
                  <a:lnTo>
                    <a:pt x="4958450" y="3061432"/>
                  </a:lnTo>
                  <a:lnTo>
                    <a:pt x="4958450" y="3065379"/>
                  </a:lnTo>
                  <a:lnTo>
                    <a:pt x="4963887" y="3065379"/>
                  </a:lnTo>
                  <a:lnTo>
                    <a:pt x="4963887" y="3065379"/>
                  </a:lnTo>
                  <a:lnTo>
                    <a:pt x="4969324" y="3065379"/>
                  </a:lnTo>
                  <a:lnTo>
                    <a:pt x="4969324" y="3071307"/>
                  </a:lnTo>
                  <a:lnTo>
                    <a:pt x="4974760" y="3071307"/>
                  </a:lnTo>
                  <a:lnTo>
                    <a:pt x="4974760" y="3071307"/>
                  </a:lnTo>
                  <a:lnTo>
                    <a:pt x="4980197" y="3071307"/>
                  </a:lnTo>
                  <a:lnTo>
                    <a:pt x="4980197" y="3075262"/>
                  </a:lnTo>
                  <a:lnTo>
                    <a:pt x="4985634" y="3075262"/>
                  </a:lnTo>
                  <a:lnTo>
                    <a:pt x="4985634" y="3077240"/>
                  </a:lnTo>
                  <a:lnTo>
                    <a:pt x="4991071" y="3077240"/>
                  </a:lnTo>
                  <a:lnTo>
                    <a:pt x="4991071" y="3079218"/>
                  </a:lnTo>
                  <a:lnTo>
                    <a:pt x="4996508" y="3079218"/>
                  </a:lnTo>
                  <a:lnTo>
                    <a:pt x="4996508" y="3081199"/>
                  </a:lnTo>
                  <a:lnTo>
                    <a:pt x="5001945" y="3081199"/>
                  </a:lnTo>
                  <a:lnTo>
                    <a:pt x="5001945" y="3083183"/>
                  </a:lnTo>
                  <a:lnTo>
                    <a:pt x="5012819" y="3083183"/>
                  </a:lnTo>
                  <a:lnTo>
                    <a:pt x="5012819" y="3083183"/>
                  </a:lnTo>
                  <a:lnTo>
                    <a:pt x="5018256" y="3083183"/>
                  </a:lnTo>
                  <a:lnTo>
                    <a:pt x="5018256" y="3087153"/>
                  </a:lnTo>
                  <a:lnTo>
                    <a:pt x="5023693" y="3087153"/>
                  </a:lnTo>
                  <a:lnTo>
                    <a:pt x="5023693" y="3091125"/>
                  </a:lnTo>
                  <a:lnTo>
                    <a:pt x="5034566" y="3091125"/>
                  </a:lnTo>
                  <a:lnTo>
                    <a:pt x="5034566" y="3093110"/>
                  </a:lnTo>
                  <a:lnTo>
                    <a:pt x="5045440" y="3093110"/>
                  </a:lnTo>
                  <a:lnTo>
                    <a:pt x="5045440" y="3093110"/>
                  </a:lnTo>
                  <a:lnTo>
                    <a:pt x="5050877" y="3093110"/>
                  </a:lnTo>
                  <a:lnTo>
                    <a:pt x="5050877" y="3095101"/>
                  </a:lnTo>
                  <a:lnTo>
                    <a:pt x="5056314" y="3095101"/>
                  </a:lnTo>
                  <a:lnTo>
                    <a:pt x="5056314" y="3097093"/>
                  </a:lnTo>
                  <a:lnTo>
                    <a:pt x="5061751" y="3097093"/>
                  </a:lnTo>
                  <a:lnTo>
                    <a:pt x="5061751" y="3097093"/>
                  </a:lnTo>
                  <a:lnTo>
                    <a:pt x="5067188" y="3097093"/>
                  </a:lnTo>
                  <a:lnTo>
                    <a:pt x="5067188" y="3099087"/>
                  </a:lnTo>
                  <a:lnTo>
                    <a:pt x="5072625" y="3099087"/>
                  </a:lnTo>
                  <a:lnTo>
                    <a:pt x="5072625" y="3101086"/>
                  </a:lnTo>
                  <a:lnTo>
                    <a:pt x="5083498" y="3101086"/>
                  </a:lnTo>
                  <a:lnTo>
                    <a:pt x="5083498" y="3103087"/>
                  </a:lnTo>
                  <a:lnTo>
                    <a:pt x="5088935" y="3103087"/>
                  </a:lnTo>
                  <a:lnTo>
                    <a:pt x="5088935" y="3103087"/>
                  </a:lnTo>
                  <a:lnTo>
                    <a:pt x="5094372" y="3103087"/>
                  </a:lnTo>
                  <a:lnTo>
                    <a:pt x="5094372" y="3105091"/>
                  </a:lnTo>
                  <a:lnTo>
                    <a:pt x="5099809" y="3105091"/>
                  </a:lnTo>
                  <a:lnTo>
                    <a:pt x="5099809" y="3105091"/>
                  </a:lnTo>
                  <a:lnTo>
                    <a:pt x="5105246" y="3105091"/>
                  </a:lnTo>
                  <a:lnTo>
                    <a:pt x="5105246" y="3107101"/>
                  </a:lnTo>
                  <a:lnTo>
                    <a:pt x="5116120" y="3107101"/>
                  </a:lnTo>
                  <a:lnTo>
                    <a:pt x="5116120" y="3111121"/>
                  </a:lnTo>
                  <a:lnTo>
                    <a:pt x="5121557" y="3111121"/>
                  </a:lnTo>
                  <a:lnTo>
                    <a:pt x="5121557" y="3113131"/>
                  </a:lnTo>
                  <a:lnTo>
                    <a:pt x="5132430" y="3113131"/>
                  </a:lnTo>
                  <a:lnTo>
                    <a:pt x="5132430" y="3113131"/>
                  </a:lnTo>
                  <a:lnTo>
                    <a:pt x="5137867" y="3113131"/>
                  </a:lnTo>
                  <a:lnTo>
                    <a:pt x="5137867" y="3117163"/>
                  </a:lnTo>
                  <a:lnTo>
                    <a:pt x="5143304" y="3117163"/>
                  </a:lnTo>
                  <a:lnTo>
                    <a:pt x="5143304" y="3119181"/>
                  </a:lnTo>
                  <a:lnTo>
                    <a:pt x="5154178" y="3119181"/>
                  </a:lnTo>
                  <a:lnTo>
                    <a:pt x="5154178" y="3119181"/>
                  </a:lnTo>
                  <a:lnTo>
                    <a:pt x="5159615" y="3119181"/>
                  </a:lnTo>
                  <a:lnTo>
                    <a:pt x="5159615" y="3123220"/>
                  </a:lnTo>
                  <a:lnTo>
                    <a:pt x="5165052" y="3123220"/>
                  </a:lnTo>
                  <a:lnTo>
                    <a:pt x="5165052" y="3129281"/>
                  </a:lnTo>
                  <a:lnTo>
                    <a:pt x="5170489" y="3129281"/>
                  </a:lnTo>
                  <a:lnTo>
                    <a:pt x="5170489" y="3131303"/>
                  </a:lnTo>
                  <a:lnTo>
                    <a:pt x="5175926" y="3131303"/>
                  </a:lnTo>
                  <a:lnTo>
                    <a:pt x="5175926" y="3135352"/>
                  </a:lnTo>
                  <a:lnTo>
                    <a:pt x="5192236" y="3135352"/>
                  </a:lnTo>
                  <a:lnTo>
                    <a:pt x="5192236" y="3137376"/>
                  </a:lnTo>
                  <a:lnTo>
                    <a:pt x="5197673" y="3137376"/>
                  </a:lnTo>
                  <a:lnTo>
                    <a:pt x="5197673" y="3139404"/>
                  </a:lnTo>
                  <a:lnTo>
                    <a:pt x="5203110" y="3139404"/>
                  </a:lnTo>
                  <a:lnTo>
                    <a:pt x="5203110" y="3139404"/>
                  </a:lnTo>
                  <a:lnTo>
                    <a:pt x="5213984" y="3139404"/>
                  </a:lnTo>
                  <a:lnTo>
                    <a:pt x="5213984" y="3141437"/>
                  </a:lnTo>
                  <a:lnTo>
                    <a:pt x="5224858" y="3141437"/>
                  </a:lnTo>
                  <a:lnTo>
                    <a:pt x="5224858" y="3143471"/>
                  </a:lnTo>
                  <a:lnTo>
                    <a:pt x="5230295" y="3143471"/>
                  </a:lnTo>
                  <a:lnTo>
                    <a:pt x="5230295" y="3143471"/>
                  </a:lnTo>
                  <a:lnTo>
                    <a:pt x="5235731" y="3143471"/>
                  </a:lnTo>
                  <a:lnTo>
                    <a:pt x="5235731" y="3145509"/>
                  </a:lnTo>
                  <a:lnTo>
                    <a:pt x="5241168" y="3145509"/>
                  </a:lnTo>
                  <a:lnTo>
                    <a:pt x="5241168" y="3147549"/>
                  </a:lnTo>
                  <a:lnTo>
                    <a:pt x="5246605" y="3147549"/>
                  </a:lnTo>
                  <a:lnTo>
                    <a:pt x="5246605" y="3147549"/>
                  </a:lnTo>
                  <a:lnTo>
                    <a:pt x="5252042" y="3147549"/>
                  </a:lnTo>
                  <a:lnTo>
                    <a:pt x="5252042" y="3149595"/>
                  </a:lnTo>
                  <a:lnTo>
                    <a:pt x="5279227" y="3149595"/>
                  </a:lnTo>
                  <a:lnTo>
                    <a:pt x="5279227" y="3149595"/>
                  </a:lnTo>
                  <a:lnTo>
                    <a:pt x="5284664" y="3149595"/>
                  </a:lnTo>
                  <a:lnTo>
                    <a:pt x="5284664" y="3149595"/>
                  </a:lnTo>
                  <a:lnTo>
                    <a:pt x="5290100" y="3149595"/>
                  </a:lnTo>
                  <a:lnTo>
                    <a:pt x="5290100" y="3153703"/>
                  </a:lnTo>
                  <a:lnTo>
                    <a:pt x="5306411" y="3153703"/>
                  </a:lnTo>
                  <a:lnTo>
                    <a:pt x="5306411" y="3153703"/>
                  </a:lnTo>
                  <a:lnTo>
                    <a:pt x="5311848" y="3153703"/>
                  </a:lnTo>
                  <a:lnTo>
                    <a:pt x="5311848" y="3153703"/>
                  </a:lnTo>
                  <a:lnTo>
                    <a:pt x="5317285" y="3153703"/>
                  </a:lnTo>
                  <a:lnTo>
                    <a:pt x="5317285" y="3155766"/>
                  </a:lnTo>
                  <a:lnTo>
                    <a:pt x="5322722" y="3155766"/>
                  </a:lnTo>
                  <a:lnTo>
                    <a:pt x="5322722" y="3155766"/>
                  </a:lnTo>
                  <a:lnTo>
                    <a:pt x="5328159" y="3155766"/>
                  </a:lnTo>
                  <a:lnTo>
                    <a:pt x="5328159" y="3155766"/>
                  </a:lnTo>
                  <a:lnTo>
                    <a:pt x="5333596" y="3155766"/>
                  </a:lnTo>
                  <a:lnTo>
                    <a:pt x="5333596" y="3159906"/>
                  </a:lnTo>
                  <a:lnTo>
                    <a:pt x="5344469" y="3159906"/>
                  </a:lnTo>
                  <a:lnTo>
                    <a:pt x="5344469" y="3159906"/>
                  </a:lnTo>
                  <a:lnTo>
                    <a:pt x="5349906" y="3159906"/>
                  </a:lnTo>
                  <a:lnTo>
                    <a:pt x="5349906" y="3161980"/>
                  </a:lnTo>
                  <a:lnTo>
                    <a:pt x="5355343" y="3161980"/>
                  </a:lnTo>
                  <a:lnTo>
                    <a:pt x="5355343" y="3161980"/>
                  </a:lnTo>
                  <a:lnTo>
                    <a:pt x="5360780" y="3161980"/>
                  </a:lnTo>
                  <a:lnTo>
                    <a:pt x="5360780" y="3164059"/>
                  </a:lnTo>
                  <a:lnTo>
                    <a:pt x="5366217" y="3164059"/>
                  </a:lnTo>
                  <a:lnTo>
                    <a:pt x="5366217" y="3164059"/>
                  </a:lnTo>
                  <a:lnTo>
                    <a:pt x="5371654" y="3164059"/>
                  </a:lnTo>
                  <a:lnTo>
                    <a:pt x="5371654" y="3166142"/>
                  </a:lnTo>
                  <a:lnTo>
                    <a:pt x="5382528" y="3166142"/>
                  </a:lnTo>
                  <a:lnTo>
                    <a:pt x="5382528" y="3166142"/>
                  </a:lnTo>
                  <a:lnTo>
                    <a:pt x="5393402" y="3166142"/>
                  </a:lnTo>
                  <a:lnTo>
                    <a:pt x="5393402" y="3166142"/>
                  </a:lnTo>
                  <a:lnTo>
                    <a:pt x="5398838" y="3166142"/>
                  </a:lnTo>
                  <a:lnTo>
                    <a:pt x="5398838" y="3168237"/>
                  </a:lnTo>
                  <a:lnTo>
                    <a:pt x="5404275" y="3168237"/>
                  </a:lnTo>
                  <a:lnTo>
                    <a:pt x="5404275" y="3170332"/>
                  </a:lnTo>
                  <a:lnTo>
                    <a:pt x="5409712" y="3170332"/>
                  </a:lnTo>
                  <a:lnTo>
                    <a:pt x="5409712" y="3178739"/>
                  </a:lnTo>
                  <a:lnTo>
                    <a:pt x="5415149" y="3178739"/>
                  </a:lnTo>
                  <a:lnTo>
                    <a:pt x="5415149" y="3180840"/>
                  </a:lnTo>
                  <a:lnTo>
                    <a:pt x="5420586" y="3180840"/>
                  </a:lnTo>
                  <a:lnTo>
                    <a:pt x="5420586" y="3182943"/>
                  </a:lnTo>
                  <a:lnTo>
                    <a:pt x="5426023" y="3182943"/>
                  </a:lnTo>
                  <a:lnTo>
                    <a:pt x="5426023" y="3185047"/>
                  </a:lnTo>
                  <a:lnTo>
                    <a:pt x="5431460" y="3185047"/>
                  </a:lnTo>
                  <a:lnTo>
                    <a:pt x="5431460" y="3185047"/>
                  </a:lnTo>
                  <a:lnTo>
                    <a:pt x="5442334" y="3185047"/>
                  </a:lnTo>
                  <a:lnTo>
                    <a:pt x="5442334" y="3185047"/>
                  </a:lnTo>
                  <a:lnTo>
                    <a:pt x="5447770" y="3185047"/>
                  </a:lnTo>
                  <a:lnTo>
                    <a:pt x="5447770" y="3185047"/>
                  </a:lnTo>
                  <a:lnTo>
                    <a:pt x="5469518" y="3185047"/>
                  </a:lnTo>
                  <a:lnTo>
                    <a:pt x="5469518" y="3185047"/>
                  </a:lnTo>
                  <a:lnTo>
                    <a:pt x="5480392" y="3185047"/>
                  </a:lnTo>
                  <a:lnTo>
                    <a:pt x="5480392" y="3187166"/>
                  </a:lnTo>
                  <a:lnTo>
                    <a:pt x="5491266" y="3187166"/>
                  </a:lnTo>
                  <a:lnTo>
                    <a:pt x="5491266" y="3189292"/>
                  </a:lnTo>
                  <a:lnTo>
                    <a:pt x="5496703" y="3189292"/>
                  </a:lnTo>
                  <a:lnTo>
                    <a:pt x="5496703" y="3193547"/>
                  </a:lnTo>
                  <a:lnTo>
                    <a:pt x="5513013" y="3193547"/>
                  </a:lnTo>
                  <a:lnTo>
                    <a:pt x="5513013" y="3193547"/>
                  </a:lnTo>
                  <a:lnTo>
                    <a:pt x="5518450" y="3193547"/>
                  </a:lnTo>
                  <a:lnTo>
                    <a:pt x="5518450" y="3193547"/>
                  </a:lnTo>
                  <a:lnTo>
                    <a:pt x="5529324" y="3193547"/>
                  </a:lnTo>
                  <a:lnTo>
                    <a:pt x="5529324" y="3193547"/>
                  </a:lnTo>
                  <a:lnTo>
                    <a:pt x="5534761" y="3193547"/>
                  </a:lnTo>
                  <a:lnTo>
                    <a:pt x="5534761" y="3195693"/>
                  </a:lnTo>
                  <a:lnTo>
                    <a:pt x="5545635" y="3195693"/>
                  </a:lnTo>
                  <a:lnTo>
                    <a:pt x="5545635" y="3197838"/>
                  </a:lnTo>
                  <a:lnTo>
                    <a:pt x="5556508" y="3197838"/>
                  </a:lnTo>
                  <a:lnTo>
                    <a:pt x="5556508" y="3204276"/>
                  </a:lnTo>
                  <a:lnTo>
                    <a:pt x="5578256" y="3204276"/>
                  </a:lnTo>
                  <a:lnTo>
                    <a:pt x="5578256" y="3206424"/>
                  </a:lnTo>
                  <a:lnTo>
                    <a:pt x="5583693" y="3206424"/>
                  </a:lnTo>
                  <a:lnTo>
                    <a:pt x="5583693" y="3206424"/>
                  </a:lnTo>
                  <a:lnTo>
                    <a:pt x="5589130" y="3206424"/>
                  </a:lnTo>
                  <a:lnTo>
                    <a:pt x="5589130" y="3206424"/>
                  </a:lnTo>
                  <a:lnTo>
                    <a:pt x="5600004" y="3206424"/>
                  </a:lnTo>
                  <a:lnTo>
                    <a:pt x="5600004" y="3208577"/>
                  </a:lnTo>
                  <a:lnTo>
                    <a:pt x="5605440" y="3208577"/>
                  </a:lnTo>
                  <a:lnTo>
                    <a:pt x="5605440" y="3212883"/>
                  </a:lnTo>
                  <a:lnTo>
                    <a:pt x="5616314" y="3212883"/>
                  </a:lnTo>
                  <a:lnTo>
                    <a:pt x="5616314" y="3212883"/>
                  </a:lnTo>
                  <a:lnTo>
                    <a:pt x="5621751" y="3212883"/>
                  </a:lnTo>
                  <a:lnTo>
                    <a:pt x="5621751" y="3215040"/>
                  </a:lnTo>
                  <a:lnTo>
                    <a:pt x="5627188" y="3215040"/>
                  </a:lnTo>
                  <a:lnTo>
                    <a:pt x="5627188" y="3215040"/>
                  </a:lnTo>
                  <a:lnTo>
                    <a:pt x="5632625" y="3215040"/>
                  </a:lnTo>
                  <a:lnTo>
                    <a:pt x="5632625" y="3215040"/>
                  </a:lnTo>
                  <a:lnTo>
                    <a:pt x="5643499" y="3215040"/>
                  </a:lnTo>
                  <a:lnTo>
                    <a:pt x="5643499" y="3217205"/>
                  </a:lnTo>
                  <a:lnTo>
                    <a:pt x="5648936" y="3217205"/>
                  </a:lnTo>
                  <a:lnTo>
                    <a:pt x="5648936" y="3219372"/>
                  </a:lnTo>
                  <a:lnTo>
                    <a:pt x="5654373" y="3219372"/>
                  </a:lnTo>
                  <a:lnTo>
                    <a:pt x="5654373" y="3219372"/>
                  </a:lnTo>
                  <a:lnTo>
                    <a:pt x="5670683" y="3219372"/>
                  </a:lnTo>
                  <a:lnTo>
                    <a:pt x="5670683" y="3219372"/>
                  </a:lnTo>
                  <a:lnTo>
                    <a:pt x="5681557" y="3219372"/>
                  </a:lnTo>
                  <a:lnTo>
                    <a:pt x="5681557" y="3221548"/>
                  </a:lnTo>
                  <a:lnTo>
                    <a:pt x="5692431" y="3221548"/>
                  </a:lnTo>
                  <a:lnTo>
                    <a:pt x="5692431" y="3221548"/>
                  </a:lnTo>
                  <a:lnTo>
                    <a:pt x="5708742" y="3221548"/>
                  </a:lnTo>
                  <a:lnTo>
                    <a:pt x="5708742" y="3221548"/>
                  </a:lnTo>
                  <a:lnTo>
                    <a:pt x="5714178" y="3221548"/>
                  </a:lnTo>
                  <a:lnTo>
                    <a:pt x="5714178" y="3221548"/>
                  </a:lnTo>
                  <a:lnTo>
                    <a:pt x="5730489" y="3221548"/>
                  </a:lnTo>
                  <a:lnTo>
                    <a:pt x="5730489" y="3221548"/>
                  </a:lnTo>
                  <a:lnTo>
                    <a:pt x="5735926" y="3221548"/>
                  </a:lnTo>
                  <a:lnTo>
                    <a:pt x="5735926" y="3221548"/>
                  </a:lnTo>
                  <a:lnTo>
                    <a:pt x="5757674" y="3221548"/>
                  </a:lnTo>
                  <a:lnTo>
                    <a:pt x="5757674" y="3221548"/>
                  </a:lnTo>
                  <a:lnTo>
                    <a:pt x="5763111" y="3221548"/>
                  </a:lnTo>
                  <a:lnTo>
                    <a:pt x="5763111" y="3223744"/>
                  </a:lnTo>
                  <a:lnTo>
                    <a:pt x="5773984" y="3223744"/>
                  </a:lnTo>
                  <a:lnTo>
                    <a:pt x="5773984" y="3223744"/>
                  </a:lnTo>
                  <a:lnTo>
                    <a:pt x="5779421" y="3223744"/>
                  </a:lnTo>
                  <a:lnTo>
                    <a:pt x="5779421" y="3223744"/>
                  </a:lnTo>
                  <a:lnTo>
                    <a:pt x="5784858" y="3223744"/>
                  </a:lnTo>
                  <a:lnTo>
                    <a:pt x="5784858" y="3223744"/>
                  </a:lnTo>
                  <a:lnTo>
                    <a:pt x="5801169" y="3223744"/>
                  </a:lnTo>
                  <a:lnTo>
                    <a:pt x="5801169" y="3225955"/>
                  </a:lnTo>
                  <a:lnTo>
                    <a:pt x="5817479" y="3225955"/>
                  </a:lnTo>
                  <a:lnTo>
                    <a:pt x="5817479" y="3225955"/>
                  </a:lnTo>
                  <a:lnTo>
                    <a:pt x="5822916" y="3225955"/>
                  </a:lnTo>
                  <a:lnTo>
                    <a:pt x="5822916" y="3225955"/>
                  </a:lnTo>
                  <a:lnTo>
                    <a:pt x="5833790" y="3225955"/>
                  </a:lnTo>
                  <a:lnTo>
                    <a:pt x="5833790" y="3228174"/>
                  </a:lnTo>
                  <a:lnTo>
                    <a:pt x="5844664" y="3228174"/>
                  </a:lnTo>
                  <a:lnTo>
                    <a:pt x="5844664" y="3230399"/>
                  </a:lnTo>
                  <a:lnTo>
                    <a:pt x="5850101" y="3230399"/>
                  </a:lnTo>
                  <a:lnTo>
                    <a:pt x="5850101" y="3232627"/>
                  </a:lnTo>
                  <a:lnTo>
                    <a:pt x="5860975" y="3232627"/>
                  </a:lnTo>
                  <a:lnTo>
                    <a:pt x="5860975" y="3234858"/>
                  </a:lnTo>
                  <a:lnTo>
                    <a:pt x="5877285" y="3234858"/>
                  </a:lnTo>
                  <a:lnTo>
                    <a:pt x="5877285" y="3234858"/>
                  </a:lnTo>
                  <a:lnTo>
                    <a:pt x="5888159" y="3234858"/>
                  </a:lnTo>
                  <a:lnTo>
                    <a:pt x="5888159" y="3237100"/>
                  </a:lnTo>
                  <a:lnTo>
                    <a:pt x="5893596" y="3237100"/>
                  </a:lnTo>
                  <a:lnTo>
                    <a:pt x="5893596" y="3239343"/>
                  </a:lnTo>
                  <a:lnTo>
                    <a:pt x="5909907" y="3239343"/>
                  </a:lnTo>
                  <a:lnTo>
                    <a:pt x="5909907" y="3241586"/>
                  </a:lnTo>
                  <a:lnTo>
                    <a:pt x="5915344" y="3241586"/>
                  </a:lnTo>
                  <a:lnTo>
                    <a:pt x="5915344" y="3241586"/>
                  </a:lnTo>
                  <a:lnTo>
                    <a:pt x="5920781" y="3241586"/>
                  </a:lnTo>
                  <a:lnTo>
                    <a:pt x="5920781" y="3243834"/>
                  </a:lnTo>
                  <a:lnTo>
                    <a:pt x="5926217" y="3243834"/>
                  </a:lnTo>
                  <a:lnTo>
                    <a:pt x="5926217" y="3243834"/>
                  </a:lnTo>
                  <a:lnTo>
                    <a:pt x="5937091" y="3243834"/>
                  </a:lnTo>
                  <a:lnTo>
                    <a:pt x="5937091" y="3246092"/>
                  </a:lnTo>
                  <a:lnTo>
                    <a:pt x="5947965" y="3246092"/>
                  </a:lnTo>
                  <a:lnTo>
                    <a:pt x="5947965" y="3246092"/>
                  </a:lnTo>
                  <a:lnTo>
                    <a:pt x="5953402" y="3246092"/>
                  </a:lnTo>
                  <a:lnTo>
                    <a:pt x="5953402" y="3248368"/>
                  </a:lnTo>
                  <a:lnTo>
                    <a:pt x="5969713" y="3248368"/>
                  </a:lnTo>
                  <a:lnTo>
                    <a:pt x="5969713" y="3250644"/>
                  </a:lnTo>
                  <a:lnTo>
                    <a:pt x="5986023" y="3250644"/>
                  </a:lnTo>
                  <a:lnTo>
                    <a:pt x="5986023" y="3252920"/>
                  </a:lnTo>
                  <a:lnTo>
                    <a:pt x="5991460" y="3252920"/>
                  </a:lnTo>
                  <a:lnTo>
                    <a:pt x="5991460" y="3252920"/>
                  </a:lnTo>
                  <a:lnTo>
                    <a:pt x="5996897" y="3252920"/>
                  </a:lnTo>
                  <a:lnTo>
                    <a:pt x="5996897" y="3252920"/>
                  </a:lnTo>
                  <a:lnTo>
                    <a:pt x="6013208" y="3252920"/>
                  </a:lnTo>
                  <a:lnTo>
                    <a:pt x="6013208" y="3252920"/>
                  </a:lnTo>
                  <a:lnTo>
                    <a:pt x="6018645" y="3252920"/>
                  </a:lnTo>
                  <a:lnTo>
                    <a:pt x="6018645" y="3255206"/>
                  </a:lnTo>
                  <a:lnTo>
                    <a:pt x="6024082" y="3255206"/>
                  </a:lnTo>
                  <a:lnTo>
                    <a:pt x="6024082" y="3255206"/>
                  </a:lnTo>
                  <a:lnTo>
                    <a:pt x="6029518" y="3255206"/>
                  </a:lnTo>
                  <a:lnTo>
                    <a:pt x="6029518" y="3259785"/>
                  </a:lnTo>
                  <a:lnTo>
                    <a:pt x="6040392" y="3259785"/>
                  </a:lnTo>
                  <a:lnTo>
                    <a:pt x="6040392" y="3259785"/>
                  </a:lnTo>
                  <a:lnTo>
                    <a:pt x="6045829" y="3259785"/>
                  </a:lnTo>
                  <a:lnTo>
                    <a:pt x="6045829" y="3259785"/>
                  </a:lnTo>
                  <a:lnTo>
                    <a:pt x="6051266" y="3259785"/>
                  </a:lnTo>
                  <a:lnTo>
                    <a:pt x="6051266" y="3259785"/>
                  </a:lnTo>
                  <a:lnTo>
                    <a:pt x="6067577" y="3259785"/>
                  </a:lnTo>
                  <a:lnTo>
                    <a:pt x="6067577" y="3262087"/>
                  </a:lnTo>
                  <a:lnTo>
                    <a:pt x="6073014" y="3262087"/>
                  </a:lnTo>
                  <a:lnTo>
                    <a:pt x="6073014" y="3262087"/>
                  </a:lnTo>
                  <a:lnTo>
                    <a:pt x="6083887" y="3262087"/>
                  </a:lnTo>
                  <a:lnTo>
                    <a:pt x="6083887" y="3262087"/>
                  </a:lnTo>
                  <a:lnTo>
                    <a:pt x="6089324" y="3262087"/>
                  </a:lnTo>
                  <a:lnTo>
                    <a:pt x="6089324" y="3262087"/>
                  </a:lnTo>
                  <a:lnTo>
                    <a:pt x="6094761" y="3262087"/>
                  </a:lnTo>
                  <a:lnTo>
                    <a:pt x="6094761" y="3264402"/>
                  </a:lnTo>
                  <a:lnTo>
                    <a:pt x="6100198" y="3264402"/>
                  </a:lnTo>
                  <a:lnTo>
                    <a:pt x="6100198" y="3266718"/>
                  </a:lnTo>
                  <a:lnTo>
                    <a:pt x="6121946" y="3266718"/>
                  </a:lnTo>
                  <a:lnTo>
                    <a:pt x="6121946" y="3269034"/>
                  </a:lnTo>
                  <a:lnTo>
                    <a:pt x="6127383" y="3269034"/>
                  </a:lnTo>
                  <a:lnTo>
                    <a:pt x="6127383" y="3269034"/>
                  </a:lnTo>
                  <a:lnTo>
                    <a:pt x="6132820" y="3269034"/>
                  </a:lnTo>
                  <a:lnTo>
                    <a:pt x="6132820" y="3269034"/>
                  </a:lnTo>
                  <a:lnTo>
                    <a:pt x="6138256" y="3269034"/>
                  </a:lnTo>
                  <a:lnTo>
                    <a:pt x="6138256" y="3273698"/>
                  </a:lnTo>
                  <a:lnTo>
                    <a:pt x="6143693" y="3273698"/>
                  </a:lnTo>
                  <a:lnTo>
                    <a:pt x="6143693" y="3273698"/>
                  </a:lnTo>
                  <a:lnTo>
                    <a:pt x="6149130" y="3273698"/>
                  </a:lnTo>
                  <a:lnTo>
                    <a:pt x="6149130" y="3273698"/>
                  </a:lnTo>
                  <a:lnTo>
                    <a:pt x="6160004" y="3273698"/>
                  </a:lnTo>
                  <a:lnTo>
                    <a:pt x="6160004" y="3273698"/>
                  </a:lnTo>
                  <a:lnTo>
                    <a:pt x="6165441" y="3273698"/>
                  </a:lnTo>
                  <a:lnTo>
                    <a:pt x="6165441" y="3276038"/>
                  </a:lnTo>
                  <a:lnTo>
                    <a:pt x="6170878" y="3276038"/>
                  </a:lnTo>
                  <a:lnTo>
                    <a:pt x="6170878" y="3278387"/>
                  </a:lnTo>
                  <a:lnTo>
                    <a:pt x="6176315" y="3278387"/>
                  </a:lnTo>
                  <a:lnTo>
                    <a:pt x="6176315" y="3283085"/>
                  </a:lnTo>
                  <a:lnTo>
                    <a:pt x="6181752" y="3283085"/>
                  </a:lnTo>
                  <a:lnTo>
                    <a:pt x="6181752" y="3285434"/>
                  </a:lnTo>
                  <a:lnTo>
                    <a:pt x="6192625" y="3285434"/>
                  </a:lnTo>
                  <a:lnTo>
                    <a:pt x="6192625" y="3287783"/>
                  </a:lnTo>
                  <a:lnTo>
                    <a:pt x="6198062" y="3287783"/>
                  </a:lnTo>
                  <a:lnTo>
                    <a:pt x="6198062" y="3290136"/>
                  </a:lnTo>
                  <a:lnTo>
                    <a:pt x="6203499" y="3290136"/>
                  </a:lnTo>
                  <a:lnTo>
                    <a:pt x="6203499" y="3290136"/>
                  </a:lnTo>
                  <a:lnTo>
                    <a:pt x="6208936" y="3290136"/>
                  </a:lnTo>
                  <a:lnTo>
                    <a:pt x="6208936" y="3290136"/>
                  </a:lnTo>
                  <a:lnTo>
                    <a:pt x="6214373" y="3290136"/>
                  </a:lnTo>
                  <a:lnTo>
                    <a:pt x="6214373" y="3292499"/>
                  </a:lnTo>
                  <a:lnTo>
                    <a:pt x="6219810" y="3292499"/>
                  </a:lnTo>
                  <a:lnTo>
                    <a:pt x="6219810" y="3292499"/>
                  </a:lnTo>
                  <a:lnTo>
                    <a:pt x="6230684" y="3292499"/>
                  </a:lnTo>
                  <a:lnTo>
                    <a:pt x="6230684" y="3292499"/>
                  </a:lnTo>
                  <a:lnTo>
                    <a:pt x="6236121" y="3292499"/>
                  </a:lnTo>
                  <a:lnTo>
                    <a:pt x="6236121" y="3292499"/>
                  </a:lnTo>
                  <a:lnTo>
                    <a:pt x="6241557" y="3292499"/>
                  </a:lnTo>
                  <a:lnTo>
                    <a:pt x="6241557" y="3294874"/>
                  </a:lnTo>
                  <a:lnTo>
                    <a:pt x="6246994" y="3294874"/>
                  </a:lnTo>
                  <a:lnTo>
                    <a:pt x="6246994" y="3294874"/>
                  </a:lnTo>
                  <a:lnTo>
                    <a:pt x="6257868" y="3294874"/>
                  </a:lnTo>
                  <a:lnTo>
                    <a:pt x="6257868" y="3299635"/>
                  </a:lnTo>
                  <a:lnTo>
                    <a:pt x="6263305" y="3299635"/>
                  </a:lnTo>
                  <a:lnTo>
                    <a:pt x="6263305" y="3302016"/>
                  </a:lnTo>
                  <a:lnTo>
                    <a:pt x="6268742" y="3302016"/>
                  </a:lnTo>
                  <a:lnTo>
                    <a:pt x="6268742" y="3304398"/>
                  </a:lnTo>
                  <a:lnTo>
                    <a:pt x="6285053" y="3304398"/>
                  </a:lnTo>
                  <a:lnTo>
                    <a:pt x="6285053" y="3304398"/>
                  </a:lnTo>
                  <a:lnTo>
                    <a:pt x="6290490" y="3304398"/>
                  </a:lnTo>
                  <a:lnTo>
                    <a:pt x="6290490" y="3306788"/>
                  </a:lnTo>
                  <a:lnTo>
                    <a:pt x="6301363" y="3306788"/>
                  </a:lnTo>
                  <a:lnTo>
                    <a:pt x="6301363" y="3306788"/>
                  </a:lnTo>
                  <a:lnTo>
                    <a:pt x="6306800" y="3306788"/>
                  </a:lnTo>
                  <a:lnTo>
                    <a:pt x="6306800" y="3306788"/>
                  </a:lnTo>
                  <a:lnTo>
                    <a:pt x="6312237" y="3306788"/>
                  </a:lnTo>
                  <a:lnTo>
                    <a:pt x="6312237" y="3309189"/>
                  </a:lnTo>
                  <a:lnTo>
                    <a:pt x="6317674" y="3309189"/>
                  </a:lnTo>
                  <a:lnTo>
                    <a:pt x="6317674" y="3309189"/>
                  </a:lnTo>
                  <a:lnTo>
                    <a:pt x="6323111" y="3309189"/>
                  </a:lnTo>
                  <a:lnTo>
                    <a:pt x="6323111" y="3309189"/>
                  </a:lnTo>
                  <a:lnTo>
                    <a:pt x="6333985" y="3309189"/>
                  </a:lnTo>
                  <a:lnTo>
                    <a:pt x="6333985" y="3309189"/>
                  </a:lnTo>
                  <a:lnTo>
                    <a:pt x="6339422" y="3309189"/>
                  </a:lnTo>
                  <a:lnTo>
                    <a:pt x="6339422" y="3311603"/>
                  </a:lnTo>
                  <a:lnTo>
                    <a:pt x="6350295" y="3311603"/>
                  </a:lnTo>
                  <a:lnTo>
                    <a:pt x="6350295" y="3311603"/>
                  </a:lnTo>
                  <a:lnTo>
                    <a:pt x="6366606" y="3311603"/>
                  </a:lnTo>
                  <a:lnTo>
                    <a:pt x="6366606" y="3316442"/>
                  </a:lnTo>
                  <a:lnTo>
                    <a:pt x="6377480" y="3316442"/>
                  </a:lnTo>
                  <a:lnTo>
                    <a:pt x="6377480" y="3316442"/>
                  </a:lnTo>
                  <a:lnTo>
                    <a:pt x="6388354" y="3316442"/>
                  </a:lnTo>
                  <a:lnTo>
                    <a:pt x="6388354" y="3321288"/>
                  </a:lnTo>
                  <a:lnTo>
                    <a:pt x="6393791" y="3321288"/>
                  </a:lnTo>
                  <a:lnTo>
                    <a:pt x="6393791" y="3323714"/>
                  </a:lnTo>
                  <a:lnTo>
                    <a:pt x="6399227" y="3323714"/>
                  </a:lnTo>
                  <a:lnTo>
                    <a:pt x="6399227" y="3326146"/>
                  </a:lnTo>
                  <a:lnTo>
                    <a:pt x="6415538" y="3326146"/>
                  </a:lnTo>
                  <a:lnTo>
                    <a:pt x="6415538" y="3328579"/>
                  </a:lnTo>
                  <a:lnTo>
                    <a:pt x="6426412" y="3328579"/>
                  </a:lnTo>
                  <a:lnTo>
                    <a:pt x="6426412" y="3331015"/>
                  </a:lnTo>
                  <a:lnTo>
                    <a:pt x="6448160" y="3331015"/>
                  </a:lnTo>
                  <a:lnTo>
                    <a:pt x="6448160" y="3331015"/>
                  </a:lnTo>
                  <a:lnTo>
                    <a:pt x="6459033" y="3331015"/>
                  </a:lnTo>
                  <a:lnTo>
                    <a:pt x="6459033" y="3331015"/>
                  </a:lnTo>
                  <a:lnTo>
                    <a:pt x="6464470" y="3331015"/>
                  </a:lnTo>
                  <a:lnTo>
                    <a:pt x="6464470" y="3333457"/>
                  </a:lnTo>
                  <a:lnTo>
                    <a:pt x="6469907" y="3333457"/>
                  </a:lnTo>
                  <a:lnTo>
                    <a:pt x="6469907" y="3335899"/>
                  </a:lnTo>
                  <a:lnTo>
                    <a:pt x="6475344" y="3335899"/>
                  </a:lnTo>
                  <a:lnTo>
                    <a:pt x="6475344" y="3335899"/>
                  </a:lnTo>
                  <a:lnTo>
                    <a:pt x="6486218" y="3335899"/>
                  </a:lnTo>
                  <a:lnTo>
                    <a:pt x="6486218" y="3338353"/>
                  </a:lnTo>
                  <a:lnTo>
                    <a:pt x="6491655" y="3338353"/>
                  </a:lnTo>
                  <a:lnTo>
                    <a:pt x="6491655" y="3338353"/>
                  </a:lnTo>
                  <a:lnTo>
                    <a:pt x="6497092" y="3338353"/>
                  </a:lnTo>
                  <a:lnTo>
                    <a:pt x="6497092" y="3340814"/>
                  </a:lnTo>
                  <a:lnTo>
                    <a:pt x="6502529" y="3340814"/>
                  </a:lnTo>
                  <a:lnTo>
                    <a:pt x="6502529" y="3340814"/>
                  </a:lnTo>
                  <a:lnTo>
                    <a:pt x="6507965" y="3340814"/>
                  </a:lnTo>
                  <a:lnTo>
                    <a:pt x="6507965" y="3340814"/>
                  </a:lnTo>
                  <a:lnTo>
                    <a:pt x="6513402" y="3340814"/>
                  </a:lnTo>
                  <a:lnTo>
                    <a:pt x="6513402" y="3343285"/>
                  </a:lnTo>
                  <a:lnTo>
                    <a:pt x="6546024" y="3343285"/>
                  </a:lnTo>
                  <a:lnTo>
                    <a:pt x="6546024" y="3348226"/>
                  </a:lnTo>
                  <a:lnTo>
                    <a:pt x="6551461" y="3348226"/>
                  </a:lnTo>
                  <a:lnTo>
                    <a:pt x="6551461" y="3348226"/>
                  </a:lnTo>
                  <a:lnTo>
                    <a:pt x="6556898" y="3348226"/>
                  </a:lnTo>
                  <a:lnTo>
                    <a:pt x="6556898" y="3348226"/>
                  </a:lnTo>
                  <a:lnTo>
                    <a:pt x="6573208" y="3348226"/>
                  </a:lnTo>
                  <a:lnTo>
                    <a:pt x="6573208" y="3348226"/>
                  </a:lnTo>
                  <a:lnTo>
                    <a:pt x="6578645" y="3348226"/>
                  </a:lnTo>
                  <a:lnTo>
                    <a:pt x="6578645" y="3348226"/>
                  </a:lnTo>
                  <a:lnTo>
                    <a:pt x="6589519" y="3348226"/>
                  </a:lnTo>
                  <a:lnTo>
                    <a:pt x="6589519" y="3350713"/>
                  </a:lnTo>
                  <a:lnTo>
                    <a:pt x="6600393" y="3350713"/>
                  </a:lnTo>
                  <a:lnTo>
                    <a:pt x="6600393" y="3350713"/>
                  </a:lnTo>
                  <a:lnTo>
                    <a:pt x="6605830" y="3350713"/>
                  </a:lnTo>
                  <a:lnTo>
                    <a:pt x="6605830" y="3353207"/>
                  </a:lnTo>
                  <a:lnTo>
                    <a:pt x="6611266" y="3353207"/>
                  </a:lnTo>
                  <a:lnTo>
                    <a:pt x="6611266" y="3353207"/>
                  </a:lnTo>
                  <a:lnTo>
                    <a:pt x="6616703" y="3353207"/>
                  </a:lnTo>
                  <a:lnTo>
                    <a:pt x="6616703" y="3353207"/>
                  </a:lnTo>
                  <a:lnTo>
                    <a:pt x="6622140" y="3353207"/>
                  </a:lnTo>
                  <a:lnTo>
                    <a:pt x="6622140" y="3353207"/>
                  </a:lnTo>
                  <a:lnTo>
                    <a:pt x="6627577" y="3353207"/>
                  </a:lnTo>
                  <a:lnTo>
                    <a:pt x="6627577" y="3353207"/>
                  </a:lnTo>
                  <a:lnTo>
                    <a:pt x="6633014" y="3353207"/>
                  </a:lnTo>
                  <a:lnTo>
                    <a:pt x="6633014" y="3355723"/>
                  </a:lnTo>
                  <a:lnTo>
                    <a:pt x="6638451" y="3355723"/>
                  </a:lnTo>
                  <a:lnTo>
                    <a:pt x="6638451" y="3355723"/>
                  </a:lnTo>
                  <a:lnTo>
                    <a:pt x="6649325" y="3355723"/>
                  </a:lnTo>
                  <a:lnTo>
                    <a:pt x="6649325" y="3355723"/>
                  </a:lnTo>
                  <a:lnTo>
                    <a:pt x="6654762" y="3355723"/>
                  </a:lnTo>
                  <a:lnTo>
                    <a:pt x="6654762" y="3355723"/>
                  </a:lnTo>
                  <a:lnTo>
                    <a:pt x="6660199" y="3355723"/>
                  </a:lnTo>
                  <a:lnTo>
                    <a:pt x="6660199" y="3355723"/>
                  </a:lnTo>
                  <a:lnTo>
                    <a:pt x="6665635" y="3355723"/>
                  </a:lnTo>
                  <a:lnTo>
                    <a:pt x="6665635" y="3355723"/>
                  </a:lnTo>
                  <a:lnTo>
                    <a:pt x="6671072" y="3355723"/>
                  </a:lnTo>
                  <a:lnTo>
                    <a:pt x="6671072" y="3358268"/>
                  </a:lnTo>
                  <a:lnTo>
                    <a:pt x="6676509" y="3358268"/>
                  </a:lnTo>
                  <a:lnTo>
                    <a:pt x="6676509" y="3358268"/>
                  </a:lnTo>
                  <a:lnTo>
                    <a:pt x="6687383" y="3358268"/>
                  </a:lnTo>
                  <a:lnTo>
                    <a:pt x="6687383" y="3358268"/>
                  </a:lnTo>
                  <a:lnTo>
                    <a:pt x="6692820" y="3358268"/>
                  </a:lnTo>
                  <a:lnTo>
                    <a:pt x="6692820" y="3360821"/>
                  </a:lnTo>
                  <a:lnTo>
                    <a:pt x="6698257" y="3360821"/>
                  </a:lnTo>
                  <a:lnTo>
                    <a:pt x="6698257" y="3360821"/>
                  </a:lnTo>
                  <a:lnTo>
                    <a:pt x="6703694" y="3360821"/>
                  </a:lnTo>
                  <a:lnTo>
                    <a:pt x="6703694" y="3360821"/>
                  </a:lnTo>
                  <a:lnTo>
                    <a:pt x="6709131" y="3360821"/>
                  </a:lnTo>
                  <a:lnTo>
                    <a:pt x="6709131" y="3363381"/>
                  </a:lnTo>
                  <a:lnTo>
                    <a:pt x="6720004" y="3363381"/>
                  </a:lnTo>
                  <a:lnTo>
                    <a:pt x="6720004" y="3363381"/>
                  </a:lnTo>
                  <a:lnTo>
                    <a:pt x="6725441" y="3363381"/>
                  </a:lnTo>
                  <a:lnTo>
                    <a:pt x="6725441" y="3365948"/>
                  </a:lnTo>
                  <a:lnTo>
                    <a:pt x="6730878" y="3365948"/>
                  </a:lnTo>
                  <a:lnTo>
                    <a:pt x="6730878" y="3365948"/>
                  </a:lnTo>
                  <a:lnTo>
                    <a:pt x="6736315" y="3365948"/>
                  </a:lnTo>
                  <a:lnTo>
                    <a:pt x="6736315" y="3365948"/>
                  </a:lnTo>
                  <a:lnTo>
                    <a:pt x="6741752" y="3365948"/>
                  </a:lnTo>
                  <a:lnTo>
                    <a:pt x="6741752" y="3365948"/>
                  </a:lnTo>
                  <a:lnTo>
                    <a:pt x="6747189" y="3365948"/>
                  </a:lnTo>
                  <a:lnTo>
                    <a:pt x="6747189" y="3365948"/>
                  </a:lnTo>
                  <a:lnTo>
                    <a:pt x="6763500" y="3365948"/>
                  </a:lnTo>
                  <a:lnTo>
                    <a:pt x="6763500" y="3365948"/>
                  </a:lnTo>
                  <a:lnTo>
                    <a:pt x="6774373" y="3365948"/>
                  </a:lnTo>
                  <a:lnTo>
                    <a:pt x="6774373" y="3365948"/>
                  </a:lnTo>
                  <a:lnTo>
                    <a:pt x="6790684" y="3365948"/>
                  </a:lnTo>
                  <a:lnTo>
                    <a:pt x="6790684" y="3368549"/>
                  </a:lnTo>
                  <a:lnTo>
                    <a:pt x="6801558" y="3368549"/>
                  </a:lnTo>
                  <a:lnTo>
                    <a:pt x="6801558" y="3368549"/>
                  </a:lnTo>
                  <a:lnTo>
                    <a:pt x="6817869" y="3368549"/>
                  </a:lnTo>
                  <a:lnTo>
                    <a:pt x="6817869" y="3371158"/>
                  </a:lnTo>
                  <a:lnTo>
                    <a:pt x="6834179" y="3371158"/>
                  </a:lnTo>
                  <a:lnTo>
                    <a:pt x="6834179" y="3371158"/>
                  </a:lnTo>
                  <a:lnTo>
                    <a:pt x="6839616" y="3371158"/>
                  </a:lnTo>
                  <a:lnTo>
                    <a:pt x="6839616" y="3371158"/>
                  </a:lnTo>
                  <a:lnTo>
                    <a:pt x="6855927" y="3371158"/>
                  </a:lnTo>
                  <a:lnTo>
                    <a:pt x="6855927" y="3371158"/>
                  </a:lnTo>
                  <a:lnTo>
                    <a:pt x="6872238" y="3371158"/>
                  </a:lnTo>
                  <a:lnTo>
                    <a:pt x="6872238" y="3373785"/>
                  </a:lnTo>
                  <a:lnTo>
                    <a:pt x="6877674" y="3373785"/>
                  </a:lnTo>
                  <a:lnTo>
                    <a:pt x="6877674" y="3373785"/>
                  </a:lnTo>
                  <a:lnTo>
                    <a:pt x="6883111" y="3373785"/>
                  </a:lnTo>
                  <a:lnTo>
                    <a:pt x="6883111" y="3373785"/>
                  </a:lnTo>
                  <a:lnTo>
                    <a:pt x="6888548" y="3373785"/>
                  </a:lnTo>
                  <a:lnTo>
                    <a:pt x="6888548" y="3376422"/>
                  </a:lnTo>
                  <a:lnTo>
                    <a:pt x="6893985" y="3376422"/>
                  </a:lnTo>
                  <a:lnTo>
                    <a:pt x="6893985" y="3379064"/>
                  </a:lnTo>
                  <a:lnTo>
                    <a:pt x="6942917" y="3379064"/>
                  </a:lnTo>
                  <a:lnTo>
                    <a:pt x="6942917" y="3381717"/>
                  </a:lnTo>
                  <a:lnTo>
                    <a:pt x="6964665" y="3381717"/>
                  </a:lnTo>
                  <a:lnTo>
                    <a:pt x="6964665" y="3384374"/>
                  </a:lnTo>
                  <a:lnTo>
                    <a:pt x="6970102" y="3384374"/>
                  </a:lnTo>
                  <a:lnTo>
                    <a:pt x="6970102" y="3389688"/>
                  </a:lnTo>
                  <a:lnTo>
                    <a:pt x="6986412" y="3389688"/>
                  </a:lnTo>
                  <a:lnTo>
                    <a:pt x="6986412" y="3389688"/>
                  </a:lnTo>
                  <a:lnTo>
                    <a:pt x="6997286" y="3389688"/>
                  </a:lnTo>
                  <a:lnTo>
                    <a:pt x="6997286" y="3392353"/>
                  </a:lnTo>
                  <a:lnTo>
                    <a:pt x="7013597" y="3392353"/>
                  </a:lnTo>
                  <a:lnTo>
                    <a:pt x="7013597" y="3395022"/>
                  </a:lnTo>
                  <a:lnTo>
                    <a:pt x="7019034" y="3395022"/>
                  </a:lnTo>
                  <a:lnTo>
                    <a:pt x="7019034" y="3395022"/>
                  </a:lnTo>
                  <a:lnTo>
                    <a:pt x="7024471" y="3395022"/>
                  </a:lnTo>
                  <a:lnTo>
                    <a:pt x="7024471" y="3395022"/>
                  </a:lnTo>
                  <a:lnTo>
                    <a:pt x="7029908" y="3395022"/>
                  </a:lnTo>
                  <a:lnTo>
                    <a:pt x="7029908" y="3395022"/>
                  </a:lnTo>
                  <a:lnTo>
                    <a:pt x="7035344" y="3395022"/>
                  </a:lnTo>
                  <a:lnTo>
                    <a:pt x="7035344" y="3397703"/>
                  </a:lnTo>
                  <a:lnTo>
                    <a:pt x="7040781" y="3397703"/>
                  </a:lnTo>
                  <a:lnTo>
                    <a:pt x="7040781" y="3397703"/>
                  </a:lnTo>
                  <a:lnTo>
                    <a:pt x="7046218" y="3397703"/>
                  </a:lnTo>
                  <a:lnTo>
                    <a:pt x="7046218" y="3397703"/>
                  </a:lnTo>
                  <a:lnTo>
                    <a:pt x="7051655" y="3397703"/>
                  </a:lnTo>
                  <a:lnTo>
                    <a:pt x="7051655" y="3400403"/>
                  </a:lnTo>
                  <a:lnTo>
                    <a:pt x="7062529" y="3400403"/>
                  </a:lnTo>
                  <a:lnTo>
                    <a:pt x="7062529" y="3400403"/>
                  </a:lnTo>
                  <a:lnTo>
                    <a:pt x="7073403" y="3400403"/>
                  </a:lnTo>
                  <a:lnTo>
                    <a:pt x="7073403" y="3400403"/>
                  </a:lnTo>
                  <a:lnTo>
                    <a:pt x="7111461" y="3400403"/>
                  </a:lnTo>
                  <a:lnTo>
                    <a:pt x="7111461" y="3403110"/>
                  </a:lnTo>
                  <a:lnTo>
                    <a:pt x="7138646" y="3403110"/>
                  </a:lnTo>
                  <a:lnTo>
                    <a:pt x="7138646" y="3405819"/>
                  </a:lnTo>
                  <a:lnTo>
                    <a:pt x="7144082" y="3405819"/>
                  </a:lnTo>
                  <a:lnTo>
                    <a:pt x="7144082" y="3408527"/>
                  </a:lnTo>
                  <a:lnTo>
                    <a:pt x="7149519" y="3408527"/>
                  </a:lnTo>
                  <a:lnTo>
                    <a:pt x="7149519" y="3408527"/>
                  </a:lnTo>
                  <a:lnTo>
                    <a:pt x="7154956" y="3408527"/>
                  </a:lnTo>
                  <a:lnTo>
                    <a:pt x="7154956" y="3408527"/>
                  </a:lnTo>
                  <a:lnTo>
                    <a:pt x="7165830" y="3408527"/>
                  </a:lnTo>
                  <a:lnTo>
                    <a:pt x="7165830" y="3411243"/>
                  </a:lnTo>
                  <a:lnTo>
                    <a:pt x="7176704" y="3411243"/>
                  </a:lnTo>
                  <a:lnTo>
                    <a:pt x="7176704" y="3413960"/>
                  </a:lnTo>
                  <a:lnTo>
                    <a:pt x="7182141" y="3413960"/>
                  </a:lnTo>
                  <a:lnTo>
                    <a:pt x="7182141" y="3413960"/>
                  </a:lnTo>
                  <a:lnTo>
                    <a:pt x="7193014" y="3413960"/>
                  </a:lnTo>
                  <a:lnTo>
                    <a:pt x="7193014" y="3413960"/>
                  </a:lnTo>
                  <a:lnTo>
                    <a:pt x="7198451" y="3413960"/>
                  </a:lnTo>
                  <a:lnTo>
                    <a:pt x="7198451" y="3416685"/>
                  </a:lnTo>
                  <a:lnTo>
                    <a:pt x="7220199" y="3416685"/>
                  </a:lnTo>
                  <a:lnTo>
                    <a:pt x="7220199" y="3416685"/>
                  </a:lnTo>
                  <a:lnTo>
                    <a:pt x="7231073" y="3416685"/>
                  </a:lnTo>
                  <a:lnTo>
                    <a:pt x="7231073" y="3416685"/>
                  </a:lnTo>
                  <a:lnTo>
                    <a:pt x="7252820" y="3416685"/>
                  </a:lnTo>
                  <a:lnTo>
                    <a:pt x="7252820" y="3416685"/>
                  </a:lnTo>
                  <a:lnTo>
                    <a:pt x="7258257" y="3416685"/>
                  </a:lnTo>
                  <a:lnTo>
                    <a:pt x="7258257" y="3416685"/>
                  </a:lnTo>
                  <a:lnTo>
                    <a:pt x="7263694" y="3416685"/>
                  </a:lnTo>
                  <a:lnTo>
                    <a:pt x="7263694" y="3419446"/>
                  </a:lnTo>
                  <a:lnTo>
                    <a:pt x="7269131" y="3419446"/>
                  </a:lnTo>
                  <a:lnTo>
                    <a:pt x="7269131" y="3419446"/>
                  </a:lnTo>
                  <a:lnTo>
                    <a:pt x="7274568" y="3419446"/>
                  </a:lnTo>
                  <a:lnTo>
                    <a:pt x="7274568" y="3419446"/>
                  </a:lnTo>
                  <a:lnTo>
                    <a:pt x="7280005" y="3419446"/>
                  </a:lnTo>
                  <a:lnTo>
                    <a:pt x="7280005" y="3422224"/>
                  </a:lnTo>
                  <a:lnTo>
                    <a:pt x="7290879" y="3422224"/>
                  </a:lnTo>
                  <a:lnTo>
                    <a:pt x="7290879" y="3427797"/>
                  </a:lnTo>
                  <a:lnTo>
                    <a:pt x="7301752" y="3427797"/>
                  </a:lnTo>
                  <a:lnTo>
                    <a:pt x="7301752" y="3427797"/>
                  </a:lnTo>
                  <a:lnTo>
                    <a:pt x="7307189" y="3427797"/>
                  </a:lnTo>
                  <a:lnTo>
                    <a:pt x="7307189" y="3427797"/>
                  </a:lnTo>
                  <a:lnTo>
                    <a:pt x="7312626" y="3427797"/>
                  </a:lnTo>
                  <a:lnTo>
                    <a:pt x="7312626" y="3427797"/>
                  </a:lnTo>
                  <a:lnTo>
                    <a:pt x="7318063" y="3427797"/>
                  </a:lnTo>
                  <a:lnTo>
                    <a:pt x="7318063" y="3427797"/>
                  </a:lnTo>
                  <a:lnTo>
                    <a:pt x="7323500" y="3427797"/>
                  </a:lnTo>
                  <a:lnTo>
                    <a:pt x="7323500" y="3427797"/>
                  </a:lnTo>
                  <a:lnTo>
                    <a:pt x="7339811" y="3427797"/>
                  </a:lnTo>
                  <a:lnTo>
                    <a:pt x="7339811" y="3427797"/>
                  </a:lnTo>
                  <a:lnTo>
                    <a:pt x="7345248" y="3427797"/>
                  </a:lnTo>
                  <a:lnTo>
                    <a:pt x="7345248" y="3430621"/>
                  </a:lnTo>
                  <a:lnTo>
                    <a:pt x="7350684" y="3430621"/>
                  </a:lnTo>
                  <a:lnTo>
                    <a:pt x="7350684" y="3430621"/>
                  </a:lnTo>
                  <a:lnTo>
                    <a:pt x="7356121" y="3430621"/>
                  </a:lnTo>
                  <a:lnTo>
                    <a:pt x="7356121" y="3430621"/>
                  </a:lnTo>
                  <a:lnTo>
                    <a:pt x="7366995" y="3430621"/>
                  </a:lnTo>
                  <a:lnTo>
                    <a:pt x="7366995" y="3433459"/>
                  </a:lnTo>
                  <a:lnTo>
                    <a:pt x="7377869" y="3433459"/>
                  </a:lnTo>
                  <a:lnTo>
                    <a:pt x="7377869" y="3439145"/>
                  </a:lnTo>
                  <a:lnTo>
                    <a:pt x="7383306" y="3439145"/>
                  </a:lnTo>
                  <a:lnTo>
                    <a:pt x="7383306" y="3439145"/>
                  </a:lnTo>
                  <a:lnTo>
                    <a:pt x="7388743" y="3439145"/>
                  </a:lnTo>
                  <a:lnTo>
                    <a:pt x="7388743" y="3441992"/>
                  </a:lnTo>
                  <a:lnTo>
                    <a:pt x="7399617" y="3441992"/>
                  </a:lnTo>
                  <a:lnTo>
                    <a:pt x="7399617" y="3444840"/>
                  </a:lnTo>
                  <a:lnTo>
                    <a:pt x="7405053" y="3444840"/>
                  </a:lnTo>
                  <a:lnTo>
                    <a:pt x="7405053" y="3447689"/>
                  </a:lnTo>
                  <a:lnTo>
                    <a:pt x="7415927" y="3447689"/>
                  </a:lnTo>
                  <a:lnTo>
                    <a:pt x="7415927" y="3450537"/>
                  </a:lnTo>
                  <a:lnTo>
                    <a:pt x="7421364" y="3450537"/>
                  </a:lnTo>
                  <a:lnTo>
                    <a:pt x="7421364" y="3453386"/>
                  </a:lnTo>
                  <a:lnTo>
                    <a:pt x="7426801" y="3453386"/>
                  </a:lnTo>
                  <a:lnTo>
                    <a:pt x="7426801" y="3453386"/>
                  </a:lnTo>
                  <a:lnTo>
                    <a:pt x="7437675" y="3453386"/>
                  </a:lnTo>
                  <a:lnTo>
                    <a:pt x="7437675" y="3456253"/>
                  </a:lnTo>
                  <a:lnTo>
                    <a:pt x="7443112" y="3456253"/>
                  </a:lnTo>
                  <a:lnTo>
                    <a:pt x="7443112" y="3456253"/>
                  </a:lnTo>
                  <a:lnTo>
                    <a:pt x="7459422" y="3456253"/>
                  </a:lnTo>
                  <a:lnTo>
                    <a:pt x="7459422" y="3456253"/>
                  </a:lnTo>
                  <a:lnTo>
                    <a:pt x="7464859" y="3456253"/>
                  </a:lnTo>
                  <a:lnTo>
                    <a:pt x="7464859" y="3459130"/>
                  </a:lnTo>
                  <a:lnTo>
                    <a:pt x="7470296" y="3459130"/>
                  </a:lnTo>
                  <a:lnTo>
                    <a:pt x="7470296" y="3462007"/>
                  </a:lnTo>
                  <a:lnTo>
                    <a:pt x="7497481" y="3462007"/>
                  </a:lnTo>
                  <a:lnTo>
                    <a:pt x="7497481" y="3462007"/>
                  </a:lnTo>
                  <a:lnTo>
                    <a:pt x="7502918" y="3462007"/>
                  </a:lnTo>
                  <a:lnTo>
                    <a:pt x="7502918" y="3462007"/>
                  </a:lnTo>
                  <a:lnTo>
                    <a:pt x="7519228" y="3462007"/>
                  </a:lnTo>
                  <a:lnTo>
                    <a:pt x="7519228" y="3462007"/>
                  </a:lnTo>
                  <a:lnTo>
                    <a:pt x="7524665" y="3462007"/>
                  </a:lnTo>
                  <a:lnTo>
                    <a:pt x="7524665" y="3462007"/>
                  </a:lnTo>
                  <a:lnTo>
                    <a:pt x="7530102" y="3462007"/>
                  </a:lnTo>
                  <a:lnTo>
                    <a:pt x="7530102" y="3462007"/>
                  </a:lnTo>
                  <a:lnTo>
                    <a:pt x="7535539" y="3462007"/>
                  </a:lnTo>
                  <a:lnTo>
                    <a:pt x="7535539" y="3462007"/>
                  </a:lnTo>
                  <a:lnTo>
                    <a:pt x="7568160" y="3462007"/>
                  </a:lnTo>
                  <a:lnTo>
                    <a:pt x="7568160" y="3462007"/>
                  </a:lnTo>
                  <a:lnTo>
                    <a:pt x="7573597" y="3462007"/>
                  </a:lnTo>
                  <a:lnTo>
                    <a:pt x="7573597" y="3464929"/>
                  </a:lnTo>
                  <a:lnTo>
                    <a:pt x="7589908" y="3464929"/>
                  </a:lnTo>
                  <a:lnTo>
                    <a:pt x="7589908" y="3467866"/>
                  </a:lnTo>
                  <a:lnTo>
                    <a:pt x="7600782" y="3467866"/>
                  </a:lnTo>
                  <a:lnTo>
                    <a:pt x="7600782" y="3470809"/>
                  </a:lnTo>
                  <a:lnTo>
                    <a:pt x="7611656" y="3470809"/>
                  </a:lnTo>
                  <a:lnTo>
                    <a:pt x="7611656" y="3470809"/>
                  </a:lnTo>
                  <a:lnTo>
                    <a:pt x="7633403" y="3470809"/>
                  </a:lnTo>
                  <a:lnTo>
                    <a:pt x="7633403" y="3470809"/>
                  </a:lnTo>
                  <a:lnTo>
                    <a:pt x="7638840" y="3470809"/>
                  </a:lnTo>
                  <a:lnTo>
                    <a:pt x="7638840" y="3470809"/>
                  </a:lnTo>
                  <a:lnTo>
                    <a:pt x="7649714" y="3470809"/>
                  </a:lnTo>
                  <a:lnTo>
                    <a:pt x="7649714" y="3470809"/>
                  </a:lnTo>
                  <a:lnTo>
                    <a:pt x="7655151" y="3470809"/>
                  </a:lnTo>
                  <a:lnTo>
                    <a:pt x="7655151" y="3470809"/>
                  </a:lnTo>
                  <a:lnTo>
                    <a:pt x="7671461" y="3470809"/>
                  </a:lnTo>
                  <a:lnTo>
                    <a:pt x="7671461" y="3473775"/>
                  </a:lnTo>
                  <a:lnTo>
                    <a:pt x="7676898" y="3473775"/>
                  </a:lnTo>
                  <a:lnTo>
                    <a:pt x="7676898" y="3473775"/>
                  </a:lnTo>
                  <a:lnTo>
                    <a:pt x="7682335" y="3473775"/>
                  </a:lnTo>
                  <a:lnTo>
                    <a:pt x="7682335" y="3473775"/>
                  </a:lnTo>
                  <a:lnTo>
                    <a:pt x="7687772" y="3473775"/>
                  </a:lnTo>
                  <a:lnTo>
                    <a:pt x="7687772" y="3473775"/>
                  </a:lnTo>
                  <a:lnTo>
                    <a:pt x="7693209" y="3473775"/>
                  </a:lnTo>
                  <a:lnTo>
                    <a:pt x="7693209" y="3473775"/>
                  </a:lnTo>
                  <a:lnTo>
                    <a:pt x="7709520" y="3473775"/>
                  </a:lnTo>
                  <a:lnTo>
                    <a:pt x="7709520" y="3476776"/>
                  </a:lnTo>
                  <a:lnTo>
                    <a:pt x="7720394" y="3476776"/>
                  </a:lnTo>
                  <a:lnTo>
                    <a:pt x="7720394" y="3479777"/>
                  </a:lnTo>
                  <a:lnTo>
                    <a:pt x="7731267" y="3479777"/>
                  </a:lnTo>
                  <a:lnTo>
                    <a:pt x="7731267" y="3482779"/>
                  </a:lnTo>
                  <a:lnTo>
                    <a:pt x="7736704" y="3482779"/>
                  </a:lnTo>
                  <a:lnTo>
                    <a:pt x="7736704" y="3485786"/>
                  </a:lnTo>
                  <a:lnTo>
                    <a:pt x="7747578" y="3485786"/>
                  </a:lnTo>
                  <a:lnTo>
                    <a:pt x="7747578" y="3485786"/>
                  </a:lnTo>
                  <a:lnTo>
                    <a:pt x="7780199" y="3485786"/>
                  </a:lnTo>
                  <a:lnTo>
                    <a:pt x="7780199" y="3485786"/>
                  </a:lnTo>
                  <a:lnTo>
                    <a:pt x="7791073" y="3485786"/>
                  </a:lnTo>
                  <a:lnTo>
                    <a:pt x="7791073" y="3488814"/>
                  </a:lnTo>
                  <a:lnTo>
                    <a:pt x="7796510" y="3488814"/>
                  </a:lnTo>
                  <a:lnTo>
                    <a:pt x="7796510" y="3488814"/>
                  </a:lnTo>
                  <a:lnTo>
                    <a:pt x="7812821" y="3488814"/>
                  </a:lnTo>
                  <a:lnTo>
                    <a:pt x="7812821" y="3488814"/>
                  </a:lnTo>
                  <a:lnTo>
                    <a:pt x="7829131" y="3488814"/>
                  </a:lnTo>
                  <a:lnTo>
                    <a:pt x="7829131" y="3494891"/>
                  </a:lnTo>
                  <a:lnTo>
                    <a:pt x="7840005" y="3494891"/>
                  </a:lnTo>
                  <a:lnTo>
                    <a:pt x="7840005" y="3497930"/>
                  </a:lnTo>
                  <a:lnTo>
                    <a:pt x="7845442" y="3497930"/>
                  </a:lnTo>
                  <a:lnTo>
                    <a:pt x="7845442" y="3500975"/>
                  </a:lnTo>
                  <a:lnTo>
                    <a:pt x="7850879" y="3500975"/>
                  </a:lnTo>
                  <a:lnTo>
                    <a:pt x="7850879" y="3507086"/>
                  </a:lnTo>
                  <a:lnTo>
                    <a:pt x="7856316" y="3507086"/>
                  </a:lnTo>
                  <a:lnTo>
                    <a:pt x="7856316" y="3510153"/>
                  </a:lnTo>
                  <a:lnTo>
                    <a:pt x="7872627" y="3510153"/>
                  </a:lnTo>
                  <a:lnTo>
                    <a:pt x="7872627" y="3513221"/>
                  </a:lnTo>
                  <a:lnTo>
                    <a:pt x="7878064" y="3513221"/>
                  </a:lnTo>
                  <a:lnTo>
                    <a:pt x="7878064" y="3513221"/>
                  </a:lnTo>
                  <a:lnTo>
                    <a:pt x="7910685" y="3513221"/>
                  </a:lnTo>
                  <a:lnTo>
                    <a:pt x="7910685" y="3513221"/>
                  </a:lnTo>
                  <a:lnTo>
                    <a:pt x="7921559" y="3513221"/>
                  </a:lnTo>
                  <a:lnTo>
                    <a:pt x="7921559" y="3513221"/>
                  </a:lnTo>
                  <a:lnTo>
                    <a:pt x="7926996" y="3513221"/>
                  </a:lnTo>
                  <a:lnTo>
                    <a:pt x="7926996" y="3519399"/>
                  </a:lnTo>
                  <a:lnTo>
                    <a:pt x="7943306" y="3519399"/>
                  </a:lnTo>
                  <a:lnTo>
                    <a:pt x="7943306" y="3519399"/>
                  </a:lnTo>
                  <a:lnTo>
                    <a:pt x="7954180" y="3519399"/>
                  </a:lnTo>
                  <a:lnTo>
                    <a:pt x="7954180" y="3519399"/>
                  </a:lnTo>
                  <a:lnTo>
                    <a:pt x="7959617" y="3519399"/>
                  </a:lnTo>
                  <a:lnTo>
                    <a:pt x="7959617" y="3519399"/>
                  </a:lnTo>
                  <a:lnTo>
                    <a:pt x="7981365" y="3519399"/>
                  </a:lnTo>
                  <a:lnTo>
                    <a:pt x="7981365" y="3519399"/>
                  </a:lnTo>
                  <a:lnTo>
                    <a:pt x="7986801" y="3519399"/>
                  </a:lnTo>
                  <a:lnTo>
                    <a:pt x="7986801" y="3522527"/>
                  </a:lnTo>
                  <a:lnTo>
                    <a:pt x="7992238" y="3522527"/>
                  </a:lnTo>
                  <a:lnTo>
                    <a:pt x="7992238" y="3522527"/>
                  </a:lnTo>
                  <a:lnTo>
                    <a:pt x="8003112" y="3522527"/>
                  </a:lnTo>
                  <a:lnTo>
                    <a:pt x="8003112" y="3522527"/>
                  </a:lnTo>
                  <a:lnTo>
                    <a:pt x="8024860" y="3522527"/>
                  </a:lnTo>
                  <a:lnTo>
                    <a:pt x="8024860" y="3525667"/>
                  </a:lnTo>
                  <a:lnTo>
                    <a:pt x="8030297" y="3525667"/>
                  </a:lnTo>
                  <a:lnTo>
                    <a:pt x="8030297" y="3525667"/>
                  </a:lnTo>
                  <a:lnTo>
                    <a:pt x="8041170" y="3525667"/>
                  </a:lnTo>
                  <a:lnTo>
                    <a:pt x="8041170" y="3528812"/>
                  </a:lnTo>
                  <a:lnTo>
                    <a:pt x="8046607" y="3528812"/>
                  </a:lnTo>
                  <a:lnTo>
                    <a:pt x="8046607" y="3528812"/>
                  </a:lnTo>
                  <a:lnTo>
                    <a:pt x="8052044" y="3528812"/>
                  </a:lnTo>
                  <a:lnTo>
                    <a:pt x="8052044" y="3528812"/>
                  </a:lnTo>
                  <a:lnTo>
                    <a:pt x="8057481" y="3528812"/>
                  </a:lnTo>
                  <a:lnTo>
                    <a:pt x="8057481" y="3528812"/>
                  </a:lnTo>
                  <a:lnTo>
                    <a:pt x="8062918" y="3528812"/>
                  </a:lnTo>
                  <a:lnTo>
                    <a:pt x="8062918" y="3531975"/>
                  </a:lnTo>
                  <a:lnTo>
                    <a:pt x="8068355" y="3531975"/>
                  </a:lnTo>
                  <a:lnTo>
                    <a:pt x="8068355" y="3531975"/>
                  </a:lnTo>
                  <a:lnTo>
                    <a:pt x="8106413" y="3531975"/>
                  </a:lnTo>
                  <a:lnTo>
                    <a:pt x="8106413" y="3535144"/>
                  </a:lnTo>
                  <a:lnTo>
                    <a:pt x="8117287" y="3535144"/>
                  </a:lnTo>
                  <a:lnTo>
                    <a:pt x="8117287" y="3538313"/>
                  </a:lnTo>
                  <a:lnTo>
                    <a:pt x="8133598" y="3538313"/>
                  </a:lnTo>
                  <a:lnTo>
                    <a:pt x="8133598" y="3538313"/>
                  </a:lnTo>
                  <a:lnTo>
                    <a:pt x="8144471" y="3538313"/>
                  </a:lnTo>
                  <a:lnTo>
                    <a:pt x="8144471" y="3538313"/>
                  </a:lnTo>
                  <a:lnTo>
                    <a:pt x="8149908" y="3538313"/>
                  </a:lnTo>
                  <a:lnTo>
                    <a:pt x="8149908" y="3541512"/>
                  </a:lnTo>
                  <a:lnTo>
                    <a:pt x="8155345" y="3541512"/>
                  </a:lnTo>
                  <a:lnTo>
                    <a:pt x="8155345" y="3544712"/>
                  </a:lnTo>
                  <a:lnTo>
                    <a:pt x="8166219" y="3544712"/>
                  </a:lnTo>
                  <a:lnTo>
                    <a:pt x="8166219" y="3547911"/>
                  </a:lnTo>
                  <a:lnTo>
                    <a:pt x="8177093" y="3547911"/>
                  </a:lnTo>
                  <a:lnTo>
                    <a:pt x="8177093" y="3547911"/>
                  </a:lnTo>
                  <a:lnTo>
                    <a:pt x="8182530" y="3547911"/>
                  </a:lnTo>
                  <a:lnTo>
                    <a:pt x="8182530" y="3551118"/>
                  </a:lnTo>
                  <a:lnTo>
                    <a:pt x="8187967" y="3551118"/>
                  </a:lnTo>
                  <a:lnTo>
                    <a:pt x="8187967" y="3551118"/>
                  </a:lnTo>
                  <a:lnTo>
                    <a:pt x="8193404" y="3551118"/>
                  </a:lnTo>
                  <a:lnTo>
                    <a:pt x="8193404" y="3554331"/>
                  </a:lnTo>
                  <a:lnTo>
                    <a:pt x="8198840" y="3554331"/>
                  </a:lnTo>
                  <a:lnTo>
                    <a:pt x="8198840" y="3554331"/>
                  </a:lnTo>
                  <a:lnTo>
                    <a:pt x="8204277" y="3554331"/>
                  </a:lnTo>
                  <a:lnTo>
                    <a:pt x="8204277" y="3554331"/>
                  </a:lnTo>
                  <a:lnTo>
                    <a:pt x="8220588" y="3554331"/>
                  </a:lnTo>
                  <a:lnTo>
                    <a:pt x="8220588" y="3554331"/>
                  </a:lnTo>
                  <a:lnTo>
                    <a:pt x="8236899" y="3554331"/>
                  </a:lnTo>
                  <a:lnTo>
                    <a:pt x="8236899" y="3554331"/>
                  </a:lnTo>
                  <a:lnTo>
                    <a:pt x="8274957" y="3554331"/>
                  </a:lnTo>
                  <a:lnTo>
                    <a:pt x="8274957" y="3554331"/>
                  </a:lnTo>
                  <a:lnTo>
                    <a:pt x="8285831" y="3554331"/>
                  </a:lnTo>
                  <a:lnTo>
                    <a:pt x="8285831" y="3554331"/>
                  </a:lnTo>
                  <a:lnTo>
                    <a:pt x="8291268" y="3554331"/>
                  </a:lnTo>
                  <a:lnTo>
                    <a:pt x="8291268" y="3554331"/>
                  </a:lnTo>
                  <a:lnTo>
                    <a:pt x="8302142" y="3554331"/>
                  </a:lnTo>
                  <a:lnTo>
                    <a:pt x="8302142" y="3554331"/>
                  </a:lnTo>
                  <a:lnTo>
                    <a:pt x="8307578" y="3554331"/>
                  </a:lnTo>
                  <a:lnTo>
                    <a:pt x="8307578" y="3557635"/>
                  </a:lnTo>
                  <a:lnTo>
                    <a:pt x="8329326" y="3557635"/>
                  </a:lnTo>
                  <a:lnTo>
                    <a:pt x="8329326" y="3557635"/>
                  </a:lnTo>
                  <a:lnTo>
                    <a:pt x="8345637" y="3557635"/>
                  </a:lnTo>
                  <a:lnTo>
                    <a:pt x="8345637" y="3557635"/>
                  </a:lnTo>
                  <a:lnTo>
                    <a:pt x="8356510" y="3557635"/>
                  </a:lnTo>
                  <a:lnTo>
                    <a:pt x="8356510" y="3560952"/>
                  </a:lnTo>
                  <a:lnTo>
                    <a:pt x="8361947" y="3560952"/>
                  </a:lnTo>
                  <a:lnTo>
                    <a:pt x="8361947" y="3560952"/>
                  </a:lnTo>
                  <a:lnTo>
                    <a:pt x="8367384" y="3560952"/>
                  </a:lnTo>
                  <a:lnTo>
                    <a:pt x="8367384" y="3564276"/>
                  </a:lnTo>
                  <a:lnTo>
                    <a:pt x="8372821" y="3564276"/>
                  </a:lnTo>
                  <a:lnTo>
                    <a:pt x="8372821" y="3564276"/>
                  </a:lnTo>
                  <a:lnTo>
                    <a:pt x="8400006" y="3564276"/>
                  </a:lnTo>
                  <a:lnTo>
                    <a:pt x="8400006" y="3564276"/>
                  </a:lnTo>
                  <a:lnTo>
                    <a:pt x="8410879" y="3564276"/>
                  </a:lnTo>
                  <a:lnTo>
                    <a:pt x="8410879" y="3564276"/>
                  </a:lnTo>
                  <a:lnTo>
                    <a:pt x="8416316" y="3564276"/>
                  </a:lnTo>
                  <a:lnTo>
                    <a:pt x="8416316" y="3564276"/>
                  </a:lnTo>
                  <a:lnTo>
                    <a:pt x="8438064" y="3564276"/>
                  </a:lnTo>
                  <a:lnTo>
                    <a:pt x="8438064" y="3564276"/>
                  </a:lnTo>
                  <a:lnTo>
                    <a:pt x="8448938" y="3564276"/>
                  </a:lnTo>
                  <a:lnTo>
                    <a:pt x="8448938" y="3564276"/>
                  </a:lnTo>
                  <a:lnTo>
                    <a:pt x="8454375" y="3564276"/>
                  </a:lnTo>
                  <a:lnTo>
                    <a:pt x="8454375" y="3564276"/>
                  </a:lnTo>
                  <a:lnTo>
                    <a:pt x="8470685" y="3564276"/>
                  </a:lnTo>
                  <a:lnTo>
                    <a:pt x="8470685" y="3567666"/>
                  </a:lnTo>
                  <a:lnTo>
                    <a:pt x="8481559" y="3567666"/>
                  </a:lnTo>
                  <a:lnTo>
                    <a:pt x="8481559" y="3571056"/>
                  </a:lnTo>
                  <a:lnTo>
                    <a:pt x="8503307" y="3571056"/>
                  </a:lnTo>
                  <a:lnTo>
                    <a:pt x="8503307" y="3574454"/>
                  </a:lnTo>
                  <a:lnTo>
                    <a:pt x="8508744" y="3574454"/>
                  </a:lnTo>
                  <a:lnTo>
                    <a:pt x="8508744" y="3574454"/>
                  </a:lnTo>
                  <a:lnTo>
                    <a:pt x="8514180" y="3574454"/>
                  </a:lnTo>
                  <a:lnTo>
                    <a:pt x="8514180" y="3577865"/>
                  </a:lnTo>
                  <a:lnTo>
                    <a:pt x="8519617" y="3577865"/>
                  </a:lnTo>
                  <a:lnTo>
                    <a:pt x="8519617" y="3584691"/>
                  </a:lnTo>
                  <a:lnTo>
                    <a:pt x="8541365" y="3584691"/>
                  </a:lnTo>
                  <a:lnTo>
                    <a:pt x="8541365" y="3588105"/>
                  </a:lnTo>
                  <a:lnTo>
                    <a:pt x="8557676" y="3588105"/>
                  </a:lnTo>
                  <a:lnTo>
                    <a:pt x="8557676" y="3588105"/>
                  </a:lnTo>
                  <a:lnTo>
                    <a:pt x="8568549" y="3588105"/>
                  </a:lnTo>
                  <a:lnTo>
                    <a:pt x="8568549" y="3588105"/>
                  </a:lnTo>
                  <a:lnTo>
                    <a:pt x="8573986" y="3588105"/>
                  </a:lnTo>
                  <a:lnTo>
                    <a:pt x="8573986" y="3588105"/>
                  </a:lnTo>
                  <a:lnTo>
                    <a:pt x="8584860" y="3588105"/>
                  </a:lnTo>
                  <a:lnTo>
                    <a:pt x="8584860" y="3588105"/>
                  </a:lnTo>
                  <a:lnTo>
                    <a:pt x="8595734" y="3588105"/>
                  </a:lnTo>
                  <a:lnTo>
                    <a:pt x="8595734" y="3588105"/>
                  </a:lnTo>
                  <a:lnTo>
                    <a:pt x="8601171" y="3588105"/>
                  </a:lnTo>
                  <a:lnTo>
                    <a:pt x="8601171" y="3591554"/>
                  </a:lnTo>
                  <a:lnTo>
                    <a:pt x="8617482" y="3591554"/>
                  </a:lnTo>
                  <a:lnTo>
                    <a:pt x="8617482" y="3591554"/>
                  </a:lnTo>
                  <a:lnTo>
                    <a:pt x="8655540" y="3591554"/>
                  </a:lnTo>
                  <a:lnTo>
                    <a:pt x="8655540" y="3591554"/>
                  </a:lnTo>
                  <a:lnTo>
                    <a:pt x="8671851" y="3591554"/>
                  </a:lnTo>
                  <a:lnTo>
                    <a:pt x="8671851" y="3595024"/>
                  </a:lnTo>
                  <a:lnTo>
                    <a:pt x="8677287" y="3595024"/>
                  </a:lnTo>
                  <a:lnTo>
                    <a:pt x="8677287" y="3598502"/>
                  </a:lnTo>
                  <a:lnTo>
                    <a:pt x="8693598" y="3598502"/>
                  </a:lnTo>
                  <a:lnTo>
                    <a:pt x="8693598" y="3598502"/>
                  </a:lnTo>
                  <a:lnTo>
                    <a:pt x="8709909" y="3598502"/>
                  </a:lnTo>
                  <a:lnTo>
                    <a:pt x="8709909" y="3598502"/>
                  </a:lnTo>
                  <a:lnTo>
                    <a:pt x="8715346" y="3598502"/>
                  </a:lnTo>
                  <a:lnTo>
                    <a:pt x="8715346" y="3602003"/>
                  </a:lnTo>
                  <a:lnTo>
                    <a:pt x="8726219" y="3602003"/>
                  </a:lnTo>
                  <a:lnTo>
                    <a:pt x="8726219" y="3605504"/>
                  </a:lnTo>
                  <a:lnTo>
                    <a:pt x="8742530" y="3605504"/>
                  </a:lnTo>
                  <a:lnTo>
                    <a:pt x="8742530" y="3605504"/>
                  </a:lnTo>
                  <a:lnTo>
                    <a:pt x="8747967" y="3605504"/>
                  </a:lnTo>
                  <a:lnTo>
                    <a:pt x="8747967" y="3609013"/>
                  </a:lnTo>
                  <a:lnTo>
                    <a:pt x="8753404" y="3609013"/>
                  </a:lnTo>
                  <a:lnTo>
                    <a:pt x="8753404" y="3609013"/>
                  </a:lnTo>
                  <a:lnTo>
                    <a:pt x="8769715" y="3609013"/>
                  </a:lnTo>
                  <a:lnTo>
                    <a:pt x="8769715" y="3609013"/>
                  </a:lnTo>
                  <a:lnTo>
                    <a:pt x="8775152" y="3609013"/>
                  </a:lnTo>
                  <a:lnTo>
                    <a:pt x="8775152" y="3609013"/>
                  </a:lnTo>
                  <a:lnTo>
                    <a:pt x="8780588" y="3609013"/>
                  </a:lnTo>
                  <a:lnTo>
                    <a:pt x="8780588" y="3609013"/>
                  </a:lnTo>
                  <a:lnTo>
                    <a:pt x="8807773" y="3609013"/>
                  </a:lnTo>
                  <a:lnTo>
                    <a:pt x="8807773" y="3612568"/>
                  </a:lnTo>
                  <a:lnTo>
                    <a:pt x="8818647" y="3612568"/>
                  </a:lnTo>
                  <a:lnTo>
                    <a:pt x="8818647" y="3619678"/>
                  </a:lnTo>
                  <a:lnTo>
                    <a:pt x="8834957" y="3619678"/>
                  </a:lnTo>
                  <a:lnTo>
                    <a:pt x="8834957" y="3619678"/>
                  </a:lnTo>
                  <a:lnTo>
                    <a:pt x="8856705" y="3619678"/>
                  </a:lnTo>
                  <a:lnTo>
                    <a:pt x="8856705" y="3619678"/>
                  </a:lnTo>
                  <a:lnTo>
                    <a:pt x="8867579" y="3619678"/>
                  </a:lnTo>
                  <a:lnTo>
                    <a:pt x="8867579" y="3619678"/>
                  </a:lnTo>
                  <a:lnTo>
                    <a:pt x="8873016" y="3619678"/>
                  </a:lnTo>
                  <a:lnTo>
                    <a:pt x="8873016" y="3619678"/>
                  </a:lnTo>
                  <a:lnTo>
                    <a:pt x="8894763" y="3619678"/>
                  </a:lnTo>
                  <a:lnTo>
                    <a:pt x="8894763" y="3619678"/>
                  </a:lnTo>
                  <a:lnTo>
                    <a:pt x="8900200" y="3619678"/>
                  </a:lnTo>
                  <a:lnTo>
                    <a:pt x="8900200" y="3619678"/>
                  </a:lnTo>
                  <a:lnTo>
                    <a:pt x="8905637" y="3619678"/>
                  </a:lnTo>
                  <a:lnTo>
                    <a:pt x="8905637" y="3623288"/>
                  </a:lnTo>
                  <a:lnTo>
                    <a:pt x="8911074" y="3623288"/>
                  </a:lnTo>
                  <a:lnTo>
                    <a:pt x="8911074" y="3626907"/>
                  </a:lnTo>
                  <a:lnTo>
                    <a:pt x="8970880" y="3626907"/>
                  </a:lnTo>
                  <a:lnTo>
                    <a:pt x="8970880" y="3634162"/>
                  </a:lnTo>
                  <a:lnTo>
                    <a:pt x="8981754" y="3634162"/>
                  </a:lnTo>
                  <a:lnTo>
                    <a:pt x="8981754" y="3634162"/>
                  </a:lnTo>
                  <a:lnTo>
                    <a:pt x="9019812" y="3634162"/>
                  </a:lnTo>
                  <a:lnTo>
                    <a:pt x="9019812" y="3634162"/>
                  </a:lnTo>
                  <a:lnTo>
                    <a:pt x="9025249" y="3634162"/>
                  </a:lnTo>
                  <a:lnTo>
                    <a:pt x="9025249" y="3637823"/>
                  </a:lnTo>
                  <a:lnTo>
                    <a:pt x="9041560" y="3637823"/>
                  </a:lnTo>
                  <a:lnTo>
                    <a:pt x="9041560" y="3637823"/>
                  </a:lnTo>
                  <a:lnTo>
                    <a:pt x="9074181" y="3637823"/>
                  </a:lnTo>
                  <a:lnTo>
                    <a:pt x="9074181" y="3641501"/>
                  </a:lnTo>
                  <a:lnTo>
                    <a:pt x="9095928" y="3641501"/>
                  </a:lnTo>
                  <a:lnTo>
                    <a:pt x="9095928" y="3641501"/>
                  </a:lnTo>
                  <a:lnTo>
                    <a:pt x="9106802" y="3641501"/>
                  </a:lnTo>
                  <a:lnTo>
                    <a:pt x="9106802" y="3645196"/>
                  </a:lnTo>
                  <a:lnTo>
                    <a:pt x="9112239" y="3645196"/>
                  </a:lnTo>
                  <a:lnTo>
                    <a:pt x="9112239" y="3652589"/>
                  </a:lnTo>
                  <a:lnTo>
                    <a:pt x="9128550" y="3652589"/>
                  </a:lnTo>
                  <a:lnTo>
                    <a:pt x="9128550" y="3652589"/>
                  </a:lnTo>
                  <a:lnTo>
                    <a:pt x="9161171" y="3652589"/>
                  </a:lnTo>
                  <a:lnTo>
                    <a:pt x="9161171" y="3652589"/>
                  </a:lnTo>
                  <a:lnTo>
                    <a:pt x="9188356" y="3652589"/>
                  </a:lnTo>
                  <a:lnTo>
                    <a:pt x="9188356" y="3652589"/>
                  </a:lnTo>
                  <a:lnTo>
                    <a:pt x="9193793" y="3652589"/>
                  </a:lnTo>
                  <a:lnTo>
                    <a:pt x="9193793" y="3652589"/>
                  </a:lnTo>
                  <a:lnTo>
                    <a:pt x="9199230" y="3652589"/>
                  </a:lnTo>
                  <a:lnTo>
                    <a:pt x="9199230" y="3652589"/>
                  </a:lnTo>
                  <a:lnTo>
                    <a:pt x="9215540" y="3652589"/>
                  </a:lnTo>
                  <a:lnTo>
                    <a:pt x="9215540" y="3652589"/>
                  </a:lnTo>
                  <a:lnTo>
                    <a:pt x="9237288" y="3652589"/>
                  </a:lnTo>
                  <a:lnTo>
                    <a:pt x="9237288" y="3656345"/>
                  </a:lnTo>
                  <a:lnTo>
                    <a:pt x="9242725" y="3656345"/>
                  </a:lnTo>
                  <a:lnTo>
                    <a:pt x="9242725" y="3656345"/>
                  </a:lnTo>
                  <a:lnTo>
                    <a:pt x="9248162" y="3656345"/>
                  </a:lnTo>
                  <a:lnTo>
                    <a:pt x="9248162" y="3656345"/>
                  </a:lnTo>
                  <a:lnTo>
                    <a:pt x="9253599" y="3656345"/>
                  </a:lnTo>
                  <a:lnTo>
                    <a:pt x="9253599" y="3660120"/>
                  </a:lnTo>
                  <a:lnTo>
                    <a:pt x="9259035" y="3660120"/>
                  </a:lnTo>
                  <a:lnTo>
                    <a:pt x="9259035" y="3660120"/>
                  </a:lnTo>
                  <a:lnTo>
                    <a:pt x="9264472" y="3660120"/>
                  </a:lnTo>
                  <a:lnTo>
                    <a:pt x="9264472" y="3660120"/>
                  </a:lnTo>
                  <a:lnTo>
                    <a:pt x="9302531" y="3660120"/>
                  </a:lnTo>
                  <a:lnTo>
                    <a:pt x="9302531" y="3660120"/>
                  </a:lnTo>
                  <a:lnTo>
                    <a:pt x="9335152" y="3660120"/>
                  </a:lnTo>
                  <a:lnTo>
                    <a:pt x="9335152" y="3663940"/>
                  </a:lnTo>
                  <a:lnTo>
                    <a:pt x="9346026" y="3663940"/>
                  </a:lnTo>
                  <a:lnTo>
                    <a:pt x="9346026" y="3667760"/>
                  </a:lnTo>
                  <a:lnTo>
                    <a:pt x="9362336" y="3667760"/>
                  </a:lnTo>
                  <a:lnTo>
                    <a:pt x="9362336" y="3671591"/>
                  </a:lnTo>
                  <a:lnTo>
                    <a:pt x="9367773" y="3671591"/>
                  </a:lnTo>
                  <a:lnTo>
                    <a:pt x="9367773" y="3671591"/>
                  </a:lnTo>
                  <a:lnTo>
                    <a:pt x="9373210" y="3671591"/>
                  </a:lnTo>
                  <a:lnTo>
                    <a:pt x="9373210" y="3671591"/>
                  </a:lnTo>
                  <a:lnTo>
                    <a:pt x="9378647" y="3671591"/>
                  </a:lnTo>
                  <a:lnTo>
                    <a:pt x="9378647" y="3671591"/>
                  </a:lnTo>
                  <a:lnTo>
                    <a:pt x="9389521" y="3671591"/>
                  </a:lnTo>
                  <a:lnTo>
                    <a:pt x="9389521" y="3675459"/>
                  </a:lnTo>
                  <a:lnTo>
                    <a:pt x="9405832" y="3675459"/>
                  </a:lnTo>
                  <a:lnTo>
                    <a:pt x="9405832" y="3675459"/>
                  </a:lnTo>
                  <a:lnTo>
                    <a:pt x="9427579" y="3675459"/>
                  </a:lnTo>
                  <a:lnTo>
                    <a:pt x="9427579" y="3675459"/>
                  </a:lnTo>
                  <a:lnTo>
                    <a:pt x="9438453" y="3675459"/>
                  </a:lnTo>
                  <a:lnTo>
                    <a:pt x="9438453" y="3675459"/>
                  </a:lnTo>
                  <a:lnTo>
                    <a:pt x="9454764" y="3675459"/>
                  </a:lnTo>
                  <a:lnTo>
                    <a:pt x="9454764" y="3675459"/>
                  </a:lnTo>
                  <a:lnTo>
                    <a:pt x="9460201" y="3675459"/>
                  </a:lnTo>
                  <a:lnTo>
                    <a:pt x="9460201" y="3675459"/>
                  </a:lnTo>
                  <a:lnTo>
                    <a:pt x="9481948" y="3675459"/>
                  </a:lnTo>
                  <a:lnTo>
                    <a:pt x="9481948" y="3675459"/>
                  </a:lnTo>
                  <a:lnTo>
                    <a:pt x="9498259" y="3675459"/>
                  </a:lnTo>
                  <a:lnTo>
                    <a:pt x="9498259" y="3675459"/>
                  </a:lnTo>
                  <a:lnTo>
                    <a:pt x="9503696" y="3675459"/>
                  </a:lnTo>
                  <a:lnTo>
                    <a:pt x="9503696" y="3687265"/>
                  </a:lnTo>
                  <a:lnTo>
                    <a:pt x="9509133" y="3687265"/>
                  </a:lnTo>
                  <a:lnTo>
                    <a:pt x="9509133" y="3687265"/>
                  </a:lnTo>
                  <a:lnTo>
                    <a:pt x="9558065" y="3687265"/>
                  </a:lnTo>
                  <a:lnTo>
                    <a:pt x="9558065" y="3691232"/>
                  </a:lnTo>
                  <a:lnTo>
                    <a:pt x="9574375" y="3691232"/>
                  </a:lnTo>
                  <a:lnTo>
                    <a:pt x="9574375" y="3695200"/>
                  </a:lnTo>
                  <a:lnTo>
                    <a:pt x="9590686" y="3695200"/>
                  </a:lnTo>
                  <a:lnTo>
                    <a:pt x="9590686" y="3699169"/>
                  </a:lnTo>
                  <a:lnTo>
                    <a:pt x="9623308" y="3699169"/>
                  </a:lnTo>
                  <a:lnTo>
                    <a:pt x="9623308" y="3703170"/>
                  </a:lnTo>
                  <a:lnTo>
                    <a:pt x="9634181" y="3703170"/>
                  </a:lnTo>
                  <a:lnTo>
                    <a:pt x="9634181" y="3703170"/>
                  </a:lnTo>
                  <a:lnTo>
                    <a:pt x="9650492" y="3703170"/>
                  </a:lnTo>
                  <a:lnTo>
                    <a:pt x="9650492" y="3703170"/>
                  </a:lnTo>
                  <a:lnTo>
                    <a:pt x="9655929" y="3703170"/>
                  </a:lnTo>
                  <a:lnTo>
                    <a:pt x="9655929" y="3707201"/>
                  </a:lnTo>
                  <a:lnTo>
                    <a:pt x="9672240" y="3707201"/>
                  </a:lnTo>
                  <a:lnTo>
                    <a:pt x="9672240" y="3707201"/>
                  </a:lnTo>
                  <a:lnTo>
                    <a:pt x="9693987" y="3707201"/>
                  </a:lnTo>
                  <a:lnTo>
                    <a:pt x="9693987" y="3707201"/>
                  </a:lnTo>
                  <a:lnTo>
                    <a:pt x="9704861" y="3707201"/>
                  </a:lnTo>
                  <a:lnTo>
                    <a:pt x="9704861" y="3707201"/>
                  </a:lnTo>
                  <a:lnTo>
                    <a:pt x="9721172" y="3707201"/>
                  </a:lnTo>
                  <a:lnTo>
                    <a:pt x="9721172" y="3711275"/>
                  </a:lnTo>
                  <a:lnTo>
                    <a:pt x="9737482" y="3711275"/>
                  </a:lnTo>
                  <a:lnTo>
                    <a:pt x="9737482" y="3715350"/>
                  </a:lnTo>
                  <a:lnTo>
                    <a:pt x="9742919" y="3715350"/>
                  </a:lnTo>
                  <a:lnTo>
                    <a:pt x="9742919" y="3715350"/>
                  </a:lnTo>
                  <a:lnTo>
                    <a:pt x="9770104" y="3715350"/>
                  </a:lnTo>
                  <a:lnTo>
                    <a:pt x="9770104" y="3715350"/>
                  </a:lnTo>
                  <a:lnTo>
                    <a:pt x="9780978" y="3715350"/>
                  </a:lnTo>
                  <a:lnTo>
                    <a:pt x="9780978" y="3715350"/>
                  </a:lnTo>
                  <a:lnTo>
                    <a:pt x="9802725" y="3715350"/>
                  </a:lnTo>
                  <a:lnTo>
                    <a:pt x="9802725" y="3715350"/>
                  </a:lnTo>
                  <a:lnTo>
                    <a:pt x="9808162" y="3715350"/>
                  </a:lnTo>
                  <a:lnTo>
                    <a:pt x="9808162" y="3719469"/>
                  </a:lnTo>
                  <a:lnTo>
                    <a:pt x="9867968" y="3719469"/>
                  </a:lnTo>
                  <a:lnTo>
                    <a:pt x="9867968" y="3719469"/>
                  </a:lnTo>
                  <a:lnTo>
                    <a:pt x="9873405" y="3719469"/>
                  </a:lnTo>
                  <a:lnTo>
                    <a:pt x="9873405" y="3723611"/>
                  </a:lnTo>
                  <a:lnTo>
                    <a:pt x="9895152" y="3723611"/>
                  </a:lnTo>
                  <a:lnTo>
                    <a:pt x="9895152" y="3723611"/>
                  </a:lnTo>
                  <a:lnTo>
                    <a:pt x="9900589" y="3723611"/>
                  </a:lnTo>
                  <a:lnTo>
                    <a:pt x="9900589" y="37236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11026" y="793515"/>
              <a:ext cx="9900589" cy="3906973"/>
            </a:xfrm>
            <a:custGeom>
              <a:avLst/>
              <a:pathLst>
                <a:path w="9900589" h="3906973">
                  <a:moveTo>
                    <a:pt x="9900589" y="3906973"/>
                  </a:moveTo>
                  <a:lnTo>
                    <a:pt x="9900589" y="3906973"/>
                  </a:lnTo>
                  <a:lnTo>
                    <a:pt x="9895152" y="3906973"/>
                  </a:lnTo>
                  <a:lnTo>
                    <a:pt x="9895152" y="3906973"/>
                  </a:lnTo>
                  <a:lnTo>
                    <a:pt x="9873405" y="3906973"/>
                  </a:lnTo>
                  <a:lnTo>
                    <a:pt x="9873405" y="3902620"/>
                  </a:lnTo>
                  <a:lnTo>
                    <a:pt x="9867968" y="3902620"/>
                  </a:lnTo>
                  <a:lnTo>
                    <a:pt x="9867968" y="3902620"/>
                  </a:lnTo>
                  <a:lnTo>
                    <a:pt x="9808162" y="3902620"/>
                  </a:lnTo>
                  <a:lnTo>
                    <a:pt x="9808162" y="3898293"/>
                  </a:lnTo>
                  <a:lnTo>
                    <a:pt x="9802725" y="3898293"/>
                  </a:lnTo>
                  <a:lnTo>
                    <a:pt x="9802725" y="3898293"/>
                  </a:lnTo>
                  <a:lnTo>
                    <a:pt x="9780978" y="3898293"/>
                  </a:lnTo>
                  <a:lnTo>
                    <a:pt x="9780978" y="3898293"/>
                  </a:lnTo>
                  <a:lnTo>
                    <a:pt x="9770104" y="3898293"/>
                  </a:lnTo>
                  <a:lnTo>
                    <a:pt x="9770104" y="3898293"/>
                  </a:lnTo>
                  <a:lnTo>
                    <a:pt x="9742919" y="3898293"/>
                  </a:lnTo>
                  <a:lnTo>
                    <a:pt x="9742919" y="3898293"/>
                  </a:lnTo>
                  <a:lnTo>
                    <a:pt x="9737482" y="3898293"/>
                  </a:lnTo>
                  <a:lnTo>
                    <a:pt x="9737482" y="3894017"/>
                  </a:lnTo>
                  <a:lnTo>
                    <a:pt x="9721172" y="3894017"/>
                  </a:lnTo>
                  <a:lnTo>
                    <a:pt x="9721172" y="3889739"/>
                  </a:lnTo>
                  <a:lnTo>
                    <a:pt x="9704861" y="3889739"/>
                  </a:lnTo>
                  <a:lnTo>
                    <a:pt x="9704861" y="3889739"/>
                  </a:lnTo>
                  <a:lnTo>
                    <a:pt x="9693987" y="3889739"/>
                  </a:lnTo>
                  <a:lnTo>
                    <a:pt x="9693987" y="3889739"/>
                  </a:lnTo>
                  <a:lnTo>
                    <a:pt x="9672240" y="3889739"/>
                  </a:lnTo>
                  <a:lnTo>
                    <a:pt x="9672240" y="3889739"/>
                  </a:lnTo>
                  <a:lnTo>
                    <a:pt x="9655929" y="3889739"/>
                  </a:lnTo>
                  <a:lnTo>
                    <a:pt x="9655929" y="3885511"/>
                  </a:lnTo>
                  <a:lnTo>
                    <a:pt x="9650492" y="3885511"/>
                  </a:lnTo>
                  <a:lnTo>
                    <a:pt x="9650492" y="3885511"/>
                  </a:lnTo>
                  <a:lnTo>
                    <a:pt x="9634181" y="3885511"/>
                  </a:lnTo>
                  <a:lnTo>
                    <a:pt x="9634181" y="3885511"/>
                  </a:lnTo>
                  <a:lnTo>
                    <a:pt x="9623308" y="3885511"/>
                  </a:lnTo>
                  <a:lnTo>
                    <a:pt x="9623308" y="3881319"/>
                  </a:lnTo>
                  <a:lnTo>
                    <a:pt x="9590686" y="3881319"/>
                  </a:lnTo>
                  <a:lnTo>
                    <a:pt x="9590686" y="3877163"/>
                  </a:lnTo>
                  <a:lnTo>
                    <a:pt x="9574375" y="3877163"/>
                  </a:lnTo>
                  <a:lnTo>
                    <a:pt x="9574375" y="3873006"/>
                  </a:lnTo>
                  <a:lnTo>
                    <a:pt x="9558065" y="3873006"/>
                  </a:lnTo>
                  <a:lnTo>
                    <a:pt x="9558065" y="3868847"/>
                  </a:lnTo>
                  <a:lnTo>
                    <a:pt x="9509133" y="3868847"/>
                  </a:lnTo>
                  <a:lnTo>
                    <a:pt x="9509133" y="3868847"/>
                  </a:lnTo>
                  <a:lnTo>
                    <a:pt x="9503696" y="3868847"/>
                  </a:lnTo>
                  <a:lnTo>
                    <a:pt x="9503696" y="3856470"/>
                  </a:lnTo>
                  <a:lnTo>
                    <a:pt x="9498259" y="3856470"/>
                  </a:lnTo>
                  <a:lnTo>
                    <a:pt x="9498259" y="3856470"/>
                  </a:lnTo>
                  <a:lnTo>
                    <a:pt x="9481948" y="3856470"/>
                  </a:lnTo>
                  <a:lnTo>
                    <a:pt x="9481948" y="3856470"/>
                  </a:lnTo>
                  <a:lnTo>
                    <a:pt x="9460201" y="3856470"/>
                  </a:lnTo>
                  <a:lnTo>
                    <a:pt x="9460201" y="3856470"/>
                  </a:lnTo>
                  <a:lnTo>
                    <a:pt x="9454764" y="3856470"/>
                  </a:lnTo>
                  <a:lnTo>
                    <a:pt x="9454764" y="3856470"/>
                  </a:lnTo>
                  <a:lnTo>
                    <a:pt x="9438453" y="3856470"/>
                  </a:lnTo>
                  <a:lnTo>
                    <a:pt x="9438453" y="3856470"/>
                  </a:lnTo>
                  <a:lnTo>
                    <a:pt x="9427579" y="3856470"/>
                  </a:lnTo>
                  <a:lnTo>
                    <a:pt x="9427579" y="3856470"/>
                  </a:lnTo>
                  <a:lnTo>
                    <a:pt x="9405832" y="3856470"/>
                  </a:lnTo>
                  <a:lnTo>
                    <a:pt x="9405832" y="3856470"/>
                  </a:lnTo>
                  <a:lnTo>
                    <a:pt x="9389521" y="3856470"/>
                  </a:lnTo>
                  <a:lnTo>
                    <a:pt x="9389521" y="3852423"/>
                  </a:lnTo>
                  <a:lnTo>
                    <a:pt x="9378647" y="3852423"/>
                  </a:lnTo>
                  <a:lnTo>
                    <a:pt x="9378647" y="3852423"/>
                  </a:lnTo>
                  <a:lnTo>
                    <a:pt x="9373210" y="3852423"/>
                  </a:lnTo>
                  <a:lnTo>
                    <a:pt x="9373210" y="3852423"/>
                  </a:lnTo>
                  <a:lnTo>
                    <a:pt x="9367773" y="3852423"/>
                  </a:lnTo>
                  <a:lnTo>
                    <a:pt x="9367773" y="3852423"/>
                  </a:lnTo>
                  <a:lnTo>
                    <a:pt x="9362336" y="3852423"/>
                  </a:lnTo>
                  <a:lnTo>
                    <a:pt x="9362336" y="3848420"/>
                  </a:lnTo>
                  <a:lnTo>
                    <a:pt x="9346026" y="3848420"/>
                  </a:lnTo>
                  <a:lnTo>
                    <a:pt x="9346026" y="3844426"/>
                  </a:lnTo>
                  <a:lnTo>
                    <a:pt x="9335152" y="3844426"/>
                  </a:lnTo>
                  <a:lnTo>
                    <a:pt x="9335152" y="3840431"/>
                  </a:lnTo>
                  <a:lnTo>
                    <a:pt x="9302531" y="3840431"/>
                  </a:lnTo>
                  <a:lnTo>
                    <a:pt x="9302531" y="3840431"/>
                  </a:lnTo>
                  <a:lnTo>
                    <a:pt x="9264472" y="3840431"/>
                  </a:lnTo>
                  <a:lnTo>
                    <a:pt x="9264472" y="3840431"/>
                  </a:lnTo>
                  <a:lnTo>
                    <a:pt x="9259035" y="3840431"/>
                  </a:lnTo>
                  <a:lnTo>
                    <a:pt x="9259035" y="3840431"/>
                  </a:lnTo>
                  <a:lnTo>
                    <a:pt x="9253599" y="3840431"/>
                  </a:lnTo>
                  <a:lnTo>
                    <a:pt x="9253599" y="3836489"/>
                  </a:lnTo>
                  <a:lnTo>
                    <a:pt x="9248162" y="3836489"/>
                  </a:lnTo>
                  <a:lnTo>
                    <a:pt x="9248162" y="3836489"/>
                  </a:lnTo>
                  <a:lnTo>
                    <a:pt x="9242725" y="3836489"/>
                  </a:lnTo>
                  <a:lnTo>
                    <a:pt x="9242725" y="3836489"/>
                  </a:lnTo>
                  <a:lnTo>
                    <a:pt x="9237288" y="3836489"/>
                  </a:lnTo>
                  <a:lnTo>
                    <a:pt x="9237288" y="3832567"/>
                  </a:lnTo>
                  <a:lnTo>
                    <a:pt x="9215540" y="3832567"/>
                  </a:lnTo>
                  <a:lnTo>
                    <a:pt x="9215540" y="3832567"/>
                  </a:lnTo>
                  <a:lnTo>
                    <a:pt x="9199230" y="3832567"/>
                  </a:lnTo>
                  <a:lnTo>
                    <a:pt x="9199230" y="3832567"/>
                  </a:lnTo>
                  <a:lnTo>
                    <a:pt x="9193793" y="3832567"/>
                  </a:lnTo>
                  <a:lnTo>
                    <a:pt x="9193793" y="3832567"/>
                  </a:lnTo>
                  <a:lnTo>
                    <a:pt x="9188356" y="3832567"/>
                  </a:lnTo>
                  <a:lnTo>
                    <a:pt x="9188356" y="3832567"/>
                  </a:lnTo>
                  <a:lnTo>
                    <a:pt x="9161171" y="3832567"/>
                  </a:lnTo>
                  <a:lnTo>
                    <a:pt x="9161171" y="3832567"/>
                  </a:lnTo>
                  <a:lnTo>
                    <a:pt x="9128550" y="3832567"/>
                  </a:lnTo>
                  <a:lnTo>
                    <a:pt x="9128550" y="3832567"/>
                  </a:lnTo>
                  <a:lnTo>
                    <a:pt x="9112239" y="3832567"/>
                  </a:lnTo>
                  <a:lnTo>
                    <a:pt x="9112239" y="3824863"/>
                  </a:lnTo>
                  <a:lnTo>
                    <a:pt x="9106802" y="3824863"/>
                  </a:lnTo>
                  <a:lnTo>
                    <a:pt x="9106802" y="3821010"/>
                  </a:lnTo>
                  <a:lnTo>
                    <a:pt x="9095928" y="3821010"/>
                  </a:lnTo>
                  <a:lnTo>
                    <a:pt x="9095928" y="3821010"/>
                  </a:lnTo>
                  <a:lnTo>
                    <a:pt x="9074181" y="3821010"/>
                  </a:lnTo>
                  <a:lnTo>
                    <a:pt x="9074181" y="3817175"/>
                  </a:lnTo>
                  <a:lnTo>
                    <a:pt x="9041560" y="3817175"/>
                  </a:lnTo>
                  <a:lnTo>
                    <a:pt x="9041560" y="3817175"/>
                  </a:lnTo>
                  <a:lnTo>
                    <a:pt x="9025249" y="3817175"/>
                  </a:lnTo>
                  <a:lnTo>
                    <a:pt x="9025249" y="3813360"/>
                  </a:lnTo>
                  <a:lnTo>
                    <a:pt x="9019812" y="3813360"/>
                  </a:lnTo>
                  <a:lnTo>
                    <a:pt x="9019812" y="3813360"/>
                  </a:lnTo>
                  <a:lnTo>
                    <a:pt x="8981754" y="3813360"/>
                  </a:lnTo>
                  <a:lnTo>
                    <a:pt x="8981754" y="3813360"/>
                  </a:lnTo>
                  <a:lnTo>
                    <a:pt x="8970880" y="3813360"/>
                  </a:lnTo>
                  <a:lnTo>
                    <a:pt x="8970880" y="3805803"/>
                  </a:lnTo>
                  <a:lnTo>
                    <a:pt x="8911074" y="3805803"/>
                  </a:lnTo>
                  <a:lnTo>
                    <a:pt x="8911074" y="3802033"/>
                  </a:lnTo>
                  <a:lnTo>
                    <a:pt x="8905637" y="3802033"/>
                  </a:lnTo>
                  <a:lnTo>
                    <a:pt x="8905637" y="3798272"/>
                  </a:lnTo>
                  <a:lnTo>
                    <a:pt x="8900200" y="3798272"/>
                  </a:lnTo>
                  <a:lnTo>
                    <a:pt x="8900200" y="3798272"/>
                  </a:lnTo>
                  <a:lnTo>
                    <a:pt x="8894763" y="3798272"/>
                  </a:lnTo>
                  <a:lnTo>
                    <a:pt x="8894763" y="3798272"/>
                  </a:lnTo>
                  <a:lnTo>
                    <a:pt x="8873016" y="3798272"/>
                  </a:lnTo>
                  <a:lnTo>
                    <a:pt x="8873016" y="3798272"/>
                  </a:lnTo>
                  <a:lnTo>
                    <a:pt x="8867579" y="3798272"/>
                  </a:lnTo>
                  <a:lnTo>
                    <a:pt x="8867579" y="3798272"/>
                  </a:lnTo>
                  <a:lnTo>
                    <a:pt x="8856705" y="3798272"/>
                  </a:lnTo>
                  <a:lnTo>
                    <a:pt x="8856705" y="3798272"/>
                  </a:lnTo>
                  <a:lnTo>
                    <a:pt x="8834957" y="3798272"/>
                  </a:lnTo>
                  <a:lnTo>
                    <a:pt x="8834957" y="3798272"/>
                  </a:lnTo>
                  <a:lnTo>
                    <a:pt x="8818647" y="3798272"/>
                  </a:lnTo>
                  <a:lnTo>
                    <a:pt x="8818647" y="3790875"/>
                  </a:lnTo>
                  <a:lnTo>
                    <a:pt x="8807773" y="3790875"/>
                  </a:lnTo>
                  <a:lnTo>
                    <a:pt x="8807773" y="3787176"/>
                  </a:lnTo>
                  <a:lnTo>
                    <a:pt x="8780588" y="3787176"/>
                  </a:lnTo>
                  <a:lnTo>
                    <a:pt x="8780588" y="3787176"/>
                  </a:lnTo>
                  <a:lnTo>
                    <a:pt x="8775152" y="3787176"/>
                  </a:lnTo>
                  <a:lnTo>
                    <a:pt x="8775152" y="3787176"/>
                  </a:lnTo>
                  <a:lnTo>
                    <a:pt x="8769715" y="3787176"/>
                  </a:lnTo>
                  <a:lnTo>
                    <a:pt x="8769715" y="3787176"/>
                  </a:lnTo>
                  <a:lnTo>
                    <a:pt x="8753404" y="3787176"/>
                  </a:lnTo>
                  <a:lnTo>
                    <a:pt x="8753404" y="3787176"/>
                  </a:lnTo>
                  <a:lnTo>
                    <a:pt x="8747967" y="3787176"/>
                  </a:lnTo>
                  <a:lnTo>
                    <a:pt x="8747967" y="3783529"/>
                  </a:lnTo>
                  <a:lnTo>
                    <a:pt x="8742530" y="3783529"/>
                  </a:lnTo>
                  <a:lnTo>
                    <a:pt x="8742530" y="3783529"/>
                  </a:lnTo>
                  <a:lnTo>
                    <a:pt x="8726219" y="3783529"/>
                  </a:lnTo>
                  <a:lnTo>
                    <a:pt x="8726219" y="3779890"/>
                  </a:lnTo>
                  <a:lnTo>
                    <a:pt x="8715346" y="3779890"/>
                  </a:lnTo>
                  <a:lnTo>
                    <a:pt x="8715346" y="3776250"/>
                  </a:lnTo>
                  <a:lnTo>
                    <a:pt x="8709909" y="3776250"/>
                  </a:lnTo>
                  <a:lnTo>
                    <a:pt x="8709909" y="3776250"/>
                  </a:lnTo>
                  <a:lnTo>
                    <a:pt x="8693598" y="3776250"/>
                  </a:lnTo>
                  <a:lnTo>
                    <a:pt x="8693598" y="3776250"/>
                  </a:lnTo>
                  <a:lnTo>
                    <a:pt x="8677287" y="3776250"/>
                  </a:lnTo>
                  <a:lnTo>
                    <a:pt x="8677287" y="3772635"/>
                  </a:lnTo>
                  <a:lnTo>
                    <a:pt x="8671851" y="3772635"/>
                  </a:lnTo>
                  <a:lnTo>
                    <a:pt x="8671851" y="3769028"/>
                  </a:lnTo>
                  <a:lnTo>
                    <a:pt x="8655540" y="3769028"/>
                  </a:lnTo>
                  <a:lnTo>
                    <a:pt x="8655540" y="3769028"/>
                  </a:lnTo>
                  <a:lnTo>
                    <a:pt x="8617482" y="3769028"/>
                  </a:lnTo>
                  <a:lnTo>
                    <a:pt x="8617482" y="3769028"/>
                  </a:lnTo>
                  <a:lnTo>
                    <a:pt x="8601171" y="3769028"/>
                  </a:lnTo>
                  <a:lnTo>
                    <a:pt x="8601171" y="3765445"/>
                  </a:lnTo>
                  <a:lnTo>
                    <a:pt x="8595734" y="3765445"/>
                  </a:lnTo>
                  <a:lnTo>
                    <a:pt x="8595734" y="3765445"/>
                  </a:lnTo>
                  <a:lnTo>
                    <a:pt x="8584860" y="3765445"/>
                  </a:lnTo>
                  <a:lnTo>
                    <a:pt x="8584860" y="3765445"/>
                  </a:lnTo>
                  <a:lnTo>
                    <a:pt x="8573986" y="3765445"/>
                  </a:lnTo>
                  <a:lnTo>
                    <a:pt x="8573986" y="3765445"/>
                  </a:lnTo>
                  <a:lnTo>
                    <a:pt x="8568549" y="3765445"/>
                  </a:lnTo>
                  <a:lnTo>
                    <a:pt x="8568549" y="3765445"/>
                  </a:lnTo>
                  <a:lnTo>
                    <a:pt x="8557676" y="3765445"/>
                  </a:lnTo>
                  <a:lnTo>
                    <a:pt x="8557676" y="3765445"/>
                  </a:lnTo>
                  <a:lnTo>
                    <a:pt x="8541365" y="3765445"/>
                  </a:lnTo>
                  <a:lnTo>
                    <a:pt x="8541365" y="3761903"/>
                  </a:lnTo>
                  <a:lnTo>
                    <a:pt x="8519617" y="3761903"/>
                  </a:lnTo>
                  <a:lnTo>
                    <a:pt x="8519617" y="3754817"/>
                  </a:lnTo>
                  <a:lnTo>
                    <a:pt x="8514180" y="3754817"/>
                  </a:lnTo>
                  <a:lnTo>
                    <a:pt x="8514180" y="3751273"/>
                  </a:lnTo>
                  <a:lnTo>
                    <a:pt x="8508744" y="3751273"/>
                  </a:lnTo>
                  <a:lnTo>
                    <a:pt x="8508744" y="3751273"/>
                  </a:lnTo>
                  <a:lnTo>
                    <a:pt x="8503307" y="3751273"/>
                  </a:lnTo>
                  <a:lnTo>
                    <a:pt x="8503307" y="3747744"/>
                  </a:lnTo>
                  <a:lnTo>
                    <a:pt x="8481559" y="3747744"/>
                  </a:lnTo>
                  <a:lnTo>
                    <a:pt x="8481559" y="3744222"/>
                  </a:lnTo>
                  <a:lnTo>
                    <a:pt x="8470685" y="3744222"/>
                  </a:lnTo>
                  <a:lnTo>
                    <a:pt x="8470685" y="3740700"/>
                  </a:lnTo>
                  <a:lnTo>
                    <a:pt x="8454375" y="3740700"/>
                  </a:lnTo>
                  <a:lnTo>
                    <a:pt x="8454375" y="3740700"/>
                  </a:lnTo>
                  <a:lnTo>
                    <a:pt x="8448938" y="3740700"/>
                  </a:lnTo>
                  <a:lnTo>
                    <a:pt x="8448938" y="3740700"/>
                  </a:lnTo>
                  <a:lnTo>
                    <a:pt x="8438064" y="3740700"/>
                  </a:lnTo>
                  <a:lnTo>
                    <a:pt x="8438064" y="3740700"/>
                  </a:lnTo>
                  <a:lnTo>
                    <a:pt x="8416316" y="3740700"/>
                  </a:lnTo>
                  <a:lnTo>
                    <a:pt x="8416316" y="3740700"/>
                  </a:lnTo>
                  <a:lnTo>
                    <a:pt x="8410879" y="3740700"/>
                  </a:lnTo>
                  <a:lnTo>
                    <a:pt x="8410879" y="3740700"/>
                  </a:lnTo>
                  <a:lnTo>
                    <a:pt x="8400006" y="3740700"/>
                  </a:lnTo>
                  <a:lnTo>
                    <a:pt x="8400006" y="3740700"/>
                  </a:lnTo>
                  <a:lnTo>
                    <a:pt x="8372821" y="3740700"/>
                  </a:lnTo>
                  <a:lnTo>
                    <a:pt x="8372821" y="3740700"/>
                  </a:lnTo>
                  <a:lnTo>
                    <a:pt x="8367384" y="3740700"/>
                  </a:lnTo>
                  <a:lnTo>
                    <a:pt x="8367384" y="3737255"/>
                  </a:lnTo>
                  <a:lnTo>
                    <a:pt x="8361947" y="3737255"/>
                  </a:lnTo>
                  <a:lnTo>
                    <a:pt x="8361947" y="3737255"/>
                  </a:lnTo>
                  <a:lnTo>
                    <a:pt x="8356510" y="3737255"/>
                  </a:lnTo>
                  <a:lnTo>
                    <a:pt x="8356510" y="3733816"/>
                  </a:lnTo>
                  <a:lnTo>
                    <a:pt x="8345637" y="3733816"/>
                  </a:lnTo>
                  <a:lnTo>
                    <a:pt x="8345637" y="3733816"/>
                  </a:lnTo>
                  <a:lnTo>
                    <a:pt x="8329326" y="3733816"/>
                  </a:lnTo>
                  <a:lnTo>
                    <a:pt x="8329326" y="3733816"/>
                  </a:lnTo>
                  <a:lnTo>
                    <a:pt x="8307578" y="3733816"/>
                  </a:lnTo>
                  <a:lnTo>
                    <a:pt x="8307578" y="3730392"/>
                  </a:lnTo>
                  <a:lnTo>
                    <a:pt x="8302142" y="3730392"/>
                  </a:lnTo>
                  <a:lnTo>
                    <a:pt x="8302142" y="3730392"/>
                  </a:lnTo>
                  <a:lnTo>
                    <a:pt x="8291268" y="3730392"/>
                  </a:lnTo>
                  <a:lnTo>
                    <a:pt x="8291268" y="3730392"/>
                  </a:lnTo>
                  <a:lnTo>
                    <a:pt x="8285831" y="3730392"/>
                  </a:lnTo>
                  <a:lnTo>
                    <a:pt x="8285831" y="3730392"/>
                  </a:lnTo>
                  <a:lnTo>
                    <a:pt x="8274957" y="3730392"/>
                  </a:lnTo>
                  <a:lnTo>
                    <a:pt x="8274957" y="3730392"/>
                  </a:lnTo>
                  <a:lnTo>
                    <a:pt x="8236899" y="3730392"/>
                  </a:lnTo>
                  <a:lnTo>
                    <a:pt x="8236899" y="3730392"/>
                  </a:lnTo>
                  <a:lnTo>
                    <a:pt x="8220588" y="3730392"/>
                  </a:lnTo>
                  <a:lnTo>
                    <a:pt x="8220588" y="3730392"/>
                  </a:lnTo>
                  <a:lnTo>
                    <a:pt x="8204277" y="3730392"/>
                  </a:lnTo>
                  <a:lnTo>
                    <a:pt x="8204277" y="3730392"/>
                  </a:lnTo>
                  <a:lnTo>
                    <a:pt x="8198840" y="3730392"/>
                  </a:lnTo>
                  <a:lnTo>
                    <a:pt x="8198840" y="3730392"/>
                  </a:lnTo>
                  <a:lnTo>
                    <a:pt x="8193404" y="3730392"/>
                  </a:lnTo>
                  <a:lnTo>
                    <a:pt x="8193404" y="3727076"/>
                  </a:lnTo>
                  <a:lnTo>
                    <a:pt x="8187967" y="3727076"/>
                  </a:lnTo>
                  <a:lnTo>
                    <a:pt x="8187967" y="3727076"/>
                  </a:lnTo>
                  <a:lnTo>
                    <a:pt x="8182530" y="3727076"/>
                  </a:lnTo>
                  <a:lnTo>
                    <a:pt x="8182530" y="3723766"/>
                  </a:lnTo>
                  <a:lnTo>
                    <a:pt x="8177093" y="3723766"/>
                  </a:lnTo>
                  <a:lnTo>
                    <a:pt x="8177093" y="3723766"/>
                  </a:lnTo>
                  <a:lnTo>
                    <a:pt x="8166219" y="3723766"/>
                  </a:lnTo>
                  <a:lnTo>
                    <a:pt x="8166219" y="3720462"/>
                  </a:lnTo>
                  <a:lnTo>
                    <a:pt x="8155345" y="3720462"/>
                  </a:lnTo>
                  <a:lnTo>
                    <a:pt x="8155345" y="3717158"/>
                  </a:lnTo>
                  <a:lnTo>
                    <a:pt x="8149908" y="3717158"/>
                  </a:lnTo>
                  <a:lnTo>
                    <a:pt x="8149908" y="3713853"/>
                  </a:lnTo>
                  <a:lnTo>
                    <a:pt x="8144471" y="3713853"/>
                  </a:lnTo>
                  <a:lnTo>
                    <a:pt x="8144471" y="3713853"/>
                  </a:lnTo>
                  <a:lnTo>
                    <a:pt x="8133598" y="3713853"/>
                  </a:lnTo>
                  <a:lnTo>
                    <a:pt x="8133598" y="3713853"/>
                  </a:lnTo>
                  <a:lnTo>
                    <a:pt x="8117287" y="3713853"/>
                  </a:lnTo>
                  <a:lnTo>
                    <a:pt x="8117287" y="3710582"/>
                  </a:lnTo>
                  <a:lnTo>
                    <a:pt x="8106413" y="3710582"/>
                  </a:lnTo>
                  <a:lnTo>
                    <a:pt x="8106413" y="3707310"/>
                  </a:lnTo>
                  <a:lnTo>
                    <a:pt x="8068355" y="3707310"/>
                  </a:lnTo>
                  <a:lnTo>
                    <a:pt x="8068355" y="3707310"/>
                  </a:lnTo>
                  <a:lnTo>
                    <a:pt x="8062918" y="3707310"/>
                  </a:lnTo>
                  <a:lnTo>
                    <a:pt x="8062918" y="3704044"/>
                  </a:lnTo>
                  <a:lnTo>
                    <a:pt x="8057481" y="3704044"/>
                  </a:lnTo>
                  <a:lnTo>
                    <a:pt x="8057481" y="3704044"/>
                  </a:lnTo>
                  <a:lnTo>
                    <a:pt x="8052044" y="3704044"/>
                  </a:lnTo>
                  <a:lnTo>
                    <a:pt x="8052044" y="3704044"/>
                  </a:lnTo>
                  <a:lnTo>
                    <a:pt x="8046607" y="3704044"/>
                  </a:lnTo>
                  <a:lnTo>
                    <a:pt x="8046607" y="3704044"/>
                  </a:lnTo>
                  <a:lnTo>
                    <a:pt x="8041170" y="3704044"/>
                  </a:lnTo>
                  <a:lnTo>
                    <a:pt x="8041170" y="3700798"/>
                  </a:lnTo>
                  <a:lnTo>
                    <a:pt x="8030297" y="3700798"/>
                  </a:lnTo>
                  <a:lnTo>
                    <a:pt x="8030297" y="3700798"/>
                  </a:lnTo>
                  <a:lnTo>
                    <a:pt x="8024860" y="3700798"/>
                  </a:lnTo>
                  <a:lnTo>
                    <a:pt x="8024860" y="3697558"/>
                  </a:lnTo>
                  <a:lnTo>
                    <a:pt x="8003112" y="3697558"/>
                  </a:lnTo>
                  <a:lnTo>
                    <a:pt x="8003112" y="3697558"/>
                  </a:lnTo>
                  <a:lnTo>
                    <a:pt x="7992238" y="3697558"/>
                  </a:lnTo>
                  <a:lnTo>
                    <a:pt x="7992238" y="3697558"/>
                  </a:lnTo>
                  <a:lnTo>
                    <a:pt x="7986801" y="3697558"/>
                  </a:lnTo>
                  <a:lnTo>
                    <a:pt x="7986801" y="3694330"/>
                  </a:lnTo>
                  <a:lnTo>
                    <a:pt x="7981365" y="3694330"/>
                  </a:lnTo>
                  <a:lnTo>
                    <a:pt x="7981365" y="3694330"/>
                  </a:lnTo>
                  <a:lnTo>
                    <a:pt x="7959617" y="3694330"/>
                  </a:lnTo>
                  <a:lnTo>
                    <a:pt x="7959617" y="3694330"/>
                  </a:lnTo>
                  <a:lnTo>
                    <a:pt x="7954180" y="3694330"/>
                  </a:lnTo>
                  <a:lnTo>
                    <a:pt x="7954180" y="3694330"/>
                  </a:lnTo>
                  <a:lnTo>
                    <a:pt x="7943306" y="3694330"/>
                  </a:lnTo>
                  <a:lnTo>
                    <a:pt x="7943306" y="3694330"/>
                  </a:lnTo>
                  <a:lnTo>
                    <a:pt x="7926996" y="3694330"/>
                  </a:lnTo>
                  <a:lnTo>
                    <a:pt x="7926996" y="3687962"/>
                  </a:lnTo>
                  <a:lnTo>
                    <a:pt x="7921559" y="3687962"/>
                  </a:lnTo>
                  <a:lnTo>
                    <a:pt x="7921559" y="3687962"/>
                  </a:lnTo>
                  <a:lnTo>
                    <a:pt x="7910685" y="3687962"/>
                  </a:lnTo>
                  <a:lnTo>
                    <a:pt x="7910685" y="3687962"/>
                  </a:lnTo>
                  <a:lnTo>
                    <a:pt x="7878064" y="3687962"/>
                  </a:lnTo>
                  <a:lnTo>
                    <a:pt x="7878064" y="3687962"/>
                  </a:lnTo>
                  <a:lnTo>
                    <a:pt x="7872627" y="3687962"/>
                  </a:lnTo>
                  <a:lnTo>
                    <a:pt x="7872627" y="3684802"/>
                  </a:lnTo>
                  <a:lnTo>
                    <a:pt x="7856316" y="3684802"/>
                  </a:lnTo>
                  <a:lnTo>
                    <a:pt x="7856316" y="3681642"/>
                  </a:lnTo>
                  <a:lnTo>
                    <a:pt x="7850879" y="3681642"/>
                  </a:lnTo>
                  <a:lnTo>
                    <a:pt x="7850879" y="3675345"/>
                  </a:lnTo>
                  <a:lnTo>
                    <a:pt x="7845442" y="3675345"/>
                  </a:lnTo>
                  <a:lnTo>
                    <a:pt x="7845442" y="3672208"/>
                  </a:lnTo>
                  <a:lnTo>
                    <a:pt x="7840005" y="3672208"/>
                  </a:lnTo>
                  <a:lnTo>
                    <a:pt x="7840005" y="3669076"/>
                  </a:lnTo>
                  <a:lnTo>
                    <a:pt x="7829131" y="3669076"/>
                  </a:lnTo>
                  <a:lnTo>
                    <a:pt x="7829131" y="3662811"/>
                  </a:lnTo>
                  <a:lnTo>
                    <a:pt x="7812821" y="3662811"/>
                  </a:lnTo>
                  <a:lnTo>
                    <a:pt x="7812821" y="3662811"/>
                  </a:lnTo>
                  <a:lnTo>
                    <a:pt x="7796510" y="3662811"/>
                  </a:lnTo>
                  <a:lnTo>
                    <a:pt x="7796510" y="3662811"/>
                  </a:lnTo>
                  <a:lnTo>
                    <a:pt x="7791073" y="3662811"/>
                  </a:lnTo>
                  <a:lnTo>
                    <a:pt x="7791073" y="3659690"/>
                  </a:lnTo>
                  <a:lnTo>
                    <a:pt x="7780199" y="3659690"/>
                  </a:lnTo>
                  <a:lnTo>
                    <a:pt x="7780199" y="3659690"/>
                  </a:lnTo>
                  <a:lnTo>
                    <a:pt x="7747578" y="3659690"/>
                  </a:lnTo>
                  <a:lnTo>
                    <a:pt x="7747578" y="3659690"/>
                  </a:lnTo>
                  <a:lnTo>
                    <a:pt x="7736704" y="3659690"/>
                  </a:lnTo>
                  <a:lnTo>
                    <a:pt x="7736704" y="3656592"/>
                  </a:lnTo>
                  <a:lnTo>
                    <a:pt x="7731267" y="3656592"/>
                  </a:lnTo>
                  <a:lnTo>
                    <a:pt x="7731267" y="3653499"/>
                  </a:lnTo>
                  <a:lnTo>
                    <a:pt x="7720394" y="3653499"/>
                  </a:lnTo>
                  <a:lnTo>
                    <a:pt x="7720394" y="3650406"/>
                  </a:lnTo>
                  <a:lnTo>
                    <a:pt x="7709520" y="3650406"/>
                  </a:lnTo>
                  <a:lnTo>
                    <a:pt x="7709520" y="3647312"/>
                  </a:lnTo>
                  <a:lnTo>
                    <a:pt x="7693209" y="3647312"/>
                  </a:lnTo>
                  <a:lnTo>
                    <a:pt x="7693209" y="3647312"/>
                  </a:lnTo>
                  <a:lnTo>
                    <a:pt x="7687772" y="3647312"/>
                  </a:lnTo>
                  <a:lnTo>
                    <a:pt x="7687772" y="3647312"/>
                  </a:lnTo>
                  <a:lnTo>
                    <a:pt x="7682335" y="3647312"/>
                  </a:lnTo>
                  <a:lnTo>
                    <a:pt x="7682335" y="3647312"/>
                  </a:lnTo>
                  <a:lnTo>
                    <a:pt x="7676898" y="3647312"/>
                  </a:lnTo>
                  <a:lnTo>
                    <a:pt x="7676898" y="3647312"/>
                  </a:lnTo>
                  <a:lnTo>
                    <a:pt x="7671461" y="3647312"/>
                  </a:lnTo>
                  <a:lnTo>
                    <a:pt x="7671461" y="3644258"/>
                  </a:lnTo>
                  <a:lnTo>
                    <a:pt x="7655151" y="3644258"/>
                  </a:lnTo>
                  <a:lnTo>
                    <a:pt x="7655151" y="3644258"/>
                  </a:lnTo>
                  <a:lnTo>
                    <a:pt x="7649714" y="3644258"/>
                  </a:lnTo>
                  <a:lnTo>
                    <a:pt x="7649714" y="3644258"/>
                  </a:lnTo>
                  <a:lnTo>
                    <a:pt x="7638840" y="3644258"/>
                  </a:lnTo>
                  <a:lnTo>
                    <a:pt x="7638840" y="3644258"/>
                  </a:lnTo>
                  <a:lnTo>
                    <a:pt x="7633403" y="3644258"/>
                  </a:lnTo>
                  <a:lnTo>
                    <a:pt x="7633403" y="3644258"/>
                  </a:lnTo>
                  <a:lnTo>
                    <a:pt x="7611656" y="3644258"/>
                  </a:lnTo>
                  <a:lnTo>
                    <a:pt x="7611656" y="3644258"/>
                  </a:lnTo>
                  <a:lnTo>
                    <a:pt x="7600782" y="3644258"/>
                  </a:lnTo>
                  <a:lnTo>
                    <a:pt x="7600782" y="3641231"/>
                  </a:lnTo>
                  <a:lnTo>
                    <a:pt x="7589908" y="3641231"/>
                  </a:lnTo>
                  <a:lnTo>
                    <a:pt x="7589908" y="3638210"/>
                  </a:lnTo>
                  <a:lnTo>
                    <a:pt x="7573597" y="3638210"/>
                  </a:lnTo>
                  <a:lnTo>
                    <a:pt x="7573597" y="3635204"/>
                  </a:lnTo>
                  <a:lnTo>
                    <a:pt x="7568160" y="3635204"/>
                  </a:lnTo>
                  <a:lnTo>
                    <a:pt x="7568160" y="3635204"/>
                  </a:lnTo>
                  <a:lnTo>
                    <a:pt x="7535539" y="3635204"/>
                  </a:lnTo>
                  <a:lnTo>
                    <a:pt x="7535539" y="3635204"/>
                  </a:lnTo>
                  <a:lnTo>
                    <a:pt x="7530102" y="3635204"/>
                  </a:lnTo>
                  <a:lnTo>
                    <a:pt x="7530102" y="3635204"/>
                  </a:lnTo>
                  <a:lnTo>
                    <a:pt x="7524665" y="3635204"/>
                  </a:lnTo>
                  <a:lnTo>
                    <a:pt x="7524665" y="3635204"/>
                  </a:lnTo>
                  <a:lnTo>
                    <a:pt x="7519228" y="3635204"/>
                  </a:lnTo>
                  <a:lnTo>
                    <a:pt x="7519228" y="3635204"/>
                  </a:lnTo>
                  <a:lnTo>
                    <a:pt x="7502918" y="3635204"/>
                  </a:lnTo>
                  <a:lnTo>
                    <a:pt x="7502918" y="3635204"/>
                  </a:lnTo>
                  <a:lnTo>
                    <a:pt x="7497481" y="3635204"/>
                  </a:lnTo>
                  <a:lnTo>
                    <a:pt x="7497481" y="3635204"/>
                  </a:lnTo>
                  <a:lnTo>
                    <a:pt x="7470296" y="3635204"/>
                  </a:lnTo>
                  <a:lnTo>
                    <a:pt x="7470296" y="3632251"/>
                  </a:lnTo>
                  <a:lnTo>
                    <a:pt x="7464859" y="3632251"/>
                  </a:lnTo>
                  <a:lnTo>
                    <a:pt x="7464859" y="3629298"/>
                  </a:lnTo>
                  <a:lnTo>
                    <a:pt x="7459422" y="3629298"/>
                  </a:lnTo>
                  <a:lnTo>
                    <a:pt x="7459422" y="3629298"/>
                  </a:lnTo>
                  <a:lnTo>
                    <a:pt x="7443112" y="3629298"/>
                  </a:lnTo>
                  <a:lnTo>
                    <a:pt x="7443112" y="3629298"/>
                  </a:lnTo>
                  <a:lnTo>
                    <a:pt x="7437675" y="3629298"/>
                  </a:lnTo>
                  <a:lnTo>
                    <a:pt x="7437675" y="3626355"/>
                  </a:lnTo>
                  <a:lnTo>
                    <a:pt x="7426801" y="3626355"/>
                  </a:lnTo>
                  <a:lnTo>
                    <a:pt x="7426801" y="3626355"/>
                  </a:lnTo>
                  <a:lnTo>
                    <a:pt x="7421364" y="3626355"/>
                  </a:lnTo>
                  <a:lnTo>
                    <a:pt x="7421364" y="3623432"/>
                  </a:lnTo>
                  <a:lnTo>
                    <a:pt x="7415927" y="3623432"/>
                  </a:lnTo>
                  <a:lnTo>
                    <a:pt x="7415927" y="3620509"/>
                  </a:lnTo>
                  <a:lnTo>
                    <a:pt x="7405053" y="3620509"/>
                  </a:lnTo>
                  <a:lnTo>
                    <a:pt x="7405053" y="3617585"/>
                  </a:lnTo>
                  <a:lnTo>
                    <a:pt x="7399617" y="3617585"/>
                  </a:lnTo>
                  <a:lnTo>
                    <a:pt x="7399617" y="3614661"/>
                  </a:lnTo>
                  <a:lnTo>
                    <a:pt x="7388743" y="3614661"/>
                  </a:lnTo>
                  <a:lnTo>
                    <a:pt x="7388743" y="3611736"/>
                  </a:lnTo>
                  <a:lnTo>
                    <a:pt x="7383306" y="3611736"/>
                  </a:lnTo>
                  <a:lnTo>
                    <a:pt x="7383306" y="3611736"/>
                  </a:lnTo>
                  <a:lnTo>
                    <a:pt x="7377869" y="3611736"/>
                  </a:lnTo>
                  <a:lnTo>
                    <a:pt x="7377869" y="3605896"/>
                  </a:lnTo>
                  <a:lnTo>
                    <a:pt x="7366995" y="3605896"/>
                  </a:lnTo>
                  <a:lnTo>
                    <a:pt x="7366995" y="3602981"/>
                  </a:lnTo>
                  <a:lnTo>
                    <a:pt x="7356121" y="3602981"/>
                  </a:lnTo>
                  <a:lnTo>
                    <a:pt x="7356121" y="3602981"/>
                  </a:lnTo>
                  <a:lnTo>
                    <a:pt x="7350684" y="3602981"/>
                  </a:lnTo>
                  <a:lnTo>
                    <a:pt x="7350684" y="3602981"/>
                  </a:lnTo>
                  <a:lnTo>
                    <a:pt x="7345248" y="3602981"/>
                  </a:lnTo>
                  <a:lnTo>
                    <a:pt x="7345248" y="3600080"/>
                  </a:lnTo>
                  <a:lnTo>
                    <a:pt x="7339811" y="3600080"/>
                  </a:lnTo>
                  <a:lnTo>
                    <a:pt x="7339811" y="3600080"/>
                  </a:lnTo>
                  <a:lnTo>
                    <a:pt x="7323500" y="3600080"/>
                  </a:lnTo>
                  <a:lnTo>
                    <a:pt x="7323500" y="3600080"/>
                  </a:lnTo>
                  <a:lnTo>
                    <a:pt x="7318063" y="3600080"/>
                  </a:lnTo>
                  <a:lnTo>
                    <a:pt x="7318063" y="3600080"/>
                  </a:lnTo>
                  <a:lnTo>
                    <a:pt x="7312626" y="3600080"/>
                  </a:lnTo>
                  <a:lnTo>
                    <a:pt x="7312626" y="3600080"/>
                  </a:lnTo>
                  <a:lnTo>
                    <a:pt x="7307189" y="3600080"/>
                  </a:lnTo>
                  <a:lnTo>
                    <a:pt x="7307189" y="3600080"/>
                  </a:lnTo>
                  <a:lnTo>
                    <a:pt x="7301752" y="3600080"/>
                  </a:lnTo>
                  <a:lnTo>
                    <a:pt x="7301752" y="3600080"/>
                  </a:lnTo>
                  <a:lnTo>
                    <a:pt x="7290879" y="3600080"/>
                  </a:lnTo>
                  <a:lnTo>
                    <a:pt x="7290879" y="3594364"/>
                  </a:lnTo>
                  <a:lnTo>
                    <a:pt x="7280005" y="3594364"/>
                  </a:lnTo>
                  <a:lnTo>
                    <a:pt x="7280005" y="3591516"/>
                  </a:lnTo>
                  <a:lnTo>
                    <a:pt x="7274568" y="3591516"/>
                  </a:lnTo>
                  <a:lnTo>
                    <a:pt x="7274568" y="3591516"/>
                  </a:lnTo>
                  <a:lnTo>
                    <a:pt x="7269131" y="3591516"/>
                  </a:lnTo>
                  <a:lnTo>
                    <a:pt x="7269131" y="3591516"/>
                  </a:lnTo>
                  <a:lnTo>
                    <a:pt x="7263694" y="3591516"/>
                  </a:lnTo>
                  <a:lnTo>
                    <a:pt x="7263694" y="3588686"/>
                  </a:lnTo>
                  <a:lnTo>
                    <a:pt x="7258257" y="3588686"/>
                  </a:lnTo>
                  <a:lnTo>
                    <a:pt x="7258257" y="3588686"/>
                  </a:lnTo>
                  <a:lnTo>
                    <a:pt x="7252820" y="3588686"/>
                  </a:lnTo>
                  <a:lnTo>
                    <a:pt x="7252820" y="3588686"/>
                  </a:lnTo>
                  <a:lnTo>
                    <a:pt x="7231073" y="3588686"/>
                  </a:lnTo>
                  <a:lnTo>
                    <a:pt x="7231073" y="3588686"/>
                  </a:lnTo>
                  <a:lnTo>
                    <a:pt x="7220199" y="3588686"/>
                  </a:lnTo>
                  <a:lnTo>
                    <a:pt x="7220199" y="3588686"/>
                  </a:lnTo>
                  <a:lnTo>
                    <a:pt x="7198451" y="3588686"/>
                  </a:lnTo>
                  <a:lnTo>
                    <a:pt x="7198451" y="3585897"/>
                  </a:lnTo>
                  <a:lnTo>
                    <a:pt x="7193014" y="3585897"/>
                  </a:lnTo>
                  <a:lnTo>
                    <a:pt x="7193014" y="3585897"/>
                  </a:lnTo>
                  <a:lnTo>
                    <a:pt x="7182141" y="3585897"/>
                  </a:lnTo>
                  <a:lnTo>
                    <a:pt x="7182141" y="3585897"/>
                  </a:lnTo>
                  <a:lnTo>
                    <a:pt x="7176704" y="3585897"/>
                  </a:lnTo>
                  <a:lnTo>
                    <a:pt x="7176704" y="3583116"/>
                  </a:lnTo>
                  <a:lnTo>
                    <a:pt x="7165830" y="3583116"/>
                  </a:lnTo>
                  <a:lnTo>
                    <a:pt x="7165830" y="3580336"/>
                  </a:lnTo>
                  <a:lnTo>
                    <a:pt x="7154956" y="3580336"/>
                  </a:lnTo>
                  <a:lnTo>
                    <a:pt x="7154956" y="3580336"/>
                  </a:lnTo>
                  <a:lnTo>
                    <a:pt x="7149519" y="3580336"/>
                  </a:lnTo>
                  <a:lnTo>
                    <a:pt x="7149519" y="3580336"/>
                  </a:lnTo>
                  <a:lnTo>
                    <a:pt x="7144082" y="3580336"/>
                  </a:lnTo>
                  <a:lnTo>
                    <a:pt x="7144082" y="3577564"/>
                  </a:lnTo>
                  <a:lnTo>
                    <a:pt x="7138646" y="3577564"/>
                  </a:lnTo>
                  <a:lnTo>
                    <a:pt x="7138646" y="3574792"/>
                  </a:lnTo>
                  <a:lnTo>
                    <a:pt x="7111461" y="3574792"/>
                  </a:lnTo>
                  <a:lnTo>
                    <a:pt x="7111461" y="3572019"/>
                  </a:lnTo>
                  <a:lnTo>
                    <a:pt x="7073403" y="3572019"/>
                  </a:lnTo>
                  <a:lnTo>
                    <a:pt x="7073403" y="3572019"/>
                  </a:lnTo>
                  <a:lnTo>
                    <a:pt x="7062529" y="3572019"/>
                  </a:lnTo>
                  <a:lnTo>
                    <a:pt x="7062529" y="3572019"/>
                  </a:lnTo>
                  <a:lnTo>
                    <a:pt x="7051655" y="3572019"/>
                  </a:lnTo>
                  <a:lnTo>
                    <a:pt x="7051655" y="3569255"/>
                  </a:lnTo>
                  <a:lnTo>
                    <a:pt x="7046218" y="3569255"/>
                  </a:lnTo>
                  <a:lnTo>
                    <a:pt x="7046218" y="3569255"/>
                  </a:lnTo>
                  <a:lnTo>
                    <a:pt x="7040781" y="3569255"/>
                  </a:lnTo>
                  <a:lnTo>
                    <a:pt x="7040781" y="3569255"/>
                  </a:lnTo>
                  <a:lnTo>
                    <a:pt x="7035344" y="3569255"/>
                  </a:lnTo>
                  <a:lnTo>
                    <a:pt x="7035344" y="3566513"/>
                  </a:lnTo>
                  <a:lnTo>
                    <a:pt x="7029908" y="3566513"/>
                  </a:lnTo>
                  <a:lnTo>
                    <a:pt x="7029908" y="3566513"/>
                  </a:lnTo>
                  <a:lnTo>
                    <a:pt x="7024471" y="3566513"/>
                  </a:lnTo>
                  <a:lnTo>
                    <a:pt x="7024471" y="3566513"/>
                  </a:lnTo>
                  <a:lnTo>
                    <a:pt x="7019034" y="3566513"/>
                  </a:lnTo>
                  <a:lnTo>
                    <a:pt x="7019034" y="3566513"/>
                  </a:lnTo>
                  <a:lnTo>
                    <a:pt x="7013597" y="3566513"/>
                  </a:lnTo>
                  <a:lnTo>
                    <a:pt x="7013597" y="3563783"/>
                  </a:lnTo>
                  <a:lnTo>
                    <a:pt x="6997286" y="3563783"/>
                  </a:lnTo>
                  <a:lnTo>
                    <a:pt x="6997286" y="3561057"/>
                  </a:lnTo>
                  <a:lnTo>
                    <a:pt x="6986412" y="3561057"/>
                  </a:lnTo>
                  <a:lnTo>
                    <a:pt x="6986412" y="3561057"/>
                  </a:lnTo>
                  <a:lnTo>
                    <a:pt x="6970102" y="3561057"/>
                  </a:lnTo>
                  <a:lnTo>
                    <a:pt x="6970102" y="3555622"/>
                  </a:lnTo>
                  <a:lnTo>
                    <a:pt x="6964665" y="3555622"/>
                  </a:lnTo>
                  <a:lnTo>
                    <a:pt x="6964665" y="3552904"/>
                  </a:lnTo>
                  <a:lnTo>
                    <a:pt x="6942917" y="3552904"/>
                  </a:lnTo>
                  <a:lnTo>
                    <a:pt x="6942917" y="3550190"/>
                  </a:lnTo>
                  <a:lnTo>
                    <a:pt x="6893985" y="3550190"/>
                  </a:lnTo>
                  <a:lnTo>
                    <a:pt x="6893985" y="3547488"/>
                  </a:lnTo>
                  <a:lnTo>
                    <a:pt x="6888548" y="3547488"/>
                  </a:lnTo>
                  <a:lnTo>
                    <a:pt x="6888548" y="3544790"/>
                  </a:lnTo>
                  <a:lnTo>
                    <a:pt x="6883111" y="3544790"/>
                  </a:lnTo>
                  <a:lnTo>
                    <a:pt x="6883111" y="3544790"/>
                  </a:lnTo>
                  <a:lnTo>
                    <a:pt x="6877674" y="3544790"/>
                  </a:lnTo>
                  <a:lnTo>
                    <a:pt x="6877674" y="3544790"/>
                  </a:lnTo>
                  <a:lnTo>
                    <a:pt x="6872238" y="3544790"/>
                  </a:lnTo>
                  <a:lnTo>
                    <a:pt x="6872238" y="3542104"/>
                  </a:lnTo>
                  <a:lnTo>
                    <a:pt x="6855927" y="3542104"/>
                  </a:lnTo>
                  <a:lnTo>
                    <a:pt x="6855927" y="3542104"/>
                  </a:lnTo>
                  <a:lnTo>
                    <a:pt x="6839616" y="3542104"/>
                  </a:lnTo>
                  <a:lnTo>
                    <a:pt x="6839616" y="3542104"/>
                  </a:lnTo>
                  <a:lnTo>
                    <a:pt x="6834179" y="3542104"/>
                  </a:lnTo>
                  <a:lnTo>
                    <a:pt x="6834179" y="3542104"/>
                  </a:lnTo>
                  <a:lnTo>
                    <a:pt x="6817869" y="3542104"/>
                  </a:lnTo>
                  <a:lnTo>
                    <a:pt x="6817869" y="3539438"/>
                  </a:lnTo>
                  <a:lnTo>
                    <a:pt x="6801558" y="3539438"/>
                  </a:lnTo>
                  <a:lnTo>
                    <a:pt x="6801558" y="3539438"/>
                  </a:lnTo>
                  <a:lnTo>
                    <a:pt x="6790684" y="3539438"/>
                  </a:lnTo>
                  <a:lnTo>
                    <a:pt x="6790684" y="3536780"/>
                  </a:lnTo>
                  <a:lnTo>
                    <a:pt x="6774373" y="3536780"/>
                  </a:lnTo>
                  <a:lnTo>
                    <a:pt x="6774373" y="3536780"/>
                  </a:lnTo>
                  <a:lnTo>
                    <a:pt x="6763500" y="3536780"/>
                  </a:lnTo>
                  <a:lnTo>
                    <a:pt x="6763500" y="3536780"/>
                  </a:lnTo>
                  <a:lnTo>
                    <a:pt x="6747189" y="3536780"/>
                  </a:lnTo>
                  <a:lnTo>
                    <a:pt x="6747189" y="3536780"/>
                  </a:lnTo>
                  <a:lnTo>
                    <a:pt x="6741752" y="3536780"/>
                  </a:lnTo>
                  <a:lnTo>
                    <a:pt x="6741752" y="3536780"/>
                  </a:lnTo>
                  <a:lnTo>
                    <a:pt x="6736315" y="3536780"/>
                  </a:lnTo>
                  <a:lnTo>
                    <a:pt x="6736315" y="3536780"/>
                  </a:lnTo>
                  <a:lnTo>
                    <a:pt x="6730878" y="3536780"/>
                  </a:lnTo>
                  <a:lnTo>
                    <a:pt x="6730878" y="3536780"/>
                  </a:lnTo>
                  <a:lnTo>
                    <a:pt x="6725441" y="3536780"/>
                  </a:lnTo>
                  <a:lnTo>
                    <a:pt x="6725441" y="3534161"/>
                  </a:lnTo>
                  <a:lnTo>
                    <a:pt x="6720004" y="3534161"/>
                  </a:lnTo>
                  <a:lnTo>
                    <a:pt x="6720004" y="3534161"/>
                  </a:lnTo>
                  <a:lnTo>
                    <a:pt x="6709131" y="3534161"/>
                  </a:lnTo>
                  <a:lnTo>
                    <a:pt x="6709131" y="3531550"/>
                  </a:lnTo>
                  <a:lnTo>
                    <a:pt x="6703694" y="3531550"/>
                  </a:lnTo>
                  <a:lnTo>
                    <a:pt x="6703694" y="3531550"/>
                  </a:lnTo>
                  <a:lnTo>
                    <a:pt x="6698257" y="3531550"/>
                  </a:lnTo>
                  <a:lnTo>
                    <a:pt x="6698257" y="3531550"/>
                  </a:lnTo>
                  <a:lnTo>
                    <a:pt x="6692820" y="3531550"/>
                  </a:lnTo>
                  <a:lnTo>
                    <a:pt x="6692820" y="3528946"/>
                  </a:lnTo>
                  <a:lnTo>
                    <a:pt x="6687383" y="3528946"/>
                  </a:lnTo>
                  <a:lnTo>
                    <a:pt x="6687383" y="3528946"/>
                  </a:lnTo>
                  <a:lnTo>
                    <a:pt x="6676509" y="3528946"/>
                  </a:lnTo>
                  <a:lnTo>
                    <a:pt x="6676509" y="3528946"/>
                  </a:lnTo>
                  <a:lnTo>
                    <a:pt x="6671072" y="3528946"/>
                  </a:lnTo>
                  <a:lnTo>
                    <a:pt x="6671072" y="3526349"/>
                  </a:lnTo>
                  <a:lnTo>
                    <a:pt x="6665635" y="3526349"/>
                  </a:lnTo>
                  <a:lnTo>
                    <a:pt x="6665635" y="3526349"/>
                  </a:lnTo>
                  <a:lnTo>
                    <a:pt x="6660199" y="3526349"/>
                  </a:lnTo>
                  <a:lnTo>
                    <a:pt x="6660199" y="3526349"/>
                  </a:lnTo>
                  <a:lnTo>
                    <a:pt x="6654762" y="3526349"/>
                  </a:lnTo>
                  <a:lnTo>
                    <a:pt x="6654762" y="3526349"/>
                  </a:lnTo>
                  <a:lnTo>
                    <a:pt x="6649325" y="3526349"/>
                  </a:lnTo>
                  <a:lnTo>
                    <a:pt x="6649325" y="3526349"/>
                  </a:lnTo>
                  <a:lnTo>
                    <a:pt x="6638451" y="3526349"/>
                  </a:lnTo>
                  <a:lnTo>
                    <a:pt x="6638451" y="3526349"/>
                  </a:lnTo>
                  <a:lnTo>
                    <a:pt x="6633014" y="3526349"/>
                  </a:lnTo>
                  <a:lnTo>
                    <a:pt x="6633014" y="3523786"/>
                  </a:lnTo>
                  <a:lnTo>
                    <a:pt x="6627577" y="3523786"/>
                  </a:lnTo>
                  <a:lnTo>
                    <a:pt x="6627577" y="3523786"/>
                  </a:lnTo>
                  <a:lnTo>
                    <a:pt x="6622140" y="3523786"/>
                  </a:lnTo>
                  <a:lnTo>
                    <a:pt x="6622140" y="3523786"/>
                  </a:lnTo>
                  <a:lnTo>
                    <a:pt x="6616703" y="3523786"/>
                  </a:lnTo>
                  <a:lnTo>
                    <a:pt x="6616703" y="3523786"/>
                  </a:lnTo>
                  <a:lnTo>
                    <a:pt x="6611266" y="3523786"/>
                  </a:lnTo>
                  <a:lnTo>
                    <a:pt x="6611266" y="3523786"/>
                  </a:lnTo>
                  <a:lnTo>
                    <a:pt x="6605830" y="3523786"/>
                  </a:lnTo>
                  <a:lnTo>
                    <a:pt x="6605830" y="3521249"/>
                  </a:lnTo>
                  <a:lnTo>
                    <a:pt x="6600393" y="3521249"/>
                  </a:lnTo>
                  <a:lnTo>
                    <a:pt x="6600393" y="3521249"/>
                  </a:lnTo>
                  <a:lnTo>
                    <a:pt x="6589519" y="3521249"/>
                  </a:lnTo>
                  <a:lnTo>
                    <a:pt x="6589519" y="3518718"/>
                  </a:lnTo>
                  <a:lnTo>
                    <a:pt x="6578645" y="3518718"/>
                  </a:lnTo>
                  <a:lnTo>
                    <a:pt x="6578645" y="3518718"/>
                  </a:lnTo>
                  <a:lnTo>
                    <a:pt x="6573208" y="3518718"/>
                  </a:lnTo>
                  <a:lnTo>
                    <a:pt x="6573208" y="3518718"/>
                  </a:lnTo>
                  <a:lnTo>
                    <a:pt x="6556898" y="3518718"/>
                  </a:lnTo>
                  <a:lnTo>
                    <a:pt x="6556898" y="3518718"/>
                  </a:lnTo>
                  <a:lnTo>
                    <a:pt x="6551461" y="3518718"/>
                  </a:lnTo>
                  <a:lnTo>
                    <a:pt x="6551461" y="3518718"/>
                  </a:lnTo>
                  <a:lnTo>
                    <a:pt x="6546024" y="3518718"/>
                  </a:lnTo>
                  <a:lnTo>
                    <a:pt x="6546024" y="3513692"/>
                  </a:lnTo>
                  <a:lnTo>
                    <a:pt x="6513402" y="3513692"/>
                  </a:lnTo>
                  <a:lnTo>
                    <a:pt x="6513402" y="3511179"/>
                  </a:lnTo>
                  <a:lnTo>
                    <a:pt x="6507965" y="3511179"/>
                  </a:lnTo>
                  <a:lnTo>
                    <a:pt x="6507965" y="3511179"/>
                  </a:lnTo>
                  <a:lnTo>
                    <a:pt x="6502529" y="3511179"/>
                  </a:lnTo>
                  <a:lnTo>
                    <a:pt x="6502529" y="3511179"/>
                  </a:lnTo>
                  <a:lnTo>
                    <a:pt x="6497092" y="3511179"/>
                  </a:lnTo>
                  <a:lnTo>
                    <a:pt x="6497092" y="3508675"/>
                  </a:lnTo>
                  <a:lnTo>
                    <a:pt x="6491655" y="3508675"/>
                  </a:lnTo>
                  <a:lnTo>
                    <a:pt x="6491655" y="3508675"/>
                  </a:lnTo>
                  <a:lnTo>
                    <a:pt x="6486218" y="3508675"/>
                  </a:lnTo>
                  <a:lnTo>
                    <a:pt x="6486218" y="3506179"/>
                  </a:lnTo>
                  <a:lnTo>
                    <a:pt x="6475344" y="3506179"/>
                  </a:lnTo>
                  <a:lnTo>
                    <a:pt x="6475344" y="3506179"/>
                  </a:lnTo>
                  <a:lnTo>
                    <a:pt x="6469907" y="3506179"/>
                  </a:lnTo>
                  <a:lnTo>
                    <a:pt x="6469907" y="3503696"/>
                  </a:lnTo>
                  <a:lnTo>
                    <a:pt x="6464470" y="3503696"/>
                  </a:lnTo>
                  <a:lnTo>
                    <a:pt x="6464470" y="3501213"/>
                  </a:lnTo>
                  <a:lnTo>
                    <a:pt x="6459033" y="3501213"/>
                  </a:lnTo>
                  <a:lnTo>
                    <a:pt x="6459033" y="3501213"/>
                  </a:lnTo>
                  <a:lnTo>
                    <a:pt x="6448160" y="3501213"/>
                  </a:lnTo>
                  <a:lnTo>
                    <a:pt x="6448160" y="3501213"/>
                  </a:lnTo>
                  <a:lnTo>
                    <a:pt x="6426412" y="3501213"/>
                  </a:lnTo>
                  <a:lnTo>
                    <a:pt x="6426412" y="3498737"/>
                  </a:lnTo>
                  <a:lnTo>
                    <a:pt x="6415538" y="3498737"/>
                  </a:lnTo>
                  <a:lnTo>
                    <a:pt x="6415538" y="3496264"/>
                  </a:lnTo>
                  <a:lnTo>
                    <a:pt x="6399227" y="3496264"/>
                  </a:lnTo>
                  <a:lnTo>
                    <a:pt x="6399227" y="3493791"/>
                  </a:lnTo>
                  <a:lnTo>
                    <a:pt x="6393791" y="3493791"/>
                  </a:lnTo>
                  <a:lnTo>
                    <a:pt x="6393791" y="3491324"/>
                  </a:lnTo>
                  <a:lnTo>
                    <a:pt x="6388354" y="3491324"/>
                  </a:lnTo>
                  <a:lnTo>
                    <a:pt x="6388354" y="3486397"/>
                  </a:lnTo>
                  <a:lnTo>
                    <a:pt x="6377480" y="3486397"/>
                  </a:lnTo>
                  <a:lnTo>
                    <a:pt x="6377480" y="3486397"/>
                  </a:lnTo>
                  <a:lnTo>
                    <a:pt x="6366606" y="3486397"/>
                  </a:lnTo>
                  <a:lnTo>
                    <a:pt x="6366606" y="3481475"/>
                  </a:lnTo>
                  <a:lnTo>
                    <a:pt x="6350295" y="3481475"/>
                  </a:lnTo>
                  <a:lnTo>
                    <a:pt x="6350295" y="3481475"/>
                  </a:lnTo>
                  <a:lnTo>
                    <a:pt x="6339422" y="3481475"/>
                  </a:lnTo>
                  <a:lnTo>
                    <a:pt x="6339422" y="3479021"/>
                  </a:lnTo>
                  <a:lnTo>
                    <a:pt x="6333985" y="3479021"/>
                  </a:lnTo>
                  <a:lnTo>
                    <a:pt x="6333985" y="3479021"/>
                  </a:lnTo>
                  <a:lnTo>
                    <a:pt x="6323111" y="3479021"/>
                  </a:lnTo>
                  <a:lnTo>
                    <a:pt x="6323111" y="3479021"/>
                  </a:lnTo>
                  <a:lnTo>
                    <a:pt x="6317674" y="3479021"/>
                  </a:lnTo>
                  <a:lnTo>
                    <a:pt x="6317674" y="3479021"/>
                  </a:lnTo>
                  <a:lnTo>
                    <a:pt x="6312237" y="3479021"/>
                  </a:lnTo>
                  <a:lnTo>
                    <a:pt x="6312237" y="3476579"/>
                  </a:lnTo>
                  <a:lnTo>
                    <a:pt x="6306800" y="3476579"/>
                  </a:lnTo>
                  <a:lnTo>
                    <a:pt x="6306800" y="3476579"/>
                  </a:lnTo>
                  <a:lnTo>
                    <a:pt x="6301363" y="3476579"/>
                  </a:lnTo>
                  <a:lnTo>
                    <a:pt x="6301363" y="3476579"/>
                  </a:lnTo>
                  <a:lnTo>
                    <a:pt x="6290490" y="3476579"/>
                  </a:lnTo>
                  <a:lnTo>
                    <a:pt x="6290490" y="3474150"/>
                  </a:lnTo>
                  <a:lnTo>
                    <a:pt x="6285053" y="3474150"/>
                  </a:lnTo>
                  <a:lnTo>
                    <a:pt x="6285053" y="3474150"/>
                  </a:lnTo>
                  <a:lnTo>
                    <a:pt x="6268742" y="3474150"/>
                  </a:lnTo>
                  <a:lnTo>
                    <a:pt x="6268742" y="3471731"/>
                  </a:lnTo>
                  <a:lnTo>
                    <a:pt x="6263305" y="3471731"/>
                  </a:lnTo>
                  <a:lnTo>
                    <a:pt x="6263305" y="3469312"/>
                  </a:lnTo>
                  <a:lnTo>
                    <a:pt x="6257868" y="3469312"/>
                  </a:lnTo>
                  <a:lnTo>
                    <a:pt x="6257868" y="3464473"/>
                  </a:lnTo>
                  <a:lnTo>
                    <a:pt x="6246994" y="3464473"/>
                  </a:lnTo>
                  <a:lnTo>
                    <a:pt x="6246994" y="3464473"/>
                  </a:lnTo>
                  <a:lnTo>
                    <a:pt x="6241557" y="3464473"/>
                  </a:lnTo>
                  <a:lnTo>
                    <a:pt x="6241557" y="3462059"/>
                  </a:lnTo>
                  <a:lnTo>
                    <a:pt x="6236121" y="3462059"/>
                  </a:lnTo>
                  <a:lnTo>
                    <a:pt x="6236121" y="3462059"/>
                  </a:lnTo>
                  <a:lnTo>
                    <a:pt x="6230684" y="3462059"/>
                  </a:lnTo>
                  <a:lnTo>
                    <a:pt x="6230684" y="3462059"/>
                  </a:lnTo>
                  <a:lnTo>
                    <a:pt x="6219810" y="3462059"/>
                  </a:lnTo>
                  <a:lnTo>
                    <a:pt x="6219810" y="3462059"/>
                  </a:lnTo>
                  <a:lnTo>
                    <a:pt x="6214373" y="3462059"/>
                  </a:lnTo>
                  <a:lnTo>
                    <a:pt x="6214373" y="3459658"/>
                  </a:lnTo>
                  <a:lnTo>
                    <a:pt x="6208936" y="3459658"/>
                  </a:lnTo>
                  <a:lnTo>
                    <a:pt x="6208936" y="3459658"/>
                  </a:lnTo>
                  <a:lnTo>
                    <a:pt x="6203499" y="3459658"/>
                  </a:lnTo>
                  <a:lnTo>
                    <a:pt x="6203499" y="3459658"/>
                  </a:lnTo>
                  <a:lnTo>
                    <a:pt x="6198062" y="3459658"/>
                  </a:lnTo>
                  <a:lnTo>
                    <a:pt x="6198062" y="3457269"/>
                  </a:lnTo>
                  <a:lnTo>
                    <a:pt x="6192625" y="3457269"/>
                  </a:lnTo>
                  <a:lnTo>
                    <a:pt x="6192625" y="3454883"/>
                  </a:lnTo>
                  <a:lnTo>
                    <a:pt x="6181752" y="3454883"/>
                  </a:lnTo>
                  <a:lnTo>
                    <a:pt x="6181752" y="3452497"/>
                  </a:lnTo>
                  <a:lnTo>
                    <a:pt x="6176315" y="3452497"/>
                  </a:lnTo>
                  <a:lnTo>
                    <a:pt x="6176315" y="3447724"/>
                  </a:lnTo>
                  <a:lnTo>
                    <a:pt x="6170878" y="3447724"/>
                  </a:lnTo>
                  <a:lnTo>
                    <a:pt x="6170878" y="3445337"/>
                  </a:lnTo>
                  <a:lnTo>
                    <a:pt x="6165441" y="3445337"/>
                  </a:lnTo>
                  <a:lnTo>
                    <a:pt x="6165441" y="3442960"/>
                  </a:lnTo>
                  <a:lnTo>
                    <a:pt x="6160004" y="3442960"/>
                  </a:lnTo>
                  <a:lnTo>
                    <a:pt x="6160004" y="3442960"/>
                  </a:lnTo>
                  <a:lnTo>
                    <a:pt x="6149130" y="3442960"/>
                  </a:lnTo>
                  <a:lnTo>
                    <a:pt x="6149130" y="3442960"/>
                  </a:lnTo>
                  <a:lnTo>
                    <a:pt x="6143693" y="3442960"/>
                  </a:lnTo>
                  <a:lnTo>
                    <a:pt x="6143693" y="3442960"/>
                  </a:lnTo>
                  <a:lnTo>
                    <a:pt x="6138256" y="3442960"/>
                  </a:lnTo>
                  <a:lnTo>
                    <a:pt x="6138256" y="3438222"/>
                  </a:lnTo>
                  <a:lnTo>
                    <a:pt x="6132820" y="3438222"/>
                  </a:lnTo>
                  <a:lnTo>
                    <a:pt x="6132820" y="3438222"/>
                  </a:lnTo>
                  <a:lnTo>
                    <a:pt x="6127383" y="3438222"/>
                  </a:lnTo>
                  <a:lnTo>
                    <a:pt x="6127383" y="3438222"/>
                  </a:lnTo>
                  <a:lnTo>
                    <a:pt x="6121946" y="3438222"/>
                  </a:lnTo>
                  <a:lnTo>
                    <a:pt x="6121946" y="3435871"/>
                  </a:lnTo>
                  <a:lnTo>
                    <a:pt x="6100198" y="3435871"/>
                  </a:lnTo>
                  <a:lnTo>
                    <a:pt x="6100198" y="3433519"/>
                  </a:lnTo>
                  <a:lnTo>
                    <a:pt x="6094761" y="3433519"/>
                  </a:lnTo>
                  <a:lnTo>
                    <a:pt x="6094761" y="3431168"/>
                  </a:lnTo>
                  <a:lnTo>
                    <a:pt x="6089324" y="3431168"/>
                  </a:lnTo>
                  <a:lnTo>
                    <a:pt x="6089324" y="3431168"/>
                  </a:lnTo>
                  <a:lnTo>
                    <a:pt x="6083887" y="3431168"/>
                  </a:lnTo>
                  <a:lnTo>
                    <a:pt x="6083887" y="3431168"/>
                  </a:lnTo>
                  <a:lnTo>
                    <a:pt x="6073014" y="3431168"/>
                  </a:lnTo>
                  <a:lnTo>
                    <a:pt x="6073014" y="3431168"/>
                  </a:lnTo>
                  <a:lnTo>
                    <a:pt x="6067577" y="3431168"/>
                  </a:lnTo>
                  <a:lnTo>
                    <a:pt x="6067577" y="3428831"/>
                  </a:lnTo>
                  <a:lnTo>
                    <a:pt x="6051266" y="3428831"/>
                  </a:lnTo>
                  <a:lnTo>
                    <a:pt x="6051266" y="3428831"/>
                  </a:lnTo>
                  <a:lnTo>
                    <a:pt x="6045829" y="3428831"/>
                  </a:lnTo>
                  <a:lnTo>
                    <a:pt x="6045829" y="3428831"/>
                  </a:lnTo>
                  <a:lnTo>
                    <a:pt x="6040392" y="3428831"/>
                  </a:lnTo>
                  <a:lnTo>
                    <a:pt x="6040392" y="3428831"/>
                  </a:lnTo>
                  <a:lnTo>
                    <a:pt x="6029518" y="3428831"/>
                  </a:lnTo>
                  <a:lnTo>
                    <a:pt x="6029518" y="3424186"/>
                  </a:lnTo>
                  <a:lnTo>
                    <a:pt x="6024082" y="3424186"/>
                  </a:lnTo>
                  <a:lnTo>
                    <a:pt x="6024082" y="3424186"/>
                  </a:lnTo>
                  <a:lnTo>
                    <a:pt x="6018645" y="3424186"/>
                  </a:lnTo>
                  <a:lnTo>
                    <a:pt x="6018645" y="3421866"/>
                  </a:lnTo>
                  <a:lnTo>
                    <a:pt x="6013208" y="3421866"/>
                  </a:lnTo>
                  <a:lnTo>
                    <a:pt x="6013208" y="3421866"/>
                  </a:lnTo>
                  <a:lnTo>
                    <a:pt x="5996897" y="3421866"/>
                  </a:lnTo>
                  <a:lnTo>
                    <a:pt x="5996897" y="3421866"/>
                  </a:lnTo>
                  <a:lnTo>
                    <a:pt x="5991460" y="3421866"/>
                  </a:lnTo>
                  <a:lnTo>
                    <a:pt x="5991460" y="3421866"/>
                  </a:lnTo>
                  <a:lnTo>
                    <a:pt x="5986023" y="3421866"/>
                  </a:lnTo>
                  <a:lnTo>
                    <a:pt x="5986023" y="3419557"/>
                  </a:lnTo>
                  <a:lnTo>
                    <a:pt x="5969713" y="3419557"/>
                  </a:lnTo>
                  <a:lnTo>
                    <a:pt x="5969713" y="3417248"/>
                  </a:lnTo>
                  <a:lnTo>
                    <a:pt x="5953402" y="3417248"/>
                  </a:lnTo>
                  <a:lnTo>
                    <a:pt x="5953402" y="3414939"/>
                  </a:lnTo>
                  <a:lnTo>
                    <a:pt x="5947965" y="3414939"/>
                  </a:lnTo>
                  <a:lnTo>
                    <a:pt x="5947965" y="3414939"/>
                  </a:lnTo>
                  <a:lnTo>
                    <a:pt x="5937091" y="3414939"/>
                  </a:lnTo>
                  <a:lnTo>
                    <a:pt x="5937091" y="3412649"/>
                  </a:lnTo>
                  <a:lnTo>
                    <a:pt x="5926217" y="3412649"/>
                  </a:lnTo>
                  <a:lnTo>
                    <a:pt x="5926217" y="3412649"/>
                  </a:lnTo>
                  <a:lnTo>
                    <a:pt x="5920781" y="3412649"/>
                  </a:lnTo>
                  <a:lnTo>
                    <a:pt x="5920781" y="3410370"/>
                  </a:lnTo>
                  <a:lnTo>
                    <a:pt x="5915344" y="3410370"/>
                  </a:lnTo>
                  <a:lnTo>
                    <a:pt x="5915344" y="3410370"/>
                  </a:lnTo>
                  <a:lnTo>
                    <a:pt x="5909907" y="3410370"/>
                  </a:lnTo>
                  <a:lnTo>
                    <a:pt x="5909907" y="3408097"/>
                  </a:lnTo>
                  <a:lnTo>
                    <a:pt x="5893596" y="3408097"/>
                  </a:lnTo>
                  <a:lnTo>
                    <a:pt x="5893596" y="3405823"/>
                  </a:lnTo>
                  <a:lnTo>
                    <a:pt x="5888159" y="3405823"/>
                  </a:lnTo>
                  <a:lnTo>
                    <a:pt x="5888159" y="3403549"/>
                  </a:lnTo>
                  <a:lnTo>
                    <a:pt x="5877285" y="3403549"/>
                  </a:lnTo>
                  <a:lnTo>
                    <a:pt x="5877285" y="3403549"/>
                  </a:lnTo>
                  <a:lnTo>
                    <a:pt x="5860975" y="3403549"/>
                  </a:lnTo>
                  <a:lnTo>
                    <a:pt x="5860975" y="3401289"/>
                  </a:lnTo>
                  <a:lnTo>
                    <a:pt x="5850101" y="3401289"/>
                  </a:lnTo>
                  <a:lnTo>
                    <a:pt x="5850101" y="3399031"/>
                  </a:lnTo>
                  <a:lnTo>
                    <a:pt x="5844664" y="3399031"/>
                  </a:lnTo>
                  <a:lnTo>
                    <a:pt x="5844664" y="3396776"/>
                  </a:lnTo>
                  <a:lnTo>
                    <a:pt x="5833790" y="3396776"/>
                  </a:lnTo>
                  <a:lnTo>
                    <a:pt x="5833790" y="3394529"/>
                  </a:lnTo>
                  <a:lnTo>
                    <a:pt x="5822916" y="3394529"/>
                  </a:lnTo>
                  <a:lnTo>
                    <a:pt x="5822916" y="3394529"/>
                  </a:lnTo>
                  <a:lnTo>
                    <a:pt x="5817479" y="3394529"/>
                  </a:lnTo>
                  <a:lnTo>
                    <a:pt x="5817479" y="3394529"/>
                  </a:lnTo>
                  <a:lnTo>
                    <a:pt x="5801169" y="3394529"/>
                  </a:lnTo>
                  <a:lnTo>
                    <a:pt x="5801169" y="3392289"/>
                  </a:lnTo>
                  <a:lnTo>
                    <a:pt x="5784858" y="3392289"/>
                  </a:lnTo>
                  <a:lnTo>
                    <a:pt x="5784858" y="3392289"/>
                  </a:lnTo>
                  <a:lnTo>
                    <a:pt x="5779421" y="3392289"/>
                  </a:lnTo>
                  <a:lnTo>
                    <a:pt x="5779421" y="3392289"/>
                  </a:lnTo>
                  <a:lnTo>
                    <a:pt x="5773984" y="3392289"/>
                  </a:lnTo>
                  <a:lnTo>
                    <a:pt x="5773984" y="3392289"/>
                  </a:lnTo>
                  <a:lnTo>
                    <a:pt x="5763111" y="3392289"/>
                  </a:lnTo>
                  <a:lnTo>
                    <a:pt x="5763111" y="3390065"/>
                  </a:lnTo>
                  <a:lnTo>
                    <a:pt x="5757674" y="3390065"/>
                  </a:lnTo>
                  <a:lnTo>
                    <a:pt x="5757674" y="3390065"/>
                  </a:lnTo>
                  <a:lnTo>
                    <a:pt x="5735926" y="3390065"/>
                  </a:lnTo>
                  <a:lnTo>
                    <a:pt x="5735926" y="3390065"/>
                  </a:lnTo>
                  <a:lnTo>
                    <a:pt x="5730489" y="3390065"/>
                  </a:lnTo>
                  <a:lnTo>
                    <a:pt x="5730489" y="3390065"/>
                  </a:lnTo>
                  <a:lnTo>
                    <a:pt x="5714178" y="3390065"/>
                  </a:lnTo>
                  <a:lnTo>
                    <a:pt x="5714178" y="3390065"/>
                  </a:lnTo>
                  <a:lnTo>
                    <a:pt x="5708742" y="3390065"/>
                  </a:lnTo>
                  <a:lnTo>
                    <a:pt x="5708742" y="3390065"/>
                  </a:lnTo>
                  <a:lnTo>
                    <a:pt x="5692431" y="3390065"/>
                  </a:lnTo>
                  <a:lnTo>
                    <a:pt x="5692431" y="3390065"/>
                  </a:lnTo>
                  <a:lnTo>
                    <a:pt x="5681557" y="3390065"/>
                  </a:lnTo>
                  <a:lnTo>
                    <a:pt x="5681557" y="3387864"/>
                  </a:lnTo>
                  <a:lnTo>
                    <a:pt x="5670683" y="3387864"/>
                  </a:lnTo>
                  <a:lnTo>
                    <a:pt x="5670683" y="3387864"/>
                  </a:lnTo>
                  <a:lnTo>
                    <a:pt x="5654373" y="3387864"/>
                  </a:lnTo>
                  <a:lnTo>
                    <a:pt x="5654373" y="3387864"/>
                  </a:lnTo>
                  <a:lnTo>
                    <a:pt x="5648936" y="3387864"/>
                  </a:lnTo>
                  <a:lnTo>
                    <a:pt x="5648936" y="3385672"/>
                  </a:lnTo>
                  <a:lnTo>
                    <a:pt x="5643499" y="3385672"/>
                  </a:lnTo>
                  <a:lnTo>
                    <a:pt x="5643499" y="3383484"/>
                  </a:lnTo>
                  <a:lnTo>
                    <a:pt x="5632625" y="3383484"/>
                  </a:lnTo>
                  <a:lnTo>
                    <a:pt x="5632625" y="3383484"/>
                  </a:lnTo>
                  <a:lnTo>
                    <a:pt x="5627188" y="3383484"/>
                  </a:lnTo>
                  <a:lnTo>
                    <a:pt x="5627188" y="3383484"/>
                  </a:lnTo>
                  <a:lnTo>
                    <a:pt x="5621751" y="3383484"/>
                  </a:lnTo>
                  <a:lnTo>
                    <a:pt x="5621751" y="3381302"/>
                  </a:lnTo>
                  <a:lnTo>
                    <a:pt x="5616314" y="3381302"/>
                  </a:lnTo>
                  <a:lnTo>
                    <a:pt x="5616314" y="3381302"/>
                  </a:lnTo>
                  <a:lnTo>
                    <a:pt x="5605440" y="3381302"/>
                  </a:lnTo>
                  <a:lnTo>
                    <a:pt x="5605440" y="3376949"/>
                  </a:lnTo>
                  <a:lnTo>
                    <a:pt x="5600004" y="3376949"/>
                  </a:lnTo>
                  <a:lnTo>
                    <a:pt x="5600004" y="3374772"/>
                  </a:lnTo>
                  <a:lnTo>
                    <a:pt x="5589130" y="3374772"/>
                  </a:lnTo>
                  <a:lnTo>
                    <a:pt x="5589130" y="3374772"/>
                  </a:lnTo>
                  <a:lnTo>
                    <a:pt x="5583693" y="3374772"/>
                  </a:lnTo>
                  <a:lnTo>
                    <a:pt x="5583693" y="3374772"/>
                  </a:lnTo>
                  <a:lnTo>
                    <a:pt x="5578256" y="3374772"/>
                  </a:lnTo>
                  <a:lnTo>
                    <a:pt x="5578256" y="3372600"/>
                  </a:lnTo>
                  <a:lnTo>
                    <a:pt x="5556508" y="3372600"/>
                  </a:lnTo>
                  <a:lnTo>
                    <a:pt x="5556508" y="3366090"/>
                  </a:lnTo>
                  <a:lnTo>
                    <a:pt x="5545635" y="3366090"/>
                  </a:lnTo>
                  <a:lnTo>
                    <a:pt x="5545635" y="3363920"/>
                  </a:lnTo>
                  <a:lnTo>
                    <a:pt x="5534761" y="3363920"/>
                  </a:lnTo>
                  <a:lnTo>
                    <a:pt x="5534761" y="3361749"/>
                  </a:lnTo>
                  <a:lnTo>
                    <a:pt x="5529324" y="3361749"/>
                  </a:lnTo>
                  <a:lnTo>
                    <a:pt x="5529324" y="3361749"/>
                  </a:lnTo>
                  <a:lnTo>
                    <a:pt x="5518450" y="3361749"/>
                  </a:lnTo>
                  <a:lnTo>
                    <a:pt x="5518450" y="3361749"/>
                  </a:lnTo>
                  <a:lnTo>
                    <a:pt x="5513013" y="3361749"/>
                  </a:lnTo>
                  <a:lnTo>
                    <a:pt x="5513013" y="3361749"/>
                  </a:lnTo>
                  <a:lnTo>
                    <a:pt x="5496703" y="3361749"/>
                  </a:lnTo>
                  <a:lnTo>
                    <a:pt x="5496703" y="3357447"/>
                  </a:lnTo>
                  <a:lnTo>
                    <a:pt x="5491266" y="3357447"/>
                  </a:lnTo>
                  <a:lnTo>
                    <a:pt x="5491266" y="3355298"/>
                  </a:lnTo>
                  <a:lnTo>
                    <a:pt x="5480392" y="3355298"/>
                  </a:lnTo>
                  <a:lnTo>
                    <a:pt x="5480392" y="3353156"/>
                  </a:lnTo>
                  <a:lnTo>
                    <a:pt x="5469518" y="3353156"/>
                  </a:lnTo>
                  <a:lnTo>
                    <a:pt x="5469518" y="3353156"/>
                  </a:lnTo>
                  <a:lnTo>
                    <a:pt x="5447770" y="3353156"/>
                  </a:lnTo>
                  <a:lnTo>
                    <a:pt x="5447770" y="3353156"/>
                  </a:lnTo>
                  <a:lnTo>
                    <a:pt x="5442334" y="3353156"/>
                  </a:lnTo>
                  <a:lnTo>
                    <a:pt x="5442334" y="3353156"/>
                  </a:lnTo>
                  <a:lnTo>
                    <a:pt x="5431460" y="3353156"/>
                  </a:lnTo>
                  <a:lnTo>
                    <a:pt x="5431460" y="3353156"/>
                  </a:lnTo>
                  <a:lnTo>
                    <a:pt x="5426023" y="3353156"/>
                  </a:lnTo>
                  <a:lnTo>
                    <a:pt x="5426023" y="3351030"/>
                  </a:lnTo>
                  <a:lnTo>
                    <a:pt x="5420586" y="3351030"/>
                  </a:lnTo>
                  <a:lnTo>
                    <a:pt x="5420586" y="3348906"/>
                  </a:lnTo>
                  <a:lnTo>
                    <a:pt x="5415149" y="3348906"/>
                  </a:lnTo>
                  <a:lnTo>
                    <a:pt x="5415149" y="3346783"/>
                  </a:lnTo>
                  <a:lnTo>
                    <a:pt x="5409712" y="3346783"/>
                  </a:lnTo>
                  <a:lnTo>
                    <a:pt x="5409712" y="3338287"/>
                  </a:lnTo>
                  <a:lnTo>
                    <a:pt x="5404275" y="3338287"/>
                  </a:lnTo>
                  <a:lnTo>
                    <a:pt x="5404275" y="3336169"/>
                  </a:lnTo>
                  <a:lnTo>
                    <a:pt x="5398838" y="3336169"/>
                  </a:lnTo>
                  <a:lnTo>
                    <a:pt x="5398838" y="3334052"/>
                  </a:lnTo>
                  <a:lnTo>
                    <a:pt x="5393402" y="3334052"/>
                  </a:lnTo>
                  <a:lnTo>
                    <a:pt x="5393402" y="3334052"/>
                  </a:lnTo>
                  <a:lnTo>
                    <a:pt x="5382528" y="3334052"/>
                  </a:lnTo>
                  <a:lnTo>
                    <a:pt x="5382528" y="3334052"/>
                  </a:lnTo>
                  <a:lnTo>
                    <a:pt x="5371654" y="3334052"/>
                  </a:lnTo>
                  <a:lnTo>
                    <a:pt x="5371654" y="3331948"/>
                  </a:lnTo>
                  <a:lnTo>
                    <a:pt x="5366217" y="3331948"/>
                  </a:lnTo>
                  <a:lnTo>
                    <a:pt x="5366217" y="3331948"/>
                  </a:lnTo>
                  <a:lnTo>
                    <a:pt x="5360780" y="3331948"/>
                  </a:lnTo>
                  <a:lnTo>
                    <a:pt x="5360780" y="3329848"/>
                  </a:lnTo>
                  <a:lnTo>
                    <a:pt x="5355343" y="3329848"/>
                  </a:lnTo>
                  <a:lnTo>
                    <a:pt x="5355343" y="3329848"/>
                  </a:lnTo>
                  <a:lnTo>
                    <a:pt x="5349906" y="3329848"/>
                  </a:lnTo>
                  <a:lnTo>
                    <a:pt x="5349906" y="3327753"/>
                  </a:lnTo>
                  <a:lnTo>
                    <a:pt x="5344469" y="3327753"/>
                  </a:lnTo>
                  <a:lnTo>
                    <a:pt x="5344469" y="3327753"/>
                  </a:lnTo>
                  <a:lnTo>
                    <a:pt x="5333596" y="3327753"/>
                  </a:lnTo>
                  <a:lnTo>
                    <a:pt x="5333596" y="3323570"/>
                  </a:lnTo>
                  <a:lnTo>
                    <a:pt x="5328159" y="3323570"/>
                  </a:lnTo>
                  <a:lnTo>
                    <a:pt x="5328159" y="3323570"/>
                  </a:lnTo>
                  <a:lnTo>
                    <a:pt x="5322722" y="3323570"/>
                  </a:lnTo>
                  <a:lnTo>
                    <a:pt x="5322722" y="3323570"/>
                  </a:lnTo>
                  <a:lnTo>
                    <a:pt x="5317285" y="3323570"/>
                  </a:lnTo>
                  <a:lnTo>
                    <a:pt x="5317285" y="3321488"/>
                  </a:lnTo>
                  <a:lnTo>
                    <a:pt x="5311848" y="3321488"/>
                  </a:lnTo>
                  <a:lnTo>
                    <a:pt x="5311848" y="3321488"/>
                  </a:lnTo>
                  <a:lnTo>
                    <a:pt x="5306411" y="3321488"/>
                  </a:lnTo>
                  <a:lnTo>
                    <a:pt x="5306411" y="3321488"/>
                  </a:lnTo>
                  <a:lnTo>
                    <a:pt x="5290100" y="3321488"/>
                  </a:lnTo>
                  <a:lnTo>
                    <a:pt x="5290100" y="3317340"/>
                  </a:lnTo>
                  <a:lnTo>
                    <a:pt x="5284664" y="3317340"/>
                  </a:lnTo>
                  <a:lnTo>
                    <a:pt x="5284664" y="3317340"/>
                  </a:lnTo>
                  <a:lnTo>
                    <a:pt x="5279227" y="3317340"/>
                  </a:lnTo>
                  <a:lnTo>
                    <a:pt x="5279227" y="3317340"/>
                  </a:lnTo>
                  <a:lnTo>
                    <a:pt x="5252042" y="3317340"/>
                  </a:lnTo>
                  <a:lnTo>
                    <a:pt x="5252042" y="3315275"/>
                  </a:lnTo>
                  <a:lnTo>
                    <a:pt x="5246605" y="3315275"/>
                  </a:lnTo>
                  <a:lnTo>
                    <a:pt x="5246605" y="3315275"/>
                  </a:lnTo>
                  <a:lnTo>
                    <a:pt x="5241168" y="3315275"/>
                  </a:lnTo>
                  <a:lnTo>
                    <a:pt x="5241168" y="3313216"/>
                  </a:lnTo>
                  <a:lnTo>
                    <a:pt x="5235731" y="3313216"/>
                  </a:lnTo>
                  <a:lnTo>
                    <a:pt x="5235731" y="3311159"/>
                  </a:lnTo>
                  <a:lnTo>
                    <a:pt x="5230295" y="3311159"/>
                  </a:lnTo>
                  <a:lnTo>
                    <a:pt x="5230295" y="3311159"/>
                  </a:lnTo>
                  <a:lnTo>
                    <a:pt x="5224858" y="3311159"/>
                  </a:lnTo>
                  <a:lnTo>
                    <a:pt x="5224858" y="3309106"/>
                  </a:lnTo>
                  <a:lnTo>
                    <a:pt x="5213984" y="3309106"/>
                  </a:lnTo>
                  <a:lnTo>
                    <a:pt x="5213984" y="3307056"/>
                  </a:lnTo>
                  <a:lnTo>
                    <a:pt x="5203110" y="3307056"/>
                  </a:lnTo>
                  <a:lnTo>
                    <a:pt x="5203110" y="3307056"/>
                  </a:lnTo>
                  <a:lnTo>
                    <a:pt x="5197673" y="3307056"/>
                  </a:lnTo>
                  <a:lnTo>
                    <a:pt x="5197673" y="3305009"/>
                  </a:lnTo>
                  <a:lnTo>
                    <a:pt x="5192236" y="3305009"/>
                  </a:lnTo>
                  <a:lnTo>
                    <a:pt x="5192236" y="3302966"/>
                  </a:lnTo>
                  <a:lnTo>
                    <a:pt x="5175926" y="3302966"/>
                  </a:lnTo>
                  <a:lnTo>
                    <a:pt x="5175926" y="3298881"/>
                  </a:lnTo>
                  <a:lnTo>
                    <a:pt x="5170489" y="3298881"/>
                  </a:lnTo>
                  <a:lnTo>
                    <a:pt x="5170489" y="3296840"/>
                  </a:lnTo>
                  <a:lnTo>
                    <a:pt x="5165052" y="3296840"/>
                  </a:lnTo>
                  <a:lnTo>
                    <a:pt x="5165052" y="3290723"/>
                  </a:lnTo>
                  <a:lnTo>
                    <a:pt x="5159615" y="3290723"/>
                  </a:lnTo>
                  <a:lnTo>
                    <a:pt x="5159615" y="3286645"/>
                  </a:lnTo>
                  <a:lnTo>
                    <a:pt x="5154178" y="3286645"/>
                  </a:lnTo>
                  <a:lnTo>
                    <a:pt x="5154178" y="3286645"/>
                  </a:lnTo>
                  <a:lnTo>
                    <a:pt x="5143304" y="3286645"/>
                  </a:lnTo>
                  <a:lnTo>
                    <a:pt x="5143304" y="3284607"/>
                  </a:lnTo>
                  <a:lnTo>
                    <a:pt x="5137867" y="3284607"/>
                  </a:lnTo>
                  <a:lnTo>
                    <a:pt x="5137867" y="3280537"/>
                  </a:lnTo>
                  <a:lnTo>
                    <a:pt x="5132430" y="3280537"/>
                  </a:lnTo>
                  <a:lnTo>
                    <a:pt x="5132430" y="3280537"/>
                  </a:lnTo>
                  <a:lnTo>
                    <a:pt x="5121557" y="3280537"/>
                  </a:lnTo>
                  <a:lnTo>
                    <a:pt x="5121557" y="3278507"/>
                  </a:lnTo>
                  <a:lnTo>
                    <a:pt x="5116120" y="3278507"/>
                  </a:lnTo>
                  <a:lnTo>
                    <a:pt x="5116120" y="3274448"/>
                  </a:lnTo>
                  <a:lnTo>
                    <a:pt x="5105246" y="3274448"/>
                  </a:lnTo>
                  <a:lnTo>
                    <a:pt x="5105246" y="3272418"/>
                  </a:lnTo>
                  <a:lnTo>
                    <a:pt x="5099809" y="3272418"/>
                  </a:lnTo>
                  <a:lnTo>
                    <a:pt x="5099809" y="3272418"/>
                  </a:lnTo>
                  <a:lnTo>
                    <a:pt x="5094372" y="3272418"/>
                  </a:lnTo>
                  <a:lnTo>
                    <a:pt x="5094372" y="3270395"/>
                  </a:lnTo>
                  <a:lnTo>
                    <a:pt x="5088935" y="3270395"/>
                  </a:lnTo>
                  <a:lnTo>
                    <a:pt x="5088935" y="3270395"/>
                  </a:lnTo>
                  <a:lnTo>
                    <a:pt x="5083498" y="3270395"/>
                  </a:lnTo>
                  <a:lnTo>
                    <a:pt x="5083498" y="3268375"/>
                  </a:lnTo>
                  <a:lnTo>
                    <a:pt x="5072625" y="3268375"/>
                  </a:lnTo>
                  <a:lnTo>
                    <a:pt x="5072625" y="3266357"/>
                  </a:lnTo>
                  <a:lnTo>
                    <a:pt x="5067188" y="3266357"/>
                  </a:lnTo>
                  <a:lnTo>
                    <a:pt x="5067188" y="3264343"/>
                  </a:lnTo>
                  <a:lnTo>
                    <a:pt x="5061751" y="3264343"/>
                  </a:lnTo>
                  <a:lnTo>
                    <a:pt x="5061751" y="3264343"/>
                  </a:lnTo>
                  <a:lnTo>
                    <a:pt x="5056314" y="3264343"/>
                  </a:lnTo>
                  <a:lnTo>
                    <a:pt x="5056314" y="3262333"/>
                  </a:lnTo>
                  <a:lnTo>
                    <a:pt x="5050877" y="3262333"/>
                  </a:lnTo>
                  <a:lnTo>
                    <a:pt x="5050877" y="3260323"/>
                  </a:lnTo>
                  <a:lnTo>
                    <a:pt x="5045440" y="3260323"/>
                  </a:lnTo>
                  <a:lnTo>
                    <a:pt x="5045440" y="3260323"/>
                  </a:lnTo>
                  <a:lnTo>
                    <a:pt x="5034566" y="3260323"/>
                  </a:lnTo>
                  <a:lnTo>
                    <a:pt x="5034566" y="3258318"/>
                  </a:lnTo>
                  <a:lnTo>
                    <a:pt x="5023693" y="3258318"/>
                  </a:lnTo>
                  <a:lnTo>
                    <a:pt x="5023693" y="3254310"/>
                  </a:lnTo>
                  <a:lnTo>
                    <a:pt x="5018256" y="3254310"/>
                  </a:lnTo>
                  <a:lnTo>
                    <a:pt x="5018256" y="3250300"/>
                  </a:lnTo>
                  <a:lnTo>
                    <a:pt x="5012819" y="3250300"/>
                  </a:lnTo>
                  <a:lnTo>
                    <a:pt x="5012819" y="3250300"/>
                  </a:lnTo>
                  <a:lnTo>
                    <a:pt x="5001945" y="3250300"/>
                  </a:lnTo>
                  <a:lnTo>
                    <a:pt x="5001945" y="3248297"/>
                  </a:lnTo>
                  <a:lnTo>
                    <a:pt x="4996508" y="3248297"/>
                  </a:lnTo>
                  <a:lnTo>
                    <a:pt x="4996508" y="3246296"/>
                  </a:lnTo>
                  <a:lnTo>
                    <a:pt x="4991071" y="3246296"/>
                  </a:lnTo>
                  <a:lnTo>
                    <a:pt x="4991071" y="3244299"/>
                  </a:lnTo>
                  <a:lnTo>
                    <a:pt x="4985634" y="3244299"/>
                  </a:lnTo>
                  <a:lnTo>
                    <a:pt x="4985634" y="3242302"/>
                  </a:lnTo>
                  <a:lnTo>
                    <a:pt x="4980197" y="3242302"/>
                  </a:lnTo>
                  <a:lnTo>
                    <a:pt x="4980197" y="3238307"/>
                  </a:lnTo>
                  <a:lnTo>
                    <a:pt x="4974760" y="3238307"/>
                  </a:lnTo>
                  <a:lnTo>
                    <a:pt x="4974760" y="3238307"/>
                  </a:lnTo>
                  <a:lnTo>
                    <a:pt x="4969324" y="3238307"/>
                  </a:lnTo>
                  <a:lnTo>
                    <a:pt x="4969324" y="3232320"/>
                  </a:lnTo>
                  <a:lnTo>
                    <a:pt x="4963887" y="3232320"/>
                  </a:lnTo>
                  <a:lnTo>
                    <a:pt x="4963887" y="3232320"/>
                  </a:lnTo>
                  <a:lnTo>
                    <a:pt x="4958450" y="3232320"/>
                  </a:lnTo>
                  <a:lnTo>
                    <a:pt x="4958450" y="3228332"/>
                  </a:lnTo>
                  <a:lnTo>
                    <a:pt x="4947576" y="3228332"/>
                  </a:lnTo>
                  <a:lnTo>
                    <a:pt x="4947576" y="3228332"/>
                  </a:lnTo>
                  <a:lnTo>
                    <a:pt x="4936702" y="3228332"/>
                  </a:lnTo>
                  <a:lnTo>
                    <a:pt x="4936702" y="3228332"/>
                  </a:lnTo>
                  <a:lnTo>
                    <a:pt x="4931265" y="3228332"/>
                  </a:lnTo>
                  <a:lnTo>
                    <a:pt x="4931265" y="3228332"/>
                  </a:lnTo>
                  <a:lnTo>
                    <a:pt x="4925828" y="3228332"/>
                  </a:lnTo>
                  <a:lnTo>
                    <a:pt x="4925828" y="3224366"/>
                  </a:lnTo>
                  <a:lnTo>
                    <a:pt x="4920391" y="3224366"/>
                  </a:lnTo>
                  <a:lnTo>
                    <a:pt x="4920391" y="3222383"/>
                  </a:lnTo>
                  <a:lnTo>
                    <a:pt x="4914955" y="3222383"/>
                  </a:lnTo>
                  <a:lnTo>
                    <a:pt x="4914955" y="3218421"/>
                  </a:lnTo>
                  <a:lnTo>
                    <a:pt x="4909518" y="3218421"/>
                  </a:lnTo>
                  <a:lnTo>
                    <a:pt x="4909518" y="3216451"/>
                  </a:lnTo>
                  <a:lnTo>
                    <a:pt x="4904081" y="3216451"/>
                  </a:lnTo>
                  <a:lnTo>
                    <a:pt x="4904081" y="3214485"/>
                  </a:lnTo>
                  <a:lnTo>
                    <a:pt x="4898644" y="3214485"/>
                  </a:lnTo>
                  <a:lnTo>
                    <a:pt x="4898644" y="3212518"/>
                  </a:lnTo>
                  <a:lnTo>
                    <a:pt x="4893207" y="3212518"/>
                  </a:lnTo>
                  <a:lnTo>
                    <a:pt x="4893207" y="3210553"/>
                  </a:lnTo>
                  <a:lnTo>
                    <a:pt x="4882333" y="3210553"/>
                  </a:lnTo>
                  <a:lnTo>
                    <a:pt x="4882333" y="3210553"/>
                  </a:lnTo>
                  <a:lnTo>
                    <a:pt x="4876896" y="3210553"/>
                  </a:lnTo>
                  <a:lnTo>
                    <a:pt x="4876896" y="3208592"/>
                  </a:lnTo>
                  <a:lnTo>
                    <a:pt x="4871459" y="3208592"/>
                  </a:lnTo>
                  <a:lnTo>
                    <a:pt x="4871459" y="3206635"/>
                  </a:lnTo>
                  <a:lnTo>
                    <a:pt x="4866022" y="3206635"/>
                  </a:lnTo>
                  <a:lnTo>
                    <a:pt x="4866022" y="3204679"/>
                  </a:lnTo>
                  <a:lnTo>
                    <a:pt x="4860586" y="3204679"/>
                  </a:lnTo>
                  <a:lnTo>
                    <a:pt x="4860586" y="3204679"/>
                  </a:lnTo>
                  <a:lnTo>
                    <a:pt x="4855149" y="3204679"/>
                  </a:lnTo>
                  <a:lnTo>
                    <a:pt x="4855149" y="3200775"/>
                  </a:lnTo>
                  <a:lnTo>
                    <a:pt x="4849712" y="3200775"/>
                  </a:lnTo>
                  <a:lnTo>
                    <a:pt x="4849712" y="3200775"/>
                  </a:lnTo>
                  <a:lnTo>
                    <a:pt x="4844275" y="3200775"/>
                  </a:lnTo>
                  <a:lnTo>
                    <a:pt x="4844275" y="3200775"/>
                  </a:lnTo>
                  <a:lnTo>
                    <a:pt x="4833401" y="3200775"/>
                  </a:lnTo>
                  <a:lnTo>
                    <a:pt x="4833401" y="3198829"/>
                  </a:lnTo>
                  <a:lnTo>
                    <a:pt x="4827964" y="3198829"/>
                  </a:lnTo>
                  <a:lnTo>
                    <a:pt x="4827964" y="3198829"/>
                  </a:lnTo>
                  <a:lnTo>
                    <a:pt x="4817090" y="3198829"/>
                  </a:lnTo>
                  <a:lnTo>
                    <a:pt x="4817090" y="3198829"/>
                  </a:lnTo>
                  <a:lnTo>
                    <a:pt x="4811654" y="3198829"/>
                  </a:lnTo>
                  <a:lnTo>
                    <a:pt x="4811654" y="3196890"/>
                  </a:lnTo>
                  <a:lnTo>
                    <a:pt x="4800780" y="3196890"/>
                  </a:lnTo>
                  <a:lnTo>
                    <a:pt x="4800780" y="3194951"/>
                  </a:lnTo>
                  <a:lnTo>
                    <a:pt x="4795343" y="3194951"/>
                  </a:lnTo>
                  <a:lnTo>
                    <a:pt x="4795343" y="3193015"/>
                  </a:lnTo>
                  <a:lnTo>
                    <a:pt x="4789906" y="3193015"/>
                  </a:lnTo>
                  <a:lnTo>
                    <a:pt x="4789906" y="3189145"/>
                  </a:lnTo>
                  <a:lnTo>
                    <a:pt x="4784469" y="3189145"/>
                  </a:lnTo>
                  <a:lnTo>
                    <a:pt x="4784469" y="3185275"/>
                  </a:lnTo>
                  <a:lnTo>
                    <a:pt x="4779032" y="3185275"/>
                  </a:lnTo>
                  <a:lnTo>
                    <a:pt x="4779032" y="3183340"/>
                  </a:lnTo>
                  <a:lnTo>
                    <a:pt x="4773595" y="3183340"/>
                  </a:lnTo>
                  <a:lnTo>
                    <a:pt x="4773595" y="3183340"/>
                  </a:lnTo>
                  <a:lnTo>
                    <a:pt x="4762721" y="3183340"/>
                  </a:lnTo>
                  <a:lnTo>
                    <a:pt x="4762721" y="3179477"/>
                  </a:lnTo>
                  <a:lnTo>
                    <a:pt x="4757285" y="3179477"/>
                  </a:lnTo>
                  <a:lnTo>
                    <a:pt x="4757285" y="3179477"/>
                  </a:lnTo>
                  <a:lnTo>
                    <a:pt x="4751848" y="3179477"/>
                  </a:lnTo>
                  <a:lnTo>
                    <a:pt x="4751848" y="3177551"/>
                  </a:lnTo>
                  <a:lnTo>
                    <a:pt x="4746411" y="3177551"/>
                  </a:lnTo>
                  <a:lnTo>
                    <a:pt x="4746411" y="3173704"/>
                  </a:lnTo>
                  <a:lnTo>
                    <a:pt x="4740974" y="3173704"/>
                  </a:lnTo>
                  <a:lnTo>
                    <a:pt x="4740974" y="3171783"/>
                  </a:lnTo>
                  <a:lnTo>
                    <a:pt x="4735537" y="3171783"/>
                  </a:lnTo>
                  <a:lnTo>
                    <a:pt x="4735537" y="3171783"/>
                  </a:lnTo>
                  <a:lnTo>
                    <a:pt x="4730100" y="3171783"/>
                  </a:lnTo>
                  <a:lnTo>
                    <a:pt x="4730100" y="3169865"/>
                  </a:lnTo>
                  <a:lnTo>
                    <a:pt x="4724663" y="3169865"/>
                  </a:lnTo>
                  <a:lnTo>
                    <a:pt x="4724663" y="3169865"/>
                  </a:lnTo>
                  <a:lnTo>
                    <a:pt x="4719226" y="3169865"/>
                  </a:lnTo>
                  <a:lnTo>
                    <a:pt x="4719226" y="3167953"/>
                  </a:lnTo>
                  <a:lnTo>
                    <a:pt x="4708352" y="3167953"/>
                  </a:lnTo>
                  <a:lnTo>
                    <a:pt x="4708352" y="3166042"/>
                  </a:lnTo>
                  <a:lnTo>
                    <a:pt x="4692042" y="3166042"/>
                  </a:lnTo>
                  <a:lnTo>
                    <a:pt x="4692042" y="3160312"/>
                  </a:lnTo>
                  <a:lnTo>
                    <a:pt x="4686605" y="3160312"/>
                  </a:lnTo>
                  <a:lnTo>
                    <a:pt x="4686605" y="3158402"/>
                  </a:lnTo>
                  <a:lnTo>
                    <a:pt x="4681168" y="3158402"/>
                  </a:lnTo>
                  <a:lnTo>
                    <a:pt x="4681168" y="3158402"/>
                  </a:lnTo>
                  <a:lnTo>
                    <a:pt x="4675731" y="3158402"/>
                  </a:lnTo>
                  <a:lnTo>
                    <a:pt x="4675731" y="3156495"/>
                  </a:lnTo>
                  <a:lnTo>
                    <a:pt x="4670294" y="3156495"/>
                  </a:lnTo>
                  <a:lnTo>
                    <a:pt x="4670294" y="3152685"/>
                  </a:lnTo>
                  <a:lnTo>
                    <a:pt x="4659420" y="3152685"/>
                  </a:lnTo>
                  <a:lnTo>
                    <a:pt x="4659420" y="3150780"/>
                  </a:lnTo>
                  <a:lnTo>
                    <a:pt x="4653983" y="3150780"/>
                  </a:lnTo>
                  <a:lnTo>
                    <a:pt x="4653983" y="3148876"/>
                  </a:lnTo>
                  <a:lnTo>
                    <a:pt x="4648547" y="3148876"/>
                  </a:lnTo>
                  <a:lnTo>
                    <a:pt x="4648547" y="3148876"/>
                  </a:lnTo>
                  <a:lnTo>
                    <a:pt x="4643110" y="3148876"/>
                  </a:lnTo>
                  <a:lnTo>
                    <a:pt x="4643110" y="3146979"/>
                  </a:lnTo>
                  <a:lnTo>
                    <a:pt x="4637673" y="3146979"/>
                  </a:lnTo>
                  <a:lnTo>
                    <a:pt x="4637673" y="3145082"/>
                  </a:lnTo>
                  <a:lnTo>
                    <a:pt x="4632236" y="3145082"/>
                  </a:lnTo>
                  <a:lnTo>
                    <a:pt x="4632236" y="3145082"/>
                  </a:lnTo>
                  <a:lnTo>
                    <a:pt x="4626799" y="3145082"/>
                  </a:lnTo>
                  <a:lnTo>
                    <a:pt x="4626799" y="3143190"/>
                  </a:lnTo>
                  <a:lnTo>
                    <a:pt x="4621362" y="3143190"/>
                  </a:lnTo>
                  <a:lnTo>
                    <a:pt x="4621362" y="3141300"/>
                  </a:lnTo>
                  <a:lnTo>
                    <a:pt x="4615925" y="3141300"/>
                  </a:lnTo>
                  <a:lnTo>
                    <a:pt x="4615925" y="3141300"/>
                  </a:lnTo>
                  <a:lnTo>
                    <a:pt x="4605051" y="3141300"/>
                  </a:lnTo>
                  <a:lnTo>
                    <a:pt x="4605051" y="3141300"/>
                  </a:lnTo>
                  <a:lnTo>
                    <a:pt x="4599615" y="3141300"/>
                  </a:lnTo>
                  <a:lnTo>
                    <a:pt x="4599615" y="3139414"/>
                  </a:lnTo>
                  <a:lnTo>
                    <a:pt x="4594178" y="3139414"/>
                  </a:lnTo>
                  <a:lnTo>
                    <a:pt x="4594178" y="3139414"/>
                  </a:lnTo>
                  <a:lnTo>
                    <a:pt x="4588741" y="3139414"/>
                  </a:lnTo>
                  <a:lnTo>
                    <a:pt x="4588741" y="3137530"/>
                  </a:lnTo>
                  <a:lnTo>
                    <a:pt x="4583304" y="3137530"/>
                  </a:lnTo>
                  <a:lnTo>
                    <a:pt x="4583304" y="3135646"/>
                  </a:lnTo>
                  <a:lnTo>
                    <a:pt x="4577867" y="3135646"/>
                  </a:lnTo>
                  <a:lnTo>
                    <a:pt x="4577867" y="3133761"/>
                  </a:lnTo>
                  <a:lnTo>
                    <a:pt x="4572430" y="3133761"/>
                  </a:lnTo>
                  <a:lnTo>
                    <a:pt x="4572430" y="3131877"/>
                  </a:lnTo>
                  <a:lnTo>
                    <a:pt x="4566993" y="3131877"/>
                  </a:lnTo>
                  <a:lnTo>
                    <a:pt x="4566993" y="3129998"/>
                  </a:lnTo>
                  <a:lnTo>
                    <a:pt x="4561556" y="3129998"/>
                  </a:lnTo>
                  <a:lnTo>
                    <a:pt x="4561556" y="3129998"/>
                  </a:lnTo>
                  <a:lnTo>
                    <a:pt x="4550682" y="3129998"/>
                  </a:lnTo>
                  <a:lnTo>
                    <a:pt x="4550682" y="3126248"/>
                  </a:lnTo>
                  <a:lnTo>
                    <a:pt x="4545246" y="3126248"/>
                  </a:lnTo>
                  <a:lnTo>
                    <a:pt x="4545246" y="3124373"/>
                  </a:lnTo>
                  <a:lnTo>
                    <a:pt x="4539809" y="3124373"/>
                  </a:lnTo>
                  <a:lnTo>
                    <a:pt x="4539809" y="3122501"/>
                  </a:lnTo>
                  <a:lnTo>
                    <a:pt x="4528935" y="3122501"/>
                  </a:lnTo>
                  <a:lnTo>
                    <a:pt x="4528935" y="3122501"/>
                  </a:lnTo>
                  <a:lnTo>
                    <a:pt x="4518061" y="3122501"/>
                  </a:lnTo>
                  <a:lnTo>
                    <a:pt x="4518061" y="3120636"/>
                  </a:lnTo>
                  <a:lnTo>
                    <a:pt x="4512624" y="3120636"/>
                  </a:lnTo>
                  <a:lnTo>
                    <a:pt x="4512624" y="3118771"/>
                  </a:lnTo>
                  <a:lnTo>
                    <a:pt x="4507187" y="3118771"/>
                  </a:lnTo>
                  <a:lnTo>
                    <a:pt x="4507187" y="3116907"/>
                  </a:lnTo>
                  <a:lnTo>
                    <a:pt x="4501750" y="3116907"/>
                  </a:lnTo>
                  <a:lnTo>
                    <a:pt x="4501750" y="3116907"/>
                  </a:lnTo>
                  <a:lnTo>
                    <a:pt x="4496313" y="3116907"/>
                  </a:lnTo>
                  <a:lnTo>
                    <a:pt x="4496313" y="3113182"/>
                  </a:lnTo>
                  <a:lnTo>
                    <a:pt x="4490877" y="3113182"/>
                  </a:lnTo>
                  <a:lnTo>
                    <a:pt x="4490877" y="3111321"/>
                  </a:lnTo>
                  <a:lnTo>
                    <a:pt x="4485440" y="3111321"/>
                  </a:lnTo>
                  <a:lnTo>
                    <a:pt x="4485440" y="3111321"/>
                  </a:lnTo>
                  <a:lnTo>
                    <a:pt x="4480003" y="3111321"/>
                  </a:lnTo>
                  <a:lnTo>
                    <a:pt x="4480003" y="3111321"/>
                  </a:lnTo>
                  <a:lnTo>
                    <a:pt x="4463692" y="3111321"/>
                  </a:lnTo>
                  <a:lnTo>
                    <a:pt x="4463692" y="3109465"/>
                  </a:lnTo>
                  <a:lnTo>
                    <a:pt x="4458255" y="3109465"/>
                  </a:lnTo>
                  <a:lnTo>
                    <a:pt x="4458255" y="3107610"/>
                  </a:lnTo>
                  <a:lnTo>
                    <a:pt x="4452818" y="3107610"/>
                  </a:lnTo>
                  <a:lnTo>
                    <a:pt x="4452818" y="3103910"/>
                  </a:lnTo>
                  <a:lnTo>
                    <a:pt x="4447381" y="3103910"/>
                  </a:lnTo>
                  <a:lnTo>
                    <a:pt x="4447381" y="3102062"/>
                  </a:lnTo>
                  <a:lnTo>
                    <a:pt x="4441945" y="3102062"/>
                  </a:lnTo>
                  <a:lnTo>
                    <a:pt x="4441945" y="3102062"/>
                  </a:lnTo>
                  <a:lnTo>
                    <a:pt x="4425634" y="3102062"/>
                  </a:lnTo>
                  <a:lnTo>
                    <a:pt x="4425634" y="3100221"/>
                  </a:lnTo>
                  <a:lnTo>
                    <a:pt x="4420197" y="3100221"/>
                  </a:lnTo>
                  <a:lnTo>
                    <a:pt x="4420197" y="3098380"/>
                  </a:lnTo>
                  <a:lnTo>
                    <a:pt x="4414760" y="3098380"/>
                  </a:lnTo>
                  <a:lnTo>
                    <a:pt x="4414760" y="3094698"/>
                  </a:lnTo>
                  <a:lnTo>
                    <a:pt x="4409323" y="3094698"/>
                  </a:lnTo>
                  <a:lnTo>
                    <a:pt x="4409323" y="3094698"/>
                  </a:lnTo>
                  <a:lnTo>
                    <a:pt x="4403886" y="3094698"/>
                  </a:lnTo>
                  <a:lnTo>
                    <a:pt x="4403886" y="3092858"/>
                  </a:lnTo>
                  <a:lnTo>
                    <a:pt x="4398449" y="3092858"/>
                  </a:lnTo>
                  <a:lnTo>
                    <a:pt x="4398449" y="3091020"/>
                  </a:lnTo>
                  <a:lnTo>
                    <a:pt x="4393012" y="3091020"/>
                  </a:lnTo>
                  <a:lnTo>
                    <a:pt x="4393012" y="3091020"/>
                  </a:lnTo>
                  <a:lnTo>
                    <a:pt x="4387576" y="3091020"/>
                  </a:lnTo>
                  <a:lnTo>
                    <a:pt x="4387576" y="3089184"/>
                  </a:lnTo>
                  <a:lnTo>
                    <a:pt x="4382139" y="3089184"/>
                  </a:lnTo>
                  <a:lnTo>
                    <a:pt x="4382139" y="3087353"/>
                  </a:lnTo>
                  <a:lnTo>
                    <a:pt x="4376702" y="3087353"/>
                  </a:lnTo>
                  <a:lnTo>
                    <a:pt x="4376702" y="3087353"/>
                  </a:lnTo>
                  <a:lnTo>
                    <a:pt x="4371265" y="3087353"/>
                  </a:lnTo>
                  <a:lnTo>
                    <a:pt x="4371265" y="3085532"/>
                  </a:lnTo>
                  <a:lnTo>
                    <a:pt x="4365828" y="3085532"/>
                  </a:lnTo>
                  <a:lnTo>
                    <a:pt x="4365828" y="3083716"/>
                  </a:lnTo>
                  <a:lnTo>
                    <a:pt x="4360391" y="3083716"/>
                  </a:lnTo>
                  <a:lnTo>
                    <a:pt x="4360391" y="3080084"/>
                  </a:lnTo>
                  <a:lnTo>
                    <a:pt x="4354954" y="3080084"/>
                  </a:lnTo>
                  <a:lnTo>
                    <a:pt x="4354954" y="3080084"/>
                  </a:lnTo>
                  <a:lnTo>
                    <a:pt x="4349517" y="3080084"/>
                  </a:lnTo>
                  <a:lnTo>
                    <a:pt x="4349517" y="3074639"/>
                  </a:lnTo>
                  <a:lnTo>
                    <a:pt x="4344080" y="3074639"/>
                  </a:lnTo>
                  <a:lnTo>
                    <a:pt x="4344080" y="3074639"/>
                  </a:lnTo>
                  <a:lnTo>
                    <a:pt x="4338643" y="3074639"/>
                  </a:lnTo>
                  <a:lnTo>
                    <a:pt x="4338643" y="3072832"/>
                  </a:lnTo>
                  <a:lnTo>
                    <a:pt x="4333207" y="3072832"/>
                  </a:lnTo>
                  <a:lnTo>
                    <a:pt x="4333207" y="3067413"/>
                  </a:lnTo>
                  <a:lnTo>
                    <a:pt x="4327770" y="3067413"/>
                  </a:lnTo>
                  <a:lnTo>
                    <a:pt x="4327770" y="3063804"/>
                  </a:lnTo>
                  <a:lnTo>
                    <a:pt x="4322333" y="3063804"/>
                  </a:lnTo>
                  <a:lnTo>
                    <a:pt x="4322333" y="3062002"/>
                  </a:lnTo>
                  <a:lnTo>
                    <a:pt x="4311459" y="3062002"/>
                  </a:lnTo>
                  <a:lnTo>
                    <a:pt x="4311459" y="3060201"/>
                  </a:lnTo>
                  <a:lnTo>
                    <a:pt x="4306022" y="3060201"/>
                  </a:lnTo>
                  <a:lnTo>
                    <a:pt x="4306022" y="3060201"/>
                  </a:lnTo>
                  <a:lnTo>
                    <a:pt x="4300585" y="3060201"/>
                  </a:lnTo>
                  <a:lnTo>
                    <a:pt x="4300585" y="3056611"/>
                  </a:lnTo>
                  <a:lnTo>
                    <a:pt x="4295148" y="3056611"/>
                  </a:lnTo>
                  <a:lnTo>
                    <a:pt x="4295148" y="3051230"/>
                  </a:lnTo>
                  <a:lnTo>
                    <a:pt x="4289711" y="3051230"/>
                  </a:lnTo>
                  <a:lnTo>
                    <a:pt x="4289711" y="3051230"/>
                  </a:lnTo>
                  <a:lnTo>
                    <a:pt x="4284274" y="3051230"/>
                  </a:lnTo>
                  <a:lnTo>
                    <a:pt x="4284274" y="3047654"/>
                  </a:lnTo>
                  <a:lnTo>
                    <a:pt x="4278838" y="3047654"/>
                  </a:lnTo>
                  <a:lnTo>
                    <a:pt x="4278838" y="3047654"/>
                  </a:lnTo>
                  <a:lnTo>
                    <a:pt x="4273401" y="3047654"/>
                  </a:lnTo>
                  <a:lnTo>
                    <a:pt x="4273401" y="3045868"/>
                  </a:lnTo>
                  <a:lnTo>
                    <a:pt x="4267964" y="3045868"/>
                  </a:lnTo>
                  <a:lnTo>
                    <a:pt x="4267964" y="3044084"/>
                  </a:lnTo>
                  <a:lnTo>
                    <a:pt x="4257090" y="3044084"/>
                  </a:lnTo>
                  <a:lnTo>
                    <a:pt x="4257090" y="3042305"/>
                  </a:lnTo>
                  <a:lnTo>
                    <a:pt x="4251653" y="3042305"/>
                  </a:lnTo>
                  <a:lnTo>
                    <a:pt x="4251653" y="3038745"/>
                  </a:lnTo>
                  <a:lnTo>
                    <a:pt x="4246216" y="3038745"/>
                  </a:lnTo>
                  <a:lnTo>
                    <a:pt x="4246216" y="3036966"/>
                  </a:lnTo>
                  <a:lnTo>
                    <a:pt x="4240779" y="3036966"/>
                  </a:lnTo>
                  <a:lnTo>
                    <a:pt x="4240779" y="3036966"/>
                  </a:lnTo>
                  <a:lnTo>
                    <a:pt x="4235342" y="3036966"/>
                  </a:lnTo>
                  <a:lnTo>
                    <a:pt x="4235342" y="3033414"/>
                  </a:lnTo>
                  <a:lnTo>
                    <a:pt x="4229906" y="3033414"/>
                  </a:lnTo>
                  <a:lnTo>
                    <a:pt x="4229906" y="3029862"/>
                  </a:lnTo>
                  <a:lnTo>
                    <a:pt x="4224469" y="3029862"/>
                  </a:lnTo>
                  <a:lnTo>
                    <a:pt x="4224469" y="3028090"/>
                  </a:lnTo>
                  <a:lnTo>
                    <a:pt x="4219032" y="3028090"/>
                  </a:lnTo>
                  <a:lnTo>
                    <a:pt x="4219032" y="3028090"/>
                  </a:lnTo>
                  <a:lnTo>
                    <a:pt x="4213595" y="3028090"/>
                  </a:lnTo>
                  <a:lnTo>
                    <a:pt x="4213595" y="3026322"/>
                  </a:lnTo>
                  <a:lnTo>
                    <a:pt x="4208158" y="3026322"/>
                  </a:lnTo>
                  <a:lnTo>
                    <a:pt x="4208158" y="3024555"/>
                  </a:lnTo>
                  <a:lnTo>
                    <a:pt x="4202721" y="3024555"/>
                  </a:lnTo>
                  <a:lnTo>
                    <a:pt x="4202721" y="3021022"/>
                  </a:lnTo>
                  <a:lnTo>
                    <a:pt x="4197284" y="3021022"/>
                  </a:lnTo>
                  <a:lnTo>
                    <a:pt x="4197284" y="3021022"/>
                  </a:lnTo>
                  <a:lnTo>
                    <a:pt x="4191847" y="3021022"/>
                  </a:lnTo>
                  <a:lnTo>
                    <a:pt x="4191847" y="3019259"/>
                  </a:lnTo>
                  <a:lnTo>
                    <a:pt x="4186410" y="3019259"/>
                  </a:lnTo>
                  <a:lnTo>
                    <a:pt x="4186410" y="3015742"/>
                  </a:lnTo>
                  <a:lnTo>
                    <a:pt x="4180973" y="3015742"/>
                  </a:lnTo>
                  <a:lnTo>
                    <a:pt x="4180973" y="3015742"/>
                  </a:lnTo>
                  <a:lnTo>
                    <a:pt x="4175537" y="3015742"/>
                  </a:lnTo>
                  <a:lnTo>
                    <a:pt x="4175537" y="3015742"/>
                  </a:lnTo>
                  <a:lnTo>
                    <a:pt x="4170100" y="3015742"/>
                  </a:lnTo>
                  <a:lnTo>
                    <a:pt x="4170100" y="3015742"/>
                  </a:lnTo>
                  <a:lnTo>
                    <a:pt x="4164663" y="3015742"/>
                  </a:lnTo>
                  <a:lnTo>
                    <a:pt x="4164663" y="3012238"/>
                  </a:lnTo>
                  <a:lnTo>
                    <a:pt x="4159226" y="3012238"/>
                  </a:lnTo>
                  <a:lnTo>
                    <a:pt x="4159226" y="3012238"/>
                  </a:lnTo>
                  <a:lnTo>
                    <a:pt x="4153789" y="3012238"/>
                  </a:lnTo>
                  <a:lnTo>
                    <a:pt x="4153789" y="3005234"/>
                  </a:lnTo>
                  <a:lnTo>
                    <a:pt x="4148352" y="3005234"/>
                  </a:lnTo>
                  <a:lnTo>
                    <a:pt x="4148352" y="3001737"/>
                  </a:lnTo>
                  <a:lnTo>
                    <a:pt x="4132041" y="3001737"/>
                  </a:lnTo>
                  <a:lnTo>
                    <a:pt x="4132041" y="2999989"/>
                  </a:lnTo>
                  <a:lnTo>
                    <a:pt x="4126604" y="2999989"/>
                  </a:lnTo>
                  <a:lnTo>
                    <a:pt x="4126604" y="2999989"/>
                  </a:lnTo>
                  <a:lnTo>
                    <a:pt x="4121168" y="2999989"/>
                  </a:lnTo>
                  <a:lnTo>
                    <a:pt x="4121168" y="2998244"/>
                  </a:lnTo>
                  <a:lnTo>
                    <a:pt x="4115731" y="2998244"/>
                  </a:lnTo>
                  <a:lnTo>
                    <a:pt x="4115731" y="2998244"/>
                  </a:lnTo>
                  <a:lnTo>
                    <a:pt x="4110294" y="2998244"/>
                  </a:lnTo>
                  <a:lnTo>
                    <a:pt x="4110294" y="2998244"/>
                  </a:lnTo>
                  <a:lnTo>
                    <a:pt x="4104857" y="2998244"/>
                  </a:lnTo>
                  <a:lnTo>
                    <a:pt x="4104857" y="2998244"/>
                  </a:lnTo>
                  <a:lnTo>
                    <a:pt x="4099420" y="2998244"/>
                  </a:lnTo>
                  <a:lnTo>
                    <a:pt x="4099420" y="2998244"/>
                  </a:lnTo>
                  <a:lnTo>
                    <a:pt x="4093983" y="2998244"/>
                  </a:lnTo>
                  <a:lnTo>
                    <a:pt x="4093983" y="2996517"/>
                  </a:lnTo>
                  <a:lnTo>
                    <a:pt x="4077672" y="2996517"/>
                  </a:lnTo>
                  <a:lnTo>
                    <a:pt x="4077672" y="2996517"/>
                  </a:lnTo>
                  <a:lnTo>
                    <a:pt x="4072235" y="2996517"/>
                  </a:lnTo>
                  <a:lnTo>
                    <a:pt x="4072235" y="2989622"/>
                  </a:lnTo>
                  <a:lnTo>
                    <a:pt x="4066799" y="2989622"/>
                  </a:lnTo>
                  <a:lnTo>
                    <a:pt x="4066799" y="2984449"/>
                  </a:lnTo>
                  <a:lnTo>
                    <a:pt x="4061362" y="2984449"/>
                  </a:lnTo>
                  <a:lnTo>
                    <a:pt x="4061362" y="2984449"/>
                  </a:lnTo>
                  <a:lnTo>
                    <a:pt x="4055925" y="2984449"/>
                  </a:lnTo>
                  <a:lnTo>
                    <a:pt x="4055925" y="2981006"/>
                  </a:lnTo>
                  <a:lnTo>
                    <a:pt x="4050488" y="2981006"/>
                  </a:lnTo>
                  <a:lnTo>
                    <a:pt x="4050488" y="2979285"/>
                  </a:lnTo>
                  <a:lnTo>
                    <a:pt x="4045051" y="2979285"/>
                  </a:lnTo>
                  <a:lnTo>
                    <a:pt x="4045051" y="2979285"/>
                  </a:lnTo>
                  <a:lnTo>
                    <a:pt x="4039614" y="2979285"/>
                  </a:lnTo>
                  <a:lnTo>
                    <a:pt x="4039614" y="2979285"/>
                  </a:lnTo>
                  <a:lnTo>
                    <a:pt x="4034177" y="2979285"/>
                  </a:lnTo>
                  <a:lnTo>
                    <a:pt x="4034177" y="2975856"/>
                  </a:lnTo>
                  <a:lnTo>
                    <a:pt x="4028740" y="2975856"/>
                  </a:lnTo>
                  <a:lnTo>
                    <a:pt x="4028740" y="2974143"/>
                  </a:lnTo>
                  <a:lnTo>
                    <a:pt x="4023303" y="2974143"/>
                  </a:lnTo>
                  <a:lnTo>
                    <a:pt x="4023303" y="2974143"/>
                  </a:lnTo>
                  <a:lnTo>
                    <a:pt x="4006993" y="2974143"/>
                  </a:lnTo>
                  <a:lnTo>
                    <a:pt x="4006993" y="2972436"/>
                  </a:lnTo>
                  <a:lnTo>
                    <a:pt x="4001556" y="2972436"/>
                  </a:lnTo>
                  <a:lnTo>
                    <a:pt x="4001556" y="2969022"/>
                  </a:lnTo>
                  <a:lnTo>
                    <a:pt x="3996119" y="2969022"/>
                  </a:lnTo>
                  <a:lnTo>
                    <a:pt x="3996119" y="2963901"/>
                  </a:lnTo>
                  <a:lnTo>
                    <a:pt x="3990682" y="2963901"/>
                  </a:lnTo>
                  <a:lnTo>
                    <a:pt x="3990682" y="2963901"/>
                  </a:lnTo>
                  <a:lnTo>
                    <a:pt x="3985245" y="2963901"/>
                  </a:lnTo>
                  <a:lnTo>
                    <a:pt x="3985245" y="2963901"/>
                  </a:lnTo>
                  <a:lnTo>
                    <a:pt x="3968934" y="2963901"/>
                  </a:lnTo>
                  <a:lnTo>
                    <a:pt x="3968934" y="2958791"/>
                  </a:lnTo>
                  <a:lnTo>
                    <a:pt x="3963498" y="2958791"/>
                  </a:lnTo>
                  <a:lnTo>
                    <a:pt x="3963498" y="2958791"/>
                  </a:lnTo>
                  <a:lnTo>
                    <a:pt x="3958061" y="2958791"/>
                  </a:lnTo>
                  <a:lnTo>
                    <a:pt x="3958061" y="2957094"/>
                  </a:lnTo>
                  <a:lnTo>
                    <a:pt x="3952624" y="2957094"/>
                  </a:lnTo>
                  <a:lnTo>
                    <a:pt x="3952624" y="2955402"/>
                  </a:lnTo>
                  <a:lnTo>
                    <a:pt x="3947187" y="2955402"/>
                  </a:lnTo>
                  <a:lnTo>
                    <a:pt x="3947187" y="2953709"/>
                  </a:lnTo>
                  <a:lnTo>
                    <a:pt x="3941750" y="2953709"/>
                  </a:lnTo>
                  <a:lnTo>
                    <a:pt x="3941750" y="2950324"/>
                  </a:lnTo>
                  <a:lnTo>
                    <a:pt x="3936313" y="2950324"/>
                  </a:lnTo>
                  <a:lnTo>
                    <a:pt x="3936313" y="2948632"/>
                  </a:lnTo>
                  <a:lnTo>
                    <a:pt x="3930876" y="2948632"/>
                  </a:lnTo>
                  <a:lnTo>
                    <a:pt x="3930876" y="2946939"/>
                  </a:lnTo>
                  <a:lnTo>
                    <a:pt x="3925439" y="2946939"/>
                  </a:lnTo>
                  <a:lnTo>
                    <a:pt x="3925439" y="2943556"/>
                  </a:lnTo>
                  <a:lnTo>
                    <a:pt x="3920002" y="2943556"/>
                  </a:lnTo>
                  <a:lnTo>
                    <a:pt x="3920002" y="2943556"/>
                  </a:lnTo>
                  <a:lnTo>
                    <a:pt x="3914565" y="2943556"/>
                  </a:lnTo>
                  <a:lnTo>
                    <a:pt x="3914565" y="2941866"/>
                  </a:lnTo>
                  <a:lnTo>
                    <a:pt x="3909129" y="2941866"/>
                  </a:lnTo>
                  <a:lnTo>
                    <a:pt x="3909129" y="2936798"/>
                  </a:lnTo>
                  <a:lnTo>
                    <a:pt x="3903692" y="2936798"/>
                  </a:lnTo>
                  <a:lnTo>
                    <a:pt x="3903692" y="2933422"/>
                  </a:lnTo>
                  <a:lnTo>
                    <a:pt x="3898255" y="2933422"/>
                  </a:lnTo>
                  <a:lnTo>
                    <a:pt x="3898255" y="2931733"/>
                  </a:lnTo>
                  <a:lnTo>
                    <a:pt x="3892818" y="2931733"/>
                  </a:lnTo>
                  <a:lnTo>
                    <a:pt x="3892818" y="2931733"/>
                  </a:lnTo>
                  <a:lnTo>
                    <a:pt x="3887381" y="2931733"/>
                  </a:lnTo>
                  <a:lnTo>
                    <a:pt x="3887381" y="2930047"/>
                  </a:lnTo>
                  <a:lnTo>
                    <a:pt x="3881944" y="2930047"/>
                  </a:lnTo>
                  <a:lnTo>
                    <a:pt x="3881944" y="2928367"/>
                  </a:lnTo>
                  <a:lnTo>
                    <a:pt x="3876507" y="2928367"/>
                  </a:lnTo>
                  <a:lnTo>
                    <a:pt x="3876507" y="2926689"/>
                  </a:lnTo>
                  <a:lnTo>
                    <a:pt x="3871070" y="2926689"/>
                  </a:lnTo>
                  <a:lnTo>
                    <a:pt x="3871070" y="2925011"/>
                  </a:lnTo>
                  <a:lnTo>
                    <a:pt x="3865633" y="2925011"/>
                  </a:lnTo>
                  <a:lnTo>
                    <a:pt x="3865633" y="2923333"/>
                  </a:lnTo>
                  <a:lnTo>
                    <a:pt x="3860197" y="2923333"/>
                  </a:lnTo>
                  <a:lnTo>
                    <a:pt x="3860197" y="2919982"/>
                  </a:lnTo>
                  <a:lnTo>
                    <a:pt x="3854760" y="2919982"/>
                  </a:lnTo>
                  <a:lnTo>
                    <a:pt x="3854760" y="2918308"/>
                  </a:lnTo>
                  <a:lnTo>
                    <a:pt x="3849323" y="2918308"/>
                  </a:lnTo>
                  <a:lnTo>
                    <a:pt x="3849323" y="2916638"/>
                  </a:lnTo>
                  <a:lnTo>
                    <a:pt x="3843886" y="2916638"/>
                  </a:lnTo>
                  <a:lnTo>
                    <a:pt x="3843886" y="2914969"/>
                  </a:lnTo>
                  <a:lnTo>
                    <a:pt x="3838449" y="2914969"/>
                  </a:lnTo>
                  <a:lnTo>
                    <a:pt x="3838449" y="2909959"/>
                  </a:lnTo>
                  <a:lnTo>
                    <a:pt x="3833012" y="2909959"/>
                  </a:lnTo>
                  <a:lnTo>
                    <a:pt x="3833012" y="2909959"/>
                  </a:lnTo>
                  <a:lnTo>
                    <a:pt x="3827575" y="2909959"/>
                  </a:lnTo>
                  <a:lnTo>
                    <a:pt x="3827575" y="2906624"/>
                  </a:lnTo>
                  <a:lnTo>
                    <a:pt x="3822138" y="2906624"/>
                  </a:lnTo>
                  <a:lnTo>
                    <a:pt x="3822138" y="2904956"/>
                  </a:lnTo>
                  <a:lnTo>
                    <a:pt x="3816701" y="2904956"/>
                  </a:lnTo>
                  <a:lnTo>
                    <a:pt x="3816701" y="2901623"/>
                  </a:lnTo>
                  <a:lnTo>
                    <a:pt x="3805828" y="2901623"/>
                  </a:lnTo>
                  <a:lnTo>
                    <a:pt x="3805828" y="2899959"/>
                  </a:lnTo>
                  <a:lnTo>
                    <a:pt x="3800391" y="2899959"/>
                  </a:lnTo>
                  <a:lnTo>
                    <a:pt x="3800391" y="2898298"/>
                  </a:lnTo>
                  <a:lnTo>
                    <a:pt x="3794954" y="2898298"/>
                  </a:lnTo>
                  <a:lnTo>
                    <a:pt x="3794954" y="2896640"/>
                  </a:lnTo>
                  <a:lnTo>
                    <a:pt x="3789517" y="2896640"/>
                  </a:lnTo>
                  <a:lnTo>
                    <a:pt x="3789517" y="2894984"/>
                  </a:lnTo>
                  <a:lnTo>
                    <a:pt x="3784080" y="2894984"/>
                  </a:lnTo>
                  <a:lnTo>
                    <a:pt x="3784080" y="2894984"/>
                  </a:lnTo>
                  <a:lnTo>
                    <a:pt x="3778643" y="2894984"/>
                  </a:lnTo>
                  <a:lnTo>
                    <a:pt x="3778643" y="2893331"/>
                  </a:lnTo>
                  <a:lnTo>
                    <a:pt x="3773206" y="2893331"/>
                  </a:lnTo>
                  <a:lnTo>
                    <a:pt x="3773206" y="2891679"/>
                  </a:lnTo>
                  <a:lnTo>
                    <a:pt x="3767769" y="2891679"/>
                  </a:lnTo>
                  <a:lnTo>
                    <a:pt x="3767769" y="2890032"/>
                  </a:lnTo>
                  <a:lnTo>
                    <a:pt x="3762332" y="2890032"/>
                  </a:lnTo>
                  <a:lnTo>
                    <a:pt x="3762332" y="2888386"/>
                  </a:lnTo>
                  <a:lnTo>
                    <a:pt x="3756895" y="2888386"/>
                  </a:lnTo>
                  <a:lnTo>
                    <a:pt x="3756895" y="2885095"/>
                  </a:lnTo>
                  <a:lnTo>
                    <a:pt x="3751459" y="2885095"/>
                  </a:lnTo>
                  <a:lnTo>
                    <a:pt x="3751459" y="2883450"/>
                  </a:lnTo>
                  <a:lnTo>
                    <a:pt x="3746022" y="2883450"/>
                  </a:lnTo>
                  <a:lnTo>
                    <a:pt x="3746022" y="2881805"/>
                  </a:lnTo>
                  <a:lnTo>
                    <a:pt x="3740585" y="2881805"/>
                  </a:lnTo>
                  <a:lnTo>
                    <a:pt x="3740585" y="2881805"/>
                  </a:lnTo>
                  <a:lnTo>
                    <a:pt x="3735148" y="2881805"/>
                  </a:lnTo>
                  <a:lnTo>
                    <a:pt x="3735148" y="2880162"/>
                  </a:lnTo>
                  <a:lnTo>
                    <a:pt x="3729711" y="2880162"/>
                  </a:lnTo>
                  <a:lnTo>
                    <a:pt x="3729711" y="2878520"/>
                  </a:lnTo>
                  <a:lnTo>
                    <a:pt x="3724274" y="2878520"/>
                  </a:lnTo>
                  <a:lnTo>
                    <a:pt x="3724274" y="2878520"/>
                  </a:lnTo>
                  <a:lnTo>
                    <a:pt x="3718837" y="2878520"/>
                  </a:lnTo>
                  <a:lnTo>
                    <a:pt x="3718837" y="2875240"/>
                  </a:lnTo>
                  <a:lnTo>
                    <a:pt x="3713400" y="2875240"/>
                  </a:lnTo>
                  <a:lnTo>
                    <a:pt x="3713400" y="2875240"/>
                  </a:lnTo>
                  <a:lnTo>
                    <a:pt x="3707963" y="2875240"/>
                  </a:lnTo>
                  <a:lnTo>
                    <a:pt x="3707963" y="2873601"/>
                  </a:lnTo>
                  <a:lnTo>
                    <a:pt x="3702526" y="2873601"/>
                  </a:lnTo>
                  <a:lnTo>
                    <a:pt x="3702526" y="2871962"/>
                  </a:lnTo>
                  <a:lnTo>
                    <a:pt x="3697090" y="2871962"/>
                  </a:lnTo>
                  <a:lnTo>
                    <a:pt x="3697090" y="2870327"/>
                  </a:lnTo>
                  <a:lnTo>
                    <a:pt x="3691653" y="2870327"/>
                  </a:lnTo>
                  <a:lnTo>
                    <a:pt x="3691653" y="2867064"/>
                  </a:lnTo>
                  <a:lnTo>
                    <a:pt x="3686216" y="2867064"/>
                  </a:lnTo>
                  <a:lnTo>
                    <a:pt x="3686216" y="2865433"/>
                  </a:lnTo>
                  <a:lnTo>
                    <a:pt x="3680779" y="2865433"/>
                  </a:lnTo>
                  <a:lnTo>
                    <a:pt x="3680779" y="2862172"/>
                  </a:lnTo>
                  <a:lnTo>
                    <a:pt x="3675342" y="2862172"/>
                  </a:lnTo>
                  <a:lnTo>
                    <a:pt x="3675342" y="2857281"/>
                  </a:lnTo>
                  <a:lnTo>
                    <a:pt x="3659031" y="2857281"/>
                  </a:lnTo>
                  <a:lnTo>
                    <a:pt x="3659031" y="2855652"/>
                  </a:lnTo>
                  <a:lnTo>
                    <a:pt x="3653594" y="2855652"/>
                  </a:lnTo>
                  <a:lnTo>
                    <a:pt x="3653594" y="2850776"/>
                  </a:lnTo>
                  <a:lnTo>
                    <a:pt x="3648158" y="2850776"/>
                  </a:lnTo>
                  <a:lnTo>
                    <a:pt x="3648158" y="2845899"/>
                  </a:lnTo>
                  <a:lnTo>
                    <a:pt x="3637284" y="2845899"/>
                  </a:lnTo>
                  <a:lnTo>
                    <a:pt x="3637284" y="2842650"/>
                  </a:lnTo>
                  <a:lnTo>
                    <a:pt x="3631847" y="2842650"/>
                  </a:lnTo>
                  <a:lnTo>
                    <a:pt x="3631847" y="2839401"/>
                  </a:lnTo>
                  <a:lnTo>
                    <a:pt x="3626410" y="2839401"/>
                  </a:lnTo>
                  <a:lnTo>
                    <a:pt x="3626410" y="2837777"/>
                  </a:lnTo>
                  <a:lnTo>
                    <a:pt x="3620973" y="2837777"/>
                  </a:lnTo>
                  <a:lnTo>
                    <a:pt x="3620973" y="2836153"/>
                  </a:lnTo>
                  <a:lnTo>
                    <a:pt x="3615536" y="2836153"/>
                  </a:lnTo>
                  <a:lnTo>
                    <a:pt x="3615536" y="2831291"/>
                  </a:lnTo>
                  <a:lnTo>
                    <a:pt x="3610099" y="2831291"/>
                  </a:lnTo>
                  <a:lnTo>
                    <a:pt x="3610099" y="2831291"/>
                  </a:lnTo>
                  <a:lnTo>
                    <a:pt x="3604662" y="2831291"/>
                  </a:lnTo>
                  <a:lnTo>
                    <a:pt x="3604662" y="2831291"/>
                  </a:lnTo>
                  <a:lnTo>
                    <a:pt x="3599225" y="2831291"/>
                  </a:lnTo>
                  <a:lnTo>
                    <a:pt x="3599225" y="2829678"/>
                  </a:lnTo>
                  <a:lnTo>
                    <a:pt x="3588352" y="2829678"/>
                  </a:lnTo>
                  <a:lnTo>
                    <a:pt x="3588352" y="2828065"/>
                  </a:lnTo>
                  <a:lnTo>
                    <a:pt x="3582915" y="2828065"/>
                  </a:lnTo>
                  <a:lnTo>
                    <a:pt x="3582915" y="2826453"/>
                  </a:lnTo>
                  <a:lnTo>
                    <a:pt x="3577478" y="2826453"/>
                  </a:lnTo>
                  <a:lnTo>
                    <a:pt x="3577478" y="2823241"/>
                  </a:lnTo>
                  <a:lnTo>
                    <a:pt x="3572041" y="2823241"/>
                  </a:lnTo>
                  <a:lnTo>
                    <a:pt x="3572041" y="2821634"/>
                  </a:lnTo>
                  <a:lnTo>
                    <a:pt x="3566604" y="2821634"/>
                  </a:lnTo>
                  <a:lnTo>
                    <a:pt x="3566604" y="2818428"/>
                  </a:lnTo>
                  <a:lnTo>
                    <a:pt x="3561167" y="2818428"/>
                  </a:lnTo>
                  <a:lnTo>
                    <a:pt x="3561167" y="2816825"/>
                  </a:lnTo>
                  <a:lnTo>
                    <a:pt x="3555730" y="2816825"/>
                  </a:lnTo>
                  <a:lnTo>
                    <a:pt x="3555730" y="2812022"/>
                  </a:lnTo>
                  <a:lnTo>
                    <a:pt x="3550293" y="2812022"/>
                  </a:lnTo>
                  <a:lnTo>
                    <a:pt x="3550293" y="2812022"/>
                  </a:lnTo>
                  <a:lnTo>
                    <a:pt x="3544856" y="2812022"/>
                  </a:lnTo>
                  <a:lnTo>
                    <a:pt x="3544856" y="2807228"/>
                  </a:lnTo>
                  <a:lnTo>
                    <a:pt x="3539420" y="2807228"/>
                  </a:lnTo>
                  <a:lnTo>
                    <a:pt x="3539420" y="2807228"/>
                  </a:lnTo>
                  <a:lnTo>
                    <a:pt x="3533983" y="2807228"/>
                  </a:lnTo>
                  <a:lnTo>
                    <a:pt x="3533983" y="2807228"/>
                  </a:lnTo>
                  <a:lnTo>
                    <a:pt x="3528546" y="2807228"/>
                  </a:lnTo>
                  <a:lnTo>
                    <a:pt x="3528546" y="2805637"/>
                  </a:lnTo>
                  <a:lnTo>
                    <a:pt x="3523109" y="2805637"/>
                  </a:lnTo>
                  <a:lnTo>
                    <a:pt x="3523109" y="2800863"/>
                  </a:lnTo>
                  <a:lnTo>
                    <a:pt x="3517672" y="2800863"/>
                  </a:lnTo>
                  <a:lnTo>
                    <a:pt x="3517672" y="2797685"/>
                  </a:lnTo>
                  <a:lnTo>
                    <a:pt x="3512235" y="2797685"/>
                  </a:lnTo>
                  <a:lnTo>
                    <a:pt x="3512235" y="2796097"/>
                  </a:lnTo>
                  <a:lnTo>
                    <a:pt x="3506798" y="2796097"/>
                  </a:lnTo>
                  <a:lnTo>
                    <a:pt x="3506798" y="2794511"/>
                  </a:lnTo>
                  <a:lnTo>
                    <a:pt x="3501361" y="2794511"/>
                  </a:lnTo>
                  <a:lnTo>
                    <a:pt x="3501361" y="2792928"/>
                  </a:lnTo>
                  <a:lnTo>
                    <a:pt x="3495924" y="2792928"/>
                  </a:lnTo>
                  <a:lnTo>
                    <a:pt x="3495924" y="2791346"/>
                  </a:lnTo>
                  <a:lnTo>
                    <a:pt x="3490487" y="2791346"/>
                  </a:lnTo>
                  <a:lnTo>
                    <a:pt x="3490487" y="2791346"/>
                  </a:lnTo>
                  <a:lnTo>
                    <a:pt x="3485051" y="2791346"/>
                  </a:lnTo>
                  <a:lnTo>
                    <a:pt x="3485051" y="2786617"/>
                  </a:lnTo>
                  <a:lnTo>
                    <a:pt x="3474177" y="2786617"/>
                  </a:lnTo>
                  <a:lnTo>
                    <a:pt x="3474177" y="2780319"/>
                  </a:lnTo>
                  <a:lnTo>
                    <a:pt x="3468740" y="2780319"/>
                  </a:lnTo>
                  <a:lnTo>
                    <a:pt x="3468740" y="2774019"/>
                  </a:lnTo>
                  <a:lnTo>
                    <a:pt x="3463303" y="2774019"/>
                  </a:lnTo>
                  <a:lnTo>
                    <a:pt x="3463303" y="2770872"/>
                  </a:lnTo>
                  <a:lnTo>
                    <a:pt x="3457866" y="2770872"/>
                  </a:lnTo>
                  <a:lnTo>
                    <a:pt x="3457866" y="2767724"/>
                  </a:lnTo>
                  <a:lnTo>
                    <a:pt x="3452429" y="2767724"/>
                  </a:lnTo>
                  <a:lnTo>
                    <a:pt x="3452429" y="2766153"/>
                  </a:lnTo>
                  <a:lnTo>
                    <a:pt x="3436119" y="2766153"/>
                  </a:lnTo>
                  <a:lnTo>
                    <a:pt x="3436119" y="2764583"/>
                  </a:lnTo>
                  <a:lnTo>
                    <a:pt x="3430682" y="2764583"/>
                  </a:lnTo>
                  <a:lnTo>
                    <a:pt x="3430682" y="2764583"/>
                  </a:lnTo>
                  <a:lnTo>
                    <a:pt x="3425245" y="2764583"/>
                  </a:lnTo>
                  <a:lnTo>
                    <a:pt x="3425245" y="2761452"/>
                  </a:lnTo>
                  <a:lnTo>
                    <a:pt x="3419808" y="2761452"/>
                  </a:lnTo>
                  <a:lnTo>
                    <a:pt x="3419808" y="2761452"/>
                  </a:lnTo>
                  <a:lnTo>
                    <a:pt x="3408934" y="2761452"/>
                  </a:lnTo>
                  <a:lnTo>
                    <a:pt x="3408934" y="2758327"/>
                  </a:lnTo>
                  <a:lnTo>
                    <a:pt x="3403497" y="2758327"/>
                  </a:lnTo>
                  <a:lnTo>
                    <a:pt x="3403497" y="2758327"/>
                  </a:lnTo>
                  <a:lnTo>
                    <a:pt x="3398060" y="2758327"/>
                  </a:lnTo>
                  <a:lnTo>
                    <a:pt x="3398060" y="2756766"/>
                  </a:lnTo>
                  <a:lnTo>
                    <a:pt x="3392623" y="2756766"/>
                  </a:lnTo>
                  <a:lnTo>
                    <a:pt x="3392623" y="2756766"/>
                  </a:lnTo>
                  <a:lnTo>
                    <a:pt x="3387186" y="2756766"/>
                  </a:lnTo>
                  <a:lnTo>
                    <a:pt x="3387186" y="2756766"/>
                  </a:lnTo>
                  <a:lnTo>
                    <a:pt x="3381750" y="2756766"/>
                  </a:lnTo>
                  <a:lnTo>
                    <a:pt x="3381750" y="2755212"/>
                  </a:lnTo>
                  <a:lnTo>
                    <a:pt x="3376313" y="2755212"/>
                  </a:lnTo>
                  <a:lnTo>
                    <a:pt x="3376313" y="2753662"/>
                  </a:lnTo>
                  <a:lnTo>
                    <a:pt x="3370876" y="2753662"/>
                  </a:lnTo>
                  <a:lnTo>
                    <a:pt x="3370876" y="2750561"/>
                  </a:lnTo>
                  <a:lnTo>
                    <a:pt x="3365439" y="2750561"/>
                  </a:lnTo>
                  <a:lnTo>
                    <a:pt x="3365439" y="2749011"/>
                  </a:lnTo>
                  <a:lnTo>
                    <a:pt x="3360002" y="2749011"/>
                  </a:lnTo>
                  <a:lnTo>
                    <a:pt x="3360002" y="2747463"/>
                  </a:lnTo>
                  <a:lnTo>
                    <a:pt x="3354565" y="2747463"/>
                  </a:lnTo>
                  <a:lnTo>
                    <a:pt x="3354565" y="2747463"/>
                  </a:lnTo>
                  <a:lnTo>
                    <a:pt x="3349128" y="2747463"/>
                  </a:lnTo>
                  <a:lnTo>
                    <a:pt x="3349128" y="2747463"/>
                  </a:lnTo>
                  <a:lnTo>
                    <a:pt x="3343691" y="2747463"/>
                  </a:lnTo>
                  <a:lnTo>
                    <a:pt x="3343691" y="2747463"/>
                  </a:lnTo>
                  <a:lnTo>
                    <a:pt x="3338254" y="2747463"/>
                  </a:lnTo>
                  <a:lnTo>
                    <a:pt x="3338254" y="2742837"/>
                  </a:lnTo>
                  <a:lnTo>
                    <a:pt x="3332817" y="2742837"/>
                  </a:lnTo>
                  <a:lnTo>
                    <a:pt x="3332817" y="2738210"/>
                  </a:lnTo>
                  <a:lnTo>
                    <a:pt x="3327381" y="2738210"/>
                  </a:lnTo>
                  <a:lnTo>
                    <a:pt x="3327381" y="2738210"/>
                  </a:lnTo>
                  <a:lnTo>
                    <a:pt x="3321944" y="2738210"/>
                  </a:lnTo>
                  <a:lnTo>
                    <a:pt x="3321944" y="2736670"/>
                  </a:lnTo>
                  <a:lnTo>
                    <a:pt x="3316507" y="2736670"/>
                  </a:lnTo>
                  <a:lnTo>
                    <a:pt x="3316507" y="2733593"/>
                  </a:lnTo>
                  <a:lnTo>
                    <a:pt x="3311070" y="2733593"/>
                  </a:lnTo>
                  <a:lnTo>
                    <a:pt x="3311070" y="2732058"/>
                  </a:lnTo>
                  <a:lnTo>
                    <a:pt x="3305633" y="2732058"/>
                  </a:lnTo>
                  <a:lnTo>
                    <a:pt x="3305633" y="2728991"/>
                  </a:lnTo>
                  <a:lnTo>
                    <a:pt x="3300196" y="2728991"/>
                  </a:lnTo>
                  <a:lnTo>
                    <a:pt x="3300196" y="2727459"/>
                  </a:lnTo>
                  <a:lnTo>
                    <a:pt x="3294759" y="2727459"/>
                  </a:lnTo>
                  <a:lnTo>
                    <a:pt x="3294759" y="2724394"/>
                  </a:lnTo>
                  <a:lnTo>
                    <a:pt x="3289322" y="2724394"/>
                  </a:lnTo>
                  <a:lnTo>
                    <a:pt x="3289322" y="2724394"/>
                  </a:lnTo>
                  <a:lnTo>
                    <a:pt x="3283885" y="2724394"/>
                  </a:lnTo>
                  <a:lnTo>
                    <a:pt x="3283885" y="2722863"/>
                  </a:lnTo>
                  <a:lnTo>
                    <a:pt x="3278449" y="2722863"/>
                  </a:lnTo>
                  <a:lnTo>
                    <a:pt x="3278449" y="2719802"/>
                  </a:lnTo>
                  <a:lnTo>
                    <a:pt x="3273012" y="2719802"/>
                  </a:lnTo>
                  <a:lnTo>
                    <a:pt x="3273012" y="2718274"/>
                  </a:lnTo>
                  <a:lnTo>
                    <a:pt x="3262138" y="2718274"/>
                  </a:lnTo>
                  <a:lnTo>
                    <a:pt x="3262138" y="2713695"/>
                  </a:lnTo>
                  <a:lnTo>
                    <a:pt x="3256701" y="2713695"/>
                  </a:lnTo>
                  <a:lnTo>
                    <a:pt x="3256701" y="2710644"/>
                  </a:lnTo>
                  <a:lnTo>
                    <a:pt x="3251264" y="2710644"/>
                  </a:lnTo>
                  <a:lnTo>
                    <a:pt x="3251264" y="2709120"/>
                  </a:lnTo>
                  <a:lnTo>
                    <a:pt x="3245827" y="2709120"/>
                  </a:lnTo>
                  <a:lnTo>
                    <a:pt x="3245827" y="2704548"/>
                  </a:lnTo>
                  <a:lnTo>
                    <a:pt x="3240390" y="2704548"/>
                  </a:lnTo>
                  <a:lnTo>
                    <a:pt x="3240390" y="2701500"/>
                  </a:lnTo>
                  <a:lnTo>
                    <a:pt x="3234953" y="2701500"/>
                  </a:lnTo>
                  <a:lnTo>
                    <a:pt x="3234953" y="2698454"/>
                  </a:lnTo>
                  <a:lnTo>
                    <a:pt x="3229516" y="2698454"/>
                  </a:lnTo>
                  <a:lnTo>
                    <a:pt x="3229516" y="2696932"/>
                  </a:lnTo>
                  <a:lnTo>
                    <a:pt x="3224080" y="2696932"/>
                  </a:lnTo>
                  <a:lnTo>
                    <a:pt x="3224080" y="2695410"/>
                  </a:lnTo>
                  <a:lnTo>
                    <a:pt x="3218643" y="2695410"/>
                  </a:lnTo>
                  <a:lnTo>
                    <a:pt x="3218643" y="2692367"/>
                  </a:lnTo>
                  <a:lnTo>
                    <a:pt x="3213206" y="2692367"/>
                  </a:lnTo>
                  <a:lnTo>
                    <a:pt x="3213206" y="2690846"/>
                  </a:lnTo>
                  <a:lnTo>
                    <a:pt x="3207769" y="2690846"/>
                  </a:lnTo>
                  <a:lnTo>
                    <a:pt x="3207769" y="2686286"/>
                  </a:lnTo>
                  <a:lnTo>
                    <a:pt x="3202332" y="2686286"/>
                  </a:lnTo>
                  <a:lnTo>
                    <a:pt x="3202332" y="2683250"/>
                  </a:lnTo>
                  <a:lnTo>
                    <a:pt x="3196895" y="2683250"/>
                  </a:lnTo>
                  <a:lnTo>
                    <a:pt x="3196895" y="2681732"/>
                  </a:lnTo>
                  <a:lnTo>
                    <a:pt x="3191458" y="2681732"/>
                  </a:lnTo>
                  <a:lnTo>
                    <a:pt x="3191458" y="2681732"/>
                  </a:lnTo>
                  <a:lnTo>
                    <a:pt x="3180584" y="2681732"/>
                  </a:lnTo>
                  <a:lnTo>
                    <a:pt x="3180584" y="2681732"/>
                  </a:lnTo>
                  <a:lnTo>
                    <a:pt x="3175147" y="2681732"/>
                  </a:lnTo>
                  <a:lnTo>
                    <a:pt x="3175147" y="2678701"/>
                  </a:lnTo>
                  <a:lnTo>
                    <a:pt x="3169711" y="2678701"/>
                  </a:lnTo>
                  <a:lnTo>
                    <a:pt x="3169711" y="2674157"/>
                  </a:lnTo>
                  <a:lnTo>
                    <a:pt x="3164274" y="2674157"/>
                  </a:lnTo>
                  <a:lnTo>
                    <a:pt x="3164274" y="2671129"/>
                  </a:lnTo>
                  <a:lnTo>
                    <a:pt x="3158837" y="2671129"/>
                  </a:lnTo>
                  <a:lnTo>
                    <a:pt x="3158837" y="2668106"/>
                  </a:lnTo>
                  <a:lnTo>
                    <a:pt x="3153400" y="2668106"/>
                  </a:lnTo>
                  <a:lnTo>
                    <a:pt x="3153400" y="2665085"/>
                  </a:lnTo>
                  <a:lnTo>
                    <a:pt x="3147963" y="2665085"/>
                  </a:lnTo>
                  <a:lnTo>
                    <a:pt x="3147963" y="2662063"/>
                  </a:lnTo>
                  <a:lnTo>
                    <a:pt x="3142526" y="2662063"/>
                  </a:lnTo>
                  <a:lnTo>
                    <a:pt x="3142526" y="2662063"/>
                  </a:lnTo>
                  <a:lnTo>
                    <a:pt x="3137089" y="2662063"/>
                  </a:lnTo>
                  <a:lnTo>
                    <a:pt x="3137089" y="2659045"/>
                  </a:lnTo>
                  <a:lnTo>
                    <a:pt x="3131652" y="2659045"/>
                  </a:lnTo>
                  <a:lnTo>
                    <a:pt x="3131652" y="2653009"/>
                  </a:lnTo>
                  <a:lnTo>
                    <a:pt x="3126215" y="2653009"/>
                  </a:lnTo>
                  <a:lnTo>
                    <a:pt x="3126215" y="2649991"/>
                  </a:lnTo>
                  <a:lnTo>
                    <a:pt x="3120778" y="2649991"/>
                  </a:lnTo>
                  <a:lnTo>
                    <a:pt x="3120778" y="2645478"/>
                  </a:lnTo>
                  <a:lnTo>
                    <a:pt x="3115342" y="2645478"/>
                  </a:lnTo>
                  <a:lnTo>
                    <a:pt x="3115342" y="2643975"/>
                  </a:lnTo>
                  <a:lnTo>
                    <a:pt x="3104468" y="2643975"/>
                  </a:lnTo>
                  <a:lnTo>
                    <a:pt x="3104468" y="2640970"/>
                  </a:lnTo>
                  <a:lnTo>
                    <a:pt x="3099031" y="2640970"/>
                  </a:lnTo>
                  <a:lnTo>
                    <a:pt x="3099031" y="2640970"/>
                  </a:lnTo>
                  <a:lnTo>
                    <a:pt x="3093594" y="2640970"/>
                  </a:lnTo>
                  <a:lnTo>
                    <a:pt x="3093594" y="2639470"/>
                  </a:lnTo>
                  <a:lnTo>
                    <a:pt x="3088157" y="2639470"/>
                  </a:lnTo>
                  <a:lnTo>
                    <a:pt x="3088157" y="2634969"/>
                  </a:lnTo>
                  <a:lnTo>
                    <a:pt x="3082720" y="2634969"/>
                  </a:lnTo>
                  <a:lnTo>
                    <a:pt x="3082720" y="2627481"/>
                  </a:lnTo>
                  <a:lnTo>
                    <a:pt x="3071846" y="2627481"/>
                  </a:lnTo>
                  <a:lnTo>
                    <a:pt x="3071846" y="2624487"/>
                  </a:lnTo>
                  <a:lnTo>
                    <a:pt x="3066410" y="2624487"/>
                  </a:lnTo>
                  <a:lnTo>
                    <a:pt x="3066410" y="2622990"/>
                  </a:lnTo>
                  <a:lnTo>
                    <a:pt x="3060973" y="2622990"/>
                  </a:lnTo>
                  <a:lnTo>
                    <a:pt x="3060973" y="2622990"/>
                  </a:lnTo>
                  <a:lnTo>
                    <a:pt x="3055536" y="2622990"/>
                  </a:lnTo>
                  <a:lnTo>
                    <a:pt x="3055536" y="2621496"/>
                  </a:lnTo>
                  <a:lnTo>
                    <a:pt x="3050099" y="2621496"/>
                  </a:lnTo>
                  <a:lnTo>
                    <a:pt x="3050099" y="2618512"/>
                  </a:lnTo>
                  <a:lnTo>
                    <a:pt x="3044662" y="2618512"/>
                  </a:lnTo>
                  <a:lnTo>
                    <a:pt x="3044662" y="2618512"/>
                  </a:lnTo>
                  <a:lnTo>
                    <a:pt x="3039225" y="2618512"/>
                  </a:lnTo>
                  <a:lnTo>
                    <a:pt x="3039225" y="2617020"/>
                  </a:lnTo>
                  <a:lnTo>
                    <a:pt x="3033788" y="2617020"/>
                  </a:lnTo>
                  <a:lnTo>
                    <a:pt x="3033788" y="2615529"/>
                  </a:lnTo>
                  <a:lnTo>
                    <a:pt x="3028351" y="2615529"/>
                  </a:lnTo>
                  <a:lnTo>
                    <a:pt x="3028351" y="2614038"/>
                  </a:lnTo>
                  <a:lnTo>
                    <a:pt x="3022914" y="2614038"/>
                  </a:lnTo>
                  <a:lnTo>
                    <a:pt x="3022914" y="2609566"/>
                  </a:lnTo>
                  <a:lnTo>
                    <a:pt x="3017477" y="2609566"/>
                  </a:lnTo>
                  <a:lnTo>
                    <a:pt x="3017477" y="2606587"/>
                  </a:lnTo>
                  <a:lnTo>
                    <a:pt x="3012041" y="2606587"/>
                  </a:lnTo>
                  <a:lnTo>
                    <a:pt x="3012041" y="2605097"/>
                  </a:lnTo>
                  <a:lnTo>
                    <a:pt x="3006604" y="2605097"/>
                  </a:lnTo>
                  <a:lnTo>
                    <a:pt x="3006604" y="2605097"/>
                  </a:lnTo>
                  <a:lnTo>
                    <a:pt x="3001167" y="2605097"/>
                  </a:lnTo>
                  <a:lnTo>
                    <a:pt x="3001167" y="2603612"/>
                  </a:lnTo>
                  <a:lnTo>
                    <a:pt x="2995730" y="2603612"/>
                  </a:lnTo>
                  <a:lnTo>
                    <a:pt x="2995730" y="2600641"/>
                  </a:lnTo>
                  <a:lnTo>
                    <a:pt x="2990293" y="2600641"/>
                  </a:lnTo>
                  <a:lnTo>
                    <a:pt x="2990293" y="2599157"/>
                  </a:lnTo>
                  <a:lnTo>
                    <a:pt x="2984856" y="2599157"/>
                  </a:lnTo>
                  <a:lnTo>
                    <a:pt x="2984856" y="2594704"/>
                  </a:lnTo>
                  <a:lnTo>
                    <a:pt x="2979419" y="2594704"/>
                  </a:lnTo>
                  <a:lnTo>
                    <a:pt x="2979419" y="2591737"/>
                  </a:lnTo>
                  <a:lnTo>
                    <a:pt x="2973982" y="2591737"/>
                  </a:lnTo>
                  <a:lnTo>
                    <a:pt x="2973982" y="2588771"/>
                  </a:lnTo>
                  <a:lnTo>
                    <a:pt x="2968545" y="2588771"/>
                  </a:lnTo>
                  <a:lnTo>
                    <a:pt x="2968545" y="2587291"/>
                  </a:lnTo>
                  <a:lnTo>
                    <a:pt x="2963108" y="2587291"/>
                  </a:lnTo>
                  <a:lnTo>
                    <a:pt x="2963108" y="2584333"/>
                  </a:lnTo>
                  <a:lnTo>
                    <a:pt x="2957672" y="2584333"/>
                  </a:lnTo>
                  <a:lnTo>
                    <a:pt x="2957672" y="2581375"/>
                  </a:lnTo>
                  <a:lnTo>
                    <a:pt x="2952235" y="2581375"/>
                  </a:lnTo>
                  <a:lnTo>
                    <a:pt x="2952235" y="2581375"/>
                  </a:lnTo>
                  <a:lnTo>
                    <a:pt x="2946798" y="2581375"/>
                  </a:lnTo>
                  <a:lnTo>
                    <a:pt x="2946798" y="2578420"/>
                  </a:lnTo>
                  <a:lnTo>
                    <a:pt x="2941361" y="2578420"/>
                  </a:lnTo>
                  <a:lnTo>
                    <a:pt x="2941361" y="2575465"/>
                  </a:lnTo>
                  <a:lnTo>
                    <a:pt x="2935924" y="2575465"/>
                  </a:lnTo>
                  <a:lnTo>
                    <a:pt x="2935924" y="2571032"/>
                  </a:lnTo>
                  <a:lnTo>
                    <a:pt x="2930487" y="2571032"/>
                  </a:lnTo>
                  <a:lnTo>
                    <a:pt x="2930487" y="2563652"/>
                  </a:lnTo>
                  <a:lnTo>
                    <a:pt x="2925050" y="2563652"/>
                  </a:lnTo>
                  <a:lnTo>
                    <a:pt x="2925050" y="2559226"/>
                  </a:lnTo>
                  <a:lnTo>
                    <a:pt x="2919613" y="2559226"/>
                  </a:lnTo>
                  <a:lnTo>
                    <a:pt x="2919613" y="2557750"/>
                  </a:lnTo>
                  <a:lnTo>
                    <a:pt x="2914176" y="2557750"/>
                  </a:lnTo>
                  <a:lnTo>
                    <a:pt x="2914176" y="2554799"/>
                  </a:lnTo>
                  <a:lnTo>
                    <a:pt x="2908739" y="2554799"/>
                  </a:lnTo>
                  <a:lnTo>
                    <a:pt x="2908739" y="2548896"/>
                  </a:lnTo>
                  <a:lnTo>
                    <a:pt x="2903303" y="2548896"/>
                  </a:lnTo>
                  <a:lnTo>
                    <a:pt x="2903303" y="2547421"/>
                  </a:lnTo>
                  <a:lnTo>
                    <a:pt x="2897866" y="2547421"/>
                  </a:lnTo>
                  <a:lnTo>
                    <a:pt x="2897866" y="2545947"/>
                  </a:lnTo>
                  <a:lnTo>
                    <a:pt x="2892429" y="2545947"/>
                  </a:lnTo>
                  <a:lnTo>
                    <a:pt x="2892429" y="2543003"/>
                  </a:lnTo>
                  <a:lnTo>
                    <a:pt x="2886992" y="2543003"/>
                  </a:lnTo>
                  <a:lnTo>
                    <a:pt x="2886992" y="2543003"/>
                  </a:lnTo>
                  <a:lnTo>
                    <a:pt x="2881555" y="2543003"/>
                  </a:lnTo>
                  <a:lnTo>
                    <a:pt x="2881555" y="2541534"/>
                  </a:lnTo>
                  <a:lnTo>
                    <a:pt x="2876118" y="2541534"/>
                  </a:lnTo>
                  <a:lnTo>
                    <a:pt x="2876118" y="2537130"/>
                  </a:lnTo>
                  <a:lnTo>
                    <a:pt x="2870681" y="2537130"/>
                  </a:lnTo>
                  <a:lnTo>
                    <a:pt x="2870681" y="2535663"/>
                  </a:lnTo>
                  <a:lnTo>
                    <a:pt x="2865244" y="2535663"/>
                  </a:lnTo>
                  <a:lnTo>
                    <a:pt x="2865244" y="2534195"/>
                  </a:lnTo>
                  <a:lnTo>
                    <a:pt x="2859807" y="2534195"/>
                  </a:lnTo>
                  <a:lnTo>
                    <a:pt x="2859807" y="2532729"/>
                  </a:lnTo>
                  <a:lnTo>
                    <a:pt x="2854371" y="2532729"/>
                  </a:lnTo>
                  <a:lnTo>
                    <a:pt x="2854371" y="2529797"/>
                  </a:lnTo>
                  <a:lnTo>
                    <a:pt x="2848934" y="2529797"/>
                  </a:lnTo>
                  <a:lnTo>
                    <a:pt x="2848934" y="2525399"/>
                  </a:lnTo>
                  <a:lnTo>
                    <a:pt x="2838060" y="2525399"/>
                  </a:lnTo>
                  <a:lnTo>
                    <a:pt x="2838060" y="2522468"/>
                  </a:lnTo>
                  <a:lnTo>
                    <a:pt x="2832623" y="2522468"/>
                  </a:lnTo>
                  <a:lnTo>
                    <a:pt x="2832623" y="2522468"/>
                  </a:lnTo>
                  <a:lnTo>
                    <a:pt x="2827186" y="2522468"/>
                  </a:lnTo>
                  <a:lnTo>
                    <a:pt x="2827186" y="2519539"/>
                  </a:lnTo>
                  <a:lnTo>
                    <a:pt x="2816312" y="2519539"/>
                  </a:lnTo>
                  <a:lnTo>
                    <a:pt x="2816312" y="2515155"/>
                  </a:lnTo>
                  <a:lnTo>
                    <a:pt x="2810875" y="2515155"/>
                  </a:lnTo>
                  <a:lnTo>
                    <a:pt x="2810875" y="2515155"/>
                  </a:lnTo>
                  <a:lnTo>
                    <a:pt x="2805438" y="2515155"/>
                  </a:lnTo>
                  <a:lnTo>
                    <a:pt x="2805438" y="2512235"/>
                  </a:lnTo>
                  <a:lnTo>
                    <a:pt x="2800002" y="2512235"/>
                  </a:lnTo>
                  <a:lnTo>
                    <a:pt x="2800002" y="2507857"/>
                  </a:lnTo>
                  <a:lnTo>
                    <a:pt x="2794565" y="2507857"/>
                  </a:lnTo>
                  <a:lnTo>
                    <a:pt x="2794565" y="2506397"/>
                  </a:lnTo>
                  <a:lnTo>
                    <a:pt x="2789128" y="2506397"/>
                  </a:lnTo>
                  <a:lnTo>
                    <a:pt x="2789128" y="2503480"/>
                  </a:lnTo>
                  <a:lnTo>
                    <a:pt x="2783691" y="2503480"/>
                  </a:lnTo>
                  <a:lnTo>
                    <a:pt x="2783691" y="2500562"/>
                  </a:lnTo>
                  <a:lnTo>
                    <a:pt x="2778254" y="2500562"/>
                  </a:lnTo>
                  <a:lnTo>
                    <a:pt x="2778254" y="2499106"/>
                  </a:lnTo>
                  <a:lnTo>
                    <a:pt x="2767380" y="2499106"/>
                  </a:lnTo>
                  <a:lnTo>
                    <a:pt x="2767380" y="2494740"/>
                  </a:lnTo>
                  <a:lnTo>
                    <a:pt x="2761943" y="2494740"/>
                  </a:lnTo>
                  <a:lnTo>
                    <a:pt x="2761943" y="2493285"/>
                  </a:lnTo>
                  <a:lnTo>
                    <a:pt x="2756506" y="2493285"/>
                  </a:lnTo>
                  <a:lnTo>
                    <a:pt x="2756506" y="2487464"/>
                  </a:lnTo>
                  <a:lnTo>
                    <a:pt x="2751069" y="2487464"/>
                  </a:lnTo>
                  <a:lnTo>
                    <a:pt x="2751069" y="2483101"/>
                  </a:lnTo>
                  <a:lnTo>
                    <a:pt x="2745633" y="2483101"/>
                  </a:lnTo>
                  <a:lnTo>
                    <a:pt x="2745633" y="2478739"/>
                  </a:lnTo>
                  <a:lnTo>
                    <a:pt x="2740196" y="2478739"/>
                  </a:lnTo>
                  <a:lnTo>
                    <a:pt x="2740196" y="2475834"/>
                  </a:lnTo>
                  <a:lnTo>
                    <a:pt x="2729322" y="2475834"/>
                  </a:lnTo>
                  <a:lnTo>
                    <a:pt x="2729322" y="2470027"/>
                  </a:lnTo>
                  <a:lnTo>
                    <a:pt x="2723885" y="2470027"/>
                  </a:lnTo>
                  <a:lnTo>
                    <a:pt x="2723885" y="2468575"/>
                  </a:lnTo>
                  <a:lnTo>
                    <a:pt x="2718448" y="2468575"/>
                  </a:lnTo>
                  <a:lnTo>
                    <a:pt x="2718448" y="2465672"/>
                  </a:lnTo>
                  <a:lnTo>
                    <a:pt x="2713011" y="2465672"/>
                  </a:lnTo>
                  <a:lnTo>
                    <a:pt x="2713011" y="2462770"/>
                  </a:lnTo>
                  <a:lnTo>
                    <a:pt x="2707574" y="2462770"/>
                  </a:lnTo>
                  <a:lnTo>
                    <a:pt x="2707574" y="2461320"/>
                  </a:lnTo>
                  <a:lnTo>
                    <a:pt x="2702137" y="2461320"/>
                  </a:lnTo>
                  <a:lnTo>
                    <a:pt x="2702137" y="2458420"/>
                  </a:lnTo>
                  <a:lnTo>
                    <a:pt x="2696701" y="2458420"/>
                  </a:lnTo>
                  <a:lnTo>
                    <a:pt x="2696701" y="2452620"/>
                  </a:lnTo>
                  <a:lnTo>
                    <a:pt x="2691264" y="2452620"/>
                  </a:lnTo>
                  <a:lnTo>
                    <a:pt x="2691264" y="2451170"/>
                  </a:lnTo>
                  <a:lnTo>
                    <a:pt x="2685827" y="2451170"/>
                  </a:lnTo>
                  <a:lnTo>
                    <a:pt x="2685827" y="2449722"/>
                  </a:lnTo>
                  <a:lnTo>
                    <a:pt x="2680390" y="2449722"/>
                  </a:lnTo>
                  <a:lnTo>
                    <a:pt x="2680390" y="2446828"/>
                  </a:lnTo>
                  <a:lnTo>
                    <a:pt x="2674953" y="2446828"/>
                  </a:lnTo>
                  <a:lnTo>
                    <a:pt x="2674953" y="2443935"/>
                  </a:lnTo>
                  <a:lnTo>
                    <a:pt x="2669516" y="2443935"/>
                  </a:lnTo>
                  <a:lnTo>
                    <a:pt x="2669516" y="2442488"/>
                  </a:lnTo>
                  <a:lnTo>
                    <a:pt x="2664079" y="2442488"/>
                  </a:lnTo>
                  <a:lnTo>
                    <a:pt x="2664079" y="2439598"/>
                  </a:lnTo>
                  <a:lnTo>
                    <a:pt x="2658642" y="2439598"/>
                  </a:lnTo>
                  <a:lnTo>
                    <a:pt x="2658642" y="2438154"/>
                  </a:lnTo>
                  <a:lnTo>
                    <a:pt x="2653205" y="2438154"/>
                  </a:lnTo>
                  <a:lnTo>
                    <a:pt x="2653205" y="2435267"/>
                  </a:lnTo>
                  <a:lnTo>
                    <a:pt x="2647768" y="2435267"/>
                  </a:lnTo>
                  <a:lnTo>
                    <a:pt x="2647768" y="2430942"/>
                  </a:lnTo>
                  <a:lnTo>
                    <a:pt x="2636895" y="2430942"/>
                  </a:lnTo>
                  <a:lnTo>
                    <a:pt x="2636895" y="2428060"/>
                  </a:lnTo>
                  <a:lnTo>
                    <a:pt x="2631458" y="2428060"/>
                  </a:lnTo>
                  <a:lnTo>
                    <a:pt x="2631458" y="2426620"/>
                  </a:lnTo>
                  <a:lnTo>
                    <a:pt x="2626021" y="2426620"/>
                  </a:lnTo>
                  <a:lnTo>
                    <a:pt x="2626021" y="2423746"/>
                  </a:lnTo>
                  <a:lnTo>
                    <a:pt x="2620584" y="2423746"/>
                  </a:lnTo>
                  <a:lnTo>
                    <a:pt x="2620584" y="2420873"/>
                  </a:lnTo>
                  <a:lnTo>
                    <a:pt x="2615147" y="2420873"/>
                  </a:lnTo>
                  <a:lnTo>
                    <a:pt x="2615147" y="2419438"/>
                  </a:lnTo>
                  <a:lnTo>
                    <a:pt x="2609710" y="2419438"/>
                  </a:lnTo>
                  <a:lnTo>
                    <a:pt x="2609710" y="2415132"/>
                  </a:lnTo>
                  <a:lnTo>
                    <a:pt x="2604273" y="2415132"/>
                  </a:lnTo>
                  <a:lnTo>
                    <a:pt x="2604273" y="2409390"/>
                  </a:lnTo>
                  <a:lnTo>
                    <a:pt x="2598836" y="2409390"/>
                  </a:lnTo>
                  <a:lnTo>
                    <a:pt x="2598836" y="2405083"/>
                  </a:lnTo>
                  <a:lnTo>
                    <a:pt x="2593399" y="2405083"/>
                  </a:lnTo>
                  <a:lnTo>
                    <a:pt x="2593399" y="2402211"/>
                  </a:lnTo>
                  <a:lnTo>
                    <a:pt x="2587963" y="2402211"/>
                  </a:lnTo>
                  <a:lnTo>
                    <a:pt x="2587963" y="2400778"/>
                  </a:lnTo>
                  <a:lnTo>
                    <a:pt x="2577089" y="2400778"/>
                  </a:lnTo>
                  <a:lnTo>
                    <a:pt x="2577089" y="2399345"/>
                  </a:lnTo>
                  <a:lnTo>
                    <a:pt x="2566215" y="2399345"/>
                  </a:lnTo>
                  <a:lnTo>
                    <a:pt x="2566215" y="2395046"/>
                  </a:lnTo>
                  <a:lnTo>
                    <a:pt x="2560778" y="2395046"/>
                  </a:lnTo>
                  <a:lnTo>
                    <a:pt x="2560778" y="2392182"/>
                  </a:lnTo>
                  <a:lnTo>
                    <a:pt x="2555341" y="2392182"/>
                  </a:lnTo>
                  <a:lnTo>
                    <a:pt x="2555341" y="2390751"/>
                  </a:lnTo>
                  <a:lnTo>
                    <a:pt x="2549904" y="2390751"/>
                  </a:lnTo>
                  <a:lnTo>
                    <a:pt x="2549904" y="2386463"/>
                  </a:lnTo>
                  <a:lnTo>
                    <a:pt x="2544467" y="2386463"/>
                  </a:lnTo>
                  <a:lnTo>
                    <a:pt x="2544467" y="2383606"/>
                  </a:lnTo>
                  <a:lnTo>
                    <a:pt x="2539030" y="2383606"/>
                  </a:lnTo>
                  <a:lnTo>
                    <a:pt x="2539030" y="2382178"/>
                  </a:lnTo>
                  <a:lnTo>
                    <a:pt x="2533594" y="2382178"/>
                  </a:lnTo>
                  <a:lnTo>
                    <a:pt x="2533594" y="2376467"/>
                  </a:lnTo>
                  <a:lnTo>
                    <a:pt x="2528157" y="2376467"/>
                  </a:lnTo>
                  <a:lnTo>
                    <a:pt x="2528157" y="2373613"/>
                  </a:lnTo>
                  <a:lnTo>
                    <a:pt x="2522720" y="2373613"/>
                  </a:lnTo>
                  <a:lnTo>
                    <a:pt x="2522720" y="2369332"/>
                  </a:lnTo>
                  <a:lnTo>
                    <a:pt x="2517283" y="2369332"/>
                  </a:lnTo>
                  <a:lnTo>
                    <a:pt x="2517283" y="2367904"/>
                  </a:lnTo>
                  <a:lnTo>
                    <a:pt x="2511846" y="2367904"/>
                  </a:lnTo>
                  <a:lnTo>
                    <a:pt x="2511846" y="2366478"/>
                  </a:lnTo>
                  <a:lnTo>
                    <a:pt x="2506409" y="2366478"/>
                  </a:lnTo>
                  <a:lnTo>
                    <a:pt x="2506409" y="2363625"/>
                  </a:lnTo>
                  <a:lnTo>
                    <a:pt x="2500972" y="2363625"/>
                  </a:lnTo>
                  <a:lnTo>
                    <a:pt x="2500972" y="2360773"/>
                  </a:lnTo>
                  <a:lnTo>
                    <a:pt x="2495535" y="2360773"/>
                  </a:lnTo>
                  <a:lnTo>
                    <a:pt x="2495535" y="2357921"/>
                  </a:lnTo>
                  <a:lnTo>
                    <a:pt x="2490098" y="2357921"/>
                  </a:lnTo>
                  <a:lnTo>
                    <a:pt x="2490098" y="2352219"/>
                  </a:lnTo>
                  <a:lnTo>
                    <a:pt x="2484662" y="2352219"/>
                  </a:lnTo>
                  <a:lnTo>
                    <a:pt x="2484662" y="2349368"/>
                  </a:lnTo>
                  <a:lnTo>
                    <a:pt x="2479225" y="2349368"/>
                  </a:lnTo>
                  <a:lnTo>
                    <a:pt x="2479225" y="2347943"/>
                  </a:lnTo>
                  <a:lnTo>
                    <a:pt x="2473788" y="2347943"/>
                  </a:lnTo>
                  <a:lnTo>
                    <a:pt x="2473788" y="2346519"/>
                  </a:lnTo>
                  <a:lnTo>
                    <a:pt x="2468351" y="2346519"/>
                  </a:lnTo>
                  <a:lnTo>
                    <a:pt x="2468351" y="2345095"/>
                  </a:lnTo>
                  <a:lnTo>
                    <a:pt x="2462914" y="2345095"/>
                  </a:lnTo>
                  <a:lnTo>
                    <a:pt x="2462914" y="2340824"/>
                  </a:lnTo>
                  <a:lnTo>
                    <a:pt x="2457477" y="2340824"/>
                  </a:lnTo>
                  <a:lnTo>
                    <a:pt x="2457477" y="2337977"/>
                  </a:lnTo>
                  <a:lnTo>
                    <a:pt x="2452040" y="2337977"/>
                  </a:lnTo>
                  <a:lnTo>
                    <a:pt x="2452040" y="2333706"/>
                  </a:lnTo>
                  <a:lnTo>
                    <a:pt x="2446603" y="2333706"/>
                  </a:lnTo>
                  <a:lnTo>
                    <a:pt x="2446603" y="2330859"/>
                  </a:lnTo>
                  <a:lnTo>
                    <a:pt x="2441166" y="2330859"/>
                  </a:lnTo>
                  <a:lnTo>
                    <a:pt x="2441166" y="2326590"/>
                  </a:lnTo>
                  <a:lnTo>
                    <a:pt x="2435729" y="2326590"/>
                  </a:lnTo>
                  <a:lnTo>
                    <a:pt x="2435729" y="2325167"/>
                  </a:lnTo>
                  <a:lnTo>
                    <a:pt x="2424856" y="2325167"/>
                  </a:lnTo>
                  <a:lnTo>
                    <a:pt x="2424856" y="2323745"/>
                  </a:lnTo>
                  <a:lnTo>
                    <a:pt x="2419419" y="2323745"/>
                  </a:lnTo>
                  <a:lnTo>
                    <a:pt x="2419419" y="2315213"/>
                  </a:lnTo>
                  <a:lnTo>
                    <a:pt x="2413982" y="2315213"/>
                  </a:lnTo>
                  <a:lnTo>
                    <a:pt x="2413982" y="2313791"/>
                  </a:lnTo>
                  <a:lnTo>
                    <a:pt x="2408545" y="2313791"/>
                  </a:lnTo>
                  <a:lnTo>
                    <a:pt x="2408545" y="2309524"/>
                  </a:lnTo>
                  <a:lnTo>
                    <a:pt x="2403108" y="2309524"/>
                  </a:lnTo>
                  <a:lnTo>
                    <a:pt x="2403108" y="2299577"/>
                  </a:lnTo>
                  <a:lnTo>
                    <a:pt x="2397671" y="2299577"/>
                  </a:lnTo>
                  <a:lnTo>
                    <a:pt x="2397671" y="2296738"/>
                  </a:lnTo>
                  <a:lnTo>
                    <a:pt x="2392234" y="2296738"/>
                  </a:lnTo>
                  <a:lnTo>
                    <a:pt x="2392234" y="2292479"/>
                  </a:lnTo>
                  <a:lnTo>
                    <a:pt x="2386797" y="2292479"/>
                  </a:lnTo>
                  <a:lnTo>
                    <a:pt x="2386797" y="2289639"/>
                  </a:lnTo>
                  <a:lnTo>
                    <a:pt x="2381360" y="2289639"/>
                  </a:lnTo>
                  <a:lnTo>
                    <a:pt x="2381360" y="2283959"/>
                  </a:lnTo>
                  <a:lnTo>
                    <a:pt x="2375924" y="2283959"/>
                  </a:lnTo>
                  <a:lnTo>
                    <a:pt x="2375924" y="2279701"/>
                  </a:lnTo>
                  <a:lnTo>
                    <a:pt x="2370487" y="2279701"/>
                  </a:lnTo>
                  <a:lnTo>
                    <a:pt x="2370487" y="2276862"/>
                  </a:lnTo>
                  <a:lnTo>
                    <a:pt x="2365050" y="2276862"/>
                  </a:lnTo>
                  <a:lnTo>
                    <a:pt x="2365050" y="2276862"/>
                  </a:lnTo>
                  <a:lnTo>
                    <a:pt x="2359613" y="2276862"/>
                  </a:lnTo>
                  <a:lnTo>
                    <a:pt x="2359613" y="2275445"/>
                  </a:lnTo>
                  <a:lnTo>
                    <a:pt x="2348739" y="2275445"/>
                  </a:lnTo>
                  <a:lnTo>
                    <a:pt x="2348739" y="2266948"/>
                  </a:lnTo>
                  <a:lnTo>
                    <a:pt x="2343302" y="2266948"/>
                  </a:lnTo>
                  <a:lnTo>
                    <a:pt x="2343302" y="2264116"/>
                  </a:lnTo>
                  <a:lnTo>
                    <a:pt x="2337865" y="2264116"/>
                  </a:lnTo>
                  <a:lnTo>
                    <a:pt x="2337865" y="2262701"/>
                  </a:lnTo>
                  <a:lnTo>
                    <a:pt x="2332428" y="2262701"/>
                  </a:lnTo>
                  <a:lnTo>
                    <a:pt x="2332428" y="2261285"/>
                  </a:lnTo>
                  <a:lnTo>
                    <a:pt x="2326991" y="2261285"/>
                  </a:lnTo>
                  <a:lnTo>
                    <a:pt x="2326991" y="2257037"/>
                  </a:lnTo>
                  <a:lnTo>
                    <a:pt x="2321555" y="2257037"/>
                  </a:lnTo>
                  <a:lnTo>
                    <a:pt x="2321555" y="2252792"/>
                  </a:lnTo>
                  <a:lnTo>
                    <a:pt x="2316118" y="2252792"/>
                  </a:lnTo>
                  <a:lnTo>
                    <a:pt x="2316118" y="2248548"/>
                  </a:lnTo>
                  <a:lnTo>
                    <a:pt x="2310681" y="2248548"/>
                  </a:lnTo>
                  <a:lnTo>
                    <a:pt x="2310681" y="2245718"/>
                  </a:lnTo>
                  <a:lnTo>
                    <a:pt x="2305244" y="2245718"/>
                  </a:lnTo>
                  <a:lnTo>
                    <a:pt x="2305244" y="2244303"/>
                  </a:lnTo>
                  <a:lnTo>
                    <a:pt x="2299807" y="2244303"/>
                  </a:lnTo>
                  <a:lnTo>
                    <a:pt x="2299807" y="2242889"/>
                  </a:lnTo>
                  <a:lnTo>
                    <a:pt x="2294370" y="2242889"/>
                  </a:lnTo>
                  <a:lnTo>
                    <a:pt x="2294370" y="2240059"/>
                  </a:lnTo>
                  <a:lnTo>
                    <a:pt x="2288933" y="2240059"/>
                  </a:lnTo>
                  <a:lnTo>
                    <a:pt x="2288933" y="2238645"/>
                  </a:lnTo>
                  <a:lnTo>
                    <a:pt x="2283496" y="2238645"/>
                  </a:lnTo>
                  <a:lnTo>
                    <a:pt x="2283496" y="2237234"/>
                  </a:lnTo>
                  <a:lnTo>
                    <a:pt x="2278059" y="2237234"/>
                  </a:lnTo>
                  <a:lnTo>
                    <a:pt x="2278059" y="2237234"/>
                  </a:lnTo>
                  <a:lnTo>
                    <a:pt x="2272623" y="2237234"/>
                  </a:lnTo>
                  <a:lnTo>
                    <a:pt x="2272623" y="2233000"/>
                  </a:lnTo>
                  <a:lnTo>
                    <a:pt x="2267186" y="2233000"/>
                  </a:lnTo>
                  <a:lnTo>
                    <a:pt x="2267186" y="2230178"/>
                  </a:lnTo>
                  <a:lnTo>
                    <a:pt x="2261749" y="2230178"/>
                  </a:lnTo>
                  <a:lnTo>
                    <a:pt x="2261749" y="2228768"/>
                  </a:lnTo>
                  <a:lnTo>
                    <a:pt x="2256312" y="2228768"/>
                  </a:lnTo>
                  <a:lnTo>
                    <a:pt x="2256312" y="2223129"/>
                  </a:lnTo>
                  <a:lnTo>
                    <a:pt x="2250875" y="2223129"/>
                  </a:lnTo>
                  <a:lnTo>
                    <a:pt x="2250875" y="2223129"/>
                  </a:lnTo>
                  <a:lnTo>
                    <a:pt x="2245438" y="2223129"/>
                  </a:lnTo>
                  <a:lnTo>
                    <a:pt x="2245438" y="2221721"/>
                  </a:lnTo>
                  <a:lnTo>
                    <a:pt x="2240001" y="2221721"/>
                  </a:lnTo>
                  <a:lnTo>
                    <a:pt x="2240001" y="2216094"/>
                  </a:lnTo>
                  <a:lnTo>
                    <a:pt x="2234564" y="2216094"/>
                  </a:lnTo>
                  <a:lnTo>
                    <a:pt x="2234564" y="2211875"/>
                  </a:lnTo>
                  <a:lnTo>
                    <a:pt x="2229127" y="2211875"/>
                  </a:lnTo>
                  <a:lnTo>
                    <a:pt x="2229127" y="2211875"/>
                  </a:lnTo>
                  <a:lnTo>
                    <a:pt x="2223690" y="2211875"/>
                  </a:lnTo>
                  <a:lnTo>
                    <a:pt x="2223690" y="2207659"/>
                  </a:lnTo>
                  <a:lnTo>
                    <a:pt x="2218254" y="2207659"/>
                  </a:lnTo>
                  <a:lnTo>
                    <a:pt x="2218254" y="2206254"/>
                  </a:lnTo>
                  <a:lnTo>
                    <a:pt x="2212817" y="2206254"/>
                  </a:lnTo>
                  <a:lnTo>
                    <a:pt x="2212817" y="2202041"/>
                  </a:lnTo>
                  <a:lnTo>
                    <a:pt x="2207380" y="2202041"/>
                  </a:lnTo>
                  <a:lnTo>
                    <a:pt x="2207380" y="2197827"/>
                  </a:lnTo>
                  <a:lnTo>
                    <a:pt x="2201943" y="2197827"/>
                  </a:lnTo>
                  <a:lnTo>
                    <a:pt x="2201943" y="2193614"/>
                  </a:lnTo>
                  <a:lnTo>
                    <a:pt x="2196506" y="2193614"/>
                  </a:lnTo>
                  <a:lnTo>
                    <a:pt x="2196506" y="2190806"/>
                  </a:lnTo>
                  <a:lnTo>
                    <a:pt x="2191069" y="2190806"/>
                  </a:lnTo>
                  <a:lnTo>
                    <a:pt x="2191069" y="2185189"/>
                  </a:lnTo>
                  <a:lnTo>
                    <a:pt x="2185632" y="2185189"/>
                  </a:lnTo>
                  <a:lnTo>
                    <a:pt x="2185632" y="2183785"/>
                  </a:lnTo>
                  <a:lnTo>
                    <a:pt x="2180195" y="2183785"/>
                  </a:lnTo>
                  <a:lnTo>
                    <a:pt x="2180195" y="2179576"/>
                  </a:lnTo>
                  <a:lnTo>
                    <a:pt x="2174758" y="2179576"/>
                  </a:lnTo>
                  <a:lnTo>
                    <a:pt x="2174758" y="2172560"/>
                  </a:lnTo>
                  <a:lnTo>
                    <a:pt x="2169321" y="2172560"/>
                  </a:lnTo>
                  <a:lnTo>
                    <a:pt x="2169321" y="2172560"/>
                  </a:lnTo>
                  <a:lnTo>
                    <a:pt x="2163885" y="2172560"/>
                  </a:lnTo>
                  <a:lnTo>
                    <a:pt x="2163885" y="2166949"/>
                  </a:lnTo>
                  <a:lnTo>
                    <a:pt x="2158448" y="2166949"/>
                  </a:lnTo>
                  <a:lnTo>
                    <a:pt x="2158448" y="2162742"/>
                  </a:lnTo>
                  <a:lnTo>
                    <a:pt x="2153011" y="2162742"/>
                  </a:lnTo>
                  <a:lnTo>
                    <a:pt x="2153011" y="2159940"/>
                  </a:lnTo>
                  <a:lnTo>
                    <a:pt x="2147574" y="2159940"/>
                  </a:lnTo>
                  <a:lnTo>
                    <a:pt x="2147574" y="2158540"/>
                  </a:lnTo>
                  <a:lnTo>
                    <a:pt x="2142137" y="2158540"/>
                  </a:lnTo>
                  <a:lnTo>
                    <a:pt x="2142137" y="2151541"/>
                  </a:lnTo>
                  <a:lnTo>
                    <a:pt x="2136700" y="2151541"/>
                  </a:lnTo>
                  <a:lnTo>
                    <a:pt x="2136700" y="2147341"/>
                  </a:lnTo>
                  <a:lnTo>
                    <a:pt x="2131263" y="2147341"/>
                  </a:lnTo>
                  <a:lnTo>
                    <a:pt x="2131263" y="2144545"/>
                  </a:lnTo>
                  <a:lnTo>
                    <a:pt x="2125826" y="2144545"/>
                  </a:lnTo>
                  <a:lnTo>
                    <a:pt x="2125826" y="2141749"/>
                  </a:lnTo>
                  <a:lnTo>
                    <a:pt x="2120389" y="2141749"/>
                  </a:lnTo>
                  <a:lnTo>
                    <a:pt x="2120389" y="2140352"/>
                  </a:lnTo>
                  <a:lnTo>
                    <a:pt x="2114953" y="2140352"/>
                  </a:lnTo>
                  <a:lnTo>
                    <a:pt x="2114953" y="2136161"/>
                  </a:lnTo>
                  <a:lnTo>
                    <a:pt x="2109516" y="2136161"/>
                  </a:lnTo>
                  <a:lnTo>
                    <a:pt x="2109516" y="2130572"/>
                  </a:lnTo>
                  <a:lnTo>
                    <a:pt x="2104079" y="2130572"/>
                  </a:lnTo>
                  <a:lnTo>
                    <a:pt x="2104079" y="2127777"/>
                  </a:lnTo>
                  <a:lnTo>
                    <a:pt x="2098642" y="2127777"/>
                  </a:lnTo>
                  <a:lnTo>
                    <a:pt x="2098642" y="2126381"/>
                  </a:lnTo>
                  <a:lnTo>
                    <a:pt x="2093205" y="2126381"/>
                  </a:lnTo>
                  <a:lnTo>
                    <a:pt x="2093205" y="2124984"/>
                  </a:lnTo>
                  <a:lnTo>
                    <a:pt x="2087768" y="2124984"/>
                  </a:lnTo>
                  <a:lnTo>
                    <a:pt x="2087768" y="2120795"/>
                  </a:lnTo>
                  <a:lnTo>
                    <a:pt x="2082331" y="2120795"/>
                  </a:lnTo>
                  <a:lnTo>
                    <a:pt x="2082331" y="2116608"/>
                  </a:lnTo>
                  <a:lnTo>
                    <a:pt x="2076894" y="2116608"/>
                  </a:lnTo>
                  <a:lnTo>
                    <a:pt x="2076894" y="2115213"/>
                  </a:lnTo>
                  <a:lnTo>
                    <a:pt x="2071457" y="2115213"/>
                  </a:lnTo>
                  <a:lnTo>
                    <a:pt x="2071457" y="2108238"/>
                  </a:lnTo>
                  <a:lnTo>
                    <a:pt x="2066020" y="2108238"/>
                  </a:lnTo>
                  <a:lnTo>
                    <a:pt x="2066020" y="2104054"/>
                  </a:lnTo>
                  <a:lnTo>
                    <a:pt x="2060584" y="2104054"/>
                  </a:lnTo>
                  <a:lnTo>
                    <a:pt x="2060584" y="2098479"/>
                  </a:lnTo>
                  <a:lnTo>
                    <a:pt x="2055147" y="2098479"/>
                  </a:lnTo>
                  <a:lnTo>
                    <a:pt x="2055147" y="2097087"/>
                  </a:lnTo>
                  <a:lnTo>
                    <a:pt x="2049710" y="2097087"/>
                  </a:lnTo>
                  <a:lnTo>
                    <a:pt x="2049710" y="2094303"/>
                  </a:lnTo>
                  <a:lnTo>
                    <a:pt x="2038836" y="2094303"/>
                  </a:lnTo>
                  <a:lnTo>
                    <a:pt x="2038836" y="2091520"/>
                  </a:lnTo>
                  <a:lnTo>
                    <a:pt x="2033399" y="2091520"/>
                  </a:lnTo>
                  <a:lnTo>
                    <a:pt x="2033399" y="2087347"/>
                  </a:lnTo>
                  <a:lnTo>
                    <a:pt x="2027962" y="2087347"/>
                  </a:lnTo>
                  <a:lnTo>
                    <a:pt x="2027962" y="2080399"/>
                  </a:lnTo>
                  <a:lnTo>
                    <a:pt x="2017088" y="2080399"/>
                  </a:lnTo>
                  <a:lnTo>
                    <a:pt x="2017088" y="2077623"/>
                  </a:lnTo>
                  <a:lnTo>
                    <a:pt x="2011651" y="2077623"/>
                  </a:lnTo>
                  <a:lnTo>
                    <a:pt x="2011651" y="2076235"/>
                  </a:lnTo>
                  <a:lnTo>
                    <a:pt x="2006215" y="2076235"/>
                  </a:lnTo>
                  <a:lnTo>
                    <a:pt x="2006215" y="2074847"/>
                  </a:lnTo>
                  <a:lnTo>
                    <a:pt x="2000778" y="2074847"/>
                  </a:lnTo>
                  <a:lnTo>
                    <a:pt x="2000778" y="2072071"/>
                  </a:lnTo>
                  <a:lnTo>
                    <a:pt x="1995341" y="2072071"/>
                  </a:lnTo>
                  <a:lnTo>
                    <a:pt x="1995341" y="2065133"/>
                  </a:lnTo>
                  <a:lnTo>
                    <a:pt x="1989904" y="2065133"/>
                  </a:lnTo>
                  <a:lnTo>
                    <a:pt x="1989904" y="2062358"/>
                  </a:lnTo>
                  <a:lnTo>
                    <a:pt x="1984467" y="2062358"/>
                  </a:lnTo>
                  <a:lnTo>
                    <a:pt x="1984467" y="2056810"/>
                  </a:lnTo>
                  <a:lnTo>
                    <a:pt x="1979030" y="2056810"/>
                  </a:lnTo>
                  <a:lnTo>
                    <a:pt x="1979030" y="2054040"/>
                  </a:lnTo>
                  <a:lnTo>
                    <a:pt x="1973593" y="2054040"/>
                  </a:lnTo>
                  <a:lnTo>
                    <a:pt x="1973593" y="2051271"/>
                  </a:lnTo>
                  <a:lnTo>
                    <a:pt x="1968156" y="2051271"/>
                  </a:lnTo>
                  <a:lnTo>
                    <a:pt x="1968156" y="2048503"/>
                  </a:lnTo>
                  <a:lnTo>
                    <a:pt x="1962719" y="2048503"/>
                  </a:lnTo>
                  <a:lnTo>
                    <a:pt x="1962719" y="2047119"/>
                  </a:lnTo>
                  <a:lnTo>
                    <a:pt x="1957282" y="2047119"/>
                  </a:lnTo>
                  <a:lnTo>
                    <a:pt x="1957282" y="2044351"/>
                  </a:lnTo>
                  <a:lnTo>
                    <a:pt x="1951846" y="2044351"/>
                  </a:lnTo>
                  <a:lnTo>
                    <a:pt x="1951846" y="2038815"/>
                  </a:lnTo>
                  <a:lnTo>
                    <a:pt x="1946409" y="2038815"/>
                  </a:lnTo>
                  <a:lnTo>
                    <a:pt x="1946409" y="2036049"/>
                  </a:lnTo>
                  <a:lnTo>
                    <a:pt x="1940972" y="2036049"/>
                  </a:lnTo>
                  <a:lnTo>
                    <a:pt x="1940972" y="2030524"/>
                  </a:lnTo>
                  <a:lnTo>
                    <a:pt x="1935535" y="2030524"/>
                  </a:lnTo>
                  <a:lnTo>
                    <a:pt x="1935535" y="2018092"/>
                  </a:lnTo>
                  <a:lnTo>
                    <a:pt x="1930098" y="2018092"/>
                  </a:lnTo>
                  <a:lnTo>
                    <a:pt x="1930098" y="2012573"/>
                  </a:lnTo>
                  <a:lnTo>
                    <a:pt x="1924661" y="2012573"/>
                  </a:lnTo>
                  <a:lnTo>
                    <a:pt x="1924661" y="2008433"/>
                  </a:lnTo>
                  <a:lnTo>
                    <a:pt x="1919224" y="2008433"/>
                  </a:lnTo>
                  <a:lnTo>
                    <a:pt x="1919224" y="2005674"/>
                  </a:lnTo>
                  <a:lnTo>
                    <a:pt x="1913787" y="2005674"/>
                  </a:lnTo>
                  <a:lnTo>
                    <a:pt x="1913787" y="2000156"/>
                  </a:lnTo>
                  <a:lnTo>
                    <a:pt x="1908350" y="2000156"/>
                  </a:lnTo>
                  <a:lnTo>
                    <a:pt x="1908350" y="1996019"/>
                  </a:lnTo>
                  <a:lnTo>
                    <a:pt x="1902914" y="1996019"/>
                  </a:lnTo>
                  <a:lnTo>
                    <a:pt x="1902914" y="1991885"/>
                  </a:lnTo>
                  <a:lnTo>
                    <a:pt x="1897477" y="1991885"/>
                  </a:lnTo>
                  <a:lnTo>
                    <a:pt x="1897477" y="1980861"/>
                  </a:lnTo>
                  <a:lnTo>
                    <a:pt x="1881166" y="1980861"/>
                  </a:lnTo>
                  <a:lnTo>
                    <a:pt x="1881166" y="1979484"/>
                  </a:lnTo>
                  <a:lnTo>
                    <a:pt x="1875729" y="1979484"/>
                  </a:lnTo>
                  <a:lnTo>
                    <a:pt x="1875729" y="1973981"/>
                  </a:lnTo>
                  <a:lnTo>
                    <a:pt x="1870292" y="1973981"/>
                  </a:lnTo>
                  <a:lnTo>
                    <a:pt x="1870292" y="1972606"/>
                  </a:lnTo>
                  <a:lnTo>
                    <a:pt x="1864855" y="1972606"/>
                  </a:lnTo>
                  <a:lnTo>
                    <a:pt x="1864855" y="1969857"/>
                  </a:lnTo>
                  <a:lnTo>
                    <a:pt x="1859418" y="1969857"/>
                  </a:lnTo>
                  <a:lnTo>
                    <a:pt x="1859418" y="1962985"/>
                  </a:lnTo>
                  <a:lnTo>
                    <a:pt x="1853981" y="1962985"/>
                  </a:lnTo>
                  <a:lnTo>
                    <a:pt x="1853981" y="1960238"/>
                  </a:lnTo>
                  <a:lnTo>
                    <a:pt x="1848545" y="1960238"/>
                  </a:lnTo>
                  <a:lnTo>
                    <a:pt x="1848545" y="1957491"/>
                  </a:lnTo>
                  <a:lnTo>
                    <a:pt x="1843108" y="1957491"/>
                  </a:lnTo>
                  <a:lnTo>
                    <a:pt x="1843108" y="1953371"/>
                  </a:lnTo>
                  <a:lnTo>
                    <a:pt x="1837671" y="1953371"/>
                  </a:lnTo>
                  <a:lnTo>
                    <a:pt x="1837671" y="1951997"/>
                  </a:lnTo>
                  <a:lnTo>
                    <a:pt x="1832234" y="1951997"/>
                  </a:lnTo>
                  <a:lnTo>
                    <a:pt x="1832234" y="1950624"/>
                  </a:lnTo>
                  <a:lnTo>
                    <a:pt x="1821360" y="1950624"/>
                  </a:lnTo>
                  <a:lnTo>
                    <a:pt x="1821360" y="1949251"/>
                  </a:lnTo>
                  <a:lnTo>
                    <a:pt x="1815923" y="1949251"/>
                  </a:lnTo>
                  <a:lnTo>
                    <a:pt x="1815923" y="1943763"/>
                  </a:lnTo>
                  <a:lnTo>
                    <a:pt x="1810486" y="1943763"/>
                  </a:lnTo>
                  <a:lnTo>
                    <a:pt x="1810486" y="1943763"/>
                  </a:lnTo>
                  <a:lnTo>
                    <a:pt x="1805049" y="1943763"/>
                  </a:lnTo>
                  <a:lnTo>
                    <a:pt x="1805049" y="1939653"/>
                  </a:lnTo>
                  <a:lnTo>
                    <a:pt x="1799612" y="1939653"/>
                  </a:lnTo>
                  <a:lnTo>
                    <a:pt x="1799612" y="1938283"/>
                  </a:lnTo>
                  <a:lnTo>
                    <a:pt x="1794176" y="1938283"/>
                  </a:lnTo>
                  <a:lnTo>
                    <a:pt x="1794176" y="1936914"/>
                  </a:lnTo>
                  <a:lnTo>
                    <a:pt x="1788739" y="1936914"/>
                  </a:lnTo>
                  <a:lnTo>
                    <a:pt x="1788739" y="1932811"/>
                  </a:lnTo>
                  <a:lnTo>
                    <a:pt x="1783302" y="1932811"/>
                  </a:lnTo>
                  <a:lnTo>
                    <a:pt x="1783302" y="1928709"/>
                  </a:lnTo>
                  <a:lnTo>
                    <a:pt x="1777865" y="1928709"/>
                  </a:lnTo>
                  <a:lnTo>
                    <a:pt x="1777865" y="1927342"/>
                  </a:lnTo>
                  <a:lnTo>
                    <a:pt x="1772428" y="1927342"/>
                  </a:lnTo>
                  <a:lnTo>
                    <a:pt x="1772428" y="1924608"/>
                  </a:lnTo>
                  <a:lnTo>
                    <a:pt x="1766991" y="1924608"/>
                  </a:lnTo>
                  <a:lnTo>
                    <a:pt x="1766991" y="1919141"/>
                  </a:lnTo>
                  <a:lnTo>
                    <a:pt x="1761554" y="1919141"/>
                  </a:lnTo>
                  <a:lnTo>
                    <a:pt x="1761554" y="1915040"/>
                  </a:lnTo>
                  <a:lnTo>
                    <a:pt x="1756117" y="1915040"/>
                  </a:lnTo>
                  <a:lnTo>
                    <a:pt x="1756117" y="1912306"/>
                  </a:lnTo>
                  <a:lnTo>
                    <a:pt x="1750680" y="1912306"/>
                  </a:lnTo>
                  <a:lnTo>
                    <a:pt x="1750680" y="1908208"/>
                  </a:lnTo>
                  <a:lnTo>
                    <a:pt x="1745243" y="1908208"/>
                  </a:lnTo>
                  <a:lnTo>
                    <a:pt x="1745243" y="1901377"/>
                  </a:lnTo>
                  <a:lnTo>
                    <a:pt x="1739807" y="1901377"/>
                  </a:lnTo>
                  <a:lnTo>
                    <a:pt x="1739807" y="1900011"/>
                  </a:lnTo>
                  <a:lnTo>
                    <a:pt x="1734370" y="1900011"/>
                  </a:lnTo>
                  <a:lnTo>
                    <a:pt x="1734370" y="1895914"/>
                  </a:lnTo>
                  <a:lnTo>
                    <a:pt x="1728933" y="1895914"/>
                  </a:lnTo>
                  <a:lnTo>
                    <a:pt x="1728933" y="1891818"/>
                  </a:lnTo>
                  <a:lnTo>
                    <a:pt x="1723496" y="1891818"/>
                  </a:lnTo>
                  <a:lnTo>
                    <a:pt x="1723496" y="1887724"/>
                  </a:lnTo>
                  <a:lnTo>
                    <a:pt x="1718059" y="1887724"/>
                  </a:lnTo>
                  <a:lnTo>
                    <a:pt x="1718059" y="1887724"/>
                  </a:lnTo>
                  <a:lnTo>
                    <a:pt x="1712622" y="1887724"/>
                  </a:lnTo>
                  <a:lnTo>
                    <a:pt x="1712622" y="1883639"/>
                  </a:lnTo>
                  <a:lnTo>
                    <a:pt x="1707185" y="1883639"/>
                  </a:lnTo>
                  <a:lnTo>
                    <a:pt x="1707185" y="1879556"/>
                  </a:lnTo>
                  <a:lnTo>
                    <a:pt x="1701748" y="1879556"/>
                  </a:lnTo>
                  <a:lnTo>
                    <a:pt x="1701748" y="1878195"/>
                  </a:lnTo>
                  <a:lnTo>
                    <a:pt x="1696311" y="1878195"/>
                  </a:lnTo>
                  <a:lnTo>
                    <a:pt x="1696311" y="1876833"/>
                  </a:lnTo>
                  <a:lnTo>
                    <a:pt x="1685438" y="1876833"/>
                  </a:lnTo>
                  <a:lnTo>
                    <a:pt x="1685438" y="1872750"/>
                  </a:lnTo>
                  <a:lnTo>
                    <a:pt x="1680001" y="1872750"/>
                  </a:lnTo>
                  <a:lnTo>
                    <a:pt x="1680001" y="1870028"/>
                  </a:lnTo>
                  <a:lnTo>
                    <a:pt x="1674564" y="1870028"/>
                  </a:lnTo>
                  <a:lnTo>
                    <a:pt x="1674564" y="1863226"/>
                  </a:lnTo>
                  <a:lnTo>
                    <a:pt x="1669127" y="1863226"/>
                  </a:lnTo>
                  <a:lnTo>
                    <a:pt x="1669127" y="1859145"/>
                  </a:lnTo>
                  <a:lnTo>
                    <a:pt x="1663690" y="1859145"/>
                  </a:lnTo>
                  <a:lnTo>
                    <a:pt x="1663690" y="1855063"/>
                  </a:lnTo>
                  <a:lnTo>
                    <a:pt x="1658253" y="1855063"/>
                  </a:lnTo>
                  <a:lnTo>
                    <a:pt x="1658253" y="1850983"/>
                  </a:lnTo>
                  <a:lnTo>
                    <a:pt x="1647379" y="1850983"/>
                  </a:lnTo>
                  <a:lnTo>
                    <a:pt x="1647379" y="1848264"/>
                  </a:lnTo>
                  <a:lnTo>
                    <a:pt x="1641942" y="1848264"/>
                  </a:lnTo>
                  <a:lnTo>
                    <a:pt x="1641942" y="1845546"/>
                  </a:lnTo>
                  <a:lnTo>
                    <a:pt x="1636506" y="1845546"/>
                  </a:lnTo>
                  <a:lnTo>
                    <a:pt x="1636506" y="1844187"/>
                  </a:lnTo>
                  <a:lnTo>
                    <a:pt x="1631069" y="1844187"/>
                  </a:lnTo>
                  <a:lnTo>
                    <a:pt x="1631069" y="1838755"/>
                  </a:lnTo>
                  <a:lnTo>
                    <a:pt x="1625632" y="1838755"/>
                  </a:lnTo>
                  <a:lnTo>
                    <a:pt x="1625632" y="1836038"/>
                  </a:lnTo>
                  <a:lnTo>
                    <a:pt x="1620195" y="1836038"/>
                  </a:lnTo>
                  <a:lnTo>
                    <a:pt x="1620195" y="1831965"/>
                  </a:lnTo>
                  <a:lnTo>
                    <a:pt x="1614758" y="1831965"/>
                  </a:lnTo>
                  <a:lnTo>
                    <a:pt x="1614758" y="1821106"/>
                  </a:lnTo>
                  <a:lnTo>
                    <a:pt x="1609321" y="1821106"/>
                  </a:lnTo>
                  <a:lnTo>
                    <a:pt x="1609321" y="1815678"/>
                  </a:lnTo>
                  <a:lnTo>
                    <a:pt x="1603884" y="1815678"/>
                  </a:lnTo>
                  <a:lnTo>
                    <a:pt x="1603884" y="1811608"/>
                  </a:lnTo>
                  <a:lnTo>
                    <a:pt x="1598447" y="1811608"/>
                  </a:lnTo>
                  <a:lnTo>
                    <a:pt x="1598447" y="1808900"/>
                  </a:lnTo>
                  <a:lnTo>
                    <a:pt x="1593010" y="1808900"/>
                  </a:lnTo>
                  <a:lnTo>
                    <a:pt x="1593010" y="1806193"/>
                  </a:lnTo>
                  <a:lnTo>
                    <a:pt x="1587573" y="1806193"/>
                  </a:lnTo>
                  <a:lnTo>
                    <a:pt x="1587573" y="1799424"/>
                  </a:lnTo>
                  <a:lnTo>
                    <a:pt x="1582137" y="1799424"/>
                  </a:lnTo>
                  <a:lnTo>
                    <a:pt x="1582137" y="1796718"/>
                  </a:lnTo>
                  <a:lnTo>
                    <a:pt x="1576700" y="1796718"/>
                  </a:lnTo>
                  <a:lnTo>
                    <a:pt x="1576700" y="1788598"/>
                  </a:lnTo>
                  <a:lnTo>
                    <a:pt x="1571263" y="1788598"/>
                  </a:lnTo>
                  <a:lnTo>
                    <a:pt x="1571263" y="1783184"/>
                  </a:lnTo>
                  <a:lnTo>
                    <a:pt x="1565826" y="1783184"/>
                  </a:lnTo>
                  <a:lnTo>
                    <a:pt x="1565826" y="1779124"/>
                  </a:lnTo>
                  <a:lnTo>
                    <a:pt x="1560389" y="1779124"/>
                  </a:lnTo>
                  <a:lnTo>
                    <a:pt x="1560389" y="1773711"/>
                  </a:lnTo>
                  <a:lnTo>
                    <a:pt x="1554952" y="1773711"/>
                  </a:lnTo>
                  <a:lnTo>
                    <a:pt x="1554952" y="1771005"/>
                  </a:lnTo>
                  <a:lnTo>
                    <a:pt x="1549515" y="1771005"/>
                  </a:lnTo>
                  <a:lnTo>
                    <a:pt x="1549515" y="1768300"/>
                  </a:lnTo>
                  <a:lnTo>
                    <a:pt x="1544078" y="1768300"/>
                  </a:lnTo>
                  <a:lnTo>
                    <a:pt x="1544078" y="1766948"/>
                  </a:lnTo>
                  <a:lnTo>
                    <a:pt x="1538641" y="1766948"/>
                  </a:lnTo>
                  <a:lnTo>
                    <a:pt x="1538641" y="1762891"/>
                  </a:lnTo>
                  <a:lnTo>
                    <a:pt x="1533205" y="1762891"/>
                  </a:lnTo>
                  <a:lnTo>
                    <a:pt x="1533205" y="1757481"/>
                  </a:lnTo>
                  <a:lnTo>
                    <a:pt x="1527768" y="1757481"/>
                  </a:lnTo>
                  <a:lnTo>
                    <a:pt x="1527768" y="1754777"/>
                  </a:lnTo>
                  <a:lnTo>
                    <a:pt x="1522331" y="1754777"/>
                  </a:lnTo>
                  <a:lnTo>
                    <a:pt x="1522331" y="1752075"/>
                  </a:lnTo>
                  <a:lnTo>
                    <a:pt x="1516894" y="1752075"/>
                  </a:lnTo>
                  <a:lnTo>
                    <a:pt x="1516894" y="1746671"/>
                  </a:lnTo>
                  <a:lnTo>
                    <a:pt x="1511457" y="1746671"/>
                  </a:lnTo>
                  <a:lnTo>
                    <a:pt x="1511457" y="1741270"/>
                  </a:lnTo>
                  <a:lnTo>
                    <a:pt x="1506020" y="1741270"/>
                  </a:lnTo>
                  <a:lnTo>
                    <a:pt x="1506020" y="1739920"/>
                  </a:lnTo>
                  <a:lnTo>
                    <a:pt x="1500583" y="1739920"/>
                  </a:lnTo>
                  <a:lnTo>
                    <a:pt x="1500583" y="1738571"/>
                  </a:lnTo>
                  <a:lnTo>
                    <a:pt x="1495146" y="1738571"/>
                  </a:lnTo>
                  <a:lnTo>
                    <a:pt x="1495146" y="1730471"/>
                  </a:lnTo>
                  <a:lnTo>
                    <a:pt x="1489709" y="1730471"/>
                  </a:lnTo>
                  <a:lnTo>
                    <a:pt x="1489709" y="1723724"/>
                  </a:lnTo>
                  <a:lnTo>
                    <a:pt x="1484272" y="1723724"/>
                  </a:lnTo>
                  <a:lnTo>
                    <a:pt x="1484272" y="1722374"/>
                  </a:lnTo>
                  <a:lnTo>
                    <a:pt x="1478836" y="1722374"/>
                  </a:lnTo>
                  <a:lnTo>
                    <a:pt x="1478836" y="1715626"/>
                  </a:lnTo>
                  <a:lnTo>
                    <a:pt x="1473399" y="1715626"/>
                  </a:lnTo>
                  <a:lnTo>
                    <a:pt x="1473399" y="1711578"/>
                  </a:lnTo>
                  <a:lnTo>
                    <a:pt x="1467962" y="1711578"/>
                  </a:lnTo>
                  <a:lnTo>
                    <a:pt x="1467962" y="1708880"/>
                  </a:lnTo>
                  <a:lnTo>
                    <a:pt x="1462525" y="1708880"/>
                  </a:lnTo>
                  <a:lnTo>
                    <a:pt x="1462525" y="1707530"/>
                  </a:lnTo>
                  <a:lnTo>
                    <a:pt x="1457088" y="1707530"/>
                  </a:lnTo>
                  <a:lnTo>
                    <a:pt x="1457088" y="1704832"/>
                  </a:lnTo>
                  <a:lnTo>
                    <a:pt x="1451651" y="1704832"/>
                  </a:lnTo>
                  <a:lnTo>
                    <a:pt x="1451651" y="1691342"/>
                  </a:lnTo>
                  <a:lnTo>
                    <a:pt x="1446214" y="1691342"/>
                  </a:lnTo>
                  <a:lnTo>
                    <a:pt x="1446214" y="1685945"/>
                  </a:lnTo>
                  <a:lnTo>
                    <a:pt x="1440777" y="1685945"/>
                  </a:lnTo>
                  <a:lnTo>
                    <a:pt x="1440777" y="1680547"/>
                  </a:lnTo>
                  <a:lnTo>
                    <a:pt x="1435340" y="1680547"/>
                  </a:lnTo>
                  <a:lnTo>
                    <a:pt x="1435340" y="1676502"/>
                  </a:lnTo>
                  <a:lnTo>
                    <a:pt x="1429903" y="1676502"/>
                  </a:lnTo>
                  <a:lnTo>
                    <a:pt x="1429903" y="1673805"/>
                  </a:lnTo>
                  <a:lnTo>
                    <a:pt x="1424467" y="1673805"/>
                  </a:lnTo>
                  <a:lnTo>
                    <a:pt x="1424467" y="1669761"/>
                  </a:lnTo>
                  <a:lnTo>
                    <a:pt x="1419030" y="1669761"/>
                  </a:lnTo>
                  <a:lnTo>
                    <a:pt x="1419030" y="1664368"/>
                  </a:lnTo>
                  <a:lnTo>
                    <a:pt x="1413593" y="1664368"/>
                  </a:lnTo>
                  <a:lnTo>
                    <a:pt x="1413593" y="1661672"/>
                  </a:lnTo>
                  <a:lnTo>
                    <a:pt x="1408156" y="1661672"/>
                  </a:lnTo>
                  <a:lnTo>
                    <a:pt x="1408156" y="1656280"/>
                  </a:lnTo>
                  <a:lnTo>
                    <a:pt x="1402719" y="1656280"/>
                  </a:lnTo>
                  <a:lnTo>
                    <a:pt x="1402719" y="1653584"/>
                  </a:lnTo>
                  <a:lnTo>
                    <a:pt x="1397282" y="1653584"/>
                  </a:lnTo>
                  <a:lnTo>
                    <a:pt x="1397282" y="1650889"/>
                  </a:lnTo>
                  <a:lnTo>
                    <a:pt x="1391845" y="1650889"/>
                  </a:lnTo>
                  <a:lnTo>
                    <a:pt x="1391845" y="1648195"/>
                  </a:lnTo>
                  <a:lnTo>
                    <a:pt x="1386408" y="1648195"/>
                  </a:lnTo>
                  <a:lnTo>
                    <a:pt x="1386408" y="1642808"/>
                  </a:lnTo>
                  <a:lnTo>
                    <a:pt x="1380971" y="1642808"/>
                  </a:lnTo>
                  <a:lnTo>
                    <a:pt x="1380971" y="1640115"/>
                  </a:lnTo>
                  <a:lnTo>
                    <a:pt x="1375534" y="1640115"/>
                  </a:lnTo>
                  <a:lnTo>
                    <a:pt x="1375534" y="1638768"/>
                  </a:lnTo>
                  <a:lnTo>
                    <a:pt x="1370098" y="1638768"/>
                  </a:lnTo>
                  <a:lnTo>
                    <a:pt x="1370098" y="1632041"/>
                  </a:lnTo>
                  <a:lnTo>
                    <a:pt x="1364661" y="1632041"/>
                  </a:lnTo>
                  <a:lnTo>
                    <a:pt x="1364661" y="1626661"/>
                  </a:lnTo>
                  <a:lnTo>
                    <a:pt x="1359224" y="1626661"/>
                  </a:lnTo>
                  <a:lnTo>
                    <a:pt x="1359224" y="1625317"/>
                  </a:lnTo>
                  <a:lnTo>
                    <a:pt x="1353787" y="1625317"/>
                  </a:lnTo>
                  <a:lnTo>
                    <a:pt x="1353787" y="1619940"/>
                  </a:lnTo>
                  <a:lnTo>
                    <a:pt x="1348350" y="1619940"/>
                  </a:lnTo>
                  <a:lnTo>
                    <a:pt x="1348350" y="1611874"/>
                  </a:lnTo>
                  <a:lnTo>
                    <a:pt x="1342913" y="1611874"/>
                  </a:lnTo>
                  <a:lnTo>
                    <a:pt x="1342913" y="1607840"/>
                  </a:lnTo>
                  <a:lnTo>
                    <a:pt x="1337476" y="1607840"/>
                  </a:lnTo>
                  <a:lnTo>
                    <a:pt x="1337476" y="1603808"/>
                  </a:lnTo>
                  <a:lnTo>
                    <a:pt x="1332039" y="1603808"/>
                  </a:lnTo>
                  <a:lnTo>
                    <a:pt x="1332039" y="1603808"/>
                  </a:lnTo>
                  <a:lnTo>
                    <a:pt x="1326602" y="1603808"/>
                  </a:lnTo>
                  <a:lnTo>
                    <a:pt x="1326602" y="1598435"/>
                  </a:lnTo>
                  <a:lnTo>
                    <a:pt x="1321166" y="1598435"/>
                  </a:lnTo>
                  <a:lnTo>
                    <a:pt x="1321166" y="1591719"/>
                  </a:lnTo>
                  <a:lnTo>
                    <a:pt x="1315729" y="1591719"/>
                  </a:lnTo>
                  <a:lnTo>
                    <a:pt x="1315729" y="1586345"/>
                  </a:lnTo>
                  <a:lnTo>
                    <a:pt x="1310292" y="1586345"/>
                  </a:lnTo>
                  <a:lnTo>
                    <a:pt x="1310292" y="1582314"/>
                  </a:lnTo>
                  <a:lnTo>
                    <a:pt x="1304855" y="1582314"/>
                  </a:lnTo>
                  <a:lnTo>
                    <a:pt x="1304855" y="1580971"/>
                  </a:lnTo>
                  <a:lnTo>
                    <a:pt x="1299418" y="1580971"/>
                  </a:lnTo>
                  <a:lnTo>
                    <a:pt x="1299418" y="1576941"/>
                  </a:lnTo>
                  <a:lnTo>
                    <a:pt x="1293981" y="1576941"/>
                  </a:lnTo>
                  <a:lnTo>
                    <a:pt x="1293981" y="1570224"/>
                  </a:lnTo>
                  <a:lnTo>
                    <a:pt x="1288544" y="1570224"/>
                  </a:lnTo>
                  <a:lnTo>
                    <a:pt x="1288544" y="1567539"/>
                  </a:lnTo>
                  <a:lnTo>
                    <a:pt x="1283107" y="1567539"/>
                  </a:lnTo>
                  <a:lnTo>
                    <a:pt x="1283107" y="1566196"/>
                  </a:lnTo>
                  <a:lnTo>
                    <a:pt x="1277670" y="1566196"/>
                  </a:lnTo>
                  <a:lnTo>
                    <a:pt x="1277670" y="1560823"/>
                  </a:lnTo>
                  <a:lnTo>
                    <a:pt x="1272233" y="1560823"/>
                  </a:lnTo>
                  <a:lnTo>
                    <a:pt x="1272233" y="1555451"/>
                  </a:lnTo>
                  <a:lnTo>
                    <a:pt x="1266797" y="1555451"/>
                  </a:lnTo>
                  <a:lnTo>
                    <a:pt x="1266797" y="1554108"/>
                  </a:lnTo>
                  <a:lnTo>
                    <a:pt x="1261360" y="1554108"/>
                  </a:lnTo>
                  <a:lnTo>
                    <a:pt x="1261360" y="1546051"/>
                  </a:lnTo>
                  <a:lnTo>
                    <a:pt x="1255923" y="1546051"/>
                  </a:lnTo>
                  <a:lnTo>
                    <a:pt x="1255923" y="1539343"/>
                  </a:lnTo>
                  <a:lnTo>
                    <a:pt x="1250486" y="1539343"/>
                  </a:lnTo>
                  <a:lnTo>
                    <a:pt x="1250486" y="1535319"/>
                  </a:lnTo>
                  <a:lnTo>
                    <a:pt x="1245049" y="1535319"/>
                  </a:lnTo>
                  <a:lnTo>
                    <a:pt x="1245049" y="1532637"/>
                  </a:lnTo>
                  <a:lnTo>
                    <a:pt x="1239612" y="1532637"/>
                  </a:lnTo>
                  <a:lnTo>
                    <a:pt x="1239612" y="1528616"/>
                  </a:lnTo>
                  <a:lnTo>
                    <a:pt x="1228738" y="1528616"/>
                  </a:lnTo>
                  <a:lnTo>
                    <a:pt x="1228738" y="1524596"/>
                  </a:lnTo>
                  <a:lnTo>
                    <a:pt x="1223301" y="1524596"/>
                  </a:lnTo>
                  <a:lnTo>
                    <a:pt x="1223301" y="1517898"/>
                  </a:lnTo>
                  <a:lnTo>
                    <a:pt x="1217864" y="1517898"/>
                  </a:lnTo>
                  <a:lnTo>
                    <a:pt x="1217864" y="1516558"/>
                  </a:lnTo>
                  <a:lnTo>
                    <a:pt x="1212428" y="1516558"/>
                  </a:lnTo>
                  <a:lnTo>
                    <a:pt x="1212428" y="1513881"/>
                  </a:lnTo>
                  <a:lnTo>
                    <a:pt x="1206991" y="1513881"/>
                  </a:lnTo>
                  <a:lnTo>
                    <a:pt x="1206991" y="1509864"/>
                  </a:lnTo>
                  <a:lnTo>
                    <a:pt x="1201554" y="1509864"/>
                  </a:lnTo>
                  <a:lnTo>
                    <a:pt x="1201554" y="1505848"/>
                  </a:lnTo>
                  <a:lnTo>
                    <a:pt x="1196117" y="1505848"/>
                  </a:lnTo>
                  <a:lnTo>
                    <a:pt x="1196117" y="1500493"/>
                  </a:lnTo>
                  <a:lnTo>
                    <a:pt x="1190680" y="1500493"/>
                  </a:lnTo>
                  <a:lnTo>
                    <a:pt x="1190680" y="1497817"/>
                  </a:lnTo>
                  <a:lnTo>
                    <a:pt x="1185243" y="1497817"/>
                  </a:lnTo>
                  <a:lnTo>
                    <a:pt x="1185243" y="1493803"/>
                  </a:lnTo>
                  <a:lnTo>
                    <a:pt x="1179806" y="1493803"/>
                  </a:lnTo>
                  <a:lnTo>
                    <a:pt x="1179806" y="1489792"/>
                  </a:lnTo>
                  <a:lnTo>
                    <a:pt x="1174369" y="1489792"/>
                  </a:lnTo>
                  <a:lnTo>
                    <a:pt x="1174369" y="1485782"/>
                  </a:lnTo>
                  <a:lnTo>
                    <a:pt x="1168932" y="1485782"/>
                  </a:lnTo>
                  <a:lnTo>
                    <a:pt x="1168932" y="1479100"/>
                  </a:lnTo>
                  <a:lnTo>
                    <a:pt x="1163495" y="1479100"/>
                  </a:lnTo>
                  <a:lnTo>
                    <a:pt x="1163495" y="1475092"/>
                  </a:lnTo>
                  <a:lnTo>
                    <a:pt x="1158059" y="1475092"/>
                  </a:lnTo>
                  <a:lnTo>
                    <a:pt x="1158059" y="1472420"/>
                  </a:lnTo>
                  <a:lnTo>
                    <a:pt x="1152622" y="1472420"/>
                  </a:lnTo>
                  <a:lnTo>
                    <a:pt x="1152622" y="1465742"/>
                  </a:lnTo>
                  <a:lnTo>
                    <a:pt x="1147185" y="1465742"/>
                  </a:lnTo>
                  <a:lnTo>
                    <a:pt x="1147185" y="1455058"/>
                  </a:lnTo>
                  <a:lnTo>
                    <a:pt x="1141748" y="1455058"/>
                  </a:lnTo>
                  <a:lnTo>
                    <a:pt x="1141748" y="1448385"/>
                  </a:lnTo>
                  <a:lnTo>
                    <a:pt x="1136311" y="1448385"/>
                  </a:lnTo>
                  <a:lnTo>
                    <a:pt x="1136311" y="1440376"/>
                  </a:lnTo>
                  <a:lnTo>
                    <a:pt x="1130874" y="1440376"/>
                  </a:lnTo>
                  <a:lnTo>
                    <a:pt x="1130874" y="1435037"/>
                  </a:lnTo>
                  <a:lnTo>
                    <a:pt x="1125437" y="1435037"/>
                  </a:lnTo>
                  <a:lnTo>
                    <a:pt x="1125437" y="1433703"/>
                  </a:lnTo>
                  <a:lnTo>
                    <a:pt x="1120000" y="1433703"/>
                  </a:lnTo>
                  <a:lnTo>
                    <a:pt x="1120000" y="1425698"/>
                  </a:lnTo>
                  <a:lnTo>
                    <a:pt x="1114563" y="1425698"/>
                  </a:lnTo>
                  <a:lnTo>
                    <a:pt x="1114563" y="1419025"/>
                  </a:lnTo>
                  <a:lnTo>
                    <a:pt x="1109127" y="1419025"/>
                  </a:lnTo>
                  <a:lnTo>
                    <a:pt x="1109127" y="1412352"/>
                  </a:lnTo>
                  <a:lnTo>
                    <a:pt x="1103690" y="1412352"/>
                  </a:lnTo>
                  <a:lnTo>
                    <a:pt x="1103690" y="1408349"/>
                  </a:lnTo>
                  <a:lnTo>
                    <a:pt x="1098253" y="1408349"/>
                  </a:lnTo>
                  <a:lnTo>
                    <a:pt x="1098253" y="1400343"/>
                  </a:lnTo>
                  <a:lnTo>
                    <a:pt x="1092816" y="1400343"/>
                  </a:lnTo>
                  <a:lnTo>
                    <a:pt x="1092816" y="1386996"/>
                  </a:lnTo>
                  <a:lnTo>
                    <a:pt x="1087379" y="1386996"/>
                  </a:lnTo>
                  <a:lnTo>
                    <a:pt x="1087379" y="1376316"/>
                  </a:lnTo>
                  <a:lnTo>
                    <a:pt x="1081942" y="1376316"/>
                  </a:lnTo>
                  <a:lnTo>
                    <a:pt x="1081942" y="1370975"/>
                  </a:lnTo>
                  <a:lnTo>
                    <a:pt x="1076505" y="1370975"/>
                  </a:lnTo>
                  <a:lnTo>
                    <a:pt x="1076505" y="1366969"/>
                  </a:lnTo>
                  <a:lnTo>
                    <a:pt x="1071068" y="1366969"/>
                  </a:lnTo>
                  <a:lnTo>
                    <a:pt x="1071068" y="1360297"/>
                  </a:lnTo>
                  <a:lnTo>
                    <a:pt x="1065631" y="1360297"/>
                  </a:lnTo>
                  <a:lnTo>
                    <a:pt x="1065631" y="1349630"/>
                  </a:lnTo>
                  <a:lnTo>
                    <a:pt x="1060194" y="1349630"/>
                  </a:lnTo>
                  <a:lnTo>
                    <a:pt x="1060194" y="1342962"/>
                  </a:lnTo>
                  <a:lnTo>
                    <a:pt x="1054758" y="1342962"/>
                  </a:lnTo>
                  <a:lnTo>
                    <a:pt x="1054758" y="1336295"/>
                  </a:lnTo>
                  <a:lnTo>
                    <a:pt x="1049321" y="1336295"/>
                  </a:lnTo>
                  <a:lnTo>
                    <a:pt x="1049321" y="1330961"/>
                  </a:lnTo>
                  <a:lnTo>
                    <a:pt x="1043884" y="1330961"/>
                  </a:lnTo>
                  <a:lnTo>
                    <a:pt x="1043884" y="1328294"/>
                  </a:lnTo>
                  <a:lnTo>
                    <a:pt x="1038447" y="1328294"/>
                  </a:lnTo>
                  <a:lnTo>
                    <a:pt x="1038447" y="1318958"/>
                  </a:lnTo>
                  <a:lnTo>
                    <a:pt x="1033010" y="1318958"/>
                  </a:lnTo>
                  <a:lnTo>
                    <a:pt x="1033010" y="1314958"/>
                  </a:lnTo>
                  <a:lnTo>
                    <a:pt x="1027573" y="1314958"/>
                  </a:lnTo>
                  <a:lnTo>
                    <a:pt x="1027573" y="1308297"/>
                  </a:lnTo>
                  <a:lnTo>
                    <a:pt x="1016699" y="1308297"/>
                  </a:lnTo>
                  <a:lnTo>
                    <a:pt x="1016699" y="1302969"/>
                  </a:lnTo>
                  <a:lnTo>
                    <a:pt x="1011262" y="1302969"/>
                  </a:lnTo>
                  <a:lnTo>
                    <a:pt x="1011262" y="1293644"/>
                  </a:lnTo>
                  <a:lnTo>
                    <a:pt x="1005825" y="1293644"/>
                  </a:lnTo>
                  <a:lnTo>
                    <a:pt x="1005825" y="1290979"/>
                  </a:lnTo>
                  <a:lnTo>
                    <a:pt x="1000389" y="1290979"/>
                  </a:lnTo>
                  <a:lnTo>
                    <a:pt x="1000389" y="1284319"/>
                  </a:lnTo>
                  <a:lnTo>
                    <a:pt x="994952" y="1284319"/>
                  </a:lnTo>
                  <a:lnTo>
                    <a:pt x="994952" y="1280323"/>
                  </a:lnTo>
                  <a:lnTo>
                    <a:pt x="989515" y="1280323"/>
                  </a:lnTo>
                  <a:lnTo>
                    <a:pt x="989515" y="1273668"/>
                  </a:lnTo>
                  <a:lnTo>
                    <a:pt x="984078" y="1273668"/>
                  </a:lnTo>
                  <a:lnTo>
                    <a:pt x="984078" y="1267013"/>
                  </a:lnTo>
                  <a:lnTo>
                    <a:pt x="978641" y="1267013"/>
                  </a:lnTo>
                  <a:lnTo>
                    <a:pt x="978641" y="1261688"/>
                  </a:lnTo>
                  <a:lnTo>
                    <a:pt x="973204" y="1261688"/>
                  </a:lnTo>
                  <a:lnTo>
                    <a:pt x="973204" y="1255033"/>
                  </a:lnTo>
                  <a:lnTo>
                    <a:pt x="967767" y="1255033"/>
                  </a:lnTo>
                  <a:lnTo>
                    <a:pt x="967767" y="1245715"/>
                  </a:lnTo>
                  <a:lnTo>
                    <a:pt x="962330" y="1245715"/>
                  </a:lnTo>
                  <a:lnTo>
                    <a:pt x="962330" y="1236398"/>
                  </a:lnTo>
                  <a:lnTo>
                    <a:pt x="956893" y="1236398"/>
                  </a:lnTo>
                  <a:lnTo>
                    <a:pt x="956893" y="1231075"/>
                  </a:lnTo>
                  <a:lnTo>
                    <a:pt x="951457" y="1231075"/>
                  </a:lnTo>
                  <a:lnTo>
                    <a:pt x="951457" y="1225755"/>
                  </a:lnTo>
                  <a:lnTo>
                    <a:pt x="946020" y="1225755"/>
                  </a:lnTo>
                  <a:lnTo>
                    <a:pt x="946020" y="1224425"/>
                  </a:lnTo>
                  <a:lnTo>
                    <a:pt x="940583" y="1224425"/>
                  </a:lnTo>
                  <a:lnTo>
                    <a:pt x="940583" y="1220437"/>
                  </a:lnTo>
                  <a:lnTo>
                    <a:pt x="935146" y="1220437"/>
                  </a:lnTo>
                  <a:lnTo>
                    <a:pt x="935146" y="1217779"/>
                  </a:lnTo>
                  <a:lnTo>
                    <a:pt x="929709" y="1217779"/>
                  </a:lnTo>
                  <a:lnTo>
                    <a:pt x="929709" y="1213793"/>
                  </a:lnTo>
                  <a:lnTo>
                    <a:pt x="924272" y="1213793"/>
                  </a:lnTo>
                  <a:lnTo>
                    <a:pt x="924272" y="1208478"/>
                  </a:lnTo>
                  <a:lnTo>
                    <a:pt x="918835" y="1208478"/>
                  </a:lnTo>
                  <a:lnTo>
                    <a:pt x="918835" y="1203166"/>
                  </a:lnTo>
                  <a:lnTo>
                    <a:pt x="913398" y="1203166"/>
                  </a:lnTo>
                  <a:lnTo>
                    <a:pt x="913398" y="1196535"/>
                  </a:lnTo>
                  <a:lnTo>
                    <a:pt x="907961" y="1196535"/>
                  </a:lnTo>
                  <a:lnTo>
                    <a:pt x="907961" y="1191235"/>
                  </a:lnTo>
                  <a:lnTo>
                    <a:pt x="902524" y="1191235"/>
                  </a:lnTo>
                  <a:lnTo>
                    <a:pt x="902524" y="1185938"/>
                  </a:lnTo>
                  <a:lnTo>
                    <a:pt x="897088" y="1185938"/>
                  </a:lnTo>
                  <a:lnTo>
                    <a:pt x="897088" y="1179318"/>
                  </a:lnTo>
                  <a:lnTo>
                    <a:pt x="891651" y="1179318"/>
                  </a:lnTo>
                  <a:lnTo>
                    <a:pt x="891651" y="1174022"/>
                  </a:lnTo>
                  <a:lnTo>
                    <a:pt x="886214" y="1174022"/>
                  </a:lnTo>
                  <a:lnTo>
                    <a:pt x="886214" y="1171374"/>
                  </a:lnTo>
                  <a:lnTo>
                    <a:pt x="880777" y="1171374"/>
                  </a:lnTo>
                  <a:lnTo>
                    <a:pt x="880777" y="1170050"/>
                  </a:lnTo>
                  <a:lnTo>
                    <a:pt x="875340" y="1170050"/>
                  </a:lnTo>
                  <a:lnTo>
                    <a:pt x="875340" y="1163436"/>
                  </a:lnTo>
                  <a:lnTo>
                    <a:pt x="869903" y="1163436"/>
                  </a:lnTo>
                  <a:lnTo>
                    <a:pt x="869903" y="1158145"/>
                  </a:lnTo>
                  <a:lnTo>
                    <a:pt x="864466" y="1158145"/>
                  </a:lnTo>
                  <a:lnTo>
                    <a:pt x="864466" y="1154177"/>
                  </a:lnTo>
                  <a:lnTo>
                    <a:pt x="859029" y="1154177"/>
                  </a:lnTo>
                  <a:lnTo>
                    <a:pt x="859029" y="1146240"/>
                  </a:lnTo>
                  <a:lnTo>
                    <a:pt x="853592" y="1146240"/>
                  </a:lnTo>
                  <a:lnTo>
                    <a:pt x="853592" y="1139627"/>
                  </a:lnTo>
                  <a:lnTo>
                    <a:pt x="848155" y="1139627"/>
                  </a:lnTo>
                  <a:lnTo>
                    <a:pt x="848155" y="1131693"/>
                  </a:lnTo>
                  <a:lnTo>
                    <a:pt x="842719" y="1131693"/>
                  </a:lnTo>
                  <a:lnTo>
                    <a:pt x="842719" y="1121115"/>
                  </a:lnTo>
                  <a:lnTo>
                    <a:pt x="837282" y="1121115"/>
                  </a:lnTo>
                  <a:lnTo>
                    <a:pt x="837282" y="1114511"/>
                  </a:lnTo>
                  <a:lnTo>
                    <a:pt x="831845" y="1114511"/>
                  </a:lnTo>
                  <a:lnTo>
                    <a:pt x="831845" y="1110549"/>
                  </a:lnTo>
                  <a:lnTo>
                    <a:pt x="826408" y="1110549"/>
                  </a:lnTo>
                  <a:lnTo>
                    <a:pt x="826408" y="1099990"/>
                  </a:lnTo>
                  <a:lnTo>
                    <a:pt x="820971" y="1099990"/>
                  </a:lnTo>
                  <a:lnTo>
                    <a:pt x="820971" y="1094711"/>
                  </a:lnTo>
                  <a:lnTo>
                    <a:pt x="815534" y="1094711"/>
                  </a:lnTo>
                  <a:lnTo>
                    <a:pt x="815534" y="1082830"/>
                  </a:lnTo>
                  <a:lnTo>
                    <a:pt x="810097" y="1082830"/>
                  </a:lnTo>
                  <a:lnTo>
                    <a:pt x="810097" y="1080192"/>
                  </a:lnTo>
                  <a:lnTo>
                    <a:pt x="804660" y="1080192"/>
                  </a:lnTo>
                  <a:lnTo>
                    <a:pt x="804660" y="1072274"/>
                  </a:lnTo>
                  <a:lnTo>
                    <a:pt x="799223" y="1072274"/>
                  </a:lnTo>
                  <a:lnTo>
                    <a:pt x="799223" y="1069636"/>
                  </a:lnTo>
                  <a:lnTo>
                    <a:pt x="793786" y="1069636"/>
                  </a:lnTo>
                  <a:lnTo>
                    <a:pt x="793786" y="1064360"/>
                  </a:lnTo>
                  <a:lnTo>
                    <a:pt x="788350" y="1064360"/>
                  </a:lnTo>
                  <a:lnTo>
                    <a:pt x="788350" y="1057766"/>
                  </a:lnTo>
                  <a:lnTo>
                    <a:pt x="782913" y="1057766"/>
                  </a:lnTo>
                  <a:lnTo>
                    <a:pt x="782913" y="1048533"/>
                  </a:lnTo>
                  <a:lnTo>
                    <a:pt x="777476" y="1048533"/>
                  </a:lnTo>
                  <a:lnTo>
                    <a:pt x="777476" y="1040616"/>
                  </a:lnTo>
                  <a:lnTo>
                    <a:pt x="772039" y="1040616"/>
                  </a:lnTo>
                  <a:lnTo>
                    <a:pt x="772039" y="1030063"/>
                  </a:lnTo>
                  <a:lnTo>
                    <a:pt x="766602" y="1030063"/>
                  </a:lnTo>
                  <a:lnTo>
                    <a:pt x="766602" y="1027424"/>
                  </a:lnTo>
                  <a:lnTo>
                    <a:pt x="761165" y="1027424"/>
                  </a:lnTo>
                  <a:lnTo>
                    <a:pt x="761165" y="1023468"/>
                  </a:lnTo>
                  <a:lnTo>
                    <a:pt x="755728" y="1023468"/>
                  </a:lnTo>
                  <a:lnTo>
                    <a:pt x="755728" y="1019511"/>
                  </a:lnTo>
                  <a:lnTo>
                    <a:pt x="750291" y="1019511"/>
                  </a:lnTo>
                  <a:lnTo>
                    <a:pt x="750291" y="1011599"/>
                  </a:lnTo>
                  <a:lnTo>
                    <a:pt x="744854" y="1011599"/>
                  </a:lnTo>
                  <a:lnTo>
                    <a:pt x="744854" y="1006324"/>
                  </a:lnTo>
                  <a:lnTo>
                    <a:pt x="739418" y="1006324"/>
                  </a:lnTo>
                  <a:lnTo>
                    <a:pt x="739418" y="999730"/>
                  </a:lnTo>
                  <a:lnTo>
                    <a:pt x="733981" y="999730"/>
                  </a:lnTo>
                  <a:lnTo>
                    <a:pt x="733981" y="987863"/>
                  </a:lnTo>
                  <a:lnTo>
                    <a:pt x="728544" y="987863"/>
                  </a:lnTo>
                  <a:lnTo>
                    <a:pt x="728544" y="982588"/>
                  </a:lnTo>
                  <a:lnTo>
                    <a:pt x="723107" y="982588"/>
                  </a:lnTo>
                  <a:lnTo>
                    <a:pt x="723107" y="973365"/>
                  </a:lnTo>
                  <a:lnTo>
                    <a:pt x="717670" y="973365"/>
                  </a:lnTo>
                  <a:lnTo>
                    <a:pt x="717670" y="969412"/>
                  </a:lnTo>
                  <a:lnTo>
                    <a:pt x="712233" y="969412"/>
                  </a:lnTo>
                  <a:lnTo>
                    <a:pt x="712233" y="962825"/>
                  </a:lnTo>
                  <a:lnTo>
                    <a:pt x="706796" y="962825"/>
                  </a:lnTo>
                  <a:lnTo>
                    <a:pt x="706796" y="954923"/>
                  </a:lnTo>
                  <a:lnTo>
                    <a:pt x="701359" y="954923"/>
                  </a:lnTo>
                  <a:lnTo>
                    <a:pt x="701359" y="943067"/>
                  </a:lnTo>
                  <a:lnTo>
                    <a:pt x="695922" y="943067"/>
                  </a:lnTo>
                  <a:lnTo>
                    <a:pt x="695922" y="935166"/>
                  </a:lnTo>
                  <a:lnTo>
                    <a:pt x="690485" y="935166"/>
                  </a:lnTo>
                  <a:lnTo>
                    <a:pt x="690485" y="927263"/>
                  </a:lnTo>
                  <a:lnTo>
                    <a:pt x="685049" y="927263"/>
                  </a:lnTo>
                  <a:lnTo>
                    <a:pt x="685049" y="922002"/>
                  </a:lnTo>
                  <a:lnTo>
                    <a:pt x="679612" y="922002"/>
                  </a:lnTo>
                  <a:lnTo>
                    <a:pt x="679612" y="915432"/>
                  </a:lnTo>
                  <a:lnTo>
                    <a:pt x="674175" y="915432"/>
                  </a:lnTo>
                  <a:lnTo>
                    <a:pt x="674175" y="904923"/>
                  </a:lnTo>
                  <a:lnTo>
                    <a:pt x="668738" y="904923"/>
                  </a:lnTo>
                  <a:lnTo>
                    <a:pt x="668738" y="899668"/>
                  </a:lnTo>
                  <a:lnTo>
                    <a:pt x="663301" y="899668"/>
                  </a:lnTo>
                  <a:lnTo>
                    <a:pt x="663301" y="891785"/>
                  </a:lnTo>
                  <a:lnTo>
                    <a:pt x="657864" y="891785"/>
                  </a:lnTo>
                  <a:lnTo>
                    <a:pt x="657864" y="885217"/>
                  </a:lnTo>
                  <a:lnTo>
                    <a:pt x="652427" y="885217"/>
                  </a:lnTo>
                  <a:lnTo>
                    <a:pt x="652427" y="878654"/>
                  </a:lnTo>
                  <a:lnTo>
                    <a:pt x="646990" y="878654"/>
                  </a:lnTo>
                  <a:lnTo>
                    <a:pt x="646990" y="876029"/>
                  </a:lnTo>
                  <a:lnTo>
                    <a:pt x="641553" y="876029"/>
                  </a:lnTo>
                  <a:lnTo>
                    <a:pt x="641553" y="868160"/>
                  </a:lnTo>
                  <a:lnTo>
                    <a:pt x="636116" y="868160"/>
                  </a:lnTo>
                  <a:lnTo>
                    <a:pt x="636116" y="861601"/>
                  </a:lnTo>
                  <a:lnTo>
                    <a:pt x="630680" y="861601"/>
                  </a:lnTo>
                  <a:lnTo>
                    <a:pt x="630680" y="855041"/>
                  </a:lnTo>
                  <a:lnTo>
                    <a:pt x="625243" y="855041"/>
                  </a:lnTo>
                  <a:lnTo>
                    <a:pt x="625243" y="845865"/>
                  </a:lnTo>
                  <a:lnTo>
                    <a:pt x="619806" y="845865"/>
                  </a:lnTo>
                  <a:lnTo>
                    <a:pt x="619806" y="832753"/>
                  </a:lnTo>
                  <a:lnTo>
                    <a:pt x="614369" y="832753"/>
                  </a:lnTo>
                  <a:lnTo>
                    <a:pt x="614369" y="824887"/>
                  </a:lnTo>
                  <a:lnTo>
                    <a:pt x="608932" y="824887"/>
                  </a:lnTo>
                  <a:lnTo>
                    <a:pt x="608932" y="819649"/>
                  </a:lnTo>
                  <a:lnTo>
                    <a:pt x="603495" y="819649"/>
                  </a:lnTo>
                  <a:lnTo>
                    <a:pt x="603495" y="810487"/>
                  </a:lnTo>
                  <a:lnTo>
                    <a:pt x="598058" y="810487"/>
                  </a:lnTo>
                  <a:lnTo>
                    <a:pt x="598058" y="807870"/>
                  </a:lnTo>
                  <a:lnTo>
                    <a:pt x="592621" y="807870"/>
                  </a:lnTo>
                  <a:lnTo>
                    <a:pt x="592621" y="801330"/>
                  </a:lnTo>
                  <a:lnTo>
                    <a:pt x="587184" y="801330"/>
                  </a:lnTo>
                  <a:lnTo>
                    <a:pt x="587184" y="794788"/>
                  </a:lnTo>
                  <a:lnTo>
                    <a:pt x="581747" y="794788"/>
                  </a:lnTo>
                  <a:lnTo>
                    <a:pt x="581747" y="783016"/>
                  </a:lnTo>
                  <a:lnTo>
                    <a:pt x="576311" y="783016"/>
                  </a:lnTo>
                  <a:lnTo>
                    <a:pt x="576311" y="777782"/>
                  </a:lnTo>
                  <a:lnTo>
                    <a:pt x="570874" y="777782"/>
                  </a:lnTo>
                  <a:lnTo>
                    <a:pt x="570874" y="775168"/>
                  </a:lnTo>
                  <a:lnTo>
                    <a:pt x="565437" y="775168"/>
                  </a:lnTo>
                  <a:lnTo>
                    <a:pt x="565437" y="772555"/>
                  </a:lnTo>
                  <a:lnTo>
                    <a:pt x="560000" y="772555"/>
                  </a:lnTo>
                  <a:lnTo>
                    <a:pt x="560000" y="763413"/>
                  </a:lnTo>
                  <a:lnTo>
                    <a:pt x="554563" y="763413"/>
                  </a:lnTo>
                  <a:lnTo>
                    <a:pt x="554563" y="762107"/>
                  </a:lnTo>
                  <a:lnTo>
                    <a:pt x="549126" y="762107"/>
                  </a:lnTo>
                  <a:lnTo>
                    <a:pt x="549126" y="758188"/>
                  </a:lnTo>
                  <a:lnTo>
                    <a:pt x="543689" y="758188"/>
                  </a:lnTo>
                  <a:lnTo>
                    <a:pt x="543689" y="752964"/>
                  </a:lnTo>
                  <a:lnTo>
                    <a:pt x="538252" y="752964"/>
                  </a:lnTo>
                  <a:lnTo>
                    <a:pt x="538252" y="742515"/>
                  </a:lnTo>
                  <a:lnTo>
                    <a:pt x="532815" y="742515"/>
                  </a:lnTo>
                  <a:lnTo>
                    <a:pt x="532815" y="741209"/>
                  </a:lnTo>
                  <a:lnTo>
                    <a:pt x="527379" y="741209"/>
                  </a:lnTo>
                  <a:lnTo>
                    <a:pt x="527379" y="729452"/>
                  </a:lnTo>
                  <a:lnTo>
                    <a:pt x="521942" y="729452"/>
                  </a:lnTo>
                  <a:lnTo>
                    <a:pt x="521942" y="722920"/>
                  </a:lnTo>
                  <a:lnTo>
                    <a:pt x="516505" y="722920"/>
                  </a:lnTo>
                  <a:lnTo>
                    <a:pt x="516505" y="720307"/>
                  </a:lnTo>
                  <a:lnTo>
                    <a:pt x="511068" y="720307"/>
                  </a:lnTo>
                  <a:lnTo>
                    <a:pt x="511068" y="711162"/>
                  </a:lnTo>
                  <a:lnTo>
                    <a:pt x="505631" y="711162"/>
                  </a:lnTo>
                  <a:lnTo>
                    <a:pt x="505631" y="704629"/>
                  </a:lnTo>
                  <a:lnTo>
                    <a:pt x="500194" y="704629"/>
                  </a:lnTo>
                  <a:lnTo>
                    <a:pt x="500194" y="699403"/>
                  </a:lnTo>
                  <a:lnTo>
                    <a:pt x="494757" y="699403"/>
                  </a:lnTo>
                  <a:lnTo>
                    <a:pt x="494757" y="687642"/>
                  </a:lnTo>
                  <a:lnTo>
                    <a:pt x="489320" y="687642"/>
                  </a:lnTo>
                  <a:lnTo>
                    <a:pt x="489320" y="683721"/>
                  </a:lnTo>
                  <a:lnTo>
                    <a:pt x="483883" y="683721"/>
                  </a:lnTo>
                  <a:lnTo>
                    <a:pt x="483883" y="678492"/>
                  </a:lnTo>
                  <a:lnTo>
                    <a:pt x="478446" y="678492"/>
                  </a:lnTo>
                  <a:lnTo>
                    <a:pt x="478446" y="670650"/>
                  </a:lnTo>
                  <a:lnTo>
                    <a:pt x="473010" y="670650"/>
                  </a:lnTo>
                  <a:lnTo>
                    <a:pt x="473010" y="669343"/>
                  </a:lnTo>
                  <a:lnTo>
                    <a:pt x="467573" y="669343"/>
                  </a:lnTo>
                  <a:lnTo>
                    <a:pt x="467573" y="662809"/>
                  </a:lnTo>
                  <a:lnTo>
                    <a:pt x="462136" y="662809"/>
                  </a:lnTo>
                  <a:lnTo>
                    <a:pt x="462136" y="656276"/>
                  </a:lnTo>
                  <a:lnTo>
                    <a:pt x="456699" y="656276"/>
                  </a:lnTo>
                  <a:lnTo>
                    <a:pt x="456699" y="643229"/>
                  </a:lnTo>
                  <a:lnTo>
                    <a:pt x="451262" y="643229"/>
                  </a:lnTo>
                  <a:lnTo>
                    <a:pt x="451262" y="631489"/>
                  </a:lnTo>
                  <a:lnTo>
                    <a:pt x="445825" y="631489"/>
                  </a:lnTo>
                  <a:lnTo>
                    <a:pt x="445825" y="623666"/>
                  </a:lnTo>
                  <a:lnTo>
                    <a:pt x="440388" y="623666"/>
                  </a:lnTo>
                  <a:lnTo>
                    <a:pt x="440388" y="611927"/>
                  </a:lnTo>
                  <a:lnTo>
                    <a:pt x="434951" y="611927"/>
                  </a:lnTo>
                  <a:lnTo>
                    <a:pt x="434951" y="610623"/>
                  </a:lnTo>
                  <a:lnTo>
                    <a:pt x="429514" y="610623"/>
                  </a:lnTo>
                  <a:lnTo>
                    <a:pt x="429514" y="605408"/>
                  </a:lnTo>
                  <a:lnTo>
                    <a:pt x="424077" y="605408"/>
                  </a:lnTo>
                  <a:lnTo>
                    <a:pt x="424077" y="598891"/>
                  </a:lnTo>
                  <a:lnTo>
                    <a:pt x="418641" y="598891"/>
                  </a:lnTo>
                  <a:lnTo>
                    <a:pt x="418641" y="593677"/>
                  </a:lnTo>
                  <a:lnTo>
                    <a:pt x="413204" y="593677"/>
                  </a:lnTo>
                  <a:lnTo>
                    <a:pt x="413204" y="581940"/>
                  </a:lnTo>
                  <a:lnTo>
                    <a:pt x="407767" y="581940"/>
                  </a:lnTo>
                  <a:lnTo>
                    <a:pt x="407767" y="574114"/>
                  </a:lnTo>
                  <a:lnTo>
                    <a:pt x="402330" y="574114"/>
                  </a:lnTo>
                  <a:lnTo>
                    <a:pt x="402330" y="564985"/>
                  </a:lnTo>
                  <a:lnTo>
                    <a:pt x="396893" y="564985"/>
                  </a:lnTo>
                  <a:lnTo>
                    <a:pt x="396893" y="551940"/>
                  </a:lnTo>
                  <a:lnTo>
                    <a:pt x="391456" y="551940"/>
                  </a:lnTo>
                  <a:lnTo>
                    <a:pt x="391456" y="545414"/>
                  </a:lnTo>
                  <a:lnTo>
                    <a:pt x="386019" y="545414"/>
                  </a:lnTo>
                  <a:lnTo>
                    <a:pt x="386019" y="537580"/>
                  </a:lnTo>
                  <a:lnTo>
                    <a:pt x="380582" y="537580"/>
                  </a:lnTo>
                  <a:lnTo>
                    <a:pt x="380582" y="528441"/>
                  </a:lnTo>
                  <a:lnTo>
                    <a:pt x="375145" y="528441"/>
                  </a:lnTo>
                  <a:lnTo>
                    <a:pt x="375145" y="517991"/>
                  </a:lnTo>
                  <a:lnTo>
                    <a:pt x="369709" y="517991"/>
                  </a:lnTo>
                  <a:lnTo>
                    <a:pt x="369709" y="507538"/>
                  </a:lnTo>
                  <a:lnTo>
                    <a:pt x="364272" y="507538"/>
                  </a:lnTo>
                  <a:lnTo>
                    <a:pt x="364272" y="499694"/>
                  </a:lnTo>
                  <a:lnTo>
                    <a:pt x="358835" y="499694"/>
                  </a:lnTo>
                  <a:lnTo>
                    <a:pt x="358835" y="494463"/>
                  </a:lnTo>
                  <a:lnTo>
                    <a:pt x="353398" y="494463"/>
                  </a:lnTo>
                  <a:lnTo>
                    <a:pt x="353398" y="484001"/>
                  </a:lnTo>
                  <a:lnTo>
                    <a:pt x="347961" y="484001"/>
                  </a:lnTo>
                  <a:lnTo>
                    <a:pt x="347961" y="473537"/>
                  </a:lnTo>
                  <a:lnTo>
                    <a:pt x="342524" y="473537"/>
                  </a:lnTo>
                  <a:lnTo>
                    <a:pt x="342524" y="464393"/>
                  </a:lnTo>
                  <a:lnTo>
                    <a:pt x="337087" y="464393"/>
                  </a:lnTo>
                  <a:lnTo>
                    <a:pt x="337087" y="459169"/>
                  </a:lnTo>
                  <a:lnTo>
                    <a:pt x="331650" y="459169"/>
                  </a:lnTo>
                  <a:lnTo>
                    <a:pt x="331650" y="447406"/>
                  </a:lnTo>
                  <a:lnTo>
                    <a:pt x="326213" y="447406"/>
                  </a:lnTo>
                  <a:lnTo>
                    <a:pt x="326213" y="439561"/>
                  </a:lnTo>
                  <a:lnTo>
                    <a:pt x="320776" y="439561"/>
                  </a:lnTo>
                  <a:lnTo>
                    <a:pt x="320776" y="434329"/>
                  </a:lnTo>
                  <a:lnTo>
                    <a:pt x="315340" y="434329"/>
                  </a:lnTo>
                  <a:lnTo>
                    <a:pt x="315340" y="431713"/>
                  </a:lnTo>
                  <a:lnTo>
                    <a:pt x="309903" y="431713"/>
                  </a:lnTo>
                  <a:lnTo>
                    <a:pt x="309903" y="418628"/>
                  </a:lnTo>
                  <a:lnTo>
                    <a:pt x="304466" y="418628"/>
                  </a:lnTo>
                  <a:lnTo>
                    <a:pt x="304466" y="410779"/>
                  </a:lnTo>
                  <a:lnTo>
                    <a:pt x="299029" y="410779"/>
                  </a:lnTo>
                  <a:lnTo>
                    <a:pt x="299029" y="406853"/>
                  </a:lnTo>
                  <a:lnTo>
                    <a:pt x="293592" y="406853"/>
                  </a:lnTo>
                  <a:lnTo>
                    <a:pt x="293592" y="389825"/>
                  </a:lnTo>
                  <a:lnTo>
                    <a:pt x="288155" y="389825"/>
                  </a:lnTo>
                  <a:lnTo>
                    <a:pt x="288155" y="379335"/>
                  </a:lnTo>
                  <a:lnTo>
                    <a:pt x="282718" y="379335"/>
                  </a:lnTo>
                  <a:lnTo>
                    <a:pt x="282718" y="367521"/>
                  </a:lnTo>
                  <a:lnTo>
                    <a:pt x="277281" y="367521"/>
                  </a:lnTo>
                  <a:lnTo>
                    <a:pt x="277281" y="357010"/>
                  </a:lnTo>
                  <a:lnTo>
                    <a:pt x="271844" y="357010"/>
                  </a:lnTo>
                  <a:lnTo>
                    <a:pt x="271844" y="351755"/>
                  </a:lnTo>
                  <a:lnTo>
                    <a:pt x="266407" y="351755"/>
                  </a:lnTo>
                  <a:lnTo>
                    <a:pt x="266407" y="343871"/>
                  </a:lnTo>
                  <a:lnTo>
                    <a:pt x="260971" y="343871"/>
                  </a:lnTo>
                  <a:lnTo>
                    <a:pt x="260971" y="329408"/>
                  </a:lnTo>
                  <a:lnTo>
                    <a:pt x="255534" y="329408"/>
                  </a:lnTo>
                  <a:lnTo>
                    <a:pt x="255534" y="320194"/>
                  </a:lnTo>
                  <a:lnTo>
                    <a:pt x="250097" y="320194"/>
                  </a:lnTo>
                  <a:lnTo>
                    <a:pt x="250097" y="314928"/>
                  </a:lnTo>
                  <a:lnTo>
                    <a:pt x="244660" y="314928"/>
                  </a:lnTo>
                  <a:lnTo>
                    <a:pt x="244660" y="310978"/>
                  </a:lnTo>
                  <a:lnTo>
                    <a:pt x="239223" y="310978"/>
                  </a:lnTo>
                  <a:lnTo>
                    <a:pt x="239223" y="301759"/>
                  </a:lnTo>
                  <a:lnTo>
                    <a:pt x="233786" y="301759"/>
                  </a:lnTo>
                  <a:lnTo>
                    <a:pt x="233786" y="295167"/>
                  </a:lnTo>
                  <a:lnTo>
                    <a:pt x="228349" y="295167"/>
                  </a:lnTo>
                  <a:lnTo>
                    <a:pt x="228349" y="285950"/>
                  </a:lnTo>
                  <a:lnTo>
                    <a:pt x="222912" y="285950"/>
                  </a:lnTo>
                  <a:lnTo>
                    <a:pt x="222912" y="276731"/>
                  </a:lnTo>
                  <a:lnTo>
                    <a:pt x="217475" y="276731"/>
                  </a:lnTo>
                  <a:lnTo>
                    <a:pt x="217475" y="272777"/>
                  </a:lnTo>
                  <a:lnTo>
                    <a:pt x="212038" y="272777"/>
                  </a:lnTo>
                  <a:lnTo>
                    <a:pt x="212038" y="264870"/>
                  </a:lnTo>
                  <a:lnTo>
                    <a:pt x="206602" y="264870"/>
                  </a:lnTo>
                  <a:lnTo>
                    <a:pt x="206602" y="260914"/>
                  </a:lnTo>
                  <a:lnTo>
                    <a:pt x="201165" y="260914"/>
                  </a:lnTo>
                  <a:lnTo>
                    <a:pt x="201165" y="258277"/>
                  </a:lnTo>
                  <a:lnTo>
                    <a:pt x="195728" y="258277"/>
                  </a:lnTo>
                  <a:lnTo>
                    <a:pt x="195728" y="252999"/>
                  </a:lnTo>
                  <a:lnTo>
                    <a:pt x="190291" y="252999"/>
                  </a:lnTo>
                  <a:lnTo>
                    <a:pt x="190291" y="242434"/>
                  </a:lnTo>
                  <a:lnTo>
                    <a:pt x="184854" y="242434"/>
                  </a:lnTo>
                  <a:lnTo>
                    <a:pt x="184854" y="234501"/>
                  </a:lnTo>
                  <a:lnTo>
                    <a:pt x="179417" y="234501"/>
                  </a:lnTo>
                  <a:lnTo>
                    <a:pt x="179417" y="225234"/>
                  </a:lnTo>
                  <a:lnTo>
                    <a:pt x="173980" y="225234"/>
                  </a:lnTo>
                  <a:lnTo>
                    <a:pt x="173980" y="219933"/>
                  </a:lnTo>
                  <a:lnTo>
                    <a:pt x="168543" y="219933"/>
                  </a:lnTo>
                  <a:lnTo>
                    <a:pt x="168543" y="211974"/>
                  </a:lnTo>
                  <a:lnTo>
                    <a:pt x="163106" y="211974"/>
                  </a:lnTo>
                  <a:lnTo>
                    <a:pt x="163106" y="206663"/>
                  </a:lnTo>
                  <a:lnTo>
                    <a:pt x="157670" y="206663"/>
                  </a:lnTo>
                  <a:lnTo>
                    <a:pt x="157670" y="190705"/>
                  </a:lnTo>
                  <a:lnTo>
                    <a:pt x="152233" y="190705"/>
                  </a:lnTo>
                  <a:lnTo>
                    <a:pt x="152233" y="182713"/>
                  </a:lnTo>
                  <a:lnTo>
                    <a:pt x="146796" y="182713"/>
                  </a:lnTo>
                  <a:lnTo>
                    <a:pt x="146796" y="178713"/>
                  </a:lnTo>
                  <a:lnTo>
                    <a:pt x="141359" y="178713"/>
                  </a:lnTo>
                  <a:lnTo>
                    <a:pt x="141359" y="170701"/>
                  </a:lnTo>
                  <a:lnTo>
                    <a:pt x="135922" y="170701"/>
                  </a:lnTo>
                  <a:lnTo>
                    <a:pt x="135922" y="161332"/>
                  </a:lnTo>
                  <a:lnTo>
                    <a:pt x="130485" y="161332"/>
                  </a:lnTo>
                  <a:lnTo>
                    <a:pt x="130485" y="157313"/>
                  </a:lnTo>
                  <a:lnTo>
                    <a:pt x="125048" y="157313"/>
                  </a:lnTo>
                  <a:lnTo>
                    <a:pt x="125048" y="150604"/>
                  </a:lnTo>
                  <a:lnTo>
                    <a:pt x="119611" y="150604"/>
                  </a:lnTo>
                  <a:lnTo>
                    <a:pt x="119611" y="145228"/>
                  </a:lnTo>
                  <a:lnTo>
                    <a:pt x="114174" y="145228"/>
                  </a:lnTo>
                  <a:lnTo>
                    <a:pt x="114174" y="138511"/>
                  </a:lnTo>
                  <a:lnTo>
                    <a:pt x="108737" y="138511"/>
                  </a:lnTo>
                  <a:lnTo>
                    <a:pt x="108737" y="127735"/>
                  </a:lnTo>
                  <a:lnTo>
                    <a:pt x="103301" y="127735"/>
                  </a:lnTo>
                  <a:lnTo>
                    <a:pt x="103301" y="122333"/>
                  </a:lnTo>
                  <a:lnTo>
                    <a:pt x="97864" y="122333"/>
                  </a:lnTo>
                  <a:lnTo>
                    <a:pt x="97864" y="110129"/>
                  </a:lnTo>
                  <a:lnTo>
                    <a:pt x="92427" y="110129"/>
                  </a:lnTo>
                  <a:lnTo>
                    <a:pt x="92427" y="95109"/>
                  </a:lnTo>
                  <a:lnTo>
                    <a:pt x="86990" y="95109"/>
                  </a:lnTo>
                  <a:lnTo>
                    <a:pt x="86990" y="89613"/>
                  </a:lnTo>
                  <a:lnTo>
                    <a:pt x="81553" y="89613"/>
                  </a:lnTo>
                  <a:lnTo>
                    <a:pt x="81553" y="82716"/>
                  </a:lnTo>
                  <a:lnTo>
                    <a:pt x="76116" y="82716"/>
                  </a:lnTo>
                  <a:lnTo>
                    <a:pt x="76116" y="77176"/>
                  </a:lnTo>
                  <a:lnTo>
                    <a:pt x="70679" y="77176"/>
                  </a:lnTo>
                  <a:lnTo>
                    <a:pt x="70679" y="74398"/>
                  </a:lnTo>
                  <a:lnTo>
                    <a:pt x="65242" y="74398"/>
                  </a:lnTo>
                  <a:lnTo>
                    <a:pt x="65242" y="58982"/>
                  </a:lnTo>
                  <a:lnTo>
                    <a:pt x="59805" y="58982"/>
                  </a:lnTo>
                  <a:lnTo>
                    <a:pt x="59805" y="51883"/>
                  </a:lnTo>
                  <a:lnTo>
                    <a:pt x="54368" y="51883"/>
                  </a:lnTo>
                  <a:lnTo>
                    <a:pt x="54368" y="46149"/>
                  </a:lnTo>
                  <a:lnTo>
                    <a:pt x="48932" y="46149"/>
                  </a:lnTo>
                  <a:lnTo>
                    <a:pt x="48932" y="43261"/>
                  </a:lnTo>
                  <a:lnTo>
                    <a:pt x="43495" y="43261"/>
                  </a:lnTo>
                  <a:lnTo>
                    <a:pt x="43495" y="34490"/>
                  </a:lnTo>
                  <a:lnTo>
                    <a:pt x="38058" y="34490"/>
                  </a:lnTo>
                  <a:lnTo>
                    <a:pt x="38058" y="23986"/>
                  </a:lnTo>
                  <a:lnTo>
                    <a:pt x="32621" y="23986"/>
                  </a:lnTo>
                  <a:lnTo>
                    <a:pt x="32621" y="19342"/>
                  </a:lnTo>
                  <a:lnTo>
                    <a:pt x="27184" y="19342"/>
                  </a:lnTo>
                  <a:lnTo>
                    <a:pt x="27184" y="17767"/>
                  </a:lnTo>
                  <a:lnTo>
                    <a:pt x="21747" y="17767"/>
                  </a:lnTo>
                  <a:lnTo>
                    <a:pt x="21747" y="9583"/>
                  </a:lnTo>
                  <a:lnTo>
                    <a:pt x="16310" y="9583"/>
                  </a:lnTo>
                  <a:lnTo>
                    <a:pt x="16310" y="7850"/>
                  </a:lnTo>
                  <a:lnTo>
                    <a:pt x="10873" y="7850"/>
                  </a:lnTo>
                  <a:lnTo>
                    <a:pt x="10873" y="7850"/>
                  </a:lnTo>
                  <a:lnTo>
                    <a:pt x="5436" y="7850"/>
                  </a:lnTo>
                  <a:lnTo>
                    <a:pt x="5436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1011026" y="789916"/>
              <a:ext cx="9911463" cy="4249345"/>
            </a:xfrm>
            <a:custGeom>
              <a:avLst/>
              <a:pathLst>
                <a:path w="9911463" h="4249345">
                  <a:moveTo>
                    <a:pt x="0" y="0"/>
                  </a:moveTo>
                  <a:lnTo>
                    <a:pt x="10873" y="0"/>
                  </a:lnTo>
                  <a:lnTo>
                    <a:pt x="10873" y="1307"/>
                  </a:lnTo>
                  <a:lnTo>
                    <a:pt x="16310" y="1307"/>
                  </a:lnTo>
                  <a:lnTo>
                    <a:pt x="16310" y="2679"/>
                  </a:lnTo>
                  <a:lnTo>
                    <a:pt x="21747" y="2679"/>
                  </a:lnTo>
                  <a:lnTo>
                    <a:pt x="21747" y="5684"/>
                  </a:lnTo>
                  <a:lnTo>
                    <a:pt x="27184" y="5684"/>
                  </a:lnTo>
                  <a:lnTo>
                    <a:pt x="27184" y="12263"/>
                  </a:lnTo>
                  <a:lnTo>
                    <a:pt x="32621" y="12263"/>
                  </a:lnTo>
                  <a:lnTo>
                    <a:pt x="32621" y="18360"/>
                  </a:lnTo>
                  <a:lnTo>
                    <a:pt x="38058" y="18360"/>
                  </a:lnTo>
                  <a:lnTo>
                    <a:pt x="38058" y="21935"/>
                  </a:lnTo>
                  <a:lnTo>
                    <a:pt x="43495" y="21935"/>
                  </a:lnTo>
                  <a:lnTo>
                    <a:pt x="43495" y="32004"/>
                  </a:lnTo>
                  <a:lnTo>
                    <a:pt x="48932" y="32004"/>
                  </a:lnTo>
                  <a:lnTo>
                    <a:pt x="48932" y="41377"/>
                  </a:lnTo>
                  <a:lnTo>
                    <a:pt x="54368" y="41377"/>
                  </a:lnTo>
                  <a:lnTo>
                    <a:pt x="54368" y="52816"/>
                  </a:lnTo>
                  <a:lnTo>
                    <a:pt x="59805" y="52816"/>
                  </a:lnTo>
                  <a:lnTo>
                    <a:pt x="59805" y="59564"/>
                  </a:lnTo>
                  <a:lnTo>
                    <a:pt x="65242" y="59564"/>
                  </a:lnTo>
                  <a:lnTo>
                    <a:pt x="65242" y="65386"/>
                  </a:lnTo>
                  <a:lnTo>
                    <a:pt x="70679" y="65386"/>
                  </a:lnTo>
                  <a:lnTo>
                    <a:pt x="70679" y="70259"/>
                  </a:lnTo>
                  <a:lnTo>
                    <a:pt x="76116" y="70259"/>
                  </a:lnTo>
                  <a:lnTo>
                    <a:pt x="76116" y="78095"/>
                  </a:lnTo>
                  <a:lnTo>
                    <a:pt x="81553" y="78095"/>
                  </a:lnTo>
                  <a:lnTo>
                    <a:pt x="81553" y="85984"/>
                  </a:lnTo>
                  <a:lnTo>
                    <a:pt x="86990" y="85984"/>
                  </a:lnTo>
                  <a:lnTo>
                    <a:pt x="86990" y="100878"/>
                  </a:lnTo>
                  <a:lnTo>
                    <a:pt x="92427" y="100878"/>
                  </a:lnTo>
                  <a:lnTo>
                    <a:pt x="92427" y="109866"/>
                  </a:lnTo>
                  <a:lnTo>
                    <a:pt x="97864" y="109866"/>
                  </a:lnTo>
                  <a:lnTo>
                    <a:pt x="97864" y="121904"/>
                  </a:lnTo>
                  <a:lnTo>
                    <a:pt x="103301" y="121904"/>
                  </a:lnTo>
                  <a:lnTo>
                    <a:pt x="103301" y="125929"/>
                  </a:lnTo>
                  <a:lnTo>
                    <a:pt x="108737" y="125929"/>
                  </a:lnTo>
                  <a:lnTo>
                    <a:pt x="108737" y="143100"/>
                  </a:lnTo>
                  <a:lnTo>
                    <a:pt x="114174" y="143100"/>
                  </a:lnTo>
                  <a:lnTo>
                    <a:pt x="114174" y="147155"/>
                  </a:lnTo>
                  <a:lnTo>
                    <a:pt x="119611" y="147155"/>
                  </a:lnTo>
                  <a:lnTo>
                    <a:pt x="119611" y="157326"/>
                  </a:lnTo>
                  <a:lnTo>
                    <a:pt x="125048" y="157326"/>
                  </a:lnTo>
                  <a:lnTo>
                    <a:pt x="125048" y="162423"/>
                  </a:lnTo>
                  <a:lnTo>
                    <a:pt x="130485" y="162423"/>
                  </a:lnTo>
                  <a:lnTo>
                    <a:pt x="130485" y="172638"/>
                  </a:lnTo>
                  <a:lnTo>
                    <a:pt x="135922" y="172638"/>
                  </a:lnTo>
                  <a:lnTo>
                    <a:pt x="135922" y="184926"/>
                  </a:lnTo>
                  <a:lnTo>
                    <a:pt x="141359" y="184926"/>
                  </a:lnTo>
                  <a:lnTo>
                    <a:pt x="141359" y="202389"/>
                  </a:lnTo>
                  <a:lnTo>
                    <a:pt x="146796" y="202389"/>
                  </a:lnTo>
                  <a:lnTo>
                    <a:pt x="146796" y="211663"/>
                  </a:lnTo>
                  <a:lnTo>
                    <a:pt x="152233" y="211663"/>
                  </a:lnTo>
                  <a:lnTo>
                    <a:pt x="152233" y="226119"/>
                  </a:lnTo>
                  <a:lnTo>
                    <a:pt x="157670" y="226119"/>
                  </a:lnTo>
                  <a:lnTo>
                    <a:pt x="157670" y="239579"/>
                  </a:lnTo>
                  <a:lnTo>
                    <a:pt x="163106" y="239579"/>
                  </a:lnTo>
                  <a:lnTo>
                    <a:pt x="163106" y="245804"/>
                  </a:lnTo>
                  <a:lnTo>
                    <a:pt x="168543" y="245804"/>
                  </a:lnTo>
                  <a:lnTo>
                    <a:pt x="168543" y="263477"/>
                  </a:lnTo>
                  <a:lnTo>
                    <a:pt x="173980" y="263477"/>
                  </a:lnTo>
                  <a:lnTo>
                    <a:pt x="173980" y="278066"/>
                  </a:lnTo>
                  <a:lnTo>
                    <a:pt x="179417" y="278066"/>
                  </a:lnTo>
                  <a:lnTo>
                    <a:pt x="179417" y="288502"/>
                  </a:lnTo>
                  <a:lnTo>
                    <a:pt x="184854" y="288502"/>
                  </a:lnTo>
                  <a:lnTo>
                    <a:pt x="184854" y="299995"/>
                  </a:lnTo>
                  <a:lnTo>
                    <a:pt x="190291" y="299995"/>
                  </a:lnTo>
                  <a:lnTo>
                    <a:pt x="190291" y="306271"/>
                  </a:lnTo>
                  <a:lnTo>
                    <a:pt x="195728" y="306271"/>
                  </a:lnTo>
                  <a:lnTo>
                    <a:pt x="195728" y="313602"/>
                  </a:lnTo>
                  <a:lnTo>
                    <a:pt x="201165" y="313602"/>
                  </a:lnTo>
                  <a:lnTo>
                    <a:pt x="201165" y="323038"/>
                  </a:lnTo>
                  <a:lnTo>
                    <a:pt x="206602" y="323038"/>
                  </a:lnTo>
                  <a:lnTo>
                    <a:pt x="206602" y="337733"/>
                  </a:lnTo>
                  <a:lnTo>
                    <a:pt x="212038" y="337733"/>
                  </a:lnTo>
                  <a:lnTo>
                    <a:pt x="212038" y="350346"/>
                  </a:lnTo>
                  <a:lnTo>
                    <a:pt x="217475" y="350346"/>
                  </a:lnTo>
                  <a:lnTo>
                    <a:pt x="217475" y="359814"/>
                  </a:lnTo>
                  <a:lnTo>
                    <a:pt x="222912" y="359814"/>
                  </a:lnTo>
                  <a:lnTo>
                    <a:pt x="222912" y="365078"/>
                  </a:lnTo>
                  <a:lnTo>
                    <a:pt x="228349" y="365078"/>
                  </a:lnTo>
                  <a:lnTo>
                    <a:pt x="228349" y="370345"/>
                  </a:lnTo>
                  <a:lnTo>
                    <a:pt x="233786" y="370345"/>
                  </a:lnTo>
                  <a:lnTo>
                    <a:pt x="233786" y="381971"/>
                  </a:lnTo>
                  <a:lnTo>
                    <a:pt x="239223" y="381971"/>
                  </a:lnTo>
                  <a:lnTo>
                    <a:pt x="239223" y="386203"/>
                  </a:lnTo>
                  <a:lnTo>
                    <a:pt x="244660" y="386203"/>
                  </a:lnTo>
                  <a:lnTo>
                    <a:pt x="244660" y="393619"/>
                  </a:lnTo>
                  <a:lnTo>
                    <a:pt x="250097" y="393619"/>
                  </a:lnTo>
                  <a:lnTo>
                    <a:pt x="250097" y="402103"/>
                  </a:lnTo>
                  <a:lnTo>
                    <a:pt x="255534" y="402103"/>
                  </a:lnTo>
                  <a:lnTo>
                    <a:pt x="255534" y="413776"/>
                  </a:lnTo>
                  <a:lnTo>
                    <a:pt x="260971" y="413776"/>
                  </a:lnTo>
                  <a:lnTo>
                    <a:pt x="260971" y="422272"/>
                  </a:lnTo>
                  <a:lnTo>
                    <a:pt x="266407" y="422272"/>
                  </a:lnTo>
                  <a:lnTo>
                    <a:pt x="266407" y="436087"/>
                  </a:lnTo>
                  <a:lnTo>
                    <a:pt x="271844" y="436087"/>
                  </a:lnTo>
                  <a:lnTo>
                    <a:pt x="271844" y="447796"/>
                  </a:lnTo>
                  <a:lnTo>
                    <a:pt x="277281" y="447796"/>
                  </a:lnTo>
                  <a:lnTo>
                    <a:pt x="277281" y="458455"/>
                  </a:lnTo>
                  <a:lnTo>
                    <a:pt x="282718" y="458455"/>
                  </a:lnTo>
                  <a:lnTo>
                    <a:pt x="282718" y="468054"/>
                  </a:lnTo>
                  <a:lnTo>
                    <a:pt x="288155" y="468054"/>
                  </a:lnTo>
                  <a:lnTo>
                    <a:pt x="288155" y="478728"/>
                  </a:lnTo>
                  <a:lnTo>
                    <a:pt x="293592" y="478728"/>
                  </a:lnTo>
                  <a:lnTo>
                    <a:pt x="293592" y="484068"/>
                  </a:lnTo>
                  <a:lnTo>
                    <a:pt x="299029" y="484068"/>
                  </a:lnTo>
                  <a:lnTo>
                    <a:pt x="299029" y="491552"/>
                  </a:lnTo>
                  <a:lnTo>
                    <a:pt x="304466" y="491552"/>
                  </a:lnTo>
                  <a:lnTo>
                    <a:pt x="304466" y="501179"/>
                  </a:lnTo>
                  <a:lnTo>
                    <a:pt x="309903" y="501179"/>
                  </a:lnTo>
                  <a:lnTo>
                    <a:pt x="309903" y="510817"/>
                  </a:lnTo>
                  <a:lnTo>
                    <a:pt x="315340" y="510817"/>
                  </a:lnTo>
                  <a:lnTo>
                    <a:pt x="315340" y="519393"/>
                  </a:lnTo>
                  <a:lnTo>
                    <a:pt x="320776" y="519393"/>
                  </a:lnTo>
                  <a:lnTo>
                    <a:pt x="320776" y="521537"/>
                  </a:lnTo>
                  <a:lnTo>
                    <a:pt x="326213" y="521537"/>
                  </a:lnTo>
                  <a:lnTo>
                    <a:pt x="326213" y="535484"/>
                  </a:lnTo>
                  <a:lnTo>
                    <a:pt x="331650" y="535484"/>
                  </a:lnTo>
                  <a:lnTo>
                    <a:pt x="331650" y="544073"/>
                  </a:lnTo>
                  <a:lnTo>
                    <a:pt x="337087" y="544073"/>
                  </a:lnTo>
                  <a:lnTo>
                    <a:pt x="337087" y="552670"/>
                  </a:lnTo>
                  <a:lnTo>
                    <a:pt x="342524" y="552670"/>
                  </a:lnTo>
                  <a:lnTo>
                    <a:pt x="342524" y="560195"/>
                  </a:lnTo>
                  <a:lnTo>
                    <a:pt x="347961" y="560195"/>
                  </a:lnTo>
                  <a:lnTo>
                    <a:pt x="347961" y="573112"/>
                  </a:lnTo>
                  <a:lnTo>
                    <a:pt x="353398" y="573112"/>
                  </a:lnTo>
                  <a:lnTo>
                    <a:pt x="353398" y="594658"/>
                  </a:lnTo>
                  <a:lnTo>
                    <a:pt x="358835" y="594658"/>
                  </a:lnTo>
                  <a:lnTo>
                    <a:pt x="358835" y="602205"/>
                  </a:lnTo>
                  <a:lnTo>
                    <a:pt x="364272" y="602205"/>
                  </a:lnTo>
                  <a:lnTo>
                    <a:pt x="364272" y="615151"/>
                  </a:lnTo>
                  <a:lnTo>
                    <a:pt x="369709" y="615151"/>
                  </a:lnTo>
                  <a:lnTo>
                    <a:pt x="369709" y="621630"/>
                  </a:lnTo>
                  <a:lnTo>
                    <a:pt x="375145" y="621630"/>
                  </a:lnTo>
                  <a:lnTo>
                    <a:pt x="375145" y="632442"/>
                  </a:lnTo>
                  <a:lnTo>
                    <a:pt x="380582" y="632442"/>
                  </a:lnTo>
                  <a:lnTo>
                    <a:pt x="380582" y="640014"/>
                  </a:lnTo>
                  <a:lnTo>
                    <a:pt x="386019" y="640014"/>
                  </a:lnTo>
                  <a:lnTo>
                    <a:pt x="386019" y="648677"/>
                  </a:lnTo>
                  <a:lnTo>
                    <a:pt x="391456" y="648677"/>
                  </a:lnTo>
                  <a:lnTo>
                    <a:pt x="391456" y="653010"/>
                  </a:lnTo>
                  <a:lnTo>
                    <a:pt x="396893" y="653010"/>
                  </a:lnTo>
                  <a:lnTo>
                    <a:pt x="396893" y="660594"/>
                  </a:lnTo>
                  <a:lnTo>
                    <a:pt x="402330" y="660594"/>
                  </a:lnTo>
                  <a:lnTo>
                    <a:pt x="402330" y="671436"/>
                  </a:lnTo>
                  <a:lnTo>
                    <a:pt x="407767" y="671436"/>
                  </a:lnTo>
                  <a:lnTo>
                    <a:pt x="407767" y="677945"/>
                  </a:lnTo>
                  <a:lnTo>
                    <a:pt x="413204" y="677945"/>
                  </a:lnTo>
                  <a:lnTo>
                    <a:pt x="413204" y="688800"/>
                  </a:lnTo>
                  <a:lnTo>
                    <a:pt x="418641" y="688800"/>
                  </a:lnTo>
                  <a:lnTo>
                    <a:pt x="418641" y="698575"/>
                  </a:lnTo>
                  <a:lnTo>
                    <a:pt x="424077" y="698575"/>
                  </a:lnTo>
                  <a:lnTo>
                    <a:pt x="424077" y="706181"/>
                  </a:lnTo>
                  <a:lnTo>
                    <a:pt x="429514" y="706181"/>
                  </a:lnTo>
                  <a:lnTo>
                    <a:pt x="429514" y="713790"/>
                  </a:lnTo>
                  <a:lnTo>
                    <a:pt x="434951" y="713790"/>
                  </a:lnTo>
                  <a:lnTo>
                    <a:pt x="434951" y="721402"/>
                  </a:lnTo>
                  <a:lnTo>
                    <a:pt x="440388" y="721402"/>
                  </a:lnTo>
                  <a:lnTo>
                    <a:pt x="440388" y="727930"/>
                  </a:lnTo>
                  <a:lnTo>
                    <a:pt x="445825" y="727930"/>
                  </a:lnTo>
                  <a:lnTo>
                    <a:pt x="445825" y="734460"/>
                  </a:lnTo>
                  <a:lnTo>
                    <a:pt x="451262" y="734460"/>
                  </a:lnTo>
                  <a:lnTo>
                    <a:pt x="451262" y="742081"/>
                  </a:lnTo>
                  <a:lnTo>
                    <a:pt x="456699" y="742081"/>
                  </a:lnTo>
                  <a:lnTo>
                    <a:pt x="456699" y="755160"/>
                  </a:lnTo>
                  <a:lnTo>
                    <a:pt x="462136" y="755160"/>
                  </a:lnTo>
                  <a:lnTo>
                    <a:pt x="462136" y="763886"/>
                  </a:lnTo>
                  <a:lnTo>
                    <a:pt x="467573" y="763886"/>
                  </a:lnTo>
                  <a:lnTo>
                    <a:pt x="467573" y="770435"/>
                  </a:lnTo>
                  <a:lnTo>
                    <a:pt x="473010" y="770435"/>
                  </a:lnTo>
                  <a:lnTo>
                    <a:pt x="473010" y="775894"/>
                  </a:lnTo>
                  <a:lnTo>
                    <a:pt x="478446" y="775894"/>
                  </a:lnTo>
                  <a:lnTo>
                    <a:pt x="478446" y="780261"/>
                  </a:lnTo>
                  <a:lnTo>
                    <a:pt x="483883" y="780261"/>
                  </a:lnTo>
                  <a:lnTo>
                    <a:pt x="483883" y="782446"/>
                  </a:lnTo>
                  <a:lnTo>
                    <a:pt x="489320" y="782446"/>
                  </a:lnTo>
                  <a:lnTo>
                    <a:pt x="489320" y="789001"/>
                  </a:lnTo>
                  <a:lnTo>
                    <a:pt x="494757" y="789001"/>
                  </a:lnTo>
                  <a:lnTo>
                    <a:pt x="494757" y="799930"/>
                  </a:lnTo>
                  <a:lnTo>
                    <a:pt x="500194" y="799930"/>
                  </a:lnTo>
                  <a:lnTo>
                    <a:pt x="500194" y="805399"/>
                  </a:lnTo>
                  <a:lnTo>
                    <a:pt x="505631" y="805399"/>
                  </a:lnTo>
                  <a:lnTo>
                    <a:pt x="505631" y="822905"/>
                  </a:lnTo>
                  <a:lnTo>
                    <a:pt x="511068" y="822905"/>
                  </a:lnTo>
                  <a:lnTo>
                    <a:pt x="511068" y="832759"/>
                  </a:lnTo>
                  <a:lnTo>
                    <a:pt x="516505" y="832759"/>
                  </a:lnTo>
                  <a:lnTo>
                    <a:pt x="516505" y="848095"/>
                  </a:lnTo>
                  <a:lnTo>
                    <a:pt x="521942" y="848095"/>
                  </a:lnTo>
                  <a:lnTo>
                    <a:pt x="521942" y="856862"/>
                  </a:lnTo>
                  <a:lnTo>
                    <a:pt x="527379" y="856862"/>
                  </a:lnTo>
                  <a:lnTo>
                    <a:pt x="527379" y="862344"/>
                  </a:lnTo>
                  <a:lnTo>
                    <a:pt x="532815" y="862344"/>
                  </a:lnTo>
                  <a:lnTo>
                    <a:pt x="532815" y="870021"/>
                  </a:lnTo>
                  <a:lnTo>
                    <a:pt x="538252" y="870021"/>
                  </a:lnTo>
                  <a:lnTo>
                    <a:pt x="538252" y="872216"/>
                  </a:lnTo>
                  <a:lnTo>
                    <a:pt x="543689" y="872216"/>
                  </a:lnTo>
                  <a:lnTo>
                    <a:pt x="543689" y="877707"/>
                  </a:lnTo>
                  <a:lnTo>
                    <a:pt x="549126" y="877707"/>
                  </a:lnTo>
                  <a:lnTo>
                    <a:pt x="549126" y="885395"/>
                  </a:lnTo>
                  <a:lnTo>
                    <a:pt x="554563" y="885395"/>
                  </a:lnTo>
                  <a:lnTo>
                    <a:pt x="554563" y="895285"/>
                  </a:lnTo>
                  <a:lnTo>
                    <a:pt x="560000" y="895285"/>
                  </a:lnTo>
                  <a:lnTo>
                    <a:pt x="560000" y="905179"/>
                  </a:lnTo>
                  <a:lnTo>
                    <a:pt x="565437" y="905179"/>
                  </a:lnTo>
                  <a:lnTo>
                    <a:pt x="565437" y="908478"/>
                  </a:lnTo>
                  <a:lnTo>
                    <a:pt x="570874" y="908478"/>
                  </a:lnTo>
                  <a:lnTo>
                    <a:pt x="570874" y="912879"/>
                  </a:lnTo>
                  <a:lnTo>
                    <a:pt x="576311" y="912879"/>
                  </a:lnTo>
                  <a:lnTo>
                    <a:pt x="576311" y="922788"/>
                  </a:lnTo>
                  <a:lnTo>
                    <a:pt x="581747" y="922788"/>
                  </a:lnTo>
                  <a:lnTo>
                    <a:pt x="581747" y="928295"/>
                  </a:lnTo>
                  <a:lnTo>
                    <a:pt x="587184" y="928295"/>
                  </a:lnTo>
                  <a:lnTo>
                    <a:pt x="587184" y="934905"/>
                  </a:lnTo>
                  <a:lnTo>
                    <a:pt x="592621" y="934905"/>
                  </a:lnTo>
                  <a:lnTo>
                    <a:pt x="592621" y="943724"/>
                  </a:lnTo>
                  <a:lnTo>
                    <a:pt x="598058" y="943724"/>
                  </a:lnTo>
                  <a:lnTo>
                    <a:pt x="598058" y="951442"/>
                  </a:lnTo>
                  <a:lnTo>
                    <a:pt x="603495" y="951442"/>
                  </a:lnTo>
                  <a:lnTo>
                    <a:pt x="603495" y="956958"/>
                  </a:lnTo>
                  <a:lnTo>
                    <a:pt x="608932" y="956958"/>
                  </a:lnTo>
                  <a:lnTo>
                    <a:pt x="608932" y="961371"/>
                  </a:lnTo>
                  <a:lnTo>
                    <a:pt x="614369" y="961371"/>
                  </a:lnTo>
                  <a:lnTo>
                    <a:pt x="614369" y="965787"/>
                  </a:lnTo>
                  <a:lnTo>
                    <a:pt x="619806" y="965787"/>
                  </a:lnTo>
                  <a:lnTo>
                    <a:pt x="619806" y="972411"/>
                  </a:lnTo>
                  <a:lnTo>
                    <a:pt x="625243" y="972411"/>
                  </a:lnTo>
                  <a:lnTo>
                    <a:pt x="625243" y="977935"/>
                  </a:lnTo>
                  <a:lnTo>
                    <a:pt x="630680" y="977935"/>
                  </a:lnTo>
                  <a:lnTo>
                    <a:pt x="630680" y="981252"/>
                  </a:lnTo>
                  <a:lnTo>
                    <a:pt x="636116" y="981252"/>
                  </a:lnTo>
                  <a:lnTo>
                    <a:pt x="636116" y="992313"/>
                  </a:lnTo>
                  <a:lnTo>
                    <a:pt x="641553" y="992313"/>
                  </a:lnTo>
                  <a:lnTo>
                    <a:pt x="641553" y="998951"/>
                  </a:lnTo>
                  <a:lnTo>
                    <a:pt x="646990" y="998951"/>
                  </a:lnTo>
                  <a:lnTo>
                    <a:pt x="646990" y="1010017"/>
                  </a:lnTo>
                  <a:lnTo>
                    <a:pt x="652427" y="1010017"/>
                  </a:lnTo>
                  <a:lnTo>
                    <a:pt x="652427" y="1015551"/>
                  </a:lnTo>
                  <a:lnTo>
                    <a:pt x="657864" y="1015551"/>
                  </a:lnTo>
                  <a:lnTo>
                    <a:pt x="657864" y="1021089"/>
                  </a:lnTo>
                  <a:lnTo>
                    <a:pt x="663301" y="1021089"/>
                  </a:lnTo>
                  <a:lnTo>
                    <a:pt x="663301" y="1027735"/>
                  </a:lnTo>
                  <a:lnTo>
                    <a:pt x="668738" y="1027735"/>
                  </a:lnTo>
                  <a:lnTo>
                    <a:pt x="668738" y="1034383"/>
                  </a:lnTo>
                  <a:lnTo>
                    <a:pt x="674175" y="1034383"/>
                  </a:lnTo>
                  <a:lnTo>
                    <a:pt x="674175" y="1038818"/>
                  </a:lnTo>
                  <a:lnTo>
                    <a:pt x="679612" y="1038818"/>
                  </a:lnTo>
                  <a:lnTo>
                    <a:pt x="679612" y="1043252"/>
                  </a:lnTo>
                  <a:lnTo>
                    <a:pt x="685049" y="1043252"/>
                  </a:lnTo>
                  <a:lnTo>
                    <a:pt x="685049" y="1051014"/>
                  </a:lnTo>
                  <a:lnTo>
                    <a:pt x="690485" y="1051014"/>
                  </a:lnTo>
                  <a:lnTo>
                    <a:pt x="690485" y="1059892"/>
                  </a:lnTo>
                  <a:lnTo>
                    <a:pt x="695922" y="1059892"/>
                  </a:lnTo>
                  <a:lnTo>
                    <a:pt x="695922" y="1066553"/>
                  </a:lnTo>
                  <a:lnTo>
                    <a:pt x="701359" y="1066553"/>
                  </a:lnTo>
                  <a:lnTo>
                    <a:pt x="701359" y="1073217"/>
                  </a:lnTo>
                  <a:lnTo>
                    <a:pt x="706796" y="1073217"/>
                  </a:lnTo>
                  <a:lnTo>
                    <a:pt x="706796" y="1077661"/>
                  </a:lnTo>
                  <a:lnTo>
                    <a:pt x="712233" y="1077661"/>
                  </a:lnTo>
                  <a:lnTo>
                    <a:pt x="712233" y="1083219"/>
                  </a:lnTo>
                  <a:lnTo>
                    <a:pt x="717670" y="1083219"/>
                  </a:lnTo>
                  <a:lnTo>
                    <a:pt x="717670" y="1089889"/>
                  </a:lnTo>
                  <a:lnTo>
                    <a:pt x="723107" y="1089889"/>
                  </a:lnTo>
                  <a:lnTo>
                    <a:pt x="723107" y="1091001"/>
                  </a:lnTo>
                  <a:lnTo>
                    <a:pt x="728544" y="1091001"/>
                  </a:lnTo>
                  <a:lnTo>
                    <a:pt x="728544" y="1099901"/>
                  </a:lnTo>
                  <a:lnTo>
                    <a:pt x="733981" y="1099901"/>
                  </a:lnTo>
                  <a:lnTo>
                    <a:pt x="733981" y="1107693"/>
                  </a:lnTo>
                  <a:lnTo>
                    <a:pt x="739418" y="1107693"/>
                  </a:lnTo>
                  <a:lnTo>
                    <a:pt x="739418" y="1112145"/>
                  </a:lnTo>
                  <a:lnTo>
                    <a:pt x="744854" y="1112145"/>
                  </a:lnTo>
                  <a:lnTo>
                    <a:pt x="744854" y="1116598"/>
                  </a:lnTo>
                  <a:lnTo>
                    <a:pt x="750291" y="1116598"/>
                  </a:lnTo>
                  <a:lnTo>
                    <a:pt x="750291" y="1126619"/>
                  </a:lnTo>
                  <a:lnTo>
                    <a:pt x="755728" y="1126619"/>
                  </a:lnTo>
                  <a:lnTo>
                    <a:pt x="755728" y="1131073"/>
                  </a:lnTo>
                  <a:lnTo>
                    <a:pt x="761165" y="1131073"/>
                  </a:lnTo>
                  <a:lnTo>
                    <a:pt x="761165" y="1143325"/>
                  </a:lnTo>
                  <a:lnTo>
                    <a:pt x="766602" y="1143325"/>
                  </a:lnTo>
                  <a:lnTo>
                    <a:pt x="766602" y="1154468"/>
                  </a:lnTo>
                  <a:lnTo>
                    <a:pt x="772039" y="1154468"/>
                  </a:lnTo>
                  <a:lnTo>
                    <a:pt x="772039" y="1162272"/>
                  </a:lnTo>
                  <a:lnTo>
                    <a:pt x="777476" y="1162272"/>
                  </a:lnTo>
                  <a:lnTo>
                    <a:pt x="777476" y="1171194"/>
                  </a:lnTo>
                  <a:lnTo>
                    <a:pt x="782913" y="1171194"/>
                  </a:lnTo>
                  <a:lnTo>
                    <a:pt x="782913" y="1175656"/>
                  </a:lnTo>
                  <a:lnTo>
                    <a:pt x="788350" y="1175656"/>
                  </a:lnTo>
                  <a:lnTo>
                    <a:pt x="788350" y="1181234"/>
                  </a:lnTo>
                  <a:lnTo>
                    <a:pt x="793786" y="1181234"/>
                  </a:lnTo>
                  <a:lnTo>
                    <a:pt x="793786" y="1184580"/>
                  </a:lnTo>
                  <a:lnTo>
                    <a:pt x="799223" y="1184580"/>
                  </a:lnTo>
                  <a:lnTo>
                    <a:pt x="799223" y="1195744"/>
                  </a:lnTo>
                  <a:lnTo>
                    <a:pt x="804660" y="1195744"/>
                  </a:lnTo>
                  <a:lnTo>
                    <a:pt x="804660" y="1201329"/>
                  </a:lnTo>
                  <a:lnTo>
                    <a:pt x="810097" y="1201329"/>
                  </a:lnTo>
                  <a:lnTo>
                    <a:pt x="810097" y="1203563"/>
                  </a:lnTo>
                  <a:lnTo>
                    <a:pt x="815534" y="1203563"/>
                  </a:lnTo>
                  <a:lnTo>
                    <a:pt x="815534" y="1211385"/>
                  </a:lnTo>
                  <a:lnTo>
                    <a:pt x="820971" y="1211385"/>
                  </a:lnTo>
                  <a:lnTo>
                    <a:pt x="820971" y="1221443"/>
                  </a:lnTo>
                  <a:lnTo>
                    <a:pt x="826408" y="1221443"/>
                  </a:lnTo>
                  <a:lnTo>
                    <a:pt x="826408" y="1229267"/>
                  </a:lnTo>
                  <a:lnTo>
                    <a:pt x="831845" y="1229267"/>
                  </a:lnTo>
                  <a:lnTo>
                    <a:pt x="831845" y="1233739"/>
                  </a:lnTo>
                  <a:lnTo>
                    <a:pt x="837282" y="1233739"/>
                  </a:lnTo>
                  <a:lnTo>
                    <a:pt x="837282" y="1238211"/>
                  </a:lnTo>
                  <a:lnTo>
                    <a:pt x="842719" y="1238211"/>
                  </a:lnTo>
                  <a:lnTo>
                    <a:pt x="842719" y="1242685"/>
                  </a:lnTo>
                  <a:lnTo>
                    <a:pt x="848155" y="1242685"/>
                  </a:lnTo>
                  <a:lnTo>
                    <a:pt x="848155" y="1248282"/>
                  </a:lnTo>
                  <a:lnTo>
                    <a:pt x="853592" y="1248282"/>
                  </a:lnTo>
                  <a:lnTo>
                    <a:pt x="853592" y="1258358"/>
                  </a:lnTo>
                  <a:lnTo>
                    <a:pt x="859029" y="1258358"/>
                  </a:lnTo>
                  <a:lnTo>
                    <a:pt x="859029" y="1266196"/>
                  </a:lnTo>
                  <a:lnTo>
                    <a:pt x="864466" y="1266196"/>
                  </a:lnTo>
                  <a:lnTo>
                    <a:pt x="864466" y="1271797"/>
                  </a:lnTo>
                  <a:lnTo>
                    <a:pt x="869903" y="1271797"/>
                  </a:lnTo>
                  <a:lnTo>
                    <a:pt x="869903" y="1280759"/>
                  </a:lnTo>
                  <a:lnTo>
                    <a:pt x="875340" y="1280759"/>
                  </a:lnTo>
                  <a:lnTo>
                    <a:pt x="875340" y="1290844"/>
                  </a:lnTo>
                  <a:lnTo>
                    <a:pt x="880777" y="1290844"/>
                  </a:lnTo>
                  <a:lnTo>
                    <a:pt x="880777" y="1297567"/>
                  </a:lnTo>
                  <a:lnTo>
                    <a:pt x="886214" y="1297567"/>
                  </a:lnTo>
                  <a:lnTo>
                    <a:pt x="886214" y="1312147"/>
                  </a:lnTo>
                  <a:lnTo>
                    <a:pt x="891651" y="1312147"/>
                  </a:lnTo>
                  <a:lnTo>
                    <a:pt x="891651" y="1320001"/>
                  </a:lnTo>
                  <a:lnTo>
                    <a:pt x="897088" y="1320001"/>
                  </a:lnTo>
                  <a:lnTo>
                    <a:pt x="897088" y="1324489"/>
                  </a:lnTo>
                  <a:lnTo>
                    <a:pt x="902524" y="1324489"/>
                  </a:lnTo>
                  <a:lnTo>
                    <a:pt x="902524" y="1331225"/>
                  </a:lnTo>
                  <a:lnTo>
                    <a:pt x="907961" y="1331225"/>
                  </a:lnTo>
                  <a:lnTo>
                    <a:pt x="907961" y="1335715"/>
                  </a:lnTo>
                  <a:lnTo>
                    <a:pt x="913398" y="1335715"/>
                  </a:lnTo>
                  <a:lnTo>
                    <a:pt x="913398" y="1343575"/>
                  </a:lnTo>
                  <a:lnTo>
                    <a:pt x="918835" y="1343575"/>
                  </a:lnTo>
                  <a:lnTo>
                    <a:pt x="918835" y="1348069"/>
                  </a:lnTo>
                  <a:lnTo>
                    <a:pt x="924272" y="1348069"/>
                  </a:lnTo>
                  <a:lnTo>
                    <a:pt x="924272" y="1352566"/>
                  </a:lnTo>
                  <a:lnTo>
                    <a:pt x="929709" y="1352566"/>
                  </a:lnTo>
                  <a:lnTo>
                    <a:pt x="929709" y="1359312"/>
                  </a:lnTo>
                  <a:lnTo>
                    <a:pt x="935146" y="1359312"/>
                  </a:lnTo>
                  <a:lnTo>
                    <a:pt x="935146" y="1366059"/>
                  </a:lnTo>
                  <a:lnTo>
                    <a:pt x="940583" y="1366059"/>
                  </a:lnTo>
                  <a:lnTo>
                    <a:pt x="940583" y="1371684"/>
                  </a:lnTo>
                  <a:lnTo>
                    <a:pt x="946020" y="1371684"/>
                  </a:lnTo>
                  <a:lnTo>
                    <a:pt x="946020" y="1380689"/>
                  </a:lnTo>
                  <a:lnTo>
                    <a:pt x="951457" y="1380689"/>
                  </a:lnTo>
                  <a:lnTo>
                    <a:pt x="951457" y="1382942"/>
                  </a:lnTo>
                  <a:lnTo>
                    <a:pt x="956893" y="1382942"/>
                  </a:lnTo>
                  <a:lnTo>
                    <a:pt x="956893" y="1387448"/>
                  </a:lnTo>
                  <a:lnTo>
                    <a:pt x="962330" y="1387448"/>
                  </a:lnTo>
                  <a:lnTo>
                    <a:pt x="962330" y="1393084"/>
                  </a:lnTo>
                  <a:lnTo>
                    <a:pt x="967767" y="1393084"/>
                  </a:lnTo>
                  <a:lnTo>
                    <a:pt x="967767" y="1402103"/>
                  </a:lnTo>
                  <a:lnTo>
                    <a:pt x="973204" y="1402103"/>
                  </a:lnTo>
                  <a:lnTo>
                    <a:pt x="973204" y="1406615"/>
                  </a:lnTo>
                  <a:lnTo>
                    <a:pt x="978641" y="1406615"/>
                  </a:lnTo>
                  <a:lnTo>
                    <a:pt x="978641" y="1408870"/>
                  </a:lnTo>
                  <a:lnTo>
                    <a:pt x="984078" y="1408870"/>
                  </a:lnTo>
                  <a:lnTo>
                    <a:pt x="984078" y="1413383"/>
                  </a:lnTo>
                  <a:lnTo>
                    <a:pt x="989515" y="1413383"/>
                  </a:lnTo>
                  <a:lnTo>
                    <a:pt x="989515" y="1415640"/>
                  </a:lnTo>
                  <a:lnTo>
                    <a:pt x="994952" y="1415640"/>
                  </a:lnTo>
                  <a:lnTo>
                    <a:pt x="994952" y="1419026"/>
                  </a:lnTo>
                  <a:lnTo>
                    <a:pt x="1000389" y="1419026"/>
                  </a:lnTo>
                  <a:lnTo>
                    <a:pt x="1000389" y="1426928"/>
                  </a:lnTo>
                  <a:lnTo>
                    <a:pt x="1005825" y="1426928"/>
                  </a:lnTo>
                  <a:lnTo>
                    <a:pt x="1005825" y="1435963"/>
                  </a:lnTo>
                  <a:lnTo>
                    <a:pt x="1011262" y="1435963"/>
                  </a:lnTo>
                  <a:lnTo>
                    <a:pt x="1011262" y="1439351"/>
                  </a:lnTo>
                  <a:lnTo>
                    <a:pt x="1016699" y="1439351"/>
                  </a:lnTo>
                  <a:lnTo>
                    <a:pt x="1016699" y="1446128"/>
                  </a:lnTo>
                  <a:lnTo>
                    <a:pt x="1022136" y="1446128"/>
                  </a:lnTo>
                  <a:lnTo>
                    <a:pt x="1022136" y="1450646"/>
                  </a:lnTo>
                  <a:lnTo>
                    <a:pt x="1027573" y="1450646"/>
                  </a:lnTo>
                  <a:lnTo>
                    <a:pt x="1027573" y="1457429"/>
                  </a:lnTo>
                  <a:lnTo>
                    <a:pt x="1033010" y="1457429"/>
                  </a:lnTo>
                  <a:lnTo>
                    <a:pt x="1033010" y="1465342"/>
                  </a:lnTo>
                  <a:lnTo>
                    <a:pt x="1038447" y="1465342"/>
                  </a:lnTo>
                  <a:lnTo>
                    <a:pt x="1038447" y="1472126"/>
                  </a:lnTo>
                  <a:lnTo>
                    <a:pt x="1043884" y="1472126"/>
                  </a:lnTo>
                  <a:lnTo>
                    <a:pt x="1043884" y="1483434"/>
                  </a:lnTo>
                  <a:lnTo>
                    <a:pt x="1049321" y="1483434"/>
                  </a:lnTo>
                  <a:lnTo>
                    <a:pt x="1049321" y="1494747"/>
                  </a:lnTo>
                  <a:lnTo>
                    <a:pt x="1054758" y="1494747"/>
                  </a:lnTo>
                  <a:lnTo>
                    <a:pt x="1054758" y="1500404"/>
                  </a:lnTo>
                  <a:lnTo>
                    <a:pt x="1060194" y="1500404"/>
                  </a:lnTo>
                  <a:lnTo>
                    <a:pt x="1060194" y="1507196"/>
                  </a:lnTo>
                  <a:lnTo>
                    <a:pt x="1065631" y="1507196"/>
                  </a:lnTo>
                  <a:lnTo>
                    <a:pt x="1065631" y="1512856"/>
                  </a:lnTo>
                  <a:lnTo>
                    <a:pt x="1071068" y="1512856"/>
                  </a:lnTo>
                  <a:lnTo>
                    <a:pt x="1071068" y="1517387"/>
                  </a:lnTo>
                  <a:lnTo>
                    <a:pt x="1076505" y="1517387"/>
                  </a:lnTo>
                  <a:lnTo>
                    <a:pt x="1076505" y="1524186"/>
                  </a:lnTo>
                  <a:lnTo>
                    <a:pt x="1081942" y="1524186"/>
                  </a:lnTo>
                  <a:lnTo>
                    <a:pt x="1081942" y="1527586"/>
                  </a:lnTo>
                  <a:lnTo>
                    <a:pt x="1087379" y="1527586"/>
                  </a:lnTo>
                  <a:lnTo>
                    <a:pt x="1087379" y="1536654"/>
                  </a:lnTo>
                  <a:lnTo>
                    <a:pt x="1092816" y="1536654"/>
                  </a:lnTo>
                  <a:lnTo>
                    <a:pt x="1092816" y="1544588"/>
                  </a:lnTo>
                  <a:lnTo>
                    <a:pt x="1098253" y="1544588"/>
                  </a:lnTo>
                  <a:lnTo>
                    <a:pt x="1098253" y="1558193"/>
                  </a:lnTo>
                  <a:lnTo>
                    <a:pt x="1103690" y="1558193"/>
                  </a:lnTo>
                  <a:lnTo>
                    <a:pt x="1103690" y="1563864"/>
                  </a:lnTo>
                  <a:lnTo>
                    <a:pt x="1109127" y="1563864"/>
                  </a:lnTo>
                  <a:lnTo>
                    <a:pt x="1109127" y="1568402"/>
                  </a:lnTo>
                  <a:lnTo>
                    <a:pt x="1114563" y="1568402"/>
                  </a:lnTo>
                  <a:lnTo>
                    <a:pt x="1114563" y="1577480"/>
                  </a:lnTo>
                  <a:lnTo>
                    <a:pt x="1120000" y="1577480"/>
                  </a:lnTo>
                  <a:lnTo>
                    <a:pt x="1120000" y="1580886"/>
                  </a:lnTo>
                  <a:lnTo>
                    <a:pt x="1125437" y="1580886"/>
                  </a:lnTo>
                  <a:lnTo>
                    <a:pt x="1125437" y="1586562"/>
                  </a:lnTo>
                  <a:lnTo>
                    <a:pt x="1130874" y="1586562"/>
                  </a:lnTo>
                  <a:lnTo>
                    <a:pt x="1130874" y="1592239"/>
                  </a:lnTo>
                  <a:lnTo>
                    <a:pt x="1136311" y="1592239"/>
                  </a:lnTo>
                  <a:lnTo>
                    <a:pt x="1136311" y="1600190"/>
                  </a:lnTo>
                  <a:lnTo>
                    <a:pt x="1141748" y="1600190"/>
                  </a:lnTo>
                  <a:lnTo>
                    <a:pt x="1141748" y="1604734"/>
                  </a:lnTo>
                  <a:lnTo>
                    <a:pt x="1147185" y="1604734"/>
                  </a:lnTo>
                  <a:lnTo>
                    <a:pt x="1147185" y="1611554"/>
                  </a:lnTo>
                  <a:lnTo>
                    <a:pt x="1152622" y="1611554"/>
                  </a:lnTo>
                  <a:lnTo>
                    <a:pt x="1152622" y="1617240"/>
                  </a:lnTo>
                  <a:lnTo>
                    <a:pt x="1158059" y="1617240"/>
                  </a:lnTo>
                  <a:lnTo>
                    <a:pt x="1158059" y="1627476"/>
                  </a:lnTo>
                  <a:lnTo>
                    <a:pt x="1163495" y="1627476"/>
                  </a:lnTo>
                  <a:lnTo>
                    <a:pt x="1163495" y="1636576"/>
                  </a:lnTo>
                  <a:lnTo>
                    <a:pt x="1168932" y="1636576"/>
                  </a:lnTo>
                  <a:lnTo>
                    <a:pt x="1168932" y="1643402"/>
                  </a:lnTo>
                  <a:lnTo>
                    <a:pt x="1174369" y="1643402"/>
                  </a:lnTo>
                  <a:lnTo>
                    <a:pt x="1174369" y="1645677"/>
                  </a:lnTo>
                  <a:lnTo>
                    <a:pt x="1179806" y="1645677"/>
                  </a:lnTo>
                  <a:lnTo>
                    <a:pt x="1179806" y="1650228"/>
                  </a:lnTo>
                  <a:lnTo>
                    <a:pt x="1185243" y="1650228"/>
                  </a:lnTo>
                  <a:lnTo>
                    <a:pt x="1185243" y="1658193"/>
                  </a:lnTo>
                  <a:lnTo>
                    <a:pt x="1190680" y="1658193"/>
                  </a:lnTo>
                  <a:lnTo>
                    <a:pt x="1190680" y="1660470"/>
                  </a:lnTo>
                  <a:lnTo>
                    <a:pt x="1196117" y="1660470"/>
                  </a:lnTo>
                  <a:lnTo>
                    <a:pt x="1196117" y="1669577"/>
                  </a:lnTo>
                  <a:lnTo>
                    <a:pt x="1201554" y="1669577"/>
                  </a:lnTo>
                  <a:lnTo>
                    <a:pt x="1201554" y="1672992"/>
                  </a:lnTo>
                  <a:lnTo>
                    <a:pt x="1206991" y="1672992"/>
                  </a:lnTo>
                  <a:lnTo>
                    <a:pt x="1206991" y="1679823"/>
                  </a:lnTo>
                  <a:lnTo>
                    <a:pt x="1212428" y="1679823"/>
                  </a:lnTo>
                  <a:lnTo>
                    <a:pt x="1212428" y="1682101"/>
                  </a:lnTo>
                  <a:lnTo>
                    <a:pt x="1217864" y="1682101"/>
                  </a:lnTo>
                  <a:lnTo>
                    <a:pt x="1217864" y="1687798"/>
                  </a:lnTo>
                  <a:lnTo>
                    <a:pt x="1223301" y="1687798"/>
                  </a:lnTo>
                  <a:lnTo>
                    <a:pt x="1223301" y="1690078"/>
                  </a:lnTo>
                  <a:lnTo>
                    <a:pt x="1228738" y="1690078"/>
                  </a:lnTo>
                  <a:lnTo>
                    <a:pt x="1228738" y="1696919"/>
                  </a:lnTo>
                  <a:lnTo>
                    <a:pt x="1234175" y="1696919"/>
                  </a:lnTo>
                  <a:lnTo>
                    <a:pt x="1234175" y="1703764"/>
                  </a:lnTo>
                  <a:lnTo>
                    <a:pt x="1239612" y="1703764"/>
                  </a:lnTo>
                  <a:lnTo>
                    <a:pt x="1239612" y="1707186"/>
                  </a:lnTo>
                  <a:lnTo>
                    <a:pt x="1245049" y="1707186"/>
                  </a:lnTo>
                  <a:lnTo>
                    <a:pt x="1245049" y="1709468"/>
                  </a:lnTo>
                  <a:lnTo>
                    <a:pt x="1250486" y="1709468"/>
                  </a:lnTo>
                  <a:lnTo>
                    <a:pt x="1250486" y="1712891"/>
                  </a:lnTo>
                  <a:lnTo>
                    <a:pt x="1255923" y="1712891"/>
                  </a:lnTo>
                  <a:lnTo>
                    <a:pt x="1255923" y="1718600"/>
                  </a:lnTo>
                  <a:lnTo>
                    <a:pt x="1261360" y="1718600"/>
                  </a:lnTo>
                  <a:lnTo>
                    <a:pt x="1261360" y="1727740"/>
                  </a:lnTo>
                  <a:lnTo>
                    <a:pt x="1266797" y="1727740"/>
                  </a:lnTo>
                  <a:lnTo>
                    <a:pt x="1266797" y="1728883"/>
                  </a:lnTo>
                  <a:lnTo>
                    <a:pt x="1272233" y="1728883"/>
                  </a:lnTo>
                  <a:lnTo>
                    <a:pt x="1272233" y="1734598"/>
                  </a:lnTo>
                  <a:lnTo>
                    <a:pt x="1277670" y="1734598"/>
                  </a:lnTo>
                  <a:lnTo>
                    <a:pt x="1277670" y="1738029"/>
                  </a:lnTo>
                  <a:lnTo>
                    <a:pt x="1283107" y="1738029"/>
                  </a:lnTo>
                  <a:lnTo>
                    <a:pt x="1283107" y="1741460"/>
                  </a:lnTo>
                  <a:lnTo>
                    <a:pt x="1288544" y="1741460"/>
                  </a:lnTo>
                  <a:lnTo>
                    <a:pt x="1288544" y="1747184"/>
                  </a:lnTo>
                  <a:lnTo>
                    <a:pt x="1293981" y="1747184"/>
                  </a:lnTo>
                  <a:lnTo>
                    <a:pt x="1293981" y="1755200"/>
                  </a:lnTo>
                  <a:lnTo>
                    <a:pt x="1299418" y="1755200"/>
                  </a:lnTo>
                  <a:lnTo>
                    <a:pt x="1299418" y="1760932"/>
                  </a:lnTo>
                  <a:lnTo>
                    <a:pt x="1304855" y="1760932"/>
                  </a:lnTo>
                  <a:lnTo>
                    <a:pt x="1304855" y="1762079"/>
                  </a:lnTo>
                  <a:lnTo>
                    <a:pt x="1310292" y="1762079"/>
                  </a:lnTo>
                  <a:lnTo>
                    <a:pt x="1310292" y="1767815"/>
                  </a:lnTo>
                  <a:lnTo>
                    <a:pt x="1315729" y="1767815"/>
                  </a:lnTo>
                  <a:lnTo>
                    <a:pt x="1315729" y="1770110"/>
                  </a:lnTo>
                  <a:lnTo>
                    <a:pt x="1321166" y="1770110"/>
                  </a:lnTo>
                  <a:lnTo>
                    <a:pt x="1321166" y="1774701"/>
                  </a:lnTo>
                  <a:lnTo>
                    <a:pt x="1326602" y="1774701"/>
                  </a:lnTo>
                  <a:lnTo>
                    <a:pt x="1326602" y="1778146"/>
                  </a:lnTo>
                  <a:lnTo>
                    <a:pt x="1332039" y="1778146"/>
                  </a:lnTo>
                  <a:lnTo>
                    <a:pt x="1332039" y="1781590"/>
                  </a:lnTo>
                  <a:lnTo>
                    <a:pt x="1337476" y="1781590"/>
                  </a:lnTo>
                  <a:lnTo>
                    <a:pt x="1337476" y="1787334"/>
                  </a:lnTo>
                  <a:lnTo>
                    <a:pt x="1342913" y="1787334"/>
                  </a:lnTo>
                  <a:lnTo>
                    <a:pt x="1342913" y="1790781"/>
                  </a:lnTo>
                  <a:lnTo>
                    <a:pt x="1348350" y="1790781"/>
                  </a:lnTo>
                  <a:lnTo>
                    <a:pt x="1348350" y="1796527"/>
                  </a:lnTo>
                  <a:lnTo>
                    <a:pt x="1353787" y="1796527"/>
                  </a:lnTo>
                  <a:lnTo>
                    <a:pt x="1353787" y="1798825"/>
                  </a:lnTo>
                  <a:lnTo>
                    <a:pt x="1359224" y="1798825"/>
                  </a:lnTo>
                  <a:lnTo>
                    <a:pt x="1359224" y="1808020"/>
                  </a:lnTo>
                  <a:lnTo>
                    <a:pt x="1364661" y="1808020"/>
                  </a:lnTo>
                  <a:lnTo>
                    <a:pt x="1364661" y="1812618"/>
                  </a:lnTo>
                  <a:lnTo>
                    <a:pt x="1370098" y="1812618"/>
                  </a:lnTo>
                  <a:lnTo>
                    <a:pt x="1370098" y="1816067"/>
                  </a:lnTo>
                  <a:lnTo>
                    <a:pt x="1375534" y="1816067"/>
                  </a:lnTo>
                  <a:lnTo>
                    <a:pt x="1375534" y="1820668"/>
                  </a:lnTo>
                  <a:lnTo>
                    <a:pt x="1380971" y="1820668"/>
                  </a:lnTo>
                  <a:lnTo>
                    <a:pt x="1380971" y="1827571"/>
                  </a:lnTo>
                  <a:lnTo>
                    <a:pt x="1386408" y="1827571"/>
                  </a:lnTo>
                  <a:lnTo>
                    <a:pt x="1386408" y="1829872"/>
                  </a:lnTo>
                  <a:lnTo>
                    <a:pt x="1391845" y="1829872"/>
                  </a:lnTo>
                  <a:lnTo>
                    <a:pt x="1391845" y="1837925"/>
                  </a:lnTo>
                  <a:lnTo>
                    <a:pt x="1397282" y="1837925"/>
                  </a:lnTo>
                  <a:lnTo>
                    <a:pt x="1397282" y="1843679"/>
                  </a:lnTo>
                  <a:lnTo>
                    <a:pt x="1402719" y="1843679"/>
                  </a:lnTo>
                  <a:lnTo>
                    <a:pt x="1402719" y="1845980"/>
                  </a:lnTo>
                  <a:lnTo>
                    <a:pt x="1408156" y="1845980"/>
                  </a:lnTo>
                  <a:lnTo>
                    <a:pt x="1408156" y="1849437"/>
                  </a:lnTo>
                  <a:lnTo>
                    <a:pt x="1413593" y="1849437"/>
                  </a:lnTo>
                  <a:lnTo>
                    <a:pt x="1413593" y="1850590"/>
                  </a:lnTo>
                  <a:lnTo>
                    <a:pt x="1419030" y="1850590"/>
                  </a:lnTo>
                  <a:lnTo>
                    <a:pt x="1419030" y="1855202"/>
                  </a:lnTo>
                  <a:lnTo>
                    <a:pt x="1424467" y="1855202"/>
                  </a:lnTo>
                  <a:lnTo>
                    <a:pt x="1424467" y="1856355"/>
                  </a:lnTo>
                  <a:lnTo>
                    <a:pt x="1429903" y="1856355"/>
                  </a:lnTo>
                  <a:lnTo>
                    <a:pt x="1429903" y="1863275"/>
                  </a:lnTo>
                  <a:lnTo>
                    <a:pt x="1435340" y="1863275"/>
                  </a:lnTo>
                  <a:lnTo>
                    <a:pt x="1435340" y="1867888"/>
                  </a:lnTo>
                  <a:lnTo>
                    <a:pt x="1440777" y="1867888"/>
                  </a:lnTo>
                  <a:lnTo>
                    <a:pt x="1440777" y="1870195"/>
                  </a:lnTo>
                  <a:lnTo>
                    <a:pt x="1446214" y="1870195"/>
                  </a:lnTo>
                  <a:lnTo>
                    <a:pt x="1446214" y="1878269"/>
                  </a:lnTo>
                  <a:lnTo>
                    <a:pt x="1451651" y="1878269"/>
                  </a:lnTo>
                  <a:lnTo>
                    <a:pt x="1451651" y="1881730"/>
                  </a:lnTo>
                  <a:lnTo>
                    <a:pt x="1457088" y="1881730"/>
                  </a:lnTo>
                  <a:lnTo>
                    <a:pt x="1457088" y="1887500"/>
                  </a:lnTo>
                  <a:lnTo>
                    <a:pt x="1462525" y="1887500"/>
                  </a:lnTo>
                  <a:lnTo>
                    <a:pt x="1462525" y="1892117"/>
                  </a:lnTo>
                  <a:lnTo>
                    <a:pt x="1467962" y="1892117"/>
                  </a:lnTo>
                  <a:lnTo>
                    <a:pt x="1467962" y="1900199"/>
                  </a:lnTo>
                  <a:lnTo>
                    <a:pt x="1473399" y="1900199"/>
                  </a:lnTo>
                  <a:lnTo>
                    <a:pt x="1473399" y="1903663"/>
                  </a:lnTo>
                  <a:lnTo>
                    <a:pt x="1478836" y="1903663"/>
                  </a:lnTo>
                  <a:lnTo>
                    <a:pt x="1478836" y="1907130"/>
                  </a:lnTo>
                  <a:lnTo>
                    <a:pt x="1484272" y="1907130"/>
                  </a:lnTo>
                  <a:lnTo>
                    <a:pt x="1484272" y="1914065"/>
                  </a:lnTo>
                  <a:lnTo>
                    <a:pt x="1489709" y="1914065"/>
                  </a:lnTo>
                  <a:lnTo>
                    <a:pt x="1489709" y="1917535"/>
                  </a:lnTo>
                  <a:lnTo>
                    <a:pt x="1495146" y="1917535"/>
                  </a:lnTo>
                  <a:lnTo>
                    <a:pt x="1495146" y="1923319"/>
                  </a:lnTo>
                  <a:lnTo>
                    <a:pt x="1500583" y="1923319"/>
                  </a:lnTo>
                  <a:lnTo>
                    <a:pt x="1500583" y="1924476"/>
                  </a:lnTo>
                  <a:lnTo>
                    <a:pt x="1506020" y="1924476"/>
                  </a:lnTo>
                  <a:lnTo>
                    <a:pt x="1506020" y="1932575"/>
                  </a:lnTo>
                  <a:lnTo>
                    <a:pt x="1511457" y="1932575"/>
                  </a:lnTo>
                  <a:lnTo>
                    <a:pt x="1511457" y="1937203"/>
                  </a:lnTo>
                  <a:lnTo>
                    <a:pt x="1516894" y="1937203"/>
                  </a:lnTo>
                  <a:lnTo>
                    <a:pt x="1516894" y="1940676"/>
                  </a:lnTo>
                  <a:lnTo>
                    <a:pt x="1522331" y="1940676"/>
                  </a:lnTo>
                  <a:lnTo>
                    <a:pt x="1522331" y="1941834"/>
                  </a:lnTo>
                  <a:lnTo>
                    <a:pt x="1527768" y="1941834"/>
                  </a:lnTo>
                  <a:lnTo>
                    <a:pt x="1527768" y="1946464"/>
                  </a:lnTo>
                  <a:lnTo>
                    <a:pt x="1533205" y="1946464"/>
                  </a:lnTo>
                  <a:lnTo>
                    <a:pt x="1533205" y="1955726"/>
                  </a:lnTo>
                  <a:lnTo>
                    <a:pt x="1538641" y="1955726"/>
                  </a:lnTo>
                  <a:lnTo>
                    <a:pt x="1538641" y="1959201"/>
                  </a:lnTo>
                  <a:lnTo>
                    <a:pt x="1544078" y="1959201"/>
                  </a:lnTo>
                  <a:lnTo>
                    <a:pt x="1544078" y="1961517"/>
                  </a:lnTo>
                  <a:lnTo>
                    <a:pt x="1549515" y="1961517"/>
                  </a:lnTo>
                  <a:lnTo>
                    <a:pt x="1549515" y="1967309"/>
                  </a:lnTo>
                  <a:lnTo>
                    <a:pt x="1554952" y="1967309"/>
                  </a:lnTo>
                  <a:lnTo>
                    <a:pt x="1554952" y="1971943"/>
                  </a:lnTo>
                  <a:lnTo>
                    <a:pt x="1560389" y="1971943"/>
                  </a:lnTo>
                  <a:lnTo>
                    <a:pt x="1560389" y="1975419"/>
                  </a:lnTo>
                  <a:lnTo>
                    <a:pt x="1565826" y="1975419"/>
                  </a:lnTo>
                  <a:lnTo>
                    <a:pt x="1565826" y="1976579"/>
                  </a:lnTo>
                  <a:lnTo>
                    <a:pt x="1571263" y="1976579"/>
                  </a:lnTo>
                  <a:lnTo>
                    <a:pt x="1571263" y="1980058"/>
                  </a:lnTo>
                  <a:lnTo>
                    <a:pt x="1576700" y="1980058"/>
                  </a:lnTo>
                  <a:lnTo>
                    <a:pt x="1576700" y="1983538"/>
                  </a:lnTo>
                  <a:lnTo>
                    <a:pt x="1582137" y="1983538"/>
                  </a:lnTo>
                  <a:lnTo>
                    <a:pt x="1582137" y="1987019"/>
                  </a:lnTo>
                  <a:lnTo>
                    <a:pt x="1587573" y="1987019"/>
                  </a:lnTo>
                  <a:lnTo>
                    <a:pt x="1587573" y="1988180"/>
                  </a:lnTo>
                  <a:lnTo>
                    <a:pt x="1593010" y="1988180"/>
                  </a:lnTo>
                  <a:lnTo>
                    <a:pt x="1593010" y="1990500"/>
                  </a:lnTo>
                  <a:lnTo>
                    <a:pt x="1598447" y="1990500"/>
                  </a:lnTo>
                  <a:lnTo>
                    <a:pt x="1598447" y="1995142"/>
                  </a:lnTo>
                  <a:lnTo>
                    <a:pt x="1603884" y="1995142"/>
                  </a:lnTo>
                  <a:lnTo>
                    <a:pt x="1603884" y="2003268"/>
                  </a:lnTo>
                  <a:lnTo>
                    <a:pt x="1609321" y="2003268"/>
                  </a:lnTo>
                  <a:lnTo>
                    <a:pt x="1609321" y="2009073"/>
                  </a:lnTo>
                  <a:lnTo>
                    <a:pt x="1614758" y="2009073"/>
                  </a:lnTo>
                  <a:lnTo>
                    <a:pt x="1614758" y="2010234"/>
                  </a:lnTo>
                  <a:lnTo>
                    <a:pt x="1620195" y="2010234"/>
                  </a:lnTo>
                  <a:lnTo>
                    <a:pt x="1620195" y="2013717"/>
                  </a:lnTo>
                  <a:lnTo>
                    <a:pt x="1625632" y="2013717"/>
                  </a:lnTo>
                  <a:lnTo>
                    <a:pt x="1625632" y="2020683"/>
                  </a:lnTo>
                  <a:lnTo>
                    <a:pt x="1636506" y="2020683"/>
                  </a:lnTo>
                  <a:lnTo>
                    <a:pt x="1636506" y="2029980"/>
                  </a:lnTo>
                  <a:lnTo>
                    <a:pt x="1641942" y="2029980"/>
                  </a:lnTo>
                  <a:lnTo>
                    <a:pt x="1641942" y="2035795"/>
                  </a:lnTo>
                  <a:lnTo>
                    <a:pt x="1652816" y="2035795"/>
                  </a:lnTo>
                  <a:lnTo>
                    <a:pt x="1652816" y="2039285"/>
                  </a:lnTo>
                  <a:lnTo>
                    <a:pt x="1658253" y="2039285"/>
                  </a:lnTo>
                  <a:lnTo>
                    <a:pt x="1658253" y="2041613"/>
                  </a:lnTo>
                  <a:lnTo>
                    <a:pt x="1663690" y="2041613"/>
                  </a:lnTo>
                  <a:lnTo>
                    <a:pt x="1663690" y="2045104"/>
                  </a:lnTo>
                  <a:lnTo>
                    <a:pt x="1669127" y="2045104"/>
                  </a:lnTo>
                  <a:lnTo>
                    <a:pt x="1669127" y="2049761"/>
                  </a:lnTo>
                  <a:lnTo>
                    <a:pt x="1674564" y="2049761"/>
                  </a:lnTo>
                  <a:lnTo>
                    <a:pt x="1674564" y="2055583"/>
                  </a:lnTo>
                  <a:lnTo>
                    <a:pt x="1680001" y="2055583"/>
                  </a:lnTo>
                  <a:lnTo>
                    <a:pt x="1680001" y="2062574"/>
                  </a:lnTo>
                  <a:lnTo>
                    <a:pt x="1685438" y="2062574"/>
                  </a:lnTo>
                  <a:lnTo>
                    <a:pt x="1685438" y="2063739"/>
                  </a:lnTo>
                  <a:lnTo>
                    <a:pt x="1690875" y="2063739"/>
                  </a:lnTo>
                  <a:lnTo>
                    <a:pt x="1690875" y="2067237"/>
                  </a:lnTo>
                  <a:lnTo>
                    <a:pt x="1696311" y="2067237"/>
                  </a:lnTo>
                  <a:lnTo>
                    <a:pt x="1696311" y="2068403"/>
                  </a:lnTo>
                  <a:lnTo>
                    <a:pt x="1701748" y="2068403"/>
                  </a:lnTo>
                  <a:lnTo>
                    <a:pt x="1701748" y="2073069"/>
                  </a:lnTo>
                  <a:lnTo>
                    <a:pt x="1707185" y="2073069"/>
                  </a:lnTo>
                  <a:lnTo>
                    <a:pt x="1707185" y="2076569"/>
                  </a:lnTo>
                  <a:lnTo>
                    <a:pt x="1712622" y="2076569"/>
                  </a:lnTo>
                  <a:lnTo>
                    <a:pt x="1712622" y="2078904"/>
                  </a:lnTo>
                  <a:lnTo>
                    <a:pt x="1718059" y="2078904"/>
                  </a:lnTo>
                  <a:lnTo>
                    <a:pt x="1718059" y="2085909"/>
                  </a:lnTo>
                  <a:lnTo>
                    <a:pt x="1723496" y="2085909"/>
                  </a:lnTo>
                  <a:lnTo>
                    <a:pt x="1723496" y="2088244"/>
                  </a:lnTo>
                  <a:lnTo>
                    <a:pt x="1728933" y="2088244"/>
                  </a:lnTo>
                  <a:lnTo>
                    <a:pt x="1728933" y="2091747"/>
                  </a:lnTo>
                  <a:lnTo>
                    <a:pt x="1734370" y="2091747"/>
                  </a:lnTo>
                  <a:lnTo>
                    <a:pt x="1734370" y="2094083"/>
                  </a:lnTo>
                  <a:lnTo>
                    <a:pt x="1739807" y="2094083"/>
                  </a:lnTo>
                  <a:lnTo>
                    <a:pt x="1739807" y="2098755"/>
                  </a:lnTo>
                  <a:lnTo>
                    <a:pt x="1745243" y="2098755"/>
                  </a:lnTo>
                  <a:lnTo>
                    <a:pt x="1745243" y="2104598"/>
                  </a:lnTo>
                  <a:lnTo>
                    <a:pt x="1750680" y="2104598"/>
                  </a:lnTo>
                  <a:lnTo>
                    <a:pt x="1750680" y="2106936"/>
                  </a:lnTo>
                  <a:lnTo>
                    <a:pt x="1756117" y="2106936"/>
                  </a:lnTo>
                  <a:lnTo>
                    <a:pt x="1756117" y="2110444"/>
                  </a:lnTo>
                  <a:lnTo>
                    <a:pt x="1761554" y="2110444"/>
                  </a:lnTo>
                  <a:lnTo>
                    <a:pt x="1761554" y="2113951"/>
                  </a:lnTo>
                  <a:lnTo>
                    <a:pt x="1766991" y="2113951"/>
                  </a:lnTo>
                  <a:lnTo>
                    <a:pt x="1766991" y="2122139"/>
                  </a:lnTo>
                  <a:lnTo>
                    <a:pt x="1772428" y="2122139"/>
                  </a:lnTo>
                  <a:lnTo>
                    <a:pt x="1772428" y="2125650"/>
                  </a:lnTo>
                  <a:lnTo>
                    <a:pt x="1777865" y="2125650"/>
                  </a:lnTo>
                  <a:lnTo>
                    <a:pt x="1777865" y="2133842"/>
                  </a:lnTo>
                  <a:lnTo>
                    <a:pt x="1783302" y="2133842"/>
                  </a:lnTo>
                  <a:lnTo>
                    <a:pt x="1783302" y="2136184"/>
                  </a:lnTo>
                  <a:lnTo>
                    <a:pt x="1788739" y="2136184"/>
                  </a:lnTo>
                  <a:lnTo>
                    <a:pt x="1788739" y="2138526"/>
                  </a:lnTo>
                  <a:lnTo>
                    <a:pt x="1794176" y="2138526"/>
                  </a:lnTo>
                  <a:lnTo>
                    <a:pt x="1794176" y="2145554"/>
                  </a:lnTo>
                  <a:lnTo>
                    <a:pt x="1799612" y="2145554"/>
                  </a:lnTo>
                  <a:lnTo>
                    <a:pt x="1799612" y="2149068"/>
                  </a:lnTo>
                  <a:lnTo>
                    <a:pt x="1805049" y="2149068"/>
                  </a:lnTo>
                  <a:lnTo>
                    <a:pt x="1805049" y="2150239"/>
                  </a:lnTo>
                  <a:lnTo>
                    <a:pt x="1810486" y="2150239"/>
                  </a:lnTo>
                  <a:lnTo>
                    <a:pt x="1810486" y="2156097"/>
                  </a:lnTo>
                  <a:lnTo>
                    <a:pt x="1815923" y="2156097"/>
                  </a:lnTo>
                  <a:lnTo>
                    <a:pt x="1815923" y="2163126"/>
                  </a:lnTo>
                  <a:lnTo>
                    <a:pt x="1821360" y="2163126"/>
                  </a:lnTo>
                  <a:lnTo>
                    <a:pt x="1821360" y="2168985"/>
                  </a:lnTo>
                  <a:lnTo>
                    <a:pt x="1826797" y="2168985"/>
                  </a:lnTo>
                  <a:lnTo>
                    <a:pt x="1826797" y="2173675"/>
                  </a:lnTo>
                  <a:lnTo>
                    <a:pt x="1832234" y="2173675"/>
                  </a:lnTo>
                  <a:lnTo>
                    <a:pt x="1832234" y="2177195"/>
                  </a:lnTo>
                  <a:lnTo>
                    <a:pt x="1837671" y="2177195"/>
                  </a:lnTo>
                  <a:lnTo>
                    <a:pt x="1837671" y="2180716"/>
                  </a:lnTo>
                  <a:lnTo>
                    <a:pt x="1843108" y="2180716"/>
                  </a:lnTo>
                  <a:lnTo>
                    <a:pt x="1843108" y="2183064"/>
                  </a:lnTo>
                  <a:lnTo>
                    <a:pt x="1848545" y="2183064"/>
                  </a:lnTo>
                  <a:lnTo>
                    <a:pt x="1848545" y="2186586"/>
                  </a:lnTo>
                  <a:lnTo>
                    <a:pt x="1853981" y="2186586"/>
                  </a:lnTo>
                  <a:lnTo>
                    <a:pt x="1853981" y="2197155"/>
                  </a:lnTo>
                  <a:lnTo>
                    <a:pt x="1859418" y="2197155"/>
                  </a:lnTo>
                  <a:lnTo>
                    <a:pt x="1859418" y="2200679"/>
                  </a:lnTo>
                  <a:lnTo>
                    <a:pt x="1864855" y="2200679"/>
                  </a:lnTo>
                  <a:lnTo>
                    <a:pt x="1864855" y="2203029"/>
                  </a:lnTo>
                  <a:lnTo>
                    <a:pt x="1870292" y="2203029"/>
                  </a:lnTo>
                  <a:lnTo>
                    <a:pt x="1870292" y="2206556"/>
                  </a:lnTo>
                  <a:lnTo>
                    <a:pt x="1875729" y="2206556"/>
                  </a:lnTo>
                  <a:lnTo>
                    <a:pt x="1875729" y="2208908"/>
                  </a:lnTo>
                  <a:lnTo>
                    <a:pt x="1881166" y="2208908"/>
                  </a:lnTo>
                  <a:lnTo>
                    <a:pt x="1881166" y="2214789"/>
                  </a:lnTo>
                  <a:lnTo>
                    <a:pt x="1886603" y="2214789"/>
                  </a:lnTo>
                  <a:lnTo>
                    <a:pt x="1886603" y="2221848"/>
                  </a:lnTo>
                  <a:lnTo>
                    <a:pt x="1897477" y="2221848"/>
                  </a:lnTo>
                  <a:lnTo>
                    <a:pt x="1897477" y="2230084"/>
                  </a:lnTo>
                  <a:lnTo>
                    <a:pt x="1902914" y="2230084"/>
                  </a:lnTo>
                  <a:lnTo>
                    <a:pt x="1902914" y="2233613"/>
                  </a:lnTo>
                  <a:lnTo>
                    <a:pt x="1908350" y="2233613"/>
                  </a:lnTo>
                  <a:lnTo>
                    <a:pt x="1908350" y="2238320"/>
                  </a:lnTo>
                  <a:lnTo>
                    <a:pt x="1913787" y="2238320"/>
                  </a:lnTo>
                  <a:lnTo>
                    <a:pt x="1913787" y="2240674"/>
                  </a:lnTo>
                  <a:lnTo>
                    <a:pt x="1919224" y="2240674"/>
                  </a:lnTo>
                  <a:lnTo>
                    <a:pt x="1919224" y="2244207"/>
                  </a:lnTo>
                  <a:lnTo>
                    <a:pt x="1924661" y="2244207"/>
                  </a:lnTo>
                  <a:lnTo>
                    <a:pt x="1924661" y="2246563"/>
                  </a:lnTo>
                  <a:lnTo>
                    <a:pt x="1930098" y="2246563"/>
                  </a:lnTo>
                  <a:lnTo>
                    <a:pt x="1930098" y="2247741"/>
                  </a:lnTo>
                  <a:lnTo>
                    <a:pt x="1935535" y="2247741"/>
                  </a:lnTo>
                  <a:lnTo>
                    <a:pt x="1935535" y="2253629"/>
                  </a:lnTo>
                  <a:lnTo>
                    <a:pt x="1940972" y="2253629"/>
                  </a:lnTo>
                  <a:lnTo>
                    <a:pt x="1946409" y="2253629"/>
                  </a:lnTo>
                  <a:lnTo>
                    <a:pt x="1946409" y="2257166"/>
                  </a:lnTo>
                  <a:lnTo>
                    <a:pt x="1951846" y="2257166"/>
                  </a:lnTo>
                  <a:lnTo>
                    <a:pt x="1951846" y="2260702"/>
                  </a:lnTo>
                  <a:lnTo>
                    <a:pt x="1957282" y="2260702"/>
                  </a:lnTo>
                  <a:lnTo>
                    <a:pt x="1957282" y="2263060"/>
                  </a:lnTo>
                  <a:lnTo>
                    <a:pt x="1962719" y="2263060"/>
                  </a:lnTo>
                  <a:lnTo>
                    <a:pt x="1962719" y="2270133"/>
                  </a:lnTo>
                  <a:lnTo>
                    <a:pt x="1968156" y="2270133"/>
                  </a:lnTo>
                  <a:lnTo>
                    <a:pt x="1973593" y="2270133"/>
                  </a:lnTo>
                  <a:lnTo>
                    <a:pt x="1973593" y="2273672"/>
                  </a:lnTo>
                  <a:lnTo>
                    <a:pt x="1979030" y="2273672"/>
                  </a:lnTo>
                  <a:lnTo>
                    <a:pt x="1979030" y="2278390"/>
                  </a:lnTo>
                  <a:lnTo>
                    <a:pt x="1984467" y="2278390"/>
                  </a:lnTo>
                  <a:lnTo>
                    <a:pt x="1984467" y="2279570"/>
                  </a:lnTo>
                  <a:lnTo>
                    <a:pt x="1989904" y="2279570"/>
                  </a:lnTo>
                  <a:lnTo>
                    <a:pt x="1989904" y="2281932"/>
                  </a:lnTo>
                  <a:lnTo>
                    <a:pt x="1995341" y="2281932"/>
                  </a:lnTo>
                  <a:lnTo>
                    <a:pt x="1995341" y="2289018"/>
                  </a:lnTo>
                  <a:lnTo>
                    <a:pt x="2000778" y="2289018"/>
                  </a:lnTo>
                  <a:lnTo>
                    <a:pt x="2006215" y="2289018"/>
                  </a:lnTo>
                  <a:lnTo>
                    <a:pt x="2006215" y="2291382"/>
                  </a:lnTo>
                  <a:lnTo>
                    <a:pt x="2011651" y="2291382"/>
                  </a:lnTo>
                  <a:lnTo>
                    <a:pt x="2017088" y="2291382"/>
                  </a:lnTo>
                  <a:lnTo>
                    <a:pt x="2017088" y="2297295"/>
                  </a:lnTo>
                  <a:lnTo>
                    <a:pt x="2022525" y="2297295"/>
                  </a:lnTo>
                  <a:lnTo>
                    <a:pt x="2022525" y="2302025"/>
                  </a:lnTo>
                  <a:lnTo>
                    <a:pt x="2027962" y="2302025"/>
                  </a:lnTo>
                  <a:lnTo>
                    <a:pt x="2027962" y="2305573"/>
                  </a:lnTo>
                  <a:lnTo>
                    <a:pt x="2033399" y="2305573"/>
                  </a:lnTo>
                  <a:lnTo>
                    <a:pt x="2033399" y="2311492"/>
                  </a:lnTo>
                  <a:lnTo>
                    <a:pt x="2038836" y="2311492"/>
                  </a:lnTo>
                  <a:lnTo>
                    <a:pt x="2038836" y="2312676"/>
                  </a:lnTo>
                  <a:lnTo>
                    <a:pt x="2044273" y="2312676"/>
                  </a:lnTo>
                  <a:lnTo>
                    <a:pt x="2044273" y="2317411"/>
                  </a:lnTo>
                  <a:lnTo>
                    <a:pt x="2049710" y="2317411"/>
                  </a:lnTo>
                  <a:lnTo>
                    <a:pt x="2049710" y="2322148"/>
                  </a:lnTo>
                  <a:lnTo>
                    <a:pt x="2055147" y="2322148"/>
                  </a:lnTo>
                  <a:lnTo>
                    <a:pt x="2055147" y="2329254"/>
                  </a:lnTo>
                  <a:lnTo>
                    <a:pt x="2060584" y="2329254"/>
                  </a:lnTo>
                  <a:lnTo>
                    <a:pt x="2060584" y="2331624"/>
                  </a:lnTo>
                  <a:lnTo>
                    <a:pt x="2066020" y="2331624"/>
                  </a:lnTo>
                  <a:lnTo>
                    <a:pt x="2066020" y="2337549"/>
                  </a:lnTo>
                  <a:lnTo>
                    <a:pt x="2071457" y="2337549"/>
                  </a:lnTo>
                  <a:lnTo>
                    <a:pt x="2071457" y="2341106"/>
                  </a:lnTo>
                  <a:lnTo>
                    <a:pt x="2076894" y="2341106"/>
                  </a:lnTo>
                  <a:lnTo>
                    <a:pt x="2076894" y="2343477"/>
                  </a:lnTo>
                  <a:lnTo>
                    <a:pt x="2082331" y="2343477"/>
                  </a:lnTo>
                  <a:lnTo>
                    <a:pt x="2082331" y="2344662"/>
                  </a:lnTo>
                  <a:lnTo>
                    <a:pt x="2087768" y="2344662"/>
                  </a:lnTo>
                  <a:lnTo>
                    <a:pt x="2087768" y="2347034"/>
                  </a:lnTo>
                  <a:lnTo>
                    <a:pt x="2093205" y="2347034"/>
                  </a:lnTo>
                  <a:lnTo>
                    <a:pt x="2093205" y="2348219"/>
                  </a:lnTo>
                  <a:lnTo>
                    <a:pt x="2098642" y="2348219"/>
                  </a:lnTo>
                  <a:lnTo>
                    <a:pt x="2098642" y="2349405"/>
                  </a:lnTo>
                  <a:lnTo>
                    <a:pt x="2104079" y="2349405"/>
                  </a:lnTo>
                  <a:lnTo>
                    <a:pt x="2104079" y="2352962"/>
                  </a:lnTo>
                  <a:lnTo>
                    <a:pt x="2109516" y="2352962"/>
                  </a:lnTo>
                  <a:lnTo>
                    <a:pt x="2109516" y="2355334"/>
                  </a:lnTo>
                  <a:lnTo>
                    <a:pt x="2114953" y="2355334"/>
                  </a:lnTo>
                  <a:lnTo>
                    <a:pt x="2114953" y="2358891"/>
                  </a:lnTo>
                  <a:lnTo>
                    <a:pt x="2120389" y="2358891"/>
                  </a:lnTo>
                  <a:lnTo>
                    <a:pt x="2120389" y="2363636"/>
                  </a:lnTo>
                  <a:lnTo>
                    <a:pt x="2125826" y="2363636"/>
                  </a:lnTo>
                  <a:lnTo>
                    <a:pt x="2125826" y="2364823"/>
                  </a:lnTo>
                  <a:lnTo>
                    <a:pt x="2131263" y="2364823"/>
                  </a:lnTo>
                  <a:lnTo>
                    <a:pt x="2131263" y="2369568"/>
                  </a:lnTo>
                  <a:lnTo>
                    <a:pt x="2136700" y="2369568"/>
                  </a:lnTo>
                  <a:lnTo>
                    <a:pt x="2136700" y="2376687"/>
                  </a:lnTo>
                  <a:lnTo>
                    <a:pt x="2142137" y="2376687"/>
                  </a:lnTo>
                  <a:lnTo>
                    <a:pt x="2142137" y="2380247"/>
                  </a:lnTo>
                  <a:lnTo>
                    <a:pt x="2147574" y="2380247"/>
                  </a:lnTo>
                  <a:lnTo>
                    <a:pt x="2147574" y="2386182"/>
                  </a:lnTo>
                  <a:lnTo>
                    <a:pt x="2153011" y="2386182"/>
                  </a:lnTo>
                  <a:lnTo>
                    <a:pt x="2153011" y="2388558"/>
                  </a:lnTo>
                  <a:lnTo>
                    <a:pt x="2158448" y="2388558"/>
                  </a:lnTo>
                  <a:lnTo>
                    <a:pt x="2158448" y="2393308"/>
                  </a:lnTo>
                  <a:lnTo>
                    <a:pt x="2163885" y="2393308"/>
                  </a:lnTo>
                  <a:lnTo>
                    <a:pt x="2163885" y="2395684"/>
                  </a:lnTo>
                  <a:lnTo>
                    <a:pt x="2169321" y="2395684"/>
                  </a:lnTo>
                  <a:lnTo>
                    <a:pt x="2169321" y="2398060"/>
                  </a:lnTo>
                  <a:lnTo>
                    <a:pt x="2174758" y="2398060"/>
                  </a:lnTo>
                  <a:lnTo>
                    <a:pt x="2174758" y="2400436"/>
                  </a:lnTo>
                  <a:lnTo>
                    <a:pt x="2180195" y="2400436"/>
                  </a:lnTo>
                  <a:lnTo>
                    <a:pt x="2180195" y="2405192"/>
                  </a:lnTo>
                  <a:lnTo>
                    <a:pt x="2185632" y="2405192"/>
                  </a:lnTo>
                  <a:lnTo>
                    <a:pt x="2185632" y="2408758"/>
                  </a:lnTo>
                  <a:lnTo>
                    <a:pt x="2191069" y="2408758"/>
                  </a:lnTo>
                  <a:lnTo>
                    <a:pt x="2191069" y="2411136"/>
                  </a:lnTo>
                  <a:lnTo>
                    <a:pt x="2196506" y="2411136"/>
                  </a:lnTo>
                  <a:lnTo>
                    <a:pt x="2196506" y="2413515"/>
                  </a:lnTo>
                  <a:lnTo>
                    <a:pt x="2201943" y="2413515"/>
                  </a:lnTo>
                  <a:lnTo>
                    <a:pt x="2201943" y="2418273"/>
                  </a:lnTo>
                  <a:lnTo>
                    <a:pt x="2207380" y="2418273"/>
                  </a:lnTo>
                  <a:lnTo>
                    <a:pt x="2207380" y="2421843"/>
                  </a:lnTo>
                  <a:lnTo>
                    <a:pt x="2212817" y="2421843"/>
                  </a:lnTo>
                  <a:lnTo>
                    <a:pt x="2212817" y="2425414"/>
                  </a:lnTo>
                  <a:lnTo>
                    <a:pt x="2218254" y="2425414"/>
                  </a:lnTo>
                  <a:lnTo>
                    <a:pt x="2218254" y="2431367"/>
                  </a:lnTo>
                  <a:lnTo>
                    <a:pt x="2223690" y="2431367"/>
                  </a:lnTo>
                  <a:lnTo>
                    <a:pt x="2223690" y="2433750"/>
                  </a:lnTo>
                  <a:lnTo>
                    <a:pt x="2229127" y="2433750"/>
                  </a:lnTo>
                  <a:lnTo>
                    <a:pt x="2229127" y="2434941"/>
                  </a:lnTo>
                  <a:lnTo>
                    <a:pt x="2234564" y="2434941"/>
                  </a:lnTo>
                  <a:lnTo>
                    <a:pt x="2234564" y="2436133"/>
                  </a:lnTo>
                  <a:lnTo>
                    <a:pt x="2240001" y="2436133"/>
                  </a:lnTo>
                  <a:lnTo>
                    <a:pt x="2240001" y="2438519"/>
                  </a:lnTo>
                  <a:lnTo>
                    <a:pt x="2245438" y="2438519"/>
                  </a:lnTo>
                  <a:lnTo>
                    <a:pt x="2250875" y="2438519"/>
                  </a:lnTo>
                  <a:lnTo>
                    <a:pt x="2250875" y="2439713"/>
                  </a:lnTo>
                  <a:lnTo>
                    <a:pt x="2256312" y="2439713"/>
                  </a:lnTo>
                  <a:lnTo>
                    <a:pt x="2256312" y="2444492"/>
                  </a:lnTo>
                  <a:lnTo>
                    <a:pt x="2261749" y="2444492"/>
                  </a:lnTo>
                  <a:lnTo>
                    <a:pt x="2261749" y="2446882"/>
                  </a:lnTo>
                  <a:lnTo>
                    <a:pt x="2267186" y="2446882"/>
                  </a:lnTo>
                  <a:lnTo>
                    <a:pt x="2267186" y="2448077"/>
                  </a:lnTo>
                  <a:lnTo>
                    <a:pt x="2272623" y="2448077"/>
                  </a:lnTo>
                  <a:lnTo>
                    <a:pt x="2272623" y="2449272"/>
                  </a:lnTo>
                  <a:lnTo>
                    <a:pt x="2278059" y="2449272"/>
                  </a:lnTo>
                  <a:lnTo>
                    <a:pt x="2278059" y="2454054"/>
                  </a:lnTo>
                  <a:lnTo>
                    <a:pt x="2283496" y="2454054"/>
                  </a:lnTo>
                  <a:lnTo>
                    <a:pt x="2283496" y="2455251"/>
                  </a:lnTo>
                  <a:lnTo>
                    <a:pt x="2288933" y="2455251"/>
                  </a:lnTo>
                  <a:lnTo>
                    <a:pt x="2288933" y="2461238"/>
                  </a:lnTo>
                  <a:lnTo>
                    <a:pt x="2294370" y="2461238"/>
                  </a:lnTo>
                  <a:lnTo>
                    <a:pt x="2294370" y="2466031"/>
                  </a:lnTo>
                  <a:lnTo>
                    <a:pt x="2299807" y="2466031"/>
                  </a:lnTo>
                  <a:lnTo>
                    <a:pt x="2299807" y="2468429"/>
                  </a:lnTo>
                  <a:lnTo>
                    <a:pt x="2305244" y="2468429"/>
                  </a:lnTo>
                  <a:lnTo>
                    <a:pt x="2305244" y="2469627"/>
                  </a:lnTo>
                  <a:lnTo>
                    <a:pt x="2310681" y="2469627"/>
                  </a:lnTo>
                  <a:lnTo>
                    <a:pt x="2310681" y="2472025"/>
                  </a:lnTo>
                  <a:lnTo>
                    <a:pt x="2316118" y="2472025"/>
                  </a:lnTo>
                  <a:lnTo>
                    <a:pt x="2316118" y="2474423"/>
                  </a:lnTo>
                  <a:lnTo>
                    <a:pt x="2321555" y="2474423"/>
                  </a:lnTo>
                  <a:lnTo>
                    <a:pt x="2321555" y="2478022"/>
                  </a:lnTo>
                  <a:lnTo>
                    <a:pt x="2326991" y="2478022"/>
                  </a:lnTo>
                  <a:lnTo>
                    <a:pt x="2326991" y="2481624"/>
                  </a:lnTo>
                  <a:lnTo>
                    <a:pt x="2332428" y="2481624"/>
                  </a:lnTo>
                  <a:lnTo>
                    <a:pt x="2332428" y="2485225"/>
                  </a:lnTo>
                  <a:lnTo>
                    <a:pt x="2337865" y="2485225"/>
                  </a:lnTo>
                  <a:lnTo>
                    <a:pt x="2337865" y="2491228"/>
                  </a:lnTo>
                  <a:lnTo>
                    <a:pt x="2343302" y="2491228"/>
                  </a:lnTo>
                  <a:lnTo>
                    <a:pt x="2343302" y="2494830"/>
                  </a:lnTo>
                  <a:lnTo>
                    <a:pt x="2348739" y="2494830"/>
                  </a:lnTo>
                  <a:lnTo>
                    <a:pt x="2348739" y="2496030"/>
                  </a:lnTo>
                  <a:lnTo>
                    <a:pt x="2354176" y="2496030"/>
                  </a:lnTo>
                  <a:lnTo>
                    <a:pt x="2354176" y="2497231"/>
                  </a:lnTo>
                  <a:lnTo>
                    <a:pt x="2359613" y="2497231"/>
                  </a:lnTo>
                  <a:lnTo>
                    <a:pt x="2365050" y="2497231"/>
                  </a:lnTo>
                  <a:lnTo>
                    <a:pt x="2365050" y="2499636"/>
                  </a:lnTo>
                  <a:lnTo>
                    <a:pt x="2370487" y="2499636"/>
                  </a:lnTo>
                  <a:lnTo>
                    <a:pt x="2370487" y="2500838"/>
                  </a:lnTo>
                  <a:lnTo>
                    <a:pt x="2375924" y="2500838"/>
                  </a:lnTo>
                  <a:lnTo>
                    <a:pt x="2375924" y="2504445"/>
                  </a:lnTo>
                  <a:lnTo>
                    <a:pt x="2381360" y="2504445"/>
                  </a:lnTo>
                  <a:lnTo>
                    <a:pt x="2381360" y="2506850"/>
                  </a:lnTo>
                  <a:lnTo>
                    <a:pt x="2386797" y="2506850"/>
                  </a:lnTo>
                  <a:lnTo>
                    <a:pt x="2386797" y="2509254"/>
                  </a:lnTo>
                  <a:lnTo>
                    <a:pt x="2392234" y="2509254"/>
                  </a:lnTo>
                  <a:lnTo>
                    <a:pt x="2392234" y="2510457"/>
                  </a:lnTo>
                  <a:lnTo>
                    <a:pt x="2397671" y="2510457"/>
                  </a:lnTo>
                  <a:lnTo>
                    <a:pt x="2397671" y="2512862"/>
                  </a:lnTo>
                  <a:lnTo>
                    <a:pt x="2403108" y="2512862"/>
                  </a:lnTo>
                  <a:lnTo>
                    <a:pt x="2408545" y="2512862"/>
                  </a:lnTo>
                  <a:lnTo>
                    <a:pt x="2408545" y="2518882"/>
                  </a:lnTo>
                  <a:lnTo>
                    <a:pt x="2413982" y="2518882"/>
                  </a:lnTo>
                  <a:lnTo>
                    <a:pt x="2413982" y="2522494"/>
                  </a:lnTo>
                  <a:lnTo>
                    <a:pt x="2419419" y="2522494"/>
                  </a:lnTo>
                  <a:lnTo>
                    <a:pt x="2419419" y="2523698"/>
                  </a:lnTo>
                  <a:lnTo>
                    <a:pt x="2424856" y="2523698"/>
                  </a:lnTo>
                  <a:lnTo>
                    <a:pt x="2424856" y="2533337"/>
                  </a:lnTo>
                  <a:lnTo>
                    <a:pt x="2430293" y="2533337"/>
                  </a:lnTo>
                  <a:lnTo>
                    <a:pt x="2430293" y="2538156"/>
                  </a:lnTo>
                  <a:lnTo>
                    <a:pt x="2435729" y="2538156"/>
                  </a:lnTo>
                  <a:lnTo>
                    <a:pt x="2435729" y="2540566"/>
                  </a:lnTo>
                  <a:lnTo>
                    <a:pt x="2441166" y="2540566"/>
                  </a:lnTo>
                  <a:lnTo>
                    <a:pt x="2441166" y="2544181"/>
                  </a:lnTo>
                  <a:lnTo>
                    <a:pt x="2446603" y="2544181"/>
                  </a:lnTo>
                  <a:lnTo>
                    <a:pt x="2446603" y="2546591"/>
                  </a:lnTo>
                  <a:lnTo>
                    <a:pt x="2452040" y="2546591"/>
                  </a:lnTo>
                  <a:lnTo>
                    <a:pt x="2452040" y="2549001"/>
                  </a:lnTo>
                  <a:lnTo>
                    <a:pt x="2457477" y="2549001"/>
                  </a:lnTo>
                  <a:lnTo>
                    <a:pt x="2457477" y="2551412"/>
                  </a:lnTo>
                  <a:lnTo>
                    <a:pt x="2462914" y="2551412"/>
                  </a:lnTo>
                  <a:lnTo>
                    <a:pt x="2462914" y="2557441"/>
                  </a:lnTo>
                  <a:lnTo>
                    <a:pt x="2468351" y="2557441"/>
                  </a:lnTo>
                  <a:lnTo>
                    <a:pt x="2468351" y="2558646"/>
                  </a:lnTo>
                  <a:lnTo>
                    <a:pt x="2473788" y="2558646"/>
                  </a:lnTo>
                  <a:lnTo>
                    <a:pt x="2473788" y="2561058"/>
                  </a:lnTo>
                  <a:lnTo>
                    <a:pt x="2479225" y="2561058"/>
                  </a:lnTo>
                  <a:lnTo>
                    <a:pt x="2479225" y="2564675"/>
                  </a:lnTo>
                  <a:lnTo>
                    <a:pt x="2484662" y="2564675"/>
                  </a:lnTo>
                  <a:lnTo>
                    <a:pt x="2484662" y="2565882"/>
                  </a:lnTo>
                  <a:lnTo>
                    <a:pt x="2490098" y="2565882"/>
                  </a:lnTo>
                  <a:lnTo>
                    <a:pt x="2490098" y="2569503"/>
                  </a:lnTo>
                  <a:lnTo>
                    <a:pt x="2495535" y="2569503"/>
                  </a:lnTo>
                  <a:lnTo>
                    <a:pt x="2500972" y="2569503"/>
                  </a:lnTo>
                  <a:lnTo>
                    <a:pt x="2500972" y="2573127"/>
                  </a:lnTo>
                  <a:lnTo>
                    <a:pt x="2506409" y="2573127"/>
                  </a:lnTo>
                  <a:lnTo>
                    <a:pt x="2506409" y="2574335"/>
                  </a:lnTo>
                  <a:lnTo>
                    <a:pt x="2511846" y="2574335"/>
                  </a:lnTo>
                  <a:lnTo>
                    <a:pt x="2517283" y="2574335"/>
                  </a:lnTo>
                  <a:lnTo>
                    <a:pt x="2517283" y="2577963"/>
                  </a:lnTo>
                  <a:lnTo>
                    <a:pt x="2522720" y="2577963"/>
                  </a:lnTo>
                  <a:lnTo>
                    <a:pt x="2528157" y="2577963"/>
                  </a:lnTo>
                  <a:lnTo>
                    <a:pt x="2528157" y="2584017"/>
                  </a:lnTo>
                  <a:lnTo>
                    <a:pt x="2533594" y="2584017"/>
                  </a:lnTo>
                  <a:lnTo>
                    <a:pt x="2533594" y="2585228"/>
                  </a:lnTo>
                  <a:lnTo>
                    <a:pt x="2539030" y="2585228"/>
                  </a:lnTo>
                  <a:lnTo>
                    <a:pt x="2539030" y="2586440"/>
                  </a:lnTo>
                  <a:lnTo>
                    <a:pt x="2544467" y="2586440"/>
                  </a:lnTo>
                  <a:lnTo>
                    <a:pt x="2544467" y="2587651"/>
                  </a:lnTo>
                  <a:lnTo>
                    <a:pt x="2549904" y="2587651"/>
                  </a:lnTo>
                  <a:lnTo>
                    <a:pt x="2549904" y="2588863"/>
                  </a:lnTo>
                  <a:lnTo>
                    <a:pt x="2555341" y="2588863"/>
                  </a:lnTo>
                  <a:lnTo>
                    <a:pt x="2555341" y="2590076"/>
                  </a:lnTo>
                  <a:lnTo>
                    <a:pt x="2560778" y="2590076"/>
                  </a:lnTo>
                  <a:lnTo>
                    <a:pt x="2560778" y="2594927"/>
                  </a:lnTo>
                  <a:lnTo>
                    <a:pt x="2566215" y="2594927"/>
                  </a:lnTo>
                  <a:lnTo>
                    <a:pt x="2566215" y="2597352"/>
                  </a:lnTo>
                  <a:lnTo>
                    <a:pt x="2571652" y="2597352"/>
                  </a:lnTo>
                  <a:lnTo>
                    <a:pt x="2571652" y="2599778"/>
                  </a:lnTo>
                  <a:lnTo>
                    <a:pt x="2577089" y="2599778"/>
                  </a:lnTo>
                  <a:lnTo>
                    <a:pt x="2577089" y="2603416"/>
                  </a:lnTo>
                  <a:lnTo>
                    <a:pt x="2582526" y="2603416"/>
                  </a:lnTo>
                  <a:lnTo>
                    <a:pt x="2582526" y="2608267"/>
                  </a:lnTo>
                  <a:lnTo>
                    <a:pt x="2587963" y="2608267"/>
                  </a:lnTo>
                  <a:lnTo>
                    <a:pt x="2587963" y="2610693"/>
                  </a:lnTo>
                  <a:lnTo>
                    <a:pt x="2593399" y="2610693"/>
                  </a:lnTo>
                  <a:lnTo>
                    <a:pt x="2593399" y="2611906"/>
                  </a:lnTo>
                  <a:lnTo>
                    <a:pt x="2598836" y="2611906"/>
                  </a:lnTo>
                  <a:lnTo>
                    <a:pt x="2598836" y="2619187"/>
                  </a:lnTo>
                  <a:lnTo>
                    <a:pt x="2604273" y="2619187"/>
                  </a:lnTo>
                  <a:lnTo>
                    <a:pt x="2604273" y="2621615"/>
                  </a:lnTo>
                  <a:lnTo>
                    <a:pt x="2609710" y="2621615"/>
                  </a:lnTo>
                  <a:lnTo>
                    <a:pt x="2609710" y="2625256"/>
                  </a:lnTo>
                  <a:lnTo>
                    <a:pt x="2615147" y="2625256"/>
                  </a:lnTo>
                  <a:lnTo>
                    <a:pt x="2615147" y="2626470"/>
                  </a:lnTo>
                  <a:lnTo>
                    <a:pt x="2620584" y="2626470"/>
                  </a:lnTo>
                  <a:lnTo>
                    <a:pt x="2620584" y="2630114"/>
                  </a:lnTo>
                  <a:lnTo>
                    <a:pt x="2626021" y="2630114"/>
                  </a:lnTo>
                  <a:lnTo>
                    <a:pt x="2626021" y="2637404"/>
                  </a:lnTo>
                  <a:lnTo>
                    <a:pt x="2631458" y="2637404"/>
                  </a:lnTo>
                  <a:lnTo>
                    <a:pt x="2631458" y="2643479"/>
                  </a:lnTo>
                  <a:lnTo>
                    <a:pt x="2636895" y="2643479"/>
                  </a:lnTo>
                  <a:lnTo>
                    <a:pt x="2636895" y="2645909"/>
                  </a:lnTo>
                  <a:lnTo>
                    <a:pt x="2642332" y="2645909"/>
                  </a:lnTo>
                  <a:lnTo>
                    <a:pt x="2642332" y="2654415"/>
                  </a:lnTo>
                  <a:lnTo>
                    <a:pt x="2647768" y="2654415"/>
                  </a:lnTo>
                  <a:lnTo>
                    <a:pt x="2647768" y="2656846"/>
                  </a:lnTo>
                  <a:lnTo>
                    <a:pt x="2653205" y="2656846"/>
                  </a:lnTo>
                  <a:lnTo>
                    <a:pt x="2653205" y="2659277"/>
                  </a:lnTo>
                  <a:lnTo>
                    <a:pt x="2658642" y="2659277"/>
                  </a:lnTo>
                  <a:lnTo>
                    <a:pt x="2658642" y="2662925"/>
                  </a:lnTo>
                  <a:lnTo>
                    <a:pt x="2664079" y="2662925"/>
                  </a:lnTo>
                  <a:lnTo>
                    <a:pt x="2664079" y="2665357"/>
                  </a:lnTo>
                  <a:lnTo>
                    <a:pt x="2669516" y="2665357"/>
                  </a:lnTo>
                  <a:lnTo>
                    <a:pt x="2669516" y="2666573"/>
                  </a:lnTo>
                  <a:lnTo>
                    <a:pt x="2674953" y="2666573"/>
                  </a:lnTo>
                  <a:lnTo>
                    <a:pt x="2674953" y="2669007"/>
                  </a:lnTo>
                  <a:lnTo>
                    <a:pt x="2680390" y="2669007"/>
                  </a:lnTo>
                  <a:lnTo>
                    <a:pt x="2680390" y="2670223"/>
                  </a:lnTo>
                  <a:lnTo>
                    <a:pt x="2685827" y="2670223"/>
                  </a:lnTo>
                  <a:lnTo>
                    <a:pt x="2685827" y="2675092"/>
                  </a:lnTo>
                  <a:lnTo>
                    <a:pt x="2691264" y="2675092"/>
                  </a:lnTo>
                  <a:lnTo>
                    <a:pt x="2696701" y="2675092"/>
                  </a:lnTo>
                  <a:lnTo>
                    <a:pt x="2696701" y="2678745"/>
                  </a:lnTo>
                  <a:lnTo>
                    <a:pt x="2702137" y="2678745"/>
                  </a:lnTo>
                  <a:lnTo>
                    <a:pt x="2702137" y="2682400"/>
                  </a:lnTo>
                  <a:lnTo>
                    <a:pt x="2707574" y="2682400"/>
                  </a:lnTo>
                  <a:lnTo>
                    <a:pt x="2707574" y="2683619"/>
                  </a:lnTo>
                  <a:lnTo>
                    <a:pt x="2713011" y="2683619"/>
                  </a:lnTo>
                  <a:lnTo>
                    <a:pt x="2713011" y="2686056"/>
                  </a:lnTo>
                  <a:lnTo>
                    <a:pt x="2718448" y="2686056"/>
                  </a:lnTo>
                  <a:lnTo>
                    <a:pt x="2718448" y="2688493"/>
                  </a:lnTo>
                  <a:lnTo>
                    <a:pt x="2723885" y="2688493"/>
                  </a:lnTo>
                  <a:lnTo>
                    <a:pt x="2723885" y="2694589"/>
                  </a:lnTo>
                  <a:lnTo>
                    <a:pt x="2729322" y="2694589"/>
                  </a:lnTo>
                  <a:lnTo>
                    <a:pt x="2729322" y="2698246"/>
                  </a:lnTo>
                  <a:lnTo>
                    <a:pt x="2734759" y="2698246"/>
                  </a:lnTo>
                  <a:lnTo>
                    <a:pt x="2734759" y="2700685"/>
                  </a:lnTo>
                  <a:lnTo>
                    <a:pt x="2740196" y="2700685"/>
                  </a:lnTo>
                  <a:lnTo>
                    <a:pt x="2740196" y="2704343"/>
                  </a:lnTo>
                  <a:lnTo>
                    <a:pt x="2745633" y="2704343"/>
                  </a:lnTo>
                  <a:lnTo>
                    <a:pt x="2745633" y="2705562"/>
                  </a:lnTo>
                  <a:lnTo>
                    <a:pt x="2751069" y="2705562"/>
                  </a:lnTo>
                  <a:lnTo>
                    <a:pt x="2751069" y="2711659"/>
                  </a:lnTo>
                  <a:lnTo>
                    <a:pt x="2756506" y="2711659"/>
                  </a:lnTo>
                  <a:lnTo>
                    <a:pt x="2756506" y="2716537"/>
                  </a:lnTo>
                  <a:lnTo>
                    <a:pt x="2761943" y="2716537"/>
                  </a:lnTo>
                  <a:lnTo>
                    <a:pt x="2761943" y="2718976"/>
                  </a:lnTo>
                  <a:lnTo>
                    <a:pt x="2767380" y="2718976"/>
                  </a:lnTo>
                  <a:lnTo>
                    <a:pt x="2767380" y="2721415"/>
                  </a:lnTo>
                  <a:lnTo>
                    <a:pt x="2778254" y="2721415"/>
                  </a:lnTo>
                  <a:lnTo>
                    <a:pt x="2778254" y="2725074"/>
                  </a:lnTo>
                  <a:lnTo>
                    <a:pt x="2783691" y="2725074"/>
                  </a:lnTo>
                  <a:lnTo>
                    <a:pt x="2783691" y="2728733"/>
                  </a:lnTo>
                  <a:lnTo>
                    <a:pt x="2789128" y="2728733"/>
                  </a:lnTo>
                  <a:lnTo>
                    <a:pt x="2789128" y="2733612"/>
                  </a:lnTo>
                  <a:lnTo>
                    <a:pt x="2794565" y="2733612"/>
                  </a:lnTo>
                  <a:lnTo>
                    <a:pt x="2794565" y="2734832"/>
                  </a:lnTo>
                  <a:lnTo>
                    <a:pt x="2800002" y="2734832"/>
                  </a:lnTo>
                  <a:lnTo>
                    <a:pt x="2800002" y="2737272"/>
                  </a:lnTo>
                  <a:lnTo>
                    <a:pt x="2805438" y="2737272"/>
                  </a:lnTo>
                  <a:lnTo>
                    <a:pt x="2805438" y="2740931"/>
                  </a:lnTo>
                  <a:lnTo>
                    <a:pt x="2810875" y="2740931"/>
                  </a:lnTo>
                  <a:lnTo>
                    <a:pt x="2810875" y="2743371"/>
                  </a:lnTo>
                  <a:lnTo>
                    <a:pt x="2816312" y="2743371"/>
                  </a:lnTo>
                  <a:lnTo>
                    <a:pt x="2816312" y="2745812"/>
                  </a:lnTo>
                  <a:lnTo>
                    <a:pt x="2821749" y="2745812"/>
                  </a:lnTo>
                  <a:lnTo>
                    <a:pt x="2821749" y="2749474"/>
                  </a:lnTo>
                  <a:lnTo>
                    <a:pt x="2827186" y="2749474"/>
                  </a:lnTo>
                  <a:lnTo>
                    <a:pt x="2827186" y="2755583"/>
                  </a:lnTo>
                  <a:lnTo>
                    <a:pt x="2832623" y="2755583"/>
                  </a:lnTo>
                  <a:lnTo>
                    <a:pt x="2832623" y="2756805"/>
                  </a:lnTo>
                  <a:lnTo>
                    <a:pt x="2838060" y="2756805"/>
                  </a:lnTo>
                  <a:lnTo>
                    <a:pt x="2838060" y="2759250"/>
                  </a:lnTo>
                  <a:lnTo>
                    <a:pt x="2843497" y="2759250"/>
                  </a:lnTo>
                  <a:lnTo>
                    <a:pt x="2843497" y="2760473"/>
                  </a:lnTo>
                  <a:lnTo>
                    <a:pt x="2848934" y="2760473"/>
                  </a:lnTo>
                  <a:lnTo>
                    <a:pt x="2848934" y="2762919"/>
                  </a:lnTo>
                  <a:lnTo>
                    <a:pt x="2854371" y="2762919"/>
                  </a:lnTo>
                  <a:lnTo>
                    <a:pt x="2854371" y="2767812"/>
                  </a:lnTo>
                  <a:lnTo>
                    <a:pt x="2859807" y="2767812"/>
                  </a:lnTo>
                  <a:lnTo>
                    <a:pt x="2859807" y="2771483"/>
                  </a:lnTo>
                  <a:lnTo>
                    <a:pt x="2865244" y="2771483"/>
                  </a:lnTo>
                  <a:lnTo>
                    <a:pt x="2865244" y="2773931"/>
                  </a:lnTo>
                  <a:lnTo>
                    <a:pt x="2876118" y="2773931"/>
                  </a:lnTo>
                  <a:lnTo>
                    <a:pt x="2876118" y="2776379"/>
                  </a:lnTo>
                  <a:lnTo>
                    <a:pt x="2881555" y="2776379"/>
                  </a:lnTo>
                  <a:lnTo>
                    <a:pt x="2881555" y="2777603"/>
                  </a:lnTo>
                  <a:lnTo>
                    <a:pt x="2886992" y="2777603"/>
                  </a:lnTo>
                  <a:lnTo>
                    <a:pt x="2886992" y="2778828"/>
                  </a:lnTo>
                  <a:lnTo>
                    <a:pt x="2892429" y="2778828"/>
                  </a:lnTo>
                  <a:lnTo>
                    <a:pt x="2892429" y="2781278"/>
                  </a:lnTo>
                  <a:lnTo>
                    <a:pt x="2897866" y="2781278"/>
                  </a:lnTo>
                  <a:lnTo>
                    <a:pt x="2897866" y="2788636"/>
                  </a:lnTo>
                  <a:lnTo>
                    <a:pt x="2903303" y="2788636"/>
                  </a:lnTo>
                  <a:lnTo>
                    <a:pt x="2903303" y="2789863"/>
                  </a:lnTo>
                  <a:lnTo>
                    <a:pt x="2908739" y="2789863"/>
                  </a:lnTo>
                  <a:lnTo>
                    <a:pt x="2908739" y="2794769"/>
                  </a:lnTo>
                  <a:lnTo>
                    <a:pt x="2914176" y="2794769"/>
                  </a:lnTo>
                  <a:lnTo>
                    <a:pt x="2914176" y="2795996"/>
                  </a:lnTo>
                  <a:lnTo>
                    <a:pt x="2919613" y="2795996"/>
                  </a:lnTo>
                  <a:lnTo>
                    <a:pt x="2925050" y="2795996"/>
                  </a:lnTo>
                  <a:lnTo>
                    <a:pt x="2925050" y="2797223"/>
                  </a:lnTo>
                  <a:lnTo>
                    <a:pt x="2930487" y="2797223"/>
                  </a:lnTo>
                  <a:lnTo>
                    <a:pt x="2930487" y="2803359"/>
                  </a:lnTo>
                  <a:lnTo>
                    <a:pt x="2935924" y="2803359"/>
                  </a:lnTo>
                  <a:lnTo>
                    <a:pt x="2935924" y="2807045"/>
                  </a:lnTo>
                  <a:lnTo>
                    <a:pt x="2946798" y="2807045"/>
                  </a:lnTo>
                  <a:lnTo>
                    <a:pt x="2946798" y="2808274"/>
                  </a:lnTo>
                  <a:lnTo>
                    <a:pt x="2952235" y="2808274"/>
                  </a:lnTo>
                  <a:lnTo>
                    <a:pt x="2952235" y="2809503"/>
                  </a:lnTo>
                  <a:lnTo>
                    <a:pt x="2957672" y="2809503"/>
                  </a:lnTo>
                  <a:lnTo>
                    <a:pt x="2957672" y="2810734"/>
                  </a:lnTo>
                  <a:lnTo>
                    <a:pt x="2963108" y="2810734"/>
                  </a:lnTo>
                  <a:lnTo>
                    <a:pt x="2963108" y="2811965"/>
                  </a:lnTo>
                  <a:lnTo>
                    <a:pt x="2968545" y="2811965"/>
                  </a:lnTo>
                  <a:lnTo>
                    <a:pt x="2968545" y="2815662"/>
                  </a:lnTo>
                  <a:lnTo>
                    <a:pt x="2973982" y="2815662"/>
                  </a:lnTo>
                  <a:lnTo>
                    <a:pt x="2973982" y="2816896"/>
                  </a:lnTo>
                  <a:lnTo>
                    <a:pt x="2979419" y="2816896"/>
                  </a:lnTo>
                  <a:lnTo>
                    <a:pt x="2979419" y="2823073"/>
                  </a:lnTo>
                  <a:lnTo>
                    <a:pt x="2984856" y="2823073"/>
                  </a:lnTo>
                  <a:lnTo>
                    <a:pt x="2984856" y="2826780"/>
                  </a:lnTo>
                  <a:lnTo>
                    <a:pt x="2990293" y="2826780"/>
                  </a:lnTo>
                  <a:lnTo>
                    <a:pt x="2990293" y="2828016"/>
                  </a:lnTo>
                  <a:lnTo>
                    <a:pt x="2995730" y="2828016"/>
                  </a:lnTo>
                  <a:lnTo>
                    <a:pt x="2995730" y="2829251"/>
                  </a:lnTo>
                  <a:lnTo>
                    <a:pt x="3001167" y="2829251"/>
                  </a:lnTo>
                  <a:lnTo>
                    <a:pt x="3001167" y="2832958"/>
                  </a:lnTo>
                  <a:lnTo>
                    <a:pt x="3006604" y="2832958"/>
                  </a:lnTo>
                  <a:lnTo>
                    <a:pt x="3006604" y="2834194"/>
                  </a:lnTo>
                  <a:lnTo>
                    <a:pt x="3012041" y="2834194"/>
                  </a:lnTo>
                  <a:lnTo>
                    <a:pt x="3017477" y="2834194"/>
                  </a:lnTo>
                  <a:lnTo>
                    <a:pt x="3017477" y="2836669"/>
                  </a:lnTo>
                  <a:lnTo>
                    <a:pt x="3022914" y="2836669"/>
                  </a:lnTo>
                  <a:lnTo>
                    <a:pt x="3022914" y="2840382"/>
                  </a:lnTo>
                  <a:lnTo>
                    <a:pt x="3028351" y="2840382"/>
                  </a:lnTo>
                  <a:lnTo>
                    <a:pt x="3028351" y="2844095"/>
                  </a:lnTo>
                  <a:lnTo>
                    <a:pt x="3033788" y="2844095"/>
                  </a:lnTo>
                  <a:lnTo>
                    <a:pt x="3039225" y="2844095"/>
                  </a:lnTo>
                  <a:lnTo>
                    <a:pt x="3039225" y="2846572"/>
                  </a:lnTo>
                  <a:lnTo>
                    <a:pt x="3044662" y="2846572"/>
                  </a:lnTo>
                  <a:lnTo>
                    <a:pt x="3044662" y="2847811"/>
                  </a:lnTo>
                  <a:lnTo>
                    <a:pt x="3050099" y="2847811"/>
                  </a:lnTo>
                  <a:lnTo>
                    <a:pt x="3050099" y="2850294"/>
                  </a:lnTo>
                  <a:lnTo>
                    <a:pt x="3055536" y="2850294"/>
                  </a:lnTo>
                  <a:lnTo>
                    <a:pt x="3055536" y="2852777"/>
                  </a:lnTo>
                  <a:lnTo>
                    <a:pt x="3060973" y="2852777"/>
                  </a:lnTo>
                  <a:lnTo>
                    <a:pt x="3060973" y="2855260"/>
                  </a:lnTo>
                  <a:lnTo>
                    <a:pt x="3071846" y="2855260"/>
                  </a:lnTo>
                  <a:lnTo>
                    <a:pt x="3077283" y="2855260"/>
                  </a:lnTo>
                  <a:lnTo>
                    <a:pt x="3077283" y="2858989"/>
                  </a:lnTo>
                  <a:lnTo>
                    <a:pt x="3088157" y="2858989"/>
                  </a:lnTo>
                  <a:lnTo>
                    <a:pt x="3088157" y="2861475"/>
                  </a:lnTo>
                  <a:lnTo>
                    <a:pt x="3093594" y="2861475"/>
                  </a:lnTo>
                  <a:lnTo>
                    <a:pt x="3093594" y="2863961"/>
                  </a:lnTo>
                  <a:lnTo>
                    <a:pt x="3099031" y="2863961"/>
                  </a:lnTo>
                  <a:lnTo>
                    <a:pt x="3099031" y="2866450"/>
                  </a:lnTo>
                  <a:lnTo>
                    <a:pt x="3104468" y="2866450"/>
                  </a:lnTo>
                  <a:lnTo>
                    <a:pt x="3104468" y="2870183"/>
                  </a:lnTo>
                  <a:lnTo>
                    <a:pt x="3109905" y="2870183"/>
                  </a:lnTo>
                  <a:lnTo>
                    <a:pt x="3109905" y="2872672"/>
                  </a:lnTo>
                  <a:lnTo>
                    <a:pt x="3115342" y="2872672"/>
                  </a:lnTo>
                  <a:lnTo>
                    <a:pt x="3115342" y="2880139"/>
                  </a:lnTo>
                  <a:lnTo>
                    <a:pt x="3126215" y="2880139"/>
                  </a:lnTo>
                  <a:lnTo>
                    <a:pt x="3131652" y="2880139"/>
                  </a:lnTo>
                  <a:lnTo>
                    <a:pt x="3131652" y="2882632"/>
                  </a:lnTo>
                  <a:lnTo>
                    <a:pt x="3137089" y="2882632"/>
                  </a:lnTo>
                  <a:lnTo>
                    <a:pt x="3137089" y="2885125"/>
                  </a:lnTo>
                  <a:lnTo>
                    <a:pt x="3142526" y="2885125"/>
                  </a:lnTo>
                  <a:lnTo>
                    <a:pt x="3147963" y="2885125"/>
                  </a:lnTo>
                  <a:lnTo>
                    <a:pt x="3147963" y="2888869"/>
                  </a:lnTo>
                  <a:lnTo>
                    <a:pt x="3153400" y="2888869"/>
                  </a:lnTo>
                  <a:lnTo>
                    <a:pt x="3153400" y="2890117"/>
                  </a:lnTo>
                  <a:lnTo>
                    <a:pt x="3158837" y="2890117"/>
                  </a:lnTo>
                  <a:lnTo>
                    <a:pt x="3158837" y="2891366"/>
                  </a:lnTo>
                  <a:lnTo>
                    <a:pt x="3164274" y="2891366"/>
                  </a:lnTo>
                  <a:lnTo>
                    <a:pt x="3164274" y="2898869"/>
                  </a:lnTo>
                  <a:lnTo>
                    <a:pt x="3175147" y="2898869"/>
                  </a:lnTo>
                  <a:lnTo>
                    <a:pt x="3175147" y="2901371"/>
                  </a:lnTo>
                  <a:lnTo>
                    <a:pt x="3180584" y="2901371"/>
                  </a:lnTo>
                  <a:lnTo>
                    <a:pt x="3180584" y="2910126"/>
                  </a:lnTo>
                  <a:lnTo>
                    <a:pt x="3186021" y="2910126"/>
                  </a:lnTo>
                  <a:lnTo>
                    <a:pt x="3186021" y="2911378"/>
                  </a:lnTo>
                  <a:lnTo>
                    <a:pt x="3191458" y="2911378"/>
                  </a:lnTo>
                  <a:lnTo>
                    <a:pt x="3191458" y="2913881"/>
                  </a:lnTo>
                  <a:lnTo>
                    <a:pt x="3196895" y="2913881"/>
                  </a:lnTo>
                  <a:lnTo>
                    <a:pt x="3196895" y="2915133"/>
                  </a:lnTo>
                  <a:lnTo>
                    <a:pt x="3202332" y="2915133"/>
                  </a:lnTo>
                  <a:lnTo>
                    <a:pt x="3202332" y="2917644"/>
                  </a:lnTo>
                  <a:lnTo>
                    <a:pt x="3207769" y="2917644"/>
                  </a:lnTo>
                  <a:lnTo>
                    <a:pt x="3207769" y="2918900"/>
                  </a:lnTo>
                  <a:lnTo>
                    <a:pt x="3213206" y="2918900"/>
                  </a:lnTo>
                  <a:lnTo>
                    <a:pt x="3213206" y="2923925"/>
                  </a:lnTo>
                  <a:lnTo>
                    <a:pt x="3218643" y="2923925"/>
                  </a:lnTo>
                  <a:lnTo>
                    <a:pt x="3218643" y="2927694"/>
                  </a:lnTo>
                  <a:lnTo>
                    <a:pt x="3224080" y="2927694"/>
                  </a:lnTo>
                  <a:lnTo>
                    <a:pt x="3224080" y="2931463"/>
                  </a:lnTo>
                  <a:lnTo>
                    <a:pt x="3229516" y="2931463"/>
                  </a:lnTo>
                  <a:lnTo>
                    <a:pt x="3234953" y="2931463"/>
                  </a:lnTo>
                  <a:lnTo>
                    <a:pt x="3234953" y="2936494"/>
                  </a:lnTo>
                  <a:lnTo>
                    <a:pt x="3240390" y="2936494"/>
                  </a:lnTo>
                  <a:lnTo>
                    <a:pt x="3245827" y="2936494"/>
                  </a:lnTo>
                  <a:lnTo>
                    <a:pt x="3245827" y="2940276"/>
                  </a:lnTo>
                  <a:lnTo>
                    <a:pt x="3251264" y="2940276"/>
                  </a:lnTo>
                  <a:lnTo>
                    <a:pt x="3251264" y="2942800"/>
                  </a:lnTo>
                  <a:lnTo>
                    <a:pt x="3256701" y="2942800"/>
                  </a:lnTo>
                  <a:lnTo>
                    <a:pt x="3262138" y="2942800"/>
                  </a:lnTo>
                  <a:lnTo>
                    <a:pt x="3262138" y="2944063"/>
                  </a:lnTo>
                  <a:lnTo>
                    <a:pt x="3267575" y="2944063"/>
                  </a:lnTo>
                  <a:lnTo>
                    <a:pt x="3267575" y="2945326"/>
                  </a:lnTo>
                  <a:lnTo>
                    <a:pt x="3273012" y="2945326"/>
                  </a:lnTo>
                  <a:lnTo>
                    <a:pt x="3273012" y="2946589"/>
                  </a:lnTo>
                  <a:lnTo>
                    <a:pt x="3278449" y="2946589"/>
                  </a:lnTo>
                  <a:lnTo>
                    <a:pt x="3278449" y="2949121"/>
                  </a:lnTo>
                  <a:lnTo>
                    <a:pt x="3283885" y="2949121"/>
                  </a:lnTo>
                  <a:lnTo>
                    <a:pt x="3283885" y="2952920"/>
                  </a:lnTo>
                  <a:lnTo>
                    <a:pt x="3289322" y="2952920"/>
                  </a:lnTo>
                  <a:lnTo>
                    <a:pt x="3289322" y="2955454"/>
                  </a:lnTo>
                  <a:lnTo>
                    <a:pt x="3294759" y="2955454"/>
                  </a:lnTo>
                  <a:lnTo>
                    <a:pt x="3294759" y="2956722"/>
                  </a:lnTo>
                  <a:lnTo>
                    <a:pt x="3300196" y="2956722"/>
                  </a:lnTo>
                  <a:lnTo>
                    <a:pt x="3300196" y="2960529"/>
                  </a:lnTo>
                  <a:lnTo>
                    <a:pt x="3305633" y="2960529"/>
                  </a:lnTo>
                  <a:lnTo>
                    <a:pt x="3305633" y="2963068"/>
                  </a:lnTo>
                  <a:lnTo>
                    <a:pt x="3311070" y="2963068"/>
                  </a:lnTo>
                  <a:lnTo>
                    <a:pt x="3311070" y="2965609"/>
                  </a:lnTo>
                  <a:lnTo>
                    <a:pt x="3316507" y="2965609"/>
                  </a:lnTo>
                  <a:lnTo>
                    <a:pt x="3316507" y="2968154"/>
                  </a:lnTo>
                  <a:lnTo>
                    <a:pt x="3321944" y="2968154"/>
                  </a:lnTo>
                  <a:lnTo>
                    <a:pt x="3332817" y="2968154"/>
                  </a:lnTo>
                  <a:lnTo>
                    <a:pt x="3332817" y="2969428"/>
                  </a:lnTo>
                  <a:lnTo>
                    <a:pt x="3343691" y="2969428"/>
                  </a:lnTo>
                  <a:lnTo>
                    <a:pt x="3343691" y="2973251"/>
                  </a:lnTo>
                  <a:lnTo>
                    <a:pt x="3349128" y="2973251"/>
                  </a:lnTo>
                  <a:lnTo>
                    <a:pt x="3349128" y="2977073"/>
                  </a:lnTo>
                  <a:lnTo>
                    <a:pt x="3354565" y="2977073"/>
                  </a:lnTo>
                  <a:lnTo>
                    <a:pt x="3354565" y="2979624"/>
                  </a:lnTo>
                  <a:lnTo>
                    <a:pt x="3360002" y="2979624"/>
                  </a:lnTo>
                  <a:lnTo>
                    <a:pt x="3360002" y="2982177"/>
                  </a:lnTo>
                  <a:lnTo>
                    <a:pt x="3365439" y="2982177"/>
                  </a:lnTo>
                  <a:lnTo>
                    <a:pt x="3365439" y="2986007"/>
                  </a:lnTo>
                  <a:lnTo>
                    <a:pt x="3370876" y="2986007"/>
                  </a:lnTo>
                  <a:lnTo>
                    <a:pt x="3370876" y="2989836"/>
                  </a:lnTo>
                  <a:lnTo>
                    <a:pt x="3381750" y="2989836"/>
                  </a:lnTo>
                  <a:lnTo>
                    <a:pt x="3381750" y="2991113"/>
                  </a:lnTo>
                  <a:lnTo>
                    <a:pt x="3387186" y="2991113"/>
                  </a:lnTo>
                  <a:lnTo>
                    <a:pt x="3387186" y="2992391"/>
                  </a:lnTo>
                  <a:lnTo>
                    <a:pt x="3392623" y="2992391"/>
                  </a:lnTo>
                  <a:lnTo>
                    <a:pt x="3392623" y="2993672"/>
                  </a:lnTo>
                  <a:lnTo>
                    <a:pt x="3398060" y="2993672"/>
                  </a:lnTo>
                  <a:lnTo>
                    <a:pt x="3398060" y="2994955"/>
                  </a:lnTo>
                  <a:lnTo>
                    <a:pt x="3403497" y="2994955"/>
                  </a:lnTo>
                  <a:lnTo>
                    <a:pt x="3403497" y="2997521"/>
                  </a:lnTo>
                  <a:lnTo>
                    <a:pt x="3408934" y="2997521"/>
                  </a:lnTo>
                  <a:lnTo>
                    <a:pt x="3408934" y="2998805"/>
                  </a:lnTo>
                  <a:lnTo>
                    <a:pt x="3414371" y="2998805"/>
                  </a:lnTo>
                  <a:lnTo>
                    <a:pt x="3414371" y="3002659"/>
                  </a:lnTo>
                  <a:lnTo>
                    <a:pt x="3419808" y="3002659"/>
                  </a:lnTo>
                  <a:lnTo>
                    <a:pt x="3419808" y="3005228"/>
                  </a:lnTo>
                  <a:lnTo>
                    <a:pt x="3425245" y="3005228"/>
                  </a:lnTo>
                  <a:lnTo>
                    <a:pt x="3425245" y="3006514"/>
                  </a:lnTo>
                  <a:lnTo>
                    <a:pt x="3430682" y="3006514"/>
                  </a:lnTo>
                  <a:lnTo>
                    <a:pt x="3430682" y="3010379"/>
                  </a:lnTo>
                  <a:lnTo>
                    <a:pt x="3436119" y="3010379"/>
                  </a:lnTo>
                  <a:lnTo>
                    <a:pt x="3436119" y="3012956"/>
                  </a:lnTo>
                  <a:lnTo>
                    <a:pt x="3446992" y="3012956"/>
                  </a:lnTo>
                  <a:lnTo>
                    <a:pt x="3446992" y="3014244"/>
                  </a:lnTo>
                  <a:lnTo>
                    <a:pt x="3452429" y="3014244"/>
                  </a:lnTo>
                  <a:lnTo>
                    <a:pt x="3452429" y="3015532"/>
                  </a:lnTo>
                  <a:lnTo>
                    <a:pt x="3457866" y="3015532"/>
                  </a:lnTo>
                  <a:lnTo>
                    <a:pt x="3457866" y="3020692"/>
                  </a:lnTo>
                  <a:lnTo>
                    <a:pt x="3463303" y="3020692"/>
                  </a:lnTo>
                  <a:lnTo>
                    <a:pt x="3463303" y="3023272"/>
                  </a:lnTo>
                  <a:lnTo>
                    <a:pt x="3468740" y="3023272"/>
                  </a:lnTo>
                  <a:lnTo>
                    <a:pt x="3468740" y="3025858"/>
                  </a:lnTo>
                  <a:lnTo>
                    <a:pt x="3474177" y="3025858"/>
                  </a:lnTo>
                  <a:lnTo>
                    <a:pt x="3474177" y="3028444"/>
                  </a:lnTo>
                  <a:lnTo>
                    <a:pt x="3479614" y="3028444"/>
                  </a:lnTo>
                  <a:lnTo>
                    <a:pt x="3479614" y="3031030"/>
                  </a:lnTo>
                  <a:lnTo>
                    <a:pt x="3485051" y="3031030"/>
                  </a:lnTo>
                  <a:lnTo>
                    <a:pt x="3485051" y="3032324"/>
                  </a:lnTo>
                  <a:lnTo>
                    <a:pt x="3490487" y="3032324"/>
                  </a:lnTo>
                  <a:lnTo>
                    <a:pt x="3495924" y="3032324"/>
                  </a:lnTo>
                  <a:lnTo>
                    <a:pt x="3495924" y="3034915"/>
                  </a:lnTo>
                  <a:lnTo>
                    <a:pt x="3501361" y="3034915"/>
                  </a:lnTo>
                  <a:lnTo>
                    <a:pt x="3501361" y="3036211"/>
                  </a:lnTo>
                  <a:lnTo>
                    <a:pt x="3506798" y="3036211"/>
                  </a:lnTo>
                  <a:lnTo>
                    <a:pt x="3506798" y="3037511"/>
                  </a:lnTo>
                  <a:lnTo>
                    <a:pt x="3512235" y="3037511"/>
                  </a:lnTo>
                  <a:lnTo>
                    <a:pt x="3512235" y="3040112"/>
                  </a:lnTo>
                  <a:lnTo>
                    <a:pt x="3517672" y="3040112"/>
                  </a:lnTo>
                  <a:lnTo>
                    <a:pt x="3517672" y="3041413"/>
                  </a:lnTo>
                  <a:lnTo>
                    <a:pt x="3523109" y="3041413"/>
                  </a:lnTo>
                  <a:lnTo>
                    <a:pt x="3523109" y="3044017"/>
                  </a:lnTo>
                  <a:lnTo>
                    <a:pt x="3528546" y="3044017"/>
                  </a:lnTo>
                  <a:lnTo>
                    <a:pt x="3533983" y="3044017"/>
                  </a:lnTo>
                  <a:lnTo>
                    <a:pt x="3539420" y="3044017"/>
                  </a:lnTo>
                  <a:lnTo>
                    <a:pt x="3550293" y="3044017"/>
                  </a:lnTo>
                  <a:lnTo>
                    <a:pt x="3550293" y="3047940"/>
                  </a:lnTo>
                  <a:lnTo>
                    <a:pt x="3555730" y="3047940"/>
                  </a:lnTo>
                  <a:lnTo>
                    <a:pt x="3555730" y="3050559"/>
                  </a:lnTo>
                  <a:lnTo>
                    <a:pt x="3561167" y="3050559"/>
                  </a:lnTo>
                  <a:lnTo>
                    <a:pt x="3561167" y="3051869"/>
                  </a:lnTo>
                  <a:lnTo>
                    <a:pt x="3566604" y="3051869"/>
                  </a:lnTo>
                  <a:lnTo>
                    <a:pt x="3566604" y="3053179"/>
                  </a:lnTo>
                  <a:lnTo>
                    <a:pt x="3572041" y="3053179"/>
                  </a:lnTo>
                  <a:lnTo>
                    <a:pt x="3572041" y="3054490"/>
                  </a:lnTo>
                  <a:lnTo>
                    <a:pt x="3577478" y="3054490"/>
                  </a:lnTo>
                  <a:lnTo>
                    <a:pt x="3582915" y="3054490"/>
                  </a:lnTo>
                  <a:lnTo>
                    <a:pt x="3582915" y="3057118"/>
                  </a:lnTo>
                  <a:lnTo>
                    <a:pt x="3588352" y="3057118"/>
                  </a:lnTo>
                  <a:lnTo>
                    <a:pt x="3588352" y="3058432"/>
                  </a:lnTo>
                  <a:lnTo>
                    <a:pt x="3593789" y="3058432"/>
                  </a:lnTo>
                  <a:lnTo>
                    <a:pt x="3593789" y="3062376"/>
                  </a:lnTo>
                  <a:lnTo>
                    <a:pt x="3599225" y="3062376"/>
                  </a:lnTo>
                  <a:lnTo>
                    <a:pt x="3599225" y="3065006"/>
                  </a:lnTo>
                  <a:lnTo>
                    <a:pt x="3604662" y="3065006"/>
                  </a:lnTo>
                  <a:lnTo>
                    <a:pt x="3604662" y="3066321"/>
                  </a:lnTo>
                  <a:lnTo>
                    <a:pt x="3615536" y="3066321"/>
                  </a:lnTo>
                  <a:lnTo>
                    <a:pt x="3620973" y="3066321"/>
                  </a:lnTo>
                  <a:lnTo>
                    <a:pt x="3620973" y="3067637"/>
                  </a:lnTo>
                  <a:lnTo>
                    <a:pt x="3626410" y="3067637"/>
                  </a:lnTo>
                  <a:lnTo>
                    <a:pt x="3626410" y="3070270"/>
                  </a:lnTo>
                  <a:lnTo>
                    <a:pt x="3631847" y="3070270"/>
                  </a:lnTo>
                  <a:lnTo>
                    <a:pt x="3631847" y="3071587"/>
                  </a:lnTo>
                  <a:lnTo>
                    <a:pt x="3637284" y="3071587"/>
                  </a:lnTo>
                  <a:lnTo>
                    <a:pt x="3637284" y="3072904"/>
                  </a:lnTo>
                  <a:lnTo>
                    <a:pt x="3648158" y="3072904"/>
                  </a:lnTo>
                  <a:lnTo>
                    <a:pt x="3648158" y="3074221"/>
                  </a:lnTo>
                  <a:lnTo>
                    <a:pt x="3653594" y="3074221"/>
                  </a:lnTo>
                  <a:lnTo>
                    <a:pt x="3653594" y="3075541"/>
                  </a:lnTo>
                  <a:lnTo>
                    <a:pt x="3659031" y="3075541"/>
                  </a:lnTo>
                  <a:lnTo>
                    <a:pt x="3659031" y="3079505"/>
                  </a:lnTo>
                  <a:lnTo>
                    <a:pt x="3675342" y="3079505"/>
                  </a:lnTo>
                  <a:lnTo>
                    <a:pt x="3675342" y="3080827"/>
                  </a:lnTo>
                  <a:lnTo>
                    <a:pt x="3680779" y="3080827"/>
                  </a:lnTo>
                  <a:lnTo>
                    <a:pt x="3680779" y="3082150"/>
                  </a:lnTo>
                  <a:lnTo>
                    <a:pt x="3686216" y="3082150"/>
                  </a:lnTo>
                  <a:lnTo>
                    <a:pt x="3686216" y="3084796"/>
                  </a:lnTo>
                  <a:lnTo>
                    <a:pt x="3691653" y="3084796"/>
                  </a:lnTo>
                  <a:lnTo>
                    <a:pt x="3691653" y="3087442"/>
                  </a:lnTo>
                  <a:lnTo>
                    <a:pt x="3697090" y="3087442"/>
                  </a:lnTo>
                  <a:lnTo>
                    <a:pt x="3697090" y="3090094"/>
                  </a:lnTo>
                  <a:lnTo>
                    <a:pt x="3702526" y="3090094"/>
                  </a:lnTo>
                  <a:lnTo>
                    <a:pt x="3707963" y="3090094"/>
                  </a:lnTo>
                  <a:lnTo>
                    <a:pt x="3707963" y="3092753"/>
                  </a:lnTo>
                  <a:lnTo>
                    <a:pt x="3713400" y="3092753"/>
                  </a:lnTo>
                  <a:lnTo>
                    <a:pt x="3713400" y="3095412"/>
                  </a:lnTo>
                  <a:lnTo>
                    <a:pt x="3718837" y="3095412"/>
                  </a:lnTo>
                  <a:lnTo>
                    <a:pt x="3718837" y="3098073"/>
                  </a:lnTo>
                  <a:lnTo>
                    <a:pt x="3724274" y="3098073"/>
                  </a:lnTo>
                  <a:lnTo>
                    <a:pt x="3724274" y="3100733"/>
                  </a:lnTo>
                  <a:lnTo>
                    <a:pt x="3729711" y="3100733"/>
                  </a:lnTo>
                  <a:lnTo>
                    <a:pt x="3729711" y="3104725"/>
                  </a:lnTo>
                  <a:lnTo>
                    <a:pt x="3735148" y="3104725"/>
                  </a:lnTo>
                  <a:lnTo>
                    <a:pt x="3735148" y="3106056"/>
                  </a:lnTo>
                  <a:lnTo>
                    <a:pt x="3746022" y="3106056"/>
                  </a:lnTo>
                  <a:lnTo>
                    <a:pt x="3746022" y="3108724"/>
                  </a:lnTo>
                  <a:lnTo>
                    <a:pt x="3751459" y="3108724"/>
                  </a:lnTo>
                  <a:lnTo>
                    <a:pt x="3751459" y="3110058"/>
                  </a:lnTo>
                  <a:lnTo>
                    <a:pt x="3756895" y="3110058"/>
                  </a:lnTo>
                  <a:lnTo>
                    <a:pt x="3756895" y="3114066"/>
                  </a:lnTo>
                  <a:lnTo>
                    <a:pt x="3767769" y="3114066"/>
                  </a:lnTo>
                  <a:lnTo>
                    <a:pt x="3767769" y="3115404"/>
                  </a:lnTo>
                  <a:lnTo>
                    <a:pt x="3773206" y="3115404"/>
                  </a:lnTo>
                  <a:lnTo>
                    <a:pt x="3773206" y="3118080"/>
                  </a:lnTo>
                  <a:lnTo>
                    <a:pt x="3778643" y="3118080"/>
                  </a:lnTo>
                  <a:lnTo>
                    <a:pt x="3778643" y="3119419"/>
                  </a:lnTo>
                  <a:lnTo>
                    <a:pt x="3784080" y="3119419"/>
                  </a:lnTo>
                  <a:lnTo>
                    <a:pt x="3784080" y="3120758"/>
                  </a:lnTo>
                  <a:lnTo>
                    <a:pt x="3789517" y="3120758"/>
                  </a:lnTo>
                  <a:lnTo>
                    <a:pt x="3789517" y="3123441"/>
                  </a:lnTo>
                  <a:lnTo>
                    <a:pt x="3794954" y="3123441"/>
                  </a:lnTo>
                  <a:lnTo>
                    <a:pt x="3805828" y="3123441"/>
                  </a:lnTo>
                  <a:lnTo>
                    <a:pt x="3805828" y="3126126"/>
                  </a:lnTo>
                  <a:lnTo>
                    <a:pt x="3811264" y="3126126"/>
                  </a:lnTo>
                  <a:lnTo>
                    <a:pt x="3816701" y="3126126"/>
                  </a:lnTo>
                  <a:lnTo>
                    <a:pt x="3816701" y="3127473"/>
                  </a:lnTo>
                  <a:lnTo>
                    <a:pt x="3827575" y="3127473"/>
                  </a:lnTo>
                  <a:lnTo>
                    <a:pt x="3838449" y="3127473"/>
                  </a:lnTo>
                  <a:lnTo>
                    <a:pt x="3838449" y="3130169"/>
                  </a:lnTo>
                  <a:lnTo>
                    <a:pt x="3843886" y="3130169"/>
                  </a:lnTo>
                  <a:lnTo>
                    <a:pt x="3843886" y="3132867"/>
                  </a:lnTo>
                  <a:lnTo>
                    <a:pt x="3849323" y="3132867"/>
                  </a:lnTo>
                  <a:lnTo>
                    <a:pt x="3849323" y="3135571"/>
                  </a:lnTo>
                  <a:lnTo>
                    <a:pt x="3854760" y="3135571"/>
                  </a:lnTo>
                  <a:lnTo>
                    <a:pt x="3854760" y="3138274"/>
                  </a:lnTo>
                  <a:lnTo>
                    <a:pt x="3860197" y="3138274"/>
                  </a:lnTo>
                  <a:lnTo>
                    <a:pt x="3865633" y="3138274"/>
                  </a:lnTo>
                  <a:lnTo>
                    <a:pt x="3865633" y="3139628"/>
                  </a:lnTo>
                  <a:lnTo>
                    <a:pt x="3871070" y="3139628"/>
                  </a:lnTo>
                  <a:lnTo>
                    <a:pt x="3871070" y="3142336"/>
                  </a:lnTo>
                  <a:lnTo>
                    <a:pt x="3876507" y="3142336"/>
                  </a:lnTo>
                  <a:lnTo>
                    <a:pt x="3876507" y="3145045"/>
                  </a:lnTo>
                  <a:lnTo>
                    <a:pt x="3881944" y="3145045"/>
                  </a:lnTo>
                  <a:lnTo>
                    <a:pt x="3881944" y="3146400"/>
                  </a:lnTo>
                  <a:lnTo>
                    <a:pt x="3887381" y="3146400"/>
                  </a:lnTo>
                  <a:lnTo>
                    <a:pt x="3887381" y="3147756"/>
                  </a:lnTo>
                  <a:lnTo>
                    <a:pt x="3892818" y="3147756"/>
                  </a:lnTo>
                  <a:lnTo>
                    <a:pt x="3892818" y="3149113"/>
                  </a:lnTo>
                  <a:lnTo>
                    <a:pt x="3898255" y="3149113"/>
                  </a:lnTo>
                  <a:lnTo>
                    <a:pt x="3898255" y="3151827"/>
                  </a:lnTo>
                  <a:lnTo>
                    <a:pt x="3909129" y="3151827"/>
                  </a:lnTo>
                  <a:lnTo>
                    <a:pt x="3909129" y="3154543"/>
                  </a:lnTo>
                  <a:lnTo>
                    <a:pt x="3914565" y="3154543"/>
                  </a:lnTo>
                  <a:lnTo>
                    <a:pt x="3914565" y="3157261"/>
                  </a:lnTo>
                  <a:lnTo>
                    <a:pt x="3920002" y="3157261"/>
                  </a:lnTo>
                  <a:lnTo>
                    <a:pt x="3920002" y="3161341"/>
                  </a:lnTo>
                  <a:lnTo>
                    <a:pt x="3925439" y="3161341"/>
                  </a:lnTo>
                  <a:lnTo>
                    <a:pt x="3930876" y="3161341"/>
                  </a:lnTo>
                  <a:lnTo>
                    <a:pt x="3936313" y="3161341"/>
                  </a:lnTo>
                  <a:lnTo>
                    <a:pt x="3936313" y="3165437"/>
                  </a:lnTo>
                  <a:lnTo>
                    <a:pt x="3947187" y="3165437"/>
                  </a:lnTo>
                  <a:lnTo>
                    <a:pt x="3947187" y="3166802"/>
                  </a:lnTo>
                  <a:lnTo>
                    <a:pt x="3958061" y="3166802"/>
                  </a:lnTo>
                  <a:lnTo>
                    <a:pt x="3958061" y="3169532"/>
                  </a:lnTo>
                  <a:lnTo>
                    <a:pt x="3963498" y="3169532"/>
                  </a:lnTo>
                  <a:lnTo>
                    <a:pt x="3963498" y="3173631"/>
                  </a:lnTo>
                  <a:lnTo>
                    <a:pt x="3968934" y="3173631"/>
                  </a:lnTo>
                  <a:lnTo>
                    <a:pt x="3974371" y="3173631"/>
                  </a:lnTo>
                  <a:lnTo>
                    <a:pt x="3974371" y="3177738"/>
                  </a:lnTo>
                  <a:lnTo>
                    <a:pt x="3979808" y="3177738"/>
                  </a:lnTo>
                  <a:lnTo>
                    <a:pt x="3979808" y="3179108"/>
                  </a:lnTo>
                  <a:lnTo>
                    <a:pt x="3985245" y="3179108"/>
                  </a:lnTo>
                  <a:lnTo>
                    <a:pt x="3985245" y="3180479"/>
                  </a:lnTo>
                  <a:lnTo>
                    <a:pt x="3990682" y="3180479"/>
                  </a:lnTo>
                  <a:lnTo>
                    <a:pt x="3990682" y="3181851"/>
                  </a:lnTo>
                  <a:lnTo>
                    <a:pt x="3996119" y="3181851"/>
                  </a:lnTo>
                  <a:lnTo>
                    <a:pt x="4001556" y="3181851"/>
                  </a:lnTo>
                  <a:lnTo>
                    <a:pt x="4001556" y="3183226"/>
                  </a:lnTo>
                  <a:lnTo>
                    <a:pt x="4006993" y="3183226"/>
                  </a:lnTo>
                  <a:lnTo>
                    <a:pt x="4006993" y="3185978"/>
                  </a:lnTo>
                  <a:lnTo>
                    <a:pt x="4012430" y="3185978"/>
                  </a:lnTo>
                  <a:lnTo>
                    <a:pt x="4012430" y="3187357"/>
                  </a:lnTo>
                  <a:lnTo>
                    <a:pt x="4017867" y="3187357"/>
                  </a:lnTo>
                  <a:lnTo>
                    <a:pt x="4017867" y="3191496"/>
                  </a:lnTo>
                  <a:lnTo>
                    <a:pt x="4023303" y="3191496"/>
                  </a:lnTo>
                  <a:lnTo>
                    <a:pt x="4023303" y="3194258"/>
                  </a:lnTo>
                  <a:lnTo>
                    <a:pt x="4028740" y="3194258"/>
                  </a:lnTo>
                  <a:lnTo>
                    <a:pt x="4028740" y="3198401"/>
                  </a:lnTo>
                  <a:lnTo>
                    <a:pt x="4034177" y="3198401"/>
                  </a:lnTo>
                  <a:lnTo>
                    <a:pt x="4039614" y="3198401"/>
                  </a:lnTo>
                  <a:lnTo>
                    <a:pt x="4039614" y="3199788"/>
                  </a:lnTo>
                  <a:lnTo>
                    <a:pt x="4045051" y="3199788"/>
                  </a:lnTo>
                  <a:lnTo>
                    <a:pt x="4045051" y="3201176"/>
                  </a:lnTo>
                  <a:lnTo>
                    <a:pt x="4055925" y="3201176"/>
                  </a:lnTo>
                  <a:lnTo>
                    <a:pt x="4055925" y="3203953"/>
                  </a:lnTo>
                  <a:lnTo>
                    <a:pt x="4061362" y="3203953"/>
                  </a:lnTo>
                  <a:lnTo>
                    <a:pt x="4061362" y="3205343"/>
                  </a:lnTo>
                  <a:lnTo>
                    <a:pt x="4066799" y="3205343"/>
                  </a:lnTo>
                  <a:lnTo>
                    <a:pt x="4066799" y="3208123"/>
                  </a:lnTo>
                  <a:lnTo>
                    <a:pt x="4072235" y="3208123"/>
                  </a:lnTo>
                  <a:lnTo>
                    <a:pt x="4072235" y="3212303"/>
                  </a:lnTo>
                  <a:lnTo>
                    <a:pt x="4077672" y="3212303"/>
                  </a:lnTo>
                  <a:lnTo>
                    <a:pt x="4083109" y="3212303"/>
                  </a:lnTo>
                  <a:lnTo>
                    <a:pt x="4083109" y="3213698"/>
                  </a:lnTo>
                  <a:lnTo>
                    <a:pt x="4088546" y="3213698"/>
                  </a:lnTo>
                  <a:lnTo>
                    <a:pt x="4088546" y="3216489"/>
                  </a:lnTo>
                  <a:lnTo>
                    <a:pt x="4093983" y="3216489"/>
                  </a:lnTo>
                  <a:lnTo>
                    <a:pt x="4099420" y="3216489"/>
                  </a:lnTo>
                  <a:lnTo>
                    <a:pt x="4099420" y="3217886"/>
                  </a:lnTo>
                  <a:lnTo>
                    <a:pt x="4110294" y="3217886"/>
                  </a:lnTo>
                  <a:lnTo>
                    <a:pt x="4110294" y="3219285"/>
                  </a:lnTo>
                  <a:lnTo>
                    <a:pt x="4115731" y="3219285"/>
                  </a:lnTo>
                  <a:lnTo>
                    <a:pt x="4115731" y="3220686"/>
                  </a:lnTo>
                  <a:lnTo>
                    <a:pt x="4126604" y="3220686"/>
                  </a:lnTo>
                  <a:lnTo>
                    <a:pt x="4126604" y="3222088"/>
                  </a:lnTo>
                  <a:lnTo>
                    <a:pt x="4137478" y="3222088"/>
                  </a:lnTo>
                  <a:lnTo>
                    <a:pt x="4137478" y="3224893"/>
                  </a:lnTo>
                  <a:lnTo>
                    <a:pt x="4148352" y="3224893"/>
                  </a:lnTo>
                  <a:lnTo>
                    <a:pt x="4148352" y="3226296"/>
                  </a:lnTo>
                  <a:lnTo>
                    <a:pt x="4153789" y="3226296"/>
                  </a:lnTo>
                  <a:lnTo>
                    <a:pt x="4153789" y="3227700"/>
                  </a:lnTo>
                  <a:lnTo>
                    <a:pt x="4159226" y="3227700"/>
                  </a:lnTo>
                  <a:lnTo>
                    <a:pt x="4159226" y="3229106"/>
                  </a:lnTo>
                  <a:lnTo>
                    <a:pt x="4170100" y="3229106"/>
                  </a:lnTo>
                  <a:lnTo>
                    <a:pt x="4170100" y="3230513"/>
                  </a:lnTo>
                  <a:lnTo>
                    <a:pt x="4180973" y="3230513"/>
                  </a:lnTo>
                  <a:lnTo>
                    <a:pt x="4180973" y="3233329"/>
                  </a:lnTo>
                  <a:lnTo>
                    <a:pt x="4186410" y="3233329"/>
                  </a:lnTo>
                  <a:lnTo>
                    <a:pt x="4186410" y="3234737"/>
                  </a:lnTo>
                  <a:lnTo>
                    <a:pt x="4191847" y="3234737"/>
                  </a:lnTo>
                  <a:lnTo>
                    <a:pt x="4191847" y="3236148"/>
                  </a:lnTo>
                  <a:lnTo>
                    <a:pt x="4197284" y="3236148"/>
                  </a:lnTo>
                  <a:lnTo>
                    <a:pt x="4197284" y="3237559"/>
                  </a:lnTo>
                  <a:lnTo>
                    <a:pt x="4208158" y="3237559"/>
                  </a:lnTo>
                  <a:lnTo>
                    <a:pt x="4208158" y="3240385"/>
                  </a:lnTo>
                  <a:lnTo>
                    <a:pt x="4213595" y="3240385"/>
                  </a:lnTo>
                  <a:lnTo>
                    <a:pt x="4213595" y="3241798"/>
                  </a:lnTo>
                  <a:lnTo>
                    <a:pt x="4219032" y="3241798"/>
                  </a:lnTo>
                  <a:lnTo>
                    <a:pt x="4219032" y="3246037"/>
                  </a:lnTo>
                  <a:lnTo>
                    <a:pt x="4224469" y="3246037"/>
                  </a:lnTo>
                  <a:lnTo>
                    <a:pt x="4229906" y="3246037"/>
                  </a:lnTo>
                  <a:lnTo>
                    <a:pt x="4229906" y="3247458"/>
                  </a:lnTo>
                  <a:lnTo>
                    <a:pt x="4235342" y="3247458"/>
                  </a:lnTo>
                  <a:lnTo>
                    <a:pt x="4235342" y="3253142"/>
                  </a:lnTo>
                  <a:lnTo>
                    <a:pt x="4246216" y="3253142"/>
                  </a:lnTo>
                  <a:lnTo>
                    <a:pt x="4246216" y="3257405"/>
                  </a:lnTo>
                  <a:lnTo>
                    <a:pt x="4257090" y="3257405"/>
                  </a:lnTo>
                  <a:lnTo>
                    <a:pt x="4257090" y="3263093"/>
                  </a:lnTo>
                  <a:lnTo>
                    <a:pt x="4262527" y="3263093"/>
                  </a:lnTo>
                  <a:lnTo>
                    <a:pt x="4262527" y="3264518"/>
                  </a:lnTo>
                  <a:lnTo>
                    <a:pt x="4267964" y="3264518"/>
                  </a:lnTo>
                  <a:lnTo>
                    <a:pt x="4267964" y="3265944"/>
                  </a:lnTo>
                  <a:lnTo>
                    <a:pt x="4273401" y="3265944"/>
                  </a:lnTo>
                  <a:lnTo>
                    <a:pt x="4278838" y="3265944"/>
                  </a:lnTo>
                  <a:lnTo>
                    <a:pt x="4278838" y="3267371"/>
                  </a:lnTo>
                  <a:lnTo>
                    <a:pt x="4284274" y="3267371"/>
                  </a:lnTo>
                  <a:lnTo>
                    <a:pt x="4284274" y="3270226"/>
                  </a:lnTo>
                  <a:lnTo>
                    <a:pt x="4289711" y="3270226"/>
                  </a:lnTo>
                  <a:lnTo>
                    <a:pt x="4289711" y="3273081"/>
                  </a:lnTo>
                  <a:lnTo>
                    <a:pt x="4295148" y="3273081"/>
                  </a:lnTo>
                  <a:lnTo>
                    <a:pt x="4295148" y="3275936"/>
                  </a:lnTo>
                  <a:lnTo>
                    <a:pt x="4300585" y="3275936"/>
                  </a:lnTo>
                  <a:lnTo>
                    <a:pt x="4306022" y="3275936"/>
                  </a:lnTo>
                  <a:lnTo>
                    <a:pt x="4306022" y="3280222"/>
                  </a:lnTo>
                  <a:lnTo>
                    <a:pt x="4311459" y="3280222"/>
                  </a:lnTo>
                  <a:lnTo>
                    <a:pt x="4311459" y="3281652"/>
                  </a:lnTo>
                  <a:lnTo>
                    <a:pt x="4316896" y="3281652"/>
                  </a:lnTo>
                  <a:lnTo>
                    <a:pt x="4316896" y="3283083"/>
                  </a:lnTo>
                  <a:lnTo>
                    <a:pt x="4322333" y="3283083"/>
                  </a:lnTo>
                  <a:lnTo>
                    <a:pt x="4322333" y="3284514"/>
                  </a:lnTo>
                  <a:lnTo>
                    <a:pt x="4327770" y="3284514"/>
                  </a:lnTo>
                  <a:lnTo>
                    <a:pt x="4327770" y="3285946"/>
                  </a:lnTo>
                  <a:lnTo>
                    <a:pt x="4333207" y="3285946"/>
                  </a:lnTo>
                  <a:lnTo>
                    <a:pt x="4333207" y="3288809"/>
                  </a:lnTo>
                  <a:lnTo>
                    <a:pt x="4338643" y="3288809"/>
                  </a:lnTo>
                  <a:lnTo>
                    <a:pt x="4338643" y="3297401"/>
                  </a:lnTo>
                  <a:lnTo>
                    <a:pt x="4344080" y="3297401"/>
                  </a:lnTo>
                  <a:lnTo>
                    <a:pt x="4349517" y="3297401"/>
                  </a:lnTo>
                  <a:lnTo>
                    <a:pt x="4349517" y="3298836"/>
                  </a:lnTo>
                  <a:lnTo>
                    <a:pt x="4354954" y="3298836"/>
                  </a:lnTo>
                  <a:lnTo>
                    <a:pt x="4354954" y="3300273"/>
                  </a:lnTo>
                  <a:lnTo>
                    <a:pt x="4365828" y="3300273"/>
                  </a:lnTo>
                  <a:lnTo>
                    <a:pt x="4365828" y="3306018"/>
                  </a:lnTo>
                  <a:lnTo>
                    <a:pt x="4371265" y="3306018"/>
                  </a:lnTo>
                  <a:lnTo>
                    <a:pt x="4376702" y="3306018"/>
                  </a:lnTo>
                  <a:lnTo>
                    <a:pt x="4382139" y="3306018"/>
                  </a:lnTo>
                  <a:lnTo>
                    <a:pt x="4382139" y="3307460"/>
                  </a:lnTo>
                  <a:lnTo>
                    <a:pt x="4393012" y="3307460"/>
                  </a:lnTo>
                  <a:lnTo>
                    <a:pt x="4393012" y="3308903"/>
                  </a:lnTo>
                  <a:lnTo>
                    <a:pt x="4403886" y="3308903"/>
                  </a:lnTo>
                  <a:lnTo>
                    <a:pt x="4403886" y="3310347"/>
                  </a:lnTo>
                  <a:lnTo>
                    <a:pt x="4409323" y="3310347"/>
                  </a:lnTo>
                  <a:lnTo>
                    <a:pt x="4420197" y="3310347"/>
                  </a:lnTo>
                  <a:lnTo>
                    <a:pt x="4420197" y="3313246"/>
                  </a:lnTo>
                  <a:lnTo>
                    <a:pt x="4425634" y="3313246"/>
                  </a:lnTo>
                  <a:lnTo>
                    <a:pt x="4425634" y="3316144"/>
                  </a:lnTo>
                  <a:lnTo>
                    <a:pt x="4436508" y="3316144"/>
                  </a:lnTo>
                  <a:lnTo>
                    <a:pt x="4436508" y="3317593"/>
                  </a:lnTo>
                  <a:lnTo>
                    <a:pt x="4447381" y="3317593"/>
                  </a:lnTo>
                  <a:lnTo>
                    <a:pt x="4447381" y="3319042"/>
                  </a:lnTo>
                  <a:lnTo>
                    <a:pt x="4452818" y="3319042"/>
                  </a:lnTo>
                  <a:lnTo>
                    <a:pt x="4452818" y="3320494"/>
                  </a:lnTo>
                  <a:lnTo>
                    <a:pt x="4458255" y="3320494"/>
                  </a:lnTo>
                  <a:lnTo>
                    <a:pt x="4458255" y="3324848"/>
                  </a:lnTo>
                  <a:lnTo>
                    <a:pt x="4463692" y="3324848"/>
                  </a:lnTo>
                  <a:lnTo>
                    <a:pt x="4463692" y="3330655"/>
                  </a:lnTo>
                  <a:lnTo>
                    <a:pt x="4469129" y="3330655"/>
                  </a:lnTo>
                  <a:lnTo>
                    <a:pt x="4474566" y="3330655"/>
                  </a:lnTo>
                  <a:lnTo>
                    <a:pt x="4474566" y="3332110"/>
                  </a:lnTo>
                  <a:lnTo>
                    <a:pt x="4485440" y="3332110"/>
                  </a:lnTo>
                  <a:lnTo>
                    <a:pt x="4485440" y="3335020"/>
                  </a:lnTo>
                  <a:lnTo>
                    <a:pt x="4490877" y="3335020"/>
                  </a:lnTo>
                  <a:lnTo>
                    <a:pt x="4490877" y="3339385"/>
                  </a:lnTo>
                  <a:lnTo>
                    <a:pt x="4507187" y="3339385"/>
                  </a:lnTo>
                  <a:lnTo>
                    <a:pt x="4507187" y="3340843"/>
                  </a:lnTo>
                  <a:lnTo>
                    <a:pt x="4512624" y="3340843"/>
                  </a:lnTo>
                  <a:lnTo>
                    <a:pt x="4518061" y="3340843"/>
                  </a:lnTo>
                  <a:lnTo>
                    <a:pt x="4518061" y="3342306"/>
                  </a:lnTo>
                  <a:lnTo>
                    <a:pt x="4523498" y="3342306"/>
                  </a:lnTo>
                  <a:lnTo>
                    <a:pt x="4523498" y="3343770"/>
                  </a:lnTo>
                  <a:lnTo>
                    <a:pt x="4528935" y="3343770"/>
                  </a:lnTo>
                  <a:lnTo>
                    <a:pt x="4528935" y="3345234"/>
                  </a:lnTo>
                  <a:lnTo>
                    <a:pt x="4534372" y="3345234"/>
                  </a:lnTo>
                  <a:lnTo>
                    <a:pt x="4534372" y="3346699"/>
                  </a:lnTo>
                  <a:lnTo>
                    <a:pt x="4539809" y="3346699"/>
                  </a:lnTo>
                  <a:lnTo>
                    <a:pt x="4539809" y="3349630"/>
                  </a:lnTo>
                  <a:lnTo>
                    <a:pt x="4545246" y="3349630"/>
                  </a:lnTo>
                  <a:lnTo>
                    <a:pt x="4545246" y="3354025"/>
                  </a:lnTo>
                  <a:lnTo>
                    <a:pt x="4550682" y="3354025"/>
                  </a:lnTo>
                  <a:lnTo>
                    <a:pt x="4550682" y="3355491"/>
                  </a:lnTo>
                  <a:lnTo>
                    <a:pt x="4556119" y="3355491"/>
                  </a:lnTo>
                  <a:lnTo>
                    <a:pt x="4556119" y="3356957"/>
                  </a:lnTo>
                  <a:lnTo>
                    <a:pt x="4561556" y="3356957"/>
                  </a:lnTo>
                  <a:lnTo>
                    <a:pt x="4561556" y="3358424"/>
                  </a:lnTo>
                  <a:lnTo>
                    <a:pt x="4566993" y="3358424"/>
                  </a:lnTo>
                  <a:lnTo>
                    <a:pt x="4572430" y="3358424"/>
                  </a:lnTo>
                  <a:lnTo>
                    <a:pt x="4572430" y="3361361"/>
                  </a:lnTo>
                  <a:lnTo>
                    <a:pt x="4577867" y="3361361"/>
                  </a:lnTo>
                  <a:lnTo>
                    <a:pt x="4577867" y="3362834"/>
                  </a:lnTo>
                  <a:lnTo>
                    <a:pt x="4588741" y="3362834"/>
                  </a:lnTo>
                  <a:lnTo>
                    <a:pt x="4588741" y="3364306"/>
                  </a:lnTo>
                  <a:lnTo>
                    <a:pt x="4594178" y="3364306"/>
                  </a:lnTo>
                  <a:lnTo>
                    <a:pt x="4594178" y="3365778"/>
                  </a:lnTo>
                  <a:lnTo>
                    <a:pt x="4605051" y="3365778"/>
                  </a:lnTo>
                  <a:lnTo>
                    <a:pt x="4605051" y="3370199"/>
                  </a:lnTo>
                  <a:lnTo>
                    <a:pt x="4610488" y="3370199"/>
                  </a:lnTo>
                  <a:lnTo>
                    <a:pt x="4615925" y="3370199"/>
                  </a:lnTo>
                  <a:lnTo>
                    <a:pt x="4621362" y="3370199"/>
                  </a:lnTo>
                  <a:lnTo>
                    <a:pt x="4626799" y="3370199"/>
                  </a:lnTo>
                  <a:lnTo>
                    <a:pt x="4626799" y="3374640"/>
                  </a:lnTo>
                  <a:lnTo>
                    <a:pt x="4632236" y="3374640"/>
                  </a:lnTo>
                  <a:lnTo>
                    <a:pt x="4632236" y="3377603"/>
                  </a:lnTo>
                  <a:lnTo>
                    <a:pt x="4637673" y="3377603"/>
                  </a:lnTo>
                  <a:lnTo>
                    <a:pt x="4637673" y="3379086"/>
                  </a:lnTo>
                  <a:lnTo>
                    <a:pt x="4643110" y="3379086"/>
                  </a:lnTo>
                  <a:lnTo>
                    <a:pt x="4648547" y="3379086"/>
                  </a:lnTo>
                  <a:lnTo>
                    <a:pt x="4653983" y="3379086"/>
                  </a:lnTo>
                  <a:lnTo>
                    <a:pt x="4653983" y="3382068"/>
                  </a:lnTo>
                  <a:lnTo>
                    <a:pt x="4664857" y="3382068"/>
                  </a:lnTo>
                  <a:lnTo>
                    <a:pt x="4664857" y="3383559"/>
                  </a:lnTo>
                  <a:lnTo>
                    <a:pt x="4670294" y="3383559"/>
                  </a:lnTo>
                  <a:lnTo>
                    <a:pt x="4670294" y="3385052"/>
                  </a:lnTo>
                  <a:lnTo>
                    <a:pt x="4675731" y="3385052"/>
                  </a:lnTo>
                  <a:lnTo>
                    <a:pt x="4675731" y="3389532"/>
                  </a:lnTo>
                  <a:lnTo>
                    <a:pt x="4681168" y="3389532"/>
                  </a:lnTo>
                  <a:lnTo>
                    <a:pt x="4681168" y="3391026"/>
                  </a:lnTo>
                  <a:lnTo>
                    <a:pt x="4686605" y="3391026"/>
                  </a:lnTo>
                  <a:lnTo>
                    <a:pt x="4702916" y="3391026"/>
                  </a:lnTo>
                  <a:lnTo>
                    <a:pt x="4702916" y="3392522"/>
                  </a:lnTo>
                  <a:lnTo>
                    <a:pt x="4713789" y="3392522"/>
                  </a:lnTo>
                  <a:lnTo>
                    <a:pt x="4713789" y="3394020"/>
                  </a:lnTo>
                  <a:lnTo>
                    <a:pt x="4724663" y="3394020"/>
                  </a:lnTo>
                  <a:lnTo>
                    <a:pt x="4724663" y="3395521"/>
                  </a:lnTo>
                  <a:lnTo>
                    <a:pt x="4730100" y="3395521"/>
                  </a:lnTo>
                  <a:lnTo>
                    <a:pt x="4730100" y="3397023"/>
                  </a:lnTo>
                  <a:lnTo>
                    <a:pt x="4735537" y="3397023"/>
                  </a:lnTo>
                  <a:lnTo>
                    <a:pt x="4740974" y="3397023"/>
                  </a:lnTo>
                  <a:lnTo>
                    <a:pt x="4740974" y="3400031"/>
                  </a:lnTo>
                  <a:lnTo>
                    <a:pt x="4746411" y="3400031"/>
                  </a:lnTo>
                  <a:lnTo>
                    <a:pt x="4746411" y="3404545"/>
                  </a:lnTo>
                  <a:lnTo>
                    <a:pt x="4751848" y="3404545"/>
                  </a:lnTo>
                  <a:lnTo>
                    <a:pt x="4757285" y="3404545"/>
                  </a:lnTo>
                  <a:lnTo>
                    <a:pt x="4757285" y="3409073"/>
                  </a:lnTo>
                  <a:lnTo>
                    <a:pt x="4762721" y="3409073"/>
                  </a:lnTo>
                  <a:lnTo>
                    <a:pt x="4768158" y="3409073"/>
                  </a:lnTo>
                  <a:lnTo>
                    <a:pt x="4768158" y="3410585"/>
                  </a:lnTo>
                  <a:lnTo>
                    <a:pt x="4773595" y="3410585"/>
                  </a:lnTo>
                  <a:lnTo>
                    <a:pt x="4779032" y="3410585"/>
                  </a:lnTo>
                  <a:lnTo>
                    <a:pt x="4795343" y="3410585"/>
                  </a:lnTo>
                  <a:lnTo>
                    <a:pt x="4795343" y="3413619"/>
                  </a:lnTo>
                  <a:lnTo>
                    <a:pt x="4800780" y="3413619"/>
                  </a:lnTo>
                  <a:lnTo>
                    <a:pt x="4800780" y="3415138"/>
                  </a:lnTo>
                  <a:lnTo>
                    <a:pt x="4806217" y="3415138"/>
                  </a:lnTo>
                  <a:lnTo>
                    <a:pt x="4811654" y="3415138"/>
                  </a:lnTo>
                  <a:lnTo>
                    <a:pt x="4811654" y="3416659"/>
                  </a:lnTo>
                  <a:lnTo>
                    <a:pt x="4817090" y="3416659"/>
                  </a:lnTo>
                  <a:lnTo>
                    <a:pt x="4817090" y="3419702"/>
                  </a:lnTo>
                  <a:lnTo>
                    <a:pt x="4822527" y="3419702"/>
                  </a:lnTo>
                  <a:lnTo>
                    <a:pt x="4822527" y="3421224"/>
                  </a:lnTo>
                  <a:lnTo>
                    <a:pt x="4827964" y="3421224"/>
                  </a:lnTo>
                  <a:lnTo>
                    <a:pt x="4827964" y="3427317"/>
                  </a:lnTo>
                  <a:lnTo>
                    <a:pt x="4833401" y="3427317"/>
                  </a:lnTo>
                  <a:lnTo>
                    <a:pt x="4833401" y="3428842"/>
                  </a:lnTo>
                  <a:lnTo>
                    <a:pt x="4838838" y="3428842"/>
                  </a:lnTo>
                  <a:lnTo>
                    <a:pt x="4849712" y="3428842"/>
                  </a:lnTo>
                  <a:lnTo>
                    <a:pt x="4849712" y="3430371"/>
                  </a:lnTo>
                  <a:lnTo>
                    <a:pt x="4860586" y="3430371"/>
                  </a:lnTo>
                  <a:lnTo>
                    <a:pt x="4866022" y="3430371"/>
                  </a:lnTo>
                  <a:lnTo>
                    <a:pt x="4871459" y="3430371"/>
                  </a:lnTo>
                  <a:lnTo>
                    <a:pt x="4871459" y="3434971"/>
                  </a:lnTo>
                  <a:lnTo>
                    <a:pt x="4876896" y="3434971"/>
                  </a:lnTo>
                  <a:lnTo>
                    <a:pt x="4882333" y="3434971"/>
                  </a:lnTo>
                  <a:lnTo>
                    <a:pt x="4882333" y="3436510"/>
                  </a:lnTo>
                  <a:lnTo>
                    <a:pt x="4887770" y="3436510"/>
                  </a:lnTo>
                  <a:lnTo>
                    <a:pt x="4887770" y="3438049"/>
                  </a:lnTo>
                  <a:lnTo>
                    <a:pt x="4898644" y="3438049"/>
                  </a:lnTo>
                  <a:lnTo>
                    <a:pt x="4904081" y="3438049"/>
                  </a:lnTo>
                  <a:lnTo>
                    <a:pt x="4904081" y="3439589"/>
                  </a:lnTo>
                  <a:lnTo>
                    <a:pt x="4909518" y="3439589"/>
                  </a:lnTo>
                  <a:lnTo>
                    <a:pt x="4909518" y="3442674"/>
                  </a:lnTo>
                  <a:lnTo>
                    <a:pt x="4914955" y="3442674"/>
                  </a:lnTo>
                  <a:lnTo>
                    <a:pt x="4914955" y="3445762"/>
                  </a:lnTo>
                  <a:lnTo>
                    <a:pt x="4920391" y="3445762"/>
                  </a:lnTo>
                  <a:lnTo>
                    <a:pt x="4920391" y="3447310"/>
                  </a:lnTo>
                  <a:lnTo>
                    <a:pt x="4925828" y="3447310"/>
                  </a:lnTo>
                  <a:lnTo>
                    <a:pt x="4925828" y="3448859"/>
                  </a:lnTo>
                  <a:lnTo>
                    <a:pt x="4931265" y="3448859"/>
                  </a:lnTo>
                  <a:lnTo>
                    <a:pt x="4936702" y="3448859"/>
                  </a:lnTo>
                  <a:lnTo>
                    <a:pt x="4942139" y="3448859"/>
                  </a:lnTo>
                  <a:lnTo>
                    <a:pt x="4942139" y="3451971"/>
                  </a:lnTo>
                  <a:lnTo>
                    <a:pt x="4947576" y="3451971"/>
                  </a:lnTo>
                  <a:lnTo>
                    <a:pt x="4947576" y="3455089"/>
                  </a:lnTo>
                  <a:lnTo>
                    <a:pt x="4953013" y="3455089"/>
                  </a:lnTo>
                  <a:lnTo>
                    <a:pt x="4958450" y="3455089"/>
                  </a:lnTo>
                  <a:lnTo>
                    <a:pt x="4958450" y="3459781"/>
                  </a:lnTo>
                  <a:lnTo>
                    <a:pt x="4969324" y="3459781"/>
                  </a:lnTo>
                  <a:lnTo>
                    <a:pt x="4969324" y="3461348"/>
                  </a:lnTo>
                  <a:lnTo>
                    <a:pt x="4974760" y="3461348"/>
                  </a:lnTo>
                  <a:lnTo>
                    <a:pt x="4974760" y="3464487"/>
                  </a:lnTo>
                  <a:lnTo>
                    <a:pt x="4980197" y="3464487"/>
                  </a:lnTo>
                  <a:lnTo>
                    <a:pt x="4985634" y="3464487"/>
                  </a:lnTo>
                  <a:lnTo>
                    <a:pt x="4991071" y="3464487"/>
                  </a:lnTo>
                  <a:lnTo>
                    <a:pt x="4991071" y="3466059"/>
                  </a:lnTo>
                  <a:lnTo>
                    <a:pt x="4996508" y="3466059"/>
                  </a:lnTo>
                  <a:lnTo>
                    <a:pt x="4996508" y="3467633"/>
                  </a:lnTo>
                  <a:lnTo>
                    <a:pt x="5001945" y="3467633"/>
                  </a:lnTo>
                  <a:lnTo>
                    <a:pt x="5001945" y="3470783"/>
                  </a:lnTo>
                  <a:lnTo>
                    <a:pt x="5007382" y="3470783"/>
                  </a:lnTo>
                  <a:lnTo>
                    <a:pt x="5007382" y="3472358"/>
                  </a:lnTo>
                  <a:lnTo>
                    <a:pt x="5012819" y="3472358"/>
                  </a:lnTo>
                  <a:lnTo>
                    <a:pt x="5023693" y="3472358"/>
                  </a:lnTo>
                  <a:lnTo>
                    <a:pt x="5034566" y="3472358"/>
                  </a:lnTo>
                  <a:lnTo>
                    <a:pt x="5034566" y="3478692"/>
                  </a:lnTo>
                  <a:lnTo>
                    <a:pt x="5040003" y="3478692"/>
                  </a:lnTo>
                  <a:lnTo>
                    <a:pt x="5040003" y="3480276"/>
                  </a:lnTo>
                  <a:lnTo>
                    <a:pt x="5045440" y="3480276"/>
                  </a:lnTo>
                  <a:lnTo>
                    <a:pt x="5050877" y="3480276"/>
                  </a:lnTo>
                  <a:lnTo>
                    <a:pt x="5050877" y="3486622"/>
                  </a:lnTo>
                  <a:lnTo>
                    <a:pt x="5056314" y="3486622"/>
                  </a:lnTo>
                  <a:lnTo>
                    <a:pt x="5067188" y="3486622"/>
                  </a:lnTo>
                  <a:lnTo>
                    <a:pt x="5072625" y="3486622"/>
                  </a:lnTo>
                  <a:lnTo>
                    <a:pt x="5072625" y="3488213"/>
                  </a:lnTo>
                  <a:lnTo>
                    <a:pt x="5078061" y="3488213"/>
                  </a:lnTo>
                  <a:lnTo>
                    <a:pt x="5078061" y="3491395"/>
                  </a:lnTo>
                  <a:lnTo>
                    <a:pt x="5088935" y="3491395"/>
                  </a:lnTo>
                  <a:lnTo>
                    <a:pt x="5088935" y="3492986"/>
                  </a:lnTo>
                  <a:lnTo>
                    <a:pt x="5094372" y="3492986"/>
                  </a:lnTo>
                  <a:lnTo>
                    <a:pt x="5094372" y="3494577"/>
                  </a:lnTo>
                  <a:lnTo>
                    <a:pt x="5099809" y="3494577"/>
                  </a:lnTo>
                  <a:lnTo>
                    <a:pt x="5099809" y="3497763"/>
                  </a:lnTo>
                  <a:lnTo>
                    <a:pt x="5105246" y="3497763"/>
                  </a:lnTo>
                  <a:lnTo>
                    <a:pt x="5121557" y="3497763"/>
                  </a:lnTo>
                  <a:lnTo>
                    <a:pt x="5126994" y="3497763"/>
                  </a:lnTo>
                  <a:lnTo>
                    <a:pt x="5137867" y="3497763"/>
                  </a:lnTo>
                  <a:lnTo>
                    <a:pt x="5143304" y="3497763"/>
                  </a:lnTo>
                  <a:lnTo>
                    <a:pt x="5143304" y="3500965"/>
                  </a:lnTo>
                  <a:lnTo>
                    <a:pt x="5148741" y="3500965"/>
                  </a:lnTo>
                  <a:lnTo>
                    <a:pt x="5148741" y="3502569"/>
                  </a:lnTo>
                  <a:lnTo>
                    <a:pt x="5154178" y="3502569"/>
                  </a:lnTo>
                  <a:lnTo>
                    <a:pt x="5154178" y="3504173"/>
                  </a:lnTo>
                  <a:lnTo>
                    <a:pt x="5170489" y="3504173"/>
                  </a:lnTo>
                  <a:lnTo>
                    <a:pt x="5175926" y="3504173"/>
                  </a:lnTo>
                  <a:lnTo>
                    <a:pt x="5175926" y="3505780"/>
                  </a:lnTo>
                  <a:lnTo>
                    <a:pt x="5181363" y="3505780"/>
                  </a:lnTo>
                  <a:lnTo>
                    <a:pt x="5192236" y="3505780"/>
                  </a:lnTo>
                  <a:lnTo>
                    <a:pt x="5192236" y="3507392"/>
                  </a:lnTo>
                  <a:lnTo>
                    <a:pt x="5197673" y="3507392"/>
                  </a:lnTo>
                  <a:lnTo>
                    <a:pt x="5208547" y="3507392"/>
                  </a:lnTo>
                  <a:lnTo>
                    <a:pt x="5208547" y="3509005"/>
                  </a:lnTo>
                  <a:lnTo>
                    <a:pt x="5213984" y="3509005"/>
                  </a:lnTo>
                  <a:lnTo>
                    <a:pt x="5213984" y="3510618"/>
                  </a:lnTo>
                  <a:lnTo>
                    <a:pt x="5219421" y="3510618"/>
                  </a:lnTo>
                  <a:lnTo>
                    <a:pt x="5224858" y="3510618"/>
                  </a:lnTo>
                  <a:lnTo>
                    <a:pt x="5224858" y="3512234"/>
                  </a:lnTo>
                  <a:lnTo>
                    <a:pt x="5241168" y="3512234"/>
                  </a:lnTo>
                  <a:lnTo>
                    <a:pt x="5241168" y="3518699"/>
                  </a:lnTo>
                  <a:lnTo>
                    <a:pt x="5246605" y="3518699"/>
                  </a:lnTo>
                  <a:lnTo>
                    <a:pt x="5246605" y="3520316"/>
                  </a:lnTo>
                  <a:lnTo>
                    <a:pt x="5252042" y="3520316"/>
                  </a:lnTo>
                  <a:lnTo>
                    <a:pt x="5257479" y="3520316"/>
                  </a:lnTo>
                  <a:lnTo>
                    <a:pt x="5262916" y="3520316"/>
                  </a:lnTo>
                  <a:lnTo>
                    <a:pt x="5262916" y="3521939"/>
                  </a:lnTo>
                  <a:lnTo>
                    <a:pt x="5268353" y="3521939"/>
                  </a:lnTo>
                  <a:lnTo>
                    <a:pt x="5268353" y="3523561"/>
                  </a:lnTo>
                  <a:lnTo>
                    <a:pt x="5273790" y="3523561"/>
                  </a:lnTo>
                  <a:lnTo>
                    <a:pt x="5273790" y="3525183"/>
                  </a:lnTo>
                  <a:lnTo>
                    <a:pt x="5284664" y="3525183"/>
                  </a:lnTo>
                  <a:lnTo>
                    <a:pt x="5284664" y="3526807"/>
                  </a:lnTo>
                  <a:lnTo>
                    <a:pt x="5290100" y="3526807"/>
                  </a:lnTo>
                  <a:lnTo>
                    <a:pt x="5290100" y="3528433"/>
                  </a:lnTo>
                  <a:lnTo>
                    <a:pt x="5311848" y="3528433"/>
                  </a:lnTo>
                  <a:lnTo>
                    <a:pt x="5317285" y="3528433"/>
                  </a:lnTo>
                  <a:lnTo>
                    <a:pt x="5317285" y="3530061"/>
                  </a:lnTo>
                  <a:lnTo>
                    <a:pt x="5322722" y="3530061"/>
                  </a:lnTo>
                  <a:lnTo>
                    <a:pt x="5322722" y="3533319"/>
                  </a:lnTo>
                  <a:lnTo>
                    <a:pt x="5328159" y="3533319"/>
                  </a:lnTo>
                  <a:lnTo>
                    <a:pt x="5333596" y="3533319"/>
                  </a:lnTo>
                  <a:lnTo>
                    <a:pt x="5333596" y="3534955"/>
                  </a:lnTo>
                  <a:lnTo>
                    <a:pt x="5339033" y="3534955"/>
                  </a:lnTo>
                  <a:lnTo>
                    <a:pt x="5344469" y="3534955"/>
                  </a:lnTo>
                  <a:lnTo>
                    <a:pt x="5349906" y="3534955"/>
                  </a:lnTo>
                  <a:lnTo>
                    <a:pt x="5349906" y="3538237"/>
                  </a:lnTo>
                  <a:lnTo>
                    <a:pt x="5355343" y="3538237"/>
                  </a:lnTo>
                  <a:lnTo>
                    <a:pt x="5355343" y="3539879"/>
                  </a:lnTo>
                  <a:lnTo>
                    <a:pt x="5360780" y="3539879"/>
                  </a:lnTo>
                  <a:lnTo>
                    <a:pt x="5360780" y="3541522"/>
                  </a:lnTo>
                  <a:lnTo>
                    <a:pt x="5366217" y="3541522"/>
                  </a:lnTo>
                  <a:lnTo>
                    <a:pt x="5366217" y="3544813"/>
                  </a:lnTo>
                  <a:lnTo>
                    <a:pt x="5371654" y="3544813"/>
                  </a:lnTo>
                  <a:lnTo>
                    <a:pt x="5371654" y="3546460"/>
                  </a:lnTo>
                  <a:lnTo>
                    <a:pt x="5387965" y="3546460"/>
                  </a:lnTo>
                  <a:lnTo>
                    <a:pt x="5387965" y="3548109"/>
                  </a:lnTo>
                  <a:lnTo>
                    <a:pt x="5393402" y="3548109"/>
                  </a:lnTo>
                  <a:lnTo>
                    <a:pt x="5393402" y="3549758"/>
                  </a:lnTo>
                  <a:lnTo>
                    <a:pt x="5398838" y="3549758"/>
                  </a:lnTo>
                  <a:lnTo>
                    <a:pt x="5398838" y="3551409"/>
                  </a:lnTo>
                  <a:lnTo>
                    <a:pt x="5404275" y="3551409"/>
                  </a:lnTo>
                  <a:lnTo>
                    <a:pt x="5409712" y="3551409"/>
                  </a:lnTo>
                  <a:lnTo>
                    <a:pt x="5420586" y="3551409"/>
                  </a:lnTo>
                  <a:lnTo>
                    <a:pt x="5420586" y="3554720"/>
                  </a:lnTo>
                  <a:lnTo>
                    <a:pt x="5436897" y="3554720"/>
                  </a:lnTo>
                  <a:lnTo>
                    <a:pt x="5436897" y="3558034"/>
                  </a:lnTo>
                  <a:lnTo>
                    <a:pt x="5442334" y="3558034"/>
                  </a:lnTo>
                  <a:lnTo>
                    <a:pt x="5442334" y="3559693"/>
                  </a:lnTo>
                  <a:lnTo>
                    <a:pt x="5447770" y="3559693"/>
                  </a:lnTo>
                  <a:lnTo>
                    <a:pt x="5453207" y="3559693"/>
                  </a:lnTo>
                  <a:lnTo>
                    <a:pt x="5458644" y="3559693"/>
                  </a:lnTo>
                  <a:lnTo>
                    <a:pt x="5458644" y="3564684"/>
                  </a:lnTo>
                  <a:lnTo>
                    <a:pt x="5469518" y="3564684"/>
                  </a:lnTo>
                  <a:lnTo>
                    <a:pt x="5469518" y="3566348"/>
                  </a:lnTo>
                  <a:lnTo>
                    <a:pt x="5474955" y="3566348"/>
                  </a:lnTo>
                  <a:lnTo>
                    <a:pt x="5480392" y="3566348"/>
                  </a:lnTo>
                  <a:lnTo>
                    <a:pt x="5491266" y="3566348"/>
                  </a:lnTo>
                  <a:lnTo>
                    <a:pt x="5496703" y="3566348"/>
                  </a:lnTo>
                  <a:lnTo>
                    <a:pt x="5496703" y="3568018"/>
                  </a:lnTo>
                  <a:lnTo>
                    <a:pt x="5507576" y="3568018"/>
                  </a:lnTo>
                  <a:lnTo>
                    <a:pt x="5518450" y="3568018"/>
                  </a:lnTo>
                  <a:lnTo>
                    <a:pt x="5529324" y="3568018"/>
                  </a:lnTo>
                  <a:lnTo>
                    <a:pt x="5534761" y="3568018"/>
                  </a:lnTo>
                  <a:lnTo>
                    <a:pt x="5534761" y="3569698"/>
                  </a:lnTo>
                  <a:lnTo>
                    <a:pt x="5540198" y="3569698"/>
                  </a:lnTo>
                  <a:lnTo>
                    <a:pt x="5540198" y="3571379"/>
                  </a:lnTo>
                  <a:lnTo>
                    <a:pt x="5551072" y="3571379"/>
                  </a:lnTo>
                  <a:lnTo>
                    <a:pt x="5551072" y="3573059"/>
                  </a:lnTo>
                  <a:lnTo>
                    <a:pt x="5556508" y="3573059"/>
                  </a:lnTo>
                  <a:lnTo>
                    <a:pt x="5561945" y="3573059"/>
                  </a:lnTo>
                  <a:lnTo>
                    <a:pt x="5567382" y="3573059"/>
                  </a:lnTo>
                  <a:lnTo>
                    <a:pt x="5567382" y="3574754"/>
                  </a:lnTo>
                  <a:lnTo>
                    <a:pt x="5572819" y="3574754"/>
                  </a:lnTo>
                  <a:lnTo>
                    <a:pt x="5583693" y="3574754"/>
                  </a:lnTo>
                  <a:lnTo>
                    <a:pt x="5583693" y="3576451"/>
                  </a:lnTo>
                  <a:lnTo>
                    <a:pt x="5589130" y="3576451"/>
                  </a:lnTo>
                  <a:lnTo>
                    <a:pt x="5589130" y="3578148"/>
                  </a:lnTo>
                  <a:lnTo>
                    <a:pt x="5594567" y="3578148"/>
                  </a:lnTo>
                  <a:lnTo>
                    <a:pt x="5594567" y="3581545"/>
                  </a:lnTo>
                  <a:lnTo>
                    <a:pt x="5600004" y="3581545"/>
                  </a:lnTo>
                  <a:lnTo>
                    <a:pt x="5605440" y="3581545"/>
                  </a:lnTo>
                  <a:lnTo>
                    <a:pt x="5605440" y="3583252"/>
                  </a:lnTo>
                  <a:lnTo>
                    <a:pt x="5632625" y="3583252"/>
                  </a:lnTo>
                  <a:lnTo>
                    <a:pt x="5648936" y="3583252"/>
                  </a:lnTo>
                  <a:lnTo>
                    <a:pt x="5654373" y="3583252"/>
                  </a:lnTo>
                  <a:lnTo>
                    <a:pt x="5659809" y="3583252"/>
                  </a:lnTo>
                  <a:lnTo>
                    <a:pt x="5659809" y="3584968"/>
                  </a:lnTo>
                  <a:lnTo>
                    <a:pt x="5670683" y="3584968"/>
                  </a:lnTo>
                  <a:lnTo>
                    <a:pt x="5676120" y="3584968"/>
                  </a:lnTo>
                  <a:lnTo>
                    <a:pt x="5676120" y="3586688"/>
                  </a:lnTo>
                  <a:lnTo>
                    <a:pt x="5681557" y="3586688"/>
                  </a:lnTo>
                  <a:lnTo>
                    <a:pt x="5681557" y="3588407"/>
                  </a:lnTo>
                  <a:lnTo>
                    <a:pt x="5686994" y="3588407"/>
                  </a:lnTo>
                  <a:lnTo>
                    <a:pt x="5686994" y="3590127"/>
                  </a:lnTo>
                  <a:lnTo>
                    <a:pt x="5692431" y="3590127"/>
                  </a:lnTo>
                  <a:lnTo>
                    <a:pt x="5692431" y="3591846"/>
                  </a:lnTo>
                  <a:lnTo>
                    <a:pt x="5697868" y="3591846"/>
                  </a:lnTo>
                  <a:lnTo>
                    <a:pt x="5703305" y="3591846"/>
                  </a:lnTo>
                  <a:lnTo>
                    <a:pt x="5708742" y="3591846"/>
                  </a:lnTo>
                  <a:lnTo>
                    <a:pt x="5714178" y="3591846"/>
                  </a:lnTo>
                  <a:lnTo>
                    <a:pt x="5714178" y="3593574"/>
                  </a:lnTo>
                  <a:lnTo>
                    <a:pt x="5719615" y="3593574"/>
                  </a:lnTo>
                  <a:lnTo>
                    <a:pt x="5725052" y="3593574"/>
                  </a:lnTo>
                  <a:lnTo>
                    <a:pt x="5725052" y="3595306"/>
                  </a:lnTo>
                  <a:lnTo>
                    <a:pt x="5730489" y="3595306"/>
                  </a:lnTo>
                  <a:lnTo>
                    <a:pt x="5730489" y="3597038"/>
                  </a:lnTo>
                  <a:lnTo>
                    <a:pt x="5741363" y="3597038"/>
                  </a:lnTo>
                  <a:lnTo>
                    <a:pt x="5741363" y="3605700"/>
                  </a:lnTo>
                  <a:lnTo>
                    <a:pt x="5746800" y="3605700"/>
                  </a:lnTo>
                  <a:lnTo>
                    <a:pt x="5752237" y="3605700"/>
                  </a:lnTo>
                  <a:lnTo>
                    <a:pt x="5752237" y="3607437"/>
                  </a:lnTo>
                  <a:lnTo>
                    <a:pt x="5757674" y="3607437"/>
                  </a:lnTo>
                  <a:lnTo>
                    <a:pt x="5757674" y="3609177"/>
                  </a:lnTo>
                  <a:lnTo>
                    <a:pt x="5773984" y="3609177"/>
                  </a:lnTo>
                  <a:lnTo>
                    <a:pt x="5779421" y="3609177"/>
                  </a:lnTo>
                  <a:lnTo>
                    <a:pt x="5779421" y="3610919"/>
                  </a:lnTo>
                  <a:lnTo>
                    <a:pt x="5784858" y="3610919"/>
                  </a:lnTo>
                  <a:lnTo>
                    <a:pt x="5790295" y="3610919"/>
                  </a:lnTo>
                  <a:lnTo>
                    <a:pt x="5795732" y="3610919"/>
                  </a:lnTo>
                  <a:lnTo>
                    <a:pt x="5795732" y="3612664"/>
                  </a:lnTo>
                  <a:lnTo>
                    <a:pt x="5822916" y="3612664"/>
                  </a:lnTo>
                  <a:lnTo>
                    <a:pt x="5839227" y="3612664"/>
                  </a:lnTo>
                  <a:lnTo>
                    <a:pt x="5839227" y="3614411"/>
                  </a:lnTo>
                  <a:lnTo>
                    <a:pt x="5850101" y="3614411"/>
                  </a:lnTo>
                  <a:lnTo>
                    <a:pt x="5850101" y="3616160"/>
                  </a:lnTo>
                  <a:lnTo>
                    <a:pt x="5855538" y="3616160"/>
                  </a:lnTo>
                  <a:lnTo>
                    <a:pt x="5855538" y="3619658"/>
                  </a:lnTo>
                  <a:lnTo>
                    <a:pt x="5860975" y="3619658"/>
                  </a:lnTo>
                  <a:lnTo>
                    <a:pt x="5860975" y="3623157"/>
                  </a:lnTo>
                  <a:lnTo>
                    <a:pt x="5866412" y="3623157"/>
                  </a:lnTo>
                  <a:lnTo>
                    <a:pt x="5871848" y="3623157"/>
                  </a:lnTo>
                  <a:lnTo>
                    <a:pt x="5871848" y="3626663"/>
                  </a:lnTo>
                  <a:lnTo>
                    <a:pt x="5893596" y="3626663"/>
                  </a:lnTo>
                  <a:lnTo>
                    <a:pt x="5893596" y="3630173"/>
                  </a:lnTo>
                  <a:lnTo>
                    <a:pt x="5904470" y="3630173"/>
                  </a:lnTo>
                  <a:lnTo>
                    <a:pt x="5904470" y="3631928"/>
                  </a:lnTo>
                  <a:lnTo>
                    <a:pt x="5909907" y="3631928"/>
                  </a:lnTo>
                  <a:lnTo>
                    <a:pt x="5909907" y="3633683"/>
                  </a:lnTo>
                  <a:lnTo>
                    <a:pt x="5915344" y="3633683"/>
                  </a:lnTo>
                  <a:lnTo>
                    <a:pt x="5915344" y="3635442"/>
                  </a:lnTo>
                  <a:lnTo>
                    <a:pt x="5920781" y="3635442"/>
                  </a:lnTo>
                  <a:lnTo>
                    <a:pt x="5926217" y="3635442"/>
                  </a:lnTo>
                  <a:lnTo>
                    <a:pt x="5931654" y="3635442"/>
                  </a:lnTo>
                  <a:lnTo>
                    <a:pt x="5931654" y="3637207"/>
                  </a:lnTo>
                  <a:lnTo>
                    <a:pt x="5937091" y="3637207"/>
                  </a:lnTo>
                  <a:lnTo>
                    <a:pt x="5942528" y="3637207"/>
                  </a:lnTo>
                  <a:lnTo>
                    <a:pt x="5942528" y="3640748"/>
                  </a:lnTo>
                  <a:lnTo>
                    <a:pt x="5947965" y="3640748"/>
                  </a:lnTo>
                  <a:lnTo>
                    <a:pt x="5953402" y="3640748"/>
                  </a:lnTo>
                  <a:lnTo>
                    <a:pt x="5958839" y="3640748"/>
                  </a:lnTo>
                  <a:lnTo>
                    <a:pt x="5958839" y="3642523"/>
                  </a:lnTo>
                  <a:lnTo>
                    <a:pt x="5964276" y="3642523"/>
                  </a:lnTo>
                  <a:lnTo>
                    <a:pt x="5980586" y="3642523"/>
                  </a:lnTo>
                  <a:lnTo>
                    <a:pt x="5980586" y="3644303"/>
                  </a:lnTo>
                  <a:lnTo>
                    <a:pt x="5986023" y="3644303"/>
                  </a:lnTo>
                  <a:lnTo>
                    <a:pt x="5991460" y="3644303"/>
                  </a:lnTo>
                  <a:lnTo>
                    <a:pt x="5996897" y="3644303"/>
                  </a:lnTo>
                  <a:lnTo>
                    <a:pt x="5996897" y="3646087"/>
                  </a:lnTo>
                  <a:lnTo>
                    <a:pt x="6002334" y="3646087"/>
                  </a:lnTo>
                  <a:lnTo>
                    <a:pt x="6029518" y="3646087"/>
                  </a:lnTo>
                  <a:lnTo>
                    <a:pt x="6029518" y="3647875"/>
                  </a:lnTo>
                  <a:lnTo>
                    <a:pt x="6040392" y="3647875"/>
                  </a:lnTo>
                  <a:lnTo>
                    <a:pt x="6040392" y="3649663"/>
                  </a:lnTo>
                  <a:lnTo>
                    <a:pt x="6051266" y="3649663"/>
                  </a:lnTo>
                  <a:lnTo>
                    <a:pt x="6051266" y="3651451"/>
                  </a:lnTo>
                  <a:lnTo>
                    <a:pt x="6056703" y="3651451"/>
                  </a:lnTo>
                  <a:lnTo>
                    <a:pt x="6062140" y="3651451"/>
                  </a:lnTo>
                  <a:lnTo>
                    <a:pt x="6062140" y="3653244"/>
                  </a:lnTo>
                  <a:lnTo>
                    <a:pt x="6073014" y="3653244"/>
                  </a:lnTo>
                  <a:lnTo>
                    <a:pt x="6073014" y="3656828"/>
                  </a:lnTo>
                  <a:lnTo>
                    <a:pt x="6089324" y="3656828"/>
                  </a:lnTo>
                  <a:lnTo>
                    <a:pt x="6094761" y="3656828"/>
                  </a:lnTo>
                  <a:lnTo>
                    <a:pt x="6094761" y="3658623"/>
                  </a:lnTo>
                  <a:lnTo>
                    <a:pt x="6100198" y="3658623"/>
                  </a:lnTo>
                  <a:lnTo>
                    <a:pt x="6105635" y="3658623"/>
                  </a:lnTo>
                  <a:lnTo>
                    <a:pt x="6105635" y="3660419"/>
                  </a:lnTo>
                  <a:lnTo>
                    <a:pt x="6111072" y="3660419"/>
                  </a:lnTo>
                  <a:lnTo>
                    <a:pt x="6111072" y="3662216"/>
                  </a:lnTo>
                  <a:lnTo>
                    <a:pt x="6116509" y="3662216"/>
                  </a:lnTo>
                  <a:lnTo>
                    <a:pt x="6121946" y="3662216"/>
                  </a:lnTo>
                  <a:lnTo>
                    <a:pt x="6127383" y="3662216"/>
                  </a:lnTo>
                  <a:lnTo>
                    <a:pt x="6127383" y="3664017"/>
                  </a:lnTo>
                  <a:lnTo>
                    <a:pt x="6138256" y="3664017"/>
                  </a:lnTo>
                  <a:lnTo>
                    <a:pt x="6149130" y="3664017"/>
                  </a:lnTo>
                  <a:lnTo>
                    <a:pt x="6154567" y="3664017"/>
                  </a:lnTo>
                  <a:lnTo>
                    <a:pt x="6154567" y="3665827"/>
                  </a:lnTo>
                  <a:lnTo>
                    <a:pt x="6160004" y="3665827"/>
                  </a:lnTo>
                  <a:lnTo>
                    <a:pt x="6160004" y="3667640"/>
                  </a:lnTo>
                  <a:lnTo>
                    <a:pt x="6165441" y="3667640"/>
                  </a:lnTo>
                  <a:lnTo>
                    <a:pt x="6165441" y="3669457"/>
                  </a:lnTo>
                  <a:lnTo>
                    <a:pt x="6170878" y="3669457"/>
                  </a:lnTo>
                  <a:lnTo>
                    <a:pt x="6170878" y="3671276"/>
                  </a:lnTo>
                  <a:lnTo>
                    <a:pt x="6176315" y="3671276"/>
                  </a:lnTo>
                  <a:lnTo>
                    <a:pt x="6181752" y="3671276"/>
                  </a:lnTo>
                  <a:lnTo>
                    <a:pt x="6181752" y="3673097"/>
                  </a:lnTo>
                  <a:lnTo>
                    <a:pt x="6208936" y="3673097"/>
                  </a:lnTo>
                  <a:lnTo>
                    <a:pt x="6208936" y="3678561"/>
                  </a:lnTo>
                  <a:lnTo>
                    <a:pt x="6219810" y="3678561"/>
                  </a:lnTo>
                  <a:lnTo>
                    <a:pt x="6219810" y="3680385"/>
                  </a:lnTo>
                  <a:lnTo>
                    <a:pt x="6225247" y="3680385"/>
                  </a:lnTo>
                  <a:lnTo>
                    <a:pt x="6225247" y="3682208"/>
                  </a:lnTo>
                  <a:lnTo>
                    <a:pt x="6230684" y="3682208"/>
                  </a:lnTo>
                  <a:lnTo>
                    <a:pt x="6230684" y="3684032"/>
                  </a:lnTo>
                  <a:lnTo>
                    <a:pt x="6236121" y="3684032"/>
                  </a:lnTo>
                  <a:lnTo>
                    <a:pt x="6236121" y="3685856"/>
                  </a:lnTo>
                  <a:lnTo>
                    <a:pt x="6241557" y="3685856"/>
                  </a:lnTo>
                  <a:lnTo>
                    <a:pt x="6241557" y="3689504"/>
                  </a:lnTo>
                  <a:lnTo>
                    <a:pt x="6246994" y="3689504"/>
                  </a:lnTo>
                  <a:lnTo>
                    <a:pt x="6257868" y="3689504"/>
                  </a:lnTo>
                  <a:lnTo>
                    <a:pt x="6257868" y="3691332"/>
                  </a:lnTo>
                  <a:lnTo>
                    <a:pt x="6263305" y="3691332"/>
                  </a:lnTo>
                  <a:lnTo>
                    <a:pt x="6268742" y="3691332"/>
                  </a:lnTo>
                  <a:lnTo>
                    <a:pt x="6274179" y="3691332"/>
                  </a:lnTo>
                  <a:lnTo>
                    <a:pt x="6274179" y="3693165"/>
                  </a:lnTo>
                  <a:lnTo>
                    <a:pt x="6279616" y="3693165"/>
                  </a:lnTo>
                  <a:lnTo>
                    <a:pt x="6279616" y="3696830"/>
                  </a:lnTo>
                  <a:lnTo>
                    <a:pt x="6285053" y="3696830"/>
                  </a:lnTo>
                  <a:lnTo>
                    <a:pt x="6295926" y="3696830"/>
                  </a:lnTo>
                  <a:lnTo>
                    <a:pt x="6306800" y="3696830"/>
                  </a:lnTo>
                  <a:lnTo>
                    <a:pt x="6306800" y="3698671"/>
                  </a:lnTo>
                  <a:lnTo>
                    <a:pt x="6312237" y="3698671"/>
                  </a:lnTo>
                  <a:lnTo>
                    <a:pt x="6312237" y="3700513"/>
                  </a:lnTo>
                  <a:lnTo>
                    <a:pt x="6317674" y="3700513"/>
                  </a:lnTo>
                  <a:lnTo>
                    <a:pt x="6317674" y="3702354"/>
                  </a:lnTo>
                  <a:lnTo>
                    <a:pt x="6323111" y="3702354"/>
                  </a:lnTo>
                  <a:lnTo>
                    <a:pt x="6355732" y="3702354"/>
                  </a:lnTo>
                  <a:lnTo>
                    <a:pt x="6361169" y="3702354"/>
                  </a:lnTo>
                  <a:lnTo>
                    <a:pt x="6366606" y="3702354"/>
                  </a:lnTo>
                  <a:lnTo>
                    <a:pt x="6366606" y="3704202"/>
                  </a:lnTo>
                  <a:lnTo>
                    <a:pt x="6382917" y="3704202"/>
                  </a:lnTo>
                  <a:lnTo>
                    <a:pt x="6382917" y="3706050"/>
                  </a:lnTo>
                  <a:lnTo>
                    <a:pt x="6393791" y="3706050"/>
                  </a:lnTo>
                  <a:lnTo>
                    <a:pt x="6393791" y="3707901"/>
                  </a:lnTo>
                  <a:lnTo>
                    <a:pt x="6404664" y="3707901"/>
                  </a:lnTo>
                  <a:lnTo>
                    <a:pt x="6404664" y="3711601"/>
                  </a:lnTo>
                  <a:lnTo>
                    <a:pt x="6431849" y="3711601"/>
                  </a:lnTo>
                  <a:lnTo>
                    <a:pt x="6431849" y="3715303"/>
                  </a:lnTo>
                  <a:lnTo>
                    <a:pt x="6437286" y="3715303"/>
                  </a:lnTo>
                  <a:lnTo>
                    <a:pt x="6437286" y="3717156"/>
                  </a:lnTo>
                  <a:lnTo>
                    <a:pt x="6442723" y="3717156"/>
                  </a:lnTo>
                  <a:lnTo>
                    <a:pt x="6448160" y="3717156"/>
                  </a:lnTo>
                  <a:lnTo>
                    <a:pt x="6453596" y="3717156"/>
                  </a:lnTo>
                  <a:lnTo>
                    <a:pt x="6469907" y="3717156"/>
                  </a:lnTo>
                  <a:lnTo>
                    <a:pt x="6480781" y="3717156"/>
                  </a:lnTo>
                  <a:lnTo>
                    <a:pt x="6480781" y="3719018"/>
                  </a:lnTo>
                  <a:lnTo>
                    <a:pt x="6491655" y="3719018"/>
                  </a:lnTo>
                  <a:lnTo>
                    <a:pt x="6502529" y="3719018"/>
                  </a:lnTo>
                  <a:lnTo>
                    <a:pt x="6502529" y="3720882"/>
                  </a:lnTo>
                  <a:lnTo>
                    <a:pt x="6507965" y="3720882"/>
                  </a:lnTo>
                  <a:lnTo>
                    <a:pt x="6507965" y="3726474"/>
                  </a:lnTo>
                  <a:lnTo>
                    <a:pt x="6518839" y="3726474"/>
                  </a:lnTo>
                  <a:lnTo>
                    <a:pt x="6524276" y="3726474"/>
                  </a:lnTo>
                  <a:lnTo>
                    <a:pt x="6524276" y="3732082"/>
                  </a:lnTo>
                  <a:lnTo>
                    <a:pt x="6535150" y="3732082"/>
                  </a:lnTo>
                  <a:lnTo>
                    <a:pt x="6551461" y="3732082"/>
                  </a:lnTo>
                  <a:lnTo>
                    <a:pt x="6551461" y="3733953"/>
                  </a:lnTo>
                  <a:lnTo>
                    <a:pt x="6562334" y="3733953"/>
                  </a:lnTo>
                  <a:lnTo>
                    <a:pt x="6562334" y="3737701"/>
                  </a:lnTo>
                  <a:lnTo>
                    <a:pt x="6573208" y="3737701"/>
                  </a:lnTo>
                  <a:lnTo>
                    <a:pt x="6573208" y="3739577"/>
                  </a:lnTo>
                  <a:lnTo>
                    <a:pt x="6584082" y="3739577"/>
                  </a:lnTo>
                  <a:lnTo>
                    <a:pt x="6589519" y="3739577"/>
                  </a:lnTo>
                  <a:lnTo>
                    <a:pt x="6600393" y="3739577"/>
                  </a:lnTo>
                  <a:lnTo>
                    <a:pt x="6600393" y="3741458"/>
                  </a:lnTo>
                  <a:lnTo>
                    <a:pt x="6616703" y="3741458"/>
                  </a:lnTo>
                  <a:lnTo>
                    <a:pt x="6616703" y="3745225"/>
                  </a:lnTo>
                  <a:lnTo>
                    <a:pt x="6622140" y="3745225"/>
                  </a:lnTo>
                  <a:lnTo>
                    <a:pt x="6622140" y="3747108"/>
                  </a:lnTo>
                  <a:lnTo>
                    <a:pt x="6633014" y="3747108"/>
                  </a:lnTo>
                  <a:lnTo>
                    <a:pt x="6638451" y="3747108"/>
                  </a:lnTo>
                  <a:lnTo>
                    <a:pt x="6638451" y="3748996"/>
                  </a:lnTo>
                  <a:lnTo>
                    <a:pt x="6643888" y="3748996"/>
                  </a:lnTo>
                  <a:lnTo>
                    <a:pt x="6643888" y="3750889"/>
                  </a:lnTo>
                  <a:lnTo>
                    <a:pt x="6649325" y="3750889"/>
                  </a:lnTo>
                  <a:lnTo>
                    <a:pt x="6649325" y="3754680"/>
                  </a:lnTo>
                  <a:lnTo>
                    <a:pt x="6660199" y="3754680"/>
                  </a:lnTo>
                  <a:lnTo>
                    <a:pt x="6660199" y="3756575"/>
                  </a:lnTo>
                  <a:lnTo>
                    <a:pt x="6681946" y="3756575"/>
                  </a:lnTo>
                  <a:lnTo>
                    <a:pt x="6692820" y="3756575"/>
                  </a:lnTo>
                  <a:lnTo>
                    <a:pt x="6698257" y="3756575"/>
                  </a:lnTo>
                  <a:lnTo>
                    <a:pt x="6698257" y="3758485"/>
                  </a:lnTo>
                  <a:lnTo>
                    <a:pt x="6703694" y="3758485"/>
                  </a:lnTo>
                  <a:lnTo>
                    <a:pt x="6714568" y="3758485"/>
                  </a:lnTo>
                  <a:lnTo>
                    <a:pt x="6720004" y="3758485"/>
                  </a:lnTo>
                  <a:lnTo>
                    <a:pt x="6720004" y="3760409"/>
                  </a:lnTo>
                  <a:lnTo>
                    <a:pt x="6730878" y="3760409"/>
                  </a:lnTo>
                  <a:lnTo>
                    <a:pt x="6736315" y="3760409"/>
                  </a:lnTo>
                  <a:lnTo>
                    <a:pt x="6736315" y="3762336"/>
                  </a:lnTo>
                  <a:lnTo>
                    <a:pt x="6741752" y="3762336"/>
                  </a:lnTo>
                  <a:lnTo>
                    <a:pt x="6747189" y="3762336"/>
                  </a:lnTo>
                  <a:lnTo>
                    <a:pt x="6747189" y="3764268"/>
                  </a:lnTo>
                  <a:lnTo>
                    <a:pt x="6752626" y="3764268"/>
                  </a:lnTo>
                  <a:lnTo>
                    <a:pt x="6752626" y="3768131"/>
                  </a:lnTo>
                  <a:lnTo>
                    <a:pt x="6758063" y="3768131"/>
                  </a:lnTo>
                  <a:lnTo>
                    <a:pt x="6758063" y="3770065"/>
                  </a:lnTo>
                  <a:lnTo>
                    <a:pt x="6768936" y="3770065"/>
                  </a:lnTo>
                  <a:lnTo>
                    <a:pt x="6768936" y="3772000"/>
                  </a:lnTo>
                  <a:lnTo>
                    <a:pt x="6779810" y="3772000"/>
                  </a:lnTo>
                  <a:lnTo>
                    <a:pt x="6779810" y="3773940"/>
                  </a:lnTo>
                  <a:lnTo>
                    <a:pt x="6785247" y="3773940"/>
                  </a:lnTo>
                  <a:lnTo>
                    <a:pt x="6785247" y="3775884"/>
                  </a:lnTo>
                  <a:lnTo>
                    <a:pt x="6790684" y="3775884"/>
                  </a:lnTo>
                  <a:lnTo>
                    <a:pt x="6806995" y="3775884"/>
                  </a:lnTo>
                  <a:lnTo>
                    <a:pt x="6806995" y="3777831"/>
                  </a:lnTo>
                  <a:lnTo>
                    <a:pt x="6812432" y="3777831"/>
                  </a:lnTo>
                  <a:lnTo>
                    <a:pt x="6817869" y="3777831"/>
                  </a:lnTo>
                  <a:lnTo>
                    <a:pt x="6823305" y="3777831"/>
                  </a:lnTo>
                  <a:lnTo>
                    <a:pt x="6823305" y="3779784"/>
                  </a:lnTo>
                  <a:lnTo>
                    <a:pt x="6828742" y="3779784"/>
                  </a:lnTo>
                  <a:lnTo>
                    <a:pt x="6839616" y="3779784"/>
                  </a:lnTo>
                  <a:lnTo>
                    <a:pt x="6845053" y="3779784"/>
                  </a:lnTo>
                  <a:lnTo>
                    <a:pt x="6855927" y="3779784"/>
                  </a:lnTo>
                  <a:lnTo>
                    <a:pt x="6855927" y="3785664"/>
                  </a:lnTo>
                  <a:lnTo>
                    <a:pt x="6861364" y="3785664"/>
                  </a:lnTo>
                  <a:lnTo>
                    <a:pt x="6866801" y="3785664"/>
                  </a:lnTo>
                  <a:lnTo>
                    <a:pt x="6866801" y="3787627"/>
                  </a:lnTo>
                  <a:lnTo>
                    <a:pt x="6877674" y="3787627"/>
                  </a:lnTo>
                  <a:lnTo>
                    <a:pt x="6877674" y="3789590"/>
                  </a:lnTo>
                  <a:lnTo>
                    <a:pt x="6883111" y="3789590"/>
                  </a:lnTo>
                  <a:lnTo>
                    <a:pt x="6888548" y="3789590"/>
                  </a:lnTo>
                  <a:lnTo>
                    <a:pt x="6899422" y="3789590"/>
                  </a:lnTo>
                  <a:lnTo>
                    <a:pt x="6899422" y="3793532"/>
                  </a:lnTo>
                  <a:lnTo>
                    <a:pt x="6904859" y="3793532"/>
                  </a:lnTo>
                  <a:lnTo>
                    <a:pt x="6904859" y="3795505"/>
                  </a:lnTo>
                  <a:lnTo>
                    <a:pt x="6910296" y="3795505"/>
                  </a:lnTo>
                  <a:lnTo>
                    <a:pt x="6910296" y="3797484"/>
                  </a:lnTo>
                  <a:lnTo>
                    <a:pt x="6926607" y="3797484"/>
                  </a:lnTo>
                  <a:lnTo>
                    <a:pt x="6932043" y="3797484"/>
                  </a:lnTo>
                  <a:lnTo>
                    <a:pt x="6932043" y="3799469"/>
                  </a:lnTo>
                  <a:lnTo>
                    <a:pt x="6948354" y="3799469"/>
                  </a:lnTo>
                  <a:lnTo>
                    <a:pt x="6948354" y="3807408"/>
                  </a:lnTo>
                  <a:lnTo>
                    <a:pt x="6953791" y="3807408"/>
                  </a:lnTo>
                  <a:lnTo>
                    <a:pt x="6953791" y="3809393"/>
                  </a:lnTo>
                  <a:lnTo>
                    <a:pt x="6959228" y="3809393"/>
                  </a:lnTo>
                  <a:lnTo>
                    <a:pt x="6964665" y="3809393"/>
                  </a:lnTo>
                  <a:lnTo>
                    <a:pt x="6970102" y="3809393"/>
                  </a:lnTo>
                  <a:lnTo>
                    <a:pt x="6991849" y="3809393"/>
                  </a:lnTo>
                  <a:lnTo>
                    <a:pt x="7008160" y="3809393"/>
                  </a:lnTo>
                  <a:lnTo>
                    <a:pt x="7008160" y="3811397"/>
                  </a:lnTo>
                  <a:lnTo>
                    <a:pt x="7019034" y="3811397"/>
                  </a:lnTo>
                  <a:lnTo>
                    <a:pt x="7040781" y="3811397"/>
                  </a:lnTo>
                  <a:lnTo>
                    <a:pt x="7057092" y="3811397"/>
                  </a:lnTo>
                  <a:lnTo>
                    <a:pt x="7062529" y="3811397"/>
                  </a:lnTo>
                  <a:lnTo>
                    <a:pt x="7062529" y="3813414"/>
                  </a:lnTo>
                  <a:lnTo>
                    <a:pt x="7067966" y="3813414"/>
                  </a:lnTo>
                  <a:lnTo>
                    <a:pt x="7067966" y="3815432"/>
                  </a:lnTo>
                  <a:lnTo>
                    <a:pt x="7084277" y="3815432"/>
                  </a:lnTo>
                  <a:lnTo>
                    <a:pt x="7084277" y="3817452"/>
                  </a:lnTo>
                  <a:lnTo>
                    <a:pt x="7089713" y="3817452"/>
                  </a:lnTo>
                  <a:lnTo>
                    <a:pt x="7095150" y="3817452"/>
                  </a:lnTo>
                  <a:lnTo>
                    <a:pt x="7100587" y="3817452"/>
                  </a:lnTo>
                  <a:lnTo>
                    <a:pt x="7100587" y="3819481"/>
                  </a:lnTo>
                  <a:lnTo>
                    <a:pt x="7111461" y="3819481"/>
                  </a:lnTo>
                  <a:lnTo>
                    <a:pt x="7111461" y="3821510"/>
                  </a:lnTo>
                  <a:lnTo>
                    <a:pt x="7116898" y="3821510"/>
                  </a:lnTo>
                  <a:lnTo>
                    <a:pt x="7116898" y="3823540"/>
                  </a:lnTo>
                  <a:lnTo>
                    <a:pt x="7127772" y="3823540"/>
                  </a:lnTo>
                  <a:lnTo>
                    <a:pt x="7138646" y="3823540"/>
                  </a:lnTo>
                  <a:lnTo>
                    <a:pt x="7144082" y="3823540"/>
                  </a:lnTo>
                  <a:lnTo>
                    <a:pt x="7144082" y="3825578"/>
                  </a:lnTo>
                  <a:lnTo>
                    <a:pt x="7149519" y="3825578"/>
                  </a:lnTo>
                  <a:lnTo>
                    <a:pt x="7154956" y="3825578"/>
                  </a:lnTo>
                  <a:lnTo>
                    <a:pt x="7154956" y="3831700"/>
                  </a:lnTo>
                  <a:lnTo>
                    <a:pt x="7160393" y="3831700"/>
                  </a:lnTo>
                  <a:lnTo>
                    <a:pt x="7160393" y="3833745"/>
                  </a:lnTo>
                  <a:lnTo>
                    <a:pt x="7165830" y="3833745"/>
                  </a:lnTo>
                  <a:lnTo>
                    <a:pt x="7171267" y="3833745"/>
                  </a:lnTo>
                  <a:lnTo>
                    <a:pt x="7176704" y="3833745"/>
                  </a:lnTo>
                  <a:lnTo>
                    <a:pt x="7176704" y="3835800"/>
                  </a:lnTo>
                  <a:lnTo>
                    <a:pt x="7182141" y="3835800"/>
                  </a:lnTo>
                  <a:lnTo>
                    <a:pt x="7182141" y="3837856"/>
                  </a:lnTo>
                  <a:lnTo>
                    <a:pt x="7187578" y="3837856"/>
                  </a:lnTo>
                  <a:lnTo>
                    <a:pt x="7187578" y="3839915"/>
                  </a:lnTo>
                  <a:lnTo>
                    <a:pt x="7193014" y="3839915"/>
                  </a:lnTo>
                  <a:lnTo>
                    <a:pt x="7231073" y="3839915"/>
                  </a:lnTo>
                  <a:lnTo>
                    <a:pt x="7231073" y="3841977"/>
                  </a:lnTo>
                  <a:lnTo>
                    <a:pt x="7236510" y="3841977"/>
                  </a:lnTo>
                  <a:lnTo>
                    <a:pt x="7236510" y="3844039"/>
                  </a:lnTo>
                  <a:lnTo>
                    <a:pt x="7241947" y="3844039"/>
                  </a:lnTo>
                  <a:lnTo>
                    <a:pt x="7241947" y="3846104"/>
                  </a:lnTo>
                  <a:lnTo>
                    <a:pt x="7263694" y="3846104"/>
                  </a:lnTo>
                  <a:lnTo>
                    <a:pt x="7269131" y="3846104"/>
                  </a:lnTo>
                  <a:lnTo>
                    <a:pt x="7280005" y="3846104"/>
                  </a:lnTo>
                  <a:lnTo>
                    <a:pt x="7280005" y="3848181"/>
                  </a:lnTo>
                  <a:lnTo>
                    <a:pt x="7285442" y="3848181"/>
                  </a:lnTo>
                  <a:lnTo>
                    <a:pt x="7285442" y="3850262"/>
                  </a:lnTo>
                  <a:lnTo>
                    <a:pt x="7290879" y="3850262"/>
                  </a:lnTo>
                  <a:lnTo>
                    <a:pt x="7290879" y="3852342"/>
                  </a:lnTo>
                  <a:lnTo>
                    <a:pt x="7296316" y="3852342"/>
                  </a:lnTo>
                  <a:lnTo>
                    <a:pt x="7307189" y="3852342"/>
                  </a:lnTo>
                  <a:lnTo>
                    <a:pt x="7307189" y="3856509"/>
                  </a:lnTo>
                  <a:lnTo>
                    <a:pt x="7328937" y="3856509"/>
                  </a:lnTo>
                  <a:lnTo>
                    <a:pt x="7350684" y="3856509"/>
                  </a:lnTo>
                  <a:lnTo>
                    <a:pt x="7350684" y="3858605"/>
                  </a:lnTo>
                  <a:lnTo>
                    <a:pt x="7366995" y="3858605"/>
                  </a:lnTo>
                  <a:lnTo>
                    <a:pt x="7372432" y="3858605"/>
                  </a:lnTo>
                  <a:lnTo>
                    <a:pt x="7372432" y="3860705"/>
                  </a:lnTo>
                  <a:lnTo>
                    <a:pt x="7383306" y="3860705"/>
                  </a:lnTo>
                  <a:lnTo>
                    <a:pt x="7388743" y="3860705"/>
                  </a:lnTo>
                  <a:lnTo>
                    <a:pt x="7394180" y="3860705"/>
                  </a:lnTo>
                  <a:lnTo>
                    <a:pt x="7405053" y="3860705"/>
                  </a:lnTo>
                  <a:lnTo>
                    <a:pt x="7405053" y="3862813"/>
                  </a:lnTo>
                  <a:lnTo>
                    <a:pt x="7415927" y="3862813"/>
                  </a:lnTo>
                  <a:lnTo>
                    <a:pt x="7437675" y="3862813"/>
                  </a:lnTo>
                  <a:lnTo>
                    <a:pt x="7443112" y="3862813"/>
                  </a:lnTo>
                  <a:lnTo>
                    <a:pt x="7448549" y="3862813"/>
                  </a:lnTo>
                  <a:lnTo>
                    <a:pt x="7453986" y="3862813"/>
                  </a:lnTo>
                  <a:lnTo>
                    <a:pt x="7459422" y="3862813"/>
                  </a:lnTo>
                  <a:lnTo>
                    <a:pt x="7459422" y="3864950"/>
                  </a:lnTo>
                  <a:lnTo>
                    <a:pt x="7464859" y="3864950"/>
                  </a:lnTo>
                  <a:lnTo>
                    <a:pt x="7464859" y="3867094"/>
                  </a:lnTo>
                  <a:lnTo>
                    <a:pt x="7470296" y="3867094"/>
                  </a:lnTo>
                  <a:lnTo>
                    <a:pt x="7470296" y="3869237"/>
                  </a:lnTo>
                  <a:lnTo>
                    <a:pt x="7481170" y="3869237"/>
                  </a:lnTo>
                  <a:lnTo>
                    <a:pt x="7481170" y="3871381"/>
                  </a:lnTo>
                  <a:lnTo>
                    <a:pt x="7492044" y="3871381"/>
                  </a:lnTo>
                  <a:lnTo>
                    <a:pt x="7497481" y="3871381"/>
                  </a:lnTo>
                  <a:lnTo>
                    <a:pt x="7502918" y="3871381"/>
                  </a:lnTo>
                  <a:lnTo>
                    <a:pt x="7502918" y="3873532"/>
                  </a:lnTo>
                  <a:lnTo>
                    <a:pt x="7530102" y="3873532"/>
                  </a:lnTo>
                  <a:lnTo>
                    <a:pt x="7535539" y="3873532"/>
                  </a:lnTo>
                  <a:lnTo>
                    <a:pt x="7535539" y="3875692"/>
                  </a:lnTo>
                  <a:lnTo>
                    <a:pt x="7551850" y="3875692"/>
                  </a:lnTo>
                  <a:lnTo>
                    <a:pt x="7573597" y="3875692"/>
                  </a:lnTo>
                  <a:lnTo>
                    <a:pt x="7589908" y="3875692"/>
                  </a:lnTo>
                  <a:lnTo>
                    <a:pt x="7589908" y="3877859"/>
                  </a:lnTo>
                  <a:lnTo>
                    <a:pt x="7600782" y="3877859"/>
                  </a:lnTo>
                  <a:lnTo>
                    <a:pt x="7600782" y="3882194"/>
                  </a:lnTo>
                  <a:lnTo>
                    <a:pt x="7611656" y="3882194"/>
                  </a:lnTo>
                  <a:lnTo>
                    <a:pt x="7611656" y="3884362"/>
                  </a:lnTo>
                  <a:lnTo>
                    <a:pt x="7617092" y="3884362"/>
                  </a:lnTo>
                  <a:lnTo>
                    <a:pt x="7622529" y="3884362"/>
                  </a:lnTo>
                  <a:lnTo>
                    <a:pt x="7633403" y="3884362"/>
                  </a:lnTo>
                  <a:lnTo>
                    <a:pt x="7638840" y="3884362"/>
                  </a:lnTo>
                  <a:lnTo>
                    <a:pt x="7638840" y="3886543"/>
                  </a:lnTo>
                  <a:lnTo>
                    <a:pt x="7644277" y="3886543"/>
                  </a:lnTo>
                  <a:lnTo>
                    <a:pt x="7644277" y="3888725"/>
                  </a:lnTo>
                  <a:lnTo>
                    <a:pt x="7649714" y="3888725"/>
                  </a:lnTo>
                  <a:lnTo>
                    <a:pt x="7655151" y="3888725"/>
                  </a:lnTo>
                  <a:lnTo>
                    <a:pt x="7655151" y="3890917"/>
                  </a:lnTo>
                  <a:lnTo>
                    <a:pt x="7666025" y="3890917"/>
                  </a:lnTo>
                  <a:lnTo>
                    <a:pt x="7671461" y="3890917"/>
                  </a:lnTo>
                  <a:lnTo>
                    <a:pt x="7687772" y="3890917"/>
                  </a:lnTo>
                  <a:lnTo>
                    <a:pt x="7698646" y="3890917"/>
                  </a:lnTo>
                  <a:lnTo>
                    <a:pt x="7698646" y="3893119"/>
                  </a:lnTo>
                  <a:lnTo>
                    <a:pt x="7709520" y="3893119"/>
                  </a:lnTo>
                  <a:lnTo>
                    <a:pt x="7709520" y="3895322"/>
                  </a:lnTo>
                  <a:lnTo>
                    <a:pt x="7714957" y="3895322"/>
                  </a:lnTo>
                  <a:lnTo>
                    <a:pt x="7720394" y="3895322"/>
                  </a:lnTo>
                  <a:lnTo>
                    <a:pt x="7725830" y="3895322"/>
                  </a:lnTo>
                  <a:lnTo>
                    <a:pt x="7731267" y="3895322"/>
                  </a:lnTo>
                  <a:lnTo>
                    <a:pt x="7731267" y="3897542"/>
                  </a:lnTo>
                  <a:lnTo>
                    <a:pt x="7742141" y="3897542"/>
                  </a:lnTo>
                  <a:lnTo>
                    <a:pt x="7753015" y="3897542"/>
                  </a:lnTo>
                  <a:lnTo>
                    <a:pt x="7753015" y="3899765"/>
                  </a:lnTo>
                  <a:lnTo>
                    <a:pt x="7758452" y="3899765"/>
                  </a:lnTo>
                  <a:lnTo>
                    <a:pt x="7758452" y="3901989"/>
                  </a:lnTo>
                  <a:lnTo>
                    <a:pt x="7785636" y="3901989"/>
                  </a:lnTo>
                  <a:lnTo>
                    <a:pt x="7785636" y="3904214"/>
                  </a:lnTo>
                  <a:lnTo>
                    <a:pt x="7807384" y="3904214"/>
                  </a:lnTo>
                  <a:lnTo>
                    <a:pt x="7807384" y="3906442"/>
                  </a:lnTo>
                  <a:lnTo>
                    <a:pt x="7812821" y="3906442"/>
                  </a:lnTo>
                  <a:lnTo>
                    <a:pt x="7834568" y="3906442"/>
                  </a:lnTo>
                  <a:lnTo>
                    <a:pt x="7845442" y="3906442"/>
                  </a:lnTo>
                  <a:lnTo>
                    <a:pt x="7845442" y="3908691"/>
                  </a:lnTo>
                  <a:lnTo>
                    <a:pt x="7850879" y="3908691"/>
                  </a:lnTo>
                  <a:lnTo>
                    <a:pt x="7850879" y="3910945"/>
                  </a:lnTo>
                  <a:lnTo>
                    <a:pt x="7856316" y="3910945"/>
                  </a:lnTo>
                  <a:lnTo>
                    <a:pt x="7856316" y="3913199"/>
                  </a:lnTo>
                  <a:lnTo>
                    <a:pt x="7861753" y="3913199"/>
                  </a:lnTo>
                  <a:lnTo>
                    <a:pt x="7861753" y="3917707"/>
                  </a:lnTo>
                  <a:lnTo>
                    <a:pt x="7867190" y="3917707"/>
                  </a:lnTo>
                  <a:lnTo>
                    <a:pt x="7867190" y="3919962"/>
                  </a:lnTo>
                  <a:lnTo>
                    <a:pt x="7872627" y="3919962"/>
                  </a:lnTo>
                  <a:lnTo>
                    <a:pt x="7878064" y="3919962"/>
                  </a:lnTo>
                  <a:lnTo>
                    <a:pt x="7888937" y="3919962"/>
                  </a:lnTo>
                  <a:lnTo>
                    <a:pt x="7888937" y="3922224"/>
                  </a:lnTo>
                  <a:lnTo>
                    <a:pt x="7894374" y="3922224"/>
                  </a:lnTo>
                  <a:lnTo>
                    <a:pt x="7916122" y="3922224"/>
                  </a:lnTo>
                  <a:lnTo>
                    <a:pt x="7921559" y="3922224"/>
                  </a:lnTo>
                  <a:lnTo>
                    <a:pt x="7921559" y="3924501"/>
                  </a:lnTo>
                  <a:lnTo>
                    <a:pt x="7926996" y="3924501"/>
                  </a:lnTo>
                  <a:lnTo>
                    <a:pt x="7932432" y="3924501"/>
                  </a:lnTo>
                  <a:lnTo>
                    <a:pt x="7937869" y="3924501"/>
                  </a:lnTo>
                  <a:lnTo>
                    <a:pt x="7937869" y="3926786"/>
                  </a:lnTo>
                  <a:lnTo>
                    <a:pt x="7948743" y="3926786"/>
                  </a:lnTo>
                  <a:lnTo>
                    <a:pt x="7948743" y="3929072"/>
                  </a:lnTo>
                  <a:lnTo>
                    <a:pt x="7954180" y="3929072"/>
                  </a:lnTo>
                  <a:lnTo>
                    <a:pt x="7954180" y="3933643"/>
                  </a:lnTo>
                  <a:lnTo>
                    <a:pt x="7965054" y="3933643"/>
                  </a:lnTo>
                  <a:lnTo>
                    <a:pt x="7965054" y="3935933"/>
                  </a:lnTo>
                  <a:lnTo>
                    <a:pt x="7970491" y="3935933"/>
                  </a:lnTo>
                  <a:lnTo>
                    <a:pt x="7981365" y="3935933"/>
                  </a:lnTo>
                  <a:lnTo>
                    <a:pt x="7992238" y="3935933"/>
                  </a:lnTo>
                  <a:lnTo>
                    <a:pt x="8003112" y="3935933"/>
                  </a:lnTo>
                  <a:lnTo>
                    <a:pt x="8003112" y="3938243"/>
                  </a:lnTo>
                  <a:lnTo>
                    <a:pt x="8024860" y="3938243"/>
                  </a:lnTo>
                  <a:lnTo>
                    <a:pt x="8035734" y="3938243"/>
                  </a:lnTo>
                  <a:lnTo>
                    <a:pt x="8041170" y="3938243"/>
                  </a:lnTo>
                  <a:lnTo>
                    <a:pt x="8052044" y="3938243"/>
                  </a:lnTo>
                  <a:lnTo>
                    <a:pt x="8057481" y="3938243"/>
                  </a:lnTo>
                  <a:lnTo>
                    <a:pt x="8057481" y="3940568"/>
                  </a:lnTo>
                  <a:lnTo>
                    <a:pt x="8073792" y="3940568"/>
                  </a:lnTo>
                  <a:lnTo>
                    <a:pt x="8073792" y="3942898"/>
                  </a:lnTo>
                  <a:lnTo>
                    <a:pt x="8084666" y="3942898"/>
                  </a:lnTo>
                  <a:lnTo>
                    <a:pt x="8111850" y="3942898"/>
                  </a:lnTo>
                  <a:lnTo>
                    <a:pt x="8122724" y="3942898"/>
                  </a:lnTo>
                  <a:lnTo>
                    <a:pt x="8133598" y="3942898"/>
                  </a:lnTo>
                  <a:lnTo>
                    <a:pt x="8139035" y="3942898"/>
                  </a:lnTo>
                  <a:lnTo>
                    <a:pt x="8139035" y="3945248"/>
                  </a:lnTo>
                  <a:lnTo>
                    <a:pt x="8144471" y="3945248"/>
                  </a:lnTo>
                  <a:lnTo>
                    <a:pt x="8160782" y="3945248"/>
                  </a:lnTo>
                  <a:lnTo>
                    <a:pt x="8160782" y="3947614"/>
                  </a:lnTo>
                  <a:lnTo>
                    <a:pt x="8171656" y="3947614"/>
                  </a:lnTo>
                  <a:lnTo>
                    <a:pt x="8171656" y="3949981"/>
                  </a:lnTo>
                  <a:lnTo>
                    <a:pt x="8182530" y="3949981"/>
                  </a:lnTo>
                  <a:lnTo>
                    <a:pt x="8187967" y="3949981"/>
                  </a:lnTo>
                  <a:lnTo>
                    <a:pt x="8193404" y="3949981"/>
                  </a:lnTo>
                  <a:lnTo>
                    <a:pt x="8204277" y="3949981"/>
                  </a:lnTo>
                  <a:lnTo>
                    <a:pt x="8215151" y="3949981"/>
                  </a:lnTo>
                  <a:lnTo>
                    <a:pt x="8220588" y="3949981"/>
                  </a:lnTo>
                  <a:lnTo>
                    <a:pt x="8231462" y="3949981"/>
                  </a:lnTo>
                  <a:lnTo>
                    <a:pt x="8242336" y="3949981"/>
                  </a:lnTo>
                  <a:lnTo>
                    <a:pt x="8264083" y="3949981"/>
                  </a:lnTo>
                  <a:lnTo>
                    <a:pt x="8264083" y="3952391"/>
                  </a:lnTo>
                  <a:lnTo>
                    <a:pt x="8269520" y="3952391"/>
                  </a:lnTo>
                  <a:lnTo>
                    <a:pt x="8280394" y="3952391"/>
                  </a:lnTo>
                  <a:lnTo>
                    <a:pt x="8280394" y="3954813"/>
                  </a:lnTo>
                  <a:lnTo>
                    <a:pt x="8291268" y="3954813"/>
                  </a:lnTo>
                  <a:lnTo>
                    <a:pt x="8291268" y="3957241"/>
                  </a:lnTo>
                  <a:lnTo>
                    <a:pt x="8296705" y="3957241"/>
                  </a:lnTo>
                  <a:lnTo>
                    <a:pt x="8296705" y="3959668"/>
                  </a:lnTo>
                  <a:lnTo>
                    <a:pt x="8307578" y="3959668"/>
                  </a:lnTo>
                  <a:lnTo>
                    <a:pt x="8313015" y="3959668"/>
                  </a:lnTo>
                  <a:lnTo>
                    <a:pt x="8313015" y="3962105"/>
                  </a:lnTo>
                  <a:lnTo>
                    <a:pt x="8323889" y="3962105"/>
                  </a:lnTo>
                  <a:lnTo>
                    <a:pt x="8323889" y="3964542"/>
                  </a:lnTo>
                  <a:lnTo>
                    <a:pt x="8334763" y="3964542"/>
                  </a:lnTo>
                  <a:lnTo>
                    <a:pt x="8334763" y="3966980"/>
                  </a:lnTo>
                  <a:lnTo>
                    <a:pt x="8351074" y="3966980"/>
                  </a:lnTo>
                  <a:lnTo>
                    <a:pt x="8361947" y="3966980"/>
                  </a:lnTo>
                  <a:lnTo>
                    <a:pt x="8361947" y="3969431"/>
                  </a:lnTo>
                  <a:lnTo>
                    <a:pt x="8378258" y="3969431"/>
                  </a:lnTo>
                  <a:lnTo>
                    <a:pt x="8405443" y="3969431"/>
                  </a:lnTo>
                  <a:lnTo>
                    <a:pt x="8410879" y="3969431"/>
                  </a:lnTo>
                  <a:lnTo>
                    <a:pt x="8410879" y="3971905"/>
                  </a:lnTo>
                  <a:lnTo>
                    <a:pt x="8432627" y="3971905"/>
                  </a:lnTo>
                  <a:lnTo>
                    <a:pt x="8432627" y="3974384"/>
                  </a:lnTo>
                  <a:lnTo>
                    <a:pt x="8448938" y="3974384"/>
                  </a:lnTo>
                  <a:lnTo>
                    <a:pt x="8454375" y="3974384"/>
                  </a:lnTo>
                  <a:lnTo>
                    <a:pt x="8481559" y="3974384"/>
                  </a:lnTo>
                  <a:lnTo>
                    <a:pt x="8486996" y="3974384"/>
                  </a:lnTo>
                  <a:lnTo>
                    <a:pt x="8486996" y="3976882"/>
                  </a:lnTo>
                  <a:lnTo>
                    <a:pt x="8492433" y="3976882"/>
                  </a:lnTo>
                  <a:lnTo>
                    <a:pt x="8514180" y="3976882"/>
                  </a:lnTo>
                  <a:lnTo>
                    <a:pt x="8525054" y="3976882"/>
                  </a:lnTo>
                  <a:lnTo>
                    <a:pt x="8530491" y="3976882"/>
                  </a:lnTo>
                  <a:lnTo>
                    <a:pt x="8535928" y="3976882"/>
                  </a:lnTo>
                  <a:lnTo>
                    <a:pt x="8535928" y="3979399"/>
                  </a:lnTo>
                  <a:lnTo>
                    <a:pt x="8541365" y="3979399"/>
                  </a:lnTo>
                  <a:lnTo>
                    <a:pt x="8541365" y="3981917"/>
                  </a:lnTo>
                  <a:lnTo>
                    <a:pt x="8546802" y="3981917"/>
                  </a:lnTo>
                  <a:lnTo>
                    <a:pt x="8546802" y="3984440"/>
                  </a:lnTo>
                  <a:lnTo>
                    <a:pt x="8584860" y="3984440"/>
                  </a:lnTo>
                  <a:lnTo>
                    <a:pt x="8584860" y="3986963"/>
                  </a:lnTo>
                  <a:lnTo>
                    <a:pt x="8601171" y="3986963"/>
                  </a:lnTo>
                  <a:lnTo>
                    <a:pt x="8622918" y="3986963"/>
                  </a:lnTo>
                  <a:lnTo>
                    <a:pt x="8622918" y="3989491"/>
                  </a:lnTo>
                  <a:lnTo>
                    <a:pt x="8633792" y="3989491"/>
                  </a:lnTo>
                  <a:lnTo>
                    <a:pt x="8639229" y="3989491"/>
                  </a:lnTo>
                  <a:lnTo>
                    <a:pt x="8650103" y="3989491"/>
                  </a:lnTo>
                  <a:lnTo>
                    <a:pt x="8650103" y="3994569"/>
                  </a:lnTo>
                  <a:lnTo>
                    <a:pt x="8666414" y="3994569"/>
                  </a:lnTo>
                  <a:lnTo>
                    <a:pt x="8666414" y="3997108"/>
                  </a:lnTo>
                  <a:lnTo>
                    <a:pt x="8709909" y="3997108"/>
                  </a:lnTo>
                  <a:lnTo>
                    <a:pt x="8715346" y="3997108"/>
                  </a:lnTo>
                  <a:lnTo>
                    <a:pt x="8726219" y="3997108"/>
                  </a:lnTo>
                  <a:lnTo>
                    <a:pt x="8731656" y="3997108"/>
                  </a:lnTo>
                  <a:lnTo>
                    <a:pt x="8731656" y="3999668"/>
                  </a:lnTo>
                  <a:lnTo>
                    <a:pt x="8737093" y="3999668"/>
                  </a:lnTo>
                  <a:lnTo>
                    <a:pt x="8737093" y="4002227"/>
                  </a:lnTo>
                  <a:lnTo>
                    <a:pt x="8758841" y="4002227"/>
                  </a:lnTo>
                  <a:lnTo>
                    <a:pt x="8758841" y="4004788"/>
                  </a:lnTo>
                  <a:lnTo>
                    <a:pt x="8764278" y="4004788"/>
                  </a:lnTo>
                  <a:lnTo>
                    <a:pt x="8764278" y="4007349"/>
                  </a:lnTo>
                  <a:lnTo>
                    <a:pt x="8791462" y="4007349"/>
                  </a:lnTo>
                  <a:lnTo>
                    <a:pt x="8796899" y="4007349"/>
                  </a:lnTo>
                  <a:lnTo>
                    <a:pt x="8802336" y="4007349"/>
                  </a:lnTo>
                  <a:lnTo>
                    <a:pt x="8813210" y="4007349"/>
                  </a:lnTo>
                  <a:lnTo>
                    <a:pt x="8813210" y="4009925"/>
                  </a:lnTo>
                  <a:lnTo>
                    <a:pt x="8824084" y="4009925"/>
                  </a:lnTo>
                  <a:lnTo>
                    <a:pt x="8824084" y="4012502"/>
                  </a:lnTo>
                  <a:lnTo>
                    <a:pt x="8845831" y="4012502"/>
                  </a:lnTo>
                  <a:lnTo>
                    <a:pt x="8845831" y="4015079"/>
                  </a:lnTo>
                  <a:lnTo>
                    <a:pt x="8856705" y="4015079"/>
                  </a:lnTo>
                  <a:lnTo>
                    <a:pt x="8867579" y="4015079"/>
                  </a:lnTo>
                  <a:lnTo>
                    <a:pt x="8883890" y="4015079"/>
                  </a:lnTo>
                  <a:lnTo>
                    <a:pt x="8883890" y="4017677"/>
                  </a:lnTo>
                  <a:lnTo>
                    <a:pt x="8905637" y="4017677"/>
                  </a:lnTo>
                  <a:lnTo>
                    <a:pt x="8921948" y="4017677"/>
                  </a:lnTo>
                  <a:lnTo>
                    <a:pt x="8921948" y="4022885"/>
                  </a:lnTo>
                  <a:lnTo>
                    <a:pt x="8938258" y="4022885"/>
                  </a:lnTo>
                  <a:lnTo>
                    <a:pt x="8938258" y="4025490"/>
                  </a:lnTo>
                  <a:lnTo>
                    <a:pt x="8943695" y="4025490"/>
                  </a:lnTo>
                  <a:lnTo>
                    <a:pt x="8965443" y="4025490"/>
                  </a:lnTo>
                  <a:lnTo>
                    <a:pt x="8965443" y="4028101"/>
                  </a:lnTo>
                  <a:lnTo>
                    <a:pt x="8981754" y="4028101"/>
                  </a:lnTo>
                  <a:lnTo>
                    <a:pt x="8992627" y="4028101"/>
                  </a:lnTo>
                  <a:lnTo>
                    <a:pt x="9008938" y="4028101"/>
                  </a:lnTo>
                  <a:lnTo>
                    <a:pt x="9014375" y="4028101"/>
                  </a:lnTo>
                  <a:lnTo>
                    <a:pt x="9014375" y="4030728"/>
                  </a:lnTo>
                  <a:lnTo>
                    <a:pt x="9030686" y="4030728"/>
                  </a:lnTo>
                  <a:lnTo>
                    <a:pt x="9052433" y="4030728"/>
                  </a:lnTo>
                  <a:lnTo>
                    <a:pt x="9063307" y="4030728"/>
                  </a:lnTo>
                  <a:lnTo>
                    <a:pt x="9063307" y="4033366"/>
                  </a:lnTo>
                  <a:lnTo>
                    <a:pt x="9095928" y="4033366"/>
                  </a:lnTo>
                  <a:lnTo>
                    <a:pt x="9101365" y="4033366"/>
                  </a:lnTo>
                  <a:lnTo>
                    <a:pt x="9106802" y="4033366"/>
                  </a:lnTo>
                  <a:lnTo>
                    <a:pt x="9117676" y="4033366"/>
                  </a:lnTo>
                  <a:lnTo>
                    <a:pt x="9117676" y="4036022"/>
                  </a:lnTo>
                  <a:lnTo>
                    <a:pt x="9133987" y="4036022"/>
                  </a:lnTo>
                  <a:lnTo>
                    <a:pt x="9139424" y="4036022"/>
                  </a:lnTo>
                  <a:lnTo>
                    <a:pt x="9172045" y="4036022"/>
                  </a:lnTo>
                  <a:lnTo>
                    <a:pt x="9210103" y="4036022"/>
                  </a:lnTo>
                  <a:lnTo>
                    <a:pt x="9210103" y="4038700"/>
                  </a:lnTo>
                  <a:lnTo>
                    <a:pt x="9215540" y="4038700"/>
                  </a:lnTo>
                  <a:lnTo>
                    <a:pt x="9226414" y="4038700"/>
                  </a:lnTo>
                  <a:lnTo>
                    <a:pt x="9237288" y="4038700"/>
                  </a:lnTo>
                  <a:lnTo>
                    <a:pt x="9242725" y="4038700"/>
                  </a:lnTo>
                  <a:lnTo>
                    <a:pt x="9242725" y="4041401"/>
                  </a:lnTo>
                  <a:lnTo>
                    <a:pt x="9313404" y="4041401"/>
                  </a:lnTo>
                  <a:lnTo>
                    <a:pt x="9318841" y="4041401"/>
                  </a:lnTo>
                  <a:lnTo>
                    <a:pt x="9329715" y="4041401"/>
                  </a:lnTo>
                  <a:lnTo>
                    <a:pt x="9329715" y="4044127"/>
                  </a:lnTo>
                  <a:lnTo>
                    <a:pt x="9335152" y="4044127"/>
                  </a:lnTo>
                  <a:lnTo>
                    <a:pt x="9367773" y="4044127"/>
                  </a:lnTo>
                  <a:lnTo>
                    <a:pt x="9378647" y="4044127"/>
                  </a:lnTo>
                  <a:lnTo>
                    <a:pt x="9378647" y="4046864"/>
                  </a:lnTo>
                  <a:lnTo>
                    <a:pt x="9405832" y="4046864"/>
                  </a:lnTo>
                  <a:lnTo>
                    <a:pt x="9405832" y="4049602"/>
                  </a:lnTo>
                  <a:lnTo>
                    <a:pt x="9427579" y="4049602"/>
                  </a:lnTo>
                  <a:lnTo>
                    <a:pt x="9438453" y="4049602"/>
                  </a:lnTo>
                  <a:lnTo>
                    <a:pt x="9443890" y="4049602"/>
                  </a:lnTo>
                  <a:lnTo>
                    <a:pt x="9465638" y="4049602"/>
                  </a:lnTo>
                  <a:lnTo>
                    <a:pt x="9465638" y="4055140"/>
                  </a:lnTo>
                  <a:lnTo>
                    <a:pt x="9476511" y="4055140"/>
                  </a:lnTo>
                  <a:lnTo>
                    <a:pt x="9498259" y="4055140"/>
                  </a:lnTo>
                  <a:lnTo>
                    <a:pt x="9503696" y="4055140"/>
                  </a:lnTo>
                  <a:lnTo>
                    <a:pt x="9520006" y="4055140"/>
                  </a:lnTo>
                  <a:lnTo>
                    <a:pt x="9520006" y="4060743"/>
                  </a:lnTo>
                  <a:lnTo>
                    <a:pt x="9530880" y="4060743"/>
                  </a:lnTo>
                  <a:lnTo>
                    <a:pt x="9558065" y="4060743"/>
                  </a:lnTo>
                  <a:lnTo>
                    <a:pt x="9558065" y="4063557"/>
                  </a:lnTo>
                  <a:lnTo>
                    <a:pt x="9563502" y="4063557"/>
                  </a:lnTo>
                  <a:lnTo>
                    <a:pt x="9563502" y="4066379"/>
                  </a:lnTo>
                  <a:lnTo>
                    <a:pt x="9568939" y="4066379"/>
                  </a:lnTo>
                  <a:lnTo>
                    <a:pt x="9574375" y="4066379"/>
                  </a:lnTo>
                  <a:lnTo>
                    <a:pt x="9574375" y="4069214"/>
                  </a:lnTo>
                  <a:lnTo>
                    <a:pt x="9585249" y="4069214"/>
                  </a:lnTo>
                  <a:lnTo>
                    <a:pt x="9585249" y="4072049"/>
                  </a:lnTo>
                  <a:lnTo>
                    <a:pt x="9590686" y="4072049"/>
                  </a:lnTo>
                  <a:lnTo>
                    <a:pt x="9601560" y="4072049"/>
                  </a:lnTo>
                  <a:lnTo>
                    <a:pt x="9623308" y="4072049"/>
                  </a:lnTo>
                  <a:lnTo>
                    <a:pt x="9628744" y="4072049"/>
                  </a:lnTo>
                  <a:lnTo>
                    <a:pt x="9645055" y="4072049"/>
                  </a:lnTo>
                  <a:lnTo>
                    <a:pt x="9645055" y="4074925"/>
                  </a:lnTo>
                  <a:lnTo>
                    <a:pt x="9655929" y="4074925"/>
                  </a:lnTo>
                  <a:lnTo>
                    <a:pt x="9655929" y="4080692"/>
                  </a:lnTo>
                  <a:lnTo>
                    <a:pt x="9666803" y="4080692"/>
                  </a:lnTo>
                  <a:lnTo>
                    <a:pt x="9677676" y="4080692"/>
                  </a:lnTo>
                  <a:lnTo>
                    <a:pt x="9677676" y="4083584"/>
                  </a:lnTo>
                  <a:lnTo>
                    <a:pt x="9688550" y="4083584"/>
                  </a:lnTo>
                  <a:lnTo>
                    <a:pt x="9704861" y="4083584"/>
                  </a:lnTo>
                  <a:lnTo>
                    <a:pt x="9710298" y="4083584"/>
                  </a:lnTo>
                  <a:lnTo>
                    <a:pt x="9710298" y="4086489"/>
                  </a:lnTo>
                  <a:lnTo>
                    <a:pt x="9715735" y="4086489"/>
                  </a:lnTo>
                  <a:lnTo>
                    <a:pt x="9726609" y="4086489"/>
                  </a:lnTo>
                  <a:lnTo>
                    <a:pt x="9737482" y="4086489"/>
                  </a:lnTo>
                  <a:lnTo>
                    <a:pt x="9753793" y="4086489"/>
                  </a:lnTo>
                  <a:lnTo>
                    <a:pt x="9753793" y="4089417"/>
                  </a:lnTo>
                  <a:lnTo>
                    <a:pt x="9780978" y="4089417"/>
                  </a:lnTo>
                  <a:lnTo>
                    <a:pt x="9791851" y="4089417"/>
                  </a:lnTo>
                  <a:lnTo>
                    <a:pt x="9797288" y="4089417"/>
                  </a:lnTo>
                  <a:lnTo>
                    <a:pt x="9808162" y="4089417"/>
                  </a:lnTo>
                  <a:lnTo>
                    <a:pt x="9813599" y="4089417"/>
                  </a:lnTo>
                  <a:lnTo>
                    <a:pt x="9813599" y="4092373"/>
                  </a:lnTo>
                  <a:lnTo>
                    <a:pt x="9819036" y="4092373"/>
                  </a:lnTo>
                  <a:lnTo>
                    <a:pt x="9819036" y="4095330"/>
                  </a:lnTo>
                  <a:lnTo>
                    <a:pt x="9824473" y="4095330"/>
                  </a:lnTo>
                  <a:lnTo>
                    <a:pt x="9840783" y="4095330"/>
                  </a:lnTo>
                  <a:lnTo>
                    <a:pt x="9873405" y="4095330"/>
                  </a:lnTo>
                  <a:lnTo>
                    <a:pt x="9873405" y="4098309"/>
                  </a:lnTo>
                  <a:lnTo>
                    <a:pt x="9884279" y="4098309"/>
                  </a:lnTo>
                  <a:lnTo>
                    <a:pt x="9889715" y="4098309"/>
                  </a:lnTo>
                  <a:lnTo>
                    <a:pt x="9895152" y="4098309"/>
                  </a:lnTo>
                  <a:lnTo>
                    <a:pt x="9911463" y="4098309"/>
                  </a:lnTo>
                  <a:lnTo>
                    <a:pt x="9911463" y="4249345"/>
                  </a:lnTo>
                  <a:lnTo>
                    <a:pt x="9895152" y="4249345"/>
                  </a:lnTo>
                  <a:lnTo>
                    <a:pt x="9889715" y="4249345"/>
                  </a:lnTo>
                  <a:lnTo>
                    <a:pt x="9884279" y="4249345"/>
                  </a:lnTo>
                  <a:lnTo>
                    <a:pt x="9873405" y="4249345"/>
                  </a:lnTo>
                  <a:lnTo>
                    <a:pt x="9873405" y="4246306"/>
                  </a:lnTo>
                  <a:lnTo>
                    <a:pt x="9840783" y="4246306"/>
                  </a:lnTo>
                  <a:lnTo>
                    <a:pt x="9824473" y="4246306"/>
                  </a:lnTo>
                  <a:lnTo>
                    <a:pt x="9819036" y="4246306"/>
                  </a:lnTo>
                  <a:lnTo>
                    <a:pt x="9819036" y="4243292"/>
                  </a:lnTo>
                  <a:lnTo>
                    <a:pt x="9813599" y="4243292"/>
                  </a:lnTo>
                  <a:lnTo>
                    <a:pt x="9813599" y="4240278"/>
                  </a:lnTo>
                  <a:lnTo>
                    <a:pt x="9808162" y="4240278"/>
                  </a:lnTo>
                  <a:lnTo>
                    <a:pt x="9797288" y="4240278"/>
                  </a:lnTo>
                  <a:lnTo>
                    <a:pt x="9791851" y="4240278"/>
                  </a:lnTo>
                  <a:lnTo>
                    <a:pt x="9780978" y="4240278"/>
                  </a:lnTo>
                  <a:lnTo>
                    <a:pt x="9753793" y="4240278"/>
                  </a:lnTo>
                  <a:lnTo>
                    <a:pt x="9753793" y="4237297"/>
                  </a:lnTo>
                  <a:lnTo>
                    <a:pt x="9737482" y="4237297"/>
                  </a:lnTo>
                  <a:lnTo>
                    <a:pt x="9726609" y="4237297"/>
                  </a:lnTo>
                  <a:lnTo>
                    <a:pt x="9715735" y="4237297"/>
                  </a:lnTo>
                  <a:lnTo>
                    <a:pt x="9710298" y="4237297"/>
                  </a:lnTo>
                  <a:lnTo>
                    <a:pt x="9710298" y="4234340"/>
                  </a:lnTo>
                  <a:lnTo>
                    <a:pt x="9704861" y="4234340"/>
                  </a:lnTo>
                  <a:lnTo>
                    <a:pt x="9688550" y="4234340"/>
                  </a:lnTo>
                  <a:lnTo>
                    <a:pt x="9677676" y="4234340"/>
                  </a:lnTo>
                  <a:lnTo>
                    <a:pt x="9677676" y="4231398"/>
                  </a:lnTo>
                  <a:lnTo>
                    <a:pt x="9666803" y="4231398"/>
                  </a:lnTo>
                  <a:lnTo>
                    <a:pt x="9655929" y="4231398"/>
                  </a:lnTo>
                  <a:lnTo>
                    <a:pt x="9655929" y="4225529"/>
                  </a:lnTo>
                  <a:lnTo>
                    <a:pt x="9645055" y="4225529"/>
                  </a:lnTo>
                  <a:lnTo>
                    <a:pt x="9645055" y="4222602"/>
                  </a:lnTo>
                  <a:lnTo>
                    <a:pt x="9628744" y="4222602"/>
                  </a:lnTo>
                  <a:lnTo>
                    <a:pt x="9623308" y="4222602"/>
                  </a:lnTo>
                  <a:lnTo>
                    <a:pt x="9601560" y="4222602"/>
                  </a:lnTo>
                  <a:lnTo>
                    <a:pt x="9590686" y="4222602"/>
                  </a:lnTo>
                  <a:lnTo>
                    <a:pt x="9585249" y="4222602"/>
                  </a:lnTo>
                  <a:lnTo>
                    <a:pt x="9585249" y="4219721"/>
                  </a:lnTo>
                  <a:lnTo>
                    <a:pt x="9574375" y="4219721"/>
                  </a:lnTo>
                  <a:lnTo>
                    <a:pt x="9574375" y="4216839"/>
                  </a:lnTo>
                  <a:lnTo>
                    <a:pt x="9568939" y="4216839"/>
                  </a:lnTo>
                  <a:lnTo>
                    <a:pt x="9563502" y="4216839"/>
                  </a:lnTo>
                  <a:lnTo>
                    <a:pt x="9563502" y="4213972"/>
                  </a:lnTo>
                  <a:lnTo>
                    <a:pt x="9558065" y="4213972"/>
                  </a:lnTo>
                  <a:lnTo>
                    <a:pt x="9558065" y="4211112"/>
                  </a:lnTo>
                  <a:lnTo>
                    <a:pt x="9530880" y="4211112"/>
                  </a:lnTo>
                  <a:lnTo>
                    <a:pt x="9520006" y="4211112"/>
                  </a:lnTo>
                  <a:lnTo>
                    <a:pt x="9520006" y="4205420"/>
                  </a:lnTo>
                  <a:lnTo>
                    <a:pt x="9503696" y="4205420"/>
                  </a:lnTo>
                  <a:lnTo>
                    <a:pt x="9498259" y="4205420"/>
                  </a:lnTo>
                  <a:lnTo>
                    <a:pt x="9476511" y="4205420"/>
                  </a:lnTo>
                  <a:lnTo>
                    <a:pt x="9465638" y="4205420"/>
                  </a:lnTo>
                  <a:lnTo>
                    <a:pt x="9465638" y="4199798"/>
                  </a:lnTo>
                  <a:lnTo>
                    <a:pt x="9443890" y="4199798"/>
                  </a:lnTo>
                  <a:lnTo>
                    <a:pt x="9438453" y="4199798"/>
                  </a:lnTo>
                  <a:lnTo>
                    <a:pt x="9427579" y="4199798"/>
                  </a:lnTo>
                  <a:lnTo>
                    <a:pt x="9405832" y="4199798"/>
                  </a:lnTo>
                  <a:lnTo>
                    <a:pt x="9405832" y="4197022"/>
                  </a:lnTo>
                  <a:lnTo>
                    <a:pt x="9378647" y="4197022"/>
                  </a:lnTo>
                  <a:lnTo>
                    <a:pt x="9378647" y="4194245"/>
                  </a:lnTo>
                  <a:lnTo>
                    <a:pt x="9367773" y="4194245"/>
                  </a:lnTo>
                  <a:lnTo>
                    <a:pt x="9335152" y="4194245"/>
                  </a:lnTo>
                  <a:lnTo>
                    <a:pt x="9329715" y="4194245"/>
                  </a:lnTo>
                  <a:lnTo>
                    <a:pt x="9329715" y="4191482"/>
                  </a:lnTo>
                  <a:lnTo>
                    <a:pt x="9318841" y="4191482"/>
                  </a:lnTo>
                  <a:lnTo>
                    <a:pt x="9313404" y="4191482"/>
                  </a:lnTo>
                  <a:lnTo>
                    <a:pt x="9242725" y="4191482"/>
                  </a:lnTo>
                  <a:lnTo>
                    <a:pt x="9242725" y="4188745"/>
                  </a:lnTo>
                  <a:lnTo>
                    <a:pt x="9237288" y="4188745"/>
                  </a:lnTo>
                  <a:lnTo>
                    <a:pt x="9226414" y="4188745"/>
                  </a:lnTo>
                  <a:lnTo>
                    <a:pt x="9215540" y="4188745"/>
                  </a:lnTo>
                  <a:lnTo>
                    <a:pt x="9210103" y="4188745"/>
                  </a:lnTo>
                  <a:lnTo>
                    <a:pt x="9210103" y="4186034"/>
                  </a:lnTo>
                  <a:lnTo>
                    <a:pt x="9172045" y="4186034"/>
                  </a:lnTo>
                  <a:lnTo>
                    <a:pt x="9139424" y="4186034"/>
                  </a:lnTo>
                  <a:lnTo>
                    <a:pt x="9133987" y="4186034"/>
                  </a:lnTo>
                  <a:lnTo>
                    <a:pt x="9117676" y="4186034"/>
                  </a:lnTo>
                  <a:lnTo>
                    <a:pt x="9117676" y="4183349"/>
                  </a:lnTo>
                  <a:lnTo>
                    <a:pt x="9106802" y="4183349"/>
                  </a:lnTo>
                  <a:lnTo>
                    <a:pt x="9101365" y="4183349"/>
                  </a:lnTo>
                  <a:lnTo>
                    <a:pt x="9095928" y="4183349"/>
                  </a:lnTo>
                  <a:lnTo>
                    <a:pt x="9063307" y="4183349"/>
                  </a:lnTo>
                  <a:lnTo>
                    <a:pt x="9063307" y="4180683"/>
                  </a:lnTo>
                  <a:lnTo>
                    <a:pt x="9052433" y="4180683"/>
                  </a:lnTo>
                  <a:lnTo>
                    <a:pt x="9030686" y="4180683"/>
                  </a:lnTo>
                  <a:lnTo>
                    <a:pt x="9014375" y="4180683"/>
                  </a:lnTo>
                  <a:lnTo>
                    <a:pt x="9014375" y="4178029"/>
                  </a:lnTo>
                  <a:lnTo>
                    <a:pt x="9008938" y="4178029"/>
                  </a:lnTo>
                  <a:lnTo>
                    <a:pt x="8992627" y="4178029"/>
                  </a:lnTo>
                  <a:lnTo>
                    <a:pt x="8981754" y="4178029"/>
                  </a:lnTo>
                  <a:lnTo>
                    <a:pt x="8965443" y="4178029"/>
                  </a:lnTo>
                  <a:lnTo>
                    <a:pt x="8965443" y="4175393"/>
                  </a:lnTo>
                  <a:lnTo>
                    <a:pt x="8943695" y="4175393"/>
                  </a:lnTo>
                  <a:lnTo>
                    <a:pt x="8938258" y="4175393"/>
                  </a:lnTo>
                  <a:lnTo>
                    <a:pt x="8938258" y="4172763"/>
                  </a:lnTo>
                  <a:lnTo>
                    <a:pt x="8921948" y="4172763"/>
                  </a:lnTo>
                  <a:lnTo>
                    <a:pt x="8921948" y="4167501"/>
                  </a:lnTo>
                  <a:lnTo>
                    <a:pt x="8905637" y="4167501"/>
                  </a:lnTo>
                  <a:lnTo>
                    <a:pt x="8883890" y="4167501"/>
                  </a:lnTo>
                  <a:lnTo>
                    <a:pt x="8883890" y="4164876"/>
                  </a:lnTo>
                  <a:lnTo>
                    <a:pt x="8867579" y="4164876"/>
                  </a:lnTo>
                  <a:lnTo>
                    <a:pt x="8856705" y="4164876"/>
                  </a:lnTo>
                  <a:lnTo>
                    <a:pt x="8845831" y="4164876"/>
                  </a:lnTo>
                  <a:lnTo>
                    <a:pt x="8845831" y="4162274"/>
                  </a:lnTo>
                  <a:lnTo>
                    <a:pt x="8824084" y="4162274"/>
                  </a:lnTo>
                  <a:lnTo>
                    <a:pt x="8824084" y="4159672"/>
                  </a:lnTo>
                  <a:lnTo>
                    <a:pt x="8813210" y="4159672"/>
                  </a:lnTo>
                  <a:lnTo>
                    <a:pt x="8813210" y="4157070"/>
                  </a:lnTo>
                  <a:lnTo>
                    <a:pt x="8802336" y="4157070"/>
                  </a:lnTo>
                  <a:lnTo>
                    <a:pt x="8796899" y="4157070"/>
                  </a:lnTo>
                  <a:lnTo>
                    <a:pt x="8791462" y="4157070"/>
                  </a:lnTo>
                  <a:lnTo>
                    <a:pt x="8764278" y="4157070"/>
                  </a:lnTo>
                  <a:lnTo>
                    <a:pt x="8764278" y="4154484"/>
                  </a:lnTo>
                  <a:lnTo>
                    <a:pt x="8758841" y="4154484"/>
                  </a:lnTo>
                  <a:lnTo>
                    <a:pt x="8758841" y="4151899"/>
                  </a:lnTo>
                  <a:lnTo>
                    <a:pt x="8737093" y="4151899"/>
                  </a:lnTo>
                  <a:lnTo>
                    <a:pt x="8737093" y="4149313"/>
                  </a:lnTo>
                  <a:lnTo>
                    <a:pt x="8731656" y="4149313"/>
                  </a:lnTo>
                  <a:lnTo>
                    <a:pt x="8731656" y="4146726"/>
                  </a:lnTo>
                  <a:lnTo>
                    <a:pt x="8726219" y="4146726"/>
                  </a:lnTo>
                  <a:lnTo>
                    <a:pt x="8715346" y="4146726"/>
                  </a:lnTo>
                  <a:lnTo>
                    <a:pt x="8709909" y="4146726"/>
                  </a:lnTo>
                  <a:lnTo>
                    <a:pt x="8666414" y="4146726"/>
                  </a:lnTo>
                  <a:lnTo>
                    <a:pt x="8666414" y="4144162"/>
                  </a:lnTo>
                  <a:lnTo>
                    <a:pt x="8650103" y="4144162"/>
                  </a:lnTo>
                  <a:lnTo>
                    <a:pt x="8650103" y="4139033"/>
                  </a:lnTo>
                  <a:lnTo>
                    <a:pt x="8639229" y="4139033"/>
                  </a:lnTo>
                  <a:lnTo>
                    <a:pt x="8633792" y="4139033"/>
                  </a:lnTo>
                  <a:lnTo>
                    <a:pt x="8622918" y="4139033"/>
                  </a:lnTo>
                  <a:lnTo>
                    <a:pt x="8622918" y="4136480"/>
                  </a:lnTo>
                  <a:lnTo>
                    <a:pt x="8601171" y="4136480"/>
                  </a:lnTo>
                  <a:lnTo>
                    <a:pt x="8584860" y="4136480"/>
                  </a:lnTo>
                  <a:lnTo>
                    <a:pt x="8584860" y="4133931"/>
                  </a:lnTo>
                  <a:lnTo>
                    <a:pt x="8546802" y="4133931"/>
                  </a:lnTo>
                  <a:lnTo>
                    <a:pt x="8546802" y="4131382"/>
                  </a:lnTo>
                  <a:lnTo>
                    <a:pt x="8541365" y="4131382"/>
                  </a:lnTo>
                  <a:lnTo>
                    <a:pt x="8541365" y="4128838"/>
                  </a:lnTo>
                  <a:lnTo>
                    <a:pt x="8535928" y="4128838"/>
                  </a:lnTo>
                  <a:lnTo>
                    <a:pt x="8535928" y="4126294"/>
                  </a:lnTo>
                  <a:lnTo>
                    <a:pt x="8530491" y="4126294"/>
                  </a:lnTo>
                  <a:lnTo>
                    <a:pt x="8525054" y="4126294"/>
                  </a:lnTo>
                  <a:lnTo>
                    <a:pt x="8514180" y="4126294"/>
                  </a:lnTo>
                  <a:lnTo>
                    <a:pt x="8492433" y="4126294"/>
                  </a:lnTo>
                  <a:lnTo>
                    <a:pt x="8486996" y="4126294"/>
                  </a:lnTo>
                  <a:lnTo>
                    <a:pt x="8486996" y="4123771"/>
                  </a:lnTo>
                  <a:lnTo>
                    <a:pt x="8481559" y="4123771"/>
                  </a:lnTo>
                  <a:lnTo>
                    <a:pt x="8454375" y="4123771"/>
                  </a:lnTo>
                  <a:lnTo>
                    <a:pt x="8448938" y="4123771"/>
                  </a:lnTo>
                  <a:lnTo>
                    <a:pt x="8432627" y="4123771"/>
                  </a:lnTo>
                  <a:lnTo>
                    <a:pt x="8432627" y="4121270"/>
                  </a:lnTo>
                  <a:lnTo>
                    <a:pt x="8410879" y="4121270"/>
                  </a:lnTo>
                  <a:lnTo>
                    <a:pt x="8410879" y="4118773"/>
                  </a:lnTo>
                  <a:lnTo>
                    <a:pt x="8405443" y="4118773"/>
                  </a:lnTo>
                  <a:lnTo>
                    <a:pt x="8378258" y="4118773"/>
                  </a:lnTo>
                  <a:lnTo>
                    <a:pt x="8361947" y="4118773"/>
                  </a:lnTo>
                  <a:lnTo>
                    <a:pt x="8361947" y="4116302"/>
                  </a:lnTo>
                  <a:lnTo>
                    <a:pt x="8351074" y="4116302"/>
                  </a:lnTo>
                  <a:lnTo>
                    <a:pt x="8334763" y="4116302"/>
                  </a:lnTo>
                  <a:lnTo>
                    <a:pt x="8334763" y="4113846"/>
                  </a:lnTo>
                  <a:lnTo>
                    <a:pt x="8323889" y="4113846"/>
                  </a:lnTo>
                  <a:lnTo>
                    <a:pt x="8323889" y="4111390"/>
                  </a:lnTo>
                  <a:lnTo>
                    <a:pt x="8313015" y="4111390"/>
                  </a:lnTo>
                  <a:lnTo>
                    <a:pt x="8313015" y="4108933"/>
                  </a:lnTo>
                  <a:lnTo>
                    <a:pt x="8307578" y="4108933"/>
                  </a:lnTo>
                  <a:lnTo>
                    <a:pt x="8296705" y="4108933"/>
                  </a:lnTo>
                  <a:lnTo>
                    <a:pt x="8296705" y="4106486"/>
                  </a:lnTo>
                  <a:lnTo>
                    <a:pt x="8291268" y="4106486"/>
                  </a:lnTo>
                  <a:lnTo>
                    <a:pt x="8291268" y="4104039"/>
                  </a:lnTo>
                  <a:lnTo>
                    <a:pt x="8280394" y="4104039"/>
                  </a:lnTo>
                  <a:lnTo>
                    <a:pt x="8280394" y="4101596"/>
                  </a:lnTo>
                  <a:lnTo>
                    <a:pt x="8269520" y="4101596"/>
                  </a:lnTo>
                  <a:lnTo>
                    <a:pt x="8264083" y="4101596"/>
                  </a:lnTo>
                  <a:lnTo>
                    <a:pt x="8264083" y="4099168"/>
                  </a:lnTo>
                  <a:lnTo>
                    <a:pt x="8242336" y="4099168"/>
                  </a:lnTo>
                  <a:lnTo>
                    <a:pt x="8231462" y="4099168"/>
                  </a:lnTo>
                  <a:lnTo>
                    <a:pt x="8220588" y="4099168"/>
                  </a:lnTo>
                  <a:lnTo>
                    <a:pt x="8215151" y="4099168"/>
                  </a:lnTo>
                  <a:lnTo>
                    <a:pt x="8204277" y="4099168"/>
                  </a:lnTo>
                  <a:lnTo>
                    <a:pt x="8193404" y="4099168"/>
                  </a:lnTo>
                  <a:lnTo>
                    <a:pt x="8187967" y="4099168"/>
                  </a:lnTo>
                  <a:lnTo>
                    <a:pt x="8182530" y="4099168"/>
                  </a:lnTo>
                  <a:lnTo>
                    <a:pt x="8171656" y="4099168"/>
                  </a:lnTo>
                  <a:lnTo>
                    <a:pt x="8171656" y="4096788"/>
                  </a:lnTo>
                  <a:lnTo>
                    <a:pt x="8160782" y="4096788"/>
                  </a:lnTo>
                  <a:lnTo>
                    <a:pt x="8160782" y="4094407"/>
                  </a:lnTo>
                  <a:lnTo>
                    <a:pt x="8144471" y="4094407"/>
                  </a:lnTo>
                  <a:lnTo>
                    <a:pt x="8139035" y="4094407"/>
                  </a:lnTo>
                  <a:lnTo>
                    <a:pt x="8139035" y="4092045"/>
                  </a:lnTo>
                  <a:lnTo>
                    <a:pt x="8133598" y="4092045"/>
                  </a:lnTo>
                  <a:lnTo>
                    <a:pt x="8122724" y="4092045"/>
                  </a:lnTo>
                  <a:lnTo>
                    <a:pt x="8111850" y="4092045"/>
                  </a:lnTo>
                  <a:lnTo>
                    <a:pt x="8084666" y="4092045"/>
                  </a:lnTo>
                  <a:lnTo>
                    <a:pt x="8073792" y="4092045"/>
                  </a:lnTo>
                  <a:lnTo>
                    <a:pt x="8073792" y="4089705"/>
                  </a:lnTo>
                  <a:lnTo>
                    <a:pt x="8057481" y="4089705"/>
                  </a:lnTo>
                  <a:lnTo>
                    <a:pt x="8057481" y="4087370"/>
                  </a:lnTo>
                  <a:lnTo>
                    <a:pt x="8052044" y="4087370"/>
                  </a:lnTo>
                  <a:lnTo>
                    <a:pt x="8041170" y="4087370"/>
                  </a:lnTo>
                  <a:lnTo>
                    <a:pt x="8035734" y="4087370"/>
                  </a:lnTo>
                  <a:lnTo>
                    <a:pt x="8024860" y="4087370"/>
                  </a:lnTo>
                  <a:lnTo>
                    <a:pt x="8003112" y="4087370"/>
                  </a:lnTo>
                  <a:lnTo>
                    <a:pt x="8003112" y="4085052"/>
                  </a:lnTo>
                  <a:lnTo>
                    <a:pt x="7992238" y="4085052"/>
                  </a:lnTo>
                  <a:lnTo>
                    <a:pt x="7981365" y="4085052"/>
                  </a:lnTo>
                  <a:lnTo>
                    <a:pt x="7970491" y="4085052"/>
                  </a:lnTo>
                  <a:lnTo>
                    <a:pt x="7965054" y="4085052"/>
                  </a:lnTo>
                  <a:lnTo>
                    <a:pt x="7965054" y="4082756"/>
                  </a:lnTo>
                  <a:lnTo>
                    <a:pt x="7954180" y="4082756"/>
                  </a:lnTo>
                  <a:lnTo>
                    <a:pt x="7954180" y="4078171"/>
                  </a:lnTo>
                  <a:lnTo>
                    <a:pt x="7948743" y="4078171"/>
                  </a:lnTo>
                  <a:lnTo>
                    <a:pt x="7948743" y="4075878"/>
                  </a:lnTo>
                  <a:lnTo>
                    <a:pt x="7937869" y="4075878"/>
                  </a:lnTo>
                  <a:lnTo>
                    <a:pt x="7937869" y="4073585"/>
                  </a:lnTo>
                  <a:lnTo>
                    <a:pt x="7932432" y="4073585"/>
                  </a:lnTo>
                  <a:lnTo>
                    <a:pt x="7926996" y="4073585"/>
                  </a:lnTo>
                  <a:lnTo>
                    <a:pt x="7921559" y="4073585"/>
                  </a:lnTo>
                  <a:lnTo>
                    <a:pt x="7921559" y="4071300"/>
                  </a:lnTo>
                  <a:lnTo>
                    <a:pt x="7916122" y="4071300"/>
                  </a:lnTo>
                  <a:lnTo>
                    <a:pt x="7894374" y="4071300"/>
                  </a:lnTo>
                  <a:lnTo>
                    <a:pt x="7888937" y="4071300"/>
                  </a:lnTo>
                  <a:lnTo>
                    <a:pt x="7888937" y="4069032"/>
                  </a:lnTo>
                  <a:lnTo>
                    <a:pt x="7878064" y="4069032"/>
                  </a:lnTo>
                  <a:lnTo>
                    <a:pt x="7872627" y="4069032"/>
                  </a:lnTo>
                  <a:lnTo>
                    <a:pt x="7867190" y="4069032"/>
                  </a:lnTo>
                  <a:lnTo>
                    <a:pt x="7867190" y="4066772"/>
                  </a:lnTo>
                  <a:lnTo>
                    <a:pt x="7861753" y="4066772"/>
                  </a:lnTo>
                  <a:lnTo>
                    <a:pt x="7861753" y="4062251"/>
                  </a:lnTo>
                  <a:lnTo>
                    <a:pt x="7856316" y="4062251"/>
                  </a:lnTo>
                  <a:lnTo>
                    <a:pt x="7856316" y="4059990"/>
                  </a:lnTo>
                  <a:lnTo>
                    <a:pt x="7850879" y="4059990"/>
                  </a:lnTo>
                  <a:lnTo>
                    <a:pt x="7850879" y="4057729"/>
                  </a:lnTo>
                  <a:lnTo>
                    <a:pt x="7845442" y="4057729"/>
                  </a:lnTo>
                  <a:lnTo>
                    <a:pt x="7845442" y="4055472"/>
                  </a:lnTo>
                  <a:lnTo>
                    <a:pt x="7834568" y="4055472"/>
                  </a:lnTo>
                  <a:lnTo>
                    <a:pt x="7812821" y="4055472"/>
                  </a:lnTo>
                  <a:lnTo>
                    <a:pt x="7807384" y="4055472"/>
                  </a:lnTo>
                  <a:lnTo>
                    <a:pt x="7807384" y="4053239"/>
                  </a:lnTo>
                  <a:lnTo>
                    <a:pt x="7785636" y="4053239"/>
                  </a:lnTo>
                  <a:lnTo>
                    <a:pt x="7785636" y="4051010"/>
                  </a:lnTo>
                  <a:lnTo>
                    <a:pt x="7758452" y="4051010"/>
                  </a:lnTo>
                  <a:lnTo>
                    <a:pt x="7758452" y="4048780"/>
                  </a:lnTo>
                  <a:lnTo>
                    <a:pt x="7753015" y="4048780"/>
                  </a:lnTo>
                  <a:lnTo>
                    <a:pt x="7753015" y="4046550"/>
                  </a:lnTo>
                  <a:lnTo>
                    <a:pt x="7742141" y="4046550"/>
                  </a:lnTo>
                  <a:lnTo>
                    <a:pt x="7731267" y="4046550"/>
                  </a:lnTo>
                  <a:lnTo>
                    <a:pt x="7731267" y="4044324"/>
                  </a:lnTo>
                  <a:lnTo>
                    <a:pt x="7725830" y="4044324"/>
                  </a:lnTo>
                  <a:lnTo>
                    <a:pt x="7720394" y="4044324"/>
                  </a:lnTo>
                  <a:lnTo>
                    <a:pt x="7714957" y="4044324"/>
                  </a:lnTo>
                  <a:lnTo>
                    <a:pt x="7709520" y="4044324"/>
                  </a:lnTo>
                  <a:lnTo>
                    <a:pt x="7709520" y="4042118"/>
                  </a:lnTo>
                  <a:lnTo>
                    <a:pt x="7698646" y="4042118"/>
                  </a:lnTo>
                  <a:lnTo>
                    <a:pt x="7698646" y="4039911"/>
                  </a:lnTo>
                  <a:lnTo>
                    <a:pt x="7687772" y="4039911"/>
                  </a:lnTo>
                  <a:lnTo>
                    <a:pt x="7671461" y="4039911"/>
                  </a:lnTo>
                  <a:lnTo>
                    <a:pt x="7666025" y="4039911"/>
                  </a:lnTo>
                  <a:lnTo>
                    <a:pt x="7655151" y="4039911"/>
                  </a:lnTo>
                  <a:lnTo>
                    <a:pt x="7655151" y="4037715"/>
                  </a:lnTo>
                  <a:lnTo>
                    <a:pt x="7649714" y="4037715"/>
                  </a:lnTo>
                  <a:lnTo>
                    <a:pt x="7644277" y="4037715"/>
                  </a:lnTo>
                  <a:lnTo>
                    <a:pt x="7644277" y="4035530"/>
                  </a:lnTo>
                  <a:lnTo>
                    <a:pt x="7638840" y="4035530"/>
                  </a:lnTo>
                  <a:lnTo>
                    <a:pt x="7638840" y="4033346"/>
                  </a:lnTo>
                  <a:lnTo>
                    <a:pt x="7633403" y="4033346"/>
                  </a:lnTo>
                  <a:lnTo>
                    <a:pt x="7622529" y="4033346"/>
                  </a:lnTo>
                  <a:lnTo>
                    <a:pt x="7617092" y="4033346"/>
                  </a:lnTo>
                  <a:lnTo>
                    <a:pt x="7611656" y="4033346"/>
                  </a:lnTo>
                  <a:lnTo>
                    <a:pt x="7611656" y="4031176"/>
                  </a:lnTo>
                  <a:lnTo>
                    <a:pt x="7600782" y="4031176"/>
                  </a:lnTo>
                  <a:lnTo>
                    <a:pt x="7600782" y="4026835"/>
                  </a:lnTo>
                  <a:lnTo>
                    <a:pt x="7589908" y="4026835"/>
                  </a:lnTo>
                  <a:lnTo>
                    <a:pt x="7589908" y="4024665"/>
                  </a:lnTo>
                  <a:lnTo>
                    <a:pt x="7573597" y="4024665"/>
                  </a:lnTo>
                  <a:lnTo>
                    <a:pt x="7551850" y="4024665"/>
                  </a:lnTo>
                  <a:lnTo>
                    <a:pt x="7535539" y="4024665"/>
                  </a:lnTo>
                  <a:lnTo>
                    <a:pt x="7535539" y="4022501"/>
                  </a:lnTo>
                  <a:lnTo>
                    <a:pt x="7530102" y="4022501"/>
                  </a:lnTo>
                  <a:lnTo>
                    <a:pt x="7502918" y="4022501"/>
                  </a:lnTo>
                  <a:lnTo>
                    <a:pt x="7502918" y="4020349"/>
                  </a:lnTo>
                  <a:lnTo>
                    <a:pt x="7497481" y="4020349"/>
                  </a:lnTo>
                  <a:lnTo>
                    <a:pt x="7492044" y="4020349"/>
                  </a:lnTo>
                  <a:lnTo>
                    <a:pt x="7481170" y="4020349"/>
                  </a:lnTo>
                  <a:lnTo>
                    <a:pt x="7481170" y="4018203"/>
                  </a:lnTo>
                  <a:lnTo>
                    <a:pt x="7470296" y="4018203"/>
                  </a:lnTo>
                  <a:lnTo>
                    <a:pt x="7470296" y="4016057"/>
                  </a:lnTo>
                  <a:lnTo>
                    <a:pt x="7464859" y="4016057"/>
                  </a:lnTo>
                  <a:lnTo>
                    <a:pt x="7464859" y="4013911"/>
                  </a:lnTo>
                  <a:lnTo>
                    <a:pt x="7459422" y="4013911"/>
                  </a:lnTo>
                  <a:lnTo>
                    <a:pt x="7459422" y="4011772"/>
                  </a:lnTo>
                  <a:lnTo>
                    <a:pt x="7453986" y="4011772"/>
                  </a:lnTo>
                  <a:lnTo>
                    <a:pt x="7448549" y="4011772"/>
                  </a:lnTo>
                  <a:lnTo>
                    <a:pt x="7443112" y="4011772"/>
                  </a:lnTo>
                  <a:lnTo>
                    <a:pt x="7437675" y="4011772"/>
                  </a:lnTo>
                  <a:lnTo>
                    <a:pt x="7415927" y="4011772"/>
                  </a:lnTo>
                  <a:lnTo>
                    <a:pt x="7405053" y="4011772"/>
                  </a:lnTo>
                  <a:lnTo>
                    <a:pt x="7405053" y="4009664"/>
                  </a:lnTo>
                  <a:lnTo>
                    <a:pt x="7394180" y="4009664"/>
                  </a:lnTo>
                  <a:lnTo>
                    <a:pt x="7388743" y="4009664"/>
                  </a:lnTo>
                  <a:lnTo>
                    <a:pt x="7383306" y="4009664"/>
                  </a:lnTo>
                  <a:lnTo>
                    <a:pt x="7372432" y="4009664"/>
                  </a:lnTo>
                  <a:lnTo>
                    <a:pt x="7372432" y="4007566"/>
                  </a:lnTo>
                  <a:lnTo>
                    <a:pt x="7366995" y="4007566"/>
                  </a:lnTo>
                  <a:lnTo>
                    <a:pt x="7350684" y="4007566"/>
                  </a:lnTo>
                  <a:lnTo>
                    <a:pt x="7350684" y="4005472"/>
                  </a:lnTo>
                  <a:lnTo>
                    <a:pt x="7328937" y="4005472"/>
                  </a:lnTo>
                  <a:lnTo>
                    <a:pt x="7307189" y="4005472"/>
                  </a:lnTo>
                  <a:lnTo>
                    <a:pt x="7307189" y="4001309"/>
                  </a:lnTo>
                  <a:lnTo>
                    <a:pt x="7296316" y="4001309"/>
                  </a:lnTo>
                  <a:lnTo>
                    <a:pt x="7290879" y="4001309"/>
                  </a:lnTo>
                  <a:lnTo>
                    <a:pt x="7290879" y="3999231"/>
                  </a:lnTo>
                  <a:lnTo>
                    <a:pt x="7285442" y="3999231"/>
                  </a:lnTo>
                  <a:lnTo>
                    <a:pt x="7285442" y="3997152"/>
                  </a:lnTo>
                  <a:lnTo>
                    <a:pt x="7280005" y="3997152"/>
                  </a:lnTo>
                  <a:lnTo>
                    <a:pt x="7280005" y="3995077"/>
                  </a:lnTo>
                  <a:lnTo>
                    <a:pt x="7269131" y="3995077"/>
                  </a:lnTo>
                  <a:lnTo>
                    <a:pt x="7263694" y="3995077"/>
                  </a:lnTo>
                  <a:lnTo>
                    <a:pt x="7241947" y="3995077"/>
                  </a:lnTo>
                  <a:lnTo>
                    <a:pt x="7241947" y="3993014"/>
                  </a:lnTo>
                  <a:lnTo>
                    <a:pt x="7236510" y="3993014"/>
                  </a:lnTo>
                  <a:lnTo>
                    <a:pt x="7236510" y="3990955"/>
                  </a:lnTo>
                  <a:lnTo>
                    <a:pt x="7231073" y="3990955"/>
                  </a:lnTo>
                  <a:lnTo>
                    <a:pt x="7231073" y="3988896"/>
                  </a:lnTo>
                  <a:lnTo>
                    <a:pt x="7193014" y="3988896"/>
                  </a:lnTo>
                  <a:lnTo>
                    <a:pt x="7187578" y="3988896"/>
                  </a:lnTo>
                  <a:lnTo>
                    <a:pt x="7187578" y="3986839"/>
                  </a:lnTo>
                  <a:lnTo>
                    <a:pt x="7182141" y="3986839"/>
                  </a:lnTo>
                  <a:lnTo>
                    <a:pt x="7182141" y="3984786"/>
                  </a:lnTo>
                  <a:lnTo>
                    <a:pt x="7176704" y="3984786"/>
                  </a:lnTo>
                  <a:lnTo>
                    <a:pt x="7176704" y="3982732"/>
                  </a:lnTo>
                  <a:lnTo>
                    <a:pt x="7171267" y="3982732"/>
                  </a:lnTo>
                  <a:lnTo>
                    <a:pt x="7165830" y="3982732"/>
                  </a:lnTo>
                  <a:lnTo>
                    <a:pt x="7160393" y="3982732"/>
                  </a:lnTo>
                  <a:lnTo>
                    <a:pt x="7160393" y="3980691"/>
                  </a:lnTo>
                  <a:lnTo>
                    <a:pt x="7154956" y="3980691"/>
                  </a:lnTo>
                  <a:lnTo>
                    <a:pt x="7154956" y="3974577"/>
                  </a:lnTo>
                  <a:lnTo>
                    <a:pt x="7149519" y="3974577"/>
                  </a:lnTo>
                  <a:lnTo>
                    <a:pt x="7144082" y="3974577"/>
                  </a:lnTo>
                  <a:lnTo>
                    <a:pt x="7144082" y="3972542"/>
                  </a:lnTo>
                  <a:lnTo>
                    <a:pt x="7138646" y="3972542"/>
                  </a:lnTo>
                  <a:lnTo>
                    <a:pt x="7127772" y="3972542"/>
                  </a:lnTo>
                  <a:lnTo>
                    <a:pt x="7116898" y="3972542"/>
                  </a:lnTo>
                  <a:lnTo>
                    <a:pt x="7116898" y="3970515"/>
                  </a:lnTo>
                  <a:lnTo>
                    <a:pt x="7111461" y="3970515"/>
                  </a:lnTo>
                  <a:lnTo>
                    <a:pt x="7111461" y="3968489"/>
                  </a:lnTo>
                  <a:lnTo>
                    <a:pt x="7100587" y="3968489"/>
                  </a:lnTo>
                  <a:lnTo>
                    <a:pt x="7100587" y="3966463"/>
                  </a:lnTo>
                  <a:lnTo>
                    <a:pt x="7095150" y="3966463"/>
                  </a:lnTo>
                  <a:lnTo>
                    <a:pt x="7089713" y="3966463"/>
                  </a:lnTo>
                  <a:lnTo>
                    <a:pt x="7084277" y="3966463"/>
                  </a:lnTo>
                  <a:lnTo>
                    <a:pt x="7084277" y="3964445"/>
                  </a:lnTo>
                  <a:lnTo>
                    <a:pt x="7067966" y="3964445"/>
                  </a:lnTo>
                  <a:lnTo>
                    <a:pt x="7067966" y="3962431"/>
                  </a:lnTo>
                  <a:lnTo>
                    <a:pt x="7062529" y="3962431"/>
                  </a:lnTo>
                  <a:lnTo>
                    <a:pt x="7062529" y="3960416"/>
                  </a:lnTo>
                  <a:lnTo>
                    <a:pt x="7057092" y="3960416"/>
                  </a:lnTo>
                  <a:lnTo>
                    <a:pt x="7040781" y="3960416"/>
                  </a:lnTo>
                  <a:lnTo>
                    <a:pt x="7019034" y="3960416"/>
                  </a:lnTo>
                  <a:lnTo>
                    <a:pt x="7008160" y="3960416"/>
                  </a:lnTo>
                  <a:lnTo>
                    <a:pt x="7008160" y="3958416"/>
                  </a:lnTo>
                  <a:lnTo>
                    <a:pt x="6991849" y="3958416"/>
                  </a:lnTo>
                  <a:lnTo>
                    <a:pt x="6970102" y="3958416"/>
                  </a:lnTo>
                  <a:lnTo>
                    <a:pt x="6964665" y="3958416"/>
                  </a:lnTo>
                  <a:lnTo>
                    <a:pt x="6959228" y="3958416"/>
                  </a:lnTo>
                  <a:lnTo>
                    <a:pt x="6953791" y="3958416"/>
                  </a:lnTo>
                  <a:lnTo>
                    <a:pt x="6953791" y="3956437"/>
                  </a:lnTo>
                  <a:lnTo>
                    <a:pt x="6948354" y="3956437"/>
                  </a:lnTo>
                  <a:lnTo>
                    <a:pt x="6948354" y="3948518"/>
                  </a:lnTo>
                  <a:lnTo>
                    <a:pt x="6932043" y="3948518"/>
                  </a:lnTo>
                  <a:lnTo>
                    <a:pt x="6932043" y="3946538"/>
                  </a:lnTo>
                  <a:lnTo>
                    <a:pt x="6926607" y="3946538"/>
                  </a:lnTo>
                  <a:lnTo>
                    <a:pt x="6910296" y="3946538"/>
                  </a:lnTo>
                  <a:lnTo>
                    <a:pt x="6910296" y="3944563"/>
                  </a:lnTo>
                  <a:lnTo>
                    <a:pt x="6904859" y="3944563"/>
                  </a:lnTo>
                  <a:lnTo>
                    <a:pt x="6904859" y="3942594"/>
                  </a:lnTo>
                  <a:lnTo>
                    <a:pt x="6899422" y="3942594"/>
                  </a:lnTo>
                  <a:lnTo>
                    <a:pt x="6899422" y="3938662"/>
                  </a:lnTo>
                  <a:lnTo>
                    <a:pt x="6888548" y="3938662"/>
                  </a:lnTo>
                  <a:lnTo>
                    <a:pt x="6883111" y="3938662"/>
                  </a:lnTo>
                  <a:lnTo>
                    <a:pt x="6877674" y="3938662"/>
                  </a:lnTo>
                  <a:lnTo>
                    <a:pt x="6877674" y="3936704"/>
                  </a:lnTo>
                  <a:lnTo>
                    <a:pt x="6866801" y="3936704"/>
                  </a:lnTo>
                  <a:lnTo>
                    <a:pt x="6866801" y="3934746"/>
                  </a:lnTo>
                  <a:lnTo>
                    <a:pt x="6861364" y="3934746"/>
                  </a:lnTo>
                  <a:lnTo>
                    <a:pt x="6855927" y="3934746"/>
                  </a:lnTo>
                  <a:lnTo>
                    <a:pt x="6855927" y="3928880"/>
                  </a:lnTo>
                  <a:lnTo>
                    <a:pt x="6845053" y="3928880"/>
                  </a:lnTo>
                  <a:lnTo>
                    <a:pt x="6839616" y="3928880"/>
                  </a:lnTo>
                  <a:lnTo>
                    <a:pt x="6828742" y="3928880"/>
                  </a:lnTo>
                  <a:lnTo>
                    <a:pt x="6823305" y="3928880"/>
                  </a:lnTo>
                  <a:lnTo>
                    <a:pt x="6823305" y="3926932"/>
                  </a:lnTo>
                  <a:lnTo>
                    <a:pt x="6817869" y="3926932"/>
                  </a:lnTo>
                  <a:lnTo>
                    <a:pt x="6812432" y="3926932"/>
                  </a:lnTo>
                  <a:lnTo>
                    <a:pt x="6806995" y="3926932"/>
                  </a:lnTo>
                  <a:lnTo>
                    <a:pt x="6806995" y="3924990"/>
                  </a:lnTo>
                  <a:lnTo>
                    <a:pt x="6790684" y="3924990"/>
                  </a:lnTo>
                  <a:lnTo>
                    <a:pt x="6785247" y="3924990"/>
                  </a:lnTo>
                  <a:lnTo>
                    <a:pt x="6785247" y="3923050"/>
                  </a:lnTo>
                  <a:lnTo>
                    <a:pt x="6779810" y="3923050"/>
                  </a:lnTo>
                  <a:lnTo>
                    <a:pt x="6779810" y="3921116"/>
                  </a:lnTo>
                  <a:lnTo>
                    <a:pt x="6768936" y="3921116"/>
                  </a:lnTo>
                  <a:lnTo>
                    <a:pt x="6768936" y="3919187"/>
                  </a:lnTo>
                  <a:lnTo>
                    <a:pt x="6758063" y="3919187"/>
                  </a:lnTo>
                  <a:lnTo>
                    <a:pt x="6758063" y="3917258"/>
                  </a:lnTo>
                  <a:lnTo>
                    <a:pt x="6752626" y="3917258"/>
                  </a:lnTo>
                  <a:lnTo>
                    <a:pt x="6752626" y="3913405"/>
                  </a:lnTo>
                  <a:lnTo>
                    <a:pt x="6747189" y="3913405"/>
                  </a:lnTo>
                  <a:lnTo>
                    <a:pt x="6747189" y="3911479"/>
                  </a:lnTo>
                  <a:lnTo>
                    <a:pt x="6741752" y="3911479"/>
                  </a:lnTo>
                  <a:lnTo>
                    <a:pt x="6736315" y="3911479"/>
                  </a:lnTo>
                  <a:lnTo>
                    <a:pt x="6736315" y="3909557"/>
                  </a:lnTo>
                  <a:lnTo>
                    <a:pt x="6730878" y="3909557"/>
                  </a:lnTo>
                  <a:lnTo>
                    <a:pt x="6720004" y="3909557"/>
                  </a:lnTo>
                  <a:lnTo>
                    <a:pt x="6720004" y="3907638"/>
                  </a:lnTo>
                  <a:lnTo>
                    <a:pt x="6714568" y="3907638"/>
                  </a:lnTo>
                  <a:lnTo>
                    <a:pt x="6703694" y="3907638"/>
                  </a:lnTo>
                  <a:lnTo>
                    <a:pt x="6698257" y="3907638"/>
                  </a:lnTo>
                  <a:lnTo>
                    <a:pt x="6698257" y="3905735"/>
                  </a:lnTo>
                  <a:lnTo>
                    <a:pt x="6692820" y="3905735"/>
                  </a:lnTo>
                  <a:lnTo>
                    <a:pt x="6681946" y="3905735"/>
                  </a:lnTo>
                  <a:lnTo>
                    <a:pt x="6660199" y="3905735"/>
                  </a:lnTo>
                  <a:lnTo>
                    <a:pt x="6660199" y="3903847"/>
                  </a:lnTo>
                  <a:lnTo>
                    <a:pt x="6649325" y="3903847"/>
                  </a:lnTo>
                  <a:lnTo>
                    <a:pt x="6649325" y="3900070"/>
                  </a:lnTo>
                  <a:lnTo>
                    <a:pt x="6643888" y="3900070"/>
                  </a:lnTo>
                  <a:lnTo>
                    <a:pt x="6643888" y="3898184"/>
                  </a:lnTo>
                  <a:lnTo>
                    <a:pt x="6638451" y="3898184"/>
                  </a:lnTo>
                  <a:lnTo>
                    <a:pt x="6638451" y="3896303"/>
                  </a:lnTo>
                  <a:lnTo>
                    <a:pt x="6633014" y="3896303"/>
                  </a:lnTo>
                  <a:lnTo>
                    <a:pt x="6622140" y="3896303"/>
                  </a:lnTo>
                  <a:lnTo>
                    <a:pt x="6622140" y="3894427"/>
                  </a:lnTo>
                  <a:lnTo>
                    <a:pt x="6616703" y="3894427"/>
                  </a:lnTo>
                  <a:lnTo>
                    <a:pt x="6616703" y="3890675"/>
                  </a:lnTo>
                  <a:lnTo>
                    <a:pt x="6600393" y="3890675"/>
                  </a:lnTo>
                  <a:lnTo>
                    <a:pt x="6600393" y="3888801"/>
                  </a:lnTo>
                  <a:lnTo>
                    <a:pt x="6589519" y="3888801"/>
                  </a:lnTo>
                  <a:lnTo>
                    <a:pt x="6584082" y="3888801"/>
                  </a:lnTo>
                  <a:lnTo>
                    <a:pt x="6573208" y="3888801"/>
                  </a:lnTo>
                  <a:lnTo>
                    <a:pt x="6573208" y="3886932"/>
                  </a:lnTo>
                  <a:lnTo>
                    <a:pt x="6562334" y="3886932"/>
                  </a:lnTo>
                  <a:lnTo>
                    <a:pt x="6562334" y="3883199"/>
                  </a:lnTo>
                  <a:lnTo>
                    <a:pt x="6551461" y="3883199"/>
                  </a:lnTo>
                  <a:lnTo>
                    <a:pt x="6551461" y="3881334"/>
                  </a:lnTo>
                  <a:lnTo>
                    <a:pt x="6535150" y="3881334"/>
                  </a:lnTo>
                  <a:lnTo>
                    <a:pt x="6524276" y="3881334"/>
                  </a:lnTo>
                  <a:lnTo>
                    <a:pt x="6524276" y="3875748"/>
                  </a:lnTo>
                  <a:lnTo>
                    <a:pt x="6518839" y="3875748"/>
                  </a:lnTo>
                  <a:lnTo>
                    <a:pt x="6507965" y="3875748"/>
                  </a:lnTo>
                  <a:lnTo>
                    <a:pt x="6507965" y="3870175"/>
                  </a:lnTo>
                  <a:lnTo>
                    <a:pt x="6502529" y="3870175"/>
                  </a:lnTo>
                  <a:lnTo>
                    <a:pt x="6502529" y="3868317"/>
                  </a:lnTo>
                  <a:lnTo>
                    <a:pt x="6491655" y="3868317"/>
                  </a:lnTo>
                  <a:lnTo>
                    <a:pt x="6480781" y="3868317"/>
                  </a:lnTo>
                  <a:lnTo>
                    <a:pt x="6480781" y="3866461"/>
                  </a:lnTo>
                  <a:lnTo>
                    <a:pt x="6469907" y="3866461"/>
                  </a:lnTo>
                  <a:lnTo>
                    <a:pt x="6453596" y="3866461"/>
                  </a:lnTo>
                  <a:lnTo>
                    <a:pt x="6448160" y="3866461"/>
                  </a:lnTo>
                  <a:lnTo>
                    <a:pt x="6442723" y="3866461"/>
                  </a:lnTo>
                  <a:lnTo>
                    <a:pt x="6437286" y="3866461"/>
                  </a:lnTo>
                  <a:lnTo>
                    <a:pt x="6437286" y="3864615"/>
                  </a:lnTo>
                  <a:lnTo>
                    <a:pt x="6431849" y="3864615"/>
                  </a:lnTo>
                  <a:lnTo>
                    <a:pt x="6431849" y="3860927"/>
                  </a:lnTo>
                  <a:lnTo>
                    <a:pt x="6404664" y="3860927"/>
                  </a:lnTo>
                  <a:lnTo>
                    <a:pt x="6404664" y="3857239"/>
                  </a:lnTo>
                  <a:lnTo>
                    <a:pt x="6393791" y="3857239"/>
                  </a:lnTo>
                  <a:lnTo>
                    <a:pt x="6393791" y="3855395"/>
                  </a:lnTo>
                  <a:lnTo>
                    <a:pt x="6382917" y="3855395"/>
                  </a:lnTo>
                  <a:lnTo>
                    <a:pt x="6382917" y="3853553"/>
                  </a:lnTo>
                  <a:lnTo>
                    <a:pt x="6366606" y="3853553"/>
                  </a:lnTo>
                  <a:lnTo>
                    <a:pt x="6366606" y="3851711"/>
                  </a:lnTo>
                  <a:lnTo>
                    <a:pt x="6361169" y="3851711"/>
                  </a:lnTo>
                  <a:lnTo>
                    <a:pt x="6355732" y="3851711"/>
                  </a:lnTo>
                  <a:lnTo>
                    <a:pt x="6323111" y="3851711"/>
                  </a:lnTo>
                  <a:lnTo>
                    <a:pt x="6317674" y="3851711"/>
                  </a:lnTo>
                  <a:lnTo>
                    <a:pt x="6317674" y="3849875"/>
                  </a:lnTo>
                  <a:lnTo>
                    <a:pt x="6312237" y="3849875"/>
                  </a:lnTo>
                  <a:lnTo>
                    <a:pt x="6312237" y="3848040"/>
                  </a:lnTo>
                  <a:lnTo>
                    <a:pt x="6306800" y="3848040"/>
                  </a:lnTo>
                  <a:lnTo>
                    <a:pt x="6306800" y="3846205"/>
                  </a:lnTo>
                  <a:lnTo>
                    <a:pt x="6295926" y="3846205"/>
                  </a:lnTo>
                  <a:lnTo>
                    <a:pt x="6285053" y="3846205"/>
                  </a:lnTo>
                  <a:lnTo>
                    <a:pt x="6279616" y="3846205"/>
                  </a:lnTo>
                  <a:lnTo>
                    <a:pt x="6279616" y="3842552"/>
                  </a:lnTo>
                  <a:lnTo>
                    <a:pt x="6274179" y="3842552"/>
                  </a:lnTo>
                  <a:lnTo>
                    <a:pt x="6274179" y="3840725"/>
                  </a:lnTo>
                  <a:lnTo>
                    <a:pt x="6268742" y="3840725"/>
                  </a:lnTo>
                  <a:lnTo>
                    <a:pt x="6263305" y="3840725"/>
                  </a:lnTo>
                  <a:lnTo>
                    <a:pt x="6257868" y="3840725"/>
                  </a:lnTo>
                  <a:lnTo>
                    <a:pt x="6257868" y="3838903"/>
                  </a:lnTo>
                  <a:lnTo>
                    <a:pt x="6246994" y="3838903"/>
                  </a:lnTo>
                  <a:lnTo>
                    <a:pt x="6241557" y="3838903"/>
                  </a:lnTo>
                  <a:lnTo>
                    <a:pt x="6241557" y="3835268"/>
                  </a:lnTo>
                  <a:lnTo>
                    <a:pt x="6236121" y="3835268"/>
                  </a:lnTo>
                  <a:lnTo>
                    <a:pt x="6236121" y="3833450"/>
                  </a:lnTo>
                  <a:lnTo>
                    <a:pt x="6230684" y="3833450"/>
                  </a:lnTo>
                  <a:lnTo>
                    <a:pt x="6230684" y="3831632"/>
                  </a:lnTo>
                  <a:lnTo>
                    <a:pt x="6225247" y="3831632"/>
                  </a:lnTo>
                  <a:lnTo>
                    <a:pt x="6225247" y="3829814"/>
                  </a:lnTo>
                  <a:lnTo>
                    <a:pt x="6219810" y="3829814"/>
                  </a:lnTo>
                  <a:lnTo>
                    <a:pt x="6219810" y="3827996"/>
                  </a:lnTo>
                  <a:lnTo>
                    <a:pt x="6208936" y="3827996"/>
                  </a:lnTo>
                  <a:lnTo>
                    <a:pt x="6208936" y="3822547"/>
                  </a:lnTo>
                  <a:lnTo>
                    <a:pt x="6181752" y="3822547"/>
                  </a:lnTo>
                  <a:lnTo>
                    <a:pt x="6181752" y="3820731"/>
                  </a:lnTo>
                  <a:lnTo>
                    <a:pt x="6176315" y="3820731"/>
                  </a:lnTo>
                  <a:lnTo>
                    <a:pt x="6170878" y="3820731"/>
                  </a:lnTo>
                  <a:lnTo>
                    <a:pt x="6170878" y="3818917"/>
                  </a:lnTo>
                  <a:lnTo>
                    <a:pt x="6165441" y="3818917"/>
                  </a:lnTo>
                  <a:lnTo>
                    <a:pt x="6165441" y="3817105"/>
                  </a:lnTo>
                  <a:lnTo>
                    <a:pt x="6160004" y="3817105"/>
                  </a:lnTo>
                  <a:lnTo>
                    <a:pt x="6160004" y="3815297"/>
                  </a:lnTo>
                  <a:lnTo>
                    <a:pt x="6154567" y="3815297"/>
                  </a:lnTo>
                  <a:lnTo>
                    <a:pt x="6154567" y="3813491"/>
                  </a:lnTo>
                  <a:lnTo>
                    <a:pt x="6149130" y="3813491"/>
                  </a:lnTo>
                  <a:lnTo>
                    <a:pt x="6138256" y="3813491"/>
                  </a:lnTo>
                  <a:lnTo>
                    <a:pt x="6127383" y="3813491"/>
                  </a:lnTo>
                  <a:lnTo>
                    <a:pt x="6127383" y="3811697"/>
                  </a:lnTo>
                  <a:lnTo>
                    <a:pt x="6121946" y="3811697"/>
                  </a:lnTo>
                  <a:lnTo>
                    <a:pt x="6116509" y="3811697"/>
                  </a:lnTo>
                  <a:lnTo>
                    <a:pt x="6111072" y="3811697"/>
                  </a:lnTo>
                  <a:lnTo>
                    <a:pt x="6111072" y="3809906"/>
                  </a:lnTo>
                  <a:lnTo>
                    <a:pt x="6105635" y="3809906"/>
                  </a:lnTo>
                  <a:lnTo>
                    <a:pt x="6105635" y="3808115"/>
                  </a:lnTo>
                  <a:lnTo>
                    <a:pt x="6100198" y="3808115"/>
                  </a:lnTo>
                  <a:lnTo>
                    <a:pt x="6094761" y="3808115"/>
                  </a:lnTo>
                  <a:lnTo>
                    <a:pt x="6094761" y="3806327"/>
                  </a:lnTo>
                  <a:lnTo>
                    <a:pt x="6089324" y="3806327"/>
                  </a:lnTo>
                  <a:lnTo>
                    <a:pt x="6073014" y="3806327"/>
                  </a:lnTo>
                  <a:lnTo>
                    <a:pt x="6073014" y="3802753"/>
                  </a:lnTo>
                  <a:lnTo>
                    <a:pt x="6062140" y="3802753"/>
                  </a:lnTo>
                  <a:lnTo>
                    <a:pt x="6062140" y="3800966"/>
                  </a:lnTo>
                  <a:lnTo>
                    <a:pt x="6056703" y="3800966"/>
                  </a:lnTo>
                  <a:lnTo>
                    <a:pt x="6051266" y="3800966"/>
                  </a:lnTo>
                  <a:lnTo>
                    <a:pt x="6051266" y="3799184"/>
                  </a:lnTo>
                  <a:lnTo>
                    <a:pt x="6040392" y="3799184"/>
                  </a:lnTo>
                  <a:lnTo>
                    <a:pt x="6040392" y="3797401"/>
                  </a:lnTo>
                  <a:lnTo>
                    <a:pt x="6029518" y="3797401"/>
                  </a:lnTo>
                  <a:lnTo>
                    <a:pt x="6029518" y="3795618"/>
                  </a:lnTo>
                  <a:lnTo>
                    <a:pt x="6002334" y="3795618"/>
                  </a:lnTo>
                  <a:lnTo>
                    <a:pt x="5996897" y="3795618"/>
                  </a:lnTo>
                  <a:lnTo>
                    <a:pt x="5996897" y="3793839"/>
                  </a:lnTo>
                  <a:lnTo>
                    <a:pt x="5991460" y="3793839"/>
                  </a:lnTo>
                  <a:lnTo>
                    <a:pt x="5986023" y="3793839"/>
                  </a:lnTo>
                  <a:lnTo>
                    <a:pt x="5980586" y="3793839"/>
                  </a:lnTo>
                  <a:lnTo>
                    <a:pt x="5980586" y="3792065"/>
                  </a:lnTo>
                  <a:lnTo>
                    <a:pt x="5964276" y="3792065"/>
                  </a:lnTo>
                  <a:lnTo>
                    <a:pt x="5958839" y="3792065"/>
                  </a:lnTo>
                  <a:lnTo>
                    <a:pt x="5958839" y="3790296"/>
                  </a:lnTo>
                  <a:lnTo>
                    <a:pt x="5953402" y="3790296"/>
                  </a:lnTo>
                  <a:lnTo>
                    <a:pt x="5947965" y="3790296"/>
                  </a:lnTo>
                  <a:lnTo>
                    <a:pt x="5942528" y="3790296"/>
                  </a:lnTo>
                  <a:lnTo>
                    <a:pt x="5942528" y="3786768"/>
                  </a:lnTo>
                  <a:lnTo>
                    <a:pt x="5937091" y="3786768"/>
                  </a:lnTo>
                  <a:lnTo>
                    <a:pt x="5931654" y="3786768"/>
                  </a:lnTo>
                  <a:lnTo>
                    <a:pt x="5931654" y="3785009"/>
                  </a:lnTo>
                  <a:lnTo>
                    <a:pt x="5926217" y="3785009"/>
                  </a:lnTo>
                  <a:lnTo>
                    <a:pt x="5920781" y="3785009"/>
                  </a:lnTo>
                  <a:lnTo>
                    <a:pt x="5915344" y="3785009"/>
                  </a:lnTo>
                  <a:lnTo>
                    <a:pt x="5915344" y="3783257"/>
                  </a:lnTo>
                  <a:lnTo>
                    <a:pt x="5909907" y="3783257"/>
                  </a:lnTo>
                  <a:lnTo>
                    <a:pt x="5909907" y="3781508"/>
                  </a:lnTo>
                  <a:lnTo>
                    <a:pt x="5904470" y="3781508"/>
                  </a:lnTo>
                  <a:lnTo>
                    <a:pt x="5904470" y="3779760"/>
                  </a:lnTo>
                  <a:lnTo>
                    <a:pt x="5893596" y="3779760"/>
                  </a:lnTo>
                  <a:lnTo>
                    <a:pt x="5893596" y="3776262"/>
                  </a:lnTo>
                  <a:lnTo>
                    <a:pt x="5871848" y="3776262"/>
                  </a:lnTo>
                  <a:lnTo>
                    <a:pt x="5871848" y="3772768"/>
                  </a:lnTo>
                  <a:lnTo>
                    <a:pt x="5866412" y="3772768"/>
                  </a:lnTo>
                  <a:lnTo>
                    <a:pt x="5860975" y="3772768"/>
                  </a:lnTo>
                  <a:lnTo>
                    <a:pt x="5860975" y="3769282"/>
                  </a:lnTo>
                  <a:lnTo>
                    <a:pt x="5855538" y="3769282"/>
                  </a:lnTo>
                  <a:lnTo>
                    <a:pt x="5855538" y="3765796"/>
                  </a:lnTo>
                  <a:lnTo>
                    <a:pt x="5850101" y="3765796"/>
                  </a:lnTo>
                  <a:lnTo>
                    <a:pt x="5850101" y="3764053"/>
                  </a:lnTo>
                  <a:lnTo>
                    <a:pt x="5839227" y="3764053"/>
                  </a:lnTo>
                  <a:lnTo>
                    <a:pt x="5839227" y="3762311"/>
                  </a:lnTo>
                  <a:lnTo>
                    <a:pt x="5822916" y="3762311"/>
                  </a:lnTo>
                  <a:lnTo>
                    <a:pt x="5795732" y="3762311"/>
                  </a:lnTo>
                  <a:lnTo>
                    <a:pt x="5795732" y="3760572"/>
                  </a:lnTo>
                  <a:lnTo>
                    <a:pt x="5790295" y="3760572"/>
                  </a:lnTo>
                  <a:lnTo>
                    <a:pt x="5784858" y="3760572"/>
                  </a:lnTo>
                  <a:lnTo>
                    <a:pt x="5779421" y="3760572"/>
                  </a:lnTo>
                  <a:lnTo>
                    <a:pt x="5779421" y="3758836"/>
                  </a:lnTo>
                  <a:lnTo>
                    <a:pt x="5773984" y="3758836"/>
                  </a:lnTo>
                  <a:lnTo>
                    <a:pt x="5757674" y="3758836"/>
                  </a:lnTo>
                  <a:lnTo>
                    <a:pt x="5757674" y="3757102"/>
                  </a:lnTo>
                  <a:lnTo>
                    <a:pt x="5752237" y="3757102"/>
                  </a:lnTo>
                  <a:lnTo>
                    <a:pt x="5752237" y="3755370"/>
                  </a:lnTo>
                  <a:lnTo>
                    <a:pt x="5746800" y="3755370"/>
                  </a:lnTo>
                  <a:lnTo>
                    <a:pt x="5741363" y="3755370"/>
                  </a:lnTo>
                  <a:lnTo>
                    <a:pt x="5741363" y="3746738"/>
                  </a:lnTo>
                  <a:lnTo>
                    <a:pt x="5730489" y="3746738"/>
                  </a:lnTo>
                  <a:lnTo>
                    <a:pt x="5730489" y="3745011"/>
                  </a:lnTo>
                  <a:lnTo>
                    <a:pt x="5725052" y="3745011"/>
                  </a:lnTo>
                  <a:lnTo>
                    <a:pt x="5725052" y="3743285"/>
                  </a:lnTo>
                  <a:lnTo>
                    <a:pt x="5719615" y="3743285"/>
                  </a:lnTo>
                  <a:lnTo>
                    <a:pt x="5714178" y="3743285"/>
                  </a:lnTo>
                  <a:lnTo>
                    <a:pt x="5714178" y="3741562"/>
                  </a:lnTo>
                  <a:lnTo>
                    <a:pt x="5708742" y="3741562"/>
                  </a:lnTo>
                  <a:lnTo>
                    <a:pt x="5703305" y="3741562"/>
                  </a:lnTo>
                  <a:lnTo>
                    <a:pt x="5697868" y="3741562"/>
                  </a:lnTo>
                  <a:lnTo>
                    <a:pt x="5692431" y="3741562"/>
                  </a:lnTo>
                  <a:lnTo>
                    <a:pt x="5692431" y="3739848"/>
                  </a:lnTo>
                  <a:lnTo>
                    <a:pt x="5686994" y="3739848"/>
                  </a:lnTo>
                  <a:lnTo>
                    <a:pt x="5686994" y="3738134"/>
                  </a:lnTo>
                  <a:lnTo>
                    <a:pt x="5681557" y="3738134"/>
                  </a:lnTo>
                  <a:lnTo>
                    <a:pt x="5681557" y="3736421"/>
                  </a:lnTo>
                  <a:lnTo>
                    <a:pt x="5676120" y="3736421"/>
                  </a:lnTo>
                  <a:lnTo>
                    <a:pt x="5676120" y="3734707"/>
                  </a:lnTo>
                  <a:lnTo>
                    <a:pt x="5670683" y="3734707"/>
                  </a:lnTo>
                  <a:lnTo>
                    <a:pt x="5659809" y="3734707"/>
                  </a:lnTo>
                  <a:lnTo>
                    <a:pt x="5659809" y="3732996"/>
                  </a:lnTo>
                  <a:lnTo>
                    <a:pt x="5654373" y="3732996"/>
                  </a:lnTo>
                  <a:lnTo>
                    <a:pt x="5648936" y="3732996"/>
                  </a:lnTo>
                  <a:lnTo>
                    <a:pt x="5632625" y="3732996"/>
                  </a:lnTo>
                  <a:lnTo>
                    <a:pt x="5605440" y="3732996"/>
                  </a:lnTo>
                  <a:lnTo>
                    <a:pt x="5605440" y="3731296"/>
                  </a:lnTo>
                  <a:lnTo>
                    <a:pt x="5600004" y="3731296"/>
                  </a:lnTo>
                  <a:lnTo>
                    <a:pt x="5594567" y="3731296"/>
                  </a:lnTo>
                  <a:lnTo>
                    <a:pt x="5594567" y="3727912"/>
                  </a:lnTo>
                  <a:lnTo>
                    <a:pt x="5589130" y="3727912"/>
                  </a:lnTo>
                  <a:lnTo>
                    <a:pt x="5589130" y="3726221"/>
                  </a:lnTo>
                  <a:lnTo>
                    <a:pt x="5583693" y="3726221"/>
                  </a:lnTo>
                  <a:lnTo>
                    <a:pt x="5583693" y="3724531"/>
                  </a:lnTo>
                  <a:lnTo>
                    <a:pt x="5572819" y="3724531"/>
                  </a:lnTo>
                  <a:lnTo>
                    <a:pt x="5567382" y="3724531"/>
                  </a:lnTo>
                  <a:lnTo>
                    <a:pt x="5567382" y="3722843"/>
                  </a:lnTo>
                  <a:lnTo>
                    <a:pt x="5561945" y="3722843"/>
                  </a:lnTo>
                  <a:lnTo>
                    <a:pt x="5556508" y="3722843"/>
                  </a:lnTo>
                  <a:lnTo>
                    <a:pt x="5551072" y="3722843"/>
                  </a:lnTo>
                  <a:lnTo>
                    <a:pt x="5551072" y="3721170"/>
                  </a:lnTo>
                  <a:lnTo>
                    <a:pt x="5540198" y="3721170"/>
                  </a:lnTo>
                  <a:lnTo>
                    <a:pt x="5540198" y="3719497"/>
                  </a:lnTo>
                  <a:lnTo>
                    <a:pt x="5534761" y="3719497"/>
                  </a:lnTo>
                  <a:lnTo>
                    <a:pt x="5534761" y="3717825"/>
                  </a:lnTo>
                  <a:lnTo>
                    <a:pt x="5529324" y="3717825"/>
                  </a:lnTo>
                  <a:lnTo>
                    <a:pt x="5518450" y="3717825"/>
                  </a:lnTo>
                  <a:lnTo>
                    <a:pt x="5507576" y="3717825"/>
                  </a:lnTo>
                  <a:lnTo>
                    <a:pt x="5496703" y="3717825"/>
                  </a:lnTo>
                  <a:lnTo>
                    <a:pt x="5496703" y="3716163"/>
                  </a:lnTo>
                  <a:lnTo>
                    <a:pt x="5491266" y="3716163"/>
                  </a:lnTo>
                  <a:lnTo>
                    <a:pt x="5480392" y="3716163"/>
                  </a:lnTo>
                  <a:lnTo>
                    <a:pt x="5474955" y="3716163"/>
                  </a:lnTo>
                  <a:lnTo>
                    <a:pt x="5469518" y="3716163"/>
                  </a:lnTo>
                  <a:lnTo>
                    <a:pt x="5469518" y="3714507"/>
                  </a:lnTo>
                  <a:lnTo>
                    <a:pt x="5458644" y="3714507"/>
                  </a:lnTo>
                  <a:lnTo>
                    <a:pt x="5458644" y="3709541"/>
                  </a:lnTo>
                  <a:lnTo>
                    <a:pt x="5453207" y="3709541"/>
                  </a:lnTo>
                  <a:lnTo>
                    <a:pt x="5447770" y="3709541"/>
                  </a:lnTo>
                  <a:lnTo>
                    <a:pt x="5442334" y="3709541"/>
                  </a:lnTo>
                  <a:lnTo>
                    <a:pt x="5442334" y="3707890"/>
                  </a:lnTo>
                  <a:lnTo>
                    <a:pt x="5436897" y="3707890"/>
                  </a:lnTo>
                  <a:lnTo>
                    <a:pt x="5436897" y="3704593"/>
                  </a:lnTo>
                  <a:lnTo>
                    <a:pt x="5420586" y="3704593"/>
                  </a:lnTo>
                  <a:lnTo>
                    <a:pt x="5420586" y="3701298"/>
                  </a:lnTo>
                  <a:lnTo>
                    <a:pt x="5409712" y="3701298"/>
                  </a:lnTo>
                  <a:lnTo>
                    <a:pt x="5404275" y="3701298"/>
                  </a:lnTo>
                  <a:lnTo>
                    <a:pt x="5398838" y="3701298"/>
                  </a:lnTo>
                  <a:lnTo>
                    <a:pt x="5398838" y="3699656"/>
                  </a:lnTo>
                  <a:lnTo>
                    <a:pt x="5393402" y="3699656"/>
                  </a:lnTo>
                  <a:lnTo>
                    <a:pt x="5393402" y="3698015"/>
                  </a:lnTo>
                  <a:lnTo>
                    <a:pt x="5387965" y="3698015"/>
                  </a:lnTo>
                  <a:lnTo>
                    <a:pt x="5387965" y="3696374"/>
                  </a:lnTo>
                  <a:lnTo>
                    <a:pt x="5371654" y="3696374"/>
                  </a:lnTo>
                  <a:lnTo>
                    <a:pt x="5371654" y="3694735"/>
                  </a:lnTo>
                  <a:lnTo>
                    <a:pt x="5366217" y="3694735"/>
                  </a:lnTo>
                  <a:lnTo>
                    <a:pt x="5366217" y="3691460"/>
                  </a:lnTo>
                  <a:lnTo>
                    <a:pt x="5360780" y="3691460"/>
                  </a:lnTo>
                  <a:lnTo>
                    <a:pt x="5360780" y="3689826"/>
                  </a:lnTo>
                  <a:lnTo>
                    <a:pt x="5355343" y="3689826"/>
                  </a:lnTo>
                  <a:lnTo>
                    <a:pt x="5355343" y="3688191"/>
                  </a:lnTo>
                  <a:lnTo>
                    <a:pt x="5349906" y="3688191"/>
                  </a:lnTo>
                  <a:lnTo>
                    <a:pt x="5349906" y="3684926"/>
                  </a:lnTo>
                  <a:lnTo>
                    <a:pt x="5344469" y="3684926"/>
                  </a:lnTo>
                  <a:lnTo>
                    <a:pt x="5339033" y="3684926"/>
                  </a:lnTo>
                  <a:lnTo>
                    <a:pt x="5333596" y="3684926"/>
                  </a:lnTo>
                  <a:lnTo>
                    <a:pt x="5333596" y="3683298"/>
                  </a:lnTo>
                  <a:lnTo>
                    <a:pt x="5328159" y="3683298"/>
                  </a:lnTo>
                  <a:lnTo>
                    <a:pt x="5322722" y="3683298"/>
                  </a:lnTo>
                  <a:lnTo>
                    <a:pt x="5322722" y="3680058"/>
                  </a:lnTo>
                  <a:lnTo>
                    <a:pt x="5317285" y="3680058"/>
                  </a:lnTo>
                  <a:lnTo>
                    <a:pt x="5317285" y="3678438"/>
                  </a:lnTo>
                  <a:lnTo>
                    <a:pt x="5311848" y="3678438"/>
                  </a:lnTo>
                  <a:lnTo>
                    <a:pt x="5290100" y="3678438"/>
                  </a:lnTo>
                  <a:lnTo>
                    <a:pt x="5290100" y="3676821"/>
                  </a:lnTo>
                  <a:lnTo>
                    <a:pt x="5284664" y="3676821"/>
                  </a:lnTo>
                  <a:lnTo>
                    <a:pt x="5284664" y="3675206"/>
                  </a:lnTo>
                  <a:lnTo>
                    <a:pt x="5273790" y="3675206"/>
                  </a:lnTo>
                  <a:lnTo>
                    <a:pt x="5273790" y="3673592"/>
                  </a:lnTo>
                  <a:lnTo>
                    <a:pt x="5268353" y="3673592"/>
                  </a:lnTo>
                  <a:lnTo>
                    <a:pt x="5268353" y="3671978"/>
                  </a:lnTo>
                  <a:lnTo>
                    <a:pt x="5262916" y="3671978"/>
                  </a:lnTo>
                  <a:lnTo>
                    <a:pt x="5262916" y="3670364"/>
                  </a:lnTo>
                  <a:lnTo>
                    <a:pt x="5257479" y="3670364"/>
                  </a:lnTo>
                  <a:lnTo>
                    <a:pt x="5252042" y="3670364"/>
                  </a:lnTo>
                  <a:lnTo>
                    <a:pt x="5246605" y="3670364"/>
                  </a:lnTo>
                  <a:lnTo>
                    <a:pt x="5246605" y="3668755"/>
                  </a:lnTo>
                  <a:lnTo>
                    <a:pt x="5241168" y="3668755"/>
                  </a:lnTo>
                  <a:lnTo>
                    <a:pt x="5241168" y="3662324"/>
                  </a:lnTo>
                  <a:lnTo>
                    <a:pt x="5224858" y="3662324"/>
                  </a:lnTo>
                  <a:lnTo>
                    <a:pt x="5224858" y="3660716"/>
                  </a:lnTo>
                  <a:lnTo>
                    <a:pt x="5219421" y="3660716"/>
                  </a:lnTo>
                  <a:lnTo>
                    <a:pt x="5213984" y="3660716"/>
                  </a:lnTo>
                  <a:lnTo>
                    <a:pt x="5213984" y="3659111"/>
                  </a:lnTo>
                  <a:lnTo>
                    <a:pt x="5208547" y="3659111"/>
                  </a:lnTo>
                  <a:lnTo>
                    <a:pt x="5208547" y="3657506"/>
                  </a:lnTo>
                  <a:lnTo>
                    <a:pt x="5197673" y="3657506"/>
                  </a:lnTo>
                  <a:lnTo>
                    <a:pt x="5192236" y="3657506"/>
                  </a:lnTo>
                  <a:lnTo>
                    <a:pt x="5192236" y="3655903"/>
                  </a:lnTo>
                  <a:lnTo>
                    <a:pt x="5181363" y="3655903"/>
                  </a:lnTo>
                  <a:lnTo>
                    <a:pt x="5175926" y="3655903"/>
                  </a:lnTo>
                  <a:lnTo>
                    <a:pt x="5175926" y="3654304"/>
                  </a:lnTo>
                  <a:lnTo>
                    <a:pt x="5170489" y="3654304"/>
                  </a:lnTo>
                  <a:lnTo>
                    <a:pt x="5154178" y="3654304"/>
                  </a:lnTo>
                  <a:lnTo>
                    <a:pt x="5154178" y="3652709"/>
                  </a:lnTo>
                  <a:lnTo>
                    <a:pt x="5148741" y="3652709"/>
                  </a:lnTo>
                  <a:lnTo>
                    <a:pt x="5148741" y="3651113"/>
                  </a:lnTo>
                  <a:lnTo>
                    <a:pt x="5143304" y="3651113"/>
                  </a:lnTo>
                  <a:lnTo>
                    <a:pt x="5143304" y="3647927"/>
                  </a:lnTo>
                  <a:lnTo>
                    <a:pt x="5137867" y="3647927"/>
                  </a:lnTo>
                  <a:lnTo>
                    <a:pt x="5126994" y="3647927"/>
                  </a:lnTo>
                  <a:lnTo>
                    <a:pt x="5121557" y="3647927"/>
                  </a:lnTo>
                  <a:lnTo>
                    <a:pt x="5105246" y="3647927"/>
                  </a:lnTo>
                  <a:lnTo>
                    <a:pt x="5099809" y="3647927"/>
                  </a:lnTo>
                  <a:lnTo>
                    <a:pt x="5099809" y="3644760"/>
                  </a:lnTo>
                  <a:lnTo>
                    <a:pt x="5094372" y="3644760"/>
                  </a:lnTo>
                  <a:lnTo>
                    <a:pt x="5094372" y="3643178"/>
                  </a:lnTo>
                  <a:lnTo>
                    <a:pt x="5088935" y="3643178"/>
                  </a:lnTo>
                  <a:lnTo>
                    <a:pt x="5088935" y="3641595"/>
                  </a:lnTo>
                  <a:lnTo>
                    <a:pt x="5078061" y="3641595"/>
                  </a:lnTo>
                  <a:lnTo>
                    <a:pt x="5078061" y="3638430"/>
                  </a:lnTo>
                  <a:lnTo>
                    <a:pt x="5072625" y="3638430"/>
                  </a:lnTo>
                  <a:lnTo>
                    <a:pt x="5072625" y="3636848"/>
                  </a:lnTo>
                  <a:lnTo>
                    <a:pt x="5067188" y="3636848"/>
                  </a:lnTo>
                  <a:lnTo>
                    <a:pt x="5056314" y="3636848"/>
                  </a:lnTo>
                  <a:lnTo>
                    <a:pt x="5050877" y="3636848"/>
                  </a:lnTo>
                  <a:lnTo>
                    <a:pt x="5050877" y="3630535"/>
                  </a:lnTo>
                  <a:lnTo>
                    <a:pt x="5045440" y="3630535"/>
                  </a:lnTo>
                  <a:lnTo>
                    <a:pt x="5040003" y="3630535"/>
                  </a:lnTo>
                  <a:lnTo>
                    <a:pt x="5040003" y="3628960"/>
                  </a:lnTo>
                  <a:lnTo>
                    <a:pt x="5034566" y="3628960"/>
                  </a:lnTo>
                  <a:lnTo>
                    <a:pt x="5034566" y="3622658"/>
                  </a:lnTo>
                  <a:lnTo>
                    <a:pt x="5023693" y="3622658"/>
                  </a:lnTo>
                  <a:lnTo>
                    <a:pt x="5012819" y="3622658"/>
                  </a:lnTo>
                  <a:lnTo>
                    <a:pt x="5007382" y="3622658"/>
                  </a:lnTo>
                  <a:lnTo>
                    <a:pt x="5007382" y="3621091"/>
                  </a:lnTo>
                  <a:lnTo>
                    <a:pt x="5001945" y="3621091"/>
                  </a:lnTo>
                  <a:lnTo>
                    <a:pt x="5001945" y="3617958"/>
                  </a:lnTo>
                  <a:lnTo>
                    <a:pt x="4996508" y="3617958"/>
                  </a:lnTo>
                  <a:lnTo>
                    <a:pt x="4996508" y="3616392"/>
                  </a:lnTo>
                  <a:lnTo>
                    <a:pt x="4991071" y="3616392"/>
                  </a:lnTo>
                  <a:lnTo>
                    <a:pt x="4991071" y="3614828"/>
                  </a:lnTo>
                  <a:lnTo>
                    <a:pt x="4985634" y="3614828"/>
                  </a:lnTo>
                  <a:lnTo>
                    <a:pt x="4980197" y="3614828"/>
                  </a:lnTo>
                  <a:lnTo>
                    <a:pt x="4974760" y="3614828"/>
                  </a:lnTo>
                  <a:lnTo>
                    <a:pt x="4974760" y="3611706"/>
                  </a:lnTo>
                  <a:lnTo>
                    <a:pt x="4969324" y="3611706"/>
                  </a:lnTo>
                  <a:lnTo>
                    <a:pt x="4969324" y="3610147"/>
                  </a:lnTo>
                  <a:lnTo>
                    <a:pt x="4958450" y="3610147"/>
                  </a:lnTo>
                  <a:lnTo>
                    <a:pt x="4958450" y="3605480"/>
                  </a:lnTo>
                  <a:lnTo>
                    <a:pt x="4953013" y="3605480"/>
                  </a:lnTo>
                  <a:lnTo>
                    <a:pt x="4947576" y="3605480"/>
                  </a:lnTo>
                  <a:lnTo>
                    <a:pt x="4947576" y="3602380"/>
                  </a:lnTo>
                  <a:lnTo>
                    <a:pt x="4942139" y="3602380"/>
                  </a:lnTo>
                  <a:lnTo>
                    <a:pt x="4942139" y="3599285"/>
                  </a:lnTo>
                  <a:lnTo>
                    <a:pt x="4936702" y="3599285"/>
                  </a:lnTo>
                  <a:lnTo>
                    <a:pt x="4931265" y="3599285"/>
                  </a:lnTo>
                  <a:lnTo>
                    <a:pt x="4925828" y="3599285"/>
                  </a:lnTo>
                  <a:lnTo>
                    <a:pt x="4925828" y="3597745"/>
                  </a:lnTo>
                  <a:lnTo>
                    <a:pt x="4920391" y="3597745"/>
                  </a:lnTo>
                  <a:lnTo>
                    <a:pt x="4920391" y="3596205"/>
                  </a:lnTo>
                  <a:lnTo>
                    <a:pt x="4914955" y="3596205"/>
                  </a:lnTo>
                  <a:lnTo>
                    <a:pt x="4914955" y="3593135"/>
                  </a:lnTo>
                  <a:lnTo>
                    <a:pt x="4909518" y="3593135"/>
                  </a:lnTo>
                  <a:lnTo>
                    <a:pt x="4909518" y="3590068"/>
                  </a:lnTo>
                  <a:lnTo>
                    <a:pt x="4904081" y="3590068"/>
                  </a:lnTo>
                  <a:lnTo>
                    <a:pt x="4904081" y="3588537"/>
                  </a:lnTo>
                  <a:lnTo>
                    <a:pt x="4898644" y="3588537"/>
                  </a:lnTo>
                  <a:lnTo>
                    <a:pt x="4887770" y="3588537"/>
                  </a:lnTo>
                  <a:lnTo>
                    <a:pt x="4887770" y="3587007"/>
                  </a:lnTo>
                  <a:lnTo>
                    <a:pt x="4882333" y="3587007"/>
                  </a:lnTo>
                  <a:lnTo>
                    <a:pt x="4882333" y="3585477"/>
                  </a:lnTo>
                  <a:lnTo>
                    <a:pt x="4876896" y="3585477"/>
                  </a:lnTo>
                  <a:lnTo>
                    <a:pt x="4871459" y="3585477"/>
                  </a:lnTo>
                  <a:lnTo>
                    <a:pt x="4871459" y="3580904"/>
                  </a:lnTo>
                  <a:lnTo>
                    <a:pt x="4866022" y="3580904"/>
                  </a:lnTo>
                  <a:lnTo>
                    <a:pt x="4860586" y="3580904"/>
                  </a:lnTo>
                  <a:lnTo>
                    <a:pt x="4849712" y="3580904"/>
                  </a:lnTo>
                  <a:lnTo>
                    <a:pt x="4849712" y="3579384"/>
                  </a:lnTo>
                  <a:lnTo>
                    <a:pt x="4838838" y="3579384"/>
                  </a:lnTo>
                  <a:lnTo>
                    <a:pt x="4833401" y="3579384"/>
                  </a:lnTo>
                  <a:lnTo>
                    <a:pt x="4833401" y="3577869"/>
                  </a:lnTo>
                  <a:lnTo>
                    <a:pt x="4827964" y="3577869"/>
                  </a:lnTo>
                  <a:lnTo>
                    <a:pt x="4827964" y="3571813"/>
                  </a:lnTo>
                  <a:lnTo>
                    <a:pt x="4822527" y="3571813"/>
                  </a:lnTo>
                  <a:lnTo>
                    <a:pt x="4822527" y="3570300"/>
                  </a:lnTo>
                  <a:lnTo>
                    <a:pt x="4817090" y="3570300"/>
                  </a:lnTo>
                  <a:lnTo>
                    <a:pt x="4817090" y="3567274"/>
                  </a:lnTo>
                  <a:lnTo>
                    <a:pt x="4811654" y="3567274"/>
                  </a:lnTo>
                  <a:lnTo>
                    <a:pt x="4811654" y="3565763"/>
                  </a:lnTo>
                  <a:lnTo>
                    <a:pt x="4806217" y="3565763"/>
                  </a:lnTo>
                  <a:lnTo>
                    <a:pt x="4800780" y="3565763"/>
                  </a:lnTo>
                  <a:lnTo>
                    <a:pt x="4800780" y="3564252"/>
                  </a:lnTo>
                  <a:lnTo>
                    <a:pt x="4795343" y="3564252"/>
                  </a:lnTo>
                  <a:lnTo>
                    <a:pt x="4795343" y="3561237"/>
                  </a:lnTo>
                  <a:lnTo>
                    <a:pt x="4779032" y="3561237"/>
                  </a:lnTo>
                  <a:lnTo>
                    <a:pt x="4773595" y="3561237"/>
                  </a:lnTo>
                  <a:lnTo>
                    <a:pt x="4768158" y="3561237"/>
                  </a:lnTo>
                  <a:lnTo>
                    <a:pt x="4768158" y="3559734"/>
                  </a:lnTo>
                  <a:lnTo>
                    <a:pt x="4762721" y="3559734"/>
                  </a:lnTo>
                  <a:lnTo>
                    <a:pt x="4757285" y="3559734"/>
                  </a:lnTo>
                  <a:lnTo>
                    <a:pt x="4757285" y="3555234"/>
                  </a:lnTo>
                  <a:lnTo>
                    <a:pt x="4751848" y="3555234"/>
                  </a:lnTo>
                  <a:lnTo>
                    <a:pt x="4746411" y="3555234"/>
                  </a:lnTo>
                  <a:lnTo>
                    <a:pt x="4746411" y="3550748"/>
                  </a:lnTo>
                  <a:lnTo>
                    <a:pt x="4740974" y="3550748"/>
                  </a:lnTo>
                  <a:lnTo>
                    <a:pt x="4740974" y="3547758"/>
                  </a:lnTo>
                  <a:lnTo>
                    <a:pt x="4735537" y="3547758"/>
                  </a:lnTo>
                  <a:lnTo>
                    <a:pt x="4730100" y="3547758"/>
                  </a:lnTo>
                  <a:lnTo>
                    <a:pt x="4730100" y="3546265"/>
                  </a:lnTo>
                  <a:lnTo>
                    <a:pt x="4724663" y="3546265"/>
                  </a:lnTo>
                  <a:lnTo>
                    <a:pt x="4724663" y="3544773"/>
                  </a:lnTo>
                  <a:lnTo>
                    <a:pt x="4713789" y="3544773"/>
                  </a:lnTo>
                  <a:lnTo>
                    <a:pt x="4713789" y="3543284"/>
                  </a:lnTo>
                  <a:lnTo>
                    <a:pt x="4702916" y="3543284"/>
                  </a:lnTo>
                  <a:lnTo>
                    <a:pt x="4702916" y="3541798"/>
                  </a:lnTo>
                  <a:lnTo>
                    <a:pt x="4686605" y="3541798"/>
                  </a:lnTo>
                  <a:lnTo>
                    <a:pt x="4681168" y="3541798"/>
                  </a:lnTo>
                  <a:lnTo>
                    <a:pt x="4681168" y="3540313"/>
                  </a:lnTo>
                  <a:lnTo>
                    <a:pt x="4675731" y="3540313"/>
                  </a:lnTo>
                  <a:lnTo>
                    <a:pt x="4675731" y="3535861"/>
                  </a:lnTo>
                  <a:lnTo>
                    <a:pt x="4670294" y="3535861"/>
                  </a:lnTo>
                  <a:lnTo>
                    <a:pt x="4670294" y="3534377"/>
                  </a:lnTo>
                  <a:lnTo>
                    <a:pt x="4664857" y="3534377"/>
                  </a:lnTo>
                  <a:lnTo>
                    <a:pt x="4664857" y="3532895"/>
                  </a:lnTo>
                  <a:lnTo>
                    <a:pt x="4653983" y="3532895"/>
                  </a:lnTo>
                  <a:lnTo>
                    <a:pt x="4653983" y="3529931"/>
                  </a:lnTo>
                  <a:lnTo>
                    <a:pt x="4648547" y="3529931"/>
                  </a:lnTo>
                  <a:lnTo>
                    <a:pt x="4643110" y="3529931"/>
                  </a:lnTo>
                  <a:lnTo>
                    <a:pt x="4637673" y="3529931"/>
                  </a:lnTo>
                  <a:lnTo>
                    <a:pt x="4637673" y="3528457"/>
                  </a:lnTo>
                  <a:lnTo>
                    <a:pt x="4632236" y="3528457"/>
                  </a:lnTo>
                  <a:lnTo>
                    <a:pt x="4632236" y="3525513"/>
                  </a:lnTo>
                  <a:lnTo>
                    <a:pt x="4626799" y="3525513"/>
                  </a:lnTo>
                  <a:lnTo>
                    <a:pt x="4626799" y="3521100"/>
                  </a:lnTo>
                  <a:lnTo>
                    <a:pt x="4621362" y="3521100"/>
                  </a:lnTo>
                  <a:lnTo>
                    <a:pt x="4615925" y="3521100"/>
                  </a:lnTo>
                  <a:lnTo>
                    <a:pt x="4610488" y="3521100"/>
                  </a:lnTo>
                  <a:lnTo>
                    <a:pt x="4605051" y="3521100"/>
                  </a:lnTo>
                  <a:lnTo>
                    <a:pt x="4605051" y="3516708"/>
                  </a:lnTo>
                  <a:lnTo>
                    <a:pt x="4594178" y="3516708"/>
                  </a:lnTo>
                  <a:lnTo>
                    <a:pt x="4594178" y="3515245"/>
                  </a:lnTo>
                  <a:lnTo>
                    <a:pt x="4588741" y="3515245"/>
                  </a:lnTo>
                  <a:lnTo>
                    <a:pt x="4588741" y="3513782"/>
                  </a:lnTo>
                  <a:lnTo>
                    <a:pt x="4577867" y="3513782"/>
                  </a:lnTo>
                  <a:lnTo>
                    <a:pt x="4577867" y="3512319"/>
                  </a:lnTo>
                  <a:lnTo>
                    <a:pt x="4572430" y="3512319"/>
                  </a:lnTo>
                  <a:lnTo>
                    <a:pt x="4572430" y="3509401"/>
                  </a:lnTo>
                  <a:lnTo>
                    <a:pt x="4566993" y="3509401"/>
                  </a:lnTo>
                  <a:lnTo>
                    <a:pt x="4561556" y="3509401"/>
                  </a:lnTo>
                  <a:lnTo>
                    <a:pt x="4561556" y="3507944"/>
                  </a:lnTo>
                  <a:lnTo>
                    <a:pt x="4556119" y="3507944"/>
                  </a:lnTo>
                  <a:lnTo>
                    <a:pt x="4556119" y="3506486"/>
                  </a:lnTo>
                  <a:lnTo>
                    <a:pt x="4550682" y="3506486"/>
                  </a:lnTo>
                  <a:lnTo>
                    <a:pt x="4550682" y="3505030"/>
                  </a:lnTo>
                  <a:lnTo>
                    <a:pt x="4545246" y="3505030"/>
                  </a:lnTo>
                  <a:lnTo>
                    <a:pt x="4545246" y="3500662"/>
                  </a:lnTo>
                  <a:lnTo>
                    <a:pt x="4539809" y="3500662"/>
                  </a:lnTo>
                  <a:lnTo>
                    <a:pt x="4539809" y="3497750"/>
                  </a:lnTo>
                  <a:lnTo>
                    <a:pt x="4534372" y="3497750"/>
                  </a:lnTo>
                  <a:lnTo>
                    <a:pt x="4534372" y="3496294"/>
                  </a:lnTo>
                  <a:lnTo>
                    <a:pt x="4528935" y="3496294"/>
                  </a:lnTo>
                  <a:lnTo>
                    <a:pt x="4528935" y="3494839"/>
                  </a:lnTo>
                  <a:lnTo>
                    <a:pt x="4523498" y="3494839"/>
                  </a:lnTo>
                  <a:lnTo>
                    <a:pt x="4523498" y="3493384"/>
                  </a:lnTo>
                  <a:lnTo>
                    <a:pt x="4518061" y="3493384"/>
                  </a:lnTo>
                  <a:lnTo>
                    <a:pt x="4518061" y="3491930"/>
                  </a:lnTo>
                  <a:lnTo>
                    <a:pt x="4512624" y="3491930"/>
                  </a:lnTo>
                  <a:lnTo>
                    <a:pt x="4507187" y="3491930"/>
                  </a:lnTo>
                  <a:lnTo>
                    <a:pt x="4507187" y="3490480"/>
                  </a:lnTo>
                  <a:lnTo>
                    <a:pt x="4490877" y="3490480"/>
                  </a:lnTo>
                  <a:lnTo>
                    <a:pt x="4490877" y="3486142"/>
                  </a:lnTo>
                  <a:lnTo>
                    <a:pt x="4485440" y="3486142"/>
                  </a:lnTo>
                  <a:lnTo>
                    <a:pt x="4485440" y="3483250"/>
                  </a:lnTo>
                  <a:lnTo>
                    <a:pt x="4474566" y="3483250"/>
                  </a:lnTo>
                  <a:lnTo>
                    <a:pt x="4474566" y="3481804"/>
                  </a:lnTo>
                  <a:lnTo>
                    <a:pt x="4469129" y="3481804"/>
                  </a:lnTo>
                  <a:lnTo>
                    <a:pt x="4463692" y="3481804"/>
                  </a:lnTo>
                  <a:lnTo>
                    <a:pt x="4463692" y="3476033"/>
                  </a:lnTo>
                  <a:lnTo>
                    <a:pt x="4458255" y="3476033"/>
                  </a:lnTo>
                  <a:lnTo>
                    <a:pt x="4458255" y="3471705"/>
                  </a:lnTo>
                  <a:lnTo>
                    <a:pt x="4452818" y="3471705"/>
                  </a:lnTo>
                  <a:lnTo>
                    <a:pt x="4452818" y="3470262"/>
                  </a:lnTo>
                  <a:lnTo>
                    <a:pt x="4447381" y="3470262"/>
                  </a:lnTo>
                  <a:lnTo>
                    <a:pt x="4447381" y="3468821"/>
                  </a:lnTo>
                  <a:lnTo>
                    <a:pt x="4436508" y="3468821"/>
                  </a:lnTo>
                  <a:lnTo>
                    <a:pt x="4436508" y="3467380"/>
                  </a:lnTo>
                  <a:lnTo>
                    <a:pt x="4425634" y="3467380"/>
                  </a:lnTo>
                  <a:lnTo>
                    <a:pt x="4425634" y="3464498"/>
                  </a:lnTo>
                  <a:lnTo>
                    <a:pt x="4420197" y="3464498"/>
                  </a:lnTo>
                  <a:lnTo>
                    <a:pt x="4420197" y="3461617"/>
                  </a:lnTo>
                  <a:lnTo>
                    <a:pt x="4409323" y="3461617"/>
                  </a:lnTo>
                  <a:lnTo>
                    <a:pt x="4403886" y="3461617"/>
                  </a:lnTo>
                  <a:lnTo>
                    <a:pt x="4403886" y="3460180"/>
                  </a:lnTo>
                  <a:lnTo>
                    <a:pt x="4393012" y="3460180"/>
                  </a:lnTo>
                  <a:lnTo>
                    <a:pt x="4393012" y="3458746"/>
                  </a:lnTo>
                  <a:lnTo>
                    <a:pt x="4382139" y="3458746"/>
                  </a:lnTo>
                  <a:lnTo>
                    <a:pt x="4382139" y="3457313"/>
                  </a:lnTo>
                  <a:lnTo>
                    <a:pt x="4376702" y="3457313"/>
                  </a:lnTo>
                  <a:lnTo>
                    <a:pt x="4371265" y="3457313"/>
                  </a:lnTo>
                  <a:lnTo>
                    <a:pt x="4365828" y="3457313"/>
                  </a:lnTo>
                  <a:lnTo>
                    <a:pt x="4365828" y="3451602"/>
                  </a:lnTo>
                  <a:lnTo>
                    <a:pt x="4354954" y="3451602"/>
                  </a:lnTo>
                  <a:lnTo>
                    <a:pt x="4354954" y="3450174"/>
                  </a:lnTo>
                  <a:lnTo>
                    <a:pt x="4349517" y="3450174"/>
                  </a:lnTo>
                  <a:lnTo>
                    <a:pt x="4349517" y="3448747"/>
                  </a:lnTo>
                  <a:lnTo>
                    <a:pt x="4344080" y="3448747"/>
                  </a:lnTo>
                  <a:lnTo>
                    <a:pt x="4338643" y="3448747"/>
                  </a:lnTo>
                  <a:lnTo>
                    <a:pt x="4338643" y="3440206"/>
                  </a:lnTo>
                  <a:lnTo>
                    <a:pt x="4333207" y="3440206"/>
                  </a:lnTo>
                  <a:lnTo>
                    <a:pt x="4333207" y="3437358"/>
                  </a:lnTo>
                  <a:lnTo>
                    <a:pt x="4327770" y="3437358"/>
                  </a:lnTo>
                  <a:lnTo>
                    <a:pt x="4327770" y="3435935"/>
                  </a:lnTo>
                  <a:lnTo>
                    <a:pt x="4322333" y="3435935"/>
                  </a:lnTo>
                  <a:lnTo>
                    <a:pt x="4322333" y="3434512"/>
                  </a:lnTo>
                  <a:lnTo>
                    <a:pt x="4316896" y="3434512"/>
                  </a:lnTo>
                  <a:lnTo>
                    <a:pt x="4316896" y="3433089"/>
                  </a:lnTo>
                  <a:lnTo>
                    <a:pt x="4311459" y="3433089"/>
                  </a:lnTo>
                  <a:lnTo>
                    <a:pt x="4311459" y="3431666"/>
                  </a:lnTo>
                  <a:lnTo>
                    <a:pt x="4306022" y="3431666"/>
                  </a:lnTo>
                  <a:lnTo>
                    <a:pt x="4306022" y="3427404"/>
                  </a:lnTo>
                  <a:lnTo>
                    <a:pt x="4300585" y="3427404"/>
                  </a:lnTo>
                  <a:lnTo>
                    <a:pt x="4295148" y="3427404"/>
                  </a:lnTo>
                  <a:lnTo>
                    <a:pt x="4295148" y="3424565"/>
                  </a:lnTo>
                  <a:lnTo>
                    <a:pt x="4289711" y="3424565"/>
                  </a:lnTo>
                  <a:lnTo>
                    <a:pt x="4289711" y="3421725"/>
                  </a:lnTo>
                  <a:lnTo>
                    <a:pt x="4284274" y="3421725"/>
                  </a:lnTo>
                  <a:lnTo>
                    <a:pt x="4284274" y="3418885"/>
                  </a:lnTo>
                  <a:lnTo>
                    <a:pt x="4278838" y="3418885"/>
                  </a:lnTo>
                  <a:lnTo>
                    <a:pt x="4278838" y="3417465"/>
                  </a:lnTo>
                  <a:lnTo>
                    <a:pt x="4273401" y="3417465"/>
                  </a:lnTo>
                  <a:lnTo>
                    <a:pt x="4267964" y="3417465"/>
                  </a:lnTo>
                  <a:lnTo>
                    <a:pt x="4267964" y="3416047"/>
                  </a:lnTo>
                  <a:lnTo>
                    <a:pt x="4262527" y="3416047"/>
                  </a:lnTo>
                  <a:lnTo>
                    <a:pt x="4262527" y="3414630"/>
                  </a:lnTo>
                  <a:lnTo>
                    <a:pt x="4257090" y="3414630"/>
                  </a:lnTo>
                  <a:lnTo>
                    <a:pt x="4257090" y="3408971"/>
                  </a:lnTo>
                  <a:lnTo>
                    <a:pt x="4246216" y="3408971"/>
                  </a:lnTo>
                  <a:lnTo>
                    <a:pt x="4246216" y="3404729"/>
                  </a:lnTo>
                  <a:lnTo>
                    <a:pt x="4235342" y="3404729"/>
                  </a:lnTo>
                  <a:lnTo>
                    <a:pt x="4235342" y="3399074"/>
                  </a:lnTo>
                  <a:lnTo>
                    <a:pt x="4229906" y="3399074"/>
                  </a:lnTo>
                  <a:lnTo>
                    <a:pt x="4229906" y="3397660"/>
                  </a:lnTo>
                  <a:lnTo>
                    <a:pt x="4224469" y="3397660"/>
                  </a:lnTo>
                  <a:lnTo>
                    <a:pt x="4219032" y="3397660"/>
                  </a:lnTo>
                  <a:lnTo>
                    <a:pt x="4219032" y="3393443"/>
                  </a:lnTo>
                  <a:lnTo>
                    <a:pt x="4213595" y="3393443"/>
                  </a:lnTo>
                  <a:lnTo>
                    <a:pt x="4213595" y="3392037"/>
                  </a:lnTo>
                  <a:lnTo>
                    <a:pt x="4208158" y="3392037"/>
                  </a:lnTo>
                  <a:lnTo>
                    <a:pt x="4208158" y="3389225"/>
                  </a:lnTo>
                  <a:lnTo>
                    <a:pt x="4197284" y="3389225"/>
                  </a:lnTo>
                  <a:lnTo>
                    <a:pt x="4197284" y="3387820"/>
                  </a:lnTo>
                  <a:lnTo>
                    <a:pt x="4191847" y="3387820"/>
                  </a:lnTo>
                  <a:lnTo>
                    <a:pt x="4191847" y="3386416"/>
                  </a:lnTo>
                  <a:lnTo>
                    <a:pt x="4186410" y="3386416"/>
                  </a:lnTo>
                  <a:lnTo>
                    <a:pt x="4186410" y="3385016"/>
                  </a:lnTo>
                  <a:lnTo>
                    <a:pt x="4180973" y="3385016"/>
                  </a:lnTo>
                  <a:lnTo>
                    <a:pt x="4180973" y="3382214"/>
                  </a:lnTo>
                  <a:lnTo>
                    <a:pt x="4170100" y="3382214"/>
                  </a:lnTo>
                  <a:lnTo>
                    <a:pt x="4170100" y="3380814"/>
                  </a:lnTo>
                  <a:lnTo>
                    <a:pt x="4159226" y="3380814"/>
                  </a:lnTo>
                  <a:lnTo>
                    <a:pt x="4159226" y="3379415"/>
                  </a:lnTo>
                  <a:lnTo>
                    <a:pt x="4153789" y="3379415"/>
                  </a:lnTo>
                  <a:lnTo>
                    <a:pt x="4153789" y="3378018"/>
                  </a:lnTo>
                  <a:lnTo>
                    <a:pt x="4148352" y="3378018"/>
                  </a:lnTo>
                  <a:lnTo>
                    <a:pt x="4148352" y="3376622"/>
                  </a:lnTo>
                  <a:lnTo>
                    <a:pt x="4137478" y="3376622"/>
                  </a:lnTo>
                  <a:lnTo>
                    <a:pt x="4137478" y="3373830"/>
                  </a:lnTo>
                  <a:lnTo>
                    <a:pt x="4126604" y="3373830"/>
                  </a:lnTo>
                  <a:lnTo>
                    <a:pt x="4126604" y="3372435"/>
                  </a:lnTo>
                  <a:lnTo>
                    <a:pt x="4115731" y="3372435"/>
                  </a:lnTo>
                  <a:lnTo>
                    <a:pt x="4115731" y="3371041"/>
                  </a:lnTo>
                  <a:lnTo>
                    <a:pt x="4110294" y="3371041"/>
                  </a:lnTo>
                  <a:lnTo>
                    <a:pt x="4110294" y="3369649"/>
                  </a:lnTo>
                  <a:lnTo>
                    <a:pt x="4099420" y="3369649"/>
                  </a:lnTo>
                  <a:lnTo>
                    <a:pt x="4099420" y="3368259"/>
                  </a:lnTo>
                  <a:lnTo>
                    <a:pt x="4093983" y="3368259"/>
                  </a:lnTo>
                  <a:lnTo>
                    <a:pt x="4088546" y="3368259"/>
                  </a:lnTo>
                  <a:lnTo>
                    <a:pt x="4088546" y="3365483"/>
                  </a:lnTo>
                  <a:lnTo>
                    <a:pt x="4083109" y="3365483"/>
                  </a:lnTo>
                  <a:lnTo>
                    <a:pt x="4083109" y="3364095"/>
                  </a:lnTo>
                  <a:lnTo>
                    <a:pt x="4077672" y="3364095"/>
                  </a:lnTo>
                  <a:lnTo>
                    <a:pt x="4072235" y="3364095"/>
                  </a:lnTo>
                  <a:lnTo>
                    <a:pt x="4072235" y="3359936"/>
                  </a:lnTo>
                  <a:lnTo>
                    <a:pt x="4066799" y="3359936"/>
                  </a:lnTo>
                  <a:lnTo>
                    <a:pt x="4066799" y="3357169"/>
                  </a:lnTo>
                  <a:lnTo>
                    <a:pt x="4061362" y="3357169"/>
                  </a:lnTo>
                  <a:lnTo>
                    <a:pt x="4061362" y="3355787"/>
                  </a:lnTo>
                  <a:lnTo>
                    <a:pt x="4055925" y="3355787"/>
                  </a:lnTo>
                  <a:lnTo>
                    <a:pt x="4055925" y="3353024"/>
                  </a:lnTo>
                  <a:lnTo>
                    <a:pt x="4045051" y="3353024"/>
                  </a:lnTo>
                  <a:lnTo>
                    <a:pt x="4045051" y="3351642"/>
                  </a:lnTo>
                  <a:lnTo>
                    <a:pt x="4039614" y="3351642"/>
                  </a:lnTo>
                  <a:lnTo>
                    <a:pt x="4039614" y="3350263"/>
                  </a:lnTo>
                  <a:lnTo>
                    <a:pt x="4034177" y="3350263"/>
                  </a:lnTo>
                  <a:lnTo>
                    <a:pt x="4028740" y="3350263"/>
                  </a:lnTo>
                  <a:lnTo>
                    <a:pt x="4028740" y="3346141"/>
                  </a:lnTo>
                  <a:lnTo>
                    <a:pt x="4023303" y="3346141"/>
                  </a:lnTo>
                  <a:lnTo>
                    <a:pt x="4023303" y="3343393"/>
                  </a:lnTo>
                  <a:lnTo>
                    <a:pt x="4017867" y="3343393"/>
                  </a:lnTo>
                  <a:lnTo>
                    <a:pt x="4017867" y="3339274"/>
                  </a:lnTo>
                  <a:lnTo>
                    <a:pt x="4012430" y="3339274"/>
                  </a:lnTo>
                  <a:lnTo>
                    <a:pt x="4012430" y="3337903"/>
                  </a:lnTo>
                  <a:lnTo>
                    <a:pt x="4006993" y="3337903"/>
                  </a:lnTo>
                  <a:lnTo>
                    <a:pt x="4006993" y="3335164"/>
                  </a:lnTo>
                  <a:lnTo>
                    <a:pt x="4001556" y="3335164"/>
                  </a:lnTo>
                  <a:lnTo>
                    <a:pt x="4001556" y="3333796"/>
                  </a:lnTo>
                  <a:lnTo>
                    <a:pt x="3996119" y="3333796"/>
                  </a:lnTo>
                  <a:lnTo>
                    <a:pt x="3990682" y="3333796"/>
                  </a:lnTo>
                  <a:lnTo>
                    <a:pt x="3990682" y="3332431"/>
                  </a:lnTo>
                  <a:lnTo>
                    <a:pt x="3985245" y="3332431"/>
                  </a:lnTo>
                  <a:lnTo>
                    <a:pt x="3985245" y="3331068"/>
                  </a:lnTo>
                  <a:lnTo>
                    <a:pt x="3979808" y="3331068"/>
                  </a:lnTo>
                  <a:lnTo>
                    <a:pt x="3979808" y="3329705"/>
                  </a:lnTo>
                  <a:lnTo>
                    <a:pt x="3974371" y="3329705"/>
                  </a:lnTo>
                  <a:lnTo>
                    <a:pt x="3974371" y="3325619"/>
                  </a:lnTo>
                  <a:lnTo>
                    <a:pt x="3968934" y="3325619"/>
                  </a:lnTo>
                  <a:lnTo>
                    <a:pt x="3963498" y="3325619"/>
                  </a:lnTo>
                  <a:lnTo>
                    <a:pt x="3963498" y="3321541"/>
                  </a:lnTo>
                  <a:lnTo>
                    <a:pt x="3958061" y="3321541"/>
                  </a:lnTo>
                  <a:lnTo>
                    <a:pt x="3958061" y="3318825"/>
                  </a:lnTo>
                  <a:lnTo>
                    <a:pt x="3947187" y="3318825"/>
                  </a:lnTo>
                  <a:lnTo>
                    <a:pt x="3947187" y="3317466"/>
                  </a:lnTo>
                  <a:lnTo>
                    <a:pt x="3936313" y="3317466"/>
                  </a:lnTo>
                  <a:lnTo>
                    <a:pt x="3936313" y="3313391"/>
                  </a:lnTo>
                  <a:lnTo>
                    <a:pt x="3930876" y="3313391"/>
                  </a:lnTo>
                  <a:lnTo>
                    <a:pt x="3925439" y="3313391"/>
                  </a:lnTo>
                  <a:lnTo>
                    <a:pt x="3920002" y="3313391"/>
                  </a:lnTo>
                  <a:lnTo>
                    <a:pt x="3920002" y="3309332"/>
                  </a:lnTo>
                  <a:lnTo>
                    <a:pt x="3914565" y="3309332"/>
                  </a:lnTo>
                  <a:lnTo>
                    <a:pt x="3914565" y="3306628"/>
                  </a:lnTo>
                  <a:lnTo>
                    <a:pt x="3909129" y="3306628"/>
                  </a:lnTo>
                  <a:lnTo>
                    <a:pt x="3909129" y="3303925"/>
                  </a:lnTo>
                  <a:lnTo>
                    <a:pt x="3898255" y="3303925"/>
                  </a:lnTo>
                  <a:lnTo>
                    <a:pt x="3898255" y="3301224"/>
                  </a:lnTo>
                  <a:lnTo>
                    <a:pt x="3892818" y="3301224"/>
                  </a:lnTo>
                  <a:lnTo>
                    <a:pt x="3892818" y="3299874"/>
                  </a:lnTo>
                  <a:lnTo>
                    <a:pt x="3887381" y="3299874"/>
                  </a:lnTo>
                  <a:lnTo>
                    <a:pt x="3887381" y="3298524"/>
                  </a:lnTo>
                  <a:lnTo>
                    <a:pt x="3881944" y="3298524"/>
                  </a:lnTo>
                  <a:lnTo>
                    <a:pt x="3881944" y="3297176"/>
                  </a:lnTo>
                  <a:lnTo>
                    <a:pt x="3876507" y="3297176"/>
                  </a:lnTo>
                  <a:lnTo>
                    <a:pt x="3876507" y="3294481"/>
                  </a:lnTo>
                  <a:lnTo>
                    <a:pt x="3871070" y="3294481"/>
                  </a:lnTo>
                  <a:lnTo>
                    <a:pt x="3871070" y="3291785"/>
                  </a:lnTo>
                  <a:lnTo>
                    <a:pt x="3865633" y="3291785"/>
                  </a:lnTo>
                  <a:lnTo>
                    <a:pt x="3865633" y="3290438"/>
                  </a:lnTo>
                  <a:lnTo>
                    <a:pt x="3860197" y="3290438"/>
                  </a:lnTo>
                  <a:lnTo>
                    <a:pt x="3854760" y="3290438"/>
                  </a:lnTo>
                  <a:lnTo>
                    <a:pt x="3854760" y="3287747"/>
                  </a:lnTo>
                  <a:lnTo>
                    <a:pt x="3849323" y="3287747"/>
                  </a:lnTo>
                  <a:lnTo>
                    <a:pt x="3849323" y="3285057"/>
                  </a:lnTo>
                  <a:lnTo>
                    <a:pt x="3843886" y="3285057"/>
                  </a:lnTo>
                  <a:lnTo>
                    <a:pt x="3843886" y="3282371"/>
                  </a:lnTo>
                  <a:lnTo>
                    <a:pt x="3838449" y="3282371"/>
                  </a:lnTo>
                  <a:lnTo>
                    <a:pt x="3838449" y="3279688"/>
                  </a:lnTo>
                  <a:lnTo>
                    <a:pt x="3827575" y="3279688"/>
                  </a:lnTo>
                  <a:lnTo>
                    <a:pt x="3816701" y="3279688"/>
                  </a:lnTo>
                  <a:lnTo>
                    <a:pt x="3816701" y="3278348"/>
                  </a:lnTo>
                  <a:lnTo>
                    <a:pt x="3811264" y="3278348"/>
                  </a:lnTo>
                  <a:lnTo>
                    <a:pt x="3805828" y="3278348"/>
                  </a:lnTo>
                  <a:lnTo>
                    <a:pt x="3805828" y="3275676"/>
                  </a:lnTo>
                  <a:lnTo>
                    <a:pt x="3794954" y="3275676"/>
                  </a:lnTo>
                  <a:lnTo>
                    <a:pt x="3789517" y="3275676"/>
                  </a:lnTo>
                  <a:lnTo>
                    <a:pt x="3789517" y="3273006"/>
                  </a:lnTo>
                  <a:lnTo>
                    <a:pt x="3784080" y="3273006"/>
                  </a:lnTo>
                  <a:lnTo>
                    <a:pt x="3784080" y="3271673"/>
                  </a:lnTo>
                  <a:lnTo>
                    <a:pt x="3778643" y="3271673"/>
                  </a:lnTo>
                  <a:lnTo>
                    <a:pt x="3778643" y="3270341"/>
                  </a:lnTo>
                  <a:lnTo>
                    <a:pt x="3773206" y="3270341"/>
                  </a:lnTo>
                  <a:lnTo>
                    <a:pt x="3773206" y="3267678"/>
                  </a:lnTo>
                  <a:lnTo>
                    <a:pt x="3767769" y="3267678"/>
                  </a:lnTo>
                  <a:lnTo>
                    <a:pt x="3767769" y="3266347"/>
                  </a:lnTo>
                  <a:lnTo>
                    <a:pt x="3756895" y="3266347"/>
                  </a:lnTo>
                  <a:lnTo>
                    <a:pt x="3756895" y="3262357"/>
                  </a:lnTo>
                  <a:lnTo>
                    <a:pt x="3751459" y="3262357"/>
                  </a:lnTo>
                  <a:lnTo>
                    <a:pt x="3751459" y="3261030"/>
                  </a:lnTo>
                  <a:lnTo>
                    <a:pt x="3746022" y="3261030"/>
                  </a:lnTo>
                  <a:lnTo>
                    <a:pt x="3746022" y="3258375"/>
                  </a:lnTo>
                  <a:lnTo>
                    <a:pt x="3735148" y="3258375"/>
                  </a:lnTo>
                  <a:lnTo>
                    <a:pt x="3735148" y="3257051"/>
                  </a:lnTo>
                  <a:lnTo>
                    <a:pt x="3729711" y="3257051"/>
                  </a:lnTo>
                  <a:lnTo>
                    <a:pt x="3729711" y="3253079"/>
                  </a:lnTo>
                  <a:lnTo>
                    <a:pt x="3724274" y="3253079"/>
                  </a:lnTo>
                  <a:lnTo>
                    <a:pt x="3724274" y="3250430"/>
                  </a:lnTo>
                  <a:lnTo>
                    <a:pt x="3718837" y="3250430"/>
                  </a:lnTo>
                  <a:lnTo>
                    <a:pt x="3718837" y="3247782"/>
                  </a:lnTo>
                  <a:lnTo>
                    <a:pt x="3713400" y="3247782"/>
                  </a:lnTo>
                  <a:lnTo>
                    <a:pt x="3713400" y="3245136"/>
                  </a:lnTo>
                  <a:lnTo>
                    <a:pt x="3707963" y="3245136"/>
                  </a:lnTo>
                  <a:lnTo>
                    <a:pt x="3707963" y="3242489"/>
                  </a:lnTo>
                  <a:lnTo>
                    <a:pt x="3702526" y="3242489"/>
                  </a:lnTo>
                  <a:lnTo>
                    <a:pt x="3697090" y="3242489"/>
                  </a:lnTo>
                  <a:lnTo>
                    <a:pt x="3697090" y="3239849"/>
                  </a:lnTo>
                  <a:lnTo>
                    <a:pt x="3691653" y="3239849"/>
                  </a:lnTo>
                  <a:lnTo>
                    <a:pt x="3691653" y="3237215"/>
                  </a:lnTo>
                  <a:lnTo>
                    <a:pt x="3686216" y="3237215"/>
                  </a:lnTo>
                  <a:lnTo>
                    <a:pt x="3686216" y="3234582"/>
                  </a:lnTo>
                  <a:lnTo>
                    <a:pt x="3680779" y="3234582"/>
                  </a:lnTo>
                  <a:lnTo>
                    <a:pt x="3680779" y="3233265"/>
                  </a:lnTo>
                  <a:lnTo>
                    <a:pt x="3675342" y="3233265"/>
                  </a:lnTo>
                  <a:lnTo>
                    <a:pt x="3675342" y="3231949"/>
                  </a:lnTo>
                  <a:lnTo>
                    <a:pt x="3659031" y="3231949"/>
                  </a:lnTo>
                  <a:lnTo>
                    <a:pt x="3659031" y="3228003"/>
                  </a:lnTo>
                  <a:lnTo>
                    <a:pt x="3653594" y="3228003"/>
                  </a:lnTo>
                  <a:lnTo>
                    <a:pt x="3653594" y="3226690"/>
                  </a:lnTo>
                  <a:lnTo>
                    <a:pt x="3648158" y="3226690"/>
                  </a:lnTo>
                  <a:lnTo>
                    <a:pt x="3648158" y="3225379"/>
                  </a:lnTo>
                  <a:lnTo>
                    <a:pt x="3637284" y="3225379"/>
                  </a:lnTo>
                  <a:lnTo>
                    <a:pt x="3637284" y="3224068"/>
                  </a:lnTo>
                  <a:lnTo>
                    <a:pt x="3631847" y="3224068"/>
                  </a:lnTo>
                  <a:lnTo>
                    <a:pt x="3631847" y="3222756"/>
                  </a:lnTo>
                  <a:lnTo>
                    <a:pt x="3626410" y="3222756"/>
                  </a:lnTo>
                  <a:lnTo>
                    <a:pt x="3626410" y="3220136"/>
                  </a:lnTo>
                  <a:lnTo>
                    <a:pt x="3620973" y="3220136"/>
                  </a:lnTo>
                  <a:lnTo>
                    <a:pt x="3620973" y="3218825"/>
                  </a:lnTo>
                  <a:lnTo>
                    <a:pt x="3615536" y="3218825"/>
                  </a:lnTo>
                  <a:lnTo>
                    <a:pt x="3604662" y="3218825"/>
                  </a:lnTo>
                  <a:lnTo>
                    <a:pt x="3604662" y="3217516"/>
                  </a:lnTo>
                  <a:lnTo>
                    <a:pt x="3599225" y="3217516"/>
                  </a:lnTo>
                  <a:lnTo>
                    <a:pt x="3599225" y="3214899"/>
                  </a:lnTo>
                  <a:lnTo>
                    <a:pt x="3593789" y="3214899"/>
                  </a:lnTo>
                  <a:lnTo>
                    <a:pt x="3593789" y="3210972"/>
                  </a:lnTo>
                  <a:lnTo>
                    <a:pt x="3588352" y="3210972"/>
                  </a:lnTo>
                  <a:lnTo>
                    <a:pt x="3588352" y="3209663"/>
                  </a:lnTo>
                  <a:lnTo>
                    <a:pt x="3582915" y="3209663"/>
                  </a:lnTo>
                  <a:lnTo>
                    <a:pt x="3582915" y="3207047"/>
                  </a:lnTo>
                  <a:lnTo>
                    <a:pt x="3577478" y="3207047"/>
                  </a:lnTo>
                  <a:lnTo>
                    <a:pt x="3572041" y="3207047"/>
                  </a:lnTo>
                  <a:lnTo>
                    <a:pt x="3572041" y="3205742"/>
                  </a:lnTo>
                  <a:lnTo>
                    <a:pt x="3566604" y="3205742"/>
                  </a:lnTo>
                  <a:lnTo>
                    <a:pt x="3566604" y="3204438"/>
                  </a:lnTo>
                  <a:lnTo>
                    <a:pt x="3561167" y="3204438"/>
                  </a:lnTo>
                  <a:lnTo>
                    <a:pt x="3561167" y="3203134"/>
                  </a:lnTo>
                  <a:lnTo>
                    <a:pt x="3555730" y="3203134"/>
                  </a:lnTo>
                  <a:lnTo>
                    <a:pt x="3555730" y="3200525"/>
                  </a:lnTo>
                  <a:lnTo>
                    <a:pt x="3550293" y="3200525"/>
                  </a:lnTo>
                  <a:lnTo>
                    <a:pt x="3550293" y="3196620"/>
                  </a:lnTo>
                  <a:lnTo>
                    <a:pt x="3539420" y="3196620"/>
                  </a:lnTo>
                  <a:lnTo>
                    <a:pt x="3533983" y="3196620"/>
                  </a:lnTo>
                  <a:lnTo>
                    <a:pt x="3528546" y="3196620"/>
                  </a:lnTo>
                  <a:lnTo>
                    <a:pt x="3523109" y="3196620"/>
                  </a:lnTo>
                  <a:lnTo>
                    <a:pt x="3523109" y="3194027"/>
                  </a:lnTo>
                  <a:lnTo>
                    <a:pt x="3517672" y="3194027"/>
                  </a:lnTo>
                  <a:lnTo>
                    <a:pt x="3517672" y="3192732"/>
                  </a:lnTo>
                  <a:lnTo>
                    <a:pt x="3512235" y="3192732"/>
                  </a:lnTo>
                  <a:lnTo>
                    <a:pt x="3512235" y="3190143"/>
                  </a:lnTo>
                  <a:lnTo>
                    <a:pt x="3506798" y="3190143"/>
                  </a:lnTo>
                  <a:lnTo>
                    <a:pt x="3506798" y="3188850"/>
                  </a:lnTo>
                  <a:lnTo>
                    <a:pt x="3501361" y="3188850"/>
                  </a:lnTo>
                  <a:lnTo>
                    <a:pt x="3501361" y="3187559"/>
                  </a:lnTo>
                  <a:lnTo>
                    <a:pt x="3495924" y="3187559"/>
                  </a:lnTo>
                  <a:lnTo>
                    <a:pt x="3495924" y="3184980"/>
                  </a:lnTo>
                  <a:lnTo>
                    <a:pt x="3490487" y="3184980"/>
                  </a:lnTo>
                  <a:lnTo>
                    <a:pt x="3485051" y="3184980"/>
                  </a:lnTo>
                  <a:lnTo>
                    <a:pt x="3485051" y="3183692"/>
                  </a:lnTo>
                  <a:lnTo>
                    <a:pt x="3479614" y="3183692"/>
                  </a:lnTo>
                  <a:lnTo>
                    <a:pt x="3479614" y="3181118"/>
                  </a:lnTo>
                  <a:lnTo>
                    <a:pt x="3474177" y="3181118"/>
                  </a:lnTo>
                  <a:lnTo>
                    <a:pt x="3474177" y="3178544"/>
                  </a:lnTo>
                  <a:lnTo>
                    <a:pt x="3468740" y="3178544"/>
                  </a:lnTo>
                  <a:lnTo>
                    <a:pt x="3468740" y="3175970"/>
                  </a:lnTo>
                  <a:lnTo>
                    <a:pt x="3463303" y="3175970"/>
                  </a:lnTo>
                  <a:lnTo>
                    <a:pt x="3463303" y="3173402"/>
                  </a:lnTo>
                  <a:lnTo>
                    <a:pt x="3457866" y="3173402"/>
                  </a:lnTo>
                  <a:lnTo>
                    <a:pt x="3457866" y="3168265"/>
                  </a:lnTo>
                  <a:lnTo>
                    <a:pt x="3452429" y="3168265"/>
                  </a:lnTo>
                  <a:lnTo>
                    <a:pt x="3452429" y="3166982"/>
                  </a:lnTo>
                  <a:lnTo>
                    <a:pt x="3446992" y="3166982"/>
                  </a:lnTo>
                  <a:lnTo>
                    <a:pt x="3446992" y="3165700"/>
                  </a:lnTo>
                  <a:lnTo>
                    <a:pt x="3436119" y="3165700"/>
                  </a:lnTo>
                  <a:lnTo>
                    <a:pt x="3436119" y="3163134"/>
                  </a:lnTo>
                  <a:lnTo>
                    <a:pt x="3430682" y="3163134"/>
                  </a:lnTo>
                  <a:lnTo>
                    <a:pt x="3430682" y="3159286"/>
                  </a:lnTo>
                  <a:lnTo>
                    <a:pt x="3425245" y="3159286"/>
                  </a:lnTo>
                  <a:lnTo>
                    <a:pt x="3425245" y="3158005"/>
                  </a:lnTo>
                  <a:lnTo>
                    <a:pt x="3419808" y="3158005"/>
                  </a:lnTo>
                  <a:lnTo>
                    <a:pt x="3419808" y="3155447"/>
                  </a:lnTo>
                  <a:lnTo>
                    <a:pt x="3414371" y="3155447"/>
                  </a:lnTo>
                  <a:lnTo>
                    <a:pt x="3414371" y="3151610"/>
                  </a:lnTo>
                  <a:lnTo>
                    <a:pt x="3408934" y="3151610"/>
                  </a:lnTo>
                  <a:lnTo>
                    <a:pt x="3408934" y="3150331"/>
                  </a:lnTo>
                  <a:lnTo>
                    <a:pt x="3403497" y="3150331"/>
                  </a:lnTo>
                  <a:lnTo>
                    <a:pt x="3403497" y="3147776"/>
                  </a:lnTo>
                  <a:lnTo>
                    <a:pt x="3398060" y="3147776"/>
                  </a:lnTo>
                  <a:lnTo>
                    <a:pt x="3398060" y="3146499"/>
                  </a:lnTo>
                  <a:lnTo>
                    <a:pt x="3392623" y="3146499"/>
                  </a:lnTo>
                  <a:lnTo>
                    <a:pt x="3392623" y="3145223"/>
                  </a:lnTo>
                  <a:lnTo>
                    <a:pt x="3387186" y="3145223"/>
                  </a:lnTo>
                  <a:lnTo>
                    <a:pt x="3387186" y="3143950"/>
                  </a:lnTo>
                  <a:lnTo>
                    <a:pt x="3381750" y="3143950"/>
                  </a:lnTo>
                  <a:lnTo>
                    <a:pt x="3381750" y="3142679"/>
                  </a:lnTo>
                  <a:lnTo>
                    <a:pt x="3370876" y="3142679"/>
                  </a:lnTo>
                  <a:lnTo>
                    <a:pt x="3370876" y="3138866"/>
                  </a:lnTo>
                  <a:lnTo>
                    <a:pt x="3365439" y="3138866"/>
                  </a:lnTo>
                  <a:lnTo>
                    <a:pt x="3365439" y="3135053"/>
                  </a:lnTo>
                  <a:lnTo>
                    <a:pt x="3360002" y="3135053"/>
                  </a:lnTo>
                  <a:lnTo>
                    <a:pt x="3360002" y="3132511"/>
                  </a:lnTo>
                  <a:lnTo>
                    <a:pt x="3354565" y="3132511"/>
                  </a:lnTo>
                  <a:lnTo>
                    <a:pt x="3354565" y="3129970"/>
                  </a:lnTo>
                  <a:lnTo>
                    <a:pt x="3349128" y="3129970"/>
                  </a:lnTo>
                  <a:lnTo>
                    <a:pt x="3349128" y="3126163"/>
                  </a:lnTo>
                  <a:lnTo>
                    <a:pt x="3343691" y="3126163"/>
                  </a:lnTo>
                  <a:lnTo>
                    <a:pt x="3343691" y="3122356"/>
                  </a:lnTo>
                  <a:lnTo>
                    <a:pt x="3332817" y="3122356"/>
                  </a:lnTo>
                  <a:lnTo>
                    <a:pt x="3332817" y="3121087"/>
                  </a:lnTo>
                  <a:lnTo>
                    <a:pt x="3321944" y="3121087"/>
                  </a:lnTo>
                  <a:lnTo>
                    <a:pt x="3316507" y="3121087"/>
                  </a:lnTo>
                  <a:lnTo>
                    <a:pt x="3316507" y="3118552"/>
                  </a:lnTo>
                  <a:lnTo>
                    <a:pt x="3311070" y="3118552"/>
                  </a:lnTo>
                  <a:lnTo>
                    <a:pt x="3311070" y="3116021"/>
                  </a:lnTo>
                  <a:lnTo>
                    <a:pt x="3305633" y="3116021"/>
                  </a:lnTo>
                  <a:lnTo>
                    <a:pt x="3305633" y="3113493"/>
                  </a:lnTo>
                  <a:lnTo>
                    <a:pt x="3300196" y="3113493"/>
                  </a:lnTo>
                  <a:lnTo>
                    <a:pt x="3300196" y="3109700"/>
                  </a:lnTo>
                  <a:lnTo>
                    <a:pt x="3294759" y="3109700"/>
                  </a:lnTo>
                  <a:lnTo>
                    <a:pt x="3294759" y="3108437"/>
                  </a:lnTo>
                  <a:lnTo>
                    <a:pt x="3289322" y="3108437"/>
                  </a:lnTo>
                  <a:lnTo>
                    <a:pt x="3289322" y="3105913"/>
                  </a:lnTo>
                  <a:lnTo>
                    <a:pt x="3283885" y="3105913"/>
                  </a:lnTo>
                  <a:lnTo>
                    <a:pt x="3283885" y="3102129"/>
                  </a:lnTo>
                  <a:lnTo>
                    <a:pt x="3278449" y="3102129"/>
                  </a:lnTo>
                  <a:lnTo>
                    <a:pt x="3278449" y="3099606"/>
                  </a:lnTo>
                  <a:lnTo>
                    <a:pt x="3273012" y="3099606"/>
                  </a:lnTo>
                  <a:lnTo>
                    <a:pt x="3273012" y="3098347"/>
                  </a:lnTo>
                  <a:lnTo>
                    <a:pt x="3267575" y="3098347"/>
                  </a:lnTo>
                  <a:lnTo>
                    <a:pt x="3267575" y="3097090"/>
                  </a:lnTo>
                  <a:lnTo>
                    <a:pt x="3262138" y="3097090"/>
                  </a:lnTo>
                  <a:lnTo>
                    <a:pt x="3262138" y="3095832"/>
                  </a:lnTo>
                  <a:lnTo>
                    <a:pt x="3256701" y="3095832"/>
                  </a:lnTo>
                  <a:lnTo>
                    <a:pt x="3251264" y="3095832"/>
                  </a:lnTo>
                  <a:lnTo>
                    <a:pt x="3251264" y="3093317"/>
                  </a:lnTo>
                  <a:lnTo>
                    <a:pt x="3245827" y="3093317"/>
                  </a:lnTo>
                  <a:lnTo>
                    <a:pt x="3245827" y="3089550"/>
                  </a:lnTo>
                  <a:lnTo>
                    <a:pt x="3240390" y="3089550"/>
                  </a:lnTo>
                  <a:lnTo>
                    <a:pt x="3234953" y="3089550"/>
                  </a:lnTo>
                  <a:lnTo>
                    <a:pt x="3234953" y="3084538"/>
                  </a:lnTo>
                  <a:lnTo>
                    <a:pt x="3229516" y="3084538"/>
                  </a:lnTo>
                  <a:lnTo>
                    <a:pt x="3224080" y="3084538"/>
                  </a:lnTo>
                  <a:lnTo>
                    <a:pt x="3224080" y="3080783"/>
                  </a:lnTo>
                  <a:lnTo>
                    <a:pt x="3218643" y="3080783"/>
                  </a:lnTo>
                  <a:lnTo>
                    <a:pt x="3218643" y="3077028"/>
                  </a:lnTo>
                  <a:lnTo>
                    <a:pt x="3213206" y="3077028"/>
                  </a:lnTo>
                  <a:lnTo>
                    <a:pt x="3213206" y="3072020"/>
                  </a:lnTo>
                  <a:lnTo>
                    <a:pt x="3207769" y="3072020"/>
                  </a:lnTo>
                  <a:lnTo>
                    <a:pt x="3207769" y="3070769"/>
                  </a:lnTo>
                  <a:lnTo>
                    <a:pt x="3202332" y="3070769"/>
                  </a:lnTo>
                  <a:lnTo>
                    <a:pt x="3202332" y="3068267"/>
                  </a:lnTo>
                  <a:lnTo>
                    <a:pt x="3196895" y="3068267"/>
                  </a:lnTo>
                  <a:lnTo>
                    <a:pt x="3196895" y="3067019"/>
                  </a:lnTo>
                  <a:lnTo>
                    <a:pt x="3191458" y="3067019"/>
                  </a:lnTo>
                  <a:lnTo>
                    <a:pt x="3191458" y="3064525"/>
                  </a:lnTo>
                  <a:lnTo>
                    <a:pt x="3186021" y="3064525"/>
                  </a:lnTo>
                  <a:lnTo>
                    <a:pt x="3186021" y="3063278"/>
                  </a:lnTo>
                  <a:lnTo>
                    <a:pt x="3180584" y="3063278"/>
                  </a:lnTo>
                  <a:lnTo>
                    <a:pt x="3180584" y="3054553"/>
                  </a:lnTo>
                  <a:lnTo>
                    <a:pt x="3175147" y="3054553"/>
                  </a:lnTo>
                  <a:lnTo>
                    <a:pt x="3175147" y="3052060"/>
                  </a:lnTo>
                  <a:lnTo>
                    <a:pt x="3164274" y="3052060"/>
                  </a:lnTo>
                  <a:lnTo>
                    <a:pt x="3164274" y="3044580"/>
                  </a:lnTo>
                  <a:lnTo>
                    <a:pt x="3158837" y="3044580"/>
                  </a:lnTo>
                  <a:lnTo>
                    <a:pt x="3158837" y="3043334"/>
                  </a:lnTo>
                  <a:lnTo>
                    <a:pt x="3153400" y="3043334"/>
                  </a:lnTo>
                  <a:lnTo>
                    <a:pt x="3153400" y="3042090"/>
                  </a:lnTo>
                  <a:lnTo>
                    <a:pt x="3147963" y="3042090"/>
                  </a:lnTo>
                  <a:lnTo>
                    <a:pt x="3147963" y="3038358"/>
                  </a:lnTo>
                  <a:lnTo>
                    <a:pt x="3142526" y="3038358"/>
                  </a:lnTo>
                  <a:lnTo>
                    <a:pt x="3137089" y="3038358"/>
                  </a:lnTo>
                  <a:lnTo>
                    <a:pt x="3137089" y="3035873"/>
                  </a:lnTo>
                  <a:lnTo>
                    <a:pt x="3131652" y="3035873"/>
                  </a:lnTo>
                  <a:lnTo>
                    <a:pt x="3131652" y="3033387"/>
                  </a:lnTo>
                  <a:lnTo>
                    <a:pt x="3126215" y="3033387"/>
                  </a:lnTo>
                  <a:lnTo>
                    <a:pt x="3115342" y="3033387"/>
                  </a:lnTo>
                  <a:lnTo>
                    <a:pt x="3115342" y="3025943"/>
                  </a:lnTo>
                  <a:lnTo>
                    <a:pt x="3109905" y="3025943"/>
                  </a:lnTo>
                  <a:lnTo>
                    <a:pt x="3109905" y="3023461"/>
                  </a:lnTo>
                  <a:lnTo>
                    <a:pt x="3104468" y="3023461"/>
                  </a:lnTo>
                  <a:lnTo>
                    <a:pt x="3104468" y="3019738"/>
                  </a:lnTo>
                  <a:lnTo>
                    <a:pt x="3099031" y="3019738"/>
                  </a:lnTo>
                  <a:lnTo>
                    <a:pt x="3099031" y="3017256"/>
                  </a:lnTo>
                  <a:lnTo>
                    <a:pt x="3093594" y="3017256"/>
                  </a:lnTo>
                  <a:lnTo>
                    <a:pt x="3093594" y="3014777"/>
                  </a:lnTo>
                  <a:lnTo>
                    <a:pt x="3088157" y="3014777"/>
                  </a:lnTo>
                  <a:lnTo>
                    <a:pt x="3088157" y="3012298"/>
                  </a:lnTo>
                  <a:lnTo>
                    <a:pt x="3077283" y="3012298"/>
                  </a:lnTo>
                  <a:lnTo>
                    <a:pt x="3077283" y="3008578"/>
                  </a:lnTo>
                  <a:lnTo>
                    <a:pt x="3071846" y="3008578"/>
                  </a:lnTo>
                  <a:lnTo>
                    <a:pt x="3060973" y="3008578"/>
                  </a:lnTo>
                  <a:lnTo>
                    <a:pt x="3060973" y="3006102"/>
                  </a:lnTo>
                  <a:lnTo>
                    <a:pt x="3055536" y="3006102"/>
                  </a:lnTo>
                  <a:lnTo>
                    <a:pt x="3055536" y="3003625"/>
                  </a:lnTo>
                  <a:lnTo>
                    <a:pt x="3050099" y="3003625"/>
                  </a:lnTo>
                  <a:lnTo>
                    <a:pt x="3050099" y="3001147"/>
                  </a:lnTo>
                  <a:lnTo>
                    <a:pt x="3044662" y="3001147"/>
                  </a:lnTo>
                  <a:lnTo>
                    <a:pt x="3044662" y="2999912"/>
                  </a:lnTo>
                  <a:lnTo>
                    <a:pt x="3039225" y="2999912"/>
                  </a:lnTo>
                  <a:lnTo>
                    <a:pt x="3039225" y="2997441"/>
                  </a:lnTo>
                  <a:lnTo>
                    <a:pt x="3033788" y="2997441"/>
                  </a:lnTo>
                  <a:lnTo>
                    <a:pt x="3028351" y="2997441"/>
                  </a:lnTo>
                  <a:lnTo>
                    <a:pt x="3028351" y="2993737"/>
                  </a:lnTo>
                  <a:lnTo>
                    <a:pt x="3022914" y="2993737"/>
                  </a:lnTo>
                  <a:lnTo>
                    <a:pt x="3022914" y="2990033"/>
                  </a:lnTo>
                  <a:lnTo>
                    <a:pt x="3017477" y="2990033"/>
                  </a:lnTo>
                  <a:lnTo>
                    <a:pt x="3017477" y="2987564"/>
                  </a:lnTo>
                  <a:lnTo>
                    <a:pt x="3012041" y="2987564"/>
                  </a:lnTo>
                  <a:lnTo>
                    <a:pt x="3006604" y="2987564"/>
                  </a:lnTo>
                  <a:lnTo>
                    <a:pt x="3006604" y="2986331"/>
                  </a:lnTo>
                  <a:lnTo>
                    <a:pt x="3001167" y="2986331"/>
                  </a:lnTo>
                  <a:lnTo>
                    <a:pt x="3001167" y="2982632"/>
                  </a:lnTo>
                  <a:lnTo>
                    <a:pt x="2995730" y="2982632"/>
                  </a:lnTo>
                  <a:lnTo>
                    <a:pt x="2995730" y="2981399"/>
                  </a:lnTo>
                  <a:lnTo>
                    <a:pt x="2990293" y="2981399"/>
                  </a:lnTo>
                  <a:lnTo>
                    <a:pt x="2990293" y="2980166"/>
                  </a:lnTo>
                  <a:lnTo>
                    <a:pt x="2984856" y="2980166"/>
                  </a:lnTo>
                  <a:lnTo>
                    <a:pt x="2984856" y="2976468"/>
                  </a:lnTo>
                  <a:lnTo>
                    <a:pt x="2979419" y="2976468"/>
                  </a:lnTo>
                  <a:lnTo>
                    <a:pt x="2979419" y="2970303"/>
                  </a:lnTo>
                  <a:lnTo>
                    <a:pt x="2973982" y="2970303"/>
                  </a:lnTo>
                  <a:lnTo>
                    <a:pt x="2973982" y="2969071"/>
                  </a:lnTo>
                  <a:lnTo>
                    <a:pt x="2968545" y="2969071"/>
                  </a:lnTo>
                  <a:lnTo>
                    <a:pt x="2968545" y="2965381"/>
                  </a:lnTo>
                  <a:lnTo>
                    <a:pt x="2963108" y="2965381"/>
                  </a:lnTo>
                  <a:lnTo>
                    <a:pt x="2963108" y="2964153"/>
                  </a:lnTo>
                  <a:lnTo>
                    <a:pt x="2957672" y="2964153"/>
                  </a:lnTo>
                  <a:lnTo>
                    <a:pt x="2957672" y="2962925"/>
                  </a:lnTo>
                  <a:lnTo>
                    <a:pt x="2952235" y="2962925"/>
                  </a:lnTo>
                  <a:lnTo>
                    <a:pt x="2952235" y="2961698"/>
                  </a:lnTo>
                  <a:lnTo>
                    <a:pt x="2946798" y="2961698"/>
                  </a:lnTo>
                  <a:lnTo>
                    <a:pt x="2946798" y="2960471"/>
                  </a:lnTo>
                  <a:lnTo>
                    <a:pt x="2935924" y="2960471"/>
                  </a:lnTo>
                  <a:lnTo>
                    <a:pt x="2935924" y="2956793"/>
                  </a:lnTo>
                  <a:lnTo>
                    <a:pt x="2930487" y="2956793"/>
                  </a:lnTo>
                  <a:lnTo>
                    <a:pt x="2930487" y="2950668"/>
                  </a:lnTo>
                  <a:lnTo>
                    <a:pt x="2925050" y="2950668"/>
                  </a:lnTo>
                  <a:lnTo>
                    <a:pt x="2925050" y="2949443"/>
                  </a:lnTo>
                  <a:lnTo>
                    <a:pt x="2919613" y="2949443"/>
                  </a:lnTo>
                  <a:lnTo>
                    <a:pt x="2914176" y="2949443"/>
                  </a:lnTo>
                  <a:lnTo>
                    <a:pt x="2914176" y="2948219"/>
                  </a:lnTo>
                  <a:lnTo>
                    <a:pt x="2908739" y="2948219"/>
                  </a:lnTo>
                  <a:lnTo>
                    <a:pt x="2908739" y="2943321"/>
                  </a:lnTo>
                  <a:lnTo>
                    <a:pt x="2903303" y="2943321"/>
                  </a:lnTo>
                  <a:lnTo>
                    <a:pt x="2903303" y="2942097"/>
                  </a:lnTo>
                  <a:lnTo>
                    <a:pt x="2897866" y="2942097"/>
                  </a:lnTo>
                  <a:lnTo>
                    <a:pt x="2897866" y="2934750"/>
                  </a:lnTo>
                  <a:lnTo>
                    <a:pt x="2892429" y="2934750"/>
                  </a:lnTo>
                  <a:lnTo>
                    <a:pt x="2892429" y="2932303"/>
                  </a:lnTo>
                  <a:lnTo>
                    <a:pt x="2886992" y="2932303"/>
                  </a:lnTo>
                  <a:lnTo>
                    <a:pt x="2886992" y="2931081"/>
                  </a:lnTo>
                  <a:lnTo>
                    <a:pt x="2881555" y="2931081"/>
                  </a:lnTo>
                  <a:lnTo>
                    <a:pt x="2881555" y="2929859"/>
                  </a:lnTo>
                  <a:lnTo>
                    <a:pt x="2876118" y="2929859"/>
                  </a:lnTo>
                  <a:lnTo>
                    <a:pt x="2876118" y="2927414"/>
                  </a:lnTo>
                  <a:lnTo>
                    <a:pt x="2865244" y="2927414"/>
                  </a:lnTo>
                  <a:lnTo>
                    <a:pt x="2865244" y="2924970"/>
                  </a:lnTo>
                  <a:lnTo>
                    <a:pt x="2859807" y="2924970"/>
                  </a:lnTo>
                  <a:lnTo>
                    <a:pt x="2859807" y="2921303"/>
                  </a:lnTo>
                  <a:lnTo>
                    <a:pt x="2854371" y="2921303"/>
                  </a:lnTo>
                  <a:lnTo>
                    <a:pt x="2854371" y="2916417"/>
                  </a:lnTo>
                  <a:lnTo>
                    <a:pt x="2848934" y="2916417"/>
                  </a:lnTo>
                  <a:lnTo>
                    <a:pt x="2848934" y="2913973"/>
                  </a:lnTo>
                  <a:lnTo>
                    <a:pt x="2843497" y="2913973"/>
                  </a:lnTo>
                  <a:lnTo>
                    <a:pt x="2843497" y="2912752"/>
                  </a:lnTo>
                  <a:lnTo>
                    <a:pt x="2838060" y="2912752"/>
                  </a:lnTo>
                  <a:lnTo>
                    <a:pt x="2838060" y="2910309"/>
                  </a:lnTo>
                  <a:lnTo>
                    <a:pt x="2832623" y="2910309"/>
                  </a:lnTo>
                  <a:lnTo>
                    <a:pt x="2832623" y="2909088"/>
                  </a:lnTo>
                  <a:lnTo>
                    <a:pt x="2827186" y="2909088"/>
                  </a:lnTo>
                  <a:lnTo>
                    <a:pt x="2827186" y="2902985"/>
                  </a:lnTo>
                  <a:lnTo>
                    <a:pt x="2821749" y="2902985"/>
                  </a:lnTo>
                  <a:lnTo>
                    <a:pt x="2821749" y="2899327"/>
                  </a:lnTo>
                  <a:lnTo>
                    <a:pt x="2816312" y="2899327"/>
                  </a:lnTo>
                  <a:lnTo>
                    <a:pt x="2816312" y="2896888"/>
                  </a:lnTo>
                  <a:lnTo>
                    <a:pt x="2810875" y="2896888"/>
                  </a:lnTo>
                  <a:lnTo>
                    <a:pt x="2810875" y="2894450"/>
                  </a:lnTo>
                  <a:lnTo>
                    <a:pt x="2805438" y="2894450"/>
                  </a:lnTo>
                  <a:lnTo>
                    <a:pt x="2805438" y="2890794"/>
                  </a:lnTo>
                  <a:lnTo>
                    <a:pt x="2800002" y="2890794"/>
                  </a:lnTo>
                  <a:lnTo>
                    <a:pt x="2800002" y="2888356"/>
                  </a:lnTo>
                  <a:lnTo>
                    <a:pt x="2794565" y="2888356"/>
                  </a:lnTo>
                  <a:lnTo>
                    <a:pt x="2794565" y="2887137"/>
                  </a:lnTo>
                  <a:lnTo>
                    <a:pt x="2789128" y="2887137"/>
                  </a:lnTo>
                  <a:lnTo>
                    <a:pt x="2789128" y="2882261"/>
                  </a:lnTo>
                  <a:lnTo>
                    <a:pt x="2783691" y="2882261"/>
                  </a:lnTo>
                  <a:lnTo>
                    <a:pt x="2783691" y="2878603"/>
                  </a:lnTo>
                  <a:lnTo>
                    <a:pt x="2778254" y="2878603"/>
                  </a:lnTo>
                  <a:lnTo>
                    <a:pt x="2778254" y="2874946"/>
                  </a:lnTo>
                  <a:lnTo>
                    <a:pt x="2767380" y="2874946"/>
                  </a:lnTo>
                  <a:lnTo>
                    <a:pt x="2767380" y="2872507"/>
                  </a:lnTo>
                  <a:lnTo>
                    <a:pt x="2761943" y="2872507"/>
                  </a:lnTo>
                  <a:lnTo>
                    <a:pt x="2761943" y="2870069"/>
                  </a:lnTo>
                  <a:lnTo>
                    <a:pt x="2756506" y="2870069"/>
                  </a:lnTo>
                  <a:lnTo>
                    <a:pt x="2756506" y="2865192"/>
                  </a:lnTo>
                  <a:lnTo>
                    <a:pt x="2751069" y="2865192"/>
                  </a:lnTo>
                  <a:lnTo>
                    <a:pt x="2751069" y="2859095"/>
                  </a:lnTo>
                  <a:lnTo>
                    <a:pt x="2745633" y="2859095"/>
                  </a:lnTo>
                  <a:lnTo>
                    <a:pt x="2745633" y="2857875"/>
                  </a:lnTo>
                  <a:lnTo>
                    <a:pt x="2740196" y="2857875"/>
                  </a:lnTo>
                  <a:lnTo>
                    <a:pt x="2740196" y="2854217"/>
                  </a:lnTo>
                  <a:lnTo>
                    <a:pt x="2734759" y="2854217"/>
                  </a:lnTo>
                  <a:lnTo>
                    <a:pt x="2734759" y="2851778"/>
                  </a:lnTo>
                  <a:lnTo>
                    <a:pt x="2729322" y="2851778"/>
                  </a:lnTo>
                  <a:lnTo>
                    <a:pt x="2729322" y="2848119"/>
                  </a:lnTo>
                  <a:lnTo>
                    <a:pt x="2723885" y="2848119"/>
                  </a:lnTo>
                  <a:lnTo>
                    <a:pt x="2723885" y="2842021"/>
                  </a:lnTo>
                  <a:lnTo>
                    <a:pt x="2718448" y="2842021"/>
                  </a:lnTo>
                  <a:lnTo>
                    <a:pt x="2718448" y="2839583"/>
                  </a:lnTo>
                  <a:lnTo>
                    <a:pt x="2713011" y="2839583"/>
                  </a:lnTo>
                  <a:lnTo>
                    <a:pt x="2713011" y="2837145"/>
                  </a:lnTo>
                  <a:lnTo>
                    <a:pt x="2707574" y="2837145"/>
                  </a:lnTo>
                  <a:lnTo>
                    <a:pt x="2707574" y="2835926"/>
                  </a:lnTo>
                  <a:lnTo>
                    <a:pt x="2702137" y="2835926"/>
                  </a:lnTo>
                  <a:lnTo>
                    <a:pt x="2702137" y="2832268"/>
                  </a:lnTo>
                  <a:lnTo>
                    <a:pt x="2696701" y="2832268"/>
                  </a:lnTo>
                  <a:lnTo>
                    <a:pt x="2696701" y="2828612"/>
                  </a:lnTo>
                  <a:lnTo>
                    <a:pt x="2691264" y="2828612"/>
                  </a:lnTo>
                  <a:lnTo>
                    <a:pt x="2685827" y="2828612"/>
                  </a:lnTo>
                  <a:lnTo>
                    <a:pt x="2685827" y="2823740"/>
                  </a:lnTo>
                  <a:lnTo>
                    <a:pt x="2680390" y="2823740"/>
                  </a:lnTo>
                  <a:lnTo>
                    <a:pt x="2680390" y="2822522"/>
                  </a:lnTo>
                  <a:lnTo>
                    <a:pt x="2674953" y="2822522"/>
                  </a:lnTo>
                  <a:lnTo>
                    <a:pt x="2674953" y="2820087"/>
                  </a:lnTo>
                  <a:lnTo>
                    <a:pt x="2669516" y="2820087"/>
                  </a:lnTo>
                  <a:lnTo>
                    <a:pt x="2669516" y="2818869"/>
                  </a:lnTo>
                  <a:lnTo>
                    <a:pt x="2664079" y="2818869"/>
                  </a:lnTo>
                  <a:lnTo>
                    <a:pt x="2664079" y="2816435"/>
                  </a:lnTo>
                  <a:lnTo>
                    <a:pt x="2658642" y="2816435"/>
                  </a:lnTo>
                  <a:lnTo>
                    <a:pt x="2658642" y="2812784"/>
                  </a:lnTo>
                  <a:lnTo>
                    <a:pt x="2653205" y="2812784"/>
                  </a:lnTo>
                  <a:lnTo>
                    <a:pt x="2653205" y="2810350"/>
                  </a:lnTo>
                  <a:lnTo>
                    <a:pt x="2647768" y="2810350"/>
                  </a:lnTo>
                  <a:lnTo>
                    <a:pt x="2647768" y="2807917"/>
                  </a:lnTo>
                  <a:lnTo>
                    <a:pt x="2642332" y="2807917"/>
                  </a:lnTo>
                  <a:lnTo>
                    <a:pt x="2642332" y="2799400"/>
                  </a:lnTo>
                  <a:lnTo>
                    <a:pt x="2636895" y="2799400"/>
                  </a:lnTo>
                  <a:lnTo>
                    <a:pt x="2636895" y="2796967"/>
                  </a:lnTo>
                  <a:lnTo>
                    <a:pt x="2631458" y="2796967"/>
                  </a:lnTo>
                  <a:lnTo>
                    <a:pt x="2631458" y="2790883"/>
                  </a:lnTo>
                  <a:lnTo>
                    <a:pt x="2626021" y="2790883"/>
                  </a:lnTo>
                  <a:lnTo>
                    <a:pt x="2626021" y="2783581"/>
                  </a:lnTo>
                  <a:lnTo>
                    <a:pt x="2620584" y="2783581"/>
                  </a:lnTo>
                  <a:lnTo>
                    <a:pt x="2620584" y="2779931"/>
                  </a:lnTo>
                  <a:lnTo>
                    <a:pt x="2615147" y="2779931"/>
                  </a:lnTo>
                  <a:lnTo>
                    <a:pt x="2615147" y="2778714"/>
                  </a:lnTo>
                  <a:lnTo>
                    <a:pt x="2609710" y="2778714"/>
                  </a:lnTo>
                  <a:lnTo>
                    <a:pt x="2609710" y="2775067"/>
                  </a:lnTo>
                  <a:lnTo>
                    <a:pt x="2604273" y="2775067"/>
                  </a:lnTo>
                  <a:lnTo>
                    <a:pt x="2604273" y="2772635"/>
                  </a:lnTo>
                  <a:lnTo>
                    <a:pt x="2598836" y="2772635"/>
                  </a:lnTo>
                  <a:lnTo>
                    <a:pt x="2598836" y="2765339"/>
                  </a:lnTo>
                  <a:lnTo>
                    <a:pt x="2593399" y="2765339"/>
                  </a:lnTo>
                  <a:lnTo>
                    <a:pt x="2593399" y="2764123"/>
                  </a:lnTo>
                  <a:lnTo>
                    <a:pt x="2587963" y="2764123"/>
                  </a:lnTo>
                  <a:lnTo>
                    <a:pt x="2587963" y="2761692"/>
                  </a:lnTo>
                  <a:lnTo>
                    <a:pt x="2582526" y="2761692"/>
                  </a:lnTo>
                  <a:lnTo>
                    <a:pt x="2582526" y="2756830"/>
                  </a:lnTo>
                  <a:lnTo>
                    <a:pt x="2577089" y="2756830"/>
                  </a:lnTo>
                  <a:lnTo>
                    <a:pt x="2577089" y="2753184"/>
                  </a:lnTo>
                  <a:lnTo>
                    <a:pt x="2571652" y="2753184"/>
                  </a:lnTo>
                  <a:lnTo>
                    <a:pt x="2571652" y="2750752"/>
                  </a:lnTo>
                  <a:lnTo>
                    <a:pt x="2566215" y="2750752"/>
                  </a:lnTo>
                  <a:lnTo>
                    <a:pt x="2566215" y="2748321"/>
                  </a:lnTo>
                  <a:lnTo>
                    <a:pt x="2560778" y="2748321"/>
                  </a:lnTo>
                  <a:lnTo>
                    <a:pt x="2560778" y="2743458"/>
                  </a:lnTo>
                  <a:lnTo>
                    <a:pt x="2555341" y="2743458"/>
                  </a:lnTo>
                  <a:lnTo>
                    <a:pt x="2555341" y="2742242"/>
                  </a:lnTo>
                  <a:lnTo>
                    <a:pt x="2549904" y="2742242"/>
                  </a:lnTo>
                  <a:lnTo>
                    <a:pt x="2549904" y="2741027"/>
                  </a:lnTo>
                  <a:lnTo>
                    <a:pt x="2544467" y="2741027"/>
                  </a:lnTo>
                  <a:lnTo>
                    <a:pt x="2544467" y="2739812"/>
                  </a:lnTo>
                  <a:lnTo>
                    <a:pt x="2539030" y="2739812"/>
                  </a:lnTo>
                  <a:lnTo>
                    <a:pt x="2539030" y="2738598"/>
                  </a:lnTo>
                  <a:lnTo>
                    <a:pt x="2533594" y="2738598"/>
                  </a:lnTo>
                  <a:lnTo>
                    <a:pt x="2533594" y="2737383"/>
                  </a:lnTo>
                  <a:lnTo>
                    <a:pt x="2528157" y="2737383"/>
                  </a:lnTo>
                  <a:lnTo>
                    <a:pt x="2528157" y="2731312"/>
                  </a:lnTo>
                  <a:lnTo>
                    <a:pt x="2522720" y="2731312"/>
                  </a:lnTo>
                  <a:lnTo>
                    <a:pt x="2517283" y="2731312"/>
                  </a:lnTo>
                  <a:lnTo>
                    <a:pt x="2517283" y="2727674"/>
                  </a:lnTo>
                  <a:lnTo>
                    <a:pt x="2511846" y="2727674"/>
                  </a:lnTo>
                  <a:lnTo>
                    <a:pt x="2506409" y="2727674"/>
                  </a:lnTo>
                  <a:lnTo>
                    <a:pt x="2506409" y="2726463"/>
                  </a:lnTo>
                  <a:lnTo>
                    <a:pt x="2500972" y="2726463"/>
                  </a:lnTo>
                  <a:lnTo>
                    <a:pt x="2500972" y="2722829"/>
                  </a:lnTo>
                  <a:lnTo>
                    <a:pt x="2495535" y="2722829"/>
                  </a:lnTo>
                  <a:lnTo>
                    <a:pt x="2490098" y="2722829"/>
                  </a:lnTo>
                  <a:lnTo>
                    <a:pt x="2490098" y="2719198"/>
                  </a:lnTo>
                  <a:lnTo>
                    <a:pt x="2484662" y="2719198"/>
                  </a:lnTo>
                  <a:lnTo>
                    <a:pt x="2484662" y="2717987"/>
                  </a:lnTo>
                  <a:lnTo>
                    <a:pt x="2479225" y="2717987"/>
                  </a:lnTo>
                  <a:lnTo>
                    <a:pt x="2479225" y="2714359"/>
                  </a:lnTo>
                  <a:lnTo>
                    <a:pt x="2473788" y="2714359"/>
                  </a:lnTo>
                  <a:lnTo>
                    <a:pt x="2473788" y="2711941"/>
                  </a:lnTo>
                  <a:lnTo>
                    <a:pt x="2468351" y="2711941"/>
                  </a:lnTo>
                  <a:lnTo>
                    <a:pt x="2468351" y="2710731"/>
                  </a:lnTo>
                  <a:lnTo>
                    <a:pt x="2462914" y="2710731"/>
                  </a:lnTo>
                  <a:lnTo>
                    <a:pt x="2462914" y="2704684"/>
                  </a:lnTo>
                  <a:lnTo>
                    <a:pt x="2457477" y="2704684"/>
                  </a:lnTo>
                  <a:lnTo>
                    <a:pt x="2457477" y="2702265"/>
                  </a:lnTo>
                  <a:lnTo>
                    <a:pt x="2452040" y="2702265"/>
                  </a:lnTo>
                  <a:lnTo>
                    <a:pt x="2452040" y="2699847"/>
                  </a:lnTo>
                  <a:lnTo>
                    <a:pt x="2446603" y="2699847"/>
                  </a:lnTo>
                  <a:lnTo>
                    <a:pt x="2446603" y="2697429"/>
                  </a:lnTo>
                  <a:lnTo>
                    <a:pt x="2441166" y="2697429"/>
                  </a:lnTo>
                  <a:lnTo>
                    <a:pt x="2441166" y="2693802"/>
                  </a:lnTo>
                  <a:lnTo>
                    <a:pt x="2435729" y="2693802"/>
                  </a:lnTo>
                  <a:lnTo>
                    <a:pt x="2435729" y="2691384"/>
                  </a:lnTo>
                  <a:lnTo>
                    <a:pt x="2430293" y="2691384"/>
                  </a:lnTo>
                  <a:lnTo>
                    <a:pt x="2430293" y="2686547"/>
                  </a:lnTo>
                  <a:lnTo>
                    <a:pt x="2424856" y="2686547"/>
                  </a:lnTo>
                  <a:lnTo>
                    <a:pt x="2424856" y="2676873"/>
                  </a:lnTo>
                  <a:lnTo>
                    <a:pt x="2419419" y="2676873"/>
                  </a:lnTo>
                  <a:lnTo>
                    <a:pt x="2419419" y="2675665"/>
                  </a:lnTo>
                  <a:lnTo>
                    <a:pt x="2413982" y="2675665"/>
                  </a:lnTo>
                  <a:lnTo>
                    <a:pt x="2413982" y="2672038"/>
                  </a:lnTo>
                  <a:lnTo>
                    <a:pt x="2408545" y="2672038"/>
                  </a:lnTo>
                  <a:lnTo>
                    <a:pt x="2408545" y="2665994"/>
                  </a:lnTo>
                  <a:lnTo>
                    <a:pt x="2403108" y="2665994"/>
                  </a:lnTo>
                  <a:lnTo>
                    <a:pt x="2397671" y="2665994"/>
                  </a:lnTo>
                  <a:lnTo>
                    <a:pt x="2397671" y="2663579"/>
                  </a:lnTo>
                  <a:lnTo>
                    <a:pt x="2392234" y="2663579"/>
                  </a:lnTo>
                  <a:lnTo>
                    <a:pt x="2392234" y="2662372"/>
                  </a:lnTo>
                  <a:lnTo>
                    <a:pt x="2386797" y="2662372"/>
                  </a:lnTo>
                  <a:lnTo>
                    <a:pt x="2386797" y="2659957"/>
                  </a:lnTo>
                  <a:lnTo>
                    <a:pt x="2381360" y="2659957"/>
                  </a:lnTo>
                  <a:lnTo>
                    <a:pt x="2381360" y="2657543"/>
                  </a:lnTo>
                  <a:lnTo>
                    <a:pt x="2375924" y="2657543"/>
                  </a:lnTo>
                  <a:lnTo>
                    <a:pt x="2375924" y="2653920"/>
                  </a:lnTo>
                  <a:lnTo>
                    <a:pt x="2370487" y="2653920"/>
                  </a:lnTo>
                  <a:lnTo>
                    <a:pt x="2370487" y="2652713"/>
                  </a:lnTo>
                  <a:lnTo>
                    <a:pt x="2365050" y="2652713"/>
                  </a:lnTo>
                  <a:lnTo>
                    <a:pt x="2365050" y="2650298"/>
                  </a:lnTo>
                  <a:lnTo>
                    <a:pt x="2359613" y="2650298"/>
                  </a:lnTo>
                  <a:lnTo>
                    <a:pt x="2354176" y="2650298"/>
                  </a:lnTo>
                  <a:lnTo>
                    <a:pt x="2354176" y="2649092"/>
                  </a:lnTo>
                  <a:lnTo>
                    <a:pt x="2348739" y="2649092"/>
                  </a:lnTo>
                  <a:lnTo>
                    <a:pt x="2348739" y="2647886"/>
                  </a:lnTo>
                  <a:lnTo>
                    <a:pt x="2343302" y="2647886"/>
                  </a:lnTo>
                  <a:lnTo>
                    <a:pt x="2343302" y="2644269"/>
                  </a:lnTo>
                  <a:lnTo>
                    <a:pt x="2337865" y="2644269"/>
                  </a:lnTo>
                  <a:lnTo>
                    <a:pt x="2337865" y="2638239"/>
                  </a:lnTo>
                  <a:lnTo>
                    <a:pt x="2332428" y="2638239"/>
                  </a:lnTo>
                  <a:lnTo>
                    <a:pt x="2332428" y="2634621"/>
                  </a:lnTo>
                  <a:lnTo>
                    <a:pt x="2326991" y="2634621"/>
                  </a:lnTo>
                  <a:lnTo>
                    <a:pt x="2326991" y="2631003"/>
                  </a:lnTo>
                  <a:lnTo>
                    <a:pt x="2321555" y="2631003"/>
                  </a:lnTo>
                  <a:lnTo>
                    <a:pt x="2321555" y="2627386"/>
                  </a:lnTo>
                  <a:lnTo>
                    <a:pt x="2316118" y="2627386"/>
                  </a:lnTo>
                  <a:lnTo>
                    <a:pt x="2316118" y="2624977"/>
                  </a:lnTo>
                  <a:lnTo>
                    <a:pt x="2310681" y="2624977"/>
                  </a:lnTo>
                  <a:lnTo>
                    <a:pt x="2310681" y="2622568"/>
                  </a:lnTo>
                  <a:lnTo>
                    <a:pt x="2305244" y="2622568"/>
                  </a:lnTo>
                  <a:lnTo>
                    <a:pt x="2305244" y="2621363"/>
                  </a:lnTo>
                  <a:lnTo>
                    <a:pt x="2299807" y="2621363"/>
                  </a:lnTo>
                  <a:lnTo>
                    <a:pt x="2299807" y="2618954"/>
                  </a:lnTo>
                  <a:lnTo>
                    <a:pt x="2294370" y="2618954"/>
                  </a:lnTo>
                  <a:lnTo>
                    <a:pt x="2294370" y="2614137"/>
                  </a:lnTo>
                  <a:lnTo>
                    <a:pt x="2288933" y="2614137"/>
                  </a:lnTo>
                  <a:lnTo>
                    <a:pt x="2288933" y="2608119"/>
                  </a:lnTo>
                  <a:lnTo>
                    <a:pt x="2283496" y="2608119"/>
                  </a:lnTo>
                  <a:lnTo>
                    <a:pt x="2283496" y="2606916"/>
                  </a:lnTo>
                  <a:lnTo>
                    <a:pt x="2278059" y="2606916"/>
                  </a:lnTo>
                  <a:lnTo>
                    <a:pt x="2278059" y="2602110"/>
                  </a:lnTo>
                  <a:lnTo>
                    <a:pt x="2272623" y="2602110"/>
                  </a:lnTo>
                  <a:lnTo>
                    <a:pt x="2272623" y="2600909"/>
                  </a:lnTo>
                  <a:lnTo>
                    <a:pt x="2267186" y="2600909"/>
                  </a:lnTo>
                  <a:lnTo>
                    <a:pt x="2267186" y="2599707"/>
                  </a:lnTo>
                  <a:lnTo>
                    <a:pt x="2261749" y="2599707"/>
                  </a:lnTo>
                  <a:lnTo>
                    <a:pt x="2261749" y="2597305"/>
                  </a:lnTo>
                  <a:lnTo>
                    <a:pt x="2256312" y="2597305"/>
                  </a:lnTo>
                  <a:lnTo>
                    <a:pt x="2256312" y="2592500"/>
                  </a:lnTo>
                  <a:lnTo>
                    <a:pt x="2250875" y="2592500"/>
                  </a:lnTo>
                  <a:lnTo>
                    <a:pt x="2250875" y="2591299"/>
                  </a:lnTo>
                  <a:lnTo>
                    <a:pt x="2245438" y="2591299"/>
                  </a:lnTo>
                  <a:lnTo>
                    <a:pt x="2240001" y="2591299"/>
                  </a:lnTo>
                  <a:lnTo>
                    <a:pt x="2240001" y="2588901"/>
                  </a:lnTo>
                  <a:lnTo>
                    <a:pt x="2234564" y="2588901"/>
                  </a:lnTo>
                  <a:lnTo>
                    <a:pt x="2234564" y="2587702"/>
                  </a:lnTo>
                  <a:lnTo>
                    <a:pt x="2229127" y="2587702"/>
                  </a:lnTo>
                  <a:lnTo>
                    <a:pt x="2229127" y="2586505"/>
                  </a:lnTo>
                  <a:lnTo>
                    <a:pt x="2223690" y="2586505"/>
                  </a:lnTo>
                  <a:lnTo>
                    <a:pt x="2223690" y="2584110"/>
                  </a:lnTo>
                  <a:lnTo>
                    <a:pt x="2218254" y="2584110"/>
                  </a:lnTo>
                  <a:lnTo>
                    <a:pt x="2218254" y="2578124"/>
                  </a:lnTo>
                  <a:lnTo>
                    <a:pt x="2212817" y="2578124"/>
                  </a:lnTo>
                  <a:lnTo>
                    <a:pt x="2212817" y="2574533"/>
                  </a:lnTo>
                  <a:lnTo>
                    <a:pt x="2207380" y="2574533"/>
                  </a:lnTo>
                  <a:lnTo>
                    <a:pt x="2207380" y="2570943"/>
                  </a:lnTo>
                  <a:lnTo>
                    <a:pt x="2201943" y="2570943"/>
                  </a:lnTo>
                  <a:lnTo>
                    <a:pt x="2201943" y="2566158"/>
                  </a:lnTo>
                  <a:lnTo>
                    <a:pt x="2196506" y="2566158"/>
                  </a:lnTo>
                  <a:lnTo>
                    <a:pt x="2196506" y="2563765"/>
                  </a:lnTo>
                  <a:lnTo>
                    <a:pt x="2191069" y="2563765"/>
                  </a:lnTo>
                  <a:lnTo>
                    <a:pt x="2191069" y="2561373"/>
                  </a:lnTo>
                  <a:lnTo>
                    <a:pt x="2185632" y="2561373"/>
                  </a:lnTo>
                  <a:lnTo>
                    <a:pt x="2185632" y="2557786"/>
                  </a:lnTo>
                  <a:lnTo>
                    <a:pt x="2180195" y="2557786"/>
                  </a:lnTo>
                  <a:lnTo>
                    <a:pt x="2180195" y="2553002"/>
                  </a:lnTo>
                  <a:lnTo>
                    <a:pt x="2174758" y="2553002"/>
                  </a:lnTo>
                  <a:lnTo>
                    <a:pt x="2174758" y="2550611"/>
                  </a:lnTo>
                  <a:lnTo>
                    <a:pt x="2169321" y="2550611"/>
                  </a:lnTo>
                  <a:lnTo>
                    <a:pt x="2169321" y="2548221"/>
                  </a:lnTo>
                  <a:lnTo>
                    <a:pt x="2163885" y="2548221"/>
                  </a:lnTo>
                  <a:lnTo>
                    <a:pt x="2163885" y="2545831"/>
                  </a:lnTo>
                  <a:lnTo>
                    <a:pt x="2158448" y="2545831"/>
                  </a:lnTo>
                  <a:lnTo>
                    <a:pt x="2158448" y="2541050"/>
                  </a:lnTo>
                  <a:lnTo>
                    <a:pt x="2153011" y="2541050"/>
                  </a:lnTo>
                  <a:lnTo>
                    <a:pt x="2153011" y="2538660"/>
                  </a:lnTo>
                  <a:lnTo>
                    <a:pt x="2147574" y="2538660"/>
                  </a:lnTo>
                  <a:lnTo>
                    <a:pt x="2147574" y="2532687"/>
                  </a:lnTo>
                  <a:lnTo>
                    <a:pt x="2142137" y="2532687"/>
                  </a:lnTo>
                  <a:lnTo>
                    <a:pt x="2142137" y="2529104"/>
                  </a:lnTo>
                  <a:lnTo>
                    <a:pt x="2136700" y="2529104"/>
                  </a:lnTo>
                  <a:lnTo>
                    <a:pt x="2136700" y="2521938"/>
                  </a:lnTo>
                  <a:lnTo>
                    <a:pt x="2131263" y="2521938"/>
                  </a:lnTo>
                  <a:lnTo>
                    <a:pt x="2131263" y="2517160"/>
                  </a:lnTo>
                  <a:lnTo>
                    <a:pt x="2125826" y="2517160"/>
                  </a:lnTo>
                  <a:lnTo>
                    <a:pt x="2125826" y="2515966"/>
                  </a:lnTo>
                  <a:lnTo>
                    <a:pt x="2120389" y="2515966"/>
                  </a:lnTo>
                  <a:lnTo>
                    <a:pt x="2120389" y="2511188"/>
                  </a:lnTo>
                  <a:lnTo>
                    <a:pt x="2114953" y="2511188"/>
                  </a:lnTo>
                  <a:lnTo>
                    <a:pt x="2114953" y="2507606"/>
                  </a:lnTo>
                  <a:lnTo>
                    <a:pt x="2109516" y="2507606"/>
                  </a:lnTo>
                  <a:lnTo>
                    <a:pt x="2109516" y="2505218"/>
                  </a:lnTo>
                  <a:lnTo>
                    <a:pt x="2104079" y="2505218"/>
                  </a:lnTo>
                  <a:lnTo>
                    <a:pt x="2104079" y="2501635"/>
                  </a:lnTo>
                  <a:lnTo>
                    <a:pt x="2098642" y="2501635"/>
                  </a:lnTo>
                  <a:lnTo>
                    <a:pt x="2098642" y="2500441"/>
                  </a:lnTo>
                  <a:lnTo>
                    <a:pt x="2093205" y="2500441"/>
                  </a:lnTo>
                  <a:lnTo>
                    <a:pt x="2093205" y="2499247"/>
                  </a:lnTo>
                  <a:lnTo>
                    <a:pt x="2087768" y="2499247"/>
                  </a:lnTo>
                  <a:lnTo>
                    <a:pt x="2087768" y="2496859"/>
                  </a:lnTo>
                  <a:lnTo>
                    <a:pt x="2082331" y="2496859"/>
                  </a:lnTo>
                  <a:lnTo>
                    <a:pt x="2082331" y="2495665"/>
                  </a:lnTo>
                  <a:lnTo>
                    <a:pt x="2076894" y="2495665"/>
                  </a:lnTo>
                  <a:lnTo>
                    <a:pt x="2076894" y="2493276"/>
                  </a:lnTo>
                  <a:lnTo>
                    <a:pt x="2071457" y="2493276"/>
                  </a:lnTo>
                  <a:lnTo>
                    <a:pt x="2071457" y="2489693"/>
                  </a:lnTo>
                  <a:lnTo>
                    <a:pt x="2066020" y="2489693"/>
                  </a:lnTo>
                  <a:lnTo>
                    <a:pt x="2066020" y="2483724"/>
                  </a:lnTo>
                  <a:lnTo>
                    <a:pt x="2060584" y="2483724"/>
                  </a:lnTo>
                  <a:lnTo>
                    <a:pt x="2060584" y="2481336"/>
                  </a:lnTo>
                  <a:lnTo>
                    <a:pt x="2055147" y="2481336"/>
                  </a:lnTo>
                  <a:lnTo>
                    <a:pt x="2055147" y="2474175"/>
                  </a:lnTo>
                  <a:lnTo>
                    <a:pt x="2049710" y="2474175"/>
                  </a:lnTo>
                  <a:lnTo>
                    <a:pt x="2049710" y="2469401"/>
                  </a:lnTo>
                  <a:lnTo>
                    <a:pt x="2044273" y="2469401"/>
                  </a:lnTo>
                  <a:lnTo>
                    <a:pt x="2044273" y="2464629"/>
                  </a:lnTo>
                  <a:lnTo>
                    <a:pt x="2038836" y="2464629"/>
                  </a:lnTo>
                  <a:lnTo>
                    <a:pt x="2038836" y="2463436"/>
                  </a:lnTo>
                  <a:lnTo>
                    <a:pt x="2033399" y="2463436"/>
                  </a:lnTo>
                  <a:lnTo>
                    <a:pt x="2033399" y="2457470"/>
                  </a:lnTo>
                  <a:lnTo>
                    <a:pt x="2027962" y="2457470"/>
                  </a:lnTo>
                  <a:lnTo>
                    <a:pt x="2027962" y="2453893"/>
                  </a:lnTo>
                  <a:lnTo>
                    <a:pt x="2022525" y="2453893"/>
                  </a:lnTo>
                  <a:lnTo>
                    <a:pt x="2022525" y="2449123"/>
                  </a:lnTo>
                  <a:lnTo>
                    <a:pt x="2017088" y="2449123"/>
                  </a:lnTo>
                  <a:lnTo>
                    <a:pt x="2017088" y="2443161"/>
                  </a:lnTo>
                  <a:lnTo>
                    <a:pt x="2011651" y="2443161"/>
                  </a:lnTo>
                  <a:lnTo>
                    <a:pt x="2006215" y="2443161"/>
                  </a:lnTo>
                  <a:lnTo>
                    <a:pt x="2006215" y="2440777"/>
                  </a:lnTo>
                  <a:lnTo>
                    <a:pt x="2000778" y="2440777"/>
                  </a:lnTo>
                  <a:lnTo>
                    <a:pt x="1995341" y="2440777"/>
                  </a:lnTo>
                  <a:lnTo>
                    <a:pt x="1995341" y="2433631"/>
                  </a:lnTo>
                  <a:lnTo>
                    <a:pt x="1989904" y="2433631"/>
                  </a:lnTo>
                  <a:lnTo>
                    <a:pt x="1989904" y="2431249"/>
                  </a:lnTo>
                  <a:lnTo>
                    <a:pt x="1984467" y="2431249"/>
                  </a:lnTo>
                  <a:lnTo>
                    <a:pt x="1984467" y="2430058"/>
                  </a:lnTo>
                  <a:lnTo>
                    <a:pt x="1979030" y="2430058"/>
                  </a:lnTo>
                  <a:lnTo>
                    <a:pt x="1979030" y="2425300"/>
                  </a:lnTo>
                  <a:lnTo>
                    <a:pt x="1973593" y="2425300"/>
                  </a:lnTo>
                  <a:lnTo>
                    <a:pt x="1973593" y="2421730"/>
                  </a:lnTo>
                  <a:lnTo>
                    <a:pt x="1968156" y="2421730"/>
                  </a:lnTo>
                  <a:lnTo>
                    <a:pt x="1962719" y="2421730"/>
                  </a:lnTo>
                  <a:lnTo>
                    <a:pt x="1962719" y="2414594"/>
                  </a:lnTo>
                  <a:lnTo>
                    <a:pt x="1957282" y="2414594"/>
                  </a:lnTo>
                  <a:lnTo>
                    <a:pt x="1957282" y="2412215"/>
                  </a:lnTo>
                  <a:lnTo>
                    <a:pt x="1951846" y="2412215"/>
                  </a:lnTo>
                  <a:lnTo>
                    <a:pt x="1951846" y="2408647"/>
                  </a:lnTo>
                  <a:lnTo>
                    <a:pt x="1946409" y="2408647"/>
                  </a:lnTo>
                  <a:lnTo>
                    <a:pt x="1946409" y="2405079"/>
                  </a:lnTo>
                  <a:lnTo>
                    <a:pt x="1940972" y="2405079"/>
                  </a:lnTo>
                  <a:lnTo>
                    <a:pt x="1935535" y="2405079"/>
                  </a:lnTo>
                  <a:lnTo>
                    <a:pt x="1935535" y="2399136"/>
                  </a:lnTo>
                  <a:lnTo>
                    <a:pt x="1930098" y="2399136"/>
                  </a:lnTo>
                  <a:lnTo>
                    <a:pt x="1930098" y="2397947"/>
                  </a:lnTo>
                  <a:lnTo>
                    <a:pt x="1924661" y="2397947"/>
                  </a:lnTo>
                  <a:lnTo>
                    <a:pt x="1924661" y="2395570"/>
                  </a:lnTo>
                  <a:lnTo>
                    <a:pt x="1919224" y="2395570"/>
                  </a:lnTo>
                  <a:lnTo>
                    <a:pt x="1919224" y="2392004"/>
                  </a:lnTo>
                  <a:lnTo>
                    <a:pt x="1913787" y="2392004"/>
                  </a:lnTo>
                  <a:lnTo>
                    <a:pt x="1913787" y="2389627"/>
                  </a:lnTo>
                  <a:lnTo>
                    <a:pt x="1908350" y="2389627"/>
                  </a:lnTo>
                  <a:lnTo>
                    <a:pt x="1908350" y="2384876"/>
                  </a:lnTo>
                  <a:lnTo>
                    <a:pt x="1902914" y="2384876"/>
                  </a:lnTo>
                  <a:lnTo>
                    <a:pt x="1902914" y="2381312"/>
                  </a:lnTo>
                  <a:lnTo>
                    <a:pt x="1897477" y="2381312"/>
                  </a:lnTo>
                  <a:lnTo>
                    <a:pt x="1897477" y="2372996"/>
                  </a:lnTo>
                  <a:lnTo>
                    <a:pt x="1886603" y="2372996"/>
                  </a:lnTo>
                  <a:lnTo>
                    <a:pt x="1886603" y="2365868"/>
                  </a:lnTo>
                  <a:lnTo>
                    <a:pt x="1881166" y="2365868"/>
                  </a:lnTo>
                  <a:lnTo>
                    <a:pt x="1881166" y="2359927"/>
                  </a:lnTo>
                  <a:lnTo>
                    <a:pt x="1875729" y="2359927"/>
                  </a:lnTo>
                  <a:lnTo>
                    <a:pt x="1875729" y="2357552"/>
                  </a:lnTo>
                  <a:lnTo>
                    <a:pt x="1870292" y="2357552"/>
                  </a:lnTo>
                  <a:lnTo>
                    <a:pt x="1870292" y="2353988"/>
                  </a:lnTo>
                  <a:lnTo>
                    <a:pt x="1864855" y="2353988"/>
                  </a:lnTo>
                  <a:lnTo>
                    <a:pt x="1864855" y="2351614"/>
                  </a:lnTo>
                  <a:lnTo>
                    <a:pt x="1859418" y="2351614"/>
                  </a:lnTo>
                  <a:lnTo>
                    <a:pt x="1859418" y="2348054"/>
                  </a:lnTo>
                  <a:lnTo>
                    <a:pt x="1853981" y="2348054"/>
                  </a:lnTo>
                  <a:lnTo>
                    <a:pt x="1853981" y="2337375"/>
                  </a:lnTo>
                  <a:lnTo>
                    <a:pt x="1848545" y="2337375"/>
                  </a:lnTo>
                  <a:lnTo>
                    <a:pt x="1848545" y="2333815"/>
                  </a:lnTo>
                  <a:lnTo>
                    <a:pt x="1843108" y="2333815"/>
                  </a:lnTo>
                  <a:lnTo>
                    <a:pt x="1843108" y="2331441"/>
                  </a:lnTo>
                  <a:lnTo>
                    <a:pt x="1837671" y="2331441"/>
                  </a:lnTo>
                  <a:lnTo>
                    <a:pt x="1837671" y="2327883"/>
                  </a:lnTo>
                  <a:lnTo>
                    <a:pt x="1832234" y="2327883"/>
                  </a:lnTo>
                  <a:lnTo>
                    <a:pt x="1832234" y="2324325"/>
                  </a:lnTo>
                  <a:lnTo>
                    <a:pt x="1826797" y="2324325"/>
                  </a:lnTo>
                  <a:lnTo>
                    <a:pt x="1826797" y="2319584"/>
                  </a:lnTo>
                  <a:lnTo>
                    <a:pt x="1821360" y="2319584"/>
                  </a:lnTo>
                  <a:lnTo>
                    <a:pt x="1821360" y="2313661"/>
                  </a:lnTo>
                  <a:lnTo>
                    <a:pt x="1815923" y="2313661"/>
                  </a:lnTo>
                  <a:lnTo>
                    <a:pt x="1815923" y="2306553"/>
                  </a:lnTo>
                  <a:lnTo>
                    <a:pt x="1810486" y="2306553"/>
                  </a:lnTo>
                  <a:lnTo>
                    <a:pt x="1810486" y="2300629"/>
                  </a:lnTo>
                  <a:lnTo>
                    <a:pt x="1805049" y="2300629"/>
                  </a:lnTo>
                  <a:lnTo>
                    <a:pt x="1805049" y="2299445"/>
                  </a:lnTo>
                  <a:lnTo>
                    <a:pt x="1799612" y="2299445"/>
                  </a:lnTo>
                  <a:lnTo>
                    <a:pt x="1799612" y="2295890"/>
                  </a:lnTo>
                  <a:lnTo>
                    <a:pt x="1794176" y="2295890"/>
                  </a:lnTo>
                  <a:lnTo>
                    <a:pt x="1794176" y="2288781"/>
                  </a:lnTo>
                  <a:lnTo>
                    <a:pt x="1788739" y="2288781"/>
                  </a:lnTo>
                  <a:lnTo>
                    <a:pt x="1788739" y="2286412"/>
                  </a:lnTo>
                  <a:lnTo>
                    <a:pt x="1783302" y="2286412"/>
                  </a:lnTo>
                  <a:lnTo>
                    <a:pt x="1783302" y="2284043"/>
                  </a:lnTo>
                  <a:lnTo>
                    <a:pt x="1777865" y="2284043"/>
                  </a:lnTo>
                  <a:lnTo>
                    <a:pt x="1777865" y="2275754"/>
                  </a:lnTo>
                  <a:lnTo>
                    <a:pt x="1772428" y="2275754"/>
                  </a:lnTo>
                  <a:lnTo>
                    <a:pt x="1772428" y="2272201"/>
                  </a:lnTo>
                  <a:lnTo>
                    <a:pt x="1766991" y="2272201"/>
                  </a:lnTo>
                  <a:lnTo>
                    <a:pt x="1766991" y="2263914"/>
                  </a:lnTo>
                  <a:lnTo>
                    <a:pt x="1761554" y="2263914"/>
                  </a:lnTo>
                  <a:lnTo>
                    <a:pt x="1761554" y="2260364"/>
                  </a:lnTo>
                  <a:lnTo>
                    <a:pt x="1756117" y="2260364"/>
                  </a:lnTo>
                  <a:lnTo>
                    <a:pt x="1756117" y="2256813"/>
                  </a:lnTo>
                  <a:lnTo>
                    <a:pt x="1750680" y="2256813"/>
                  </a:lnTo>
                  <a:lnTo>
                    <a:pt x="1750680" y="2254446"/>
                  </a:lnTo>
                  <a:lnTo>
                    <a:pt x="1745243" y="2254446"/>
                  </a:lnTo>
                  <a:lnTo>
                    <a:pt x="1745243" y="2248530"/>
                  </a:lnTo>
                  <a:lnTo>
                    <a:pt x="1739807" y="2248530"/>
                  </a:lnTo>
                  <a:lnTo>
                    <a:pt x="1739807" y="2243799"/>
                  </a:lnTo>
                  <a:lnTo>
                    <a:pt x="1734370" y="2243799"/>
                  </a:lnTo>
                  <a:lnTo>
                    <a:pt x="1734370" y="2241434"/>
                  </a:lnTo>
                  <a:lnTo>
                    <a:pt x="1728933" y="2241434"/>
                  </a:lnTo>
                  <a:lnTo>
                    <a:pt x="1728933" y="2237886"/>
                  </a:lnTo>
                  <a:lnTo>
                    <a:pt x="1723496" y="2237886"/>
                  </a:lnTo>
                  <a:lnTo>
                    <a:pt x="1723496" y="2235522"/>
                  </a:lnTo>
                  <a:lnTo>
                    <a:pt x="1718059" y="2235522"/>
                  </a:lnTo>
                  <a:lnTo>
                    <a:pt x="1718059" y="2228426"/>
                  </a:lnTo>
                  <a:lnTo>
                    <a:pt x="1712622" y="2228426"/>
                  </a:lnTo>
                  <a:lnTo>
                    <a:pt x="1712622" y="2226061"/>
                  </a:lnTo>
                  <a:lnTo>
                    <a:pt x="1707185" y="2226061"/>
                  </a:lnTo>
                  <a:lnTo>
                    <a:pt x="1707185" y="2222516"/>
                  </a:lnTo>
                  <a:lnTo>
                    <a:pt x="1701748" y="2222516"/>
                  </a:lnTo>
                  <a:lnTo>
                    <a:pt x="1701748" y="2217789"/>
                  </a:lnTo>
                  <a:lnTo>
                    <a:pt x="1696311" y="2217789"/>
                  </a:lnTo>
                  <a:lnTo>
                    <a:pt x="1696311" y="2216607"/>
                  </a:lnTo>
                  <a:lnTo>
                    <a:pt x="1690875" y="2216607"/>
                  </a:lnTo>
                  <a:lnTo>
                    <a:pt x="1690875" y="2213063"/>
                  </a:lnTo>
                  <a:lnTo>
                    <a:pt x="1685438" y="2213063"/>
                  </a:lnTo>
                  <a:lnTo>
                    <a:pt x="1685438" y="2211882"/>
                  </a:lnTo>
                  <a:lnTo>
                    <a:pt x="1680001" y="2211882"/>
                  </a:lnTo>
                  <a:lnTo>
                    <a:pt x="1680001" y="2204798"/>
                  </a:lnTo>
                  <a:lnTo>
                    <a:pt x="1674564" y="2204798"/>
                  </a:lnTo>
                  <a:lnTo>
                    <a:pt x="1674564" y="2198897"/>
                  </a:lnTo>
                  <a:lnTo>
                    <a:pt x="1669127" y="2198897"/>
                  </a:lnTo>
                  <a:lnTo>
                    <a:pt x="1669127" y="2194178"/>
                  </a:lnTo>
                  <a:lnTo>
                    <a:pt x="1663690" y="2194178"/>
                  </a:lnTo>
                  <a:lnTo>
                    <a:pt x="1663690" y="2190638"/>
                  </a:lnTo>
                  <a:lnTo>
                    <a:pt x="1658253" y="2190638"/>
                  </a:lnTo>
                  <a:lnTo>
                    <a:pt x="1658253" y="2188279"/>
                  </a:lnTo>
                  <a:lnTo>
                    <a:pt x="1652816" y="2188279"/>
                  </a:lnTo>
                  <a:lnTo>
                    <a:pt x="1652816" y="2184740"/>
                  </a:lnTo>
                  <a:lnTo>
                    <a:pt x="1641942" y="2184740"/>
                  </a:lnTo>
                  <a:lnTo>
                    <a:pt x="1641942" y="2178845"/>
                  </a:lnTo>
                  <a:lnTo>
                    <a:pt x="1636506" y="2178845"/>
                  </a:lnTo>
                  <a:lnTo>
                    <a:pt x="1636506" y="2169417"/>
                  </a:lnTo>
                  <a:lnTo>
                    <a:pt x="1625632" y="2169417"/>
                  </a:lnTo>
                  <a:lnTo>
                    <a:pt x="1625632" y="2162352"/>
                  </a:lnTo>
                  <a:lnTo>
                    <a:pt x="1620195" y="2162352"/>
                  </a:lnTo>
                  <a:lnTo>
                    <a:pt x="1620195" y="2158818"/>
                  </a:lnTo>
                  <a:lnTo>
                    <a:pt x="1614758" y="2158818"/>
                  </a:lnTo>
                  <a:lnTo>
                    <a:pt x="1614758" y="2157641"/>
                  </a:lnTo>
                  <a:lnTo>
                    <a:pt x="1609321" y="2157641"/>
                  </a:lnTo>
                  <a:lnTo>
                    <a:pt x="1609321" y="2151752"/>
                  </a:lnTo>
                  <a:lnTo>
                    <a:pt x="1603884" y="2151752"/>
                  </a:lnTo>
                  <a:lnTo>
                    <a:pt x="1603884" y="2143507"/>
                  </a:lnTo>
                  <a:lnTo>
                    <a:pt x="1598447" y="2143507"/>
                  </a:lnTo>
                  <a:lnTo>
                    <a:pt x="1598447" y="2138796"/>
                  </a:lnTo>
                  <a:lnTo>
                    <a:pt x="1593010" y="2138796"/>
                  </a:lnTo>
                  <a:lnTo>
                    <a:pt x="1593010" y="2136441"/>
                  </a:lnTo>
                  <a:lnTo>
                    <a:pt x="1587573" y="2136441"/>
                  </a:lnTo>
                  <a:lnTo>
                    <a:pt x="1587573" y="2135264"/>
                  </a:lnTo>
                  <a:lnTo>
                    <a:pt x="1582137" y="2135264"/>
                  </a:lnTo>
                  <a:lnTo>
                    <a:pt x="1582137" y="2131731"/>
                  </a:lnTo>
                  <a:lnTo>
                    <a:pt x="1576700" y="2131731"/>
                  </a:lnTo>
                  <a:lnTo>
                    <a:pt x="1576700" y="2128198"/>
                  </a:lnTo>
                  <a:lnTo>
                    <a:pt x="1571263" y="2128198"/>
                  </a:lnTo>
                  <a:lnTo>
                    <a:pt x="1571263" y="2124666"/>
                  </a:lnTo>
                  <a:lnTo>
                    <a:pt x="1565826" y="2124666"/>
                  </a:lnTo>
                  <a:lnTo>
                    <a:pt x="1565826" y="2123489"/>
                  </a:lnTo>
                  <a:lnTo>
                    <a:pt x="1560389" y="2123489"/>
                  </a:lnTo>
                  <a:lnTo>
                    <a:pt x="1560389" y="2119959"/>
                  </a:lnTo>
                  <a:lnTo>
                    <a:pt x="1554952" y="2119959"/>
                  </a:lnTo>
                  <a:lnTo>
                    <a:pt x="1554952" y="2115255"/>
                  </a:lnTo>
                  <a:lnTo>
                    <a:pt x="1549515" y="2115255"/>
                  </a:lnTo>
                  <a:lnTo>
                    <a:pt x="1549515" y="2109373"/>
                  </a:lnTo>
                  <a:lnTo>
                    <a:pt x="1544078" y="2109373"/>
                  </a:lnTo>
                  <a:lnTo>
                    <a:pt x="1544078" y="2107021"/>
                  </a:lnTo>
                  <a:lnTo>
                    <a:pt x="1538641" y="2107021"/>
                  </a:lnTo>
                  <a:lnTo>
                    <a:pt x="1538641" y="2103492"/>
                  </a:lnTo>
                  <a:lnTo>
                    <a:pt x="1533205" y="2103492"/>
                  </a:lnTo>
                  <a:lnTo>
                    <a:pt x="1533205" y="2094084"/>
                  </a:lnTo>
                  <a:lnTo>
                    <a:pt x="1527768" y="2094084"/>
                  </a:lnTo>
                  <a:lnTo>
                    <a:pt x="1527768" y="2089380"/>
                  </a:lnTo>
                  <a:lnTo>
                    <a:pt x="1522331" y="2089380"/>
                  </a:lnTo>
                  <a:lnTo>
                    <a:pt x="1522331" y="2088204"/>
                  </a:lnTo>
                  <a:lnTo>
                    <a:pt x="1516894" y="2088204"/>
                  </a:lnTo>
                  <a:lnTo>
                    <a:pt x="1516894" y="2084675"/>
                  </a:lnTo>
                  <a:lnTo>
                    <a:pt x="1511457" y="2084675"/>
                  </a:lnTo>
                  <a:lnTo>
                    <a:pt x="1511457" y="2079972"/>
                  </a:lnTo>
                  <a:lnTo>
                    <a:pt x="1506020" y="2079972"/>
                  </a:lnTo>
                  <a:lnTo>
                    <a:pt x="1506020" y="2071741"/>
                  </a:lnTo>
                  <a:lnTo>
                    <a:pt x="1500583" y="2071741"/>
                  </a:lnTo>
                  <a:lnTo>
                    <a:pt x="1500583" y="2070565"/>
                  </a:lnTo>
                  <a:lnTo>
                    <a:pt x="1495146" y="2070565"/>
                  </a:lnTo>
                  <a:lnTo>
                    <a:pt x="1495146" y="2064685"/>
                  </a:lnTo>
                  <a:lnTo>
                    <a:pt x="1489709" y="2064685"/>
                  </a:lnTo>
                  <a:lnTo>
                    <a:pt x="1489709" y="2061158"/>
                  </a:lnTo>
                  <a:lnTo>
                    <a:pt x="1484272" y="2061158"/>
                  </a:lnTo>
                  <a:lnTo>
                    <a:pt x="1484272" y="2054106"/>
                  </a:lnTo>
                  <a:lnTo>
                    <a:pt x="1478836" y="2054106"/>
                  </a:lnTo>
                  <a:lnTo>
                    <a:pt x="1478836" y="2050581"/>
                  </a:lnTo>
                  <a:lnTo>
                    <a:pt x="1473399" y="2050581"/>
                  </a:lnTo>
                  <a:lnTo>
                    <a:pt x="1473399" y="2047059"/>
                  </a:lnTo>
                  <a:lnTo>
                    <a:pt x="1467962" y="2047059"/>
                  </a:lnTo>
                  <a:lnTo>
                    <a:pt x="1467962" y="2038839"/>
                  </a:lnTo>
                  <a:lnTo>
                    <a:pt x="1462525" y="2038839"/>
                  </a:lnTo>
                  <a:lnTo>
                    <a:pt x="1462525" y="2034142"/>
                  </a:lnTo>
                  <a:lnTo>
                    <a:pt x="1457088" y="2034142"/>
                  </a:lnTo>
                  <a:lnTo>
                    <a:pt x="1457088" y="2028272"/>
                  </a:lnTo>
                  <a:lnTo>
                    <a:pt x="1451651" y="2028272"/>
                  </a:lnTo>
                  <a:lnTo>
                    <a:pt x="1451651" y="2024751"/>
                  </a:lnTo>
                  <a:lnTo>
                    <a:pt x="1446214" y="2024751"/>
                  </a:lnTo>
                  <a:lnTo>
                    <a:pt x="1446214" y="2016535"/>
                  </a:lnTo>
                  <a:lnTo>
                    <a:pt x="1440777" y="2016535"/>
                  </a:lnTo>
                  <a:lnTo>
                    <a:pt x="1440777" y="2014188"/>
                  </a:lnTo>
                  <a:lnTo>
                    <a:pt x="1435340" y="2014188"/>
                  </a:lnTo>
                  <a:lnTo>
                    <a:pt x="1435340" y="2009492"/>
                  </a:lnTo>
                  <a:lnTo>
                    <a:pt x="1429903" y="2009492"/>
                  </a:lnTo>
                  <a:lnTo>
                    <a:pt x="1429903" y="2002449"/>
                  </a:lnTo>
                  <a:lnTo>
                    <a:pt x="1424467" y="2002449"/>
                  </a:lnTo>
                  <a:lnTo>
                    <a:pt x="1424467" y="2001275"/>
                  </a:lnTo>
                  <a:lnTo>
                    <a:pt x="1419030" y="2001275"/>
                  </a:lnTo>
                  <a:lnTo>
                    <a:pt x="1419030" y="1996578"/>
                  </a:lnTo>
                  <a:lnTo>
                    <a:pt x="1413593" y="1996578"/>
                  </a:lnTo>
                  <a:lnTo>
                    <a:pt x="1413593" y="1995405"/>
                  </a:lnTo>
                  <a:lnTo>
                    <a:pt x="1408156" y="1995405"/>
                  </a:lnTo>
                  <a:lnTo>
                    <a:pt x="1408156" y="1991885"/>
                  </a:lnTo>
                  <a:lnTo>
                    <a:pt x="1402719" y="1991885"/>
                  </a:lnTo>
                  <a:lnTo>
                    <a:pt x="1402719" y="1989542"/>
                  </a:lnTo>
                  <a:lnTo>
                    <a:pt x="1397282" y="1989542"/>
                  </a:lnTo>
                  <a:lnTo>
                    <a:pt x="1397282" y="1983683"/>
                  </a:lnTo>
                  <a:lnTo>
                    <a:pt x="1391845" y="1983683"/>
                  </a:lnTo>
                  <a:lnTo>
                    <a:pt x="1391845" y="1975480"/>
                  </a:lnTo>
                  <a:lnTo>
                    <a:pt x="1386408" y="1975480"/>
                  </a:lnTo>
                  <a:lnTo>
                    <a:pt x="1386408" y="1973136"/>
                  </a:lnTo>
                  <a:lnTo>
                    <a:pt x="1380971" y="1973136"/>
                  </a:lnTo>
                  <a:lnTo>
                    <a:pt x="1380971" y="1966104"/>
                  </a:lnTo>
                  <a:lnTo>
                    <a:pt x="1375534" y="1966104"/>
                  </a:lnTo>
                  <a:lnTo>
                    <a:pt x="1375534" y="1961416"/>
                  </a:lnTo>
                  <a:lnTo>
                    <a:pt x="1370098" y="1961416"/>
                  </a:lnTo>
                  <a:lnTo>
                    <a:pt x="1370098" y="1957901"/>
                  </a:lnTo>
                  <a:lnTo>
                    <a:pt x="1364661" y="1957901"/>
                  </a:lnTo>
                  <a:lnTo>
                    <a:pt x="1364661" y="1953216"/>
                  </a:lnTo>
                  <a:lnTo>
                    <a:pt x="1359224" y="1953216"/>
                  </a:lnTo>
                  <a:lnTo>
                    <a:pt x="1359224" y="1943844"/>
                  </a:lnTo>
                  <a:lnTo>
                    <a:pt x="1353787" y="1943844"/>
                  </a:lnTo>
                  <a:lnTo>
                    <a:pt x="1353787" y="1941501"/>
                  </a:lnTo>
                  <a:lnTo>
                    <a:pt x="1348350" y="1941501"/>
                  </a:lnTo>
                  <a:lnTo>
                    <a:pt x="1348350" y="1935643"/>
                  </a:lnTo>
                  <a:lnTo>
                    <a:pt x="1342913" y="1935643"/>
                  </a:lnTo>
                  <a:lnTo>
                    <a:pt x="1342913" y="1932128"/>
                  </a:lnTo>
                  <a:lnTo>
                    <a:pt x="1337476" y="1932128"/>
                  </a:lnTo>
                  <a:lnTo>
                    <a:pt x="1337476" y="1926271"/>
                  </a:lnTo>
                  <a:lnTo>
                    <a:pt x="1332039" y="1926271"/>
                  </a:lnTo>
                  <a:lnTo>
                    <a:pt x="1332039" y="1922758"/>
                  </a:lnTo>
                  <a:lnTo>
                    <a:pt x="1326602" y="1922758"/>
                  </a:lnTo>
                  <a:lnTo>
                    <a:pt x="1326602" y="1919244"/>
                  </a:lnTo>
                  <a:lnTo>
                    <a:pt x="1321166" y="1919244"/>
                  </a:lnTo>
                  <a:lnTo>
                    <a:pt x="1321166" y="1914562"/>
                  </a:lnTo>
                  <a:lnTo>
                    <a:pt x="1315729" y="1914562"/>
                  </a:lnTo>
                  <a:lnTo>
                    <a:pt x="1315729" y="1912220"/>
                  </a:lnTo>
                  <a:lnTo>
                    <a:pt x="1310292" y="1912220"/>
                  </a:lnTo>
                  <a:lnTo>
                    <a:pt x="1310292" y="1906368"/>
                  </a:lnTo>
                  <a:lnTo>
                    <a:pt x="1304855" y="1906368"/>
                  </a:lnTo>
                  <a:lnTo>
                    <a:pt x="1304855" y="1905197"/>
                  </a:lnTo>
                  <a:lnTo>
                    <a:pt x="1299418" y="1905197"/>
                  </a:lnTo>
                  <a:lnTo>
                    <a:pt x="1299418" y="1899349"/>
                  </a:lnTo>
                  <a:lnTo>
                    <a:pt x="1293981" y="1899349"/>
                  </a:lnTo>
                  <a:lnTo>
                    <a:pt x="1293981" y="1891168"/>
                  </a:lnTo>
                  <a:lnTo>
                    <a:pt x="1288544" y="1891168"/>
                  </a:lnTo>
                  <a:lnTo>
                    <a:pt x="1288544" y="1885326"/>
                  </a:lnTo>
                  <a:lnTo>
                    <a:pt x="1283107" y="1885326"/>
                  </a:lnTo>
                  <a:lnTo>
                    <a:pt x="1283107" y="1881823"/>
                  </a:lnTo>
                  <a:lnTo>
                    <a:pt x="1277670" y="1881823"/>
                  </a:lnTo>
                  <a:lnTo>
                    <a:pt x="1277670" y="1878322"/>
                  </a:lnTo>
                  <a:lnTo>
                    <a:pt x="1272233" y="1878322"/>
                  </a:lnTo>
                  <a:lnTo>
                    <a:pt x="1272233" y="1872487"/>
                  </a:lnTo>
                  <a:lnTo>
                    <a:pt x="1266797" y="1872487"/>
                  </a:lnTo>
                  <a:lnTo>
                    <a:pt x="1266797" y="1871320"/>
                  </a:lnTo>
                  <a:lnTo>
                    <a:pt x="1261360" y="1871320"/>
                  </a:lnTo>
                  <a:lnTo>
                    <a:pt x="1261360" y="1861986"/>
                  </a:lnTo>
                  <a:lnTo>
                    <a:pt x="1255923" y="1861986"/>
                  </a:lnTo>
                  <a:lnTo>
                    <a:pt x="1255923" y="1856156"/>
                  </a:lnTo>
                  <a:lnTo>
                    <a:pt x="1250486" y="1856156"/>
                  </a:lnTo>
                  <a:lnTo>
                    <a:pt x="1250486" y="1852659"/>
                  </a:lnTo>
                  <a:lnTo>
                    <a:pt x="1245049" y="1852659"/>
                  </a:lnTo>
                  <a:lnTo>
                    <a:pt x="1245049" y="1850329"/>
                  </a:lnTo>
                  <a:lnTo>
                    <a:pt x="1239612" y="1850329"/>
                  </a:lnTo>
                  <a:lnTo>
                    <a:pt x="1239612" y="1846832"/>
                  </a:lnTo>
                  <a:lnTo>
                    <a:pt x="1234175" y="1846832"/>
                  </a:lnTo>
                  <a:lnTo>
                    <a:pt x="1234175" y="1839840"/>
                  </a:lnTo>
                  <a:lnTo>
                    <a:pt x="1228738" y="1839840"/>
                  </a:lnTo>
                  <a:lnTo>
                    <a:pt x="1228738" y="1832849"/>
                  </a:lnTo>
                  <a:lnTo>
                    <a:pt x="1223301" y="1832849"/>
                  </a:lnTo>
                  <a:lnTo>
                    <a:pt x="1223301" y="1830519"/>
                  </a:lnTo>
                  <a:lnTo>
                    <a:pt x="1217864" y="1830519"/>
                  </a:lnTo>
                  <a:lnTo>
                    <a:pt x="1217864" y="1824696"/>
                  </a:lnTo>
                  <a:lnTo>
                    <a:pt x="1212428" y="1824696"/>
                  </a:lnTo>
                  <a:lnTo>
                    <a:pt x="1212428" y="1822368"/>
                  </a:lnTo>
                  <a:lnTo>
                    <a:pt x="1206991" y="1822368"/>
                  </a:lnTo>
                  <a:lnTo>
                    <a:pt x="1206991" y="1815385"/>
                  </a:lnTo>
                  <a:lnTo>
                    <a:pt x="1201554" y="1815385"/>
                  </a:lnTo>
                  <a:lnTo>
                    <a:pt x="1201554" y="1811893"/>
                  </a:lnTo>
                  <a:lnTo>
                    <a:pt x="1196117" y="1811893"/>
                  </a:lnTo>
                  <a:lnTo>
                    <a:pt x="1196117" y="1802580"/>
                  </a:lnTo>
                  <a:lnTo>
                    <a:pt x="1190680" y="1802580"/>
                  </a:lnTo>
                  <a:lnTo>
                    <a:pt x="1190680" y="1800252"/>
                  </a:lnTo>
                  <a:lnTo>
                    <a:pt x="1185243" y="1800252"/>
                  </a:lnTo>
                  <a:lnTo>
                    <a:pt x="1185243" y="1792105"/>
                  </a:lnTo>
                  <a:lnTo>
                    <a:pt x="1179806" y="1792105"/>
                  </a:lnTo>
                  <a:lnTo>
                    <a:pt x="1179806" y="1787449"/>
                  </a:lnTo>
                  <a:lnTo>
                    <a:pt x="1174369" y="1787449"/>
                  </a:lnTo>
                  <a:lnTo>
                    <a:pt x="1174369" y="1785121"/>
                  </a:lnTo>
                  <a:lnTo>
                    <a:pt x="1168932" y="1785121"/>
                  </a:lnTo>
                  <a:lnTo>
                    <a:pt x="1168932" y="1778137"/>
                  </a:lnTo>
                  <a:lnTo>
                    <a:pt x="1163495" y="1778137"/>
                  </a:lnTo>
                  <a:lnTo>
                    <a:pt x="1163495" y="1768823"/>
                  </a:lnTo>
                  <a:lnTo>
                    <a:pt x="1158059" y="1768823"/>
                  </a:lnTo>
                  <a:lnTo>
                    <a:pt x="1158059" y="1758344"/>
                  </a:lnTo>
                  <a:lnTo>
                    <a:pt x="1152622" y="1758344"/>
                  </a:lnTo>
                  <a:lnTo>
                    <a:pt x="1152622" y="1752521"/>
                  </a:lnTo>
                  <a:lnTo>
                    <a:pt x="1147185" y="1752521"/>
                  </a:lnTo>
                  <a:lnTo>
                    <a:pt x="1147185" y="1745536"/>
                  </a:lnTo>
                  <a:lnTo>
                    <a:pt x="1141748" y="1745536"/>
                  </a:lnTo>
                  <a:lnTo>
                    <a:pt x="1141748" y="1740882"/>
                  </a:lnTo>
                  <a:lnTo>
                    <a:pt x="1136311" y="1740882"/>
                  </a:lnTo>
                  <a:lnTo>
                    <a:pt x="1136311" y="1732736"/>
                  </a:lnTo>
                  <a:lnTo>
                    <a:pt x="1130874" y="1732736"/>
                  </a:lnTo>
                  <a:lnTo>
                    <a:pt x="1130874" y="1726919"/>
                  </a:lnTo>
                  <a:lnTo>
                    <a:pt x="1125437" y="1726919"/>
                  </a:lnTo>
                  <a:lnTo>
                    <a:pt x="1125437" y="1721102"/>
                  </a:lnTo>
                  <a:lnTo>
                    <a:pt x="1120000" y="1721102"/>
                  </a:lnTo>
                  <a:lnTo>
                    <a:pt x="1120000" y="1717611"/>
                  </a:lnTo>
                  <a:lnTo>
                    <a:pt x="1114563" y="1717611"/>
                  </a:lnTo>
                  <a:lnTo>
                    <a:pt x="1114563" y="1708305"/>
                  </a:lnTo>
                  <a:lnTo>
                    <a:pt x="1109127" y="1708305"/>
                  </a:lnTo>
                  <a:lnTo>
                    <a:pt x="1109127" y="1703653"/>
                  </a:lnTo>
                  <a:lnTo>
                    <a:pt x="1103690" y="1703653"/>
                  </a:lnTo>
                  <a:lnTo>
                    <a:pt x="1103690" y="1697838"/>
                  </a:lnTo>
                  <a:lnTo>
                    <a:pt x="1098253" y="1697838"/>
                  </a:lnTo>
                  <a:lnTo>
                    <a:pt x="1098253" y="1683883"/>
                  </a:lnTo>
                  <a:lnTo>
                    <a:pt x="1092816" y="1683883"/>
                  </a:lnTo>
                  <a:lnTo>
                    <a:pt x="1092816" y="1675742"/>
                  </a:lnTo>
                  <a:lnTo>
                    <a:pt x="1087379" y="1675742"/>
                  </a:lnTo>
                  <a:lnTo>
                    <a:pt x="1087379" y="1666436"/>
                  </a:lnTo>
                  <a:lnTo>
                    <a:pt x="1081942" y="1666436"/>
                  </a:lnTo>
                  <a:lnTo>
                    <a:pt x="1081942" y="1662946"/>
                  </a:lnTo>
                  <a:lnTo>
                    <a:pt x="1076505" y="1662946"/>
                  </a:lnTo>
                  <a:lnTo>
                    <a:pt x="1076505" y="1655966"/>
                  </a:lnTo>
                  <a:lnTo>
                    <a:pt x="1071068" y="1655966"/>
                  </a:lnTo>
                  <a:lnTo>
                    <a:pt x="1071068" y="1651314"/>
                  </a:lnTo>
                  <a:lnTo>
                    <a:pt x="1065631" y="1651314"/>
                  </a:lnTo>
                  <a:lnTo>
                    <a:pt x="1065631" y="1645501"/>
                  </a:lnTo>
                  <a:lnTo>
                    <a:pt x="1060194" y="1645501"/>
                  </a:lnTo>
                  <a:lnTo>
                    <a:pt x="1060194" y="1638526"/>
                  </a:lnTo>
                  <a:lnTo>
                    <a:pt x="1054758" y="1638526"/>
                  </a:lnTo>
                  <a:lnTo>
                    <a:pt x="1054758" y="1632714"/>
                  </a:lnTo>
                  <a:lnTo>
                    <a:pt x="1049321" y="1632714"/>
                  </a:lnTo>
                  <a:lnTo>
                    <a:pt x="1049321" y="1621090"/>
                  </a:lnTo>
                  <a:lnTo>
                    <a:pt x="1043884" y="1621090"/>
                  </a:lnTo>
                  <a:lnTo>
                    <a:pt x="1043884" y="1609467"/>
                  </a:lnTo>
                  <a:lnTo>
                    <a:pt x="1038447" y="1609467"/>
                  </a:lnTo>
                  <a:lnTo>
                    <a:pt x="1038447" y="1602492"/>
                  </a:lnTo>
                  <a:lnTo>
                    <a:pt x="1033010" y="1602492"/>
                  </a:lnTo>
                  <a:lnTo>
                    <a:pt x="1033010" y="1594354"/>
                  </a:lnTo>
                  <a:lnTo>
                    <a:pt x="1027573" y="1594354"/>
                  </a:lnTo>
                  <a:lnTo>
                    <a:pt x="1027573" y="1587378"/>
                  </a:lnTo>
                  <a:lnTo>
                    <a:pt x="1022136" y="1587378"/>
                  </a:lnTo>
                  <a:lnTo>
                    <a:pt x="1022136" y="1582730"/>
                  </a:lnTo>
                  <a:lnTo>
                    <a:pt x="1016699" y="1582730"/>
                  </a:lnTo>
                  <a:lnTo>
                    <a:pt x="1016699" y="1575757"/>
                  </a:lnTo>
                  <a:lnTo>
                    <a:pt x="1011262" y="1575757"/>
                  </a:lnTo>
                  <a:lnTo>
                    <a:pt x="1011262" y="1572270"/>
                  </a:lnTo>
                  <a:lnTo>
                    <a:pt x="1005825" y="1572270"/>
                  </a:lnTo>
                  <a:lnTo>
                    <a:pt x="1005825" y="1562971"/>
                  </a:lnTo>
                  <a:lnTo>
                    <a:pt x="1000389" y="1562971"/>
                  </a:lnTo>
                  <a:lnTo>
                    <a:pt x="1000389" y="1554836"/>
                  </a:lnTo>
                  <a:lnTo>
                    <a:pt x="994952" y="1554836"/>
                  </a:lnTo>
                  <a:lnTo>
                    <a:pt x="994952" y="1551349"/>
                  </a:lnTo>
                  <a:lnTo>
                    <a:pt x="989515" y="1551349"/>
                  </a:lnTo>
                  <a:lnTo>
                    <a:pt x="989515" y="1549025"/>
                  </a:lnTo>
                  <a:lnTo>
                    <a:pt x="984078" y="1549025"/>
                  </a:lnTo>
                  <a:lnTo>
                    <a:pt x="984078" y="1544377"/>
                  </a:lnTo>
                  <a:lnTo>
                    <a:pt x="978641" y="1544377"/>
                  </a:lnTo>
                  <a:lnTo>
                    <a:pt x="978641" y="1542054"/>
                  </a:lnTo>
                  <a:lnTo>
                    <a:pt x="973204" y="1542054"/>
                  </a:lnTo>
                  <a:lnTo>
                    <a:pt x="973204" y="1537407"/>
                  </a:lnTo>
                  <a:lnTo>
                    <a:pt x="967767" y="1537407"/>
                  </a:lnTo>
                  <a:lnTo>
                    <a:pt x="967767" y="1528114"/>
                  </a:lnTo>
                  <a:lnTo>
                    <a:pt x="962330" y="1528114"/>
                  </a:lnTo>
                  <a:lnTo>
                    <a:pt x="962330" y="1522306"/>
                  </a:lnTo>
                  <a:lnTo>
                    <a:pt x="956893" y="1522306"/>
                  </a:lnTo>
                  <a:lnTo>
                    <a:pt x="956893" y="1517662"/>
                  </a:lnTo>
                  <a:lnTo>
                    <a:pt x="951457" y="1517662"/>
                  </a:lnTo>
                  <a:lnTo>
                    <a:pt x="951457" y="1515340"/>
                  </a:lnTo>
                  <a:lnTo>
                    <a:pt x="946020" y="1515340"/>
                  </a:lnTo>
                  <a:lnTo>
                    <a:pt x="946020" y="1506056"/>
                  </a:lnTo>
                  <a:lnTo>
                    <a:pt x="940583" y="1506056"/>
                  </a:lnTo>
                  <a:lnTo>
                    <a:pt x="940583" y="1500256"/>
                  </a:lnTo>
                  <a:lnTo>
                    <a:pt x="935146" y="1500256"/>
                  </a:lnTo>
                  <a:lnTo>
                    <a:pt x="935146" y="1493298"/>
                  </a:lnTo>
                  <a:lnTo>
                    <a:pt x="929709" y="1493298"/>
                  </a:lnTo>
                  <a:lnTo>
                    <a:pt x="929709" y="1486339"/>
                  </a:lnTo>
                  <a:lnTo>
                    <a:pt x="924272" y="1486339"/>
                  </a:lnTo>
                  <a:lnTo>
                    <a:pt x="924272" y="1481699"/>
                  </a:lnTo>
                  <a:lnTo>
                    <a:pt x="918835" y="1481699"/>
                  </a:lnTo>
                  <a:lnTo>
                    <a:pt x="918835" y="1477062"/>
                  </a:lnTo>
                  <a:lnTo>
                    <a:pt x="913398" y="1477062"/>
                  </a:lnTo>
                  <a:lnTo>
                    <a:pt x="913398" y="1468951"/>
                  </a:lnTo>
                  <a:lnTo>
                    <a:pt x="907961" y="1468951"/>
                  </a:lnTo>
                  <a:lnTo>
                    <a:pt x="907961" y="1464316"/>
                  </a:lnTo>
                  <a:lnTo>
                    <a:pt x="902524" y="1464316"/>
                  </a:lnTo>
                  <a:lnTo>
                    <a:pt x="902524" y="1457362"/>
                  </a:lnTo>
                  <a:lnTo>
                    <a:pt x="897088" y="1457362"/>
                  </a:lnTo>
                  <a:lnTo>
                    <a:pt x="897088" y="1452727"/>
                  </a:lnTo>
                  <a:lnTo>
                    <a:pt x="891651" y="1452727"/>
                  </a:lnTo>
                  <a:lnTo>
                    <a:pt x="891651" y="1444615"/>
                  </a:lnTo>
                  <a:lnTo>
                    <a:pt x="886214" y="1444615"/>
                  </a:lnTo>
                  <a:lnTo>
                    <a:pt x="886214" y="1429553"/>
                  </a:lnTo>
                  <a:lnTo>
                    <a:pt x="880777" y="1429553"/>
                  </a:lnTo>
                  <a:lnTo>
                    <a:pt x="880777" y="1422603"/>
                  </a:lnTo>
                  <a:lnTo>
                    <a:pt x="875340" y="1422603"/>
                  </a:lnTo>
                  <a:lnTo>
                    <a:pt x="875340" y="1412178"/>
                  </a:lnTo>
                  <a:lnTo>
                    <a:pt x="869903" y="1412178"/>
                  </a:lnTo>
                  <a:lnTo>
                    <a:pt x="869903" y="1402910"/>
                  </a:lnTo>
                  <a:lnTo>
                    <a:pt x="864466" y="1402910"/>
                  </a:lnTo>
                  <a:lnTo>
                    <a:pt x="864466" y="1397116"/>
                  </a:lnTo>
                  <a:lnTo>
                    <a:pt x="859029" y="1397116"/>
                  </a:lnTo>
                  <a:lnTo>
                    <a:pt x="859029" y="1389007"/>
                  </a:lnTo>
                  <a:lnTo>
                    <a:pt x="853592" y="1389007"/>
                  </a:lnTo>
                  <a:lnTo>
                    <a:pt x="853592" y="1378579"/>
                  </a:lnTo>
                  <a:lnTo>
                    <a:pt x="848155" y="1378579"/>
                  </a:lnTo>
                  <a:lnTo>
                    <a:pt x="848155" y="1372785"/>
                  </a:lnTo>
                  <a:lnTo>
                    <a:pt x="842719" y="1372785"/>
                  </a:lnTo>
                  <a:lnTo>
                    <a:pt x="842719" y="1368152"/>
                  </a:lnTo>
                  <a:lnTo>
                    <a:pt x="837282" y="1368152"/>
                  </a:lnTo>
                  <a:lnTo>
                    <a:pt x="837282" y="1363521"/>
                  </a:lnTo>
                  <a:lnTo>
                    <a:pt x="831845" y="1363521"/>
                  </a:lnTo>
                  <a:lnTo>
                    <a:pt x="831845" y="1358890"/>
                  </a:lnTo>
                  <a:lnTo>
                    <a:pt x="826408" y="1358890"/>
                  </a:lnTo>
                  <a:lnTo>
                    <a:pt x="826408" y="1350785"/>
                  </a:lnTo>
                  <a:lnTo>
                    <a:pt x="820971" y="1350785"/>
                  </a:lnTo>
                  <a:lnTo>
                    <a:pt x="820971" y="1340363"/>
                  </a:lnTo>
                  <a:lnTo>
                    <a:pt x="815534" y="1340363"/>
                  </a:lnTo>
                  <a:lnTo>
                    <a:pt x="815534" y="1332255"/>
                  </a:lnTo>
                  <a:lnTo>
                    <a:pt x="810097" y="1332255"/>
                  </a:lnTo>
                  <a:lnTo>
                    <a:pt x="810097" y="1329938"/>
                  </a:lnTo>
                  <a:lnTo>
                    <a:pt x="804660" y="1329938"/>
                  </a:lnTo>
                  <a:lnTo>
                    <a:pt x="804660" y="1324148"/>
                  </a:lnTo>
                  <a:lnTo>
                    <a:pt x="799223" y="1324148"/>
                  </a:lnTo>
                  <a:lnTo>
                    <a:pt x="799223" y="1312569"/>
                  </a:lnTo>
                  <a:lnTo>
                    <a:pt x="793786" y="1312569"/>
                  </a:lnTo>
                  <a:lnTo>
                    <a:pt x="793786" y="1309097"/>
                  </a:lnTo>
                  <a:lnTo>
                    <a:pt x="788350" y="1309097"/>
                  </a:lnTo>
                  <a:lnTo>
                    <a:pt x="788350" y="1303309"/>
                  </a:lnTo>
                  <a:lnTo>
                    <a:pt x="782913" y="1303309"/>
                  </a:lnTo>
                  <a:lnTo>
                    <a:pt x="782913" y="1298679"/>
                  </a:lnTo>
                  <a:lnTo>
                    <a:pt x="777476" y="1298679"/>
                  </a:lnTo>
                  <a:lnTo>
                    <a:pt x="777476" y="1289417"/>
                  </a:lnTo>
                  <a:lnTo>
                    <a:pt x="772039" y="1289417"/>
                  </a:lnTo>
                  <a:lnTo>
                    <a:pt x="772039" y="1281314"/>
                  </a:lnTo>
                  <a:lnTo>
                    <a:pt x="766602" y="1281314"/>
                  </a:lnTo>
                  <a:lnTo>
                    <a:pt x="766602" y="1269739"/>
                  </a:lnTo>
                  <a:lnTo>
                    <a:pt x="761165" y="1269739"/>
                  </a:lnTo>
                  <a:lnTo>
                    <a:pt x="761165" y="1257008"/>
                  </a:lnTo>
                  <a:lnTo>
                    <a:pt x="755728" y="1257008"/>
                  </a:lnTo>
                  <a:lnTo>
                    <a:pt x="755728" y="1252378"/>
                  </a:lnTo>
                  <a:lnTo>
                    <a:pt x="750291" y="1252378"/>
                  </a:lnTo>
                  <a:lnTo>
                    <a:pt x="750291" y="1241958"/>
                  </a:lnTo>
                  <a:lnTo>
                    <a:pt x="744854" y="1241958"/>
                  </a:lnTo>
                  <a:lnTo>
                    <a:pt x="744854" y="1237326"/>
                  </a:lnTo>
                  <a:lnTo>
                    <a:pt x="739418" y="1237326"/>
                  </a:lnTo>
                  <a:lnTo>
                    <a:pt x="739418" y="1232694"/>
                  </a:lnTo>
                  <a:lnTo>
                    <a:pt x="733981" y="1232694"/>
                  </a:lnTo>
                  <a:lnTo>
                    <a:pt x="733981" y="1224588"/>
                  </a:lnTo>
                  <a:lnTo>
                    <a:pt x="728544" y="1224588"/>
                  </a:lnTo>
                  <a:lnTo>
                    <a:pt x="728544" y="1215324"/>
                  </a:lnTo>
                  <a:lnTo>
                    <a:pt x="723107" y="1215324"/>
                  </a:lnTo>
                  <a:lnTo>
                    <a:pt x="723107" y="1214166"/>
                  </a:lnTo>
                  <a:lnTo>
                    <a:pt x="717670" y="1214166"/>
                  </a:lnTo>
                  <a:lnTo>
                    <a:pt x="717670" y="1207221"/>
                  </a:lnTo>
                  <a:lnTo>
                    <a:pt x="712233" y="1207221"/>
                  </a:lnTo>
                  <a:lnTo>
                    <a:pt x="712233" y="1201432"/>
                  </a:lnTo>
                  <a:lnTo>
                    <a:pt x="706796" y="1201432"/>
                  </a:lnTo>
                  <a:lnTo>
                    <a:pt x="706796" y="1196804"/>
                  </a:lnTo>
                  <a:lnTo>
                    <a:pt x="701359" y="1196804"/>
                  </a:lnTo>
                  <a:lnTo>
                    <a:pt x="701359" y="1189860"/>
                  </a:lnTo>
                  <a:lnTo>
                    <a:pt x="695922" y="1189860"/>
                  </a:lnTo>
                  <a:lnTo>
                    <a:pt x="695922" y="1182920"/>
                  </a:lnTo>
                  <a:lnTo>
                    <a:pt x="690485" y="1182920"/>
                  </a:lnTo>
                  <a:lnTo>
                    <a:pt x="690485" y="1173664"/>
                  </a:lnTo>
                  <a:lnTo>
                    <a:pt x="685049" y="1173664"/>
                  </a:lnTo>
                  <a:lnTo>
                    <a:pt x="685049" y="1165570"/>
                  </a:lnTo>
                  <a:lnTo>
                    <a:pt x="679612" y="1165570"/>
                  </a:lnTo>
                  <a:lnTo>
                    <a:pt x="679612" y="1160945"/>
                  </a:lnTo>
                  <a:lnTo>
                    <a:pt x="674175" y="1160945"/>
                  </a:lnTo>
                  <a:lnTo>
                    <a:pt x="674175" y="1156319"/>
                  </a:lnTo>
                  <a:lnTo>
                    <a:pt x="668738" y="1156319"/>
                  </a:lnTo>
                  <a:lnTo>
                    <a:pt x="668738" y="1149382"/>
                  </a:lnTo>
                  <a:lnTo>
                    <a:pt x="663301" y="1149382"/>
                  </a:lnTo>
                  <a:lnTo>
                    <a:pt x="663301" y="1142445"/>
                  </a:lnTo>
                  <a:lnTo>
                    <a:pt x="657864" y="1142445"/>
                  </a:lnTo>
                  <a:lnTo>
                    <a:pt x="657864" y="1136664"/>
                  </a:lnTo>
                  <a:lnTo>
                    <a:pt x="652427" y="1136664"/>
                  </a:lnTo>
                  <a:lnTo>
                    <a:pt x="652427" y="1130885"/>
                  </a:lnTo>
                  <a:lnTo>
                    <a:pt x="646990" y="1130885"/>
                  </a:lnTo>
                  <a:lnTo>
                    <a:pt x="646990" y="1119326"/>
                  </a:lnTo>
                  <a:lnTo>
                    <a:pt x="641553" y="1119326"/>
                  </a:lnTo>
                  <a:lnTo>
                    <a:pt x="641553" y="1112389"/>
                  </a:lnTo>
                  <a:lnTo>
                    <a:pt x="636116" y="1112389"/>
                  </a:lnTo>
                  <a:lnTo>
                    <a:pt x="636116" y="1100825"/>
                  </a:lnTo>
                  <a:lnTo>
                    <a:pt x="630680" y="1100825"/>
                  </a:lnTo>
                  <a:lnTo>
                    <a:pt x="630680" y="1097356"/>
                  </a:lnTo>
                  <a:lnTo>
                    <a:pt x="625243" y="1097356"/>
                  </a:lnTo>
                  <a:lnTo>
                    <a:pt x="625243" y="1091579"/>
                  </a:lnTo>
                  <a:lnTo>
                    <a:pt x="619806" y="1091579"/>
                  </a:lnTo>
                  <a:lnTo>
                    <a:pt x="619806" y="1084649"/>
                  </a:lnTo>
                  <a:lnTo>
                    <a:pt x="614369" y="1084649"/>
                  </a:lnTo>
                  <a:lnTo>
                    <a:pt x="614369" y="1080029"/>
                  </a:lnTo>
                  <a:lnTo>
                    <a:pt x="608932" y="1080029"/>
                  </a:lnTo>
                  <a:lnTo>
                    <a:pt x="608932" y="1075410"/>
                  </a:lnTo>
                  <a:lnTo>
                    <a:pt x="603495" y="1075410"/>
                  </a:lnTo>
                  <a:lnTo>
                    <a:pt x="603495" y="1069636"/>
                  </a:lnTo>
                  <a:lnTo>
                    <a:pt x="598058" y="1069636"/>
                  </a:lnTo>
                  <a:lnTo>
                    <a:pt x="598058" y="1061554"/>
                  </a:lnTo>
                  <a:lnTo>
                    <a:pt x="592621" y="1061554"/>
                  </a:lnTo>
                  <a:lnTo>
                    <a:pt x="592621" y="1052316"/>
                  </a:lnTo>
                  <a:lnTo>
                    <a:pt x="587184" y="1052316"/>
                  </a:lnTo>
                  <a:lnTo>
                    <a:pt x="587184" y="1045390"/>
                  </a:lnTo>
                  <a:lnTo>
                    <a:pt x="581747" y="1045390"/>
                  </a:lnTo>
                  <a:lnTo>
                    <a:pt x="581747" y="1039617"/>
                  </a:lnTo>
                  <a:lnTo>
                    <a:pt x="576311" y="1039617"/>
                  </a:lnTo>
                  <a:lnTo>
                    <a:pt x="576311" y="1029227"/>
                  </a:lnTo>
                  <a:lnTo>
                    <a:pt x="570874" y="1029227"/>
                  </a:lnTo>
                  <a:lnTo>
                    <a:pt x="570874" y="1024612"/>
                  </a:lnTo>
                  <a:lnTo>
                    <a:pt x="565437" y="1024612"/>
                  </a:lnTo>
                  <a:lnTo>
                    <a:pt x="565437" y="1021150"/>
                  </a:lnTo>
                  <a:lnTo>
                    <a:pt x="560000" y="1021150"/>
                  </a:lnTo>
                  <a:lnTo>
                    <a:pt x="560000" y="1010767"/>
                  </a:lnTo>
                  <a:lnTo>
                    <a:pt x="554563" y="1010767"/>
                  </a:lnTo>
                  <a:lnTo>
                    <a:pt x="554563" y="1000385"/>
                  </a:lnTo>
                  <a:lnTo>
                    <a:pt x="549126" y="1000385"/>
                  </a:lnTo>
                  <a:lnTo>
                    <a:pt x="549126" y="992310"/>
                  </a:lnTo>
                  <a:lnTo>
                    <a:pt x="543689" y="992310"/>
                  </a:lnTo>
                  <a:lnTo>
                    <a:pt x="543689" y="986541"/>
                  </a:lnTo>
                  <a:lnTo>
                    <a:pt x="538252" y="986541"/>
                  </a:lnTo>
                  <a:lnTo>
                    <a:pt x="538252" y="984234"/>
                  </a:lnTo>
                  <a:lnTo>
                    <a:pt x="532815" y="984234"/>
                  </a:lnTo>
                  <a:lnTo>
                    <a:pt x="532815" y="976164"/>
                  </a:lnTo>
                  <a:lnTo>
                    <a:pt x="527379" y="976164"/>
                  </a:lnTo>
                  <a:lnTo>
                    <a:pt x="527379" y="970401"/>
                  </a:lnTo>
                  <a:lnTo>
                    <a:pt x="521942" y="970401"/>
                  </a:lnTo>
                  <a:lnTo>
                    <a:pt x="521942" y="961180"/>
                  </a:lnTo>
                  <a:lnTo>
                    <a:pt x="516505" y="961180"/>
                  </a:lnTo>
                  <a:lnTo>
                    <a:pt x="516505" y="945039"/>
                  </a:lnTo>
                  <a:lnTo>
                    <a:pt x="511068" y="945039"/>
                  </a:lnTo>
                  <a:lnTo>
                    <a:pt x="511068" y="934662"/>
                  </a:lnTo>
                  <a:lnTo>
                    <a:pt x="505631" y="934662"/>
                  </a:lnTo>
                  <a:lnTo>
                    <a:pt x="505631" y="916212"/>
                  </a:lnTo>
                  <a:lnTo>
                    <a:pt x="500194" y="916212"/>
                  </a:lnTo>
                  <a:lnTo>
                    <a:pt x="500194" y="910445"/>
                  </a:lnTo>
                  <a:lnTo>
                    <a:pt x="494757" y="910445"/>
                  </a:lnTo>
                  <a:lnTo>
                    <a:pt x="494757" y="898913"/>
                  </a:lnTo>
                  <a:lnTo>
                    <a:pt x="489320" y="898913"/>
                  </a:lnTo>
                  <a:lnTo>
                    <a:pt x="489320" y="891994"/>
                  </a:lnTo>
                  <a:lnTo>
                    <a:pt x="483883" y="891994"/>
                  </a:lnTo>
                  <a:lnTo>
                    <a:pt x="483883" y="889688"/>
                  </a:lnTo>
                  <a:lnTo>
                    <a:pt x="478446" y="889688"/>
                  </a:lnTo>
                  <a:lnTo>
                    <a:pt x="478446" y="885076"/>
                  </a:lnTo>
                  <a:lnTo>
                    <a:pt x="473010" y="885076"/>
                  </a:lnTo>
                  <a:lnTo>
                    <a:pt x="473010" y="879309"/>
                  </a:lnTo>
                  <a:lnTo>
                    <a:pt x="467573" y="879309"/>
                  </a:lnTo>
                  <a:lnTo>
                    <a:pt x="467573" y="872389"/>
                  </a:lnTo>
                  <a:lnTo>
                    <a:pt x="462136" y="872389"/>
                  </a:lnTo>
                  <a:lnTo>
                    <a:pt x="462136" y="863164"/>
                  </a:lnTo>
                  <a:lnTo>
                    <a:pt x="456699" y="863164"/>
                  </a:lnTo>
                  <a:lnTo>
                    <a:pt x="456699" y="849329"/>
                  </a:lnTo>
                  <a:lnTo>
                    <a:pt x="451262" y="849329"/>
                  </a:lnTo>
                  <a:lnTo>
                    <a:pt x="451262" y="841263"/>
                  </a:lnTo>
                  <a:lnTo>
                    <a:pt x="445825" y="841263"/>
                  </a:lnTo>
                  <a:lnTo>
                    <a:pt x="445825" y="834349"/>
                  </a:lnTo>
                  <a:lnTo>
                    <a:pt x="440388" y="834349"/>
                  </a:lnTo>
                  <a:lnTo>
                    <a:pt x="440388" y="827434"/>
                  </a:lnTo>
                  <a:lnTo>
                    <a:pt x="434951" y="827434"/>
                  </a:lnTo>
                  <a:lnTo>
                    <a:pt x="434951" y="819367"/>
                  </a:lnTo>
                  <a:lnTo>
                    <a:pt x="429514" y="819367"/>
                  </a:lnTo>
                  <a:lnTo>
                    <a:pt x="429514" y="811300"/>
                  </a:lnTo>
                  <a:lnTo>
                    <a:pt x="424077" y="811300"/>
                  </a:lnTo>
                  <a:lnTo>
                    <a:pt x="424077" y="803231"/>
                  </a:lnTo>
                  <a:lnTo>
                    <a:pt x="418641" y="803231"/>
                  </a:lnTo>
                  <a:lnTo>
                    <a:pt x="418641" y="792856"/>
                  </a:lnTo>
                  <a:lnTo>
                    <a:pt x="413204" y="792856"/>
                  </a:lnTo>
                  <a:lnTo>
                    <a:pt x="413204" y="781327"/>
                  </a:lnTo>
                  <a:lnTo>
                    <a:pt x="407767" y="781327"/>
                  </a:lnTo>
                  <a:lnTo>
                    <a:pt x="407767" y="774410"/>
                  </a:lnTo>
                  <a:lnTo>
                    <a:pt x="402330" y="774410"/>
                  </a:lnTo>
                  <a:lnTo>
                    <a:pt x="402330" y="762880"/>
                  </a:lnTo>
                  <a:lnTo>
                    <a:pt x="396893" y="762880"/>
                  </a:lnTo>
                  <a:lnTo>
                    <a:pt x="396893" y="754811"/>
                  </a:lnTo>
                  <a:lnTo>
                    <a:pt x="391456" y="754811"/>
                  </a:lnTo>
                  <a:lnTo>
                    <a:pt x="391456" y="750199"/>
                  </a:lnTo>
                  <a:lnTo>
                    <a:pt x="386019" y="750199"/>
                  </a:lnTo>
                  <a:lnTo>
                    <a:pt x="386019" y="740973"/>
                  </a:lnTo>
                  <a:lnTo>
                    <a:pt x="380582" y="740973"/>
                  </a:lnTo>
                  <a:lnTo>
                    <a:pt x="380582" y="732904"/>
                  </a:lnTo>
                  <a:lnTo>
                    <a:pt x="375145" y="732904"/>
                  </a:lnTo>
                  <a:lnTo>
                    <a:pt x="375145" y="721377"/>
                  </a:lnTo>
                  <a:lnTo>
                    <a:pt x="369709" y="721377"/>
                  </a:lnTo>
                  <a:lnTo>
                    <a:pt x="369709" y="714464"/>
                  </a:lnTo>
                  <a:lnTo>
                    <a:pt x="364272" y="714464"/>
                  </a:lnTo>
                  <a:lnTo>
                    <a:pt x="364272" y="700642"/>
                  </a:lnTo>
                  <a:lnTo>
                    <a:pt x="358835" y="700642"/>
                  </a:lnTo>
                  <a:lnTo>
                    <a:pt x="358835" y="692578"/>
                  </a:lnTo>
                  <a:lnTo>
                    <a:pt x="353398" y="692578"/>
                  </a:lnTo>
                  <a:lnTo>
                    <a:pt x="353398" y="669530"/>
                  </a:lnTo>
                  <a:lnTo>
                    <a:pt x="347961" y="669530"/>
                  </a:lnTo>
                  <a:lnTo>
                    <a:pt x="347961" y="655692"/>
                  </a:lnTo>
                  <a:lnTo>
                    <a:pt x="342524" y="655692"/>
                  </a:lnTo>
                  <a:lnTo>
                    <a:pt x="342524" y="647624"/>
                  </a:lnTo>
                  <a:lnTo>
                    <a:pt x="337087" y="647624"/>
                  </a:lnTo>
                  <a:lnTo>
                    <a:pt x="337087" y="638400"/>
                  </a:lnTo>
                  <a:lnTo>
                    <a:pt x="331650" y="638400"/>
                  </a:lnTo>
                  <a:lnTo>
                    <a:pt x="331650" y="629178"/>
                  </a:lnTo>
                  <a:lnTo>
                    <a:pt x="326213" y="629178"/>
                  </a:lnTo>
                  <a:lnTo>
                    <a:pt x="326213" y="614187"/>
                  </a:lnTo>
                  <a:lnTo>
                    <a:pt x="320776" y="614187"/>
                  </a:lnTo>
                  <a:lnTo>
                    <a:pt x="320776" y="611881"/>
                  </a:lnTo>
                  <a:lnTo>
                    <a:pt x="315340" y="611881"/>
                  </a:lnTo>
                  <a:lnTo>
                    <a:pt x="315340" y="602652"/>
                  </a:lnTo>
                  <a:lnTo>
                    <a:pt x="309903" y="602652"/>
                  </a:lnTo>
                  <a:lnTo>
                    <a:pt x="309903" y="592271"/>
                  </a:lnTo>
                  <a:lnTo>
                    <a:pt x="304466" y="592271"/>
                  </a:lnTo>
                  <a:lnTo>
                    <a:pt x="304466" y="581893"/>
                  </a:lnTo>
                  <a:lnTo>
                    <a:pt x="299029" y="581893"/>
                  </a:lnTo>
                  <a:lnTo>
                    <a:pt x="299029" y="573817"/>
                  </a:lnTo>
                  <a:lnTo>
                    <a:pt x="293592" y="573817"/>
                  </a:lnTo>
                  <a:lnTo>
                    <a:pt x="293592" y="568051"/>
                  </a:lnTo>
                  <a:lnTo>
                    <a:pt x="288155" y="568051"/>
                  </a:lnTo>
                  <a:lnTo>
                    <a:pt x="288155" y="556517"/>
                  </a:lnTo>
                  <a:lnTo>
                    <a:pt x="282718" y="556517"/>
                  </a:lnTo>
                  <a:lnTo>
                    <a:pt x="282718" y="546134"/>
                  </a:lnTo>
                  <a:lnTo>
                    <a:pt x="277281" y="546134"/>
                  </a:lnTo>
                  <a:lnTo>
                    <a:pt x="277281" y="534590"/>
                  </a:lnTo>
                  <a:lnTo>
                    <a:pt x="271844" y="534590"/>
                  </a:lnTo>
                  <a:lnTo>
                    <a:pt x="271844" y="521894"/>
                  </a:lnTo>
                  <a:lnTo>
                    <a:pt x="266407" y="521894"/>
                  </a:lnTo>
                  <a:lnTo>
                    <a:pt x="266407" y="506892"/>
                  </a:lnTo>
                  <a:lnTo>
                    <a:pt x="260971" y="506892"/>
                  </a:lnTo>
                  <a:lnTo>
                    <a:pt x="260971" y="497654"/>
                  </a:lnTo>
                  <a:lnTo>
                    <a:pt x="255534" y="497654"/>
                  </a:lnTo>
                  <a:lnTo>
                    <a:pt x="255534" y="484944"/>
                  </a:lnTo>
                  <a:lnTo>
                    <a:pt x="250097" y="484944"/>
                  </a:lnTo>
                  <a:lnTo>
                    <a:pt x="250097" y="475695"/>
                  </a:lnTo>
                  <a:lnTo>
                    <a:pt x="244660" y="475695"/>
                  </a:lnTo>
                  <a:lnTo>
                    <a:pt x="244660" y="467601"/>
                  </a:lnTo>
                  <a:lnTo>
                    <a:pt x="239223" y="467601"/>
                  </a:lnTo>
                  <a:lnTo>
                    <a:pt x="239223" y="462978"/>
                  </a:lnTo>
                  <a:lnTo>
                    <a:pt x="233786" y="462978"/>
                  </a:lnTo>
                  <a:lnTo>
                    <a:pt x="233786" y="450266"/>
                  </a:lnTo>
                  <a:lnTo>
                    <a:pt x="228349" y="450266"/>
                  </a:lnTo>
                  <a:lnTo>
                    <a:pt x="228349" y="444502"/>
                  </a:lnTo>
                  <a:lnTo>
                    <a:pt x="222912" y="444502"/>
                  </a:lnTo>
                  <a:lnTo>
                    <a:pt x="222912" y="438737"/>
                  </a:lnTo>
                  <a:lnTo>
                    <a:pt x="217475" y="438737"/>
                  </a:lnTo>
                  <a:lnTo>
                    <a:pt x="217475" y="428355"/>
                  </a:lnTo>
                  <a:lnTo>
                    <a:pt x="212038" y="428355"/>
                  </a:lnTo>
                  <a:lnTo>
                    <a:pt x="212038" y="414500"/>
                  </a:lnTo>
                  <a:lnTo>
                    <a:pt x="206602" y="414500"/>
                  </a:lnTo>
                  <a:lnTo>
                    <a:pt x="206602" y="398322"/>
                  </a:lnTo>
                  <a:lnTo>
                    <a:pt x="201165" y="398322"/>
                  </a:lnTo>
                  <a:lnTo>
                    <a:pt x="201165" y="387912"/>
                  </a:lnTo>
                  <a:lnTo>
                    <a:pt x="195728" y="387912"/>
                  </a:lnTo>
                  <a:lnTo>
                    <a:pt x="195728" y="379810"/>
                  </a:lnTo>
                  <a:lnTo>
                    <a:pt x="190291" y="379810"/>
                  </a:lnTo>
                  <a:lnTo>
                    <a:pt x="190291" y="372867"/>
                  </a:lnTo>
                  <a:lnTo>
                    <a:pt x="184854" y="372867"/>
                  </a:lnTo>
                  <a:lnTo>
                    <a:pt x="184854" y="360130"/>
                  </a:lnTo>
                  <a:lnTo>
                    <a:pt x="179417" y="360130"/>
                  </a:lnTo>
                  <a:lnTo>
                    <a:pt x="179417" y="348539"/>
                  </a:lnTo>
                  <a:lnTo>
                    <a:pt x="173980" y="348539"/>
                  </a:lnTo>
                  <a:lnTo>
                    <a:pt x="173980" y="332290"/>
                  </a:lnTo>
                  <a:lnTo>
                    <a:pt x="168543" y="332290"/>
                  </a:lnTo>
                  <a:lnTo>
                    <a:pt x="168543" y="312533"/>
                  </a:lnTo>
                  <a:lnTo>
                    <a:pt x="163106" y="312533"/>
                  </a:lnTo>
                  <a:lnTo>
                    <a:pt x="163106" y="305554"/>
                  </a:lnTo>
                  <a:lnTo>
                    <a:pt x="157670" y="305554"/>
                  </a:lnTo>
                  <a:lnTo>
                    <a:pt x="157670" y="290423"/>
                  </a:lnTo>
                  <a:lnTo>
                    <a:pt x="152233" y="290423"/>
                  </a:lnTo>
                  <a:lnTo>
                    <a:pt x="152233" y="274108"/>
                  </a:lnTo>
                  <a:lnTo>
                    <a:pt x="146796" y="274108"/>
                  </a:lnTo>
                  <a:lnTo>
                    <a:pt x="146796" y="263605"/>
                  </a:lnTo>
                  <a:lnTo>
                    <a:pt x="141359" y="263605"/>
                  </a:lnTo>
                  <a:lnTo>
                    <a:pt x="141359" y="243736"/>
                  </a:lnTo>
                  <a:lnTo>
                    <a:pt x="135922" y="243736"/>
                  </a:lnTo>
                  <a:lnTo>
                    <a:pt x="135922" y="229679"/>
                  </a:lnTo>
                  <a:lnTo>
                    <a:pt x="130485" y="229679"/>
                  </a:lnTo>
                  <a:lnTo>
                    <a:pt x="130485" y="217938"/>
                  </a:lnTo>
                  <a:lnTo>
                    <a:pt x="125048" y="217938"/>
                  </a:lnTo>
                  <a:lnTo>
                    <a:pt x="125048" y="212060"/>
                  </a:lnTo>
                  <a:lnTo>
                    <a:pt x="119611" y="212060"/>
                  </a:lnTo>
                  <a:lnTo>
                    <a:pt x="119611" y="200290"/>
                  </a:lnTo>
                  <a:lnTo>
                    <a:pt x="114174" y="200290"/>
                  </a:lnTo>
                  <a:lnTo>
                    <a:pt x="114174" y="195581"/>
                  </a:lnTo>
                  <a:lnTo>
                    <a:pt x="108737" y="195581"/>
                  </a:lnTo>
                  <a:lnTo>
                    <a:pt x="108737" y="175525"/>
                  </a:lnTo>
                  <a:lnTo>
                    <a:pt x="103301" y="175525"/>
                  </a:lnTo>
                  <a:lnTo>
                    <a:pt x="103301" y="170793"/>
                  </a:lnTo>
                  <a:lnTo>
                    <a:pt x="97864" y="170793"/>
                  </a:lnTo>
                  <a:lnTo>
                    <a:pt x="97864" y="156564"/>
                  </a:lnTo>
                  <a:lnTo>
                    <a:pt x="92427" y="156564"/>
                  </a:lnTo>
                  <a:lnTo>
                    <a:pt x="92427" y="145856"/>
                  </a:lnTo>
                  <a:lnTo>
                    <a:pt x="86990" y="145856"/>
                  </a:lnTo>
                  <a:lnTo>
                    <a:pt x="86990" y="127922"/>
                  </a:lnTo>
                  <a:lnTo>
                    <a:pt x="81553" y="127922"/>
                  </a:lnTo>
                  <a:lnTo>
                    <a:pt x="81553" y="118311"/>
                  </a:lnTo>
                  <a:lnTo>
                    <a:pt x="76116" y="118311"/>
                  </a:lnTo>
                  <a:lnTo>
                    <a:pt x="76116" y="108676"/>
                  </a:lnTo>
                  <a:lnTo>
                    <a:pt x="70679" y="108676"/>
                  </a:lnTo>
                  <a:lnTo>
                    <a:pt x="70679" y="102630"/>
                  </a:lnTo>
                  <a:lnTo>
                    <a:pt x="65242" y="102630"/>
                  </a:lnTo>
                  <a:lnTo>
                    <a:pt x="65242" y="95348"/>
                  </a:lnTo>
                  <a:lnTo>
                    <a:pt x="59805" y="95348"/>
                  </a:lnTo>
                  <a:lnTo>
                    <a:pt x="59805" y="86812"/>
                  </a:lnTo>
                  <a:lnTo>
                    <a:pt x="54368" y="86812"/>
                  </a:lnTo>
                  <a:lnTo>
                    <a:pt x="54368" y="72055"/>
                  </a:lnTo>
                  <a:lnTo>
                    <a:pt x="48932" y="72055"/>
                  </a:lnTo>
                  <a:lnTo>
                    <a:pt x="48932" y="59599"/>
                  </a:lnTo>
                  <a:lnTo>
                    <a:pt x="43495" y="59599"/>
                  </a:lnTo>
                  <a:lnTo>
                    <a:pt x="43495" y="45665"/>
                  </a:lnTo>
                  <a:lnTo>
                    <a:pt x="38058" y="45665"/>
                  </a:lnTo>
                  <a:lnTo>
                    <a:pt x="38058" y="40514"/>
                  </a:lnTo>
                  <a:lnTo>
                    <a:pt x="32621" y="40514"/>
                  </a:lnTo>
                  <a:lnTo>
                    <a:pt x="32621" y="31342"/>
                  </a:lnTo>
                  <a:lnTo>
                    <a:pt x="27184" y="31342"/>
                  </a:lnTo>
                  <a:lnTo>
                    <a:pt x="27184" y="20472"/>
                  </a:lnTo>
                  <a:lnTo>
                    <a:pt x="21747" y="20472"/>
                  </a:lnTo>
                  <a:lnTo>
                    <a:pt x="21747" y="14755"/>
                  </a:lnTo>
                  <a:lnTo>
                    <a:pt x="16310" y="14755"/>
                  </a:lnTo>
                  <a:lnTo>
                    <a:pt x="16310" y="11765"/>
                  </a:lnTo>
                  <a:lnTo>
                    <a:pt x="10873" y="11765"/>
                  </a:lnTo>
                  <a:lnTo>
                    <a:pt x="10873" y="3210"/>
                  </a:lnTo>
                  <a:lnTo>
                    <a:pt x="0" y="3210"/>
                  </a:lnTo>
                  <a:close/>
                </a:path>
              </a:pathLst>
            </a:custGeom>
            <a:solidFill>
              <a:srgbClr val="F564E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011026" y="789916"/>
              <a:ext cx="9911463" cy="4098309"/>
            </a:xfrm>
            <a:custGeom>
              <a:avLst/>
              <a:pathLst>
                <a:path w="9911463" h="4098309">
                  <a:moveTo>
                    <a:pt x="0" y="0"/>
                  </a:moveTo>
                  <a:lnTo>
                    <a:pt x="10873" y="0"/>
                  </a:lnTo>
                  <a:lnTo>
                    <a:pt x="10873" y="1307"/>
                  </a:lnTo>
                  <a:lnTo>
                    <a:pt x="16310" y="1307"/>
                  </a:lnTo>
                  <a:lnTo>
                    <a:pt x="16310" y="2679"/>
                  </a:lnTo>
                  <a:lnTo>
                    <a:pt x="21747" y="2679"/>
                  </a:lnTo>
                  <a:lnTo>
                    <a:pt x="21747" y="5684"/>
                  </a:lnTo>
                  <a:lnTo>
                    <a:pt x="27184" y="5684"/>
                  </a:lnTo>
                  <a:lnTo>
                    <a:pt x="27184" y="12263"/>
                  </a:lnTo>
                  <a:lnTo>
                    <a:pt x="32621" y="12263"/>
                  </a:lnTo>
                  <a:lnTo>
                    <a:pt x="32621" y="18360"/>
                  </a:lnTo>
                  <a:lnTo>
                    <a:pt x="38058" y="18360"/>
                  </a:lnTo>
                  <a:lnTo>
                    <a:pt x="38058" y="21935"/>
                  </a:lnTo>
                  <a:lnTo>
                    <a:pt x="43495" y="21935"/>
                  </a:lnTo>
                  <a:lnTo>
                    <a:pt x="43495" y="32004"/>
                  </a:lnTo>
                  <a:lnTo>
                    <a:pt x="48932" y="32004"/>
                  </a:lnTo>
                  <a:lnTo>
                    <a:pt x="48932" y="41377"/>
                  </a:lnTo>
                  <a:lnTo>
                    <a:pt x="54368" y="41377"/>
                  </a:lnTo>
                  <a:lnTo>
                    <a:pt x="54368" y="52816"/>
                  </a:lnTo>
                  <a:lnTo>
                    <a:pt x="59805" y="52816"/>
                  </a:lnTo>
                  <a:lnTo>
                    <a:pt x="59805" y="59564"/>
                  </a:lnTo>
                  <a:lnTo>
                    <a:pt x="65242" y="59564"/>
                  </a:lnTo>
                  <a:lnTo>
                    <a:pt x="65242" y="65386"/>
                  </a:lnTo>
                  <a:lnTo>
                    <a:pt x="70679" y="65386"/>
                  </a:lnTo>
                  <a:lnTo>
                    <a:pt x="70679" y="70259"/>
                  </a:lnTo>
                  <a:lnTo>
                    <a:pt x="76116" y="70259"/>
                  </a:lnTo>
                  <a:lnTo>
                    <a:pt x="76116" y="78095"/>
                  </a:lnTo>
                  <a:lnTo>
                    <a:pt x="81553" y="78095"/>
                  </a:lnTo>
                  <a:lnTo>
                    <a:pt x="81553" y="85984"/>
                  </a:lnTo>
                  <a:lnTo>
                    <a:pt x="86990" y="85984"/>
                  </a:lnTo>
                  <a:lnTo>
                    <a:pt x="86990" y="100878"/>
                  </a:lnTo>
                  <a:lnTo>
                    <a:pt x="92427" y="100878"/>
                  </a:lnTo>
                  <a:lnTo>
                    <a:pt x="92427" y="109866"/>
                  </a:lnTo>
                  <a:lnTo>
                    <a:pt x="97864" y="109866"/>
                  </a:lnTo>
                  <a:lnTo>
                    <a:pt x="97864" y="121904"/>
                  </a:lnTo>
                  <a:lnTo>
                    <a:pt x="103301" y="121904"/>
                  </a:lnTo>
                  <a:lnTo>
                    <a:pt x="103301" y="125929"/>
                  </a:lnTo>
                  <a:lnTo>
                    <a:pt x="108737" y="125929"/>
                  </a:lnTo>
                  <a:lnTo>
                    <a:pt x="108737" y="143100"/>
                  </a:lnTo>
                  <a:lnTo>
                    <a:pt x="114174" y="143100"/>
                  </a:lnTo>
                  <a:lnTo>
                    <a:pt x="114174" y="147155"/>
                  </a:lnTo>
                  <a:lnTo>
                    <a:pt x="119611" y="147155"/>
                  </a:lnTo>
                  <a:lnTo>
                    <a:pt x="119611" y="157326"/>
                  </a:lnTo>
                  <a:lnTo>
                    <a:pt x="125048" y="157326"/>
                  </a:lnTo>
                  <a:lnTo>
                    <a:pt x="125048" y="162423"/>
                  </a:lnTo>
                  <a:lnTo>
                    <a:pt x="130485" y="162423"/>
                  </a:lnTo>
                  <a:lnTo>
                    <a:pt x="130485" y="172638"/>
                  </a:lnTo>
                  <a:lnTo>
                    <a:pt x="135922" y="172638"/>
                  </a:lnTo>
                  <a:lnTo>
                    <a:pt x="135922" y="184926"/>
                  </a:lnTo>
                  <a:lnTo>
                    <a:pt x="141359" y="184926"/>
                  </a:lnTo>
                  <a:lnTo>
                    <a:pt x="141359" y="202389"/>
                  </a:lnTo>
                  <a:lnTo>
                    <a:pt x="146796" y="202389"/>
                  </a:lnTo>
                  <a:lnTo>
                    <a:pt x="146796" y="211663"/>
                  </a:lnTo>
                  <a:lnTo>
                    <a:pt x="152233" y="211663"/>
                  </a:lnTo>
                  <a:lnTo>
                    <a:pt x="152233" y="226119"/>
                  </a:lnTo>
                  <a:lnTo>
                    <a:pt x="157670" y="226119"/>
                  </a:lnTo>
                  <a:lnTo>
                    <a:pt x="157670" y="239579"/>
                  </a:lnTo>
                  <a:lnTo>
                    <a:pt x="163106" y="239579"/>
                  </a:lnTo>
                  <a:lnTo>
                    <a:pt x="163106" y="245804"/>
                  </a:lnTo>
                  <a:lnTo>
                    <a:pt x="168543" y="245804"/>
                  </a:lnTo>
                  <a:lnTo>
                    <a:pt x="168543" y="263477"/>
                  </a:lnTo>
                  <a:lnTo>
                    <a:pt x="173980" y="263477"/>
                  </a:lnTo>
                  <a:lnTo>
                    <a:pt x="173980" y="278066"/>
                  </a:lnTo>
                  <a:lnTo>
                    <a:pt x="179417" y="278066"/>
                  </a:lnTo>
                  <a:lnTo>
                    <a:pt x="179417" y="288502"/>
                  </a:lnTo>
                  <a:lnTo>
                    <a:pt x="184854" y="288502"/>
                  </a:lnTo>
                  <a:lnTo>
                    <a:pt x="184854" y="299995"/>
                  </a:lnTo>
                  <a:lnTo>
                    <a:pt x="190291" y="299995"/>
                  </a:lnTo>
                  <a:lnTo>
                    <a:pt x="190291" y="306271"/>
                  </a:lnTo>
                  <a:lnTo>
                    <a:pt x="195728" y="306271"/>
                  </a:lnTo>
                  <a:lnTo>
                    <a:pt x="195728" y="313602"/>
                  </a:lnTo>
                  <a:lnTo>
                    <a:pt x="201165" y="313602"/>
                  </a:lnTo>
                  <a:lnTo>
                    <a:pt x="201165" y="323038"/>
                  </a:lnTo>
                  <a:lnTo>
                    <a:pt x="206602" y="323038"/>
                  </a:lnTo>
                  <a:lnTo>
                    <a:pt x="206602" y="337733"/>
                  </a:lnTo>
                  <a:lnTo>
                    <a:pt x="212038" y="337733"/>
                  </a:lnTo>
                  <a:lnTo>
                    <a:pt x="212038" y="350346"/>
                  </a:lnTo>
                  <a:lnTo>
                    <a:pt x="217475" y="350346"/>
                  </a:lnTo>
                  <a:lnTo>
                    <a:pt x="217475" y="359814"/>
                  </a:lnTo>
                  <a:lnTo>
                    <a:pt x="222912" y="359814"/>
                  </a:lnTo>
                  <a:lnTo>
                    <a:pt x="222912" y="365078"/>
                  </a:lnTo>
                  <a:lnTo>
                    <a:pt x="228349" y="365078"/>
                  </a:lnTo>
                  <a:lnTo>
                    <a:pt x="228349" y="370345"/>
                  </a:lnTo>
                  <a:lnTo>
                    <a:pt x="233786" y="370345"/>
                  </a:lnTo>
                  <a:lnTo>
                    <a:pt x="233786" y="381971"/>
                  </a:lnTo>
                  <a:lnTo>
                    <a:pt x="239223" y="381971"/>
                  </a:lnTo>
                  <a:lnTo>
                    <a:pt x="239223" y="386203"/>
                  </a:lnTo>
                  <a:lnTo>
                    <a:pt x="244660" y="386203"/>
                  </a:lnTo>
                  <a:lnTo>
                    <a:pt x="244660" y="393619"/>
                  </a:lnTo>
                  <a:lnTo>
                    <a:pt x="250097" y="393619"/>
                  </a:lnTo>
                  <a:lnTo>
                    <a:pt x="250097" y="402103"/>
                  </a:lnTo>
                  <a:lnTo>
                    <a:pt x="255534" y="402103"/>
                  </a:lnTo>
                  <a:lnTo>
                    <a:pt x="255534" y="413776"/>
                  </a:lnTo>
                  <a:lnTo>
                    <a:pt x="260971" y="413776"/>
                  </a:lnTo>
                  <a:lnTo>
                    <a:pt x="260971" y="422272"/>
                  </a:lnTo>
                  <a:lnTo>
                    <a:pt x="266407" y="422272"/>
                  </a:lnTo>
                  <a:lnTo>
                    <a:pt x="266407" y="436087"/>
                  </a:lnTo>
                  <a:lnTo>
                    <a:pt x="271844" y="436087"/>
                  </a:lnTo>
                  <a:lnTo>
                    <a:pt x="271844" y="447796"/>
                  </a:lnTo>
                  <a:lnTo>
                    <a:pt x="277281" y="447796"/>
                  </a:lnTo>
                  <a:lnTo>
                    <a:pt x="277281" y="458455"/>
                  </a:lnTo>
                  <a:lnTo>
                    <a:pt x="282718" y="458455"/>
                  </a:lnTo>
                  <a:lnTo>
                    <a:pt x="282718" y="468054"/>
                  </a:lnTo>
                  <a:lnTo>
                    <a:pt x="288155" y="468054"/>
                  </a:lnTo>
                  <a:lnTo>
                    <a:pt x="288155" y="478728"/>
                  </a:lnTo>
                  <a:lnTo>
                    <a:pt x="293592" y="478728"/>
                  </a:lnTo>
                  <a:lnTo>
                    <a:pt x="293592" y="484068"/>
                  </a:lnTo>
                  <a:lnTo>
                    <a:pt x="299029" y="484068"/>
                  </a:lnTo>
                  <a:lnTo>
                    <a:pt x="299029" y="491552"/>
                  </a:lnTo>
                  <a:lnTo>
                    <a:pt x="304466" y="491552"/>
                  </a:lnTo>
                  <a:lnTo>
                    <a:pt x="304466" y="501179"/>
                  </a:lnTo>
                  <a:lnTo>
                    <a:pt x="309903" y="501179"/>
                  </a:lnTo>
                  <a:lnTo>
                    <a:pt x="309903" y="510817"/>
                  </a:lnTo>
                  <a:lnTo>
                    <a:pt x="315340" y="510817"/>
                  </a:lnTo>
                  <a:lnTo>
                    <a:pt x="315340" y="519393"/>
                  </a:lnTo>
                  <a:lnTo>
                    <a:pt x="320776" y="519393"/>
                  </a:lnTo>
                  <a:lnTo>
                    <a:pt x="320776" y="521537"/>
                  </a:lnTo>
                  <a:lnTo>
                    <a:pt x="326213" y="521537"/>
                  </a:lnTo>
                  <a:lnTo>
                    <a:pt x="326213" y="535484"/>
                  </a:lnTo>
                  <a:lnTo>
                    <a:pt x="331650" y="535484"/>
                  </a:lnTo>
                  <a:lnTo>
                    <a:pt x="331650" y="544073"/>
                  </a:lnTo>
                  <a:lnTo>
                    <a:pt x="337087" y="544073"/>
                  </a:lnTo>
                  <a:lnTo>
                    <a:pt x="337087" y="552670"/>
                  </a:lnTo>
                  <a:lnTo>
                    <a:pt x="342524" y="552670"/>
                  </a:lnTo>
                  <a:lnTo>
                    <a:pt x="342524" y="560195"/>
                  </a:lnTo>
                  <a:lnTo>
                    <a:pt x="347961" y="560195"/>
                  </a:lnTo>
                  <a:lnTo>
                    <a:pt x="347961" y="573112"/>
                  </a:lnTo>
                  <a:lnTo>
                    <a:pt x="353398" y="573112"/>
                  </a:lnTo>
                  <a:lnTo>
                    <a:pt x="353398" y="594658"/>
                  </a:lnTo>
                  <a:lnTo>
                    <a:pt x="358835" y="594658"/>
                  </a:lnTo>
                  <a:lnTo>
                    <a:pt x="358835" y="602205"/>
                  </a:lnTo>
                  <a:lnTo>
                    <a:pt x="364272" y="602205"/>
                  </a:lnTo>
                  <a:lnTo>
                    <a:pt x="364272" y="615151"/>
                  </a:lnTo>
                  <a:lnTo>
                    <a:pt x="369709" y="615151"/>
                  </a:lnTo>
                  <a:lnTo>
                    <a:pt x="369709" y="621630"/>
                  </a:lnTo>
                  <a:lnTo>
                    <a:pt x="375145" y="621630"/>
                  </a:lnTo>
                  <a:lnTo>
                    <a:pt x="375145" y="632442"/>
                  </a:lnTo>
                  <a:lnTo>
                    <a:pt x="380582" y="632442"/>
                  </a:lnTo>
                  <a:lnTo>
                    <a:pt x="380582" y="640014"/>
                  </a:lnTo>
                  <a:lnTo>
                    <a:pt x="386019" y="640014"/>
                  </a:lnTo>
                  <a:lnTo>
                    <a:pt x="386019" y="648677"/>
                  </a:lnTo>
                  <a:lnTo>
                    <a:pt x="391456" y="648677"/>
                  </a:lnTo>
                  <a:lnTo>
                    <a:pt x="391456" y="653010"/>
                  </a:lnTo>
                  <a:lnTo>
                    <a:pt x="396893" y="653010"/>
                  </a:lnTo>
                  <a:lnTo>
                    <a:pt x="396893" y="660594"/>
                  </a:lnTo>
                  <a:lnTo>
                    <a:pt x="402330" y="660594"/>
                  </a:lnTo>
                  <a:lnTo>
                    <a:pt x="402330" y="671436"/>
                  </a:lnTo>
                  <a:lnTo>
                    <a:pt x="407767" y="671436"/>
                  </a:lnTo>
                  <a:lnTo>
                    <a:pt x="407767" y="677945"/>
                  </a:lnTo>
                  <a:lnTo>
                    <a:pt x="413204" y="677945"/>
                  </a:lnTo>
                  <a:lnTo>
                    <a:pt x="413204" y="688800"/>
                  </a:lnTo>
                  <a:lnTo>
                    <a:pt x="418641" y="688800"/>
                  </a:lnTo>
                  <a:lnTo>
                    <a:pt x="418641" y="698575"/>
                  </a:lnTo>
                  <a:lnTo>
                    <a:pt x="424077" y="698575"/>
                  </a:lnTo>
                  <a:lnTo>
                    <a:pt x="424077" y="706181"/>
                  </a:lnTo>
                  <a:lnTo>
                    <a:pt x="429514" y="706181"/>
                  </a:lnTo>
                  <a:lnTo>
                    <a:pt x="429514" y="713790"/>
                  </a:lnTo>
                  <a:lnTo>
                    <a:pt x="434951" y="713790"/>
                  </a:lnTo>
                  <a:lnTo>
                    <a:pt x="434951" y="721402"/>
                  </a:lnTo>
                  <a:lnTo>
                    <a:pt x="440388" y="721402"/>
                  </a:lnTo>
                  <a:lnTo>
                    <a:pt x="440388" y="727930"/>
                  </a:lnTo>
                  <a:lnTo>
                    <a:pt x="445825" y="727930"/>
                  </a:lnTo>
                  <a:lnTo>
                    <a:pt x="445825" y="734460"/>
                  </a:lnTo>
                  <a:lnTo>
                    <a:pt x="451262" y="734460"/>
                  </a:lnTo>
                  <a:lnTo>
                    <a:pt x="451262" y="742081"/>
                  </a:lnTo>
                  <a:lnTo>
                    <a:pt x="456699" y="742081"/>
                  </a:lnTo>
                  <a:lnTo>
                    <a:pt x="456699" y="755160"/>
                  </a:lnTo>
                  <a:lnTo>
                    <a:pt x="462136" y="755160"/>
                  </a:lnTo>
                  <a:lnTo>
                    <a:pt x="462136" y="763886"/>
                  </a:lnTo>
                  <a:lnTo>
                    <a:pt x="467573" y="763886"/>
                  </a:lnTo>
                  <a:lnTo>
                    <a:pt x="467573" y="770435"/>
                  </a:lnTo>
                  <a:lnTo>
                    <a:pt x="473010" y="770435"/>
                  </a:lnTo>
                  <a:lnTo>
                    <a:pt x="473010" y="775894"/>
                  </a:lnTo>
                  <a:lnTo>
                    <a:pt x="478446" y="775894"/>
                  </a:lnTo>
                  <a:lnTo>
                    <a:pt x="478446" y="780261"/>
                  </a:lnTo>
                  <a:lnTo>
                    <a:pt x="483883" y="780261"/>
                  </a:lnTo>
                  <a:lnTo>
                    <a:pt x="483883" y="782446"/>
                  </a:lnTo>
                  <a:lnTo>
                    <a:pt x="489320" y="782446"/>
                  </a:lnTo>
                  <a:lnTo>
                    <a:pt x="489320" y="789001"/>
                  </a:lnTo>
                  <a:lnTo>
                    <a:pt x="494757" y="789001"/>
                  </a:lnTo>
                  <a:lnTo>
                    <a:pt x="494757" y="799930"/>
                  </a:lnTo>
                  <a:lnTo>
                    <a:pt x="500194" y="799930"/>
                  </a:lnTo>
                  <a:lnTo>
                    <a:pt x="500194" y="805399"/>
                  </a:lnTo>
                  <a:lnTo>
                    <a:pt x="505631" y="805399"/>
                  </a:lnTo>
                  <a:lnTo>
                    <a:pt x="505631" y="822905"/>
                  </a:lnTo>
                  <a:lnTo>
                    <a:pt x="511068" y="822905"/>
                  </a:lnTo>
                  <a:lnTo>
                    <a:pt x="511068" y="832759"/>
                  </a:lnTo>
                  <a:lnTo>
                    <a:pt x="516505" y="832759"/>
                  </a:lnTo>
                  <a:lnTo>
                    <a:pt x="516505" y="848095"/>
                  </a:lnTo>
                  <a:lnTo>
                    <a:pt x="521942" y="848095"/>
                  </a:lnTo>
                  <a:lnTo>
                    <a:pt x="521942" y="856862"/>
                  </a:lnTo>
                  <a:lnTo>
                    <a:pt x="527379" y="856862"/>
                  </a:lnTo>
                  <a:lnTo>
                    <a:pt x="527379" y="862344"/>
                  </a:lnTo>
                  <a:lnTo>
                    <a:pt x="532815" y="862344"/>
                  </a:lnTo>
                  <a:lnTo>
                    <a:pt x="532815" y="870021"/>
                  </a:lnTo>
                  <a:lnTo>
                    <a:pt x="538252" y="870021"/>
                  </a:lnTo>
                  <a:lnTo>
                    <a:pt x="538252" y="872216"/>
                  </a:lnTo>
                  <a:lnTo>
                    <a:pt x="543689" y="872216"/>
                  </a:lnTo>
                  <a:lnTo>
                    <a:pt x="543689" y="877707"/>
                  </a:lnTo>
                  <a:lnTo>
                    <a:pt x="549126" y="877707"/>
                  </a:lnTo>
                  <a:lnTo>
                    <a:pt x="549126" y="885395"/>
                  </a:lnTo>
                  <a:lnTo>
                    <a:pt x="554563" y="885395"/>
                  </a:lnTo>
                  <a:lnTo>
                    <a:pt x="554563" y="895285"/>
                  </a:lnTo>
                  <a:lnTo>
                    <a:pt x="560000" y="895285"/>
                  </a:lnTo>
                  <a:lnTo>
                    <a:pt x="560000" y="905179"/>
                  </a:lnTo>
                  <a:lnTo>
                    <a:pt x="565437" y="905179"/>
                  </a:lnTo>
                  <a:lnTo>
                    <a:pt x="565437" y="908478"/>
                  </a:lnTo>
                  <a:lnTo>
                    <a:pt x="570874" y="908478"/>
                  </a:lnTo>
                  <a:lnTo>
                    <a:pt x="570874" y="912879"/>
                  </a:lnTo>
                  <a:lnTo>
                    <a:pt x="576311" y="912879"/>
                  </a:lnTo>
                  <a:lnTo>
                    <a:pt x="576311" y="922788"/>
                  </a:lnTo>
                  <a:lnTo>
                    <a:pt x="581747" y="922788"/>
                  </a:lnTo>
                  <a:lnTo>
                    <a:pt x="581747" y="928295"/>
                  </a:lnTo>
                  <a:lnTo>
                    <a:pt x="587184" y="928295"/>
                  </a:lnTo>
                  <a:lnTo>
                    <a:pt x="587184" y="934905"/>
                  </a:lnTo>
                  <a:lnTo>
                    <a:pt x="592621" y="934905"/>
                  </a:lnTo>
                  <a:lnTo>
                    <a:pt x="592621" y="943724"/>
                  </a:lnTo>
                  <a:lnTo>
                    <a:pt x="598058" y="943724"/>
                  </a:lnTo>
                  <a:lnTo>
                    <a:pt x="598058" y="951442"/>
                  </a:lnTo>
                  <a:lnTo>
                    <a:pt x="603495" y="951442"/>
                  </a:lnTo>
                  <a:lnTo>
                    <a:pt x="603495" y="956958"/>
                  </a:lnTo>
                  <a:lnTo>
                    <a:pt x="608932" y="956958"/>
                  </a:lnTo>
                  <a:lnTo>
                    <a:pt x="608932" y="961371"/>
                  </a:lnTo>
                  <a:lnTo>
                    <a:pt x="614369" y="961371"/>
                  </a:lnTo>
                  <a:lnTo>
                    <a:pt x="614369" y="965787"/>
                  </a:lnTo>
                  <a:lnTo>
                    <a:pt x="619806" y="965787"/>
                  </a:lnTo>
                  <a:lnTo>
                    <a:pt x="619806" y="972411"/>
                  </a:lnTo>
                  <a:lnTo>
                    <a:pt x="625243" y="972411"/>
                  </a:lnTo>
                  <a:lnTo>
                    <a:pt x="625243" y="977935"/>
                  </a:lnTo>
                  <a:lnTo>
                    <a:pt x="630680" y="977935"/>
                  </a:lnTo>
                  <a:lnTo>
                    <a:pt x="630680" y="981252"/>
                  </a:lnTo>
                  <a:lnTo>
                    <a:pt x="636116" y="981252"/>
                  </a:lnTo>
                  <a:lnTo>
                    <a:pt x="636116" y="992313"/>
                  </a:lnTo>
                  <a:lnTo>
                    <a:pt x="641553" y="992313"/>
                  </a:lnTo>
                  <a:lnTo>
                    <a:pt x="641553" y="998951"/>
                  </a:lnTo>
                  <a:lnTo>
                    <a:pt x="646990" y="998951"/>
                  </a:lnTo>
                  <a:lnTo>
                    <a:pt x="646990" y="1010017"/>
                  </a:lnTo>
                  <a:lnTo>
                    <a:pt x="652427" y="1010017"/>
                  </a:lnTo>
                  <a:lnTo>
                    <a:pt x="652427" y="1015551"/>
                  </a:lnTo>
                  <a:lnTo>
                    <a:pt x="657864" y="1015551"/>
                  </a:lnTo>
                  <a:lnTo>
                    <a:pt x="657864" y="1021089"/>
                  </a:lnTo>
                  <a:lnTo>
                    <a:pt x="663301" y="1021089"/>
                  </a:lnTo>
                  <a:lnTo>
                    <a:pt x="663301" y="1027735"/>
                  </a:lnTo>
                  <a:lnTo>
                    <a:pt x="668738" y="1027735"/>
                  </a:lnTo>
                  <a:lnTo>
                    <a:pt x="668738" y="1034383"/>
                  </a:lnTo>
                  <a:lnTo>
                    <a:pt x="674175" y="1034383"/>
                  </a:lnTo>
                  <a:lnTo>
                    <a:pt x="674175" y="1038818"/>
                  </a:lnTo>
                  <a:lnTo>
                    <a:pt x="679612" y="1038818"/>
                  </a:lnTo>
                  <a:lnTo>
                    <a:pt x="679612" y="1043252"/>
                  </a:lnTo>
                  <a:lnTo>
                    <a:pt x="685049" y="1043252"/>
                  </a:lnTo>
                  <a:lnTo>
                    <a:pt x="685049" y="1051014"/>
                  </a:lnTo>
                  <a:lnTo>
                    <a:pt x="690485" y="1051014"/>
                  </a:lnTo>
                  <a:lnTo>
                    <a:pt x="690485" y="1059892"/>
                  </a:lnTo>
                  <a:lnTo>
                    <a:pt x="695922" y="1059892"/>
                  </a:lnTo>
                  <a:lnTo>
                    <a:pt x="695922" y="1066553"/>
                  </a:lnTo>
                  <a:lnTo>
                    <a:pt x="701359" y="1066553"/>
                  </a:lnTo>
                  <a:lnTo>
                    <a:pt x="701359" y="1073217"/>
                  </a:lnTo>
                  <a:lnTo>
                    <a:pt x="706796" y="1073217"/>
                  </a:lnTo>
                  <a:lnTo>
                    <a:pt x="706796" y="1077661"/>
                  </a:lnTo>
                  <a:lnTo>
                    <a:pt x="712233" y="1077661"/>
                  </a:lnTo>
                  <a:lnTo>
                    <a:pt x="712233" y="1083219"/>
                  </a:lnTo>
                  <a:lnTo>
                    <a:pt x="717670" y="1083219"/>
                  </a:lnTo>
                  <a:lnTo>
                    <a:pt x="717670" y="1089889"/>
                  </a:lnTo>
                  <a:lnTo>
                    <a:pt x="723107" y="1089889"/>
                  </a:lnTo>
                  <a:lnTo>
                    <a:pt x="723107" y="1091001"/>
                  </a:lnTo>
                  <a:lnTo>
                    <a:pt x="728544" y="1091001"/>
                  </a:lnTo>
                  <a:lnTo>
                    <a:pt x="728544" y="1099901"/>
                  </a:lnTo>
                  <a:lnTo>
                    <a:pt x="733981" y="1099901"/>
                  </a:lnTo>
                  <a:lnTo>
                    <a:pt x="733981" y="1107693"/>
                  </a:lnTo>
                  <a:lnTo>
                    <a:pt x="739418" y="1107693"/>
                  </a:lnTo>
                  <a:lnTo>
                    <a:pt x="739418" y="1112145"/>
                  </a:lnTo>
                  <a:lnTo>
                    <a:pt x="744854" y="1112145"/>
                  </a:lnTo>
                  <a:lnTo>
                    <a:pt x="744854" y="1116598"/>
                  </a:lnTo>
                  <a:lnTo>
                    <a:pt x="750291" y="1116598"/>
                  </a:lnTo>
                  <a:lnTo>
                    <a:pt x="750291" y="1126619"/>
                  </a:lnTo>
                  <a:lnTo>
                    <a:pt x="755728" y="1126619"/>
                  </a:lnTo>
                  <a:lnTo>
                    <a:pt x="755728" y="1131073"/>
                  </a:lnTo>
                  <a:lnTo>
                    <a:pt x="761165" y="1131073"/>
                  </a:lnTo>
                  <a:lnTo>
                    <a:pt x="761165" y="1143325"/>
                  </a:lnTo>
                  <a:lnTo>
                    <a:pt x="766602" y="1143325"/>
                  </a:lnTo>
                  <a:lnTo>
                    <a:pt x="766602" y="1154468"/>
                  </a:lnTo>
                  <a:lnTo>
                    <a:pt x="772039" y="1154468"/>
                  </a:lnTo>
                  <a:lnTo>
                    <a:pt x="772039" y="1162272"/>
                  </a:lnTo>
                  <a:lnTo>
                    <a:pt x="777476" y="1162272"/>
                  </a:lnTo>
                  <a:lnTo>
                    <a:pt x="777476" y="1171194"/>
                  </a:lnTo>
                  <a:lnTo>
                    <a:pt x="782913" y="1171194"/>
                  </a:lnTo>
                  <a:lnTo>
                    <a:pt x="782913" y="1175656"/>
                  </a:lnTo>
                  <a:lnTo>
                    <a:pt x="788350" y="1175656"/>
                  </a:lnTo>
                  <a:lnTo>
                    <a:pt x="788350" y="1181234"/>
                  </a:lnTo>
                  <a:lnTo>
                    <a:pt x="793786" y="1181234"/>
                  </a:lnTo>
                  <a:lnTo>
                    <a:pt x="793786" y="1184580"/>
                  </a:lnTo>
                  <a:lnTo>
                    <a:pt x="799223" y="1184580"/>
                  </a:lnTo>
                  <a:lnTo>
                    <a:pt x="799223" y="1195744"/>
                  </a:lnTo>
                  <a:lnTo>
                    <a:pt x="804660" y="1195744"/>
                  </a:lnTo>
                  <a:lnTo>
                    <a:pt x="804660" y="1201329"/>
                  </a:lnTo>
                  <a:lnTo>
                    <a:pt x="810097" y="1201329"/>
                  </a:lnTo>
                  <a:lnTo>
                    <a:pt x="810097" y="1203563"/>
                  </a:lnTo>
                  <a:lnTo>
                    <a:pt x="815534" y="1203563"/>
                  </a:lnTo>
                  <a:lnTo>
                    <a:pt x="815534" y="1211385"/>
                  </a:lnTo>
                  <a:lnTo>
                    <a:pt x="820971" y="1211385"/>
                  </a:lnTo>
                  <a:lnTo>
                    <a:pt x="820971" y="1221443"/>
                  </a:lnTo>
                  <a:lnTo>
                    <a:pt x="826408" y="1221443"/>
                  </a:lnTo>
                  <a:lnTo>
                    <a:pt x="826408" y="1229267"/>
                  </a:lnTo>
                  <a:lnTo>
                    <a:pt x="831845" y="1229267"/>
                  </a:lnTo>
                  <a:lnTo>
                    <a:pt x="831845" y="1233739"/>
                  </a:lnTo>
                  <a:lnTo>
                    <a:pt x="837282" y="1233739"/>
                  </a:lnTo>
                  <a:lnTo>
                    <a:pt x="837282" y="1238211"/>
                  </a:lnTo>
                  <a:lnTo>
                    <a:pt x="842719" y="1238211"/>
                  </a:lnTo>
                  <a:lnTo>
                    <a:pt x="842719" y="1242685"/>
                  </a:lnTo>
                  <a:lnTo>
                    <a:pt x="848155" y="1242685"/>
                  </a:lnTo>
                  <a:lnTo>
                    <a:pt x="848155" y="1248282"/>
                  </a:lnTo>
                  <a:lnTo>
                    <a:pt x="853592" y="1248282"/>
                  </a:lnTo>
                  <a:lnTo>
                    <a:pt x="853592" y="1258358"/>
                  </a:lnTo>
                  <a:lnTo>
                    <a:pt x="859029" y="1258358"/>
                  </a:lnTo>
                  <a:lnTo>
                    <a:pt x="859029" y="1266196"/>
                  </a:lnTo>
                  <a:lnTo>
                    <a:pt x="864466" y="1266196"/>
                  </a:lnTo>
                  <a:lnTo>
                    <a:pt x="864466" y="1271797"/>
                  </a:lnTo>
                  <a:lnTo>
                    <a:pt x="869903" y="1271797"/>
                  </a:lnTo>
                  <a:lnTo>
                    <a:pt x="869903" y="1280759"/>
                  </a:lnTo>
                  <a:lnTo>
                    <a:pt x="875340" y="1280759"/>
                  </a:lnTo>
                  <a:lnTo>
                    <a:pt x="875340" y="1290844"/>
                  </a:lnTo>
                  <a:lnTo>
                    <a:pt x="880777" y="1290844"/>
                  </a:lnTo>
                  <a:lnTo>
                    <a:pt x="880777" y="1297567"/>
                  </a:lnTo>
                  <a:lnTo>
                    <a:pt x="886214" y="1297567"/>
                  </a:lnTo>
                  <a:lnTo>
                    <a:pt x="886214" y="1312147"/>
                  </a:lnTo>
                  <a:lnTo>
                    <a:pt x="891651" y="1312147"/>
                  </a:lnTo>
                  <a:lnTo>
                    <a:pt x="891651" y="1320001"/>
                  </a:lnTo>
                  <a:lnTo>
                    <a:pt x="897088" y="1320001"/>
                  </a:lnTo>
                  <a:lnTo>
                    <a:pt x="897088" y="1324489"/>
                  </a:lnTo>
                  <a:lnTo>
                    <a:pt x="902524" y="1324489"/>
                  </a:lnTo>
                  <a:lnTo>
                    <a:pt x="902524" y="1331225"/>
                  </a:lnTo>
                  <a:lnTo>
                    <a:pt x="907961" y="1331225"/>
                  </a:lnTo>
                  <a:lnTo>
                    <a:pt x="907961" y="1335715"/>
                  </a:lnTo>
                  <a:lnTo>
                    <a:pt x="913398" y="1335715"/>
                  </a:lnTo>
                  <a:lnTo>
                    <a:pt x="913398" y="1343575"/>
                  </a:lnTo>
                  <a:lnTo>
                    <a:pt x="918835" y="1343575"/>
                  </a:lnTo>
                  <a:lnTo>
                    <a:pt x="918835" y="1348069"/>
                  </a:lnTo>
                  <a:lnTo>
                    <a:pt x="924272" y="1348069"/>
                  </a:lnTo>
                  <a:lnTo>
                    <a:pt x="924272" y="1352566"/>
                  </a:lnTo>
                  <a:lnTo>
                    <a:pt x="929709" y="1352566"/>
                  </a:lnTo>
                  <a:lnTo>
                    <a:pt x="929709" y="1359312"/>
                  </a:lnTo>
                  <a:lnTo>
                    <a:pt x="935146" y="1359312"/>
                  </a:lnTo>
                  <a:lnTo>
                    <a:pt x="935146" y="1366059"/>
                  </a:lnTo>
                  <a:lnTo>
                    <a:pt x="940583" y="1366059"/>
                  </a:lnTo>
                  <a:lnTo>
                    <a:pt x="940583" y="1371684"/>
                  </a:lnTo>
                  <a:lnTo>
                    <a:pt x="946020" y="1371684"/>
                  </a:lnTo>
                  <a:lnTo>
                    <a:pt x="946020" y="1380689"/>
                  </a:lnTo>
                  <a:lnTo>
                    <a:pt x="951457" y="1380689"/>
                  </a:lnTo>
                  <a:lnTo>
                    <a:pt x="951457" y="1382942"/>
                  </a:lnTo>
                  <a:lnTo>
                    <a:pt x="956893" y="1382942"/>
                  </a:lnTo>
                  <a:lnTo>
                    <a:pt x="956893" y="1387448"/>
                  </a:lnTo>
                  <a:lnTo>
                    <a:pt x="962330" y="1387448"/>
                  </a:lnTo>
                  <a:lnTo>
                    <a:pt x="962330" y="1393084"/>
                  </a:lnTo>
                  <a:lnTo>
                    <a:pt x="967767" y="1393084"/>
                  </a:lnTo>
                  <a:lnTo>
                    <a:pt x="967767" y="1402103"/>
                  </a:lnTo>
                  <a:lnTo>
                    <a:pt x="973204" y="1402103"/>
                  </a:lnTo>
                  <a:lnTo>
                    <a:pt x="973204" y="1406615"/>
                  </a:lnTo>
                  <a:lnTo>
                    <a:pt x="978641" y="1406615"/>
                  </a:lnTo>
                  <a:lnTo>
                    <a:pt x="978641" y="1408870"/>
                  </a:lnTo>
                  <a:lnTo>
                    <a:pt x="984078" y="1408870"/>
                  </a:lnTo>
                  <a:lnTo>
                    <a:pt x="984078" y="1413383"/>
                  </a:lnTo>
                  <a:lnTo>
                    <a:pt x="989515" y="1413383"/>
                  </a:lnTo>
                  <a:lnTo>
                    <a:pt x="989515" y="1415640"/>
                  </a:lnTo>
                  <a:lnTo>
                    <a:pt x="994952" y="1415640"/>
                  </a:lnTo>
                  <a:lnTo>
                    <a:pt x="994952" y="1419026"/>
                  </a:lnTo>
                  <a:lnTo>
                    <a:pt x="1000389" y="1419026"/>
                  </a:lnTo>
                  <a:lnTo>
                    <a:pt x="1000389" y="1426928"/>
                  </a:lnTo>
                  <a:lnTo>
                    <a:pt x="1005825" y="1426928"/>
                  </a:lnTo>
                  <a:lnTo>
                    <a:pt x="1005825" y="1435963"/>
                  </a:lnTo>
                  <a:lnTo>
                    <a:pt x="1011262" y="1435963"/>
                  </a:lnTo>
                  <a:lnTo>
                    <a:pt x="1011262" y="1439351"/>
                  </a:lnTo>
                  <a:lnTo>
                    <a:pt x="1016699" y="1439351"/>
                  </a:lnTo>
                  <a:lnTo>
                    <a:pt x="1016699" y="1446128"/>
                  </a:lnTo>
                  <a:lnTo>
                    <a:pt x="1022136" y="1446128"/>
                  </a:lnTo>
                  <a:lnTo>
                    <a:pt x="1022136" y="1450646"/>
                  </a:lnTo>
                  <a:lnTo>
                    <a:pt x="1027573" y="1450646"/>
                  </a:lnTo>
                  <a:lnTo>
                    <a:pt x="1027573" y="1457429"/>
                  </a:lnTo>
                  <a:lnTo>
                    <a:pt x="1033010" y="1457429"/>
                  </a:lnTo>
                  <a:lnTo>
                    <a:pt x="1033010" y="1465342"/>
                  </a:lnTo>
                  <a:lnTo>
                    <a:pt x="1038447" y="1465342"/>
                  </a:lnTo>
                  <a:lnTo>
                    <a:pt x="1038447" y="1472126"/>
                  </a:lnTo>
                  <a:lnTo>
                    <a:pt x="1043884" y="1472126"/>
                  </a:lnTo>
                  <a:lnTo>
                    <a:pt x="1043884" y="1483434"/>
                  </a:lnTo>
                  <a:lnTo>
                    <a:pt x="1049321" y="1483434"/>
                  </a:lnTo>
                  <a:lnTo>
                    <a:pt x="1049321" y="1494747"/>
                  </a:lnTo>
                  <a:lnTo>
                    <a:pt x="1054758" y="1494747"/>
                  </a:lnTo>
                  <a:lnTo>
                    <a:pt x="1054758" y="1500404"/>
                  </a:lnTo>
                  <a:lnTo>
                    <a:pt x="1060194" y="1500404"/>
                  </a:lnTo>
                  <a:lnTo>
                    <a:pt x="1060194" y="1507196"/>
                  </a:lnTo>
                  <a:lnTo>
                    <a:pt x="1065631" y="1507196"/>
                  </a:lnTo>
                  <a:lnTo>
                    <a:pt x="1065631" y="1512856"/>
                  </a:lnTo>
                  <a:lnTo>
                    <a:pt x="1071068" y="1512856"/>
                  </a:lnTo>
                  <a:lnTo>
                    <a:pt x="1071068" y="1517387"/>
                  </a:lnTo>
                  <a:lnTo>
                    <a:pt x="1076505" y="1517387"/>
                  </a:lnTo>
                  <a:lnTo>
                    <a:pt x="1076505" y="1524186"/>
                  </a:lnTo>
                  <a:lnTo>
                    <a:pt x="1081942" y="1524186"/>
                  </a:lnTo>
                  <a:lnTo>
                    <a:pt x="1081942" y="1527586"/>
                  </a:lnTo>
                  <a:lnTo>
                    <a:pt x="1087379" y="1527586"/>
                  </a:lnTo>
                  <a:lnTo>
                    <a:pt x="1087379" y="1536654"/>
                  </a:lnTo>
                  <a:lnTo>
                    <a:pt x="1092816" y="1536654"/>
                  </a:lnTo>
                  <a:lnTo>
                    <a:pt x="1092816" y="1544588"/>
                  </a:lnTo>
                  <a:lnTo>
                    <a:pt x="1098253" y="1544588"/>
                  </a:lnTo>
                  <a:lnTo>
                    <a:pt x="1098253" y="1558193"/>
                  </a:lnTo>
                  <a:lnTo>
                    <a:pt x="1103690" y="1558193"/>
                  </a:lnTo>
                  <a:lnTo>
                    <a:pt x="1103690" y="1563864"/>
                  </a:lnTo>
                  <a:lnTo>
                    <a:pt x="1109127" y="1563864"/>
                  </a:lnTo>
                  <a:lnTo>
                    <a:pt x="1109127" y="1568402"/>
                  </a:lnTo>
                  <a:lnTo>
                    <a:pt x="1114563" y="1568402"/>
                  </a:lnTo>
                  <a:lnTo>
                    <a:pt x="1114563" y="1577480"/>
                  </a:lnTo>
                  <a:lnTo>
                    <a:pt x="1120000" y="1577480"/>
                  </a:lnTo>
                  <a:lnTo>
                    <a:pt x="1120000" y="1580886"/>
                  </a:lnTo>
                  <a:lnTo>
                    <a:pt x="1125437" y="1580886"/>
                  </a:lnTo>
                  <a:lnTo>
                    <a:pt x="1125437" y="1586562"/>
                  </a:lnTo>
                  <a:lnTo>
                    <a:pt x="1130874" y="1586562"/>
                  </a:lnTo>
                  <a:lnTo>
                    <a:pt x="1130874" y="1592239"/>
                  </a:lnTo>
                  <a:lnTo>
                    <a:pt x="1136311" y="1592239"/>
                  </a:lnTo>
                  <a:lnTo>
                    <a:pt x="1136311" y="1600190"/>
                  </a:lnTo>
                  <a:lnTo>
                    <a:pt x="1141748" y="1600190"/>
                  </a:lnTo>
                  <a:lnTo>
                    <a:pt x="1141748" y="1604734"/>
                  </a:lnTo>
                  <a:lnTo>
                    <a:pt x="1147185" y="1604734"/>
                  </a:lnTo>
                  <a:lnTo>
                    <a:pt x="1147185" y="1611554"/>
                  </a:lnTo>
                  <a:lnTo>
                    <a:pt x="1152622" y="1611554"/>
                  </a:lnTo>
                  <a:lnTo>
                    <a:pt x="1152622" y="1617240"/>
                  </a:lnTo>
                  <a:lnTo>
                    <a:pt x="1158059" y="1617240"/>
                  </a:lnTo>
                  <a:lnTo>
                    <a:pt x="1158059" y="1627476"/>
                  </a:lnTo>
                  <a:lnTo>
                    <a:pt x="1163495" y="1627476"/>
                  </a:lnTo>
                  <a:lnTo>
                    <a:pt x="1163495" y="1636576"/>
                  </a:lnTo>
                  <a:lnTo>
                    <a:pt x="1168932" y="1636576"/>
                  </a:lnTo>
                  <a:lnTo>
                    <a:pt x="1168932" y="1643402"/>
                  </a:lnTo>
                  <a:lnTo>
                    <a:pt x="1174369" y="1643402"/>
                  </a:lnTo>
                  <a:lnTo>
                    <a:pt x="1174369" y="1645677"/>
                  </a:lnTo>
                  <a:lnTo>
                    <a:pt x="1179806" y="1645677"/>
                  </a:lnTo>
                  <a:lnTo>
                    <a:pt x="1179806" y="1650228"/>
                  </a:lnTo>
                  <a:lnTo>
                    <a:pt x="1185243" y="1650228"/>
                  </a:lnTo>
                  <a:lnTo>
                    <a:pt x="1185243" y="1658193"/>
                  </a:lnTo>
                  <a:lnTo>
                    <a:pt x="1190680" y="1658193"/>
                  </a:lnTo>
                  <a:lnTo>
                    <a:pt x="1190680" y="1660470"/>
                  </a:lnTo>
                  <a:lnTo>
                    <a:pt x="1196117" y="1660470"/>
                  </a:lnTo>
                  <a:lnTo>
                    <a:pt x="1196117" y="1669577"/>
                  </a:lnTo>
                  <a:lnTo>
                    <a:pt x="1201554" y="1669577"/>
                  </a:lnTo>
                  <a:lnTo>
                    <a:pt x="1201554" y="1672992"/>
                  </a:lnTo>
                  <a:lnTo>
                    <a:pt x="1206991" y="1672992"/>
                  </a:lnTo>
                  <a:lnTo>
                    <a:pt x="1206991" y="1679823"/>
                  </a:lnTo>
                  <a:lnTo>
                    <a:pt x="1212428" y="1679823"/>
                  </a:lnTo>
                  <a:lnTo>
                    <a:pt x="1212428" y="1682101"/>
                  </a:lnTo>
                  <a:lnTo>
                    <a:pt x="1217864" y="1682101"/>
                  </a:lnTo>
                  <a:lnTo>
                    <a:pt x="1217864" y="1687798"/>
                  </a:lnTo>
                  <a:lnTo>
                    <a:pt x="1223301" y="1687798"/>
                  </a:lnTo>
                  <a:lnTo>
                    <a:pt x="1223301" y="1690078"/>
                  </a:lnTo>
                  <a:lnTo>
                    <a:pt x="1228738" y="1690078"/>
                  </a:lnTo>
                  <a:lnTo>
                    <a:pt x="1228738" y="1696919"/>
                  </a:lnTo>
                  <a:lnTo>
                    <a:pt x="1234175" y="1696919"/>
                  </a:lnTo>
                  <a:lnTo>
                    <a:pt x="1234175" y="1703764"/>
                  </a:lnTo>
                  <a:lnTo>
                    <a:pt x="1239612" y="1703764"/>
                  </a:lnTo>
                  <a:lnTo>
                    <a:pt x="1239612" y="1707186"/>
                  </a:lnTo>
                  <a:lnTo>
                    <a:pt x="1245049" y="1707186"/>
                  </a:lnTo>
                  <a:lnTo>
                    <a:pt x="1245049" y="1709468"/>
                  </a:lnTo>
                  <a:lnTo>
                    <a:pt x="1250486" y="1709468"/>
                  </a:lnTo>
                  <a:lnTo>
                    <a:pt x="1250486" y="1712891"/>
                  </a:lnTo>
                  <a:lnTo>
                    <a:pt x="1255923" y="1712891"/>
                  </a:lnTo>
                  <a:lnTo>
                    <a:pt x="1255923" y="1718600"/>
                  </a:lnTo>
                  <a:lnTo>
                    <a:pt x="1261360" y="1718600"/>
                  </a:lnTo>
                  <a:lnTo>
                    <a:pt x="1261360" y="1727740"/>
                  </a:lnTo>
                  <a:lnTo>
                    <a:pt x="1266797" y="1727740"/>
                  </a:lnTo>
                  <a:lnTo>
                    <a:pt x="1266797" y="1728883"/>
                  </a:lnTo>
                  <a:lnTo>
                    <a:pt x="1272233" y="1728883"/>
                  </a:lnTo>
                  <a:lnTo>
                    <a:pt x="1272233" y="1734598"/>
                  </a:lnTo>
                  <a:lnTo>
                    <a:pt x="1277670" y="1734598"/>
                  </a:lnTo>
                  <a:lnTo>
                    <a:pt x="1277670" y="1738029"/>
                  </a:lnTo>
                  <a:lnTo>
                    <a:pt x="1283107" y="1738029"/>
                  </a:lnTo>
                  <a:lnTo>
                    <a:pt x="1283107" y="1741460"/>
                  </a:lnTo>
                  <a:lnTo>
                    <a:pt x="1288544" y="1741460"/>
                  </a:lnTo>
                  <a:lnTo>
                    <a:pt x="1288544" y="1747184"/>
                  </a:lnTo>
                  <a:lnTo>
                    <a:pt x="1293981" y="1747184"/>
                  </a:lnTo>
                  <a:lnTo>
                    <a:pt x="1293981" y="1755200"/>
                  </a:lnTo>
                  <a:lnTo>
                    <a:pt x="1299418" y="1755200"/>
                  </a:lnTo>
                  <a:lnTo>
                    <a:pt x="1299418" y="1760932"/>
                  </a:lnTo>
                  <a:lnTo>
                    <a:pt x="1304855" y="1760932"/>
                  </a:lnTo>
                  <a:lnTo>
                    <a:pt x="1304855" y="1762079"/>
                  </a:lnTo>
                  <a:lnTo>
                    <a:pt x="1310292" y="1762079"/>
                  </a:lnTo>
                  <a:lnTo>
                    <a:pt x="1310292" y="1767815"/>
                  </a:lnTo>
                  <a:lnTo>
                    <a:pt x="1315729" y="1767815"/>
                  </a:lnTo>
                  <a:lnTo>
                    <a:pt x="1315729" y="1770110"/>
                  </a:lnTo>
                  <a:lnTo>
                    <a:pt x="1321166" y="1770110"/>
                  </a:lnTo>
                  <a:lnTo>
                    <a:pt x="1321166" y="1774701"/>
                  </a:lnTo>
                  <a:lnTo>
                    <a:pt x="1326602" y="1774701"/>
                  </a:lnTo>
                  <a:lnTo>
                    <a:pt x="1326602" y="1778146"/>
                  </a:lnTo>
                  <a:lnTo>
                    <a:pt x="1332039" y="1778146"/>
                  </a:lnTo>
                  <a:lnTo>
                    <a:pt x="1332039" y="1781590"/>
                  </a:lnTo>
                  <a:lnTo>
                    <a:pt x="1337476" y="1781590"/>
                  </a:lnTo>
                  <a:lnTo>
                    <a:pt x="1337476" y="1787334"/>
                  </a:lnTo>
                  <a:lnTo>
                    <a:pt x="1342913" y="1787334"/>
                  </a:lnTo>
                  <a:lnTo>
                    <a:pt x="1342913" y="1790781"/>
                  </a:lnTo>
                  <a:lnTo>
                    <a:pt x="1348350" y="1790781"/>
                  </a:lnTo>
                  <a:lnTo>
                    <a:pt x="1348350" y="1796527"/>
                  </a:lnTo>
                  <a:lnTo>
                    <a:pt x="1353787" y="1796527"/>
                  </a:lnTo>
                  <a:lnTo>
                    <a:pt x="1353787" y="1798825"/>
                  </a:lnTo>
                  <a:lnTo>
                    <a:pt x="1359224" y="1798825"/>
                  </a:lnTo>
                  <a:lnTo>
                    <a:pt x="1359224" y="1808020"/>
                  </a:lnTo>
                  <a:lnTo>
                    <a:pt x="1364661" y="1808020"/>
                  </a:lnTo>
                  <a:lnTo>
                    <a:pt x="1364661" y="1812618"/>
                  </a:lnTo>
                  <a:lnTo>
                    <a:pt x="1370098" y="1812618"/>
                  </a:lnTo>
                  <a:lnTo>
                    <a:pt x="1370098" y="1816067"/>
                  </a:lnTo>
                  <a:lnTo>
                    <a:pt x="1375534" y="1816067"/>
                  </a:lnTo>
                  <a:lnTo>
                    <a:pt x="1375534" y="1820668"/>
                  </a:lnTo>
                  <a:lnTo>
                    <a:pt x="1380971" y="1820668"/>
                  </a:lnTo>
                  <a:lnTo>
                    <a:pt x="1380971" y="1827571"/>
                  </a:lnTo>
                  <a:lnTo>
                    <a:pt x="1386408" y="1827571"/>
                  </a:lnTo>
                  <a:lnTo>
                    <a:pt x="1386408" y="1829872"/>
                  </a:lnTo>
                  <a:lnTo>
                    <a:pt x="1391845" y="1829872"/>
                  </a:lnTo>
                  <a:lnTo>
                    <a:pt x="1391845" y="1837925"/>
                  </a:lnTo>
                  <a:lnTo>
                    <a:pt x="1397282" y="1837925"/>
                  </a:lnTo>
                  <a:lnTo>
                    <a:pt x="1397282" y="1843679"/>
                  </a:lnTo>
                  <a:lnTo>
                    <a:pt x="1402719" y="1843679"/>
                  </a:lnTo>
                  <a:lnTo>
                    <a:pt x="1402719" y="1845980"/>
                  </a:lnTo>
                  <a:lnTo>
                    <a:pt x="1408156" y="1845980"/>
                  </a:lnTo>
                  <a:lnTo>
                    <a:pt x="1408156" y="1849437"/>
                  </a:lnTo>
                  <a:lnTo>
                    <a:pt x="1413593" y="1849437"/>
                  </a:lnTo>
                  <a:lnTo>
                    <a:pt x="1413593" y="1850590"/>
                  </a:lnTo>
                  <a:lnTo>
                    <a:pt x="1419030" y="1850590"/>
                  </a:lnTo>
                  <a:lnTo>
                    <a:pt x="1419030" y="1855202"/>
                  </a:lnTo>
                  <a:lnTo>
                    <a:pt x="1424467" y="1855202"/>
                  </a:lnTo>
                  <a:lnTo>
                    <a:pt x="1424467" y="1856355"/>
                  </a:lnTo>
                  <a:lnTo>
                    <a:pt x="1429903" y="1856355"/>
                  </a:lnTo>
                  <a:lnTo>
                    <a:pt x="1429903" y="1863275"/>
                  </a:lnTo>
                  <a:lnTo>
                    <a:pt x="1435340" y="1863275"/>
                  </a:lnTo>
                  <a:lnTo>
                    <a:pt x="1435340" y="1867888"/>
                  </a:lnTo>
                  <a:lnTo>
                    <a:pt x="1440777" y="1867888"/>
                  </a:lnTo>
                  <a:lnTo>
                    <a:pt x="1440777" y="1870195"/>
                  </a:lnTo>
                  <a:lnTo>
                    <a:pt x="1446214" y="1870195"/>
                  </a:lnTo>
                  <a:lnTo>
                    <a:pt x="1446214" y="1878269"/>
                  </a:lnTo>
                  <a:lnTo>
                    <a:pt x="1451651" y="1878269"/>
                  </a:lnTo>
                  <a:lnTo>
                    <a:pt x="1451651" y="1881730"/>
                  </a:lnTo>
                  <a:lnTo>
                    <a:pt x="1457088" y="1881730"/>
                  </a:lnTo>
                  <a:lnTo>
                    <a:pt x="1457088" y="1887500"/>
                  </a:lnTo>
                  <a:lnTo>
                    <a:pt x="1462525" y="1887500"/>
                  </a:lnTo>
                  <a:lnTo>
                    <a:pt x="1462525" y="1892117"/>
                  </a:lnTo>
                  <a:lnTo>
                    <a:pt x="1467962" y="1892117"/>
                  </a:lnTo>
                  <a:lnTo>
                    <a:pt x="1467962" y="1900199"/>
                  </a:lnTo>
                  <a:lnTo>
                    <a:pt x="1473399" y="1900199"/>
                  </a:lnTo>
                  <a:lnTo>
                    <a:pt x="1473399" y="1903663"/>
                  </a:lnTo>
                  <a:lnTo>
                    <a:pt x="1478836" y="1903663"/>
                  </a:lnTo>
                  <a:lnTo>
                    <a:pt x="1478836" y="1907130"/>
                  </a:lnTo>
                  <a:lnTo>
                    <a:pt x="1484272" y="1907130"/>
                  </a:lnTo>
                  <a:lnTo>
                    <a:pt x="1484272" y="1914065"/>
                  </a:lnTo>
                  <a:lnTo>
                    <a:pt x="1489709" y="1914065"/>
                  </a:lnTo>
                  <a:lnTo>
                    <a:pt x="1489709" y="1917535"/>
                  </a:lnTo>
                  <a:lnTo>
                    <a:pt x="1495146" y="1917535"/>
                  </a:lnTo>
                  <a:lnTo>
                    <a:pt x="1495146" y="1923319"/>
                  </a:lnTo>
                  <a:lnTo>
                    <a:pt x="1500583" y="1923319"/>
                  </a:lnTo>
                  <a:lnTo>
                    <a:pt x="1500583" y="1924476"/>
                  </a:lnTo>
                  <a:lnTo>
                    <a:pt x="1506020" y="1924476"/>
                  </a:lnTo>
                  <a:lnTo>
                    <a:pt x="1506020" y="1932575"/>
                  </a:lnTo>
                  <a:lnTo>
                    <a:pt x="1511457" y="1932575"/>
                  </a:lnTo>
                  <a:lnTo>
                    <a:pt x="1511457" y="1937203"/>
                  </a:lnTo>
                  <a:lnTo>
                    <a:pt x="1516894" y="1937203"/>
                  </a:lnTo>
                  <a:lnTo>
                    <a:pt x="1516894" y="1940676"/>
                  </a:lnTo>
                  <a:lnTo>
                    <a:pt x="1522331" y="1940676"/>
                  </a:lnTo>
                  <a:lnTo>
                    <a:pt x="1522331" y="1941834"/>
                  </a:lnTo>
                  <a:lnTo>
                    <a:pt x="1527768" y="1941834"/>
                  </a:lnTo>
                  <a:lnTo>
                    <a:pt x="1527768" y="1946464"/>
                  </a:lnTo>
                  <a:lnTo>
                    <a:pt x="1533205" y="1946464"/>
                  </a:lnTo>
                  <a:lnTo>
                    <a:pt x="1533205" y="1955726"/>
                  </a:lnTo>
                  <a:lnTo>
                    <a:pt x="1538641" y="1955726"/>
                  </a:lnTo>
                  <a:lnTo>
                    <a:pt x="1538641" y="1959201"/>
                  </a:lnTo>
                  <a:lnTo>
                    <a:pt x="1544078" y="1959201"/>
                  </a:lnTo>
                  <a:lnTo>
                    <a:pt x="1544078" y="1961517"/>
                  </a:lnTo>
                  <a:lnTo>
                    <a:pt x="1549515" y="1961517"/>
                  </a:lnTo>
                  <a:lnTo>
                    <a:pt x="1549515" y="1967309"/>
                  </a:lnTo>
                  <a:lnTo>
                    <a:pt x="1554952" y="1967309"/>
                  </a:lnTo>
                  <a:lnTo>
                    <a:pt x="1554952" y="1971943"/>
                  </a:lnTo>
                  <a:lnTo>
                    <a:pt x="1560389" y="1971943"/>
                  </a:lnTo>
                  <a:lnTo>
                    <a:pt x="1560389" y="1975419"/>
                  </a:lnTo>
                  <a:lnTo>
                    <a:pt x="1565826" y="1975419"/>
                  </a:lnTo>
                  <a:lnTo>
                    <a:pt x="1565826" y="1976579"/>
                  </a:lnTo>
                  <a:lnTo>
                    <a:pt x="1571263" y="1976579"/>
                  </a:lnTo>
                  <a:lnTo>
                    <a:pt x="1571263" y="1980058"/>
                  </a:lnTo>
                  <a:lnTo>
                    <a:pt x="1576700" y="1980058"/>
                  </a:lnTo>
                  <a:lnTo>
                    <a:pt x="1576700" y="1983538"/>
                  </a:lnTo>
                  <a:lnTo>
                    <a:pt x="1582137" y="1983538"/>
                  </a:lnTo>
                  <a:lnTo>
                    <a:pt x="1582137" y="1987019"/>
                  </a:lnTo>
                  <a:lnTo>
                    <a:pt x="1587573" y="1987019"/>
                  </a:lnTo>
                  <a:lnTo>
                    <a:pt x="1587573" y="1988180"/>
                  </a:lnTo>
                  <a:lnTo>
                    <a:pt x="1593010" y="1988180"/>
                  </a:lnTo>
                  <a:lnTo>
                    <a:pt x="1593010" y="1990500"/>
                  </a:lnTo>
                  <a:lnTo>
                    <a:pt x="1598447" y="1990500"/>
                  </a:lnTo>
                  <a:lnTo>
                    <a:pt x="1598447" y="1995142"/>
                  </a:lnTo>
                  <a:lnTo>
                    <a:pt x="1603884" y="1995142"/>
                  </a:lnTo>
                  <a:lnTo>
                    <a:pt x="1603884" y="2003268"/>
                  </a:lnTo>
                  <a:lnTo>
                    <a:pt x="1609321" y="2003268"/>
                  </a:lnTo>
                  <a:lnTo>
                    <a:pt x="1609321" y="2009073"/>
                  </a:lnTo>
                  <a:lnTo>
                    <a:pt x="1614758" y="2009073"/>
                  </a:lnTo>
                  <a:lnTo>
                    <a:pt x="1614758" y="2010234"/>
                  </a:lnTo>
                  <a:lnTo>
                    <a:pt x="1620195" y="2010234"/>
                  </a:lnTo>
                  <a:lnTo>
                    <a:pt x="1620195" y="2013717"/>
                  </a:lnTo>
                  <a:lnTo>
                    <a:pt x="1625632" y="2013717"/>
                  </a:lnTo>
                  <a:lnTo>
                    <a:pt x="1625632" y="2020683"/>
                  </a:lnTo>
                  <a:lnTo>
                    <a:pt x="1636506" y="2020683"/>
                  </a:lnTo>
                  <a:lnTo>
                    <a:pt x="1636506" y="2029980"/>
                  </a:lnTo>
                  <a:lnTo>
                    <a:pt x="1641942" y="2029980"/>
                  </a:lnTo>
                  <a:lnTo>
                    <a:pt x="1641942" y="2035795"/>
                  </a:lnTo>
                  <a:lnTo>
                    <a:pt x="1652816" y="2035795"/>
                  </a:lnTo>
                  <a:lnTo>
                    <a:pt x="1652816" y="2039285"/>
                  </a:lnTo>
                  <a:lnTo>
                    <a:pt x="1658253" y="2039285"/>
                  </a:lnTo>
                  <a:lnTo>
                    <a:pt x="1658253" y="2041613"/>
                  </a:lnTo>
                  <a:lnTo>
                    <a:pt x="1663690" y="2041613"/>
                  </a:lnTo>
                  <a:lnTo>
                    <a:pt x="1663690" y="2045104"/>
                  </a:lnTo>
                  <a:lnTo>
                    <a:pt x="1669127" y="2045104"/>
                  </a:lnTo>
                  <a:lnTo>
                    <a:pt x="1669127" y="2049761"/>
                  </a:lnTo>
                  <a:lnTo>
                    <a:pt x="1674564" y="2049761"/>
                  </a:lnTo>
                  <a:lnTo>
                    <a:pt x="1674564" y="2055583"/>
                  </a:lnTo>
                  <a:lnTo>
                    <a:pt x="1680001" y="2055583"/>
                  </a:lnTo>
                  <a:lnTo>
                    <a:pt x="1680001" y="2062574"/>
                  </a:lnTo>
                  <a:lnTo>
                    <a:pt x="1685438" y="2062574"/>
                  </a:lnTo>
                  <a:lnTo>
                    <a:pt x="1685438" y="2063739"/>
                  </a:lnTo>
                  <a:lnTo>
                    <a:pt x="1690875" y="2063739"/>
                  </a:lnTo>
                  <a:lnTo>
                    <a:pt x="1690875" y="2067237"/>
                  </a:lnTo>
                  <a:lnTo>
                    <a:pt x="1696311" y="2067237"/>
                  </a:lnTo>
                  <a:lnTo>
                    <a:pt x="1696311" y="2068403"/>
                  </a:lnTo>
                  <a:lnTo>
                    <a:pt x="1701748" y="2068403"/>
                  </a:lnTo>
                  <a:lnTo>
                    <a:pt x="1701748" y="2073069"/>
                  </a:lnTo>
                  <a:lnTo>
                    <a:pt x="1707185" y="2073069"/>
                  </a:lnTo>
                  <a:lnTo>
                    <a:pt x="1707185" y="2076569"/>
                  </a:lnTo>
                  <a:lnTo>
                    <a:pt x="1712622" y="2076569"/>
                  </a:lnTo>
                  <a:lnTo>
                    <a:pt x="1712622" y="2078904"/>
                  </a:lnTo>
                  <a:lnTo>
                    <a:pt x="1718059" y="2078904"/>
                  </a:lnTo>
                  <a:lnTo>
                    <a:pt x="1718059" y="2085909"/>
                  </a:lnTo>
                  <a:lnTo>
                    <a:pt x="1723496" y="2085909"/>
                  </a:lnTo>
                  <a:lnTo>
                    <a:pt x="1723496" y="2088244"/>
                  </a:lnTo>
                  <a:lnTo>
                    <a:pt x="1728933" y="2088244"/>
                  </a:lnTo>
                  <a:lnTo>
                    <a:pt x="1728933" y="2091747"/>
                  </a:lnTo>
                  <a:lnTo>
                    <a:pt x="1734370" y="2091747"/>
                  </a:lnTo>
                  <a:lnTo>
                    <a:pt x="1734370" y="2094083"/>
                  </a:lnTo>
                  <a:lnTo>
                    <a:pt x="1739807" y="2094083"/>
                  </a:lnTo>
                  <a:lnTo>
                    <a:pt x="1739807" y="2098755"/>
                  </a:lnTo>
                  <a:lnTo>
                    <a:pt x="1745243" y="2098755"/>
                  </a:lnTo>
                  <a:lnTo>
                    <a:pt x="1745243" y="2104598"/>
                  </a:lnTo>
                  <a:lnTo>
                    <a:pt x="1750680" y="2104598"/>
                  </a:lnTo>
                  <a:lnTo>
                    <a:pt x="1750680" y="2106936"/>
                  </a:lnTo>
                  <a:lnTo>
                    <a:pt x="1756117" y="2106936"/>
                  </a:lnTo>
                  <a:lnTo>
                    <a:pt x="1756117" y="2110444"/>
                  </a:lnTo>
                  <a:lnTo>
                    <a:pt x="1761554" y="2110444"/>
                  </a:lnTo>
                  <a:lnTo>
                    <a:pt x="1761554" y="2113951"/>
                  </a:lnTo>
                  <a:lnTo>
                    <a:pt x="1766991" y="2113951"/>
                  </a:lnTo>
                  <a:lnTo>
                    <a:pt x="1766991" y="2122139"/>
                  </a:lnTo>
                  <a:lnTo>
                    <a:pt x="1772428" y="2122139"/>
                  </a:lnTo>
                  <a:lnTo>
                    <a:pt x="1772428" y="2125650"/>
                  </a:lnTo>
                  <a:lnTo>
                    <a:pt x="1777865" y="2125650"/>
                  </a:lnTo>
                  <a:lnTo>
                    <a:pt x="1777865" y="2133842"/>
                  </a:lnTo>
                  <a:lnTo>
                    <a:pt x="1783302" y="2133842"/>
                  </a:lnTo>
                  <a:lnTo>
                    <a:pt x="1783302" y="2136184"/>
                  </a:lnTo>
                  <a:lnTo>
                    <a:pt x="1788739" y="2136184"/>
                  </a:lnTo>
                  <a:lnTo>
                    <a:pt x="1788739" y="2138526"/>
                  </a:lnTo>
                  <a:lnTo>
                    <a:pt x="1794176" y="2138526"/>
                  </a:lnTo>
                  <a:lnTo>
                    <a:pt x="1794176" y="2145554"/>
                  </a:lnTo>
                  <a:lnTo>
                    <a:pt x="1799612" y="2145554"/>
                  </a:lnTo>
                  <a:lnTo>
                    <a:pt x="1799612" y="2149068"/>
                  </a:lnTo>
                  <a:lnTo>
                    <a:pt x="1805049" y="2149068"/>
                  </a:lnTo>
                  <a:lnTo>
                    <a:pt x="1805049" y="2150239"/>
                  </a:lnTo>
                  <a:lnTo>
                    <a:pt x="1810486" y="2150239"/>
                  </a:lnTo>
                  <a:lnTo>
                    <a:pt x="1810486" y="2156097"/>
                  </a:lnTo>
                  <a:lnTo>
                    <a:pt x="1815923" y="2156097"/>
                  </a:lnTo>
                  <a:lnTo>
                    <a:pt x="1815923" y="2163126"/>
                  </a:lnTo>
                  <a:lnTo>
                    <a:pt x="1821360" y="2163126"/>
                  </a:lnTo>
                  <a:lnTo>
                    <a:pt x="1821360" y="2168985"/>
                  </a:lnTo>
                  <a:lnTo>
                    <a:pt x="1826797" y="2168985"/>
                  </a:lnTo>
                  <a:lnTo>
                    <a:pt x="1826797" y="2173675"/>
                  </a:lnTo>
                  <a:lnTo>
                    <a:pt x="1832234" y="2173675"/>
                  </a:lnTo>
                  <a:lnTo>
                    <a:pt x="1832234" y="2177195"/>
                  </a:lnTo>
                  <a:lnTo>
                    <a:pt x="1837671" y="2177195"/>
                  </a:lnTo>
                  <a:lnTo>
                    <a:pt x="1837671" y="2180716"/>
                  </a:lnTo>
                  <a:lnTo>
                    <a:pt x="1843108" y="2180716"/>
                  </a:lnTo>
                  <a:lnTo>
                    <a:pt x="1843108" y="2183064"/>
                  </a:lnTo>
                  <a:lnTo>
                    <a:pt x="1848545" y="2183064"/>
                  </a:lnTo>
                  <a:lnTo>
                    <a:pt x="1848545" y="2186586"/>
                  </a:lnTo>
                  <a:lnTo>
                    <a:pt x="1853981" y="2186586"/>
                  </a:lnTo>
                  <a:lnTo>
                    <a:pt x="1853981" y="2197155"/>
                  </a:lnTo>
                  <a:lnTo>
                    <a:pt x="1859418" y="2197155"/>
                  </a:lnTo>
                  <a:lnTo>
                    <a:pt x="1859418" y="2200679"/>
                  </a:lnTo>
                  <a:lnTo>
                    <a:pt x="1864855" y="2200679"/>
                  </a:lnTo>
                  <a:lnTo>
                    <a:pt x="1864855" y="2203029"/>
                  </a:lnTo>
                  <a:lnTo>
                    <a:pt x="1870292" y="2203029"/>
                  </a:lnTo>
                  <a:lnTo>
                    <a:pt x="1870292" y="2206556"/>
                  </a:lnTo>
                  <a:lnTo>
                    <a:pt x="1875729" y="2206556"/>
                  </a:lnTo>
                  <a:lnTo>
                    <a:pt x="1875729" y="2208908"/>
                  </a:lnTo>
                  <a:lnTo>
                    <a:pt x="1881166" y="2208908"/>
                  </a:lnTo>
                  <a:lnTo>
                    <a:pt x="1881166" y="2214789"/>
                  </a:lnTo>
                  <a:lnTo>
                    <a:pt x="1886603" y="2214789"/>
                  </a:lnTo>
                  <a:lnTo>
                    <a:pt x="1886603" y="2221848"/>
                  </a:lnTo>
                  <a:lnTo>
                    <a:pt x="1897477" y="2221848"/>
                  </a:lnTo>
                  <a:lnTo>
                    <a:pt x="1897477" y="2230084"/>
                  </a:lnTo>
                  <a:lnTo>
                    <a:pt x="1902914" y="2230084"/>
                  </a:lnTo>
                  <a:lnTo>
                    <a:pt x="1902914" y="2233613"/>
                  </a:lnTo>
                  <a:lnTo>
                    <a:pt x="1908350" y="2233613"/>
                  </a:lnTo>
                  <a:lnTo>
                    <a:pt x="1908350" y="2238320"/>
                  </a:lnTo>
                  <a:lnTo>
                    <a:pt x="1913787" y="2238320"/>
                  </a:lnTo>
                  <a:lnTo>
                    <a:pt x="1913787" y="2240674"/>
                  </a:lnTo>
                  <a:lnTo>
                    <a:pt x="1919224" y="2240674"/>
                  </a:lnTo>
                  <a:lnTo>
                    <a:pt x="1919224" y="2244207"/>
                  </a:lnTo>
                  <a:lnTo>
                    <a:pt x="1924661" y="2244207"/>
                  </a:lnTo>
                  <a:lnTo>
                    <a:pt x="1924661" y="2246563"/>
                  </a:lnTo>
                  <a:lnTo>
                    <a:pt x="1930098" y="2246563"/>
                  </a:lnTo>
                  <a:lnTo>
                    <a:pt x="1930098" y="2247741"/>
                  </a:lnTo>
                  <a:lnTo>
                    <a:pt x="1935535" y="2247741"/>
                  </a:lnTo>
                  <a:lnTo>
                    <a:pt x="1935535" y="2253629"/>
                  </a:lnTo>
                  <a:lnTo>
                    <a:pt x="1940972" y="2253629"/>
                  </a:lnTo>
                  <a:lnTo>
                    <a:pt x="1940972" y="2253629"/>
                  </a:lnTo>
                  <a:lnTo>
                    <a:pt x="1946409" y="2253629"/>
                  </a:lnTo>
                  <a:lnTo>
                    <a:pt x="1946409" y="2257166"/>
                  </a:lnTo>
                  <a:lnTo>
                    <a:pt x="1951846" y="2257166"/>
                  </a:lnTo>
                  <a:lnTo>
                    <a:pt x="1951846" y="2260702"/>
                  </a:lnTo>
                  <a:lnTo>
                    <a:pt x="1957282" y="2260702"/>
                  </a:lnTo>
                  <a:lnTo>
                    <a:pt x="1957282" y="2263060"/>
                  </a:lnTo>
                  <a:lnTo>
                    <a:pt x="1962719" y="2263060"/>
                  </a:lnTo>
                  <a:lnTo>
                    <a:pt x="1962719" y="2270133"/>
                  </a:lnTo>
                  <a:lnTo>
                    <a:pt x="1968156" y="2270133"/>
                  </a:lnTo>
                  <a:lnTo>
                    <a:pt x="1968156" y="2270133"/>
                  </a:lnTo>
                  <a:lnTo>
                    <a:pt x="1973593" y="2270133"/>
                  </a:lnTo>
                  <a:lnTo>
                    <a:pt x="1973593" y="2273672"/>
                  </a:lnTo>
                  <a:lnTo>
                    <a:pt x="1979030" y="2273672"/>
                  </a:lnTo>
                  <a:lnTo>
                    <a:pt x="1979030" y="2278390"/>
                  </a:lnTo>
                  <a:lnTo>
                    <a:pt x="1984467" y="2278390"/>
                  </a:lnTo>
                  <a:lnTo>
                    <a:pt x="1984467" y="2279570"/>
                  </a:lnTo>
                  <a:lnTo>
                    <a:pt x="1989904" y="2279570"/>
                  </a:lnTo>
                  <a:lnTo>
                    <a:pt x="1989904" y="2281932"/>
                  </a:lnTo>
                  <a:lnTo>
                    <a:pt x="1995341" y="2281932"/>
                  </a:lnTo>
                  <a:lnTo>
                    <a:pt x="1995341" y="2289018"/>
                  </a:lnTo>
                  <a:lnTo>
                    <a:pt x="2000778" y="2289018"/>
                  </a:lnTo>
                  <a:lnTo>
                    <a:pt x="2000778" y="2289018"/>
                  </a:lnTo>
                  <a:lnTo>
                    <a:pt x="2006215" y="2289018"/>
                  </a:lnTo>
                  <a:lnTo>
                    <a:pt x="2006215" y="2291382"/>
                  </a:lnTo>
                  <a:lnTo>
                    <a:pt x="2011651" y="2291382"/>
                  </a:lnTo>
                  <a:lnTo>
                    <a:pt x="2011651" y="2291382"/>
                  </a:lnTo>
                  <a:lnTo>
                    <a:pt x="2017088" y="2291382"/>
                  </a:lnTo>
                  <a:lnTo>
                    <a:pt x="2017088" y="2297295"/>
                  </a:lnTo>
                  <a:lnTo>
                    <a:pt x="2022525" y="2297295"/>
                  </a:lnTo>
                  <a:lnTo>
                    <a:pt x="2022525" y="2302025"/>
                  </a:lnTo>
                  <a:lnTo>
                    <a:pt x="2027962" y="2302025"/>
                  </a:lnTo>
                  <a:lnTo>
                    <a:pt x="2027962" y="2305573"/>
                  </a:lnTo>
                  <a:lnTo>
                    <a:pt x="2033399" y="2305573"/>
                  </a:lnTo>
                  <a:lnTo>
                    <a:pt x="2033399" y="2311492"/>
                  </a:lnTo>
                  <a:lnTo>
                    <a:pt x="2038836" y="2311492"/>
                  </a:lnTo>
                  <a:lnTo>
                    <a:pt x="2038836" y="2312676"/>
                  </a:lnTo>
                  <a:lnTo>
                    <a:pt x="2044273" y="2312676"/>
                  </a:lnTo>
                  <a:lnTo>
                    <a:pt x="2044273" y="2317411"/>
                  </a:lnTo>
                  <a:lnTo>
                    <a:pt x="2049710" y="2317411"/>
                  </a:lnTo>
                  <a:lnTo>
                    <a:pt x="2049710" y="2322148"/>
                  </a:lnTo>
                  <a:lnTo>
                    <a:pt x="2055147" y="2322148"/>
                  </a:lnTo>
                  <a:lnTo>
                    <a:pt x="2055147" y="2329254"/>
                  </a:lnTo>
                  <a:lnTo>
                    <a:pt x="2060584" y="2329254"/>
                  </a:lnTo>
                  <a:lnTo>
                    <a:pt x="2060584" y="2331624"/>
                  </a:lnTo>
                  <a:lnTo>
                    <a:pt x="2066020" y="2331624"/>
                  </a:lnTo>
                  <a:lnTo>
                    <a:pt x="2066020" y="2337549"/>
                  </a:lnTo>
                  <a:lnTo>
                    <a:pt x="2071457" y="2337549"/>
                  </a:lnTo>
                  <a:lnTo>
                    <a:pt x="2071457" y="2341106"/>
                  </a:lnTo>
                  <a:lnTo>
                    <a:pt x="2076894" y="2341106"/>
                  </a:lnTo>
                  <a:lnTo>
                    <a:pt x="2076894" y="2343477"/>
                  </a:lnTo>
                  <a:lnTo>
                    <a:pt x="2082331" y="2343477"/>
                  </a:lnTo>
                  <a:lnTo>
                    <a:pt x="2082331" y="2344662"/>
                  </a:lnTo>
                  <a:lnTo>
                    <a:pt x="2087768" y="2344662"/>
                  </a:lnTo>
                  <a:lnTo>
                    <a:pt x="2087768" y="2347034"/>
                  </a:lnTo>
                  <a:lnTo>
                    <a:pt x="2093205" y="2347034"/>
                  </a:lnTo>
                  <a:lnTo>
                    <a:pt x="2093205" y="2348219"/>
                  </a:lnTo>
                  <a:lnTo>
                    <a:pt x="2098642" y="2348219"/>
                  </a:lnTo>
                  <a:lnTo>
                    <a:pt x="2098642" y="2349405"/>
                  </a:lnTo>
                  <a:lnTo>
                    <a:pt x="2104079" y="2349405"/>
                  </a:lnTo>
                  <a:lnTo>
                    <a:pt x="2104079" y="2352962"/>
                  </a:lnTo>
                  <a:lnTo>
                    <a:pt x="2109516" y="2352962"/>
                  </a:lnTo>
                  <a:lnTo>
                    <a:pt x="2109516" y="2355334"/>
                  </a:lnTo>
                  <a:lnTo>
                    <a:pt x="2114953" y="2355334"/>
                  </a:lnTo>
                  <a:lnTo>
                    <a:pt x="2114953" y="2358891"/>
                  </a:lnTo>
                  <a:lnTo>
                    <a:pt x="2120389" y="2358891"/>
                  </a:lnTo>
                  <a:lnTo>
                    <a:pt x="2120389" y="2363636"/>
                  </a:lnTo>
                  <a:lnTo>
                    <a:pt x="2125826" y="2363636"/>
                  </a:lnTo>
                  <a:lnTo>
                    <a:pt x="2125826" y="2364823"/>
                  </a:lnTo>
                  <a:lnTo>
                    <a:pt x="2131263" y="2364823"/>
                  </a:lnTo>
                  <a:lnTo>
                    <a:pt x="2131263" y="2369568"/>
                  </a:lnTo>
                  <a:lnTo>
                    <a:pt x="2136700" y="2369568"/>
                  </a:lnTo>
                  <a:lnTo>
                    <a:pt x="2136700" y="2376687"/>
                  </a:lnTo>
                  <a:lnTo>
                    <a:pt x="2142137" y="2376687"/>
                  </a:lnTo>
                  <a:lnTo>
                    <a:pt x="2142137" y="2380247"/>
                  </a:lnTo>
                  <a:lnTo>
                    <a:pt x="2147574" y="2380247"/>
                  </a:lnTo>
                  <a:lnTo>
                    <a:pt x="2147574" y="2386182"/>
                  </a:lnTo>
                  <a:lnTo>
                    <a:pt x="2153011" y="2386182"/>
                  </a:lnTo>
                  <a:lnTo>
                    <a:pt x="2153011" y="2388558"/>
                  </a:lnTo>
                  <a:lnTo>
                    <a:pt x="2158448" y="2388558"/>
                  </a:lnTo>
                  <a:lnTo>
                    <a:pt x="2158448" y="2393308"/>
                  </a:lnTo>
                  <a:lnTo>
                    <a:pt x="2163885" y="2393308"/>
                  </a:lnTo>
                  <a:lnTo>
                    <a:pt x="2163885" y="2395684"/>
                  </a:lnTo>
                  <a:lnTo>
                    <a:pt x="2169321" y="2395684"/>
                  </a:lnTo>
                  <a:lnTo>
                    <a:pt x="2169321" y="2398060"/>
                  </a:lnTo>
                  <a:lnTo>
                    <a:pt x="2174758" y="2398060"/>
                  </a:lnTo>
                  <a:lnTo>
                    <a:pt x="2174758" y="2400436"/>
                  </a:lnTo>
                  <a:lnTo>
                    <a:pt x="2180195" y="2400436"/>
                  </a:lnTo>
                  <a:lnTo>
                    <a:pt x="2180195" y="2405192"/>
                  </a:lnTo>
                  <a:lnTo>
                    <a:pt x="2185632" y="2405192"/>
                  </a:lnTo>
                  <a:lnTo>
                    <a:pt x="2185632" y="2408758"/>
                  </a:lnTo>
                  <a:lnTo>
                    <a:pt x="2191069" y="2408758"/>
                  </a:lnTo>
                  <a:lnTo>
                    <a:pt x="2191069" y="2411136"/>
                  </a:lnTo>
                  <a:lnTo>
                    <a:pt x="2196506" y="2411136"/>
                  </a:lnTo>
                  <a:lnTo>
                    <a:pt x="2196506" y="2413515"/>
                  </a:lnTo>
                  <a:lnTo>
                    <a:pt x="2201943" y="2413515"/>
                  </a:lnTo>
                  <a:lnTo>
                    <a:pt x="2201943" y="2418273"/>
                  </a:lnTo>
                  <a:lnTo>
                    <a:pt x="2207380" y="2418273"/>
                  </a:lnTo>
                  <a:lnTo>
                    <a:pt x="2207380" y="2421843"/>
                  </a:lnTo>
                  <a:lnTo>
                    <a:pt x="2212817" y="2421843"/>
                  </a:lnTo>
                  <a:lnTo>
                    <a:pt x="2212817" y="2425414"/>
                  </a:lnTo>
                  <a:lnTo>
                    <a:pt x="2218254" y="2425414"/>
                  </a:lnTo>
                  <a:lnTo>
                    <a:pt x="2218254" y="2431367"/>
                  </a:lnTo>
                  <a:lnTo>
                    <a:pt x="2223690" y="2431367"/>
                  </a:lnTo>
                  <a:lnTo>
                    <a:pt x="2223690" y="2433750"/>
                  </a:lnTo>
                  <a:lnTo>
                    <a:pt x="2229127" y="2433750"/>
                  </a:lnTo>
                  <a:lnTo>
                    <a:pt x="2229127" y="2434941"/>
                  </a:lnTo>
                  <a:lnTo>
                    <a:pt x="2234564" y="2434941"/>
                  </a:lnTo>
                  <a:lnTo>
                    <a:pt x="2234564" y="2436133"/>
                  </a:lnTo>
                  <a:lnTo>
                    <a:pt x="2240001" y="2436133"/>
                  </a:lnTo>
                  <a:lnTo>
                    <a:pt x="2240001" y="2438519"/>
                  </a:lnTo>
                  <a:lnTo>
                    <a:pt x="2245438" y="2438519"/>
                  </a:lnTo>
                  <a:lnTo>
                    <a:pt x="2245438" y="2438519"/>
                  </a:lnTo>
                  <a:lnTo>
                    <a:pt x="2250875" y="2438519"/>
                  </a:lnTo>
                  <a:lnTo>
                    <a:pt x="2250875" y="2439713"/>
                  </a:lnTo>
                  <a:lnTo>
                    <a:pt x="2256312" y="2439713"/>
                  </a:lnTo>
                  <a:lnTo>
                    <a:pt x="2256312" y="2444492"/>
                  </a:lnTo>
                  <a:lnTo>
                    <a:pt x="2261749" y="2444492"/>
                  </a:lnTo>
                  <a:lnTo>
                    <a:pt x="2261749" y="2446882"/>
                  </a:lnTo>
                  <a:lnTo>
                    <a:pt x="2267186" y="2446882"/>
                  </a:lnTo>
                  <a:lnTo>
                    <a:pt x="2267186" y="2448077"/>
                  </a:lnTo>
                  <a:lnTo>
                    <a:pt x="2272623" y="2448077"/>
                  </a:lnTo>
                  <a:lnTo>
                    <a:pt x="2272623" y="2449272"/>
                  </a:lnTo>
                  <a:lnTo>
                    <a:pt x="2278059" y="2449272"/>
                  </a:lnTo>
                  <a:lnTo>
                    <a:pt x="2278059" y="2454054"/>
                  </a:lnTo>
                  <a:lnTo>
                    <a:pt x="2283496" y="2454054"/>
                  </a:lnTo>
                  <a:lnTo>
                    <a:pt x="2283496" y="2455251"/>
                  </a:lnTo>
                  <a:lnTo>
                    <a:pt x="2288933" y="2455251"/>
                  </a:lnTo>
                  <a:lnTo>
                    <a:pt x="2288933" y="2461238"/>
                  </a:lnTo>
                  <a:lnTo>
                    <a:pt x="2294370" y="2461238"/>
                  </a:lnTo>
                  <a:lnTo>
                    <a:pt x="2294370" y="2466031"/>
                  </a:lnTo>
                  <a:lnTo>
                    <a:pt x="2299807" y="2466031"/>
                  </a:lnTo>
                  <a:lnTo>
                    <a:pt x="2299807" y="2468429"/>
                  </a:lnTo>
                  <a:lnTo>
                    <a:pt x="2305244" y="2468429"/>
                  </a:lnTo>
                  <a:lnTo>
                    <a:pt x="2305244" y="2469627"/>
                  </a:lnTo>
                  <a:lnTo>
                    <a:pt x="2310681" y="2469627"/>
                  </a:lnTo>
                  <a:lnTo>
                    <a:pt x="2310681" y="2472025"/>
                  </a:lnTo>
                  <a:lnTo>
                    <a:pt x="2316118" y="2472025"/>
                  </a:lnTo>
                  <a:lnTo>
                    <a:pt x="2316118" y="2474423"/>
                  </a:lnTo>
                  <a:lnTo>
                    <a:pt x="2321555" y="2474423"/>
                  </a:lnTo>
                  <a:lnTo>
                    <a:pt x="2321555" y="2478022"/>
                  </a:lnTo>
                  <a:lnTo>
                    <a:pt x="2326991" y="2478022"/>
                  </a:lnTo>
                  <a:lnTo>
                    <a:pt x="2326991" y="2481624"/>
                  </a:lnTo>
                  <a:lnTo>
                    <a:pt x="2332428" y="2481624"/>
                  </a:lnTo>
                  <a:lnTo>
                    <a:pt x="2332428" y="2485225"/>
                  </a:lnTo>
                  <a:lnTo>
                    <a:pt x="2337865" y="2485225"/>
                  </a:lnTo>
                  <a:lnTo>
                    <a:pt x="2337865" y="2491228"/>
                  </a:lnTo>
                  <a:lnTo>
                    <a:pt x="2343302" y="2491228"/>
                  </a:lnTo>
                  <a:lnTo>
                    <a:pt x="2343302" y="2494830"/>
                  </a:lnTo>
                  <a:lnTo>
                    <a:pt x="2348739" y="2494830"/>
                  </a:lnTo>
                  <a:lnTo>
                    <a:pt x="2348739" y="2496030"/>
                  </a:lnTo>
                  <a:lnTo>
                    <a:pt x="2354176" y="2496030"/>
                  </a:lnTo>
                  <a:lnTo>
                    <a:pt x="2354176" y="2497231"/>
                  </a:lnTo>
                  <a:lnTo>
                    <a:pt x="2359613" y="2497231"/>
                  </a:lnTo>
                  <a:lnTo>
                    <a:pt x="2359613" y="2497231"/>
                  </a:lnTo>
                  <a:lnTo>
                    <a:pt x="2365050" y="2497231"/>
                  </a:lnTo>
                  <a:lnTo>
                    <a:pt x="2365050" y="2499636"/>
                  </a:lnTo>
                  <a:lnTo>
                    <a:pt x="2370487" y="2499636"/>
                  </a:lnTo>
                  <a:lnTo>
                    <a:pt x="2370487" y="2500838"/>
                  </a:lnTo>
                  <a:lnTo>
                    <a:pt x="2375924" y="2500838"/>
                  </a:lnTo>
                  <a:lnTo>
                    <a:pt x="2375924" y="2504445"/>
                  </a:lnTo>
                  <a:lnTo>
                    <a:pt x="2381360" y="2504445"/>
                  </a:lnTo>
                  <a:lnTo>
                    <a:pt x="2381360" y="2506850"/>
                  </a:lnTo>
                  <a:lnTo>
                    <a:pt x="2386797" y="2506850"/>
                  </a:lnTo>
                  <a:lnTo>
                    <a:pt x="2386797" y="2509254"/>
                  </a:lnTo>
                  <a:lnTo>
                    <a:pt x="2392234" y="2509254"/>
                  </a:lnTo>
                  <a:lnTo>
                    <a:pt x="2392234" y="2510457"/>
                  </a:lnTo>
                  <a:lnTo>
                    <a:pt x="2397671" y="2510457"/>
                  </a:lnTo>
                  <a:lnTo>
                    <a:pt x="2397671" y="2512862"/>
                  </a:lnTo>
                  <a:lnTo>
                    <a:pt x="2403108" y="2512862"/>
                  </a:lnTo>
                  <a:lnTo>
                    <a:pt x="2403108" y="2512862"/>
                  </a:lnTo>
                  <a:lnTo>
                    <a:pt x="2408545" y="2512862"/>
                  </a:lnTo>
                  <a:lnTo>
                    <a:pt x="2408545" y="2518882"/>
                  </a:lnTo>
                  <a:lnTo>
                    <a:pt x="2413982" y="2518882"/>
                  </a:lnTo>
                  <a:lnTo>
                    <a:pt x="2413982" y="2522494"/>
                  </a:lnTo>
                  <a:lnTo>
                    <a:pt x="2419419" y="2522494"/>
                  </a:lnTo>
                  <a:lnTo>
                    <a:pt x="2419419" y="2523698"/>
                  </a:lnTo>
                  <a:lnTo>
                    <a:pt x="2424856" y="2523698"/>
                  </a:lnTo>
                  <a:lnTo>
                    <a:pt x="2424856" y="2533337"/>
                  </a:lnTo>
                  <a:lnTo>
                    <a:pt x="2430293" y="2533337"/>
                  </a:lnTo>
                  <a:lnTo>
                    <a:pt x="2430293" y="2538156"/>
                  </a:lnTo>
                  <a:lnTo>
                    <a:pt x="2435729" y="2538156"/>
                  </a:lnTo>
                  <a:lnTo>
                    <a:pt x="2435729" y="2540566"/>
                  </a:lnTo>
                  <a:lnTo>
                    <a:pt x="2441166" y="2540566"/>
                  </a:lnTo>
                  <a:lnTo>
                    <a:pt x="2441166" y="2544181"/>
                  </a:lnTo>
                  <a:lnTo>
                    <a:pt x="2446603" y="2544181"/>
                  </a:lnTo>
                  <a:lnTo>
                    <a:pt x="2446603" y="2546591"/>
                  </a:lnTo>
                  <a:lnTo>
                    <a:pt x="2452040" y="2546591"/>
                  </a:lnTo>
                  <a:lnTo>
                    <a:pt x="2452040" y="2549001"/>
                  </a:lnTo>
                  <a:lnTo>
                    <a:pt x="2457477" y="2549001"/>
                  </a:lnTo>
                  <a:lnTo>
                    <a:pt x="2457477" y="2551412"/>
                  </a:lnTo>
                  <a:lnTo>
                    <a:pt x="2462914" y="2551412"/>
                  </a:lnTo>
                  <a:lnTo>
                    <a:pt x="2462914" y="2557441"/>
                  </a:lnTo>
                  <a:lnTo>
                    <a:pt x="2468351" y="2557441"/>
                  </a:lnTo>
                  <a:lnTo>
                    <a:pt x="2468351" y="2558646"/>
                  </a:lnTo>
                  <a:lnTo>
                    <a:pt x="2473788" y="2558646"/>
                  </a:lnTo>
                  <a:lnTo>
                    <a:pt x="2473788" y="2561058"/>
                  </a:lnTo>
                  <a:lnTo>
                    <a:pt x="2479225" y="2561058"/>
                  </a:lnTo>
                  <a:lnTo>
                    <a:pt x="2479225" y="2564675"/>
                  </a:lnTo>
                  <a:lnTo>
                    <a:pt x="2484662" y="2564675"/>
                  </a:lnTo>
                  <a:lnTo>
                    <a:pt x="2484662" y="2565882"/>
                  </a:lnTo>
                  <a:lnTo>
                    <a:pt x="2490098" y="2565882"/>
                  </a:lnTo>
                  <a:lnTo>
                    <a:pt x="2490098" y="2569503"/>
                  </a:lnTo>
                  <a:lnTo>
                    <a:pt x="2495535" y="2569503"/>
                  </a:lnTo>
                  <a:lnTo>
                    <a:pt x="2495535" y="2569503"/>
                  </a:lnTo>
                  <a:lnTo>
                    <a:pt x="2500972" y="2569503"/>
                  </a:lnTo>
                  <a:lnTo>
                    <a:pt x="2500972" y="2573127"/>
                  </a:lnTo>
                  <a:lnTo>
                    <a:pt x="2506409" y="2573127"/>
                  </a:lnTo>
                  <a:lnTo>
                    <a:pt x="2506409" y="2574335"/>
                  </a:lnTo>
                  <a:lnTo>
                    <a:pt x="2511846" y="2574335"/>
                  </a:lnTo>
                  <a:lnTo>
                    <a:pt x="2511846" y="2574335"/>
                  </a:lnTo>
                  <a:lnTo>
                    <a:pt x="2517283" y="2574335"/>
                  </a:lnTo>
                  <a:lnTo>
                    <a:pt x="2517283" y="2577963"/>
                  </a:lnTo>
                  <a:lnTo>
                    <a:pt x="2522720" y="2577963"/>
                  </a:lnTo>
                  <a:lnTo>
                    <a:pt x="2522720" y="2577963"/>
                  </a:lnTo>
                  <a:lnTo>
                    <a:pt x="2528157" y="2577963"/>
                  </a:lnTo>
                  <a:lnTo>
                    <a:pt x="2528157" y="2584017"/>
                  </a:lnTo>
                  <a:lnTo>
                    <a:pt x="2533594" y="2584017"/>
                  </a:lnTo>
                  <a:lnTo>
                    <a:pt x="2533594" y="2585228"/>
                  </a:lnTo>
                  <a:lnTo>
                    <a:pt x="2539030" y="2585228"/>
                  </a:lnTo>
                  <a:lnTo>
                    <a:pt x="2539030" y="2586440"/>
                  </a:lnTo>
                  <a:lnTo>
                    <a:pt x="2544467" y="2586440"/>
                  </a:lnTo>
                  <a:lnTo>
                    <a:pt x="2544467" y="2587651"/>
                  </a:lnTo>
                  <a:lnTo>
                    <a:pt x="2549904" y="2587651"/>
                  </a:lnTo>
                  <a:lnTo>
                    <a:pt x="2549904" y="2588863"/>
                  </a:lnTo>
                  <a:lnTo>
                    <a:pt x="2555341" y="2588863"/>
                  </a:lnTo>
                  <a:lnTo>
                    <a:pt x="2555341" y="2590076"/>
                  </a:lnTo>
                  <a:lnTo>
                    <a:pt x="2560778" y="2590076"/>
                  </a:lnTo>
                  <a:lnTo>
                    <a:pt x="2560778" y="2594927"/>
                  </a:lnTo>
                  <a:lnTo>
                    <a:pt x="2566215" y="2594927"/>
                  </a:lnTo>
                  <a:lnTo>
                    <a:pt x="2566215" y="2597352"/>
                  </a:lnTo>
                  <a:lnTo>
                    <a:pt x="2571652" y="2597352"/>
                  </a:lnTo>
                  <a:lnTo>
                    <a:pt x="2571652" y="2599778"/>
                  </a:lnTo>
                  <a:lnTo>
                    <a:pt x="2577089" y="2599778"/>
                  </a:lnTo>
                  <a:lnTo>
                    <a:pt x="2577089" y="2603416"/>
                  </a:lnTo>
                  <a:lnTo>
                    <a:pt x="2582526" y="2603416"/>
                  </a:lnTo>
                  <a:lnTo>
                    <a:pt x="2582526" y="2608267"/>
                  </a:lnTo>
                  <a:lnTo>
                    <a:pt x="2587963" y="2608267"/>
                  </a:lnTo>
                  <a:lnTo>
                    <a:pt x="2587963" y="2610693"/>
                  </a:lnTo>
                  <a:lnTo>
                    <a:pt x="2593399" y="2610693"/>
                  </a:lnTo>
                  <a:lnTo>
                    <a:pt x="2593399" y="2611906"/>
                  </a:lnTo>
                  <a:lnTo>
                    <a:pt x="2598836" y="2611906"/>
                  </a:lnTo>
                  <a:lnTo>
                    <a:pt x="2598836" y="2619187"/>
                  </a:lnTo>
                  <a:lnTo>
                    <a:pt x="2604273" y="2619187"/>
                  </a:lnTo>
                  <a:lnTo>
                    <a:pt x="2604273" y="2621615"/>
                  </a:lnTo>
                  <a:lnTo>
                    <a:pt x="2609710" y="2621615"/>
                  </a:lnTo>
                  <a:lnTo>
                    <a:pt x="2609710" y="2625256"/>
                  </a:lnTo>
                  <a:lnTo>
                    <a:pt x="2615147" y="2625256"/>
                  </a:lnTo>
                  <a:lnTo>
                    <a:pt x="2615147" y="2626470"/>
                  </a:lnTo>
                  <a:lnTo>
                    <a:pt x="2620584" y="2626470"/>
                  </a:lnTo>
                  <a:lnTo>
                    <a:pt x="2620584" y="2630114"/>
                  </a:lnTo>
                  <a:lnTo>
                    <a:pt x="2626021" y="2630114"/>
                  </a:lnTo>
                  <a:lnTo>
                    <a:pt x="2626021" y="2637404"/>
                  </a:lnTo>
                  <a:lnTo>
                    <a:pt x="2631458" y="2637404"/>
                  </a:lnTo>
                  <a:lnTo>
                    <a:pt x="2631458" y="2643479"/>
                  </a:lnTo>
                  <a:lnTo>
                    <a:pt x="2636895" y="2643479"/>
                  </a:lnTo>
                  <a:lnTo>
                    <a:pt x="2636895" y="2645909"/>
                  </a:lnTo>
                  <a:lnTo>
                    <a:pt x="2642332" y="2645909"/>
                  </a:lnTo>
                  <a:lnTo>
                    <a:pt x="2642332" y="2654415"/>
                  </a:lnTo>
                  <a:lnTo>
                    <a:pt x="2647768" y="2654415"/>
                  </a:lnTo>
                  <a:lnTo>
                    <a:pt x="2647768" y="2656846"/>
                  </a:lnTo>
                  <a:lnTo>
                    <a:pt x="2653205" y="2656846"/>
                  </a:lnTo>
                  <a:lnTo>
                    <a:pt x="2653205" y="2659277"/>
                  </a:lnTo>
                  <a:lnTo>
                    <a:pt x="2658642" y="2659277"/>
                  </a:lnTo>
                  <a:lnTo>
                    <a:pt x="2658642" y="2662925"/>
                  </a:lnTo>
                  <a:lnTo>
                    <a:pt x="2664079" y="2662925"/>
                  </a:lnTo>
                  <a:lnTo>
                    <a:pt x="2664079" y="2665357"/>
                  </a:lnTo>
                  <a:lnTo>
                    <a:pt x="2669516" y="2665357"/>
                  </a:lnTo>
                  <a:lnTo>
                    <a:pt x="2669516" y="2666573"/>
                  </a:lnTo>
                  <a:lnTo>
                    <a:pt x="2674953" y="2666573"/>
                  </a:lnTo>
                  <a:lnTo>
                    <a:pt x="2674953" y="2669007"/>
                  </a:lnTo>
                  <a:lnTo>
                    <a:pt x="2680390" y="2669007"/>
                  </a:lnTo>
                  <a:lnTo>
                    <a:pt x="2680390" y="2670223"/>
                  </a:lnTo>
                  <a:lnTo>
                    <a:pt x="2685827" y="2670223"/>
                  </a:lnTo>
                  <a:lnTo>
                    <a:pt x="2685827" y="2675092"/>
                  </a:lnTo>
                  <a:lnTo>
                    <a:pt x="2691264" y="2675092"/>
                  </a:lnTo>
                  <a:lnTo>
                    <a:pt x="2691264" y="2675092"/>
                  </a:lnTo>
                  <a:lnTo>
                    <a:pt x="2696701" y="2675092"/>
                  </a:lnTo>
                  <a:lnTo>
                    <a:pt x="2696701" y="2678745"/>
                  </a:lnTo>
                  <a:lnTo>
                    <a:pt x="2702137" y="2678745"/>
                  </a:lnTo>
                  <a:lnTo>
                    <a:pt x="2702137" y="2682400"/>
                  </a:lnTo>
                  <a:lnTo>
                    <a:pt x="2707574" y="2682400"/>
                  </a:lnTo>
                  <a:lnTo>
                    <a:pt x="2707574" y="2683619"/>
                  </a:lnTo>
                  <a:lnTo>
                    <a:pt x="2713011" y="2683619"/>
                  </a:lnTo>
                  <a:lnTo>
                    <a:pt x="2713011" y="2686056"/>
                  </a:lnTo>
                  <a:lnTo>
                    <a:pt x="2718448" y="2686056"/>
                  </a:lnTo>
                  <a:lnTo>
                    <a:pt x="2718448" y="2688493"/>
                  </a:lnTo>
                  <a:lnTo>
                    <a:pt x="2723885" y="2688493"/>
                  </a:lnTo>
                  <a:lnTo>
                    <a:pt x="2723885" y="2694589"/>
                  </a:lnTo>
                  <a:lnTo>
                    <a:pt x="2729322" y="2694589"/>
                  </a:lnTo>
                  <a:lnTo>
                    <a:pt x="2729322" y="2698246"/>
                  </a:lnTo>
                  <a:lnTo>
                    <a:pt x="2734759" y="2698246"/>
                  </a:lnTo>
                  <a:lnTo>
                    <a:pt x="2734759" y="2700685"/>
                  </a:lnTo>
                  <a:lnTo>
                    <a:pt x="2740196" y="2700685"/>
                  </a:lnTo>
                  <a:lnTo>
                    <a:pt x="2740196" y="2704343"/>
                  </a:lnTo>
                  <a:lnTo>
                    <a:pt x="2745633" y="2704343"/>
                  </a:lnTo>
                  <a:lnTo>
                    <a:pt x="2745633" y="2705562"/>
                  </a:lnTo>
                  <a:lnTo>
                    <a:pt x="2751069" y="2705562"/>
                  </a:lnTo>
                  <a:lnTo>
                    <a:pt x="2751069" y="2711659"/>
                  </a:lnTo>
                  <a:lnTo>
                    <a:pt x="2756506" y="2711659"/>
                  </a:lnTo>
                  <a:lnTo>
                    <a:pt x="2756506" y="2716537"/>
                  </a:lnTo>
                  <a:lnTo>
                    <a:pt x="2761943" y="2716537"/>
                  </a:lnTo>
                  <a:lnTo>
                    <a:pt x="2761943" y="2718976"/>
                  </a:lnTo>
                  <a:lnTo>
                    <a:pt x="2767380" y="2718976"/>
                  </a:lnTo>
                  <a:lnTo>
                    <a:pt x="2767380" y="2721415"/>
                  </a:lnTo>
                  <a:lnTo>
                    <a:pt x="2778254" y="2721415"/>
                  </a:lnTo>
                  <a:lnTo>
                    <a:pt x="2778254" y="2725074"/>
                  </a:lnTo>
                  <a:lnTo>
                    <a:pt x="2783691" y="2725074"/>
                  </a:lnTo>
                  <a:lnTo>
                    <a:pt x="2783691" y="2728733"/>
                  </a:lnTo>
                  <a:lnTo>
                    <a:pt x="2789128" y="2728733"/>
                  </a:lnTo>
                  <a:lnTo>
                    <a:pt x="2789128" y="2733612"/>
                  </a:lnTo>
                  <a:lnTo>
                    <a:pt x="2794565" y="2733612"/>
                  </a:lnTo>
                  <a:lnTo>
                    <a:pt x="2794565" y="2734832"/>
                  </a:lnTo>
                  <a:lnTo>
                    <a:pt x="2800002" y="2734832"/>
                  </a:lnTo>
                  <a:lnTo>
                    <a:pt x="2800002" y="2737272"/>
                  </a:lnTo>
                  <a:lnTo>
                    <a:pt x="2805438" y="2737272"/>
                  </a:lnTo>
                  <a:lnTo>
                    <a:pt x="2805438" y="2740931"/>
                  </a:lnTo>
                  <a:lnTo>
                    <a:pt x="2810875" y="2740931"/>
                  </a:lnTo>
                  <a:lnTo>
                    <a:pt x="2810875" y="2743371"/>
                  </a:lnTo>
                  <a:lnTo>
                    <a:pt x="2816312" y="2743371"/>
                  </a:lnTo>
                  <a:lnTo>
                    <a:pt x="2816312" y="2745812"/>
                  </a:lnTo>
                  <a:lnTo>
                    <a:pt x="2821749" y="2745812"/>
                  </a:lnTo>
                  <a:lnTo>
                    <a:pt x="2821749" y="2749474"/>
                  </a:lnTo>
                  <a:lnTo>
                    <a:pt x="2827186" y="2749474"/>
                  </a:lnTo>
                  <a:lnTo>
                    <a:pt x="2827186" y="2755583"/>
                  </a:lnTo>
                  <a:lnTo>
                    <a:pt x="2832623" y="2755583"/>
                  </a:lnTo>
                  <a:lnTo>
                    <a:pt x="2832623" y="2756805"/>
                  </a:lnTo>
                  <a:lnTo>
                    <a:pt x="2838060" y="2756805"/>
                  </a:lnTo>
                  <a:lnTo>
                    <a:pt x="2838060" y="2759250"/>
                  </a:lnTo>
                  <a:lnTo>
                    <a:pt x="2843497" y="2759250"/>
                  </a:lnTo>
                  <a:lnTo>
                    <a:pt x="2843497" y="2760473"/>
                  </a:lnTo>
                  <a:lnTo>
                    <a:pt x="2848934" y="2760473"/>
                  </a:lnTo>
                  <a:lnTo>
                    <a:pt x="2848934" y="2762919"/>
                  </a:lnTo>
                  <a:lnTo>
                    <a:pt x="2854371" y="2762919"/>
                  </a:lnTo>
                  <a:lnTo>
                    <a:pt x="2854371" y="2767812"/>
                  </a:lnTo>
                  <a:lnTo>
                    <a:pt x="2859807" y="2767812"/>
                  </a:lnTo>
                  <a:lnTo>
                    <a:pt x="2859807" y="2771483"/>
                  </a:lnTo>
                  <a:lnTo>
                    <a:pt x="2865244" y="2771483"/>
                  </a:lnTo>
                  <a:lnTo>
                    <a:pt x="2865244" y="2773931"/>
                  </a:lnTo>
                  <a:lnTo>
                    <a:pt x="2876118" y="2773931"/>
                  </a:lnTo>
                  <a:lnTo>
                    <a:pt x="2876118" y="2776379"/>
                  </a:lnTo>
                  <a:lnTo>
                    <a:pt x="2881555" y="2776379"/>
                  </a:lnTo>
                  <a:lnTo>
                    <a:pt x="2881555" y="2777603"/>
                  </a:lnTo>
                  <a:lnTo>
                    <a:pt x="2886992" y="2777603"/>
                  </a:lnTo>
                  <a:lnTo>
                    <a:pt x="2886992" y="2778828"/>
                  </a:lnTo>
                  <a:lnTo>
                    <a:pt x="2892429" y="2778828"/>
                  </a:lnTo>
                  <a:lnTo>
                    <a:pt x="2892429" y="2781278"/>
                  </a:lnTo>
                  <a:lnTo>
                    <a:pt x="2897866" y="2781278"/>
                  </a:lnTo>
                  <a:lnTo>
                    <a:pt x="2897866" y="2788636"/>
                  </a:lnTo>
                  <a:lnTo>
                    <a:pt x="2903303" y="2788636"/>
                  </a:lnTo>
                  <a:lnTo>
                    <a:pt x="2903303" y="2789863"/>
                  </a:lnTo>
                  <a:lnTo>
                    <a:pt x="2908739" y="2789863"/>
                  </a:lnTo>
                  <a:lnTo>
                    <a:pt x="2908739" y="2794769"/>
                  </a:lnTo>
                  <a:lnTo>
                    <a:pt x="2914176" y="2794769"/>
                  </a:lnTo>
                  <a:lnTo>
                    <a:pt x="2914176" y="2795996"/>
                  </a:lnTo>
                  <a:lnTo>
                    <a:pt x="2919613" y="2795996"/>
                  </a:lnTo>
                  <a:lnTo>
                    <a:pt x="2919613" y="2795996"/>
                  </a:lnTo>
                  <a:lnTo>
                    <a:pt x="2925050" y="2795996"/>
                  </a:lnTo>
                  <a:lnTo>
                    <a:pt x="2925050" y="2797223"/>
                  </a:lnTo>
                  <a:lnTo>
                    <a:pt x="2930487" y="2797223"/>
                  </a:lnTo>
                  <a:lnTo>
                    <a:pt x="2930487" y="2803359"/>
                  </a:lnTo>
                  <a:lnTo>
                    <a:pt x="2935924" y="2803359"/>
                  </a:lnTo>
                  <a:lnTo>
                    <a:pt x="2935924" y="2807045"/>
                  </a:lnTo>
                  <a:lnTo>
                    <a:pt x="2946798" y="2807045"/>
                  </a:lnTo>
                  <a:lnTo>
                    <a:pt x="2946798" y="2808274"/>
                  </a:lnTo>
                  <a:lnTo>
                    <a:pt x="2952235" y="2808274"/>
                  </a:lnTo>
                  <a:lnTo>
                    <a:pt x="2952235" y="2809503"/>
                  </a:lnTo>
                  <a:lnTo>
                    <a:pt x="2957672" y="2809503"/>
                  </a:lnTo>
                  <a:lnTo>
                    <a:pt x="2957672" y="2810734"/>
                  </a:lnTo>
                  <a:lnTo>
                    <a:pt x="2963108" y="2810734"/>
                  </a:lnTo>
                  <a:lnTo>
                    <a:pt x="2963108" y="2811965"/>
                  </a:lnTo>
                  <a:lnTo>
                    <a:pt x="2968545" y="2811965"/>
                  </a:lnTo>
                  <a:lnTo>
                    <a:pt x="2968545" y="2815662"/>
                  </a:lnTo>
                  <a:lnTo>
                    <a:pt x="2973982" y="2815662"/>
                  </a:lnTo>
                  <a:lnTo>
                    <a:pt x="2973982" y="2816896"/>
                  </a:lnTo>
                  <a:lnTo>
                    <a:pt x="2979419" y="2816896"/>
                  </a:lnTo>
                  <a:lnTo>
                    <a:pt x="2979419" y="2823073"/>
                  </a:lnTo>
                  <a:lnTo>
                    <a:pt x="2984856" y="2823073"/>
                  </a:lnTo>
                  <a:lnTo>
                    <a:pt x="2984856" y="2826780"/>
                  </a:lnTo>
                  <a:lnTo>
                    <a:pt x="2990293" y="2826780"/>
                  </a:lnTo>
                  <a:lnTo>
                    <a:pt x="2990293" y="2828016"/>
                  </a:lnTo>
                  <a:lnTo>
                    <a:pt x="2995730" y="2828016"/>
                  </a:lnTo>
                  <a:lnTo>
                    <a:pt x="2995730" y="2829251"/>
                  </a:lnTo>
                  <a:lnTo>
                    <a:pt x="3001167" y="2829251"/>
                  </a:lnTo>
                  <a:lnTo>
                    <a:pt x="3001167" y="2832958"/>
                  </a:lnTo>
                  <a:lnTo>
                    <a:pt x="3006604" y="2832958"/>
                  </a:lnTo>
                  <a:lnTo>
                    <a:pt x="3006604" y="2834194"/>
                  </a:lnTo>
                  <a:lnTo>
                    <a:pt x="3012041" y="2834194"/>
                  </a:lnTo>
                  <a:lnTo>
                    <a:pt x="3012041" y="2834194"/>
                  </a:lnTo>
                  <a:lnTo>
                    <a:pt x="3017477" y="2834194"/>
                  </a:lnTo>
                  <a:lnTo>
                    <a:pt x="3017477" y="2836669"/>
                  </a:lnTo>
                  <a:lnTo>
                    <a:pt x="3022914" y="2836669"/>
                  </a:lnTo>
                  <a:lnTo>
                    <a:pt x="3022914" y="2840382"/>
                  </a:lnTo>
                  <a:lnTo>
                    <a:pt x="3028351" y="2840382"/>
                  </a:lnTo>
                  <a:lnTo>
                    <a:pt x="3028351" y="2844095"/>
                  </a:lnTo>
                  <a:lnTo>
                    <a:pt x="3033788" y="2844095"/>
                  </a:lnTo>
                  <a:lnTo>
                    <a:pt x="3033788" y="2844095"/>
                  </a:lnTo>
                  <a:lnTo>
                    <a:pt x="3039225" y="2844095"/>
                  </a:lnTo>
                  <a:lnTo>
                    <a:pt x="3039225" y="2846572"/>
                  </a:lnTo>
                  <a:lnTo>
                    <a:pt x="3044662" y="2846572"/>
                  </a:lnTo>
                  <a:lnTo>
                    <a:pt x="3044662" y="2847811"/>
                  </a:lnTo>
                  <a:lnTo>
                    <a:pt x="3050099" y="2847811"/>
                  </a:lnTo>
                  <a:lnTo>
                    <a:pt x="3050099" y="2850294"/>
                  </a:lnTo>
                  <a:lnTo>
                    <a:pt x="3055536" y="2850294"/>
                  </a:lnTo>
                  <a:lnTo>
                    <a:pt x="3055536" y="2852777"/>
                  </a:lnTo>
                  <a:lnTo>
                    <a:pt x="3060973" y="2852777"/>
                  </a:lnTo>
                  <a:lnTo>
                    <a:pt x="3060973" y="2855260"/>
                  </a:lnTo>
                  <a:lnTo>
                    <a:pt x="3071846" y="2855260"/>
                  </a:lnTo>
                  <a:lnTo>
                    <a:pt x="3071846" y="2855260"/>
                  </a:lnTo>
                  <a:lnTo>
                    <a:pt x="3077283" y="2855260"/>
                  </a:lnTo>
                  <a:lnTo>
                    <a:pt x="3077283" y="2858989"/>
                  </a:lnTo>
                  <a:lnTo>
                    <a:pt x="3088157" y="2858989"/>
                  </a:lnTo>
                  <a:lnTo>
                    <a:pt x="3088157" y="2861475"/>
                  </a:lnTo>
                  <a:lnTo>
                    <a:pt x="3093594" y="2861475"/>
                  </a:lnTo>
                  <a:lnTo>
                    <a:pt x="3093594" y="2863961"/>
                  </a:lnTo>
                  <a:lnTo>
                    <a:pt x="3099031" y="2863961"/>
                  </a:lnTo>
                  <a:lnTo>
                    <a:pt x="3099031" y="2866450"/>
                  </a:lnTo>
                  <a:lnTo>
                    <a:pt x="3104468" y="2866450"/>
                  </a:lnTo>
                  <a:lnTo>
                    <a:pt x="3104468" y="2870183"/>
                  </a:lnTo>
                  <a:lnTo>
                    <a:pt x="3109905" y="2870183"/>
                  </a:lnTo>
                  <a:lnTo>
                    <a:pt x="3109905" y="2872672"/>
                  </a:lnTo>
                  <a:lnTo>
                    <a:pt x="3115342" y="2872672"/>
                  </a:lnTo>
                  <a:lnTo>
                    <a:pt x="3115342" y="2880139"/>
                  </a:lnTo>
                  <a:lnTo>
                    <a:pt x="3126215" y="2880139"/>
                  </a:lnTo>
                  <a:lnTo>
                    <a:pt x="3126215" y="2880139"/>
                  </a:lnTo>
                  <a:lnTo>
                    <a:pt x="3131652" y="2880139"/>
                  </a:lnTo>
                  <a:lnTo>
                    <a:pt x="3131652" y="2882632"/>
                  </a:lnTo>
                  <a:lnTo>
                    <a:pt x="3137089" y="2882632"/>
                  </a:lnTo>
                  <a:lnTo>
                    <a:pt x="3137089" y="2885125"/>
                  </a:lnTo>
                  <a:lnTo>
                    <a:pt x="3142526" y="2885125"/>
                  </a:lnTo>
                  <a:lnTo>
                    <a:pt x="3142526" y="2885125"/>
                  </a:lnTo>
                  <a:lnTo>
                    <a:pt x="3147963" y="2885125"/>
                  </a:lnTo>
                  <a:lnTo>
                    <a:pt x="3147963" y="2888869"/>
                  </a:lnTo>
                  <a:lnTo>
                    <a:pt x="3153400" y="2888869"/>
                  </a:lnTo>
                  <a:lnTo>
                    <a:pt x="3153400" y="2890117"/>
                  </a:lnTo>
                  <a:lnTo>
                    <a:pt x="3158837" y="2890117"/>
                  </a:lnTo>
                  <a:lnTo>
                    <a:pt x="3158837" y="2891366"/>
                  </a:lnTo>
                  <a:lnTo>
                    <a:pt x="3164274" y="2891366"/>
                  </a:lnTo>
                  <a:lnTo>
                    <a:pt x="3164274" y="2898869"/>
                  </a:lnTo>
                  <a:lnTo>
                    <a:pt x="3175147" y="2898869"/>
                  </a:lnTo>
                  <a:lnTo>
                    <a:pt x="3175147" y="2901371"/>
                  </a:lnTo>
                  <a:lnTo>
                    <a:pt x="3180584" y="2901371"/>
                  </a:lnTo>
                  <a:lnTo>
                    <a:pt x="3180584" y="2910126"/>
                  </a:lnTo>
                  <a:lnTo>
                    <a:pt x="3186021" y="2910126"/>
                  </a:lnTo>
                  <a:lnTo>
                    <a:pt x="3186021" y="2911378"/>
                  </a:lnTo>
                  <a:lnTo>
                    <a:pt x="3191458" y="2911378"/>
                  </a:lnTo>
                  <a:lnTo>
                    <a:pt x="3191458" y="2913881"/>
                  </a:lnTo>
                  <a:lnTo>
                    <a:pt x="3196895" y="2913881"/>
                  </a:lnTo>
                  <a:lnTo>
                    <a:pt x="3196895" y="2915133"/>
                  </a:lnTo>
                  <a:lnTo>
                    <a:pt x="3202332" y="2915133"/>
                  </a:lnTo>
                  <a:lnTo>
                    <a:pt x="3202332" y="2917644"/>
                  </a:lnTo>
                  <a:lnTo>
                    <a:pt x="3207769" y="2917644"/>
                  </a:lnTo>
                  <a:lnTo>
                    <a:pt x="3207769" y="2918900"/>
                  </a:lnTo>
                  <a:lnTo>
                    <a:pt x="3213206" y="2918900"/>
                  </a:lnTo>
                  <a:lnTo>
                    <a:pt x="3213206" y="2923925"/>
                  </a:lnTo>
                  <a:lnTo>
                    <a:pt x="3218643" y="2923925"/>
                  </a:lnTo>
                  <a:lnTo>
                    <a:pt x="3218643" y="2927694"/>
                  </a:lnTo>
                  <a:lnTo>
                    <a:pt x="3224080" y="2927694"/>
                  </a:lnTo>
                  <a:lnTo>
                    <a:pt x="3224080" y="2931463"/>
                  </a:lnTo>
                  <a:lnTo>
                    <a:pt x="3229516" y="2931463"/>
                  </a:lnTo>
                  <a:lnTo>
                    <a:pt x="3229516" y="2931463"/>
                  </a:lnTo>
                  <a:lnTo>
                    <a:pt x="3234953" y="2931463"/>
                  </a:lnTo>
                  <a:lnTo>
                    <a:pt x="3234953" y="2936494"/>
                  </a:lnTo>
                  <a:lnTo>
                    <a:pt x="3240390" y="2936494"/>
                  </a:lnTo>
                  <a:lnTo>
                    <a:pt x="3240390" y="2936494"/>
                  </a:lnTo>
                  <a:lnTo>
                    <a:pt x="3245827" y="2936494"/>
                  </a:lnTo>
                  <a:lnTo>
                    <a:pt x="3245827" y="2940276"/>
                  </a:lnTo>
                  <a:lnTo>
                    <a:pt x="3251264" y="2940276"/>
                  </a:lnTo>
                  <a:lnTo>
                    <a:pt x="3251264" y="2942800"/>
                  </a:lnTo>
                  <a:lnTo>
                    <a:pt x="3256701" y="2942800"/>
                  </a:lnTo>
                  <a:lnTo>
                    <a:pt x="3256701" y="2942800"/>
                  </a:lnTo>
                  <a:lnTo>
                    <a:pt x="3262138" y="2942800"/>
                  </a:lnTo>
                  <a:lnTo>
                    <a:pt x="3262138" y="2944063"/>
                  </a:lnTo>
                  <a:lnTo>
                    <a:pt x="3267575" y="2944063"/>
                  </a:lnTo>
                  <a:lnTo>
                    <a:pt x="3267575" y="2945326"/>
                  </a:lnTo>
                  <a:lnTo>
                    <a:pt x="3273012" y="2945326"/>
                  </a:lnTo>
                  <a:lnTo>
                    <a:pt x="3273012" y="2946589"/>
                  </a:lnTo>
                  <a:lnTo>
                    <a:pt x="3278449" y="2946589"/>
                  </a:lnTo>
                  <a:lnTo>
                    <a:pt x="3278449" y="2949121"/>
                  </a:lnTo>
                  <a:lnTo>
                    <a:pt x="3283885" y="2949121"/>
                  </a:lnTo>
                  <a:lnTo>
                    <a:pt x="3283885" y="2952920"/>
                  </a:lnTo>
                  <a:lnTo>
                    <a:pt x="3289322" y="2952920"/>
                  </a:lnTo>
                  <a:lnTo>
                    <a:pt x="3289322" y="2955454"/>
                  </a:lnTo>
                  <a:lnTo>
                    <a:pt x="3294759" y="2955454"/>
                  </a:lnTo>
                  <a:lnTo>
                    <a:pt x="3294759" y="2956722"/>
                  </a:lnTo>
                  <a:lnTo>
                    <a:pt x="3300196" y="2956722"/>
                  </a:lnTo>
                  <a:lnTo>
                    <a:pt x="3300196" y="2960529"/>
                  </a:lnTo>
                  <a:lnTo>
                    <a:pt x="3305633" y="2960529"/>
                  </a:lnTo>
                  <a:lnTo>
                    <a:pt x="3305633" y="2963068"/>
                  </a:lnTo>
                  <a:lnTo>
                    <a:pt x="3311070" y="2963068"/>
                  </a:lnTo>
                  <a:lnTo>
                    <a:pt x="3311070" y="2965609"/>
                  </a:lnTo>
                  <a:lnTo>
                    <a:pt x="3316507" y="2965609"/>
                  </a:lnTo>
                  <a:lnTo>
                    <a:pt x="3316507" y="2968154"/>
                  </a:lnTo>
                  <a:lnTo>
                    <a:pt x="3321944" y="2968154"/>
                  </a:lnTo>
                  <a:lnTo>
                    <a:pt x="3321944" y="2968154"/>
                  </a:lnTo>
                  <a:lnTo>
                    <a:pt x="3332817" y="2968154"/>
                  </a:lnTo>
                  <a:lnTo>
                    <a:pt x="3332817" y="2969428"/>
                  </a:lnTo>
                  <a:lnTo>
                    <a:pt x="3343691" y="2969428"/>
                  </a:lnTo>
                  <a:lnTo>
                    <a:pt x="3343691" y="2973251"/>
                  </a:lnTo>
                  <a:lnTo>
                    <a:pt x="3349128" y="2973251"/>
                  </a:lnTo>
                  <a:lnTo>
                    <a:pt x="3349128" y="2977073"/>
                  </a:lnTo>
                  <a:lnTo>
                    <a:pt x="3354565" y="2977073"/>
                  </a:lnTo>
                  <a:lnTo>
                    <a:pt x="3354565" y="2979624"/>
                  </a:lnTo>
                  <a:lnTo>
                    <a:pt x="3360002" y="2979624"/>
                  </a:lnTo>
                  <a:lnTo>
                    <a:pt x="3360002" y="2982177"/>
                  </a:lnTo>
                  <a:lnTo>
                    <a:pt x="3365439" y="2982177"/>
                  </a:lnTo>
                  <a:lnTo>
                    <a:pt x="3365439" y="2986007"/>
                  </a:lnTo>
                  <a:lnTo>
                    <a:pt x="3370876" y="2986007"/>
                  </a:lnTo>
                  <a:lnTo>
                    <a:pt x="3370876" y="2989836"/>
                  </a:lnTo>
                  <a:lnTo>
                    <a:pt x="3381750" y="2989836"/>
                  </a:lnTo>
                  <a:lnTo>
                    <a:pt x="3381750" y="2991113"/>
                  </a:lnTo>
                  <a:lnTo>
                    <a:pt x="3387186" y="2991113"/>
                  </a:lnTo>
                  <a:lnTo>
                    <a:pt x="3387186" y="2992391"/>
                  </a:lnTo>
                  <a:lnTo>
                    <a:pt x="3392623" y="2992391"/>
                  </a:lnTo>
                  <a:lnTo>
                    <a:pt x="3392623" y="2993672"/>
                  </a:lnTo>
                  <a:lnTo>
                    <a:pt x="3398060" y="2993672"/>
                  </a:lnTo>
                  <a:lnTo>
                    <a:pt x="3398060" y="2994955"/>
                  </a:lnTo>
                  <a:lnTo>
                    <a:pt x="3403497" y="2994955"/>
                  </a:lnTo>
                  <a:lnTo>
                    <a:pt x="3403497" y="2997521"/>
                  </a:lnTo>
                  <a:lnTo>
                    <a:pt x="3408934" y="2997521"/>
                  </a:lnTo>
                  <a:lnTo>
                    <a:pt x="3408934" y="2998805"/>
                  </a:lnTo>
                  <a:lnTo>
                    <a:pt x="3414371" y="2998805"/>
                  </a:lnTo>
                  <a:lnTo>
                    <a:pt x="3414371" y="3002659"/>
                  </a:lnTo>
                  <a:lnTo>
                    <a:pt x="3419808" y="3002659"/>
                  </a:lnTo>
                  <a:lnTo>
                    <a:pt x="3419808" y="3005228"/>
                  </a:lnTo>
                  <a:lnTo>
                    <a:pt x="3425245" y="3005228"/>
                  </a:lnTo>
                  <a:lnTo>
                    <a:pt x="3425245" y="3006514"/>
                  </a:lnTo>
                  <a:lnTo>
                    <a:pt x="3430682" y="3006514"/>
                  </a:lnTo>
                  <a:lnTo>
                    <a:pt x="3430682" y="3010379"/>
                  </a:lnTo>
                  <a:lnTo>
                    <a:pt x="3436119" y="3010379"/>
                  </a:lnTo>
                  <a:lnTo>
                    <a:pt x="3436119" y="3012956"/>
                  </a:lnTo>
                  <a:lnTo>
                    <a:pt x="3446992" y="3012956"/>
                  </a:lnTo>
                  <a:lnTo>
                    <a:pt x="3446992" y="3014244"/>
                  </a:lnTo>
                  <a:lnTo>
                    <a:pt x="3452429" y="3014244"/>
                  </a:lnTo>
                  <a:lnTo>
                    <a:pt x="3452429" y="3015532"/>
                  </a:lnTo>
                  <a:lnTo>
                    <a:pt x="3457866" y="3015532"/>
                  </a:lnTo>
                  <a:lnTo>
                    <a:pt x="3457866" y="3020692"/>
                  </a:lnTo>
                  <a:lnTo>
                    <a:pt x="3463303" y="3020692"/>
                  </a:lnTo>
                  <a:lnTo>
                    <a:pt x="3463303" y="3023272"/>
                  </a:lnTo>
                  <a:lnTo>
                    <a:pt x="3468740" y="3023272"/>
                  </a:lnTo>
                  <a:lnTo>
                    <a:pt x="3468740" y="3025858"/>
                  </a:lnTo>
                  <a:lnTo>
                    <a:pt x="3474177" y="3025858"/>
                  </a:lnTo>
                  <a:lnTo>
                    <a:pt x="3474177" y="3028444"/>
                  </a:lnTo>
                  <a:lnTo>
                    <a:pt x="3479614" y="3028444"/>
                  </a:lnTo>
                  <a:lnTo>
                    <a:pt x="3479614" y="3031030"/>
                  </a:lnTo>
                  <a:lnTo>
                    <a:pt x="3485051" y="3031030"/>
                  </a:lnTo>
                  <a:lnTo>
                    <a:pt x="3485051" y="3032324"/>
                  </a:lnTo>
                  <a:lnTo>
                    <a:pt x="3490487" y="3032324"/>
                  </a:lnTo>
                  <a:lnTo>
                    <a:pt x="3490487" y="3032324"/>
                  </a:lnTo>
                  <a:lnTo>
                    <a:pt x="3495924" y="3032324"/>
                  </a:lnTo>
                  <a:lnTo>
                    <a:pt x="3495924" y="3034915"/>
                  </a:lnTo>
                  <a:lnTo>
                    <a:pt x="3501361" y="3034915"/>
                  </a:lnTo>
                  <a:lnTo>
                    <a:pt x="3501361" y="3036211"/>
                  </a:lnTo>
                  <a:lnTo>
                    <a:pt x="3506798" y="3036211"/>
                  </a:lnTo>
                  <a:lnTo>
                    <a:pt x="3506798" y="3037511"/>
                  </a:lnTo>
                  <a:lnTo>
                    <a:pt x="3512235" y="3037511"/>
                  </a:lnTo>
                  <a:lnTo>
                    <a:pt x="3512235" y="3040112"/>
                  </a:lnTo>
                  <a:lnTo>
                    <a:pt x="3517672" y="3040112"/>
                  </a:lnTo>
                  <a:lnTo>
                    <a:pt x="3517672" y="3041413"/>
                  </a:lnTo>
                  <a:lnTo>
                    <a:pt x="3523109" y="3041413"/>
                  </a:lnTo>
                  <a:lnTo>
                    <a:pt x="3523109" y="3044017"/>
                  </a:lnTo>
                  <a:lnTo>
                    <a:pt x="3528546" y="3044017"/>
                  </a:lnTo>
                  <a:lnTo>
                    <a:pt x="3528546" y="3044017"/>
                  </a:lnTo>
                  <a:lnTo>
                    <a:pt x="3533983" y="3044017"/>
                  </a:lnTo>
                  <a:lnTo>
                    <a:pt x="3533983" y="3044017"/>
                  </a:lnTo>
                  <a:lnTo>
                    <a:pt x="3539420" y="3044017"/>
                  </a:lnTo>
                  <a:lnTo>
                    <a:pt x="3539420" y="3044017"/>
                  </a:lnTo>
                  <a:lnTo>
                    <a:pt x="3550293" y="3044017"/>
                  </a:lnTo>
                  <a:lnTo>
                    <a:pt x="3550293" y="3047940"/>
                  </a:lnTo>
                  <a:lnTo>
                    <a:pt x="3555730" y="3047940"/>
                  </a:lnTo>
                  <a:lnTo>
                    <a:pt x="3555730" y="3050559"/>
                  </a:lnTo>
                  <a:lnTo>
                    <a:pt x="3561167" y="3050559"/>
                  </a:lnTo>
                  <a:lnTo>
                    <a:pt x="3561167" y="3051869"/>
                  </a:lnTo>
                  <a:lnTo>
                    <a:pt x="3566604" y="3051869"/>
                  </a:lnTo>
                  <a:lnTo>
                    <a:pt x="3566604" y="3053179"/>
                  </a:lnTo>
                  <a:lnTo>
                    <a:pt x="3572041" y="3053179"/>
                  </a:lnTo>
                  <a:lnTo>
                    <a:pt x="3572041" y="3054490"/>
                  </a:lnTo>
                  <a:lnTo>
                    <a:pt x="3577478" y="3054490"/>
                  </a:lnTo>
                  <a:lnTo>
                    <a:pt x="3577478" y="3054490"/>
                  </a:lnTo>
                  <a:lnTo>
                    <a:pt x="3582915" y="3054490"/>
                  </a:lnTo>
                  <a:lnTo>
                    <a:pt x="3582915" y="3057118"/>
                  </a:lnTo>
                  <a:lnTo>
                    <a:pt x="3588352" y="3057118"/>
                  </a:lnTo>
                  <a:lnTo>
                    <a:pt x="3588352" y="3058432"/>
                  </a:lnTo>
                  <a:lnTo>
                    <a:pt x="3593789" y="3058432"/>
                  </a:lnTo>
                  <a:lnTo>
                    <a:pt x="3593789" y="3062376"/>
                  </a:lnTo>
                  <a:lnTo>
                    <a:pt x="3599225" y="3062376"/>
                  </a:lnTo>
                  <a:lnTo>
                    <a:pt x="3599225" y="3065006"/>
                  </a:lnTo>
                  <a:lnTo>
                    <a:pt x="3604662" y="3065006"/>
                  </a:lnTo>
                  <a:lnTo>
                    <a:pt x="3604662" y="3066321"/>
                  </a:lnTo>
                  <a:lnTo>
                    <a:pt x="3615536" y="3066321"/>
                  </a:lnTo>
                  <a:lnTo>
                    <a:pt x="3615536" y="3066321"/>
                  </a:lnTo>
                  <a:lnTo>
                    <a:pt x="3620973" y="3066321"/>
                  </a:lnTo>
                  <a:lnTo>
                    <a:pt x="3620973" y="3067637"/>
                  </a:lnTo>
                  <a:lnTo>
                    <a:pt x="3626410" y="3067637"/>
                  </a:lnTo>
                  <a:lnTo>
                    <a:pt x="3626410" y="3070270"/>
                  </a:lnTo>
                  <a:lnTo>
                    <a:pt x="3631847" y="3070270"/>
                  </a:lnTo>
                  <a:lnTo>
                    <a:pt x="3631847" y="3071587"/>
                  </a:lnTo>
                  <a:lnTo>
                    <a:pt x="3637284" y="3071587"/>
                  </a:lnTo>
                  <a:lnTo>
                    <a:pt x="3637284" y="3072904"/>
                  </a:lnTo>
                  <a:lnTo>
                    <a:pt x="3648158" y="3072904"/>
                  </a:lnTo>
                  <a:lnTo>
                    <a:pt x="3648158" y="3074221"/>
                  </a:lnTo>
                  <a:lnTo>
                    <a:pt x="3653594" y="3074221"/>
                  </a:lnTo>
                  <a:lnTo>
                    <a:pt x="3653594" y="3075541"/>
                  </a:lnTo>
                  <a:lnTo>
                    <a:pt x="3659031" y="3075541"/>
                  </a:lnTo>
                  <a:lnTo>
                    <a:pt x="3659031" y="3079505"/>
                  </a:lnTo>
                  <a:lnTo>
                    <a:pt x="3675342" y="3079505"/>
                  </a:lnTo>
                  <a:lnTo>
                    <a:pt x="3675342" y="3080827"/>
                  </a:lnTo>
                  <a:lnTo>
                    <a:pt x="3680779" y="3080827"/>
                  </a:lnTo>
                  <a:lnTo>
                    <a:pt x="3680779" y="3082150"/>
                  </a:lnTo>
                  <a:lnTo>
                    <a:pt x="3686216" y="3082150"/>
                  </a:lnTo>
                  <a:lnTo>
                    <a:pt x="3686216" y="3084796"/>
                  </a:lnTo>
                  <a:lnTo>
                    <a:pt x="3691653" y="3084796"/>
                  </a:lnTo>
                  <a:lnTo>
                    <a:pt x="3691653" y="3087442"/>
                  </a:lnTo>
                  <a:lnTo>
                    <a:pt x="3697090" y="3087442"/>
                  </a:lnTo>
                  <a:lnTo>
                    <a:pt x="3697090" y="3090094"/>
                  </a:lnTo>
                  <a:lnTo>
                    <a:pt x="3702526" y="3090094"/>
                  </a:lnTo>
                  <a:lnTo>
                    <a:pt x="3702526" y="3090094"/>
                  </a:lnTo>
                  <a:lnTo>
                    <a:pt x="3707963" y="3090094"/>
                  </a:lnTo>
                  <a:lnTo>
                    <a:pt x="3707963" y="3092753"/>
                  </a:lnTo>
                  <a:lnTo>
                    <a:pt x="3713400" y="3092753"/>
                  </a:lnTo>
                  <a:lnTo>
                    <a:pt x="3713400" y="3095412"/>
                  </a:lnTo>
                  <a:lnTo>
                    <a:pt x="3718837" y="3095412"/>
                  </a:lnTo>
                  <a:lnTo>
                    <a:pt x="3718837" y="3098073"/>
                  </a:lnTo>
                  <a:lnTo>
                    <a:pt x="3724274" y="3098073"/>
                  </a:lnTo>
                  <a:lnTo>
                    <a:pt x="3724274" y="3100733"/>
                  </a:lnTo>
                  <a:lnTo>
                    <a:pt x="3729711" y="3100733"/>
                  </a:lnTo>
                  <a:lnTo>
                    <a:pt x="3729711" y="3104725"/>
                  </a:lnTo>
                  <a:lnTo>
                    <a:pt x="3735148" y="3104725"/>
                  </a:lnTo>
                  <a:lnTo>
                    <a:pt x="3735148" y="3106056"/>
                  </a:lnTo>
                  <a:lnTo>
                    <a:pt x="3746022" y="3106056"/>
                  </a:lnTo>
                  <a:lnTo>
                    <a:pt x="3746022" y="3108724"/>
                  </a:lnTo>
                  <a:lnTo>
                    <a:pt x="3751459" y="3108724"/>
                  </a:lnTo>
                  <a:lnTo>
                    <a:pt x="3751459" y="3110058"/>
                  </a:lnTo>
                  <a:lnTo>
                    <a:pt x="3756895" y="3110058"/>
                  </a:lnTo>
                  <a:lnTo>
                    <a:pt x="3756895" y="3114066"/>
                  </a:lnTo>
                  <a:lnTo>
                    <a:pt x="3767769" y="3114066"/>
                  </a:lnTo>
                  <a:lnTo>
                    <a:pt x="3767769" y="3115404"/>
                  </a:lnTo>
                  <a:lnTo>
                    <a:pt x="3773206" y="3115404"/>
                  </a:lnTo>
                  <a:lnTo>
                    <a:pt x="3773206" y="3118080"/>
                  </a:lnTo>
                  <a:lnTo>
                    <a:pt x="3778643" y="3118080"/>
                  </a:lnTo>
                  <a:lnTo>
                    <a:pt x="3778643" y="3119419"/>
                  </a:lnTo>
                  <a:lnTo>
                    <a:pt x="3784080" y="3119419"/>
                  </a:lnTo>
                  <a:lnTo>
                    <a:pt x="3784080" y="3120758"/>
                  </a:lnTo>
                  <a:lnTo>
                    <a:pt x="3789517" y="3120758"/>
                  </a:lnTo>
                  <a:lnTo>
                    <a:pt x="3789517" y="3123441"/>
                  </a:lnTo>
                  <a:lnTo>
                    <a:pt x="3794954" y="3123441"/>
                  </a:lnTo>
                  <a:lnTo>
                    <a:pt x="3794954" y="3123441"/>
                  </a:lnTo>
                  <a:lnTo>
                    <a:pt x="3805828" y="3123441"/>
                  </a:lnTo>
                  <a:lnTo>
                    <a:pt x="3805828" y="3126126"/>
                  </a:lnTo>
                  <a:lnTo>
                    <a:pt x="3811264" y="3126126"/>
                  </a:lnTo>
                  <a:lnTo>
                    <a:pt x="3811264" y="3126126"/>
                  </a:lnTo>
                  <a:lnTo>
                    <a:pt x="3816701" y="3126126"/>
                  </a:lnTo>
                  <a:lnTo>
                    <a:pt x="3816701" y="3127473"/>
                  </a:lnTo>
                  <a:lnTo>
                    <a:pt x="3827575" y="3127473"/>
                  </a:lnTo>
                  <a:lnTo>
                    <a:pt x="3827575" y="3127473"/>
                  </a:lnTo>
                  <a:lnTo>
                    <a:pt x="3838449" y="3127473"/>
                  </a:lnTo>
                  <a:lnTo>
                    <a:pt x="3838449" y="3130169"/>
                  </a:lnTo>
                  <a:lnTo>
                    <a:pt x="3843886" y="3130169"/>
                  </a:lnTo>
                  <a:lnTo>
                    <a:pt x="3843886" y="3132867"/>
                  </a:lnTo>
                  <a:lnTo>
                    <a:pt x="3849323" y="3132867"/>
                  </a:lnTo>
                  <a:lnTo>
                    <a:pt x="3849323" y="3135571"/>
                  </a:lnTo>
                  <a:lnTo>
                    <a:pt x="3854760" y="3135571"/>
                  </a:lnTo>
                  <a:lnTo>
                    <a:pt x="3854760" y="3138274"/>
                  </a:lnTo>
                  <a:lnTo>
                    <a:pt x="3860197" y="3138274"/>
                  </a:lnTo>
                  <a:lnTo>
                    <a:pt x="3860197" y="3138274"/>
                  </a:lnTo>
                  <a:lnTo>
                    <a:pt x="3865633" y="3138274"/>
                  </a:lnTo>
                  <a:lnTo>
                    <a:pt x="3865633" y="3139628"/>
                  </a:lnTo>
                  <a:lnTo>
                    <a:pt x="3871070" y="3139628"/>
                  </a:lnTo>
                  <a:lnTo>
                    <a:pt x="3871070" y="3142336"/>
                  </a:lnTo>
                  <a:lnTo>
                    <a:pt x="3876507" y="3142336"/>
                  </a:lnTo>
                  <a:lnTo>
                    <a:pt x="3876507" y="3145045"/>
                  </a:lnTo>
                  <a:lnTo>
                    <a:pt x="3881944" y="3145045"/>
                  </a:lnTo>
                  <a:lnTo>
                    <a:pt x="3881944" y="3146400"/>
                  </a:lnTo>
                  <a:lnTo>
                    <a:pt x="3887381" y="3146400"/>
                  </a:lnTo>
                  <a:lnTo>
                    <a:pt x="3887381" y="3147756"/>
                  </a:lnTo>
                  <a:lnTo>
                    <a:pt x="3892818" y="3147756"/>
                  </a:lnTo>
                  <a:lnTo>
                    <a:pt x="3892818" y="3149113"/>
                  </a:lnTo>
                  <a:lnTo>
                    <a:pt x="3898255" y="3149113"/>
                  </a:lnTo>
                  <a:lnTo>
                    <a:pt x="3898255" y="3151827"/>
                  </a:lnTo>
                  <a:lnTo>
                    <a:pt x="3909129" y="3151827"/>
                  </a:lnTo>
                  <a:lnTo>
                    <a:pt x="3909129" y="3154543"/>
                  </a:lnTo>
                  <a:lnTo>
                    <a:pt x="3914565" y="3154543"/>
                  </a:lnTo>
                  <a:lnTo>
                    <a:pt x="3914565" y="3157261"/>
                  </a:lnTo>
                  <a:lnTo>
                    <a:pt x="3920002" y="3157261"/>
                  </a:lnTo>
                  <a:lnTo>
                    <a:pt x="3920002" y="3161341"/>
                  </a:lnTo>
                  <a:lnTo>
                    <a:pt x="3925439" y="3161341"/>
                  </a:lnTo>
                  <a:lnTo>
                    <a:pt x="3925439" y="3161341"/>
                  </a:lnTo>
                  <a:lnTo>
                    <a:pt x="3930876" y="3161341"/>
                  </a:lnTo>
                  <a:lnTo>
                    <a:pt x="3930876" y="3161341"/>
                  </a:lnTo>
                  <a:lnTo>
                    <a:pt x="3936313" y="3161341"/>
                  </a:lnTo>
                  <a:lnTo>
                    <a:pt x="3936313" y="3165437"/>
                  </a:lnTo>
                  <a:lnTo>
                    <a:pt x="3947187" y="3165437"/>
                  </a:lnTo>
                  <a:lnTo>
                    <a:pt x="3947187" y="3166802"/>
                  </a:lnTo>
                  <a:lnTo>
                    <a:pt x="3958061" y="3166802"/>
                  </a:lnTo>
                  <a:lnTo>
                    <a:pt x="3958061" y="3169532"/>
                  </a:lnTo>
                  <a:lnTo>
                    <a:pt x="3963498" y="3169532"/>
                  </a:lnTo>
                  <a:lnTo>
                    <a:pt x="3963498" y="3173631"/>
                  </a:lnTo>
                  <a:lnTo>
                    <a:pt x="3968934" y="3173631"/>
                  </a:lnTo>
                  <a:lnTo>
                    <a:pt x="3968934" y="3173631"/>
                  </a:lnTo>
                  <a:lnTo>
                    <a:pt x="3974371" y="3173631"/>
                  </a:lnTo>
                  <a:lnTo>
                    <a:pt x="3974371" y="3177738"/>
                  </a:lnTo>
                  <a:lnTo>
                    <a:pt x="3979808" y="3177738"/>
                  </a:lnTo>
                  <a:lnTo>
                    <a:pt x="3979808" y="3179108"/>
                  </a:lnTo>
                  <a:lnTo>
                    <a:pt x="3985245" y="3179108"/>
                  </a:lnTo>
                  <a:lnTo>
                    <a:pt x="3985245" y="3180479"/>
                  </a:lnTo>
                  <a:lnTo>
                    <a:pt x="3990682" y="3180479"/>
                  </a:lnTo>
                  <a:lnTo>
                    <a:pt x="3990682" y="3181851"/>
                  </a:lnTo>
                  <a:lnTo>
                    <a:pt x="3996119" y="3181851"/>
                  </a:lnTo>
                  <a:lnTo>
                    <a:pt x="3996119" y="3181851"/>
                  </a:lnTo>
                  <a:lnTo>
                    <a:pt x="4001556" y="3181851"/>
                  </a:lnTo>
                  <a:lnTo>
                    <a:pt x="4001556" y="3183226"/>
                  </a:lnTo>
                  <a:lnTo>
                    <a:pt x="4006993" y="3183226"/>
                  </a:lnTo>
                  <a:lnTo>
                    <a:pt x="4006993" y="3185978"/>
                  </a:lnTo>
                  <a:lnTo>
                    <a:pt x="4012430" y="3185978"/>
                  </a:lnTo>
                  <a:lnTo>
                    <a:pt x="4012430" y="3187357"/>
                  </a:lnTo>
                  <a:lnTo>
                    <a:pt x="4017867" y="3187357"/>
                  </a:lnTo>
                  <a:lnTo>
                    <a:pt x="4017867" y="3191496"/>
                  </a:lnTo>
                  <a:lnTo>
                    <a:pt x="4023303" y="3191496"/>
                  </a:lnTo>
                  <a:lnTo>
                    <a:pt x="4023303" y="3194258"/>
                  </a:lnTo>
                  <a:lnTo>
                    <a:pt x="4028740" y="3194258"/>
                  </a:lnTo>
                  <a:lnTo>
                    <a:pt x="4028740" y="3198401"/>
                  </a:lnTo>
                  <a:lnTo>
                    <a:pt x="4034177" y="3198401"/>
                  </a:lnTo>
                  <a:lnTo>
                    <a:pt x="4034177" y="3198401"/>
                  </a:lnTo>
                  <a:lnTo>
                    <a:pt x="4039614" y="3198401"/>
                  </a:lnTo>
                  <a:lnTo>
                    <a:pt x="4039614" y="3199788"/>
                  </a:lnTo>
                  <a:lnTo>
                    <a:pt x="4045051" y="3199788"/>
                  </a:lnTo>
                  <a:lnTo>
                    <a:pt x="4045051" y="3201176"/>
                  </a:lnTo>
                  <a:lnTo>
                    <a:pt x="4055925" y="3201176"/>
                  </a:lnTo>
                  <a:lnTo>
                    <a:pt x="4055925" y="3203953"/>
                  </a:lnTo>
                  <a:lnTo>
                    <a:pt x="4061362" y="3203953"/>
                  </a:lnTo>
                  <a:lnTo>
                    <a:pt x="4061362" y="3205343"/>
                  </a:lnTo>
                  <a:lnTo>
                    <a:pt x="4066799" y="3205343"/>
                  </a:lnTo>
                  <a:lnTo>
                    <a:pt x="4066799" y="3208123"/>
                  </a:lnTo>
                  <a:lnTo>
                    <a:pt x="4072235" y="3208123"/>
                  </a:lnTo>
                  <a:lnTo>
                    <a:pt x="4072235" y="3212303"/>
                  </a:lnTo>
                  <a:lnTo>
                    <a:pt x="4077672" y="3212303"/>
                  </a:lnTo>
                  <a:lnTo>
                    <a:pt x="4077672" y="3212303"/>
                  </a:lnTo>
                  <a:lnTo>
                    <a:pt x="4083109" y="3212303"/>
                  </a:lnTo>
                  <a:lnTo>
                    <a:pt x="4083109" y="3213698"/>
                  </a:lnTo>
                  <a:lnTo>
                    <a:pt x="4088546" y="3213698"/>
                  </a:lnTo>
                  <a:lnTo>
                    <a:pt x="4088546" y="3216489"/>
                  </a:lnTo>
                  <a:lnTo>
                    <a:pt x="4093983" y="3216489"/>
                  </a:lnTo>
                  <a:lnTo>
                    <a:pt x="4093983" y="3216489"/>
                  </a:lnTo>
                  <a:lnTo>
                    <a:pt x="4099420" y="3216489"/>
                  </a:lnTo>
                  <a:lnTo>
                    <a:pt x="4099420" y="3217886"/>
                  </a:lnTo>
                  <a:lnTo>
                    <a:pt x="4110294" y="3217886"/>
                  </a:lnTo>
                  <a:lnTo>
                    <a:pt x="4110294" y="3219285"/>
                  </a:lnTo>
                  <a:lnTo>
                    <a:pt x="4115731" y="3219285"/>
                  </a:lnTo>
                  <a:lnTo>
                    <a:pt x="4115731" y="3220686"/>
                  </a:lnTo>
                  <a:lnTo>
                    <a:pt x="4126604" y="3220686"/>
                  </a:lnTo>
                  <a:lnTo>
                    <a:pt x="4126604" y="3222088"/>
                  </a:lnTo>
                  <a:lnTo>
                    <a:pt x="4137478" y="3222088"/>
                  </a:lnTo>
                  <a:lnTo>
                    <a:pt x="4137478" y="3224893"/>
                  </a:lnTo>
                  <a:lnTo>
                    <a:pt x="4148352" y="3224893"/>
                  </a:lnTo>
                  <a:lnTo>
                    <a:pt x="4148352" y="3226296"/>
                  </a:lnTo>
                  <a:lnTo>
                    <a:pt x="4153789" y="3226296"/>
                  </a:lnTo>
                  <a:lnTo>
                    <a:pt x="4153789" y="3227700"/>
                  </a:lnTo>
                  <a:lnTo>
                    <a:pt x="4159226" y="3227700"/>
                  </a:lnTo>
                  <a:lnTo>
                    <a:pt x="4159226" y="3229106"/>
                  </a:lnTo>
                  <a:lnTo>
                    <a:pt x="4170100" y="3229106"/>
                  </a:lnTo>
                  <a:lnTo>
                    <a:pt x="4170100" y="3230513"/>
                  </a:lnTo>
                  <a:lnTo>
                    <a:pt x="4180973" y="3230513"/>
                  </a:lnTo>
                  <a:lnTo>
                    <a:pt x="4180973" y="3233329"/>
                  </a:lnTo>
                  <a:lnTo>
                    <a:pt x="4186410" y="3233329"/>
                  </a:lnTo>
                  <a:lnTo>
                    <a:pt x="4186410" y="3234737"/>
                  </a:lnTo>
                  <a:lnTo>
                    <a:pt x="4191847" y="3234737"/>
                  </a:lnTo>
                  <a:lnTo>
                    <a:pt x="4191847" y="3236148"/>
                  </a:lnTo>
                  <a:lnTo>
                    <a:pt x="4197284" y="3236148"/>
                  </a:lnTo>
                  <a:lnTo>
                    <a:pt x="4197284" y="3237559"/>
                  </a:lnTo>
                  <a:lnTo>
                    <a:pt x="4208158" y="3237559"/>
                  </a:lnTo>
                  <a:lnTo>
                    <a:pt x="4208158" y="3240385"/>
                  </a:lnTo>
                  <a:lnTo>
                    <a:pt x="4213595" y="3240385"/>
                  </a:lnTo>
                  <a:lnTo>
                    <a:pt x="4213595" y="3241798"/>
                  </a:lnTo>
                  <a:lnTo>
                    <a:pt x="4219032" y="3241798"/>
                  </a:lnTo>
                  <a:lnTo>
                    <a:pt x="4219032" y="3246037"/>
                  </a:lnTo>
                  <a:lnTo>
                    <a:pt x="4224469" y="3246037"/>
                  </a:lnTo>
                  <a:lnTo>
                    <a:pt x="4224469" y="3246037"/>
                  </a:lnTo>
                  <a:lnTo>
                    <a:pt x="4229906" y="3246037"/>
                  </a:lnTo>
                  <a:lnTo>
                    <a:pt x="4229906" y="3247458"/>
                  </a:lnTo>
                  <a:lnTo>
                    <a:pt x="4235342" y="3247458"/>
                  </a:lnTo>
                  <a:lnTo>
                    <a:pt x="4235342" y="3253142"/>
                  </a:lnTo>
                  <a:lnTo>
                    <a:pt x="4246216" y="3253142"/>
                  </a:lnTo>
                  <a:lnTo>
                    <a:pt x="4246216" y="3257405"/>
                  </a:lnTo>
                  <a:lnTo>
                    <a:pt x="4257090" y="3257405"/>
                  </a:lnTo>
                  <a:lnTo>
                    <a:pt x="4257090" y="3263093"/>
                  </a:lnTo>
                  <a:lnTo>
                    <a:pt x="4262527" y="3263093"/>
                  </a:lnTo>
                  <a:lnTo>
                    <a:pt x="4262527" y="3264518"/>
                  </a:lnTo>
                  <a:lnTo>
                    <a:pt x="4267964" y="3264518"/>
                  </a:lnTo>
                  <a:lnTo>
                    <a:pt x="4267964" y="3265944"/>
                  </a:lnTo>
                  <a:lnTo>
                    <a:pt x="4273401" y="3265944"/>
                  </a:lnTo>
                  <a:lnTo>
                    <a:pt x="4273401" y="3265944"/>
                  </a:lnTo>
                  <a:lnTo>
                    <a:pt x="4278838" y="3265944"/>
                  </a:lnTo>
                  <a:lnTo>
                    <a:pt x="4278838" y="3267371"/>
                  </a:lnTo>
                  <a:lnTo>
                    <a:pt x="4284274" y="3267371"/>
                  </a:lnTo>
                  <a:lnTo>
                    <a:pt x="4284274" y="3270226"/>
                  </a:lnTo>
                  <a:lnTo>
                    <a:pt x="4289711" y="3270226"/>
                  </a:lnTo>
                  <a:lnTo>
                    <a:pt x="4289711" y="3273081"/>
                  </a:lnTo>
                  <a:lnTo>
                    <a:pt x="4295148" y="3273081"/>
                  </a:lnTo>
                  <a:lnTo>
                    <a:pt x="4295148" y="3275936"/>
                  </a:lnTo>
                  <a:lnTo>
                    <a:pt x="4300585" y="3275936"/>
                  </a:lnTo>
                  <a:lnTo>
                    <a:pt x="4300585" y="3275936"/>
                  </a:lnTo>
                  <a:lnTo>
                    <a:pt x="4306022" y="3275936"/>
                  </a:lnTo>
                  <a:lnTo>
                    <a:pt x="4306022" y="3280222"/>
                  </a:lnTo>
                  <a:lnTo>
                    <a:pt x="4311459" y="3280222"/>
                  </a:lnTo>
                  <a:lnTo>
                    <a:pt x="4311459" y="3281652"/>
                  </a:lnTo>
                  <a:lnTo>
                    <a:pt x="4316896" y="3281652"/>
                  </a:lnTo>
                  <a:lnTo>
                    <a:pt x="4316896" y="3283083"/>
                  </a:lnTo>
                  <a:lnTo>
                    <a:pt x="4322333" y="3283083"/>
                  </a:lnTo>
                  <a:lnTo>
                    <a:pt x="4322333" y="3284514"/>
                  </a:lnTo>
                  <a:lnTo>
                    <a:pt x="4327770" y="3284514"/>
                  </a:lnTo>
                  <a:lnTo>
                    <a:pt x="4327770" y="3285946"/>
                  </a:lnTo>
                  <a:lnTo>
                    <a:pt x="4333207" y="3285946"/>
                  </a:lnTo>
                  <a:lnTo>
                    <a:pt x="4333207" y="3288809"/>
                  </a:lnTo>
                  <a:lnTo>
                    <a:pt x="4338643" y="3288809"/>
                  </a:lnTo>
                  <a:lnTo>
                    <a:pt x="4338643" y="3297401"/>
                  </a:lnTo>
                  <a:lnTo>
                    <a:pt x="4344080" y="3297401"/>
                  </a:lnTo>
                  <a:lnTo>
                    <a:pt x="4344080" y="3297401"/>
                  </a:lnTo>
                  <a:lnTo>
                    <a:pt x="4349517" y="3297401"/>
                  </a:lnTo>
                  <a:lnTo>
                    <a:pt x="4349517" y="3298836"/>
                  </a:lnTo>
                  <a:lnTo>
                    <a:pt x="4354954" y="3298836"/>
                  </a:lnTo>
                  <a:lnTo>
                    <a:pt x="4354954" y="3300273"/>
                  </a:lnTo>
                  <a:lnTo>
                    <a:pt x="4365828" y="3300273"/>
                  </a:lnTo>
                  <a:lnTo>
                    <a:pt x="4365828" y="3306018"/>
                  </a:lnTo>
                  <a:lnTo>
                    <a:pt x="4371265" y="3306018"/>
                  </a:lnTo>
                  <a:lnTo>
                    <a:pt x="4371265" y="3306018"/>
                  </a:lnTo>
                  <a:lnTo>
                    <a:pt x="4376702" y="3306018"/>
                  </a:lnTo>
                  <a:lnTo>
                    <a:pt x="4376702" y="3306018"/>
                  </a:lnTo>
                  <a:lnTo>
                    <a:pt x="4382139" y="3306018"/>
                  </a:lnTo>
                  <a:lnTo>
                    <a:pt x="4382139" y="3307460"/>
                  </a:lnTo>
                  <a:lnTo>
                    <a:pt x="4393012" y="3307460"/>
                  </a:lnTo>
                  <a:lnTo>
                    <a:pt x="4393012" y="3308903"/>
                  </a:lnTo>
                  <a:lnTo>
                    <a:pt x="4403886" y="3308903"/>
                  </a:lnTo>
                  <a:lnTo>
                    <a:pt x="4403886" y="3310347"/>
                  </a:lnTo>
                  <a:lnTo>
                    <a:pt x="4409323" y="3310347"/>
                  </a:lnTo>
                  <a:lnTo>
                    <a:pt x="4409323" y="3310347"/>
                  </a:lnTo>
                  <a:lnTo>
                    <a:pt x="4420197" y="3310347"/>
                  </a:lnTo>
                  <a:lnTo>
                    <a:pt x="4420197" y="3313246"/>
                  </a:lnTo>
                  <a:lnTo>
                    <a:pt x="4425634" y="3313246"/>
                  </a:lnTo>
                  <a:lnTo>
                    <a:pt x="4425634" y="3316144"/>
                  </a:lnTo>
                  <a:lnTo>
                    <a:pt x="4436508" y="3316144"/>
                  </a:lnTo>
                  <a:lnTo>
                    <a:pt x="4436508" y="3317593"/>
                  </a:lnTo>
                  <a:lnTo>
                    <a:pt x="4447381" y="3317593"/>
                  </a:lnTo>
                  <a:lnTo>
                    <a:pt x="4447381" y="3319042"/>
                  </a:lnTo>
                  <a:lnTo>
                    <a:pt x="4452818" y="3319042"/>
                  </a:lnTo>
                  <a:lnTo>
                    <a:pt x="4452818" y="3320494"/>
                  </a:lnTo>
                  <a:lnTo>
                    <a:pt x="4458255" y="3320494"/>
                  </a:lnTo>
                  <a:lnTo>
                    <a:pt x="4458255" y="3324848"/>
                  </a:lnTo>
                  <a:lnTo>
                    <a:pt x="4463692" y="3324848"/>
                  </a:lnTo>
                  <a:lnTo>
                    <a:pt x="4463692" y="3330655"/>
                  </a:lnTo>
                  <a:lnTo>
                    <a:pt x="4469129" y="3330655"/>
                  </a:lnTo>
                  <a:lnTo>
                    <a:pt x="4469129" y="3330655"/>
                  </a:lnTo>
                  <a:lnTo>
                    <a:pt x="4474566" y="3330655"/>
                  </a:lnTo>
                  <a:lnTo>
                    <a:pt x="4474566" y="3332110"/>
                  </a:lnTo>
                  <a:lnTo>
                    <a:pt x="4485440" y="3332110"/>
                  </a:lnTo>
                  <a:lnTo>
                    <a:pt x="4485440" y="3335020"/>
                  </a:lnTo>
                  <a:lnTo>
                    <a:pt x="4490877" y="3335020"/>
                  </a:lnTo>
                  <a:lnTo>
                    <a:pt x="4490877" y="3339385"/>
                  </a:lnTo>
                  <a:lnTo>
                    <a:pt x="4507187" y="3339385"/>
                  </a:lnTo>
                  <a:lnTo>
                    <a:pt x="4507187" y="3340843"/>
                  </a:lnTo>
                  <a:lnTo>
                    <a:pt x="4512624" y="3340843"/>
                  </a:lnTo>
                  <a:lnTo>
                    <a:pt x="4512624" y="3340843"/>
                  </a:lnTo>
                  <a:lnTo>
                    <a:pt x="4518061" y="3340843"/>
                  </a:lnTo>
                  <a:lnTo>
                    <a:pt x="4518061" y="3342306"/>
                  </a:lnTo>
                  <a:lnTo>
                    <a:pt x="4523498" y="3342306"/>
                  </a:lnTo>
                  <a:lnTo>
                    <a:pt x="4523498" y="3343770"/>
                  </a:lnTo>
                  <a:lnTo>
                    <a:pt x="4528935" y="3343770"/>
                  </a:lnTo>
                  <a:lnTo>
                    <a:pt x="4528935" y="3345234"/>
                  </a:lnTo>
                  <a:lnTo>
                    <a:pt x="4534372" y="3345234"/>
                  </a:lnTo>
                  <a:lnTo>
                    <a:pt x="4534372" y="3346699"/>
                  </a:lnTo>
                  <a:lnTo>
                    <a:pt x="4539809" y="3346699"/>
                  </a:lnTo>
                  <a:lnTo>
                    <a:pt x="4539809" y="3349630"/>
                  </a:lnTo>
                  <a:lnTo>
                    <a:pt x="4545246" y="3349630"/>
                  </a:lnTo>
                  <a:lnTo>
                    <a:pt x="4545246" y="3354025"/>
                  </a:lnTo>
                  <a:lnTo>
                    <a:pt x="4550682" y="3354025"/>
                  </a:lnTo>
                  <a:lnTo>
                    <a:pt x="4550682" y="3355491"/>
                  </a:lnTo>
                  <a:lnTo>
                    <a:pt x="4556119" y="3355491"/>
                  </a:lnTo>
                  <a:lnTo>
                    <a:pt x="4556119" y="3356957"/>
                  </a:lnTo>
                  <a:lnTo>
                    <a:pt x="4561556" y="3356957"/>
                  </a:lnTo>
                  <a:lnTo>
                    <a:pt x="4561556" y="3358424"/>
                  </a:lnTo>
                  <a:lnTo>
                    <a:pt x="4566993" y="3358424"/>
                  </a:lnTo>
                  <a:lnTo>
                    <a:pt x="4566993" y="3358424"/>
                  </a:lnTo>
                  <a:lnTo>
                    <a:pt x="4572430" y="3358424"/>
                  </a:lnTo>
                  <a:lnTo>
                    <a:pt x="4572430" y="3361361"/>
                  </a:lnTo>
                  <a:lnTo>
                    <a:pt x="4577867" y="3361361"/>
                  </a:lnTo>
                  <a:lnTo>
                    <a:pt x="4577867" y="3362834"/>
                  </a:lnTo>
                  <a:lnTo>
                    <a:pt x="4588741" y="3362834"/>
                  </a:lnTo>
                  <a:lnTo>
                    <a:pt x="4588741" y="3364306"/>
                  </a:lnTo>
                  <a:lnTo>
                    <a:pt x="4594178" y="3364306"/>
                  </a:lnTo>
                  <a:lnTo>
                    <a:pt x="4594178" y="3365778"/>
                  </a:lnTo>
                  <a:lnTo>
                    <a:pt x="4605051" y="3365778"/>
                  </a:lnTo>
                  <a:lnTo>
                    <a:pt x="4605051" y="3370199"/>
                  </a:lnTo>
                  <a:lnTo>
                    <a:pt x="4610488" y="3370199"/>
                  </a:lnTo>
                  <a:lnTo>
                    <a:pt x="4610488" y="3370199"/>
                  </a:lnTo>
                  <a:lnTo>
                    <a:pt x="4615925" y="3370199"/>
                  </a:lnTo>
                  <a:lnTo>
                    <a:pt x="4615925" y="3370199"/>
                  </a:lnTo>
                  <a:lnTo>
                    <a:pt x="4621362" y="3370199"/>
                  </a:lnTo>
                  <a:lnTo>
                    <a:pt x="4621362" y="3370199"/>
                  </a:lnTo>
                  <a:lnTo>
                    <a:pt x="4626799" y="3370199"/>
                  </a:lnTo>
                  <a:lnTo>
                    <a:pt x="4626799" y="3374640"/>
                  </a:lnTo>
                  <a:lnTo>
                    <a:pt x="4632236" y="3374640"/>
                  </a:lnTo>
                  <a:lnTo>
                    <a:pt x="4632236" y="3377603"/>
                  </a:lnTo>
                  <a:lnTo>
                    <a:pt x="4637673" y="3377603"/>
                  </a:lnTo>
                  <a:lnTo>
                    <a:pt x="4637673" y="3379086"/>
                  </a:lnTo>
                  <a:lnTo>
                    <a:pt x="4643110" y="3379086"/>
                  </a:lnTo>
                  <a:lnTo>
                    <a:pt x="4643110" y="3379086"/>
                  </a:lnTo>
                  <a:lnTo>
                    <a:pt x="4648547" y="3379086"/>
                  </a:lnTo>
                  <a:lnTo>
                    <a:pt x="4648547" y="3379086"/>
                  </a:lnTo>
                  <a:lnTo>
                    <a:pt x="4653983" y="3379086"/>
                  </a:lnTo>
                  <a:lnTo>
                    <a:pt x="4653983" y="3382068"/>
                  </a:lnTo>
                  <a:lnTo>
                    <a:pt x="4664857" y="3382068"/>
                  </a:lnTo>
                  <a:lnTo>
                    <a:pt x="4664857" y="3383559"/>
                  </a:lnTo>
                  <a:lnTo>
                    <a:pt x="4670294" y="3383559"/>
                  </a:lnTo>
                  <a:lnTo>
                    <a:pt x="4670294" y="3385052"/>
                  </a:lnTo>
                  <a:lnTo>
                    <a:pt x="4675731" y="3385052"/>
                  </a:lnTo>
                  <a:lnTo>
                    <a:pt x="4675731" y="3389532"/>
                  </a:lnTo>
                  <a:lnTo>
                    <a:pt x="4681168" y="3389532"/>
                  </a:lnTo>
                  <a:lnTo>
                    <a:pt x="4681168" y="3391026"/>
                  </a:lnTo>
                  <a:lnTo>
                    <a:pt x="4686605" y="3391026"/>
                  </a:lnTo>
                  <a:lnTo>
                    <a:pt x="4686605" y="3391026"/>
                  </a:lnTo>
                  <a:lnTo>
                    <a:pt x="4702916" y="3391026"/>
                  </a:lnTo>
                  <a:lnTo>
                    <a:pt x="4702916" y="3392522"/>
                  </a:lnTo>
                  <a:lnTo>
                    <a:pt x="4713789" y="3392522"/>
                  </a:lnTo>
                  <a:lnTo>
                    <a:pt x="4713789" y="3394020"/>
                  </a:lnTo>
                  <a:lnTo>
                    <a:pt x="4724663" y="3394020"/>
                  </a:lnTo>
                  <a:lnTo>
                    <a:pt x="4724663" y="3395521"/>
                  </a:lnTo>
                  <a:lnTo>
                    <a:pt x="4730100" y="3395521"/>
                  </a:lnTo>
                  <a:lnTo>
                    <a:pt x="4730100" y="3397023"/>
                  </a:lnTo>
                  <a:lnTo>
                    <a:pt x="4735537" y="3397023"/>
                  </a:lnTo>
                  <a:lnTo>
                    <a:pt x="4735537" y="3397023"/>
                  </a:lnTo>
                  <a:lnTo>
                    <a:pt x="4740974" y="3397023"/>
                  </a:lnTo>
                  <a:lnTo>
                    <a:pt x="4740974" y="3400031"/>
                  </a:lnTo>
                  <a:lnTo>
                    <a:pt x="4746411" y="3400031"/>
                  </a:lnTo>
                  <a:lnTo>
                    <a:pt x="4746411" y="3404545"/>
                  </a:lnTo>
                  <a:lnTo>
                    <a:pt x="4751848" y="3404545"/>
                  </a:lnTo>
                  <a:lnTo>
                    <a:pt x="4751848" y="3404545"/>
                  </a:lnTo>
                  <a:lnTo>
                    <a:pt x="4757285" y="3404545"/>
                  </a:lnTo>
                  <a:lnTo>
                    <a:pt x="4757285" y="3409073"/>
                  </a:lnTo>
                  <a:lnTo>
                    <a:pt x="4762721" y="3409073"/>
                  </a:lnTo>
                  <a:lnTo>
                    <a:pt x="4762721" y="3409073"/>
                  </a:lnTo>
                  <a:lnTo>
                    <a:pt x="4768158" y="3409073"/>
                  </a:lnTo>
                  <a:lnTo>
                    <a:pt x="4768158" y="3410585"/>
                  </a:lnTo>
                  <a:lnTo>
                    <a:pt x="4773595" y="3410585"/>
                  </a:lnTo>
                  <a:lnTo>
                    <a:pt x="4773595" y="3410585"/>
                  </a:lnTo>
                  <a:lnTo>
                    <a:pt x="4779032" y="3410585"/>
                  </a:lnTo>
                  <a:lnTo>
                    <a:pt x="4779032" y="3410585"/>
                  </a:lnTo>
                  <a:lnTo>
                    <a:pt x="4795343" y="3410585"/>
                  </a:lnTo>
                  <a:lnTo>
                    <a:pt x="4795343" y="3413619"/>
                  </a:lnTo>
                  <a:lnTo>
                    <a:pt x="4800780" y="3413619"/>
                  </a:lnTo>
                  <a:lnTo>
                    <a:pt x="4800780" y="3415138"/>
                  </a:lnTo>
                  <a:lnTo>
                    <a:pt x="4806217" y="3415138"/>
                  </a:lnTo>
                  <a:lnTo>
                    <a:pt x="4806217" y="3415138"/>
                  </a:lnTo>
                  <a:lnTo>
                    <a:pt x="4811654" y="3415138"/>
                  </a:lnTo>
                  <a:lnTo>
                    <a:pt x="4811654" y="3416659"/>
                  </a:lnTo>
                  <a:lnTo>
                    <a:pt x="4817090" y="3416659"/>
                  </a:lnTo>
                  <a:lnTo>
                    <a:pt x="4817090" y="3419702"/>
                  </a:lnTo>
                  <a:lnTo>
                    <a:pt x="4822527" y="3419702"/>
                  </a:lnTo>
                  <a:lnTo>
                    <a:pt x="4822527" y="3421224"/>
                  </a:lnTo>
                  <a:lnTo>
                    <a:pt x="4827964" y="3421224"/>
                  </a:lnTo>
                  <a:lnTo>
                    <a:pt x="4827964" y="3427317"/>
                  </a:lnTo>
                  <a:lnTo>
                    <a:pt x="4833401" y="3427317"/>
                  </a:lnTo>
                  <a:lnTo>
                    <a:pt x="4833401" y="3428842"/>
                  </a:lnTo>
                  <a:lnTo>
                    <a:pt x="4838838" y="3428842"/>
                  </a:lnTo>
                  <a:lnTo>
                    <a:pt x="4838838" y="3428842"/>
                  </a:lnTo>
                  <a:lnTo>
                    <a:pt x="4849712" y="3428842"/>
                  </a:lnTo>
                  <a:lnTo>
                    <a:pt x="4849712" y="3430371"/>
                  </a:lnTo>
                  <a:lnTo>
                    <a:pt x="4860586" y="3430371"/>
                  </a:lnTo>
                  <a:lnTo>
                    <a:pt x="4860586" y="3430371"/>
                  </a:lnTo>
                  <a:lnTo>
                    <a:pt x="4866022" y="3430371"/>
                  </a:lnTo>
                  <a:lnTo>
                    <a:pt x="4866022" y="3430371"/>
                  </a:lnTo>
                  <a:lnTo>
                    <a:pt x="4871459" y="3430371"/>
                  </a:lnTo>
                  <a:lnTo>
                    <a:pt x="4871459" y="3434971"/>
                  </a:lnTo>
                  <a:lnTo>
                    <a:pt x="4876896" y="3434971"/>
                  </a:lnTo>
                  <a:lnTo>
                    <a:pt x="4876896" y="3434971"/>
                  </a:lnTo>
                  <a:lnTo>
                    <a:pt x="4882333" y="3434971"/>
                  </a:lnTo>
                  <a:lnTo>
                    <a:pt x="4882333" y="3436510"/>
                  </a:lnTo>
                  <a:lnTo>
                    <a:pt x="4887770" y="3436510"/>
                  </a:lnTo>
                  <a:lnTo>
                    <a:pt x="4887770" y="3438049"/>
                  </a:lnTo>
                  <a:lnTo>
                    <a:pt x="4898644" y="3438049"/>
                  </a:lnTo>
                  <a:lnTo>
                    <a:pt x="4898644" y="3438049"/>
                  </a:lnTo>
                  <a:lnTo>
                    <a:pt x="4904081" y="3438049"/>
                  </a:lnTo>
                  <a:lnTo>
                    <a:pt x="4904081" y="3439589"/>
                  </a:lnTo>
                  <a:lnTo>
                    <a:pt x="4909518" y="3439589"/>
                  </a:lnTo>
                  <a:lnTo>
                    <a:pt x="4909518" y="3442674"/>
                  </a:lnTo>
                  <a:lnTo>
                    <a:pt x="4914955" y="3442674"/>
                  </a:lnTo>
                  <a:lnTo>
                    <a:pt x="4914955" y="3445762"/>
                  </a:lnTo>
                  <a:lnTo>
                    <a:pt x="4920391" y="3445762"/>
                  </a:lnTo>
                  <a:lnTo>
                    <a:pt x="4920391" y="3447310"/>
                  </a:lnTo>
                  <a:lnTo>
                    <a:pt x="4925828" y="3447310"/>
                  </a:lnTo>
                  <a:lnTo>
                    <a:pt x="4925828" y="3448859"/>
                  </a:lnTo>
                  <a:lnTo>
                    <a:pt x="4931265" y="3448859"/>
                  </a:lnTo>
                  <a:lnTo>
                    <a:pt x="4931265" y="3448859"/>
                  </a:lnTo>
                  <a:lnTo>
                    <a:pt x="4936702" y="3448859"/>
                  </a:lnTo>
                  <a:lnTo>
                    <a:pt x="4936702" y="3448859"/>
                  </a:lnTo>
                  <a:lnTo>
                    <a:pt x="4942139" y="3448859"/>
                  </a:lnTo>
                  <a:lnTo>
                    <a:pt x="4942139" y="3451971"/>
                  </a:lnTo>
                  <a:lnTo>
                    <a:pt x="4947576" y="3451971"/>
                  </a:lnTo>
                  <a:lnTo>
                    <a:pt x="4947576" y="3455089"/>
                  </a:lnTo>
                  <a:lnTo>
                    <a:pt x="4953013" y="3455089"/>
                  </a:lnTo>
                  <a:lnTo>
                    <a:pt x="4953013" y="3455089"/>
                  </a:lnTo>
                  <a:lnTo>
                    <a:pt x="4958450" y="3455089"/>
                  </a:lnTo>
                  <a:lnTo>
                    <a:pt x="4958450" y="3459781"/>
                  </a:lnTo>
                  <a:lnTo>
                    <a:pt x="4969324" y="3459781"/>
                  </a:lnTo>
                  <a:lnTo>
                    <a:pt x="4969324" y="3461348"/>
                  </a:lnTo>
                  <a:lnTo>
                    <a:pt x="4974760" y="3461348"/>
                  </a:lnTo>
                  <a:lnTo>
                    <a:pt x="4974760" y="3464487"/>
                  </a:lnTo>
                  <a:lnTo>
                    <a:pt x="4980197" y="3464487"/>
                  </a:lnTo>
                  <a:lnTo>
                    <a:pt x="4980197" y="3464487"/>
                  </a:lnTo>
                  <a:lnTo>
                    <a:pt x="4985634" y="3464487"/>
                  </a:lnTo>
                  <a:lnTo>
                    <a:pt x="4985634" y="3464487"/>
                  </a:lnTo>
                  <a:lnTo>
                    <a:pt x="4991071" y="3464487"/>
                  </a:lnTo>
                  <a:lnTo>
                    <a:pt x="4991071" y="3466059"/>
                  </a:lnTo>
                  <a:lnTo>
                    <a:pt x="4996508" y="3466059"/>
                  </a:lnTo>
                  <a:lnTo>
                    <a:pt x="4996508" y="3467633"/>
                  </a:lnTo>
                  <a:lnTo>
                    <a:pt x="5001945" y="3467633"/>
                  </a:lnTo>
                  <a:lnTo>
                    <a:pt x="5001945" y="3470783"/>
                  </a:lnTo>
                  <a:lnTo>
                    <a:pt x="5007382" y="3470783"/>
                  </a:lnTo>
                  <a:lnTo>
                    <a:pt x="5007382" y="3472358"/>
                  </a:lnTo>
                  <a:lnTo>
                    <a:pt x="5012819" y="3472358"/>
                  </a:lnTo>
                  <a:lnTo>
                    <a:pt x="5012819" y="3472358"/>
                  </a:lnTo>
                  <a:lnTo>
                    <a:pt x="5023693" y="3472358"/>
                  </a:lnTo>
                  <a:lnTo>
                    <a:pt x="5023693" y="3472358"/>
                  </a:lnTo>
                  <a:lnTo>
                    <a:pt x="5034566" y="3472358"/>
                  </a:lnTo>
                  <a:lnTo>
                    <a:pt x="5034566" y="3478692"/>
                  </a:lnTo>
                  <a:lnTo>
                    <a:pt x="5040003" y="3478692"/>
                  </a:lnTo>
                  <a:lnTo>
                    <a:pt x="5040003" y="3480276"/>
                  </a:lnTo>
                  <a:lnTo>
                    <a:pt x="5045440" y="3480276"/>
                  </a:lnTo>
                  <a:lnTo>
                    <a:pt x="5045440" y="3480276"/>
                  </a:lnTo>
                  <a:lnTo>
                    <a:pt x="5050877" y="3480276"/>
                  </a:lnTo>
                  <a:lnTo>
                    <a:pt x="5050877" y="3486622"/>
                  </a:lnTo>
                  <a:lnTo>
                    <a:pt x="5056314" y="3486622"/>
                  </a:lnTo>
                  <a:lnTo>
                    <a:pt x="5056314" y="3486622"/>
                  </a:lnTo>
                  <a:lnTo>
                    <a:pt x="5067188" y="3486622"/>
                  </a:lnTo>
                  <a:lnTo>
                    <a:pt x="5067188" y="3486622"/>
                  </a:lnTo>
                  <a:lnTo>
                    <a:pt x="5072625" y="3486622"/>
                  </a:lnTo>
                  <a:lnTo>
                    <a:pt x="5072625" y="3488213"/>
                  </a:lnTo>
                  <a:lnTo>
                    <a:pt x="5078061" y="3488213"/>
                  </a:lnTo>
                  <a:lnTo>
                    <a:pt x="5078061" y="3491395"/>
                  </a:lnTo>
                  <a:lnTo>
                    <a:pt x="5088935" y="3491395"/>
                  </a:lnTo>
                  <a:lnTo>
                    <a:pt x="5088935" y="3492986"/>
                  </a:lnTo>
                  <a:lnTo>
                    <a:pt x="5094372" y="3492986"/>
                  </a:lnTo>
                  <a:lnTo>
                    <a:pt x="5094372" y="3494577"/>
                  </a:lnTo>
                  <a:lnTo>
                    <a:pt x="5099809" y="3494577"/>
                  </a:lnTo>
                  <a:lnTo>
                    <a:pt x="5099809" y="3497763"/>
                  </a:lnTo>
                  <a:lnTo>
                    <a:pt x="5105246" y="3497763"/>
                  </a:lnTo>
                  <a:lnTo>
                    <a:pt x="5105246" y="3497763"/>
                  </a:lnTo>
                  <a:lnTo>
                    <a:pt x="5121557" y="3497763"/>
                  </a:lnTo>
                  <a:lnTo>
                    <a:pt x="5121557" y="3497763"/>
                  </a:lnTo>
                  <a:lnTo>
                    <a:pt x="5126994" y="3497763"/>
                  </a:lnTo>
                  <a:lnTo>
                    <a:pt x="5126994" y="3497763"/>
                  </a:lnTo>
                  <a:lnTo>
                    <a:pt x="5137867" y="3497763"/>
                  </a:lnTo>
                  <a:lnTo>
                    <a:pt x="5137867" y="3497763"/>
                  </a:lnTo>
                  <a:lnTo>
                    <a:pt x="5143304" y="3497763"/>
                  </a:lnTo>
                  <a:lnTo>
                    <a:pt x="5143304" y="3500965"/>
                  </a:lnTo>
                  <a:lnTo>
                    <a:pt x="5148741" y="3500965"/>
                  </a:lnTo>
                  <a:lnTo>
                    <a:pt x="5148741" y="3502569"/>
                  </a:lnTo>
                  <a:lnTo>
                    <a:pt x="5154178" y="3502569"/>
                  </a:lnTo>
                  <a:lnTo>
                    <a:pt x="5154178" y="3504173"/>
                  </a:lnTo>
                  <a:lnTo>
                    <a:pt x="5170489" y="3504173"/>
                  </a:lnTo>
                  <a:lnTo>
                    <a:pt x="5170489" y="3504173"/>
                  </a:lnTo>
                  <a:lnTo>
                    <a:pt x="5175926" y="3504173"/>
                  </a:lnTo>
                  <a:lnTo>
                    <a:pt x="5175926" y="3505780"/>
                  </a:lnTo>
                  <a:lnTo>
                    <a:pt x="5181363" y="3505780"/>
                  </a:lnTo>
                  <a:lnTo>
                    <a:pt x="5181363" y="3505780"/>
                  </a:lnTo>
                  <a:lnTo>
                    <a:pt x="5192236" y="3505780"/>
                  </a:lnTo>
                  <a:lnTo>
                    <a:pt x="5192236" y="3507392"/>
                  </a:lnTo>
                  <a:lnTo>
                    <a:pt x="5197673" y="3507392"/>
                  </a:lnTo>
                  <a:lnTo>
                    <a:pt x="5197673" y="3507392"/>
                  </a:lnTo>
                  <a:lnTo>
                    <a:pt x="5208547" y="3507392"/>
                  </a:lnTo>
                  <a:lnTo>
                    <a:pt x="5208547" y="3509005"/>
                  </a:lnTo>
                  <a:lnTo>
                    <a:pt x="5213984" y="3509005"/>
                  </a:lnTo>
                  <a:lnTo>
                    <a:pt x="5213984" y="3510618"/>
                  </a:lnTo>
                  <a:lnTo>
                    <a:pt x="5219421" y="3510618"/>
                  </a:lnTo>
                  <a:lnTo>
                    <a:pt x="5219421" y="3510618"/>
                  </a:lnTo>
                  <a:lnTo>
                    <a:pt x="5224858" y="3510618"/>
                  </a:lnTo>
                  <a:lnTo>
                    <a:pt x="5224858" y="3512234"/>
                  </a:lnTo>
                  <a:lnTo>
                    <a:pt x="5241168" y="3512234"/>
                  </a:lnTo>
                  <a:lnTo>
                    <a:pt x="5241168" y="3518699"/>
                  </a:lnTo>
                  <a:lnTo>
                    <a:pt x="5246605" y="3518699"/>
                  </a:lnTo>
                  <a:lnTo>
                    <a:pt x="5246605" y="3520316"/>
                  </a:lnTo>
                  <a:lnTo>
                    <a:pt x="5252042" y="3520316"/>
                  </a:lnTo>
                  <a:lnTo>
                    <a:pt x="5252042" y="3520316"/>
                  </a:lnTo>
                  <a:lnTo>
                    <a:pt x="5257479" y="3520316"/>
                  </a:lnTo>
                  <a:lnTo>
                    <a:pt x="5257479" y="3520316"/>
                  </a:lnTo>
                  <a:lnTo>
                    <a:pt x="5262916" y="3520316"/>
                  </a:lnTo>
                  <a:lnTo>
                    <a:pt x="5262916" y="3521939"/>
                  </a:lnTo>
                  <a:lnTo>
                    <a:pt x="5268353" y="3521939"/>
                  </a:lnTo>
                  <a:lnTo>
                    <a:pt x="5268353" y="3523561"/>
                  </a:lnTo>
                  <a:lnTo>
                    <a:pt x="5273790" y="3523561"/>
                  </a:lnTo>
                  <a:lnTo>
                    <a:pt x="5273790" y="3525183"/>
                  </a:lnTo>
                  <a:lnTo>
                    <a:pt x="5284664" y="3525183"/>
                  </a:lnTo>
                  <a:lnTo>
                    <a:pt x="5284664" y="3526807"/>
                  </a:lnTo>
                  <a:lnTo>
                    <a:pt x="5290100" y="3526807"/>
                  </a:lnTo>
                  <a:lnTo>
                    <a:pt x="5290100" y="3528433"/>
                  </a:lnTo>
                  <a:lnTo>
                    <a:pt x="5311848" y="3528433"/>
                  </a:lnTo>
                  <a:lnTo>
                    <a:pt x="5311848" y="3528433"/>
                  </a:lnTo>
                  <a:lnTo>
                    <a:pt x="5317285" y="3528433"/>
                  </a:lnTo>
                  <a:lnTo>
                    <a:pt x="5317285" y="3530061"/>
                  </a:lnTo>
                  <a:lnTo>
                    <a:pt x="5322722" y="3530061"/>
                  </a:lnTo>
                  <a:lnTo>
                    <a:pt x="5322722" y="3533319"/>
                  </a:lnTo>
                  <a:lnTo>
                    <a:pt x="5328159" y="3533319"/>
                  </a:lnTo>
                  <a:lnTo>
                    <a:pt x="5328159" y="3533319"/>
                  </a:lnTo>
                  <a:lnTo>
                    <a:pt x="5333596" y="3533319"/>
                  </a:lnTo>
                  <a:lnTo>
                    <a:pt x="5333596" y="3534955"/>
                  </a:lnTo>
                  <a:lnTo>
                    <a:pt x="5339033" y="3534955"/>
                  </a:lnTo>
                  <a:lnTo>
                    <a:pt x="5339033" y="3534955"/>
                  </a:lnTo>
                  <a:lnTo>
                    <a:pt x="5344469" y="3534955"/>
                  </a:lnTo>
                  <a:lnTo>
                    <a:pt x="5344469" y="3534955"/>
                  </a:lnTo>
                  <a:lnTo>
                    <a:pt x="5349906" y="3534955"/>
                  </a:lnTo>
                  <a:lnTo>
                    <a:pt x="5349906" y="3538237"/>
                  </a:lnTo>
                  <a:lnTo>
                    <a:pt x="5355343" y="3538237"/>
                  </a:lnTo>
                  <a:lnTo>
                    <a:pt x="5355343" y="3539879"/>
                  </a:lnTo>
                  <a:lnTo>
                    <a:pt x="5360780" y="3539879"/>
                  </a:lnTo>
                  <a:lnTo>
                    <a:pt x="5360780" y="3541522"/>
                  </a:lnTo>
                  <a:lnTo>
                    <a:pt x="5366217" y="3541522"/>
                  </a:lnTo>
                  <a:lnTo>
                    <a:pt x="5366217" y="3544813"/>
                  </a:lnTo>
                  <a:lnTo>
                    <a:pt x="5371654" y="3544813"/>
                  </a:lnTo>
                  <a:lnTo>
                    <a:pt x="5371654" y="3546460"/>
                  </a:lnTo>
                  <a:lnTo>
                    <a:pt x="5387965" y="3546460"/>
                  </a:lnTo>
                  <a:lnTo>
                    <a:pt x="5387965" y="3548109"/>
                  </a:lnTo>
                  <a:lnTo>
                    <a:pt x="5393402" y="3548109"/>
                  </a:lnTo>
                  <a:lnTo>
                    <a:pt x="5393402" y="3549758"/>
                  </a:lnTo>
                  <a:lnTo>
                    <a:pt x="5398838" y="3549758"/>
                  </a:lnTo>
                  <a:lnTo>
                    <a:pt x="5398838" y="3551409"/>
                  </a:lnTo>
                  <a:lnTo>
                    <a:pt x="5404275" y="3551409"/>
                  </a:lnTo>
                  <a:lnTo>
                    <a:pt x="5404275" y="3551409"/>
                  </a:lnTo>
                  <a:lnTo>
                    <a:pt x="5409712" y="3551409"/>
                  </a:lnTo>
                  <a:lnTo>
                    <a:pt x="5409712" y="3551409"/>
                  </a:lnTo>
                  <a:lnTo>
                    <a:pt x="5420586" y="3551409"/>
                  </a:lnTo>
                  <a:lnTo>
                    <a:pt x="5420586" y="3554720"/>
                  </a:lnTo>
                  <a:lnTo>
                    <a:pt x="5436897" y="3554720"/>
                  </a:lnTo>
                  <a:lnTo>
                    <a:pt x="5436897" y="3558034"/>
                  </a:lnTo>
                  <a:lnTo>
                    <a:pt x="5442334" y="3558034"/>
                  </a:lnTo>
                  <a:lnTo>
                    <a:pt x="5442334" y="3559693"/>
                  </a:lnTo>
                  <a:lnTo>
                    <a:pt x="5447770" y="3559693"/>
                  </a:lnTo>
                  <a:lnTo>
                    <a:pt x="5447770" y="3559693"/>
                  </a:lnTo>
                  <a:lnTo>
                    <a:pt x="5453207" y="3559693"/>
                  </a:lnTo>
                  <a:lnTo>
                    <a:pt x="5453207" y="3559693"/>
                  </a:lnTo>
                  <a:lnTo>
                    <a:pt x="5458644" y="3559693"/>
                  </a:lnTo>
                  <a:lnTo>
                    <a:pt x="5458644" y="3564684"/>
                  </a:lnTo>
                  <a:lnTo>
                    <a:pt x="5469518" y="3564684"/>
                  </a:lnTo>
                  <a:lnTo>
                    <a:pt x="5469518" y="3566348"/>
                  </a:lnTo>
                  <a:lnTo>
                    <a:pt x="5474955" y="3566348"/>
                  </a:lnTo>
                  <a:lnTo>
                    <a:pt x="5474955" y="3566348"/>
                  </a:lnTo>
                  <a:lnTo>
                    <a:pt x="5480392" y="3566348"/>
                  </a:lnTo>
                  <a:lnTo>
                    <a:pt x="5480392" y="3566348"/>
                  </a:lnTo>
                  <a:lnTo>
                    <a:pt x="5491266" y="3566348"/>
                  </a:lnTo>
                  <a:lnTo>
                    <a:pt x="5491266" y="3566348"/>
                  </a:lnTo>
                  <a:lnTo>
                    <a:pt x="5496703" y="3566348"/>
                  </a:lnTo>
                  <a:lnTo>
                    <a:pt x="5496703" y="3568018"/>
                  </a:lnTo>
                  <a:lnTo>
                    <a:pt x="5507576" y="3568018"/>
                  </a:lnTo>
                  <a:lnTo>
                    <a:pt x="5507576" y="3568018"/>
                  </a:lnTo>
                  <a:lnTo>
                    <a:pt x="5518450" y="3568018"/>
                  </a:lnTo>
                  <a:lnTo>
                    <a:pt x="5518450" y="3568018"/>
                  </a:lnTo>
                  <a:lnTo>
                    <a:pt x="5529324" y="3568018"/>
                  </a:lnTo>
                  <a:lnTo>
                    <a:pt x="5529324" y="3568018"/>
                  </a:lnTo>
                  <a:lnTo>
                    <a:pt x="5534761" y="3568018"/>
                  </a:lnTo>
                  <a:lnTo>
                    <a:pt x="5534761" y="3569698"/>
                  </a:lnTo>
                  <a:lnTo>
                    <a:pt x="5540198" y="3569698"/>
                  </a:lnTo>
                  <a:lnTo>
                    <a:pt x="5540198" y="3571379"/>
                  </a:lnTo>
                  <a:lnTo>
                    <a:pt x="5551072" y="3571379"/>
                  </a:lnTo>
                  <a:lnTo>
                    <a:pt x="5551072" y="3573059"/>
                  </a:lnTo>
                  <a:lnTo>
                    <a:pt x="5556508" y="3573059"/>
                  </a:lnTo>
                  <a:lnTo>
                    <a:pt x="5556508" y="3573059"/>
                  </a:lnTo>
                  <a:lnTo>
                    <a:pt x="5561945" y="3573059"/>
                  </a:lnTo>
                  <a:lnTo>
                    <a:pt x="5561945" y="3573059"/>
                  </a:lnTo>
                  <a:lnTo>
                    <a:pt x="5567382" y="3573059"/>
                  </a:lnTo>
                  <a:lnTo>
                    <a:pt x="5567382" y="3574754"/>
                  </a:lnTo>
                  <a:lnTo>
                    <a:pt x="5572819" y="3574754"/>
                  </a:lnTo>
                  <a:lnTo>
                    <a:pt x="5572819" y="3574754"/>
                  </a:lnTo>
                  <a:lnTo>
                    <a:pt x="5583693" y="3574754"/>
                  </a:lnTo>
                  <a:lnTo>
                    <a:pt x="5583693" y="3576451"/>
                  </a:lnTo>
                  <a:lnTo>
                    <a:pt x="5589130" y="3576451"/>
                  </a:lnTo>
                  <a:lnTo>
                    <a:pt x="5589130" y="3578148"/>
                  </a:lnTo>
                  <a:lnTo>
                    <a:pt x="5594567" y="3578148"/>
                  </a:lnTo>
                  <a:lnTo>
                    <a:pt x="5594567" y="3581545"/>
                  </a:lnTo>
                  <a:lnTo>
                    <a:pt x="5600004" y="3581545"/>
                  </a:lnTo>
                  <a:lnTo>
                    <a:pt x="5600004" y="3581545"/>
                  </a:lnTo>
                  <a:lnTo>
                    <a:pt x="5605440" y="3581545"/>
                  </a:lnTo>
                  <a:lnTo>
                    <a:pt x="5605440" y="3583252"/>
                  </a:lnTo>
                  <a:lnTo>
                    <a:pt x="5632625" y="3583252"/>
                  </a:lnTo>
                  <a:lnTo>
                    <a:pt x="5632625" y="3583252"/>
                  </a:lnTo>
                  <a:lnTo>
                    <a:pt x="5648936" y="3583252"/>
                  </a:lnTo>
                  <a:lnTo>
                    <a:pt x="5648936" y="3583252"/>
                  </a:lnTo>
                  <a:lnTo>
                    <a:pt x="5654373" y="3583252"/>
                  </a:lnTo>
                  <a:lnTo>
                    <a:pt x="5654373" y="3583252"/>
                  </a:lnTo>
                  <a:lnTo>
                    <a:pt x="5659809" y="3583252"/>
                  </a:lnTo>
                  <a:lnTo>
                    <a:pt x="5659809" y="3584968"/>
                  </a:lnTo>
                  <a:lnTo>
                    <a:pt x="5670683" y="3584968"/>
                  </a:lnTo>
                  <a:lnTo>
                    <a:pt x="5670683" y="3584968"/>
                  </a:lnTo>
                  <a:lnTo>
                    <a:pt x="5676120" y="3584968"/>
                  </a:lnTo>
                  <a:lnTo>
                    <a:pt x="5676120" y="3586688"/>
                  </a:lnTo>
                  <a:lnTo>
                    <a:pt x="5681557" y="3586688"/>
                  </a:lnTo>
                  <a:lnTo>
                    <a:pt x="5681557" y="3588407"/>
                  </a:lnTo>
                  <a:lnTo>
                    <a:pt x="5686994" y="3588407"/>
                  </a:lnTo>
                  <a:lnTo>
                    <a:pt x="5686994" y="3590127"/>
                  </a:lnTo>
                  <a:lnTo>
                    <a:pt x="5692431" y="3590127"/>
                  </a:lnTo>
                  <a:lnTo>
                    <a:pt x="5692431" y="3591846"/>
                  </a:lnTo>
                  <a:lnTo>
                    <a:pt x="5697868" y="3591846"/>
                  </a:lnTo>
                  <a:lnTo>
                    <a:pt x="5697868" y="3591846"/>
                  </a:lnTo>
                  <a:lnTo>
                    <a:pt x="5703305" y="3591846"/>
                  </a:lnTo>
                  <a:lnTo>
                    <a:pt x="5703305" y="3591846"/>
                  </a:lnTo>
                  <a:lnTo>
                    <a:pt x="5708742" y="3591846"/>
                  </a:lnTo>
                  <a:lnTo>
                    <a:pt x="5708742" y="3591846"/>
                  </a:lnTo>
                  <a:lnTo>
                    <a:pt x="5714178" y="3591846"/>
                  </a:lnTo>
                  <a:lnTo>
                    <a:pt x="5714178" y="3593574"/>
                  </a:lnTo>
                  <a:lnTo>
                    <a:pt x="5719615" y="3593574"/>
                  </a:lnTo>
                  <a:lnTo>
                    <a:pt x="5719615" y="3593574"/>
                  </a:lnTo>
                  <a:lnTo>
                    <a:pt x="5725052" y="3593574"/>
                  </a:lnTo>
                  <a:lnTo>
                    <a:pt x="5725052" y="3595306"/>
                  </a:lnTo>
                  <a:lnTo>
                    <a:pt x="5730489" y="3595306"/>
                  </a:lnTo>
                  <a:lnTo>
                    <a:pt x="5730489" y="3597038"/>
                  </a:lnTo>
                  <a:lnTo>
                    <a:pt x="5741363" y="3597038"/>
                  </a:lnTo>
                  <a:lnTo>
                    <a:pt x="5741363" y="3605700"/>
                  </a:lnTo>
                  <a:lnTo>
                    <a:pt x="5746800" y="3605700"/>
                  </a:lnTo>
                  <a:lnTo>
                    <a:pt x="5746800" y="3605700"/>
                  </a:lnTo>
                  <a:lnTo>
                    <a:pt x="5752237" y="3605700"/>
                  </a:lnTo>
                  <a:lnTo>
                    <a:pt x="5752237" y="3607437"/>
                  </a:lnTo>
                  <a:lnTo>
                    <a:pt x="5757674" y="3607437"/>
                  </a:lnTo>
                  <a:lnTo>
                    <a:pt x="5757674" y="3609177"/>
                  </a:lnTo>
                  <a:lnTo>
                    <a:pt x="5773984" y="3609177"/>
                  </a:lnTo>
                  <a:lnTo>
                    <a:pt x="5773984" y="3609177"/>
                  </a:lnTo>
                  <a:lnTo>
                    <a:pt x="5779421" y="3609177"/>
                  </a:lnTo>
                  <a:lnTo>
                    <a:pt x="5779421" y="3610919"/>
                  </a:lnTo>
                  <a:lnTo>
                    <a:pt x="5784858" y="3610919"/>
                  </a:lnTo>
                  <a:lnTo>
                    <a:pt x="5784858" y="3610919"/>
                  </a:lnTo>
                  <a:lnTo>
                    <a:pt x="5790295" y="3610919"/>
                  </a:lnTo>
                  <a:lnTo>
                    <a:pt x="5790295" y="3610919"/>
                  </a:lnTo>
                  <a:lnTo>
                    <a:pt x="5795732" y="3610919"/>
                  </a:lnTo>
                  <a:lnTo>
                    <a:pt x="5795732" y="3612664"/>
                  </a:lnTo>
                  <a:lnTo>
                    <a:pt x="5822916" y="3612664"/>
                  </a:lnTo>
                  <a:lnTo>
                    <a:pt x="5822916" y="3612664"/>
                  </a:lnTo>
                  <a:lnTo>
                    <a:pt x="5839227" y="3612664"/>
                  </a:lnTo>
                  <a:lnTo>
                    <a:pt x="5839227" y="3614411"/>
                  </a:lnTo>
                  <a:lnTo>
                    <a:pt x="5850101" y="3614411"/>
                  </a:lnTo>
                  <a:lnTo>
                    <a:pt x="5850101" y="3616160"/>
                  </a:lnTo>
                  <a:lnTo>
                    <a:pt x="5855538" y="3616160"/>
                  </a:lnTo>
                  <a:lnTo>
                    <a:pt x="5855538" y="3619658"/>
                  </a:lnTo>
                  <a:lnTo>
                    <a:pt x="5860975" y="3619658"/>
                  </a:lnTo>
                  <a:lnTo>
                    <a:pt x="5860975" y="3623157"/>
                  </a:lnTo>
                  <a:lnTo>
                    <a:pt x="5866412" y="3623157"/>
                  </a:lnTo>
                  <a:lnTo>
                    <a:pt x="5866412" y="3623157"/>
                  </a:lnTo>
                  <a:lnTo>
                    <a:pt x="5871848" y="3623157"/>
                  </a:lnTo>
                  <a:lnTo>
                    <a:pt x="5871848" y="3626663"/>
                  </a:lnTo>
                  <a:lnTo>
                    <a:pt x="5893596" y="3626663"/>
                  </a:lnTo>
                  <a:lnTo>
                    <a:pt x="5893596" y="3630173"/>
                  </a:lnTo>
                  <a:lnTo>
                    <a:pt x="5904470" y="3630173"/>
                  </a:lnTo>
                  <a:lnTo>
                    <a:pt x="5904470" y="3631928"/>
                  </a:lnTo>
                  <a:lnTo>
                    <a:pt x="5909907" y="3631928"/>
                  </a:lnTo>
                  <a:lnTo>
                    <a:pt x="5909907" y="3633683"/>
                  </a:lnTo>
                  <a:lnTo>
                    <a:pt x="5915344" y="3633683"/>
                  </a:lnTo>
                  <a:lnTo>
                    <a:pt x="5915344" y="3635442"/>
                  </a:lnTo>
                  <a:lnTo>
                    <a:pt x="5920781" y="3635442"/>
                  </a:lnTo>
                  <a:lnTo>
                    <a:pt x="5920781" y="3635442"/>
                  </a:lnTo>
                  <a:lnTo>
                    <a:pt x="5926217" y="3635442"/>
                  </a:lnTo>
                  <a:lnTo>
                    <a:pt x="5926217" y="3635442"/>
                  </a:lnTo>
                  <a:lnTo>
                    <a:pt x="5931654" y="3635442"/>
                  </a:lnTo>
                  <a:lnTo>
                    <a:pt x="5931654" y="3637207"/>
                  </a:lnTo>
                  <a:lnTo>
                    <a:pt x="5937091" y="3637207"/>
                  </a:lnTo>
                  <a:lnTo>
                    <a:pt x="5937091" y="3637207"/>
                  </a:lnTo>
                  <a:lnTo>
                    <a:pt x="5942528" y="3637207"/>
                  </a:lnTo>
                  <a:lnTo>
                    <a:pt x="5942528" y="3640748"/>
                  </a:lnTo>
                  <a:lnTo>
                    <a:pt x="5947965" y="3640748"/>
                  </a:lnTo>
                  <a:lnTo>
                    <a:pt x="5947965" y="3640748"/>
                  </a:lnTo>
                  <a:lnTo>
                    <a:pt x="5953402" y="3640748"/>
                  </a:lnTo>
                  <a:lnTo>
                    <a:pt x="5953402" y="3640748"/>
                  </a:lnTo>
                  <a:lnTo>
                    <a:pt x="5958839" y="3640748"/>
                  </a:lnTo>
                  <a:lnTo>
                    <a:pt x="5958839" y="3642523"/>
                  </a:lnTo>
                  <a:lnTo>
                    <a:pt x="5964276" y="3642523"/>
                  </a:lnTo>
                  <a:lnTo>
                    <a:pt x="5964276" y="3642523"/>
                  </a:lnTo>
                  <a:lnTo>
                    <a:pt x="5980586" y="3642523"/>
                  </a:lnTo>
                  <a:lnTo>
                    <a:pt x="5980586" y="3644303"/>
                  </a:lnTo>
                  <a:lnTo>
                    <a:pt x="5986023" y="3644303"/>
                  </a:lnTo>
                  <a:lnTo>
                    <a:pt x="5986023" y="3644303"/>
                  </a:lnTo>
                  <a:lnTo>
                    <a:pt x="5991460" y="3644303"/>
                  </a:lnTo>
                  <a:lnTo>
                    <a:pt x="5991460" y="3644303"/>
                  </a:lnTo>
                  <a:lnTo>
                    <a:pt x="5996897" y="3644303"/>
                  </a:lnTo>
                  <a:lnTo>
                    <a:pt x="5996897" y="3646087"/>
                  </a:lnTo>
                  <a:lnTo>
                    <a:pt x="6002334" y="3646087"/>
                  </a:lnTo>
                  <a:lnTo>
                    <a:pt x="6002334" y="3646087"/>
                  </a:lnTo>
                  <a:lnTo>
                    <a:pt x="6029518" y="3646087"/>
                  </a:lnTo>
                  <a:lnTo>
                    <a:pt x="6029518" y="3647875"/>
                  </a:lnTo>
                  <a:lnTo>
                    <a:pt x="6040392" y="3647875"/>
                  </a:lnTo>
                  <a:lnTo>
                    <a:pt x="6040392" y="3649663"/>
                  </a:lnTo>
                  <a:lnTo>
                    <a:pt x="6051266" y="3649663"/>
                  </a:lnTo>
                  <a:lnTo>
                    <a:pt x="6051266" y="3651451"/>
                  </a:lnTo>
                  <a:lnTo>
                    <a:pt x="6056703" y="3651451"/>
                  </a:lnTo>
                  <a:lnTo>
                    <a:pt x="6056703" y="3651451"/>
                  </a:lnTo>
                  <a:lnTo>
                    <a:pt x="6062140" y="3651451"/>
                  </a:lnTo>
                  <a:lnTo>
                    <a:pt x="6062140" y="3653244"/>
                  </a:lnTo>
                  <a:lnTo>
                    <a:pt x="6073014" y="3653244"/>
                  </a:lnTo>
                  <a:lnTo>
                    <a:pt x="6073014" y="3656828"/>
                  </a:lnTo>
                  <a:lnTo>
                    <a:pt x="6089324" y="3656828"/>
                  </a:lnTo>
                  <a:lnTo>
                    <a:pt x="6089324" y="3656828"/>
                  </a:lnTo>
                  <a:lnTo>
                    <a:pt x="6094761" y="3656828"/>
                  </a:lnTo>
                  <a:lnTo>
                    <a:pt x="6094761" y="3658623"/>
                  </a:lnTo>
                  <a:lnTo>
                    <a:pt x="6100198" y="3658623"/>
                  </a:lnTo>
                  <a:lnTo>
                    <a:pt x="6100198" y="3658623"/>
                  </a:lnTo>
                  <a:lnTo>
                    <a:pt x="6105635" y="3658623"/>
                  </a:lnTo>
                  <a:lnTo>
                    <a:pt x="6105635" y="3660419"/>
                  </a:lnTo>
                  <a:lnTo>
                    <a:pt x="6111072" y="3660419"/>
                  </a:lnTo>
                  <a:lnTo>
                    <a:pt x="6111072" y="3662216"/>
                  </a:lnTo>
                  <a:lnTo>
                    <a:pt x="6116509" y="3662216"/>
                  </a:lnTo>
                  <a:lnTo>
                    <a:pt x="6116509" y="3662216"/>
                  </a:lnTo>
                  <a:lnTo>
                    <a:pt x="6121946" y="3662216"/>
                  </a:lnTo>
                  <a:lnTo>
                    <a:pt x="6121946" y="3662216"/>
                  </a:lnTo>
                  <a:lnTo>
                    <a:pt x="6127383" y="3662216"/>
                  </a:lnTo>
                  <a:lnTo>
                    <a:pt x="6127383" y="3664017"/>
                  </a:lnTo>
                  <a:lnTo>
                    <a:pt x="6138256" y="3664017"/>
                  </a:lnTo>
                  <a:lnTo>
                    <a:pt x="6138256" y="3664017"/>
                  </a:lnTo>
                  <a:lnTo>
                    <a:pt x="6149130" y="3664017"/>
                  </a:lnTo>
                  <a:lnTo>
                    <a:pt x="6149130" y="3664017"/>
                  </a:lnTo>
                  <a:lnTo>
                    <a:pt x="6154567" y="3664017"/>
                  </a:lnTo>
                  <a:lnTo>
                    <a:pt x="6154567" y="3665827"/>
                  </a:lnTo>
                  <a:lnTo>
                    <a:pt x="6160004" y="3665827"/>
                  </a:lnTo>
                  <a:lnTo>
                    <a:pt x="6160004" y="3667640"/>
                  </a:lnTo>
                  <a:lnTo>
                    <a:pt x="6165441" y="3667640"/>
                  </a:lnTo>
                  <a:lnTo>
                    <a:pt x="6165441" y="3669457"/>
                  </a:lnTo>
                  <a:lnTo>
                    <a:pt x="6170878" y="3669457"/>
                  </a:lnTo>
                  <a:lnTo>
                    <a:pt x="6170878" y="3671276"/>
                  </a:lnTo>
                  <a:lnTo>
                    <a:pt x="6176315" y="3671276"/>
                  </a:lnTo>
                  <a:lnTo>
                    <a:pt x="6176315" y="3671276"/>
                  </a:lnTo>
                  <a:lnTo>
                    <a:pt x="6181752" y="3671276"/>
                  </a:lnTo>
                  <a:lnTo>
                    <a:pt x="6181752" y="3673097"/>
                  </a:lnTo>
                  <a:lnTo>
                    <a:pt x="6208936" y="3673097"/>
                  </a:lnTo>
                  <a:lnTo>
                    <a:pt x="6208936" y="3678561"/>
                  </a:lnTo>
                  <a:lnTo>
                    <a:pt x="6219810" y="3678561"/>
                  </a:lnTo>
                  <a:lnTo>
                    <a:pt x="6219810" y="3680385"/>
                  </a:lnTo>
                  <a:lnTo>
                    <a:pt x="6225247" y="3680385"/>
                  </a:lnTo>
                  <a:lnTo>
                    <a:pt x="6225247" y="3682208"/>
                  </a:lnTo>
                  <a:lnTo>
                    <a:pt x="6230684" y="3682208"/>
                  </a:lnTo>
                  <a:lnTo>
                    <a:pt x="6230684" y="3684032"/>
                  </a:lnTo>
                  <a:lnTo>
                    <a:pt x="6236121" y="3684032"/>
                  </a:lnTo>
                  <a:lnTo>
                    <a:pt x="6236121" y="3685856"/>
                  </a:lnTo>
                  <a:lnTo>
                    <a:pt x="6241557" y="3685856"/>
                  </a:lnTo>
                  <a:lnTo>
                    <a:pt x="6241557" y="3689504"/>
                  </a:lnTo>
                  <a:lnTo>
                    <a:pt x="6246994" y="3689504"/>
                  </a:lnTo>
                  <a:lnTo>
                    <a:pt x="6246994" y="3689504"/>
                  </a:lnTo>
                  <a:lnTo>
                    <a:pt x="6257868" y="3689504"/>
                  </a:lnTo>
                  <a:lnTo>
                    <a:pt x="6257868" y="3691332"/>
                  </a:lnTo>
                  <a:lnTo>
                    <a:pt x="6263305" y="3691332"/>
                  </a:lnTo>
                  <a:lnTo>
                    <a:pt x="6263305" y="3691332"/>
                  </a:lnTo>
                  <a:lnTo>
                    <a:pt x="6268742" y="3691332"/>
                  </a:lnTo>
                  <a:lnTo>
                    <a:pt x="6268742" y="3691332"/>
                  </a:lnTo>
                  <a:lnTo>
                    <a:pt x="6274179" y="3691332"/>
                  </a:lnTo>
                  <a:lnTo>
                    <a:pt x="6274179" y="3693165"/>
                  </a:lnTo>
                  <a:lnTo>
                    <a:pt x="6279616" y="3693165"/>
                  </a:lnTo>
                  <a:lnTo>
                    <a:pt x="6279616" y="3696830"/>
                  </a:lnTo>
                  <a:lnTo>
                    <a:pt x="6285053" y="3696830"/>
                  </a:lnTo>
                  <a:lnTo>
                    <a:pt x="6285053" y="3696830"/>
                  </a:lnTo>
                  <a:lnTo>
                    <a:pt x="6295926" y="3696830"/>
                  </a:lnTo>
                  <a:lnTo>
                    <a:pt x="6295926" y="3696830"/>
                  </a:lnTo>
                  <a:lnTo>
                    <a:pt x="6306800" y="3696830"/>
                  </a:lnTo>
                  <a:lnTo>
                    <a:pt x="6306800" y="3698671"/>
                  </a:lnTo>
                  <a:lnTo>
                    <a:pt x="6312237" y="3698671"/>
                  </a:lnTo>
                  <a:lnTo>
                    <a:pt x="6312237" y="3700513"/>
                  </a:lnTo>
                  <a:lnTo>
                    <a:pt x="6317674" y="3700513"/>
                  </a:lnTo>
                  <a:lnTo>
                    <a:pt x="6317674" y="3702354"/>
                  </a:lnTo>
                  <a:lnTo>
                    <a:pt x="6323111" y="3702354"/>
                  </a:lnTo>
                  <a:lnTo>
                    <a:pt x="6323111" y="3702354"/>
                  </a:lnTo>
                  <a:lnTo>
                    <a:pt x="6355732" y="3702354"/>
                  </a:lnTo>
                  <a:lnTo>
                    <a:pt x="6355732" y="3702354"/>
                  </a:lnTo>
                  <a:lnTo>
                    <a:pt x="6361169" y="3702354"/>
                  </a:lnTo>
                  <a:lnTo>
                    <a:pt x="6361169" y="3702354"/>
                  </a:lnTo>
                  <a:lnTo>
                    <a:pt x="6366606" y="3702354"/>
                  </a:lnTo>
                  <a:lnTo>
                    <a:pt x="6366606" y="3704202"/>
                  </a:lnTo>
                  <a:lnTo>
                    <a:pt x="6382917" y="3704202"/>
                  </a:lnTo>
                  <a:lnTo>
                    <a:pt x="6382917" y="3706050"/>
                  </a:lnTo>
                  <a:lnTo>
                    <a:pt x="6393791" y="3706050"/>
                  </a:lnTo>
                  <a:lnTo>
                    <a:pt x="6393791" y="3707901"/>
                  </a:lnTo>
                  <a:lnTo>
                    <a:pt x="6404664" y="3707901"/>
                  </a:lnTo>
                  <a:lnTo>
                    <a:pt x="6404664" y="3711601"/>
                  </a:lnTo>
                  <a:lnTo>
                    <a:pt x="6431849" y="3711601"/>
                  </a:lnTo>
                  <a:lnTo>
                    <a:pt x="6431849" y="3715303"/>
                  </a:lnTo>
                  <a:lnTo>
                    <a:pt x="6437286" y="3715303"/>
                  </a:lnTo>
                  <a:lnTo>
                    <a:pt x="6437286" y="3717156"/>
                  </a:lnTo>
                  <a:lnTo>
                    <a:pt x="6442723" y="3717156"/>
                  </a:lnTo>
                  <a:lnTo>
                    <a:pt x="6442723" y="3717156"/>
                  </a:lnTo>
                  <a:lnTo>
                    <a:pt x="6448160" y="3717156"/>
                  </a:lnTo>
                  <a:lnTo>
                    <a:pt x="6448160" y="3717156"/>
                  </a:lnTo>
                  <a:lnTo>
                    <a:pt x="6453596" y="3717156"/>
                  </a:lnTo>
                  <a:lnTo>
                    <a:pt x="6453596" y="3717156"/>
                  </a:lnTo>
                  <a:lnTo>
                    <a:pt x="6469907" y="3717156"/>
                  </a:lnTo>
                  <a:lnTo>
                    <a:pt x="6469907" y="3717156"/>
                  </a:lnTo>
                  <a:lnTo>
                    <a:pt x="6480781" y="3717156"/>
                  </a:lnTo>
                  <a:lnTo>
                    <a:pt x="6480781" y="3719018"/>
                  </a:lnTo>
                  <a:lnTo>
                    <a:pt x="6491655" y="3719018"/>
                  </a:lnTo>
                  <a:lnTo>
                    <a:pt x="6491655" y="3719018"/>
                  </a:lnTo>
                  <a:lnTo>
                    <a:pt x="6502529" y="3719018"/>
                  </a:lnTo>
                  <a:lnTo>
                    <a:pt x="6502529" y="3720882"/>
                  </a:lnTo>
                  <a:lnTo>
                    <a:pt x="6507965" y="3720882"/>
                  </a:lnTo>
                  <a:lnTo>
                    <a:pt x="6507965" y="3726474"/>
                  </a:lnTo>
                  <a:lnTo>
                    <a:pt x="6518839" y="3726474"/>
                  </a:lnTo>
                  <a:lnTo>
                    <a:pt x="6518839" y="3726474"/>
                  </a:lnTo>
                  <a:lnTo>
                    <a:pt x="6524276" y="3726474"/>
                  </a:lnTo>
                  <a:lnTo>
                    <a:pt x="6524276" y="3732082"/>
                  </a:lnTo>
                  <a:lnTo>
                    <a:pt x="6535150" y="3732082"/>
                  </a:lnTo>
                  <a:lnTo>
                    <a:pt x="6535150" y="3732082"/>
                  </a:lnTo>
                  <a:lnTo>
                    <a:pt x="6551461" y="3732082"/>
                  </a:lnTo>
                  <a:lnTo>
                    <a:pt x="6551461" y="3733953"/>
                  </a:lnTo>
                  <a:lnTo>
                    <a:pt x="6562334" y="3733953"/>
                  </a:lnTo>
                  <a:lnTo>
                    <a:pt x="6562334" y="3737701"/>
                  </a:lnTo>
                  <a:lnTo>
                    <a:pt x="6573208" y="3737701"/>
                  </a:lnTo>
                  <a:lnTo>
                    <a:pt x="6573208" y="3739577"/>
                  </a:lnTo>
                  <a:lnTo>
                    <a:pt x="6584082" y="3739577"/>
                  </a:lnTo>
                  <a:lnTo>
                    <a:pt x="6584082" y="3739577"/>
                  </a:lnTo>
                  <a:lnTo>
                    <a:pt x="6589519" y="3739577"/>
                  </a:lnTo>
                  <a:lnTo>
                    <a:pt x="6589519" y="3739577"/>
                  </a:lnTo>
                  <a:lnTo>
                    <a:pt x="6600393" y="3739577"/>
                  </a:lnTo>
                  <a:lnTo>
                    <a:pt x="6600393" y="3741458"/>
                  </a:lnTo>
                  <a:lnTo>
                    <a:pt x="6616703" y="3741458"/>
                  </a:lnTo>
                  <a:lnTo>
                    <a:pt x="6616703" y="3745225"/>
                  </a:lnTo>
                  <a:lnTo>
                    <a:pt x="6622140" y="3745225"/>
                  </a:lnTo>
                  <a:lnTo>
                    <a:pt x="6622140" y="3747108"/>
                  </a:lnTo>
                  <a:lnTo>
                    <a:pt x="6633014" y="3747108"/>
                  </a:lnTo>
                  <a:lnTo>
                    <a:pt x="6633014" y="3747108"/>
                  </a:lnTo>
                  <a:lnTo>
                    <a:pt x="6638451" y="3747108"/>
                  </a:lnTo>
                  <a:lnTo>
                    <a:pt x="6638451" y="3748996"/>
                  </a:lnTo>
                  <a:lnTo>
                    <a:pt x="6643888" y="3748996"/>
                  </a:lnTo>
                  <a:lnTo>
                    <a:pt x="6643888" y="3750889"/>
                  </a:lnTo>
                  <a:lnTo>
                    <a:pt x="6649325" y="3750889"/>
                  </a:lnTo>
                  <a:lnTo>
                    <a:pt x="6649325" y="3754680"/>
                  </a:lnTo>
                  <a:lnTo>
                    <a:pt x="6660199" y="3754680"/>
                  </a:lnTo>
                  <a:lnTo>
                    <a:pt x="6660199" y="3756575"/>
                  </a:lnTo>
                  <a:lnTo>
                    <a:pt x="6681946" y="3756575"/>
                  </a:lnTo>
                  <a:lnTo>
                    <a:pt x="6681946" y="3756575"/>
                  </a:lnTo>
                  <a:lnTo>
                    <a:pt x="6692820" y="3756575"/>
                  </a:lnTo>
                  <a:lnTo>
                    <a:pt x="6692820" y="3756575"/>
                  </a:lnTo>
                  <a:lnTo>
                    <a:pt x="6698257" y="3756575"/>
                  </a:lnTo>
                  <a:lnTo>
                    <a:pt x="6698257" y="3758485"/>
                  </a:lnTo>
                  <a:lnTo>
                    <a:pt x="6703694" y="3758485"/>
                  </a:lnTo>
                  <a:lnTo>
                    <a:pt x="6703694" y="3758485"/>
                  </a:lnTo>
                  <a:lnTo>
                    <a:pt x="6714568" y="3758485"/>
                  </a:lnTo>
                  <a:lnTo>
                    <a:pt x="6714568" y="3758485"/>
                  </a:lnTo>
                  <a:lnTo>
                    <a:pt x="6720004" y="3758485"/>
                  </a:lnTo>
                  <a:lnTo>
                    <a:pt x="6720004" y="3760409"/>
                  </a:lnTo>
                  <a:lnTo>
                    <a:pt x="6730878" y="3760409"/>
                  </a:lnTo>
                  <a:lnTo>
                    <a:pt x="6730878" y="3760409"/>
                  </a:lnTo>
                  <a:lnTo>
                    <a:pt x="6736315" y="3760409"/>
                  </a:lnTo>
                  <a:lnTo>
                    <a:pt x="6736315" y="3762336"/>
                  </a:lnTo>
                  <a:lnTo>
                    <a:pt x="6741752" y="3762336"/>
                  </a:lnTo>
                  <a:lnTo>
                    <a:pt x="6741752" y="3762336"/>
                  </a:lnTo>
                  <a:lnTo>
                    <a:pt x="6747189" y="3762336"/>
                  </a:lnTo>
                  <a:lnTo>
                    <a:pt x="6747189" y="3764268"/>
                  </a:lnTo>
                  <a:lnTo>
                    <a:pt x="6752626" y="3764268"/>
                  </a:lnTo>
                  <a:lnTo>
                    <a:pt x="6752626" y="3768131"/>
                  </a:lnTo>
                  <a:lnTo>
                    <a:pt x="6758063" y="3768131"/>
                  </a:lnTo>
                  <a:lnTo>
                    <a:pt x="6758063" y="3770065"/>
                  </a:lnTo>
                  <a:lnTo>
                    <a:pt x="6768936" y="3770065"/>
                  </a:lnTo>
                  <a:lnTo>
                    <a:pt x="6768936" y="3772000"/>
                  </a:lnTo>
                  <a:lnTo>
                    <a:pt x="6779810" y="3772000"/>
                  </a:lnTo>
                  <a:lnTo>
                    <a:pt x="6779810" y="3773940"/>
                  </a:lnTo>
                  <a:lnTo>
                    <a:pt x="6785247" y="3773940"/>
                  </a:lnTo>
                  <a:lnTo>
                    <a:pt x="6785247" y="3775884"/>
                  </a:lnTo>
                  <a:lnTo>
                    <a:pt x="6790684" y="3775884"/>
                  </a:lnTo>
                  <a:lnTo>
                    <a:pt x="6790684" y="3775884"/>
                  </a:lnTo>
                  <a:lnTo>
                    <a:pt x="6806995" y="3775884"/>
                  </a:lnTo>
                  <a:lnTo>
                    <a:pt x="6806995" y="3777831"/>
                  </a:lnTo>
                  <a:lnTo>
                    <a:pt x="6812432" y="3777831"/>
                  </a:lnTo>
                  <a:lnTo>
                    <a:pt x="6812432" y="3777831"/>
                  </a:lnTo>
                  <a:lnTo>
                    <a:pt x="6817869" y="3777831"/>
                  </a:lnTo>
                  <a:lnTo>
                    <a:pt x="6817869" y="3777831"/>
                  </a:lnTo>
                  <a:lnTo>
                    <a:pt x="6823305" y="3777831"/>
                  </a:lnTo>
                  <a:lnTo>
                    <a:pt x="6823305" y="3779784"/>
                  </a:lnTo>
                  <a:lnTo>
                    <a:pt x="6828742" y="3779784"/>
                  </a:lnTo>
                  <a:lnTo>
                    <a:pt x="6828742" y="3779784"/>
                  </a:lnTo>
                  <a:lnTo>
                    <a:pt x="6839616" y="3779784"/>
                  </a:lnTo>
                  <a:lnTo>
                    <a:pt x="6839616" y="3779784"/>
                  </a:lnTo>
                  <a:lnTo>
                    <a:pt x="6845053" y="3779784"/>
                  </a:lnTo>
                  <a:lnTo>
                    <a:pt x="6845053" y="3779784"/>
                  </a:lnTo>
                  <a:lnTo>
                    <a:pt x="6855927" y="3779784"/>
                  </a:lnTo>
                  <a:lnTo>
                    <a:pt x="6855927" y="3785664"/>
                  </a:lnTo>
                  <a:lnTo>
                    <a:pt x="6861364" y="3785664"/>
                  </a:lnTo>
                  <a:lnTo>
                    <a:pt x="6861364" y="3785664"/>
                  </a:lnTo>
                  <a:lnTo>
                    <a:pt x="6866801" y="3785664"/>
                  </a:lnTo>
                  <a:lnTo>
                    <a:pt x="6866801" y="3787627"/>
                  </a:lnTo>
                  <a:lnTo>
                    <a:pt x="6877674" y="3787627"/>
                  </a:lnTo>
                  <a:lnTo>
                    <a:pt x="6877674" y="3789590"/>
                  </a:lnTo>
                  <a:lnTo>
                    <a:pt x="6883111" y="3789590"/>
                  </a:lnTo>
                  <a:lnTo>
                    <a:pt x="6883111" y="3789590"/>
                  </a:lnTo>
                  <a:lnTo>
                    <a:pt x="6888548" y="3789590"/>
                  </a:lnTo>
                  <a:lnTo>
                    <a:pt x="6888548" y="3789590"/>
                  </a:lnTo>
                  <a:lnTo>
                    <a:pt x="6899422" y="3789590"/>
                  </a:lnTo>
                  <a:lnTo>
                    <a:pt x="6899422" y="3793532"/>
                  </a:lnTo>
                  <a:lnTo>
                    <a:pt x="6904859" y="3793532"/>
                  </a:lnTo>
                  <a:lnTo>
                    <a:pt x="6904859" y="3795505"/>
                  </a:lnTo>
                  <a:lnTo>
                    <a:pt x="6910296" y="3795505"/>
                  </a:lnTo>
                  <a:lnTo>
                    <a:pt x="6910296" y="3797484"/>
                  </a:lnTo>
                  <a:lnTo>
                    <a:pt x="6926607" y="3797484"/>
                  </a:lnTo>
                  <a:lnTo>
                    <a:pt x="6926607" y="3797484"/>
                  </a:lnTo>
                  <a:lnTo>
                    <a:pt x="6932043" y="3797484"/>
                  </a:lnTo>
                  <a:lnTo>
                    <a:pt x="6932043" y="3799469"/>
                  </a:lnTo>
                  <a:lnTo>
                    <a:pt x="6948354" y="3799469"/>
                  </a:lnTo>
                  <a:lnTo>
                    <a:pt x="6948354" y="3807408"/>
                  </a:lnTo>
                  <a:lnTo>
                    <a:pt x="6953791" y="3807408"/>
                  </a:lnTo>
                  <a:lnTo>
                    <a:pt x="6953791" y="3809393"/>
                  </a:lnTo>
                  <a:lnTo>
                    <a:pt x="6959228" y="3809393"/>
                  </a:lnTo>
                  <a:lnTo>
                    <a:pt x="6959228" y="3809393"/>
                  </a:lnTo>
                  <a:lnTo>
                    <a:pt x="6964665" y="3809393"/>
                  </a:lnTo>
                  <a:lnTo>
                    <a:pt x="6964665" y="3809393"/>
                  </a:lnTo>
                  <a:lnTo>
                    <a:pt x="6970102" y="3809393"/>
                  </a:lnTo>
                  <a:lnTo>
                    <a:pt x="6970102" y="3809393"/>
                  </a:lnTo>
                  <a:lnTo>
                    <a:pt x="6991849" y="3809393"/>
                  </a:lnTo>
                  <a:lnTo>
                    <a:pt x="6991849" y="3809393"/>
                  </a:lnTo>
                  <a:lnTo>
                    <a:pt x="7008160" y="3809393"/>
                  </a:lnTo>
                  <a:lnTo>
                    <a:pt x="7008160" y="3811397"/>
                  </a:lnTo>
                  <a:lnTo>
                    <a:pt x="7019034" y="3811397"/>
                  </a:lnTo>
                  <a:lnTo>
                    <a:pt x="7019034" y="3811397"/>
                  </a:lnTo>
                  <a:lnTo>
                    <a:pt x="7040781" y="3811397"/>
                  </a:lnTo>
                  <a:lnTo>
                    <a:pt x="7040781" y="3811397"/>
                  </a:lnTo>
                  <a:lnTo>
                    <a:pt x="7057092" y="3811397"/>
                  </a:lnTo>
                  <a:lnTo>
                    <a:pt x="7057092" y="3811397"/>
                  </a:lnTo>
                  <a:lnTo>
                    <a:pt x="7062529" y="3811397"/>
                  </a:lnTo>
                  <a:lnTo>
                    <a:pt x="7062529" y="3813414"/>
                  </a:lnTo>
                  <a:lnTo>
                    <a:pt x="7067966" y="3813414"/>
                  </a:lnTo>
                  <a:lnTo>
                    <a:pt x="7067966" y="3815432"/>
                  </a:lnTo>
                  <a:lnTo>
                    <a:pt x="7084277" y="3815432"/>
                  </a:lnTo>
                  <a:lnTo>
                    <a:pt x="7084277" y="3817452"/>
                  </a:lnTo>
                  <a:lnTo>
                    <a:pt x="7089713" y="3817452"/>
                  </a:lnTo>
                  <a:lnTo>
                    <a:pt x="7089713" y="3817452"/>
                  </a:lnTo>
                  <a:lnTo>
                    <a:pt x="7095150" y="3817452"/>
                  </a:lnTo>
                  <a:lnTo>
                    <a:pt x="7095150" y="3817452"/>
                  </a:lnTo>
                  <a:lnTo>
                    <a:pt x="7100587" y="3817452"/>
                  </a:lnTo>
                  <a:lnTo>
                    <a:pt x="7100587" y="3819481"/>
                  </a:lnTo>
                  <a:lnTo>
                    <a:pt x="7111461" y="3819481"/>
                  </a:lnTo>
                  <a:lnTo>
                    <a:pt x="7111461" y="3821510"/>
                  </a:lnTo>
                  <a:lnTo>
                    <a:pt x="7116898" y="3821510"/>
                  </a:lnTo>
                  <a:lnTo>
                    <a:pt x="7116898" y="3823540"/>
                  </a:lnTo>
                  <a:lnTo>
                    <a:pt x="7127772" y="3823540"/>
                  </a:lnTo>
                  <a:lnTo>
                    <a:pt x="7127772" y="3823540"/>
                  </a:lnTo>
                  <a:lnTo>
                    <a:pt x="7138646" y="3823540"/>
                  </a:lnTo>
                  <a:lnTo>
                    <a:pt x="7138646" y="3823540"/>
                  </a:lnTo>
                  <a:lnTo>
                    <a:pt x="7144082" y="3823540"/>
                  </a:lnTo>
                  <a:lnTo>
                    <a:pt x="7144082" y="3825578"/>
                  </a:lnTo>
                  <a:lnTo>
                    <a:pt x="7149519" y="3825578"/>
                  </a:lnTo>
                  <a:lnTo>
                    <a:pt x="7149519" y="3825578"/>
                  </a:lnTo>
                  <a:lnTo>
                    <a:pt x="7154956" y="3825578"/>
                  </a:lnTo>
                  <a:lnTo>
                    <a:pt x="7154956" y="3831700"/>
                  </a:lnTo>
                  <a:lnTo>
                    <a:pt x="7160393" y="3831700"/>
                  </a:lnTo>
                  <a:lnTo>
                    <a:pt x="7160393" y="3833745"/>
                  </a:lnTo>
                  <a:lnTo>
                    <a:pt x="7165830" y="3833745"/>
                  </a:lnTo>
                  <a:lnTo>
                    <a:pt x="7165830" y="3833745"/>
                  </a:lnTo>
                  <a:lnTo>
                    <a:pt x="7171267" y="3833745"/>
                  </a:lnTo>
                  <a:lnTo>
                    <a:pt x="7171267" y="3833745"/>
                  </a:lnTo>
                  <a:lnTo>
                    <a:pt x="7176704" y="3833745"/>
                  </a:lnTo>
                  <a:lnTo>
                    <a:pt x="7176704" y="3835800"/>
                  </a:lnTo>
                  <a:lnTo>
                    <a:pt x="7182141" y="3835800"/>
                  </a:lnTo>
                  <a:lnTo>
                    <a:pt x="7182141" y="3837856"/>
                  </a:lnTo>
                  <a:lnTo>
                    <a:pt x="7187578" y="3837856"/>
                  </a:lnTo>
                  <a:lnTo>
                    <a:pt x="7187578" y="3839915"/>
                  </a:lnTo>
                  <a:lnTo>
                    <a:pt x="7193014" y="3839915"/>
                  </a:lnTo>
                  <a:lnTo>
                    <a:pt x="7193014" y="3839915"/>
                  </a:lnTo>
                  <a:lnTo>
                    <a:pt x="7231073" y="3839915"/>
                  </a:lnTo>
                  <a:lnTo>
                    <a:pt x="7231073" y="3841977"/>
                  </a:lnTo>
                  <a:lnTo>
                    <a:pt x="7236510" y="3841977"/>
                  </a:lnTo>
                  <a:lnTo>
                    <a:pt x="7236510" y="3844039"/>
                  </a:lnTo>
                  <a:lnTo>
                    <a:pt x="7241947" y="3844039"/>
                  </a:lnTo>
                  <a:lnTo>
                    <a:pt x="7241947" y="3846104"/>
                  </a:lnTo>
                  <a:lnTo>
                    <a:pt x="7263694" y="3846104"/>
                  </a:lnTo>
                  <a:lnTo>
                    <a:pt x="7263694" y="3846104"/>
                  </a:lnTo>
                  <a:lnTo>
                    <a:pt x="7269131" y="3846104"/>
                  </a:lnTo>
                  <a:lnTo>
                    <a:pt x="7269131" y="3846104"/>
                  </a:lnTo>
                  <a:lnTo>
                    <a:pt x="7280005" y="3846104"/>
                  </a:lnTo>
                  <a:lnTo>
                    <a:pt x="7280005" y="3848181"/>
                  </a:lnTo>
                  <a:lnTo>
                    <a:pt x="7285442" y="3848181"/>
                  </a:lnTo>
                  <a:lnTo>
                    <a:pt x="7285442" y="3850262"/>
                  </a:lnTo>
                  <a:lnTo>
                    <a:pt x="7290879" y="3850262"/>
                  </a:lnTo>
                  <a:lnTo>
                    <a:pt x="7290879" y="3852342"/>
                  </a:lnTo>
                  <a:lnTo>
                    <a:pt x="7296316" y="3852342"/>
                  </a:lnTo>
                  <a:lnTo>
                    <a:pt x="7296316" y="3852342"/>
                  </a:lnTo>
                  <a:lnTo>
                    <a:pt x="7307189" y="3852342"/>
                  </a:lnTo>
                  <a:lnTo>
                    <a:pt x="7307189" y="3856509"/>
                  </a:lnTo>
                  <a:lnTo>
                    <a:pt x="7328937" y="3856509"/>
                  </a:lnTo>
                  <a:lnTo>
                    <a:pt x="7328937" y="3856509"/>
                  </a:lnTo>
                  <a:lnTo>
                    <a:pt x="7350684" y="3856509"/>
                  </a:lnTo>
                  <a:lnTo>
                    <a:pt x="7350684" y="3858605"/>
                  </a:lnTo>
                  <a:lnTo>
                    <a:pt x="7366995" y="3858605"/>
                  </a:lnTo>
                  <a:lnTo>
                    <a:pt x="7366995" y="3858605"/>
                  </a:lnTo>
                  <a:lnTo>
                    <a:pt x="7372432" y="3858605"/>
                  </a:lnTo>
                  <a:lnTo>
                    <a:pt x="7372432" y="3860705"/>
                  </a:lnTo>
                  <a:lnTo>
                    <a:pt x="7383306" y="3860705"/>
                  </a:lnTo>
                  <a:lnTo>
                    <a:pt x="7383306" y="3860705"/>
                  </a:lnTo>
                  <a:lnTo>
                    <a:pt x="7388743" y="3860705"/>
                  </a:lnTo>
                  <a:lnTo>
                    <a:pt x="7388743" y="3860705"/>
                  </a:lnTo>
                  <a:lnTo>
                    <a:pt x="7394180" y="3860705"/>
                  </a:lnTo>
                  <a:lnTo>
                    <a:pt x="7394180" y="3860705"/>
                  </a:lnTo>
                  <a:lnTo>
                    <a:pt x="7405053" y="3860705"/>
                  </a:lnTo>
                  <a:lnTo>
                    <a:pt x="7405053" y="3862813"/>
                  </a:lnTo>
                  <a:lnTo>
                    <a:pt x="7415927" y="3862813"/>
                  </a:lnTo>
                  <a:lnTo>
                    <a:pt x="7415927" y="3862813"/>
                  </a:lnTo>
                  <a:lnTo>
                    <a:pt x="7437675" y="3862813"/>
                  </a:lnTo>
                  <a:lnTo>
                    <a:pt x="7437675" y="3862813"/>
                  </a:lnTo>
                  <a:lnTo>
                    <a:pt x="7443112" y="3862813"/>
                  </a:lnTo>
                  <a:lnTo>
                    <a:pt x="7443112" y="3862813"/>
                  </a:lnTo>
                  <a:lnTo>
                    <a:pt x="7448549" y="3862813"/>
                  </a:lnTo>
                  <a:lnTo>
                    <a:pt x="7448549" y="3862813"/>
                  </a:lnTo>
                  <a:lnTo>
                    <a:pt x="7453986" y="3862813"/>
                  </a:lnTo>
                  <a:lnTo>
                    <a:pt x="7453986" y="3862813"/>
                  </a:lnTo>
                  <a:lnTo>
                    <a:pt x="7459422" y="3862813"/>
                  </a:lnTo>
                  <a:lnTo>
                    <a:pt x="7459422" y="3864950"/>
                  </a:lnTo>
                  <a:lnTo>
                    <a:pt x="7464859" y="3864950"/>
                  </a:lnTo>
                  <a:lnTo>
                    <a:pt x="7464859" y="3867094"/>
                  </a:lnTo>
                  <a:lnTo>
                    <a:pt x="7470296" y="3867094"/>
                  </a:lnTo>
                  <a:lnTo>
                    <a:pt x="7470296" y="3869237"/>
                  </a:lnTo>
                  <a:lnTo>
                    <a:pt x="7481170" y="3869237"/>
                  </a:lnTo>
                  <a:lnTo>
                    <a:pt x="7481170" y="3871381"/>
                  </a:lnTo>
                  <a:lnTo>
                    <a:pt x="7492044" y="3871381"/>
                  </a:lnTo>
                  <a:lnTo>
                    <a:pt x="7492044" y="3871381"/>
                  </a:lnTo>
                  <a:lnTo>
                    <a:pt x="7497481" y="3871381"/>
                  </a:lnTo>
                  <a:lnTo>
                    <a:pt x="7497481" y="3871381"/>
                  </a:lnTo>
                  <a:lnTo>
                    <a:pt x="7502918" y="3871381"/>
                  </a:lnTo>
                  <a:lnTo>
                    <a:pt x="7502918" y="3873532"/>
                  </a:lnTo>
                  <a:lnTo>
                    <a:pt x="7530102" y="3873532"/>
                  </a:lnTo>
                  <a:lnTo>
                    <a:pt x="7530102" y="3873532"/>
                  </a:lnTo>
                  <a:lnTo>
                    <a:pt x="7535539" y="3873532"/>
                  </a:lnTo>
                  <a:lnTo>
                    <a:pt x="7535539" y="3875692"/>
                  </a:lnTo>
                  <a:lnTo>
                    <a:pt x="7551850" y="3875692"/>
                  </a:lnTo>
                  <a:lnTo>
                    <a:pt x="7551850" y="3875692"/>
                  </a:lnTo>
                  <a:lnTo>
                    <a:pt x="7573597" y="3875692"/>
                  </a:lnTo>
                  <a:lnTo>
                    <a:pt x="7573597" y="3875692"/>
                  </a:lnTo>
                  <a:lnTo>
                    <a:pt x="7589908" y="3875692"/>
                  </a:lnTo>
                  <a:lnTo>
                    <a:pt x="7589908" y="3877859"/>
                  </a:lnTo>
                  <a:lnTo>
                    <a:pt x="7600782" y="3877859"/>
                  </a:lnTo>
                  <a:lnTo>
                    <a:pt x="7600782" y="3882194"/>
                  </a:lnTo>
                  <a:lnTo>
                    <a:pt x="7611656" y="3882194"/>
                  </a:lnTo>
                  <a:lnTo>
                    <a:pt x="7611656" y="3884362"/>
                  </a:lnTo>
                  <a:lnTo>
                    <a:pt x="7617092" y="3884362"/>
                  </a:lnTo>
                  <a:lnTo>
                    <a:pt x="7617092" y="3884362"/>
                  </a:lnTo>
                  <a:lnTo>
                    <a:pt x="7622529" y="3884362"/>
                  </a:lnTo>
                  <a:lnTo>
                    <a:pt x="7622529" y="3884362"/>
                  </a:lnTo>
                  <a:lnTo>
                    <a:pt x="7633403" y="3884362"/>
                  </a:lnTo>
                  <a:lnTo>
                    <a:pt x="7633403" y="3884362"/>
                  </a:lnTo>
                  <a:lnTo>
                    <a:pt x="7638840" y="3884362"/>
                  </a:lnTo>
                  <a:lnTo>
                    <a:pt x="7638840" y="3886543"/>
                  </a:lnTo>
                  <a:lnTo>
                    <a:pt x="7644277" y="3886543"/>
                  </a:lnTo>
                  <a:lnTo>
                    <a:pt x="7644277" y="3888725"/>
                  </a:lnTo>
                  <a:lnTo>
                    <a:pt x="7649714" y="3888725"/>
                  </a:lnTo>
                  <a:lnTo>
                    <a:pt x="7649714" y="3888725"/>
                  </a:lnTo>
                  <a:lnTo>
                    <a:pt x="7655151" y="3888725"/>
                  </a:lnTo>
                  <a:lnTo>
                    <a:pt x="7655151" y="3890917"/>
                  </a:lnTo>
                  <a:lnTo>
                    <a:pt x="7666025" y="3890917"/>
                  </a:lnTo>
                  <a:lnTo>
                    <a:pt x="7666025" y="3890917"/>
                  </a:lnTo>
                  <a:lnTo>
                    <a:pt x="7671461" y="3890917"/>
                  </a:lnTo>
                  <a:lnTo>
                    <a:pt x="7671461" y="3890917"/>
                  </a:lnTo>
                  <a:lnTo>
                    <a:pt x="7687772" y="3890917"/>
                  </a:lnTo>
                  <a:lnTo>
                    <a:pt x="7687772" y="3890917"/>
                  </a:lnTo>
                  <a:lnTo>
                    <a:pt x="7698646" y="3890917"/>
                  </a:lnTo>
                  <a:lnTo>
                    <a:pt x="7698646" y="3893119"/>
                  </a:lnTo>
                  <a:lnTo>
                    <a:pt x="7709520" y="3893119"/>
                  </a:lnTo>
                  <a:lnTo>
                    <a:pt x="7709520" y="3895322"/>
                  </a:lnTo>
                  <a:lnTo>
                    <a:pt x="7714957" y="3895322"/>
                  </a:lnTo>
                  <a:lnTo>
                    <a:pt x="7714957" y="3895322"/>
                  </a:lnTo>
                  <a:lnTo>
                    <a:pt x="7720394" y="3895322"/>
                  </a:lnTo>
                  <a:lnTo>
                    <a:pt x="7720394" y="3895322"/>
                  </a:lnTo>
                  <a:lnTo>
                    <a:pt x="7725830" y="3895322"/>
                  </a:lnTo>
                  <a:lnTo>
                    <a:pt x="7725830" y="3895322"/>
                  </a:lnTo>
                  <a:lnTo>
                    <a:pt x="7731267" y="3895322"/>
                  </a:lnTo>
                  <a:lnTo>
                    <a:pt x="7731267" y="3897542"/>
                  </a:lnTo>
                  <a:lnTo>
                    <a:pt x="7742141" y="3897542"/>
                  </a:lnTo>
                  <a:lnTo>
                    <a:pt x="7742141" y="3897542"/>
                  </a:lnTo>
                  <a:lnTo>
                    <a:pt x="7753015" y="3897542"/>
                  </a:lnTo>
                  <a:lnTo>
                    <a:pt x="7753015" y="3899765"/>
                  </a:lnTo>
                  <a:lnTo>
                    <a:pt x="7758452" y="3899765"/>
                  </a:lnTo>
                  <a:lnTo>
                    <a:pt x="7758452" y="3901989"/>
                  </a:lnTo>
                  <a:lnTo>
                    <a:pt x="7785636" y="3901989"/>
                  </a:lnTo>
                  <a:lnTo>
                    <a:pt x="7785636" y="3904214"/>
                  </a:lnTo>
                  <a:lnTo>
                    <a:pt x="7807384" y="3904214"/>
                  </a:lnTo>
                  <a:lnTo>
                    <a:pt x="7807384" y="3906442"/>
                  </a:lnTo>
                  <a:lnTo>
                    <a:pt x="7812821" y="3906442"/>
                  </a:lnTo>
                  <a:lnTo>
                    <a:pt x="7812821" y="3906442"/>
                  </a:lnTo>
                  <a:lnTo>
                    <a:pt x="7834568" y="3906442"/>
                  </a:lnTo>
                  <a:lnTo>
                    <a:pt x="7834568" y="3906442"/>
                  </a:lnTo>
                  <a:lnTo>
                    <a:pt x="7845442" y="3906442"/>
                  </a:lnTo>
                  <a:lnTo>
                    <a:pt x="7845442" y="3908691"/>
                  </a:lnTo>
                  <a:lnTo>
                    <a:pt x="7850879" y="3908691"/>
                  </a:lnTo>
                  <a:lnTo>
                    <a:pt x="7850879" y="3910945"/>
                  </a:lnTo>
                  <a:lnTo>
                    <a:pt x="7856316" y="3910945"/>
                  </a:lnTo>
                  <a:lnTo>
                    <a:pt x="7856316" y="3913199"/>
                  </a:lnTo>
                  <a:lnTo>
                    <a:pt x="7861753" y="3913199"/>
                  </a:lnTo>
                  <a:lnTo>
                    <a:pt x="7861753" y="3917707"/>
                  </a:lnTo>
                  <a:lnTo>
                    <a:pt x="7867190" y="3917707"/>
                  </a:lnTo>
                  <a:lnTo>
                    <a:pt x="7867190" y="3919962"/>
                  </a:lnTo>
                  <a:lnTo>
                    <a:pt x="7872627" y="3919962"/>
                  </a:lnTo>
                  <a:lnTo>
                    <a:pt x="7872627" y="3919962"/>
                  </a:lnTo>
                  <a:lnTo>
                    <a:pt x="7878064" y="3919962"/>
                  </a:lnTo>
                  <a:lnTo>
                    <a:pt x="7878064" y="3919962"/>
                  </a:lnTo>
                  <a:lnTo>
                    <a:pt x="7888937" y="3919962"/>
                  </a:lnTo>
                  <a:lnTo>
                    <a:pt x="7888937" y="3922224"/>
                  </a:lnTo>
                  <a:lnTo>
                    <a:pt x="7894374" y="3922224"/>
                  </a:lnTo>
                  <a:lnTo>
                    <a:pt x="7894374" y="3922224"/>
                  </a:lnTo>
                  <a:lnTo>
                    <a:pt x="7916122" y="3922224"/>
                  </a:lnTo>
                  <a:lnTo>
                    <a:pt x="7916122" y="3922224"/>
                  </a:lnTo>
                  <a:lnTo>
                    <a:pt x="7921559" y="3922224"/>
                  </a:lnTo>
                  <a:lnTo>
                    <a:pt x="7921559" y="3924501"/>
                  </a:lnTo>
                  <a:lnTo>
                    <a:pt x="7926996" y="3924501"/>
                  </a:lnTo>
                  <a:lnTo>
                    <a:pt x="7926996" y="3924501"/>
                  </a:lnTo>
                  <a:lnTo>
                    <a:pt x="7932432" y="3924501"/>
                  </a:lnTo>
                  <a:lnTo>
                    <a:pt x="7932432" y="3924501"/>
                  </a:lnTo>
                  <a:lnTo>
                    <a:pt x="7937869" y="3924501"/>
                  </a:lnTo>
                  <a:lnTo>
                    <a:pt x="7937869" y="3926786"/>
                  </a:lnTo>
                  <a:lnTo>
                    <a:pt x="7948743" y="3926786"/>
                  </a:lnTo>
                  <a:lnTo>
                    <a:pt x="7948743" y="3929072"/>
                  </a:lnTo>
                  <a:lnTo>
                    <a:pt x="7954180" y="3929072"/>
                  </a:lnTo>
                  <a:lnTo>
                    <a:pt x="7954180" y="3933643"/>
                  </a:lnTo>
                  <a:lnTo>
                    <a:pt x="7965054" y="3933643"/>
                  </a:lnTo>
                  <a:lnTo>
                    <a:pt x="7965054" y="3935933"/>
                  </a:lnTo>
                  <a:lnTo>
                    <a:pt x="7970491" y="3935933"/>
                  </a:lnTo>
                  <a:lnTo>
                    <a:pt x="7970491" y="3935933"/>
                  </a:lnTo>
                  <a:lnTo>
                    <a:pt x="7981365" y="3935933"/>
                  </a:lnTo>
                  <a:lnTo>
                    <a:pt x="7981365" y="3935933"/>
                  </a:lnTo>
                  <a:lnTo>
                    <a:pt x="7992238" y="3935933"/>
                  </a:lnTo>
                  <a:lnTo>
                    <a:pt x="7992238" y="3935933"/>
                  </a:lnTo>
                  <a:lnTo>
                    <a:pt x="8003112" y="3935933"/>
                  </a:lnTo>
                  <a:lnTo>
                    <a:pt x="8003112" y="3938243"/>
                  </a:lnTo>
                  <a:lnTo>
                    <a:pt x="8024860" y="3938243"/>
                  </a:lnTo>
                  <a:lnTo>
                    <a:pt x="8024860" y="3938243"/>
                  </a:lnTo>
                  <a:lnTo>
                    <a:pt x="8035734" y="3938243"/>
                  </a:lnTo>
                  <a:lnTo>
                    <a:pt x="8035734" y="3938243"/>
                  </a:lnTo>
                  <a:lnTo>
                    <a:pt x="8041170" y="3938243"/>
                  </a:lnTo>
                  <a:lnTo>
                    <a:pt x="8041170" y="3938243"/>
                  </a:lnTo>
                  <a:lnTo>
                    <a:pt x="8052044" y="3938243"/>
                  </a:lnTo>
                  <a:lnTo>
                    <a:pt x="8052044" y="3938243"/>
                  </a:lnTo>
                  <a:lnTo>
                    <a:pt x="8057481" y="3938243"/>
                  </a:lnTo>
                  <a:lnTo>
                    <a:pt x="8057481" y="3940568"/>
                  </a:lnTo>
                  <a:lnTo>
                    <a:pt x="8073792" y="3940568"/>
                  </a:lnTo>
                  <a:lnTo>
                    <a:pt x="8073792" y="3942898"/>
                  </a:lnTo>
                  <a:lnTo>
                    <a:pt x="8084666" y="3942898"/>
                  </a:lnTo>
                  <a:lnTo>
                    <a:pt x="8084666" y="3942898"/>
                  </a:lnTo>
                  <a:lnTo>
                    <a:pt x="8111850" y="3942898"/>
                  </a:lnTo>
                  <a:lnTo>
                    <a:pt x="8111850" y="3942898"/>
                  </a:lnTo>
                  <a:lnTo>
                    <a:pt x="8122724" y="3942898"/>
                  </a:lnTo>
                  <a:lnTo>
                    <a:pt x="8122724" y="3942898"/>
                  </a:lnTo>
                  <a:lnTo>
                    <a:pt x="8133598" y="3942898"/>
                  </a:lnTo>
                  <a:lnTo>
                    <a:pt x="8133598" y="3942898"/>
                  </a:lnTo>
                  <a:lnTo>
                    <a:pt x="8139035" y="3942898"/>
                  </a:lnTo>
                  <a:lnTo>
                    <a:pt x="8139035" y="3945248"/>
                  </a:lnTo>
                  <a:lnTo>
                    <a:pt x="8144471" y="3945248"/>
                  </a:lnTo>
                  <a:lnTo>
                    <a:pt x="8144471" y="3945248"/>
                  </a:lnTo>
                  <a:lnTo>
                    <a:pt x="8160782" y="3945248"/>
                  </a:lnTo>
                  <a:lnTo>
                    <a:pt x="8160782" y="3947614"/>
                  </a:lnTo>
                  <a:lnTo>
                    <a:pt x="8171656" y="3947614"/>
                  </a:lnTo>
                  <a:lnTo>
                    <a:pt x="8171656" y="3949981"/>
                  </a:lnTo>
                  <a:lnTo>
                    <a:pt x="8182530" y="3949981"/>
                  </a:lnTo>
                  <a:lnTo>
                    <a:pt x="8182530" y="3949981"/>
                  </a:lnTo>
                  <a:lnTo>
                    <a:pt x="8187967" y="3949981"/>
                  </a:lnTo>
                  <a:lnTo>
                    <a:pt x="8187967" y="3949981"/>
                  </a:lnTo>
                  <a:lnTo>
                    <a:pt x="8193404" y="3949981"/>
                  </a:lnTo>
                  <a:lnTo>
                    <a:pt x="8193404" y="3949981"/>
                  </a:lnTo>
                  <a:lnTo>
                    <a:pt x="8204277" y="3949981"/>
                  </a:lnTo>
                  <a:lnTo>
                    <a:pt x="8204277" y="3949981"/>
                  </a:lnTo>
                  <a:lnTo>
                    <a:pt x="8215151" y="3949981"/>
                  </a:lnTo>
                  <a:lnTo>
                    <a:pt x="8215151" y="3949981"/>
                  </a:lnTo>
                  <a:lnTo>
                    <a:pt x="8220588" y="3949981"/>
                  </a:lnTo>
                  <a:lnTo>
                    <a:pt x="8220588" y="3949981"/>
                  </a:lnTo>
                  <a:lnTo>
                    <a:pt x="8231462" y="3949981"/>
                  </a:lnTo>
                  <a:lnTo>
                    <a:pt x="8231462" y="3949981"/>
                  </a:lnTo>
                  <a:lnTo>
                    <a:pt x="8242336" y="3949981"/>
                  </a:lnTo>
                  <a:lnTo>
                    <a:pt x="8242336" y="3949981"/>
                  </a:lnTo>
                  <a:lnTo>
                    <a:pt x="8264083" y="3949981"/>
                  </a:lnTo>
                  <a:lnTo>
                    <a:pt x="8264083" y="3952391"/>
                  </a:lnTo>
                  <a:lnTo>
                    <a:pt x="8269520" y="3952391"/>
                  </a:lnTo>
                  <a:lnTo>
                    <a:pt x="8269520" y="3952391"/>
                  </a:lnTo>
                  <a:lnTo>
                    <a:pt x="8280394" y="3952391"/>
                  </a:lnTo>
                  <a:lnTo>
                    <a:pt x="8280394" y="3954813"/>
                  </a:lnTo>
                  <a:lnTo>
                    <a:pt x="8291268" y="3954813"/>
                  </a:lnTo>
                  <a:lnTo>
                    <a:pt x="8291268" y="3957241"/>
                  </a:lnTo>
                  <a:lnTo>
                    <a:pt x="8296705" y="3957241"/>
                  </a:lnTo>
                  <a:lnTo>
                    <a:pt x="8296705" y="3959668"/>
                  </a:lnTo>
                  <a:lnTo>
                    <a:pt x="8307578" y="3959668"/>
                  </a:lnTo>
                  <a:lnTo>
                    <a:pt x="8307578" y="3959668"/>
                  </a:lnTo>
                  <a:lnTo>
                    <a:pt x="8313015" y="3959668"/>
                  </a:lnTo>
                  <a:lnTo>
                    <a:pt x="8313015" y="3962105"/>
                  </a:lnTo>
                  <a:lnTo>
                    <a:pt x="8323889" y="3962105"/>
                  </a:lnTo>
                  <a:lnTo>
                    <a:pt x="8323889" y="3964542"/>
                  </a:lnTo>
                  <a:lnTo>
                    <a:pt x="8334763" y="3964542"/>
                  </a:lnTo>
                  <a:lnTo>
                    <a:pt x="8334763" y="3966980"/>
                  </a:lnTo>
                  <a:lnTo>
                    <a:pt x="8351074" y="3966980"/>
                  </a:lnTo>
                  <a:lnTo>
                    <a:pt x="8351074" y="3966980"/>
                  </a:lnTo>
                  <a:lnTo>
                    <a:pt x="8361947" y="3966980"/>
                  </a:lnTo>
                  <a:lnTo>
                    <a:pt x="8361947" y="3969431"/>
                  </a:lnTo>
                  <a:lnTo>
                    <a:pt x="8378258" y="3969431"/>
                  </a:lnTo>
                  <a:lnTo>
                    <a:pt x="8378258" y="3969431"/>
                  </a:lnTo>
                  <a:lnTo>
                    <a:pt x="8405443" y="3969431"/>
                  </a:lnTo>
                  <a:lnTo>
                    <a:pt x="8405443" y="3969431"/>
                  </a:lnTo>
                  <a:lnTo>
                    <a:pt x="8410879" y="3969431"/>
                  </a:lnTo>
                  <a:lnTo>
                    <a:pt x="8410879" y="3971905"/>
                  </a:lnTo>
                  <a:lnTo>
                    <a:pt x="8432627" y="3971905"/>
                  </a:lnTo>
                  <a:lnTo>
                    <a:pt x="8432627" y="3974384"/>
                  </a:lnTo>
                  <a:lnTo>
                    <a:pt x="8448938" y="3974384"/>
                  </a:lnTo>
                  <a:lnTo>
                    <a:pt x="8448938" y="3974384"/>
                  </a:lnTo>
                  <a:lnTo>
                    <a:pt x="8454375" y="3974384"/>
                  </a:lnTo>
                  <a:lnTo>
                    <a:pt x="8454375" y="3974384"/>
                  </a:lnTo>
                  <a:lnTo>
                    <a:pt x="8481559" y="3974384"/>
                  </a:lnTo>
                  <a:lnTo>
                    <a:pt x="8481559" y="3974384"/>
                  </a:lnTo>
                  <a:lnTo>
                    <a:pt x="8486996" y="3974384"/>
                  </a:lnTo>
                  <a:lnTo>
                    <a:pt x="8486996" y="3976882"/>
                  </a:lnTo>
                  <a:lnTo>
                    <a:pt x="8492433" y="3976882"/>
                  </a:lnTo>
                  <a:lnTo>
                    <a:pt x="8492433" y="3976882"/>
                  </a:lnTo>
                  <a:lnTo>
                    <a:pt x="8514180" y="3976882"/>
                  </a:lnTo>
                  <a:lnTo>
                    <a:pt x="8514180" y="3976882"/>
                  </a:lnTo>
                  <a:lnTo>
                    <a:pt x="8525054" y="3976882"/>
                  </a:lnTo>
                  <a:lnTo>
                    <a:pt x="8525054" y="3976882"/>
                  </a:lnTo>
                  <a:lnTo>
                    <a:pt x="8530491" y="3976882"/>
                  </a:lnTo>
                  <a:lnTo>
                    <a:pt x="8530491" y="3976882"/>
                  </a:lnTo>
                  <a:lnTo>
                    <a:pt x="8535928" y="3976882"/>
                  </a:lnTo>
                  <a:lnTo>
                    <a:pt x="8535928" y="3979399"/>
                  </a:lnTo>
                  <a:lnTo>
                    <a:pt x="8541365" y="3979399"/>
                  </a:lnTo>
                  <a:lnTo>
                    <a:pt x="8541365" y="3981917"/>
                  </a:lnTo>
                  <a:lnTo>
                    <a:pt x="8546802" y="3981917"/>
                  </a:lnTo>
                  <a:lnTo>
                    <a:pt x="8546802" y="3984440"/>
                  </a:lnTo>
                  <a:lnTo>
                    <a:pt x="8584860" y="3984440"/>
                  </a:lnTo>
                  <a:lnTo>
                    <a:pt x="8584860" y="3986963"/>
                  </a:lnTo>
                  <a:lnTo>
                    <a:pt x="8601171" y="3986963"/>
                  </a:lnTo>
                  <a:lnTo>
                    <a:pt x="8601171" y="3986963"/>
                  </a:lnTo>
                  <a:lnTo>
                    <a:pt x="8622918" y="3986963"/>
                  </a:lnTo>
                  <a:lnTo>
                    <a:pt x="8622918" y="3989491"/>
                  </a:lnTo>
                  <a:lnTo>
                    <a:pt x="8633792" y="3989491"/>
                  </a:lnTo>
                  <a:lnTo>
                    <a:pt x="8633792" y="3989491"/>
                  </a:lnTo>
                  <a:lnTo>
                    <a:pt x="8639229" y="3989491"/>
                  </a:lnTo>
                  <a:lnTo>
                    <a:pt x="8639229" y="3989491"/>
                  </a:lnTo>
                  <a:lnTo>
                    <a:pt x="8650103" y="3989491"/>
                  </a:lnTo>
                  <a:lnTo>
                    <a:pt x="8650103" y="3994569"/>
                  </a:lnTo>
                  <a:lnTo>
                    <a:pt x="8666414" y="3994569"/>
                  </a:lnTo>
                  <a:lnTo>
                    <a:pt x="8666414" y="3997108"/>
                  </a:lnTo>
                  <a:lnTo>
                    <a:pt x="8709909" y="3997108"/>
                  </a:lnTo>
                  <a:lnTo>
                    <a:pt x="8709909" y="3997108"/>
                  </a:lnTo>
                  <a:lnTo>
                    <a:pt x="8715346" y="3997108"/>
                  </a:lnTo>
                  <a:lnTo>
                    <a:pt x="8715346" y="3997108"/>
                  </a:lnTo>
                  <a:lnTo>
                    <a:pt x="8726219" y="3997108"/>
                  </a:lnTo>
                  <a:lnTo>
                    <a:pt x="8726219" y="3997108"/>
                  </a:lnTo>
                  <a:lnTo>
                    <a:pt x="8731656" y="3997108"/>
                  </a:lnTo>
                  <a:lnTo>
                    <a:pt x="8731656" y="3999668"/>
                  </a:lnTo>
                  <a:lnTo>
                    <a:pt x="8737093" y="3999668"/>
                  </a:lnTo>
                  <a:lnTo>
                    <a:pt x="8737093" y="4002227"/>
                  </a:lnTo>
                  <a:lnTo>
                    <a:pt x="8758841" y="4002227"/>
                  </a:lnTo>
                  <a:lnTo>
                    <a:pt x="8758841" y="4004788"/>
                  </a:lnTo>
                  <a:lnTo>
                    <a:pt x="8764278" y="4004788"/>
                  </a:lnTo>
                  <a:lnTo>
                    <a:pt x="8764278" y="4007349"/>
                  </a:lnTo>
                  <a:lnTo>
                    <a:pt x="8791462" y="4007349"/>
                  </a:lnTo>
                  <a:lnTo>
                    <a:pt x="8791462" y="4007349"/>
                  </a:lnTo>
                  <a:lnTo>
                    <a:pt x="8796899" y="4007349"/>
                  </a:lnTo>
                  <a:lnTo>
                    <a:pt x="8796899" y="4007349"/>
                  </a:lnTo>
                  <a:lnTo>
                    <a:pt x="8802336" y="4007349"/>
                  </a:lnTo>
                  <a:lnTo>
                    <a:pt x="8802336" y="4007349"/>
                  </a:lnTo>
                  <a:lnTo>
                    <a:pt x="8813210" y="4007349"/>
                  </a:lnTo>
                  <a:lnTo>
                    <a:pt x="8813210" y="4009925"/>
                  </a:lnTo>
                  <a:lnTo>
                    <a:pt x="8824084" y="4009925"/>
                  </a:lnTo>
                  <a:lnTo>
                    <a:pt x="8824084" y="4012502"/>
                  </a:lnTo>
                  <a:lnTo>
                    <a:pt x="8845831" y="4012502"/>
                  </a:lnTo>
                  <a:lnTo>
                    <a:pt x="8845831" y="4015079"/>
                  </a:lnTo>
                  <a:lnTo>
                    <a:pt x="8856705" y="4015079"/>
                  </a:lnTo>
                  <a:lnTo>
                    <a:pt x="8856705" y="4015079"/>
                  </a:lnTo>
                  <a:lnTo>
                    <a:pt x="8867579" y="4015079"/>
                  </a:lnTo>
                  <a:lnTo>
                    <a:pt x="8867579" y="4015079"/>
                  </a:lnTo>
                  <a:lnTo>
                    <a:pt x="8883890" y="4015079"/>
                  </a:lnTo>
                  <a:lnTo>
                    <a:pt x="8883890" y="4017677"/>
                  </a:lnTo>
                  <a:lnTo>
                    <a:pt x="8905637" y="4017677"/>
                  </a:lnTo>
                  <a:lnTo>
                    <a:pt x="8905637" y="4017677"/>
                  </a:lnTo>
                  <a:lnTo>
                    <a:pt x="8921948" y="4017677"/>
                  </a:lnTo>
                  <a:lnTo>
                    <a:pt x="8921948" y="4022885"/>
                  </a:lnTo>
                  <a:lnTo>
                    <a:pt x="8938258" y="4022885"/>
                  </a:lnTo>
                  <a:lnTo>
                    <a:pt x="8938258" y="4025490"/>
                  </a:lnTo>
                  <a:lnTo>
                    <a:pt x="8943695" y="4025490"/>
                  </a:lnTo>
                  <a:lnTo>
                    <a:pt x="8943695" y="4025490"/>
                  </a:lnTo>
                  <a:lnTo>
                    <a:pt x="8965443" y="4025490"/>
                  </a:lnTo>
                  <a:lnTo>
                    <a:pt x="8965443" y="4028101"/>
                  </a:lnTo>
                  <a:lnTo>
                    <a:pt x="8981754" y="4028101"/>
                  </a:lnTo>
                  <a:lnTo>
                    <a:pt x="8981754" y="4028101"/>
                  </a:lnTo>
                  <a:lnTo>
                    <a:pt x="8992627" y="4028101"/>
                  </a:lnTo>
                  <a:lnTo>
                    <a:pt x="8992627" y="4028101"/>
                  </a:lnTo>
                  <a:lnTo>
                    <a:pt x="9008938" y="4028101"/>
                  </a:lnTo>
                  <a:lnTo>
                    <a:pt x="9008938" y="4028101"/>
                  </a:lnTo>
                  <a:lnTo>
                    <a:pt x="9014375" y="4028101"/>
                  </a:lnTo>
                  <a:lnTo>
                    <a:pt x="9014375" y="4030728"/>
                  </a:lnTo>
                  <a:lnTo>
                    <a:pt x="9030686" y="4030728"/>
                  </a:lnTo>
                  <a:lnTo>
                    <a:pt x="9030686" y="4030728"/>
                  </a:lnTo>
                  <a:lnTo>
                    <a:pt x="9052433" y="4030728"/>
                  </a:lnTo>
                  <a:lnTo>
                    <a:pt x="9052433" y="4030728"/>
                  </a:lnTo>
                  <a:lnTo>
                    <a:pt x="9063307" y="4030728"/>
                  </a:lnTo>
                  <a:lnTo>
                    <a:pt x="9063307" y="4033366"/>
                  </a:lnTo>
                  <a:lnTo>
                    <a:pt x="9095928" y="4033366"/>
                  </a:lnTo>
                  <a:lnTo>
                    <a:pt x="9095928" y="4033366"/>
                  </a:lnTo>
                  <a:lnTo>
                    <a:pt x="9101365" y="4033366"/>
                  </a:lnTo>
                  <a:lnTo>
                    <a:pt x="9101365" y="4033366"/>
                  </a:lnTo>
                  <a:lnTo>
                    <a:pt x="9106802" y="4033366"/>
                  </a:lnTo>
                  <a:lnTo>
                    <a:pt x="9106802" y="4033366"/>
                  </a:lnTo>
                  <a:lnTo>
                    <a:pt x="9117676" y="4033366"/>
                  </a:lnTo>
                  <a:lnTo>
                    <a:pt x="9117676" y="4036022"/>
                  </a:lnTo>
                  <a:lnTo>
                    <a:pt x="9133987" y="4036022"/>
                  </a:lnTo>
                  <a:lnTo>
                    <a:pt x="9133987" y="4036022"/>
                  </a:lnTo>
                  <a:lnTo>
                    <a:pt x="9139424" y="4036022"/>
                  </a:lnTo>
                  <a:lnTo>
                    <a:pt x="9139424" y="4036022"/>
                  </a:lnTo>
                  <a:lnTo>
                    <a:pt x="9172045" y="4036022"/>
                  </a:lnTo>
                  <a:lnTo>
                    <a:pt x="9172045" y="4036022"/>
                  </a:lnTo>
                  <a:lnTo>
                    <a:pt x="9210103" y="4036022"/>
                  </a:lnTo>
                  <a:lnTo>
                    <a:pt x="9210103" y="4038700"/>
                  </a:lnTo>
                  <a:lnTo>
                    <a:pt x="9215540" y="4038700"/>
                  </a:lnTo>
                  <a:lnTo>
                    <a:pt x="9215540" y="4038700"/>
                  </a:lnTo>
                  <a:lnTo>
                    <a:pt x="9226414" y="4038700"/>
                  </a:lnTo>
                  <a:lnTo>
                    <a:pt x="9226414" y="4038700"/>
                  </a:lnTo>
                  <a:lnTo>
                    <a:pt x="9237288" y="4038700"/>
                  </a:lnTo>
                  <a:lnTo>
                    <a:pt x="9237288" y="4038700"/>
                  </a:lnTo>
                  <a:lnTo>
                    <a:pt x="9242725" y="4038700"/>
                  </a:lnTo>
                  <a:lnTo>
                    <a:pt x="9242725" y="4041401"/>
                  </a:lnTo>
                  <a:lnTo>
                    <a:pt x="9313404" y="4041401"/>
                  </a:lnTo>
                  <a:lnTo>
                    <a:pt x="9313404" y="4041401"/>
                  </a:lnTo>
                  <a:lnTo>
                    <a:pt x="9318841" y="4041401"/>
                  </a:lnTo>
                  <a:lnTo>
                    <a:pt x="9318841" y="4041401"/>
                  </a:lnTo>
                  <a:lnTo>
                    <a:pt x="9329715" y="4041401"/>
                  </a:lnTo>
                  <a:lnTo>
                    <a:pt x="9329715" y="4044127"/>
                  </a:lnTo>
                  <a:lnTo>
                    <a:pt x="9335152" y="4044127"/>
                  </a:lnTo>
                  <a:lnTo>
                    <a:pt x="9335152" y="4044127"/>
                  </a:lnTo>
                  <a:lnTo>
                    <a:pt x="9367773" y="4044127"/>
                  </a:lnTo>
                  <a:lnTo>
                    <a:pt x="9367773" y="4044127"/>
                  </a:lnTo>
                  <a:lnTo>
                    <a:pt x="9378647" y="4044127"/>
                  </a:lnTo>
                  <a:lnTo>
                    <a:pt x="9378647" y="4046864"/>
                  </a:lnTo>
                  <a:lnTo>
                    <a:pt x="9405832" y="4046864"/>
                  </a:lnTo>
                  <a:lnTo>
                    <a:pt x="9405832" y="4049602"/>
                  </a:lnTo>
                  <a:lnTo>
                    <a:pt x="9427579" y="4049602"/>
                  </a:lnTo>
                  <a:lnTo>
                    <a:pt x="9427579" y="4049602"/>
                  </a:lnTo>
                  <a:lnTo>
                    <a:pt x="9438453" y="4049602"/>
                  </a:lnTo>
                  <a:lnTo>
                    <a:pt x="9438453" y="4049602"/>
                  </a:lnTo>
                  <a:lnTo>
                    <a:pt x="9443890" y="4049602"/>
                  </a:lnTo>
                  <a:lnTo>
                    <a:pt x="9443890" y="4049602"/>
                  </a:lnTo>
                  <a:lnTo>
                    <a:pt x="9465638" y="4049602"/>
                  </a:lnTo>
                  <a:lnTo>
                    <a:pt x="9465638" y="4055140"/>
                  </a:lnTo>
                  <a:lnTo>
                    <a:pt x="9476511" y="4055140"/>
                  </a:lnTo>
                  <a:lnTo>
                    <a:pt x="9476511" y="4055140"/>
                  </a:lnTo>
                  <a:lnTo>
                    <a:pt x="9498259" y="4055140"/>
                  </a:lnTo>
                  <a:lnTo>
                    <a:pt x="9498259" y="4055140"/>
                  </a:lnTo>
                  <a:lnTo>
                    <a:pt x="9503696" y="4055140"/>
                  </a:lnTo>
                  <a:lnTo>
                    <a:pt x="9503696" y="4055140"/>
                  </a:lnTo>
                  <a:lnTo>
                    <a:pt x="9520006" y="4055140"/>
                  </a:lnTo>
                  <a:lnTo>
                    <a:pt x="9520006" y="4060743"/>
                  </a:lnTo>
                  <a:lnTo>
                    <a:pt x="9530880" y="4060743"/>
                  </a:lnTo>
                  <a:lnTo>
                    <a:pt x="9530880" y="4060743"/>
                  </a:lnTo>
                  <a:lnTo>
                    <a:pt x="9558065" y="4060743"/>
                  </a:lnTo>
                  <a:lnTo>
                    <a:pt x="9558065" y="4063557"/>
                  </a:lnTo>
                  <a:lnTo>
                    <a:pt x="9563502" y="4063557"/>
                  </a:lnTo>
                  <a:lnTo>
                    <a:pt x="9563502" y="4066379"/>
                  </a:lnTo>
                  <a:lnTo>
                    <a:pt x="9568939" y="4066379"/>
                  </a:lnTo>
                  <a:lnTo>
                    <a:pt x="9568939" y="4066379"/>
                  </a:lnTo>
                  <a:lnTo>
                    <a:pt x="9574375" y="4066379"/>
                  </a:lnTo>
                  <a:lnTo>
                    <a:pt x="9574375" y="4069214"/>
                  </a:lnTo>
                  <a:lnTo>
                    <a:pt x="9585249" y="4069214"/>
                  </a:lnTo>
                  <a:lnTo>
                    <a:pt x="9585249" y="4072049"/>
                  </a:lnTo>
                  <a:lnTo>
                    <a:pt x="9590686" y="4072049"/>
                  </a:lnTo>
                  <a:lnTo>
                    <a:pt x="9590686" y="4072049"/>
                  </a:lnTo>
                  <a:lnTo>
                    <a:pt x="9601560" y="4072049"/>
                  </a:lnTo>
                  <a:lnTo>
                    <a:pt x="9601560" y="4072049"/>
                  </a:lnTo>
                  <a:lnTo>
                    <a:pt x="9623308" y="4072049"/>
                  </a:lnTo>
                  <a:lnTo>
                    <a:pt x="9623308" y="4072049"/>
                  </a:lnTo>
                  <a:lnTo>
                    <a:pt x="9628744" y="4072049"/>
                  </a:lnTo>
                  <a:lnTo>
                    <a:pt x="9628744" y="4072049"/>
                  </a:lnTo>
                  <a:lnTo>
                    <a:pt x="9645055" y="4072049"/>
                  </a:lnTo>
                  <a:lnTo>
                    <a:pt x="9645055" y="4074925"/>
                  </a:lnTo>
                  <a:lnTo>
                    <a:pt x="9655929" y="4074925"/>
                  </a:lnTo>
                  <a:lnTo>
                    <a:pt x="9655929" y="4080692"/>
                  </a:lnTo>
                  <a:lnTo>
                    <a:pt x="9666803" y="4080692"/>
                  </a:lnTo>
                  <a:lnTo>
                    <a:pt x="9666803" y="4080692"/>
                  </a:lnTo>
                  <a:lnTo>
                    <a:pt x="9677676" y="4080692"/>
                  </a:lnTo>
                  <a:lnTo>
                    <a:pt x="9677676" y="4083584"/>
                  </a:lnTo>
                  <a:lnTo>
                    <a:pt x="9688550" y="4083584"/>
                  </a:lnTo>
                  <a:lnTo>
                    <a:pt x="9688550" y="4083584"/>
                  </a:lnTo>
                  <a:lnTo>
                    <a:pt x="9704861" y="4083584"/>
                  </a:lnTo>
                  <a:lnTo>
                    <a:pt x="9704861" y="4083584"/>
                  </a:lnTo>
                  <a:lnTo>
                    <a:pt x="9710298" y="4083584"/>
                  </a:lnTo>
                  <a:lnTo>
                    <a:pt x="9710298" y="4086489"/>
                  </a:lnTo>
                  <a:lnTo>
                    <a:pt x="9715735" y="4086489"/>
                  </a:lnTo>
                  <a:lnTo>
                    <a:pt x="9715735" y="4086489"/>
                  </a:lnTo>
                  <a:lnTo>
                    <a:pt x="9726609" y="4086489"/>
                  </a:lnTo>
                  <a:lnTo>
                    <a:pt x="9726609" y="4086489"/>
                  </a:lnTo>
                  <a:lnTo>
                    <a:pt x="9737482" y="4086489"/>
                  </a:lnTo>
                  <a:lnTo>
                    <a:pt x="9737482" y="4086489"/>
                  </a:lnTo>
                  <a:lnTo>
                    <a:pt x="9753793" y="4086489"/>
                  </a:lnTo>
                  <a:lnTo>
                    <a:pt x="9753793" y="4089417"/>
                  </a:lnTo>
                  <a:lnTo>
                    <a:pt x="9780978" y="4089417"/>
                  </a:lnTo>
                  <a:lnTo>
                    <a:pt x="9780978" y="4089417"/>
                  </a:lnTo>
                  <a:lnTo>
                    <a:pt x="9791851" y="4089417"/>
                  </a:lnTo>
                  <a:lnTo>
                    <a:pt x="9791851" y="4089417"/>
                  </a:lnTo>
                  <a:lnTo>
                    <a:pt x="9797288" y="4089417"/>
                  </a:lnTo>
                  <a:lnTo>
                    <a:pt x="9797288" y="4089417"/>
                  </a:lnTo>
                  <a:lnTo>
                    <a:pt x="9808162" y="4089417"/>
                  </a:lnTo>
                  <a:lnTo>
                    <a:pt x="9808162" y="4089417"/>
                  </a:lnTo>
                  <a:lnTo>
                    <a:pt x="9813599" y="4089417"/>
                  </a:lnTo>
                  <a:lnTo>
                    <a:pt x="9813599" y="4092373"/>
                  </a:lnTo>
                  <a:lnTo>
                    <a:pt x="9819036" y="4092373"/>
                  </a:lnTo>
                  <a:lnTo>
                    <a:pt x="9819036" y="4095330"/>
                  </a:lnTo>
                  <a:lnTo>
                    <a:pt x="9824473" y="4095330"/>
                  </a:lnTo>
                  <a:lnTo>
                    <a:pt x="9824473" y="4095330"/>
                  </a:lnTo>
                  <a:lnTo>
                    <a:pt x="9840783" y="4095330"/>
                  </a:lnTo>
                  <a:lnTo>
                    <a:pt x="9840783" y="4095330"/>
                  </a:lnTo>
                  <a:lnTo>
                    <a:pt x="9873405" y="4095330"/>
                  </a:lnTo>
                  <a:lnTo>
                    <a:pt x="9873405" y="4098309"/>
                  </a:lnTo>
                  <a:lnTo>
                    <a:pt x="9884279" y="4098309"/>
                  </a:lnTo>
                  <a:lnTo>
                    <a:pt x="9884279" y="4098309"/>
                  </a:lnTo>
                  <a:lnTo>
                    <a:pt x="9889715" y="4098309"/>
                  </a:lnTo>
                  <a:lnTo>
                    <a:pt x="9889715" y="4098309"/>
                  </a:lnTo>
                  <a:lnTo>
                    <a:pt x="9895152" y="4098309"/>
                  </a:lnTo>
                  <a:lnTo>
                    <a:pt x="9895152" y="4098309"/>
                  </a:lnTo>
                  <a:lnTo>
                    <a:pt x="9911463" y="4098309"/>
                  </a:lnTo>
                  <a:lnTo>
                    <a:pt x="9911463" y="40983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11026" y="793126"/>
              <a:ext cx="9911463" cy="4246134"/>
            </a:xfrm>
            <a:custGeom>
              <a:avLst/>
              <a:pathLst>
                <a:path w="9911463" h="4246134">
                  <a:moveTo>
                    <a:pt x="9911463" y="4246134"/>
                  </a:moveTo>
                  <a:lnTo>
                    <a:pt x="9911463" y="4246134"/>
                  </a:lnTo>
                  <a:lnTo>
                    <a:pt x="9895152" y="4246134"/>
                  </a:lnTo>
                  <a:lnTo>
                    <a:pt x="9895152" y="4246134"/>
                  </a:lnTo>
                  <a:lnTo>
                    <a:pt x="9889715" y="4246134"/>
                  </a:lnTo>
                  <a:lnTo>
                    <a:pt x="9889715" y="4246134"/>
                  </a:lnTo>
                  <a:lnTo>
                    <a:pt x="9884279" y="4246134"/>
                  </a:lnTo>
                  <a:lnTo>
                    <a:pt x="9884279" y="4246134"/>
                  </a:lnTo>
                  <a:lnTo>
                    <a:pt x="9873405" y="4246134"/>
                  </a:lnTo>
                  <a:lnTo>
                    <a:pt x="9873405" y="4243095"/>
                  </a:lnTo>
                  <a:lnTo>
                    <a:pt x="9840783" y="4243095"/>
                  </a:lnTo>
                  <a:lnTo>
                    <a:pt x="9840783" y="4243095"/>
                  </a:lnTo>
                  <a:lnTo>
                    <a:pt x="9824473" y="4243095"/>
                  </a:lnTo>
                  <a:lnTo>
                    <a:pt x="9824473" y="4243095"/>
                  </a:lnTo>
                  <a:lnTo>
                    <a:pt x="9819036" y="4243095"/>
                  </a:lnTo>
                  <a:lnTo>
                    <a:pt x="9819036" y="4240081"/>
                  </a:lnTo>
                  <a:lnTo>
                    <a:pt x="9813599" y="4240081"/>
                  </a:lnTo>
                  <a:lnTo>
                    <a:pt x="9813599" y="4237067"/>
                  </a:lnTo>
                  <a:lnTo>
                    <a:pt x="9808162" y="4237067"/>
                  </a:lnTo>
                  <a:lnTo>
                    <a:pt x="9808162" y="4237067"/>
                  </a:lnTo>
                  <a:lnTo>
                    <a:pt x="9797288" y="4237067"/>
                  </a:lnTo>
                  <a:lnTo>
                    <a:pt x="9797288" y="4237067"/>
                  </a:lnTo>
                  <a:lnTo>
                    <a:pt x="9791851" y="4237067"/>
                  </a:lnTo>
                  <a:lnTo>
                    <a:pt x="9791851" y="4237067"/>
                  </a:lnTo>
                  <a:lnTo>
                    <a:pt x="9780978" y="4237067"/>
                  </a:lnTo>
                  <a:lnTo>
                    <a:pt x="9780978" y="4237067"/>
                  </a:lnTo>
                  <a:lnTo>
                    <a:pt x="9753793" y="4237067"/>
                  </a:lnTo>
                  <a:lnTo>
                    <a:pt x="9753793" y="4234086"/>
                  </a:lnTo>
                  <a:lnTo>
                    <a:pt x="9737482" y="4234086"/>
                  </a:lnTo>
                  <a:lnTo>
                    <a:pt x="9737482" y="4234086"/>
                  </a:lnTo>
                  <a:lnTo>
                    <a:pt x="9726609" y="4234086"/>
                  </a:lnTo>
                  <a:lnTo>
                    <a:pt x="9726609" y="4234086"/>
                  </a:lnTo>
                  <a:lnTo>
                    <a:pt x="9715735" y="4234086"/>
                  </a:lnTo>
                  <a:lnTo>
                    <a:pt x="9715735" y="4234086"/>
                  </a:lnTo>
                  <a:lnTo>
                    <a:pt x="9710298" y="4234086"/>
                  </a:lnTo>
                  <a:lnTo>
                    <a:pt x="9710298" y="4231129"/>
                  </a:lnTo>
                  <a:lnTo>
                    <a:pt x="9704861" y="4231129"/>
                  </a:lnTo>
                  <a:lnTo>
                    <a:pt x="9704861" y="4231129"/>
                  </a:lnTo>
                  <a:lnTo>
                    <a:pt x="9688550" y="4231129"/>
                  </a:lnTo>
                  <a:lnTo>
                    <a:pt x="9688550" y="4231129"/>
                  </a:lnTo>
                  <a:lnTo>
                    <a:pt x="9677676" y="4231129"/>
                  </a:lnTo>
                  <a:lnTo>
                    <a:pt x="9677676" y="4228187"/>
                  </a:lnTo>
                  <a:lnTo>
                    <a:pt x="9666803" y="4228187"/>
                  </a:lnTo>
                  <a:lnTo>
                    <a:pt x="9666803" y="4228187"/>
                  </a:lnTo>
                  <a:lnTo>
                    <a:pt x="9655929" y="4228187"/>
                  </a:lnTo>
                  <a:lnTo>
                    <a:pt x="9655929" y="4222319"/>
                  </a:lnTo>
                  <a:lnTo>
                    <a:pt x="9645055" y="4222319"/>
                  </a:lnTo>
                  <a:lnTo>
                    <a:pt x="9645055" y="4219391"/>
                  </a:lnTo>
                  <a:lnTo>
                    <a:pt x="9628744" y="4219391"/>
                  </a:lnTo>
                  <a:lnTo>
                    <a:pt x="9628744" y="4219391"/>
                  </a:lnTo>
                  <a:lnTo>
                    <a:pt x="9623308" y="4219391"/>
                  </a:lnTo>
                  <a:lnTo>
                    <a:pt x="9623308" y="4219391"/>
                  </a:lnTo>
                  <a:lnTo>
                    <a:pt x="9601560" y="4219391"/>
                  </a:lnTo>
                  <a:lnTo>
                    <a:pt x="9601560" y="4219391"/>
                  </a:lnTo>
                  <a:lnTo>
                    <a:pt x="9590686" y="4219391"/>
                  </a:lnTo>
                  <a:lnTo>
                    <a:pt x="9590686" y="4219391"/>
                  </a:lnTo>
                  <a:lnTo>
                    <a:pt x="9585249" y="4219391"/>
                  </a:lnTo>
                  <a:lnTo>
                    <a:pt x="9585249" y="4216510"/>
                  </a:lnTo>
                  <a:lnTo>
                    <a:pt x="9574375" y="4216510"/>
                  </a:lnTo>
                  <a:lnTo>
                    <a:pt x="9574375" y="4213628"/>
                  </a:lnTo>
                  <a:lnTo>
                    <a:pt x="9568939" y="4213628"/>
                  </a:lnTo>
                  <a:lnTo>
                    <a:pt x="9568939" y="4213628"/>
                  </a:lnTo>
                  <a:lnTo>
                    <a:pt x="9563502" y="4213628"/>
                  </a:lnTo>
                  <a:lnTo>
                    <a:pt x="9563502" y="4210761"/>
                  </a:lnTo>
                  <a:lnTo>
                    <a:pt x="9558065" y="4210761"/>
                  </a:lnTo>
                  <a:lnTo>
                    <a:pt x="9558065" y="4207901"/>
                  </a:lnTo>
                  <a:lnTo>
                    <a:pt x="9530880" y="4207901"/>
                  </a:lnTo>
                  <a:lnTo>
                    <a:pt x="9530880" y="4207901"/>
                  </a:lnTo>
                  <a:lnTo>
                    <a:pt x="9520006" y="4207901"/>
                  </a:lnTo>
                  <a:lnTo>
                    <a:pt x="9520006" y="4202209"/>
                  </a:lnTo>
                  <a:lnTo>
                    <a:pt x="9503696" y="4202209"/>
                  </a:lnTo>
                  <a:lnTo>
                    <a:pt x="9503696" y="4202209"/>
                  </a:lnTo>
                  <a:lnTo>
                    <a:pt x="9498259" y="4202209"/>
                  </a:lnTo>
                  <a:lnTo>
                    <a:pt x="9498259" y="4202209"/>
                  </a:lnTo>
                  <a:lnTo>
                    <a:pt x="9476511" y="4202209"/>
                  </a:lnTo>
                  <a:lnTo>
                    <a:pt x="9476511" y="4202209"/>
                  </a:lnTo>
                  <a:lnTo>
                    <a:pt x="9465638" y="4202209"/>
                  </a:lnTo>
                  <a:lnTo>
                    <a:pt x="9465638" y="4196587"/>
                  </a:lnTo>
                  <a:lnTo>
                    <a:pt x="9443890" y="4196587"/>
                  </a:lnTo>
                  <a:lnTo>
                    <a:pt x="9443890" y="4196587"/>
                  </a:lnTo>
                  <a:lnTo>
                    <a:pt x="9438453" y="4196587"/>
                  </a:lnTo>
                  <a:lnTo>
                    <a:pt x="9438453" y="4196587"/>
                  </a:lnTo>
                  <a:lnTo>
                    <a:pt x="9427579" y="4196587"/>
                  </a:lnTo>
                  <a:lnTo>
                    <a:pt x="9427579" y="4196587"/>
                  </a:lnTo>
                  <a:lnTo>
                    <a:pt x="9405832" y="4196587"/>
                  </a:lnTo>
                  <a:lnTo>
                    <a:pt x="9405832" y="4193811"/>
                  </a:lnTo>
                  <a:lnTo>
                    <a:pt x="9378647" y="4193811"/>
                  </a:lnTo>
                  <a:lnTo>
                    <a:pt x="9378647" y="4191034"/>
                  </a:lnTo>
                  <a:lnTo>
                    <a:pt x="9367773" y="4191034"/>
                  </a:lnTo>
                  <a:lnTo>
                    <a:pt x="9367773" y="4191034"/>
                  </a:lnTo>
                  <a:lnTo>
                    <a:pt x="9335152" y="4191034"/>
                  </a:lnTo>
                  <a:lnTo>
                    <a:pt x="9335152" y="4191034"/>
                  </a:lnTo>
                  <a:lnTo>
                    <a:pt x="9329715" y="4191034"/>
                  </a:lnTo>
                  <a:lnTo>
                    <a:pt x="9329715" y="4188271"/>
                  </a:lnTo>
                  <a:lnTo>
                    <a:pt x="9318841" y="4188271"/>
                  </a:lnTo>
                  <a:lnTo>
                    <a:pt x="9318841" y="4188271"/>
                  </a:lnTo>
                  <a:lnTo>
                    <a:pt x="9313404" y="4188271"/>
                  </a:lnTo>
                  <a:lnTo>
                    <a:pt x="9313404" y="4188271"/>
                  </a:lnTo>
                  <a:lnTo>
                    <a:pt x="9242725" y="4188271"/>
                  </a:lnTo>
                  <a:lnTo>
                    <a:pt x="9242725" y="4185534"/>
                  </a:lnTo>
                  <a:lnTo>
                    <a:pt x="9237288" y="4185534"/>
                  </a:lnTo>
                  <a:lnTo>
                    <a:pt x="9237288" y="4185534"/>
                  </a:lnTo>
                  <a:lnTo>
                    <a:pt x="9226414" y="4185534"/>
                  </a:lnTo>
                  <a:lnTo>
                    <a:pt x="9226414" y="4185534"/>
                  </a:lnTo>
                  <a:lnTo>
                    <a:pt x="9215540" y="4185534"/>
                  </a:lnTo>
                  <a:lnTo>
                    <a:pt x="9215540" y="4185534"/>
                  </a:lnTo>
                  <a:lnTo>
                    <a:pt x="9210103" y="4185534"/>
                  </a:lnTo>
                  <a:lnTo>
                    <a:pt x="9210103" y="4182823"/>
                  </a:lnTo>
                  <a:lnTo>
                    <a:pt x="9172045" y="4182823"/>
                  </a:lnTo>
                  <a:lnTo>
                    <a:pt x="9172045" y="4182823"/>
                  </a:lnTo>
                  <a:lnTo>
                    <a:pt x="9139424" y="4182823"/>
                  </a:lnTo>
                  <a:lnTo>
                    <a:pt x="9139424" y="4182823"/>
                  </a:lnTo>
                  <a:lnTo>
                    <a:pt x="9133987" y="4182823"/>
                  </a:lnTo>
                  <a:lnTo>
                    <a:pt x="9133987" y="4182823"/>
                  </a:lnTo>
                  <a:lnTo>
                    <a:pt x="9117676" y="4182823"/>
                  </a:lnTo>
                  <a:lnTo>
                    <a:pt x="9117676" y="4180138"/>
                  </a:lnTo>
                  <a:lnTo>
                    <a:pt x="9106802" y="4180138"/>
                  </a:lnTo>
                  <a:lnTo>
                    <a:pt x="9106802" y="4180138"/>
                  </a:lnTo>
                  <a:lnTo>
                    <a:pt x="9101365" y="4180138"/>
                  </a:lnTo>
                  <a:lnTo>
                    <a:pt x="9101365" y="4180138"/>
                  </a:lnTo>
                  <a:lnTo>
                    <a:pt x="9095928" y="4180138"/>
                  </a:lnTo>
                  <a:lnTo>
                    <a:pt x="9095928" y="4180138"/>
                  </a:lnTo>
                  <a:lnTo>
                    <a:pt x="9063307" y="4180138"/>
                  </a:lnTo>
                  <a:lnTo>
                    <a:pt x="9063307" y="4177472"/>
                  </a:lnTo>
                  <a:lnTo>
                    <a:pt x="9052433" y="4177472"/>
                  </a:lnTo>
                  <a:lnTo>
                    <a:pt x="9052433" y="4177472"/>
                  </a:lnTo>
                  <a:lnTo>
                    <a:pt x="9030686" y="4177472"/>
                  </a:lnTo>
                  <a:lnTo>
                    <a:pt x="9030686" y="4177472"/>
                  </a:lnTo>
                  <a:lnTo>
                    <a:pt x="9014375" y="4177472"/>
                  </a:lnTo>
                  <a:lnTo>
                    <a:pt x="9014375" y="4174818"/>
                  </a:lnTo>
                  <a:lnTo>
                    <a:pt x="9008938" y="4174818"/>
                  </a:lnTo>
                  <a:lnTo>
                    <a:pt x="9008938" y="4174818"/>
                  </a:lnTo>
                  <a:lnTo>
                    <a:pt x="8992627" y="4174818"/>
                  </a:lnTo>
                  <a:lnTo>
                    <a:pt x="8992627" y="4174818"/>
                  </a:lnTo>
                  <a:lnTo>
                    <a:pt x="8981754" y="4174818"/>
                  </a:lnTo>
                  <a:lnTo>
                    <a:pt x="8981754" y="4174818"/>
                  </a:lnTo>
                  <a:lnTo>
                    <a:pt x="8965443" y="4174818"/>
                  </a:lnTo>
                  <a:lnTo>
                    <a:pt x="8965443" y="4172182"/>
                  </a:lnTo>
                  <a:lnTo>
                    <a:pt x="8943695" y="4172182"/>
                  </a:lnTo>
                  <a:lnTo>
                    <a:pt x="8943695" y="4172182"/>
                  </a:lnTo>
                  <a:lnTo>
                    <a:pt x="8938258" y="4172182"/>
                  </a:lnTo>
                  <a:lnTo>
                    <a:pt x="8938258" y="4169552"/>
                  </a:lnTo>
                  <a:lnTo>
                    <a:pt x="8921948" y="4169552"/>
                  </a:lnTo>
                  <a:lnTo>
                    <a:pt x="8921948" y="4164291"/>
                  </a:lnTo>
                  <a:lnTo>
                    <a:pt x="8905637" y="4164291"/>
                  </a:lnTo>
                  <a:lnTo>
                    <a:pt x="8905637" y="4164291"/>
                  </a:lnTo>
                  <a:lnTo>
                    <a:pt x="8883890" y="4164291"/>
                  </a:lnTo>
                  <a:lnTo>
                    <a:pt x="8883890" y="4161665"/>
                  </a:lnTo>
                  <a:lnTo>
                    <a:pt x="8867579" y="4161665"/>
                  </a:lnTo>
                  <a:lnTo>
                    <a:pt x="8867579" y="4161665"/>
                  </a:lnTo>
                  <a:lnTo>
                    <a:pt x="8856705" y="4161665"/>
                  </a:lnTo>
                  <a:lnTo>
                    <a:pt x="8856705" y="4161665"/>
                  </a:lnTo>
                  <a:lnTo>
                    <a:pt x="8845831" y="4161665"/>
                  </a:lnTo>
                  <a:lnTo>
                    <a:pt x="8845831" y="4159064"/>
                  </a:lnTo>
                  <a:lnTo>
                    <a:pt x="8824084" y="4159064"/>
                  </a:lnTo>
                  <a:lnTo>
                    <a:pt x="8824084" y="4156461"/>
                  </a:lnTo>
                  <a:lnTo>
                    <a:pt x="8813210" y="4156461"/>
                  </a:lnTo>
                  <a:lnTo>
                    <a:pt x="8813210" y="4153859"/>
                  </a:lnTo>
                  <a:lnTo>
                    <a:pt x="8802336" y="4153859"/>
                  </a:lnTo>
                  <a:lnTo>
                    <a:pt x="8802336" y="4153859"/>
                  </a:lnTo>
                  <a:lnTo>
                    <a:pt x="8796899" y="4153859"/>
                  </a:lnTo>
                  <a:lnTo>
                    <a:pt x="8796899" y="4153859"/>
                  </a:lnTo>
                  <a:lnTo>
                    <a:pt x="8791462" y="4153859"/>
                  </a:lnTo>
                  <a:lnTo>
                    <a:pt x="8791462" y="4153859"/>
                  </a:lnTo>
                  <a:lnTo>
                    <a:pt x="8764278" y="4153859"/>
                  </a:lnTo>
                  <a:lnTo>
                    <a:pt x="8764278" y="4151274"/>
                  </a:lnTo>
                  <a:lnTo>
                    <a:pt x="8758841" y="4151274"/>
                  </a:lnTo>
                  <a:lnTo>
                    <a:pt x="8758841" y="4148688"/>
                  </a:lnTo>
                  <a:lnTo>
                    <a:pt x="8737093" y="4148688"/>
                  </a:lnTo>
                  <a:lnTo>
                    <a:pt x="8737093" y="4146102"/>
                  </a:lnTo>
                  <a:lnTo>
                    <a:pt x="8731656" y="4146102"/>
                  </a:lnTo>
                  <a:lnTo>
                    <a:pt x="8731656" y="4143515"/>
                  </a:lnTo>
                  <a:lnTo>
                    <a:pt x="8726219" y="4143515"/>
                  </a:lnTo>
                  <a:lnTo>
                    <a:pt x="8726219" y="4143515"/>
                  </a:lnTo>
                  <a:lnTo>
                    <a:pt x="8715346" y="4143515"/>
                  </a:lnTo>
                  <a:lnTo>
                    <a:pt x="8715346" y="4143515"/>
                  </a:lnTo>
                  <a:lnTo>
                    <a:pt x="8709909" y="4143515"/>
                  </a:lnTo>
                  <a:lnTo>
                    <a:pt x="8709909" y="4143515"/>
                  </a:lnTo>
                  <a:lnTo>
                    <a:pt x="8666414" y="4143515"/>
                  </a:lnTo>
                  <a:lnTo>
                    <a:pt x="8666414" y="4140951"/>
                  </a:lnTo>
                  <a:lnTo>
                    <a:pt x="8650103" y="4140951"/>
                  </a:lnTo>
                  <a:lnTo>
                    <a:pt x="8650103" y="4135822"/>
                  </a:lnTo>
                  <a:lnTo>
                    <a:pt x="8639229" y="4135822"/>
                  </a:lnTo>
                  <a:lnTo>
                    <a:pt x="8639229" y="4135822"/>
                  </a:lnTo>
                  <a:lnTo>
                    <a:pt x="8633792" y="4135822"/>
                  </a:lnTo>
                  <a:lnTo>
                    <a:pt x="8633792" y="4135822"/>
                  </a:lnTo>
                  <a:lnTo>
                    <a:pt x="8622918" y="4135822"/>
                  </a:lnTo>
                  <a:lnTo>
                    <a:pt x="8622918" y="4133269"/>
                  </a:lnTo>
                  <a:lnTo>
                    <a:pt x="8601171" y="4133269"/>
                  </a:lnTo>
                  <a:lnTo>
                    <a:pt x="8601171" y="4133269"/>
                  </a:lnTo>
                  <a:lnTo>
                    <a:pt x="8584860" y="4133269"/>
                  </a:lnTo>
                  <a:lnTo>
                    <a:pt x="8584860" y="4130720"/>
                  </a:lnTo>
                  <a:lnTo>
                    <a:pt x="8546802" y="4130720"/>
                  </a:lnTo>
                  <a:lnTo>
                    <a:pt x="8546802" y="4128171"/>
                  </a:lnTo>
                  <a:lnTo>
                    <a:pt x="8541365" y="4128171"/>
                  </a:lnTo>
                  <a:lnTo>
                    <a:pt x="8541365" y="4125627"/>
                  </a:lnTo>
                  <a:lnTo>
                    <a:pt x="8535928" y="4125627"/>
                  </a:lnTo>
                  <a:lnTo>
                    <a:pt x="8535928" y="4123083"/>
                  </a:lnTo>
                  <a:lnTo>
                    <a:pt x="8530491" y="4123083"/>
                  </a:lnTo>
                  <a:lnTo>
                    <a:pt x="8530491" y="4123083"/>
                  </a:lnTo>
                  <a:lnTo>
                    <a:pt x="8525054" y="4123083"/>
                  </a:lnTo>
                  <a:lnTo>
                    <a:pt x="8525054" y="4123083"/>
                  </a:lnTo>
                  <a:lnTo>
                    <a:pt x="8514180" y="4123083"/>
                  </a:lnTo>
                  <a:lnTo>
                    <a:pt x="8514180" y="4123083"/>
                  </a:lnTo>
                  <a:lnTo>
                    <a:pt x="8492433" y="4123083"/>
                  </a:lnTo>
                  <a:lnTo>
                    <a:pt x="8492433" y="4123083"/>
                  </a:lnTo>
                  <a:lnTo>
                    <a:pt x="8486996" y="4123083"/>
                  </a:lnTo>
                  <a:lnTo>
                    <a:pt x="8486996" y="4120560"/>
                  </a:lnTo>
                  <a:lnTo>
                    <a:pt x="8481559" y="4120560"/>
                  </a:lnTo>
                  <a:lnTo>
                    <a:pt x="8481559" y="4120560"/>
                  </a:lnTo>
                  <a:lnTo>
                    <a:pt x="8454375" y="4120560"/>
                  </a:lnTo>
                  <a:lnTo>
                    <a:pt x="8454375" y="4120560"/>
                  </a:lnTo>
                  <a:lnTo>
                    <a:pt x="8448938" y="4120560"/>
                  </a:lnTo>
                  <a:lnTo>
                    <a:pt x="8448938" y="4120560"/>
                  </a:lnTo>
                  <a:lnTo>
                    <a:pt x="8432627" y="4120560"/>
                  </a:lnTo>
                  <a:lnTo>
                    <a:pt x="8432627" y="4118059"/>
                  </a:lnTo>
                  <a:lnTo>
                    <a:pt x="8410879" y="4118059"/>
                  </a:lnTo>
                  <a:lnTo>
                    <a:pt x="8410879" y="4115562"/>
                  </a:lnTo>
                  <a:lnTo>
                    <a:pt x="8405443" y="4115562"/>
                  </a:lnTo>
                  <a:lnTo>
                    <a:pt x="8405443" y="4115562"/>
                  </a:lnTo>
                  <a:lnTo>
                    <a:pt x="8378258" y="4115562"/>
                  </a:lnTo>
                  <a:lnTo>
                    <a:pt x="8378258" y="4115562"/>
                  </a:lnTo>
                  <a:lnTo>
                    <a:pt x="8361947" y="4115562"/>
                  </a:lnTo>
                  <a:lnTo>
                    <a:pt x="8361947" y="4113091"/>
                  </a:lnTo>
                  <a:lnTo>
                    <a:pt x="8351074" y="4113091"/>
                  </a:lnTo>
                  <a:lnTo>
                    <a:pt x="8351074" y="4113091"/>
                  </a:lnTo>
                  <a:lnTo>
                    <a:pt x="8334763" y="4113091"/>
                  </a:lnTo>
                  <a:lnTo>
                    <a:pt x="8334763" y="4110635"/>
                  </a:lnTo>
                  <a:lnTo>
                    <a:pt x="8323889" y="4110635"/>
                  </a:lnTo>
                  <a:lnTo>
                    <a:pt x="8323889" y="4108179"/>
                  </a:lnTo>
                  <a:lnTo>
                    <a:pt x="8313015" y="4108179"/>
                  </a:lnTo>
                  <a:lnTo>
                    <a:pt x="8313015" y="4105722"/>
                  </a:lnTo>
                  <a:lnTo>
                    <a:pt x="8307578" y="4105722"/>
                  </a:lnTo>
                  <a:lnTo>
                    <a:pt x="8307578" y="4105722"/>
                  </a:lnTo>
                  <a:lnTo>
                    <a:pt x="8296705" y="4105722"/>
                  </a:lnTo>
                  <a:lnTo>
                    <a:pt x="8296705" y="4103275"/>
                  </a:lnTo>
                  <a:lnTo>
                    <a:pt x="8291268" y="4103275"/>
                  </a:lnTo>
                  <a:lnTo>
                    <a:pt x="8291268" y="4100828"/>
                  </a:lnTo>
                  <a:lnTo>
                    <a:pt x="8280394" y="4100828"/>
                  </a:lnTo>
                  <a:lnTo>
                    <a:pt x="8280394" y="4098385"/>
                  </a:lnTo>
                  <a:lnTo>
                    <a:pt x="8269520" y="4098385"/>
                  </a:lnTo>
                  <a:lnTo>
                    <a:pt x="8269520" y="4098385"/>
                  </a:lnTo>
                  <a:lnTo>
                    <a:pt x="8264083" y="4098385"/>
                  </a:lnTo>
                  <a:lnTo>
                    <a:pt x="8264083" y="4095957"/>
                  </a:lnTo>
                  <a:lnTo>
                    <a:pt x="8242336" y="4095957"/>
                  </a:lnTo>
                  <a:lnTo>
                    <a:pt x="8242336" y="4095957"/>
                  </a:lnTo>
                  <a:lnTo>
                    <a:pt x="8231462" y="4095957"/>
                  </a:lnTo>
                  <a:lnTo>
                    <a:pt x="8231462" y="4095957"/>
                  </a:lnTo>
                  <a:lnTo>
                    <a:pt x="8220588" y="4095957"/>
                  </a:lnTo>
                  <a:lnTo>
                    <a:pt x="8220588" y="4095957"/>
                  </a:lnTo>
                  <a:lnTo>
                    <a:pt x="8215151" y="4095957"/>
                  </a:lnTo>
                  <a:lnTo>
                    <a:pt x="8215151" y="4095957"/>
                  </a:lnTo>
                  <a:lnTo>
                    <a:pt x="8204277" y="4095957"/>
                  </a:lnTo>
                  <a:lnTo>
                    <a:pt x="8204277" y="4095957"/>
                  </a:lnTo>
                  <a:lnTo>
                    <a:pt x="8193404" y="4095957"/>
                  </a:lnTo>
                  <a:lnTo>
                    <a:pt x="8193404" y="4095957"/>
                  </a:lnTo>
                  <a:lnTo>
                    <a:pt x="8187967" y="4095957"/>
                  </a:lnTo>
                  <a:lnTo>
                    <a:pt x="8187967" y="4095957"/>
                  </a:lnTo>
                  <a:lnTo>
                    <a:pt x="8182530" y="4095957"/>
                  </a:lnTo>
                  <a:lnTo>
                    <a:pt x="8182530" y="4095957"/>
                  </a:lnTo>
                  <a:lnTo>
                    <a:pt x="8171656" y="4095957"/>
                  </a:lnTo>
                  <a:lnTo>
                    <a:pt x="8171656" y="4093577"/>
                  </a:lnTo>
                  <a:lnTo>
                    <a:pt x="8160782" y="4093577"/>
                  </a:lnTo>
                  <a:lnTo>
                    <a:pt x="8160782" y="4091196"/>
                  </a:lnTo>
                  <a:lnTo>
                    <a:pt x="8144471" y="4091196"/>
                  </a:lnTo>
                  <a:lnTo>
                    <a:pt x="8144471" y="4091196"/>
                  </a:lnTo>
                  <a:lnTo>
                    <a:pt x="8139035" y="4091196"/>
                  </a:lnTo>
                  <a:lnTo>
                    <a:pt x="8139035" y="4088834"/>
                  </a:lnTo>
                  <a:lnTo>
                    <a:pt x="8133598" y="4088834"/>
                  </a:lnTo>
                  <a:lnTo>
                    <a:pt x="8133598" y="4088834"/>
                  </a:lnTo>
                  <a:lnTo>
                    <a:pt x="8122724" y="4088834"/>
                  </a:lnTo>
                  <a:lnTo>
                    <a:pt x="8122724" y="4088834"/>
                  </a:lnTo>
                  <a:lnTo>
                    <a:pt x="8111850" y="4088834"/>
                  </a:lnTo>
                  <a:lnTo>
                    <a:pt x="8111850" y="4088834"/>
                  </a:lnTo>
                  <a:lnTo>
                    <a:pt x="8084666" y="4088834"/>
                  </a:lnTo>
                  <a:lnTo>
                    <a:pt x="8084666" y="4088834"/>
                  </a:lnTo>
                  <a:lnTo>
                    <a:pt x="8073792" y="4088834"/>
                  </a:lnTo>
                  <a:lnTo>
                    <a:pt x="8073792" y="4086494"/>
                  </a:lnTo>
                  <a:lnTo>
                    <a:pt x="8057481" y="4086494"/>
                  </a:lnTo>
                  <a:lnTo>
                    <a:pt x="8057481" y="4084159"/>
                  </a:lnTo>
                  <a:lnTo>
                    <a:pt x="8052044" y="4084159"/>
                  </a:lnTo>
                  <a:lnTo>
                    <a:pt x="8052044" y="4084159"/>
                  </a:lnTo>
                  <a:lnTo>
                    <a:pt x="8041170" y="4084159"/>
                  </a:lnTo>
                  <a:lnTo>
                    <a:pt x="8041170" y="4084159"/>
                  </a:lnTo>
                  <a:lnTo>
                    <a:pt x="8035734" y="4084159"/>
                  </a:lnTo>
                  <a:lnTo>
                    <a:pt x="8035734" y="4084159"/>
                  </a:lnTo>
                  <a:lnTo>
                    <a:pt x="8024860" y="4084159"/>
                  </a:lnTo>
                  <a:lnTo>
                    <a:pt x="8024860" y="4084159"/>
                  </a:lnTo>
                  <a:lnTo>
                    <a:pt x="8003112" y="4084159"/>
                  </a:lnTo>
                  <a:lnTo>
                    <a:pt x="8003112" y="4081841"/>
                  </a:lnTo>
                  <a:lnTo>
                    <a:pt x="7992238" y="4081841"/>
                  </a:lnTo>
                  <a:lnTo>
                    <a:pt x="7992238" y="4081841"/>
                  </a:lnTo>
                  <a:lnTo>
                    <a:pt x="7981365" y="4081841"/>
                  </a:lnTo>
                  <a:lnTo>
                    <a:pt x="7981365" y="4081841"/>
                  </a:lnTo>
                  <a:lnTo>
                    <a:pt x="7970491" y="4081841"/>
                  </a:lnTo>
                  <a:lnTo>
                    <a:pt x="7970491" y="4081841"/>
                  </a:lnTo>
                  <a:lnTo>
                    <a:pt x="7965054" y="4081841"/>
                  </a:lnTo>
                  <a:lnTo>
                    <a:pt x="7965054" y="4079545"/>
                  </a:lnTo>
                  <a:lnTo>
                    <a:pt x="7954180" y="4079545"/>
                  </a:lnTo>
                  <a:lnTo>
                    <a:pt x="7954180" y="4074960"/>
                  </a:lnTo>
                  <a:lnTo>
                    <a:pt x="7948743" y="4074960"/>
                  </a:lnTo>
                  <a:lnTo>
                    <a:pt x="7948743" y="4072667"/>
                  </a:lnTo>
                  <a:lnTo>
                    <a:pt x="7937869" y="4072667"/>
                  </a:lnTo>
                  <a:lnTo>
                    <a:pt x="7937869" y="4070374"/>
                  </a:lnTo>
                  <a:lnTo>
                    <a:pt x="7932432" y="4070374"/>
                  </a:lnTo>
                  <a:lnTo>
                    <a:pt x="7932432" y="4070374"/>
                  </a:lnTo>
                  <a:lnTo>
                    <a:pt x="7926996" y="4070374"/>
                  </a:lnTo>
                  <a:lnTo>
                    <a:pt x="7926996" y="4070374"/>
                  </a:lnTo>
                  <a:lnTo>
                    <a:pt x="7921559" y="4070374"/>
                  </a:lnTo>
                  <a:lnTo>
                    <a:pt x="7921559" y="4068089"/>
                  </a:lnTo>
                  <a:lnTo>
                    <a:pt x="7916122" y="4068089"/>
                  </a:lnTo>
                  <a:lnTo>
                    <a:pt x="7916122" y="4068089"/>
                  </a:lnTo>
                  <a:lnTo>
                    <a:pt x="7894374" y="4068089"/>
                  </a:lnTo>
                  <a:lnTo>
                    <a:pt x="7894374" y="4068089"/>
                  </a:lnTo>
                  <a:lnTo>
                    <a:pt x="7888937" y="4068089"/>
                  </a:lnTo>
                  <a:lnTo>
                    <a:pt x="7888937" y="4065821"/>
                  </a:lnTo>
                  <a:lnTo>
                    <a:pt x="7878064" y="4065821"/>
                  </a:lnTo>
                  <a:lnTo>
                    <a:pt x="7878064" y="4065821"/>
                  </a:lnTo>
                  <a:lnTo>
                    <a:pt x="7872627" y="4065821"/>
                  </a:lnTo>
                  <a:lnTo>
                    <a:pt x="7872627" y="4065821"/>
                  </a:lnTo>
                  <a:lnTo>
                    <a:pt x="7867190" y="4065821"/>
                  </a:lnTo>
                  <a:lnTo>
                    <a:pt x="7867190" y="4063561"/>
                  </a:lnTo>
                  <a:lnTo>
                    <a:pt x="7861753" y="4063561"/>
                  </a:lnTo>
                  <a:lnTo>
                    <a:pt x="7861753" y="4059040"/>
                  </a:lnTo>
                  <a:lnTo>
                    <a:pt x="7856316" y="4059040"/>
                  </a:lnTo>
                  <a:lnTo>
                    <a:pt x="7856316" y="4056780"/>
                  </a:lnTo>
                  <a:lnTo>
                    <a:pt x="7850879" y="4056780"/>
                  </a:lnTo>
                  <a:lnTo>
                    <a:pt x="7850879" y="4054519"/>
                  </a:lnTo>
                  <a:lnTo>
                    <a:pt x="7845442" y="4054519"/>
                  </a:lnTo>
                  <a:lnTo>
                    <a:pt x="7845442" y="4052261"/>
                  </a:lnTo>
                  <a:lnTo>
                    <a:pt x="7834568" y="4052261"/>
                  </a:lnTo>
                  <a:lnTo>
                    <a:pt x="7834568" y="4052261"/>
                  </a:lnTo>
                  <a:lnTo>
                    <a:pt x="7812821" y="4052261"/>
                  </a:lnTo>
                  <a:lnTo>
                    <a:pt x="7812821" y="4052261"/>
                  </a:lnTo>
                  <a:lnTo>
                    <a:pt x="7807384" y="4052261"/>
                  </a:lnTo>
                  <a:lnTo>
                    <a:pt x="7807384" y="4050028"/>
                  </a:lnTo>
                  <a:lnTo>
                    <a:pt x="7785636" y="4050028"/>
                  </a:lnTo>
                  <a:lnTo>
                    <a:pt x="7785636" y="4047799"/>
                  </a:lnTo>
                  <a:lnTo>
                    <a:pt x="7758452" y="4047799"/>
                  </a:lnTo>
                  <a:lnTo>
                    <a:pt x="7758452" y="4045569"/>
                  </a:lnTo>
                  <a:lnTo>
                    <a:pt x="7753015" y="4045569"/>
                  </a:lnTo>
                  <a:lnTo>
                    <a:pt x="7753015" y="4043340"/>
                  </a:lnTo>
                  <a:lnTo>
                    <a:pt x="7742141" y="4043340"/>
                  </a:lnTo>
                  <a:lnTo>
                    <a:pt x="7742141" y="4043340"/>
                  </a:lnTo>
                  <a:lnTo>
                    <a:pt x="7731267" y="4043340"/>
                  </a:lnTo>
                  <a:lnTo>
                    <a:pt x="7731267" y="4041114"/>
                  </a:lnTo>
                  <a:lnTo>
                    <a:pt x="7725830" y="4041114"/>
                  </a:lnTo>
                  <a:lnTo>
                    <a:pt x="7725830" y="4041114"/>
                  </a:lnTo>
                  <a:lnTo>
                    <a:pt x="7720394" y="4041114"/>
                  </a:lnTo>
                  <a:lnTo>
                    <a:pt x="7720394" y="4041114"/>
                  </a:lnTo>
                  <a:lnTo>
                    <a:pt x="7714957" y="4041114"/>
                  </a:lnTo>
                  <a:lnTo>
                    <a:pt x="7714957" y="4041114"/>
                  </a:lnTo>
                  <a:lnTo>
                    <a:pt x="7709520" y="4041114"/>
                  </a:lnTo>
                  <a:lnTo>
                    <a:pt x="7709520" y="4038907"/>
                  </a:lnTo>
                  <a:lnTo>
                    <a:pt x="7698646" y="4038907"/>
                  </a:lnTo>
                  <a:lnTo>
                    <a:pt x="7698646" y="4036700"/>
                  </a:lnTo>
                  <a:lnTo>
                    <a:pt x="7687772" y="4036700"/>
                  </a:lnTo>
                  <a:lnTo>
                    <a:pt x="7687772" y="4036700"/>
                  </a:lnTo>
                  <a:lnTo>
                    <a:pt x="7671461" y="4036700"/>
                  </a:lnTo>
                  <a:lnTo>
                    <a:pt x="7671461" y="4036700"/>
                  </a:lnTo>
                  <a:lnTo>
                    <a:pt x="7666025" y="4036700"/>
                  </a:lnTo>
                  <a:lnTo>
                    <a:pt x="7666025" y="4036700"/>
                  </a:lnTo>
                  <a:lnTo>
                    <a:pt x="7655151" y="4036700"/>
                  </a:lnTo>
                  <a:lnTo>
                    <a:pt x="7655151" y="4034504"/>
                  </a:lnTo>
                  <a:lnTo>
                    <a:pt x="7649714" y="4034504"/>
                  </a:lnTo>
                  <a:lnTo>
                    <a:pt x="7649714" y="4034504"/>
                  </a:lnTo>
                  <a:lnTo>
                    <a:pt x="7644277" y="4034504"/>
                  </a:lnTo>
                  <a:lnTo>
                    <a:pt x="7644277" y="4032320"/>
                  </a:lnTo>
                  <a:lnTo>
                    <a:pt x="7638840" y="4032320"/>
                  </a:lnTo>
                  <a:lnTo>
                    <a:pt x="7638840" y="4030135"/>
                  </a:lnTo>
                  <a:lnTo>
                    <a:pt x="7633403" y="4030135"/>
                  </a:lnTo>
                  <a:lnTo>
                    <a:pt x="7633403" y="4030135"/>
                  </a:lnTo>
                  <a:lnTo>
                    <a:pt x="7622529" y="4030135"/>
                  </a:lnTo>
                  <a:lnTo>
                    <a:pt x="7622529" y="4030135"/>
                  </a:lnTo>
                  <a:lnTo>
                    <a:pt x="7617092" y="4030135"/>
                  </a:lnTo>
                  <a:lnTo>
                    <a:pt x="7617092" y="4030135"/>
                  </a:lnTo>
                  <a:lnTo>
                    <a:pt x="7611656" y="4030135"/>
                  </a:lnTo>
                  <a:lnTo>
                    <a:pt x="7611656" y="4027965"/>
                  </a:lnTo>
                  <a:lnTo>
                    <a:pt x="7600782" y="4027965"/>
                  </a:lnTo>
                  <a:lnTo>
                    <a:pt x="7600782" y="4023624"/>
                  </a:lnTo>
                  <a:lnTo>
                    <a:pt x="7589908" y="4023624"/>
                  </a:lnTo>
                  <a:lnTo>
                    <a:pt x="7589908" y="4021454"/>
                  </a:lnTo>
                  <a:lnTo>
                    <a:pt x="7573597" y="4021454"/>
                  </a:lnTo>
                  <a:lnTo>
                    <a:pt x="7573597" y="4021454"/>
                  </a:lnTo>
                  <a:lnTo>
                    <a:pt x="7551850" y="4021454"/>
                  </a:lnTo>
                  <a:lnTo>
                    <a:pt x="7551850" y="4021454"/>
                  </a:lnTo>
                  <a:lnTo>
                    <a:pt x="7535539" y="4021454"/>
                  </a:lnTo>
                  <a:lnTo>
                    <a:pt x="7535539" y="4019290"/>
                  </a:lnTo>
                  <a:lnTo>
                    <a:pt x="7530102" y="4019290"/>
                  </a:lnTo>
                  <a:lnTo>
                    <a:pt x="7530102" y="4019290"/>
                  </a:lnTo>
                  <a:lnTo>
                    <a:pt x="7502918" y="4019290"/>
                  </a:lnTo>
                  <a:lnTo>
                    <a:pt x="7502918" y="4017138"/>
                  </a:lnTo>
                  <a:lnTo>
                    <a:pt x="7497481" y="4017138"/>
                  </a:lnTo>
                  <a:lnTo>
                    <a:pt x="7497481" y="4017138"/>
                  </a:lnTo>
                  <a:lnTo>
                    <a:pt x="7492044" y="4017138"/>
                  </a:lnTo>
                  <a:lnTo>
                    <a:pt x="7492044" y="4017138"/>
                  </a:lnTo>
                  <a:lnTo>
                    <a:pt x="7481170" y="4017138"/>
                  </a:lnTo>
                  <a:lnTo>
                    <a:pt x="7481170" y="4014992"/>
                  </a:lnTo>
                  <a:lnTo>
                    <a:pt x="7470296" y="4014992"/>
                  </a:lnTo>
                  <a:lnTo>
                    <a:pt x="7470296" y="4012846"/>
                  </a:lnTo>
                  <a:lnTo>
                    <a:pt x="7464859" y="4012846"/>
                  </a:lnTo>
                  <a:lnTo>
                    <a:pt x="7464859" y="4010700"/>
                  </a:lnTo>
                  <a:lnTo>
                    <a:pt x="7459422" y="4010700"/>
                  </a:lnTo>
                  <a:lnTo>
                    <a:pt x="7459422" y="4008561"/>
                  </a:lnTo>
                  <a:lnTo>
                    <a:pt x="7453986" y="4008561"/>
                  </a:lnTo>
                  <a:lnTo>
                    <a:pt x="7453986" y="4008561"/>
                  </a:lnTo>
                  <a:lnTo>
                    <a:pt x="7448549" y="4008561"/>
                  </a:lnTo>
                  <a:lnTo>
                    <a:pt x="7448549" y="4008561"/>
                  </a:lnTo>
                  <a:lnTo>
                    <a:pt x="7443112" y="4008561"/>
                  </a:lnTo>
                  <a:lnTo>
                    <a:pt x="7443112" y="4008561"/>
                  </a:lnTo>
                  <a:lnTo>
                    <a:pt x="7437675" y="4008561"/>
                  </a:lnTo>
                  <a:lnTo>
                    <a:pt x="7437675" y="4008561"/>
                  </a:lnTo>
                  <a:lnTo>
                    <a:pt x="7415927" y="4008561"/>
                  </a:lnTo>
                  <a:lnTo>
                    <a:pt x="7415927" y="4008561"/>
                  </a:lnTo>
                  <a:lnTo>
                    <a:pt x="7405053" y="4008561"/>
                  </a:lnTo>
                  <a:lnTo>
                    <a:pt x="7405053" y="4006453"/>
                  </a:lnTo>
                  <a:lnTo>
                    <a:pt x="7394180" y="4006453"/>
                  </a:lnTo>
                  <a:lnTo>
                    <a:pt x="7394180" y="4006453"/>
                  </a:lnTo>
                  <a:lnTo>
                    <a:pt x="7388743" y="4006453"/>
                  </a:lnTo>
                  <a:lnTo>
                    <a:pt x="7388743" y="4006453"/>
                  </a:lnTo>
                  <a:lnTo>
                    <a:pt x="7383306" y="4006453"/>
                  </a:lnTo>
                  <a:lnTo>
                    <a:pt x="7383306" y="4006453"/>
                  </a:lnTo>
                  <a:lnTo>
                    <a:pt x="7372432" y="4006453"/>
                  </a:lnTo>
                  <a:lnTo>
                    <a:pt x="7372432" y="4004355"/>
                  </a:lnTo>
                  <a:lnTo>
                    <a:pt x="7366995" y="4004355"/>
                  </a:lnTo>
                  <a:lnTo>
                    <a:pt x="7366995" y="4004355"/>
                  </a:lnTo>
                  <a:lnTo>
                    <a:pt x="7350684" y="4004355"/>
                  </a:lnTo>
                  <a:lnTo>
                    <a:pt x="7350684" y="4002261"/>
                  </a:lnTo>
                  <a:lnTo>
                    <a:pt x="7328937" y="4002261"/>
                  </a:lnTo>
                  <a:lnTo>
                    <a:pt x="7328937" y="4002261"/>
                  </a:lnTo>
                  <a:lnTo>
                    <a:pt x="7307189" y="4002261"/>
                  </a:lnTo>
                  <a:lnTo>
                    <a:pt x="7307189" y="3998098"/>
                  </a:lnTo>
                  <a:lnTo>
                    <a:pt x="7296316" y="3998098"/>
                  </a:lnTo>
                  <a:lnTo>
                    <a:pt x="7296316" y="3998098"/>
                  </a:lnTo>
                  <a:lnTo>
                    <a:pt x="7290879" y="3998098"/>
                  </a:lnTo>
                  <a:lnTo>
                    <a:pt x="7290879" y="3996020"/>
                  </a:lnTo>
                  <a:lnTo>
                    <a:pt x="7285442" y="3996020"/>
                  </a:lnTo>
                  <a:lnTo>
                    <a:pt x="7285442" y="3993941"/>
                  </a:lnTo>
                  <a:lnTo>
                    <a:pt x="7280005" y="3993941"/>
                  </a:lnTo>
                  <a:lnTo>
                    <a:pt x="7280005" y="3991866"/>
                  </a:lnTo>
                  <a:lnTo>
                    <a:pt x="7269131" y="3991866"/>
                  </a:lnTo>
                  <a:lnTo>
                    <a:pt x="7269131" y="3991866"/>
                  </a:lnTo>
                  <a:lnTo>
                    <a:pt x="7263694" y="3991866"/>
                  </a:lnTo>
                  <a:lnTo>
                    <a:pt x="7263694" y="3991866"/>
                  </a:lnTo>
                  <a:lnTo>
                    <a:pt x="7241947" y="3991866"/>
                  </a:lnTo>
                  <a:lnTo>
                    <a:pt x="7241947" y="3989804"/>
                  </a:lnTo>
                  <a:lnTo>
                    <a:pt x="7236510" y="3989804"/>
                  </a:lnTo>
                  <a:lnTo>
                    <a:pt x="7236510" y="3987744"/>
                  </a:lnTo>
                  <a:lnTo>
                    <a:pt x="7231073" y="3987744"/>
                  </a:lnTo>
                  <a:lnTo>
                    <a:pt x="7231073" y="3985685"/>
                  </a:lnTo>
                  <a:lnTo>
                    <a:pt x="7193014" y="3985685"/>
                  </a:lnTo>
                  <a:lnTo>
                    <a:pt x="7193014" y="3985685"/>
                  </a:lnTo>
                  <a:lnTo>
                    <a:pt x="7187578" y="3985685"/>
                  </a:lnTo>
                  <a:lnTo>
                    <a:pt x="7187578" y="3983628"/>
                  </a:lnTo>
                  <a:lnTo>
                    <a:pt x="7182141" y="3983628"/>
                  </a:lnTo>
                  <a:lnTo>
                    <a:pt x="7182141" y="3981575"/>
                  </a:lnTo>
                  <a:lnTo>
                    <a:pt x="7176704" y="3981575"/>
                  </a:lnTo>
                  <a:lnTo>
                    <a:pt x="7176704" y="3979521"/>
                  </a:lnTo>
                  <a:lnTo>
                    <a:pt x="7171267" y="3979521"/>
                  </a:lnTo>
                  <a:lnTo>
                    <a:pt x="7171267" y="3979521"/>
                  </a:lnTo>
                  <a:lnTo>
                    <a:pt x="7165830" y="3979521"/>
                  </a:lnTo>
                  <a:lnTo>
                    <a:pt x="7165830" y="3979521"/>
                  </a:lnTo>
                  <a:lnTo>
                    <a:pt x="7160393" y="3979521"/>
                  </a:lnTo>
                  <a:lnTo>
                    <a:pt x="7160393" y="3977480"/>
                  </a:lnTo>
                  <a:lnTo>
                    <a:pt x="7154956" y="3977480"/>
                  </a:lnTo>
                  <a:lnTo>
                    <a:pt x="7154956" y="3971366"/>
                  </a:lnTo>
                  <a:lnTo>
                    <a:pt x="7149519" y="3971366"/>
                  </a:lnTo>
                  <a:lnTo>
                    <a:pt x="7149519" y="3971366"/>
                  </a:lnTo>
                  <a:lnTo>
                    <a:pt x="7144082" y="3971366"/>
                  </a:lnTo>
                  <a:lnTo>
                    <a:pt x="7144082" y="3969331"/>
                  </a:lnTo>
                  <a:lnTo>
                    <a:pt x="7138646" y="3969331"/>
                  </a:lnTo>
                  <a:lnTo>
                    <a:pt x="7138646" y="3969331"/>
                  </a:lnTo>
                  <a:lnTo>
                    <a:pt x="7127772" y="3969331"/>
                  </a:lnTo>
                  <a:lnTo>
                    <a:pt x="7127772" y="3969331"/>
                  </a:lnTo>
                  <a:lnTo>
                    <a:pt x="7116898" y="3969331"/>
                  </a:lnTo>
                  <a:lnTo>
                    <a:pt x="7116898" y="3967305"/>
                  </a:lnTo>
                  <a:lnTo>
                    <a:pt x="7111461" y="3967305"/>
                  </a:lnTo>
                  <a:lnTo>
                    <a:pt x="7111461" y="3965278"/>
                  </a:lnTo>
                  <a:lnTo>
                    <a:pt x="7100587" y="3965278"/>
                  </a:lnTo>
                  <a:lnTo>
                    <a:pt x="7100587" y="3963252"/>
                  </a:lnTo>
                  <a:lnTo>
                    <a:pt x="7095150" y="3963252"/>
                  </a:lnTo>
                  <a:lnTo>
                    <a:pt x="7095150" y="3963252"/>
                  </a:lnTo>
                  <a:lnTo>
                    <a:pt x="7089713" y="3963252"/>
                  </a:lnTo>
                  <a:lnTo>
                    <a:pt x="7089713" y="3963252"/>
                  </a:lnTo>
                  <a:lnTo>
                    <a:pt x="7084277" y="3963252"/>
                  </a:lnTo>
                  <a:lnTo>
                    <a:pt x="7084277" y="3961234"/>
                  </a:lnTo>
                  <a:lnTo>
                    <a:pt x="7067966" y="3961234"/>
                  </a:lnTo>
                  <a:lnTo>
                    <a:pt x="7067966" y="3959220"/>
                  </a:lnTo>
                  <a:lnTo>
                    <a:pt x="7062529" y="3959220"/>
                  </a:lnTo>
                  <a:lnTo>
                    <a:pt x="7062529" y="3957205"/>
                  </a:lnTo>
                  <a:lnTo>
                    <a:pt x="7057092" y="3957205"/>
                  </a:lnTo>
                  <a:lnTo>
                    <a:pt x="7057092" y="3957205"/>
                  </a:lnTo>
                  <a:lnTo>
                    <a:pt x="7040781" y="3957205"/>
                  </a:lnTo>
                  <a:lnTo>
                    <a:pt x="7040781" y="3957205"/>
                  </a:lnTo>
                  <a:lnTo>
                    <a:pt x="7019034" y="3957205"/>
                  </a:lnTo>
                  <a:lnTo>
                    <a:pt x="7019034" y="3957205"/>
                  </a:lnTo>
                  <a:lnTo>
                    <a:pt x="7008160" y="3957205"/>
                  </a:lnTo>
                  <a:lnTo>
                    <a:pt x="7008160" y="3955205"/>
                  </a:lnTo>
                  <a:lnTo>
                    <a:pt x="6991849" y="3955205"/>
                  </a:lnTo>
                  <a:lnTo>
                    <a:pt x="6991849" y="3955205"/>
                  </a:lnTo>
                  <a:lnTo>
                    <a:pt x="6970102" y="3955205"/>
                  </a:lnTo>
                  <a:lnTo>
                    <a:pt x="6970102" y="3955205"/>
                  </a:lnTo>
                  <a:lnTo>
                    <a:pt x="6964665" y="3955205"/>
                  </a:lnTo>
                  <a:lnTo>
                    <a:pt x="6964665" y="3955205"/>
                  </a:lnTo>
                  <a:lnTo>
                    <a:pt x="6959228" y="3955205"/>
                  </a:lnTo>
                  <a:lnTo>
                    <a:pt x="6959228" y="3955205"/>
                  </a:lnTo>
                  <a:lnTo>
                    <a:pt x="6953791" y="3955205"/>
                  </a:lnTo>
                  <a:lnTo>
                    <a:pt x="6953791" y="3953226"/>
                  </a:lnTo>
                  <a:lnTo>
                    <a:pt x="6948354" y="3953226"/>
                  </a:lnTo>
                  <a:lnTo>
                    <a:pt x="6948354" y="3945307"/>
                  </a:lnTo>
                  <a:lnTo>
                    <a:pt x="6932043" y="3945307"/>
                  </a:lnTo>
                  <a:lnTo>
                    <a:pt x="6932043" y="3943327"/>
                  </a:lnTo>
                  <a:lnTo>
                    <a:pt x="6926607" y="3943327"/>
                  </a:lnTo>
                  <a:lnTo>
                    <a:pt x="6926607" y="3943327"/>
                  </a:lnTo>
                  <a:lnTo>
                    <a:pt x="6910296" y="3943327"/>
                  </a:lnTo>
                  <a:lnTo>
                    <a:pt x="6910296" y="3941352"/>
                  </a:lnTo>
                  <a:lnTo>
                    <a:pt x="6904859" y="3941352"/>
                  </a:lnTo>
                  <a:lnTo>
                    <a:pt x="6904859" y="3939384"/>
                  </a:lnTo>
                  <a:lnTo>
                    <a:pt x="6899422" y="3939384"/>
                  </a:lnTo>
                  <a:lnTo>
                    <a:pt x="6899422" y="3935451"/>
                  </a:lnTo>
                  <a:lnTo>
                    <a:pt x="6888548" y="3935451"/>
                  </a:lnTo>
                  <a:lnTo>
                    <a:pt x="6888548" y="3935451"/>
                  </a:lnTo>
                  <a:lnTo>
                    <a:pt x="6883111" y="3935451"/>
                  </a:lnTo>
                  <a:lnTo>
                    <a:pt x="6883111" y="3935451"/>
                  </a:lnTo>
                  <a:lnTo>
                    <a:pt x="6877674" y="3935451"/>
                  </a:lnTo>
                  <a:lnTo>
                    <a:pt x="6877674" y="3933493"/>
                  </a:lnTo>
                  <a:lnTo>
                    <a:pt x="6866801" y="3933493"/>
                  </a:lnTo>
                  <a:lnTo>
                    <a:pt x="6866801" y="3931535"/>
                  </a:lnTo>
                  <a:lnTo>
                    <a:pt x="6861364" y="3931535"/>
                  </a:lnTo>
                  <a:lnTo>
                    <a:pt x="6861364" y="3931535"/>
                  </a:lnTo>
                  <a:lnTo>
                    <a:pt x="6855927" y="3931535"/>
                  </a:lnTo>
                  <a:lnTo>
                    <a:pt x="6855927" y="3925669"/>
                  </a:lnTo>
                  <a:lnTo>
                    <a:pt x="6845053" y="3925669"/>
                  </a:lnTo>
                  <a:lnTo>
                    <a:pt x="6845053" y="3925669"/>
                  </a:lnTo>
                  <a:lnTo>
                    <a:pt x="6839616" y="3925669"/>
                  </a:lnTo>
                  <a:lnTo>
                    <a:pt x="6839616" y="3925669"/>
                  </a:lnTo>
                  <a:lnTo>
                    <a:pt x="6828742" y="3925669"/>
                  </a:lnTo>
                  <a:lnTo>
                    <a:pt x="6828742" y="3925669"/>
                  </a:lnTo>
                  <a:lnTo>
                    <a:pt x="6823305" y="3925669"/>
                  </a:lnTo>
                  <a:lnTo>
                    <a:pt x="6823305" y="3923721"/>
                  </a:lnTo>
                  <a:lnTo>
                    <a:pt x="6817869" y="3923721"/>
                  </a:lnTo>
                  <a:lnTo>
                    <a:pt x="6817869" y="3923721"/>
                  </a:lnTo>
                  <a:lnTo>
                    <a:pt x="6812432" y="3923721"/>
                  </a:lnTo>
                  <a:lnTo>
                    <a:pt x="6812432" y="3923721"/>
                  </a:lnTo>
                  <a:lnTo>
                    <a:pt x="6806995" y="3923721"/>
                  </a:lnTo>
                  <a:lnTo>
                    <a:pt x="6806995" y="3921779"/>
                  </a:lnTo>
                  <a:lnTo>
                    <a:pt x="6790684" y="3921779"/>
                  </a:lnTo>
                  <a:lnTo>
                    <a:pt x="6790684" y="3921779"/>
                  </a:lnTo>
                  <a:lnTo>
                    <a:pt x="6785247" y="3921779"/>
                  </a:lnTo>
                  <a:lnTo>
                    <a:pt x="6785247" y="3919840"/>
                  </a:lnTo>
                  <a:lnTo>
                    <a:pt x="6779810" y="3919840"/>
                  </a:lnTo>
                  <a:lnTo>
                    <a:pt x="6779810" y="3917905"/>
                  </a:lnTo>
                  <a:lnTo>
                    <a:pt x="6768936" y="3917905"/>
                  </a:lnTo>
                  <a:lnTo>
                    <a:pt x="6768936" y="3915977"/>
                  </a:lnTo>
                  <a:lnTo>
                    <a:pt x="6758063" y="3915977"/>
                  </a:lnTo>
                  <a:lnTo>
                    <a:pt x="6758063" y="3914048"/>
                  </a:lnTo>
                  <a:lnTo>
                    <a:pt x="6752626" y="3914048"/>
                  </a:lnTo>
                  <a:lnTo>
                    <a:pt x="6752626" y="3910195"/>
                  </a:lnTo>
                  <a:lnTo>
                    <a:pt x="6747189" y="3910195"/>
                  </a:lnTo>
                  <a:lnTo>
                    <a:pt x="6747189" y="3908268"/>
                  </a:lnTo>
                  <a:lnTo>
                    <a:pt x="6741752" y="3908268"/>
                  </a:lnTo>
                  <a:lnTo>
                    <a:pt x="6741752" y="3908268"/>
                  </a:lnTo>
                  <a:lnTo>
                    <a:pt x="6736315" y="3908268"/>
                  </a:lnTo>
                  <a:lnTo>
                    <a:pt x="6736315" y="3906346"/>
                  </a:lnTo>
                  <a:lnTo>
                    <a:pt x="6730878" y="3906346"/>
                  </a:lnTo>
                  <a:lnTo>
                    <a:pt x="6730878" y="3906346"/>
                  </a:lnTo>
                  <a:lnTo>
                    <a:pt x="6720004" y="3906346"/>
                  </a:lnTo>
                  <a:lnTo>
                    <a:pt x="6720004" y="3904427"/>
                  </a:lnTo>
                  <a:lnTo>
                    <a:pt x="6714568" y="3904427"/>
                  </a:lnTo>
                  <a:lnTo>
                    <a:pt x="6714568" y="3904427"/>
                  </a:lnTo>
                  <a:lnTo>
                    <a:pt x="6703694" y="3904427"/>
                  </a:lnTo>
                  <a:lnTo>
                    <a:pt x="6703694" y="3904427"/>
                  </a:lnTo>
                  <a:lnTo>
                    <a:pt x="6698257" y="3904427"/>
                  </a:lnTo>
                  <a:lnTo>
                    <a:pt x="6698257" y="3902524"/>
                  </a:lnTo>
                  <a:lnTo>
                    <a:pt x="6692820" y="3902524"/>
                  </a:lnTo>
                  <a:lnTo>
                    <a:pt x="6692820" y="3902524"/>
                  </a:lnTo>
                  <a:lnTo>
                    <a:pt x="6681946" y="3902524"/>
                  </a:lnTo>
                  <a:lnTo>
                    <a:pt x="6681946" y="3902524"/>
                  </a:lnTo>
                  <a:lnTo>
                    <a:pt x="6660199" y="3902524"/>
                  </a:lnTo>
                  <a:lnTo>
                    <a:pt x="6660199" y="3900636"/>
                  </a:lnTo>
                  <a:lnTo>
                    <a:pt x="6649325" y="3900636"/>
                  </a:lnTo>
                  <a:lnTo>
                    <a:pt x="6649325" y="3896859"/>
                  </a:lnTo>
                  <a:lnTo>
                    <a:pt x="6643888" y="3896859"/>
                  </a:lnTo>
                  <a:lnTo>
                    <a:pt x="6643888" y="3894974"/>
                  </a:lnTo>
                  <a:lnTo>
                    <a:pt x="6638451" y="3894974"/>
                  </a:lnTo>
                  <a:lnTo>
                    <a:pt x="6638451" y="3893093"/>
                  </a:lnTo>
                  <a:lnTo>
                    <a:pt x="6633014" y="3893093"/>
                  </a:lnTo>
                  <a:lnTo>
                    <a:pt x="6633014" y="3893093"/>
                  </a:lnTo>
                  <a:lnTo>
                    <a:pt x="6622140" y="3893093"/>
                  </a:lnTo>
                  <a:lnTo>
                    <a:pt x="6622140" y="3891217"/>
                  </a:lnTo>
                  <a:lnTo>
                    <a:pt x="6616703" y="3891217"/>
                  </a:lnTo>
                  <a:lnTo>
                    <a:pt x="6616703" y="3887464"/>
                  </a:lnTo>
                  <a:lnTo>
                    <a:pt x="6600393" y="3887464"/>
                  </a:lnTo>
                  <a:lnTo>
                    <a:pt x="6600393" y="3885590"/>
                  </a:lnTo>
                  <a:lnTo>
                    <a:pt x="6589519" y="3885590"/>
                  </a:lnTo>
                  <a:lnTo>
                    <a:pt x="6589519" y="3885590"/>
                  </a:lnTo>
                  <a:lnTo>
                    <a:pt x="6584082" y="3885590"/>
                  </a:lnTo>
                  <a:lnTo>
                    <a:pt x="6584082" y="3885590"/>
                  </a:lnTo>
                  <a:lnTo>
                    <a:pt x="6573208" y="3885590"/>
                  </a:lnTo>
                  <a:lnTo>
                    <a:pt x="6573208" y="3883721"/>
                  </a:lnTo>
                  <a:lnTo>
                    <a:pt x="6562334" y="3883721"/>
                  </a:lnTo>
                  <a:lnTo>
                    <a:pt x="6562334" y="3879988"/>
                  </a:lnTo>
                  <a:lnTo>
                    <a:pt x="6551461" y="3879988"/>
                  </a:lnTo>
                  <a:lnTo>
                    <a:pt x="6551461" y="3878124"/>
                  </a:lnTo>
                  <a:lnTo>
                    <a:pt x="6535150" y="3878124"/>
                  </a:lnTo>
                  <a:lnTo>
                    <a:pt x="6535150" y="3878124"/>
                  </a:lnTo>
                  <a:lnTo>
                    <a:pt x="6524276" y="3878124"/>
                  </a:lnTo>
                  <a:lnTo>
                    <a:pt x="6524276" y="3872537"/>
                  </a:lnTo>
                  <a:lnTo>
                    <a:pt x="6518839" y="3872537"/>
                  </a:lnTo>
                  <a:lnTo>
                    <a:pt x="6518839" y="3872537"/>
                  </a:lnTo>
                  <a:lnTo>
                    <a:pt x="6507965" y="3872537"/>
                  </a:lnTo>
                  <a:lnTo>
                    <a:pt x="6507965" y="3866964"/>
                  </a:lnTo>
                  <a:lnTo>
                    <a:pt x="6502529" y="3866964"/>
                  </a:lnTo>
                  <a:lnTo>
                    <a:pt x="6502529" y="3865106"/>
                  </a:lnTo>
                  <a:lnTo>
                    <a:pt x="6491655" y="3865106"/>
                  </a:lnTo>
                  <a:lnTo>
                    <a:pt x="6491655" y="3865106"/>
                  </a:lnTo>
                  <a:lnTo>
                    <a:pt x="6480781" y="3865106"/>
                  </a:lnTo>
                  <a:lnTo>
                    <a:pt x="6480781" y="3863251"/>
                  </a:lnTo>
                  <a:lnTo>
                    <a:pt x="6469907" y="3863251"/>
                  </a:lnTo>
                  <a:lnTo>
                    <a:pt x="6469907" y="3863251"/>
                  </a:lnTo>
                  <a:lnTo>
                    <a:pt x="6453596" y="3863251"/>
                  </a:lnTo>
                  <a:lnTo>
                    <a:pt x="6453596" y="3863251"/>
                  </a:lnTo>
                  <a:lnTo>
                    <a:pt x="6448160" y="3863251"/>
                  </a:lnTo>
                  <a:lnTo>
                    <a:pt x="6448160" y="3863251"/>
                  </a:lnTo>
                  <a:lnTo>
                    <a:pt x="6442723" y="3863251"/>
                  </a:lnTo>
                  <a:lnTo>
                    <a:pt x="6442723" y="3863251"/>
                  </a:lnTo>
                  <a:lnTo>
                    <a:pt x="6437286" y="3863251"/>
                  </a:lnTo>
                  <a:lnTo>
                    <a:pt x="6437286" y="3861404"/>
                  </a:lnTo>
                  <a:lnTo>
                    <a:pt x="6431849" y="3861404"/>
                  </a:lnTo>
                  <a:lnTo>
                    <a:pt x="6431849" y="3857717"/>
                  </a:lnTo>
                  <a:lnTo>
                    <a:pt x="6404664" y="3857717"/>
                  </a:lnTo>
                  <a:lnTo>
                    <a:pt x="6404664" y="3854028"/>
                  </a:lnTo>
                  <a:lnTo>
                    <a:pt x="6393791" y="3854028"/>
                  </a:lnTo>
                  <a:lnTo>
                    <a:pt x="6393791" y="3852184"/>
                  </a:lnTo>
                  <a:lnTo>
                    <a:pt x="6382917" y="3852184"/>
                  </a:lnTo>
                  <a:lnTo>
                    <a:pt x="6382917" y="3850342"/>
                  </a:lnTo>
                  <a:lnTo>
                    <a:pt x="6366606" y="3850342"/>
                  </a:lnTo>
                  <a:lnTo>
                    <a:pt x="6366606" y="3848500"/>
                  </a:lnTo>
                  <a:lnTo>
                    <a:pt x="6361169" y="3848500"/>
                  </a:lnTo>
                  <a:lnTo>
                    <a:pt x="6361169" y="3848500"/>
                  </a:lnTo>
                  <a:lnTo>
                    <a:pt x="6355732" y="3848500"/>
                  </a:lnTo>
                  <a:lnTo>
                    <a:pt x="6355732" y="3848500"/>
                  </a:lnTo>
                  <a:lnTo>
                    <a:pt x="6323111" y="3848500"/>
                  </a:lnTo>
                  <a:lnTo>
                    <a:pt x="6323111" y="3848500"/>
                  </a:lnTo>
                  <a:lnTo>
                    <a:pt x="6317674" y="3848500"/>
                  </a:lnTo>
                  <a:lnTo>
                    <a:pt x="6317674" y="3846664"/>
                  </a:lnTo>
                  <a:lnTo>
                    <a:pt x="6312237" y="3846664"/>
                  </a:lnTo>
                  <a:lnTo>
                    <a:pt x="6312237" y="3844829"/>
                  </a:lnTo>
                  <a:lnTo>
                    <a:pt x="6306800" y="3844829"/>
                  </a:lnTo>
                  <a:lnTo>
                    <a:pt x="6306800" y="3842994"/>
                  </a:lnTo>
                  <a:lnTo>
                    <a:pt x="6295926" y="3842994"/>
                  </a:lnTo>
                  <a:lnTo>
                    <a:pt x="6295926" y="3842994"/>
                  </a:lnTo>
                  <a:lnTo>
                    <a:pt x="6285053" y="3842994"/>
                  </a:lnTo>
                  <a:lnTo>
                    <a:pt x="6285053" y="3842994"/>
                  </a:lnTo>
                  <a:lnTo>
                    <a:pt x="6279616" y="3842994"/>
                  </a:lnTo>
                  <a:lnTo>
                    <a:pt x="6279616" y="3839341"/>
                  </a:lnTo>
                  <a:lnTo>
                    <a:pt x="6274179" y="3839341"/>
                  </a:lnTo>
                  <a:lnTo>
                    <a:pt x="6274179" y="3837514"/>
                  </a:lnTo>
                  <a:lnTo>
                    <a:pt x="6268742" y="3837514"/>
                  </a:lnTo>
                  <a:lnTo>
                    <a:pt x="6268742" y="3837514"/>
                  </a:lnTo>
                  <a:lnTo>
                    <a:pt x="6263305" y="3837514"/>
                  </a:lnTo>
                  <a:lnTo>
                    <a:pt x="6263305" y="3837514"/>
                  </a:lnTo>
                  <a:lnTo>
                    <a:pt x="6257868" y="3837514"/>
                  </a:lnTo>
                  <a:lnTo>
                    <a:pt x="6257868" y="3835692"/>
                  </a:lnTo>
                  <a:lnTo>
                    <a:pt x="6246994" y="3835692"/>
                  </a:lnTo>
                  <a:lnTo>
                    <a:pt x="6246994" y="3835692"/>
                  </a:lnTo>
                  <a:lnTo>
                    <a:pt x="6241557" y="3835692"/>
                  </a:lnTo>
                  <a:lnTo>
                    <a:pt x="6241557" y="3832057"/>
                  </a:lnTo>
                  <a:lnTo>
                    <a:pt x="6236121" y="3832057"/>
                  </a:lnTo>
                  <a:lnTo>
                    <a:pt x="6236121" y="3830239"/>
                  </a:lnTo>
                  <a:lnTo>
                    <a:pt x="6230684" y="3830239"/>
                  </a:lnTo>
                  <a:lnTo>
                    <a:pt x="6230684" y="3828421"/>
                  </a:lnTo>
                  <a:lnTo>
                    <a:pt x="6225247" y="3828421"/>
                  </a:lnTo>
                  <a:lnTo>
                    <a:pt x="6225247" y="3826603"/>
                  </a:lnTo>
                  <a:lnTo>
                    <a:pt x="6219810" y="3826603"/>
                  </a:lnTo>
                  <a:lnTo>
                    <a:pt x="6219810" y="3824785"/>
                  </a:lnTo>
                  <a:lnTo>
                    <a:pt x="6208936" y="3824785"/>
                  </a:lnTo>
                  <a:lnTo>
                    <a:pt x="6208936" y="3819336"/>
                  </a:lnTo>
                  <a:lnTo>
                    <a:pt x="6181752" y="3819336"/>
                  </a:lnTo>
                  <a:lnTo>
                    <a:pt x="6181752" y="3817520"/>
                  </a:lnTo>
                  <a:lnTo>
                    <a:pt x="6176315" y="3817520"/>
                  </a:lnTo>
                  <a:lnTo>
                    <a:pt x="6176315" y="3817520"/>
                  </a:lnTo>
                  <a:lnTo>
                    <a:pt x="6170878" y="3817520"/>
                  </a:lnTo>
                  <a:lnTo>
                    <a:pt x="6170878" y="3815706"/>
                  </a:lnTo>
                  <a:lnTo>
                    <a:pt x="6165441" y="3815706"/>
                  </a:lnTo>
                  <a:lnTo>
                    <a:pt x="6165441" y="3813894"/>
                  </a:lnTo>
                  <a:lnTo>
                    <a:pt x="6160004" y="3813894"/>
                  </a:lnTo>
                  <a:lnTo>
                    <a:pt x="6160004" y="3812086"/>
                  </a:lnTo>
                  <a:lnTo>
                    <a:pt x="6154567" y="3812086"/>
                  </a:lnTo>
                  <a:lnTo>
                    <a:pt x="6154567" y="3810281"/>
                  </a:lnTo>
                  <a:lnTo>
                    <a:pt x="6149130" y="3810281"/>
                  </a:lnTo>
                  <a:lnTo>
                    <a:pt x="6149130" y="3810281"/>
                  </a:lnTo>
                  <a:lnTo>
                    <a:pt x="6138256" y="3810281"/>
                  </a:lnTo>
                  <a:lnTo>
                    <a:pt x="6138256" y="3810281"/>
                  </a:lnTo>
                  <a:lnTo>
                    <a:pt x="6127383" y="3810281"/>
                  </a:lnTo>
                  <a:lnTo>
                    <a:pt x="6127383" y="3808486"/>
                  </a:lnTo>
                  <a:lnTo>
                    <a:pt x="6121946" y="3808486"/>
                  </a:lnTo>
                  <a:lnTo>
                    <a:pt x="6121946" y="3808486"/>
                  </a:lnTo>
                  <a:lnTo>
                    <a:pt x="6116509" y="3808486"/>
                  </a:lnTo>
                  <a:lnTo>
                    <a:pt x="6116509" y="3808486"/>
                  </a:lnTo>
                  <a:lnTo>
                    <a:pt x="6111072" y="3808486"/>
                  </a:lnTo>
                  <a:lnTo>
                    <a:pt x="6111072" y="3806695"/>
                  </a:lnTo>
                  <a:lnTo>
                    <a:pt x="6105635" y="3806695"/>
                  </a:lnTo>
                  <a:lnTo>
                    <a:pt x="6105635" y="3804904"/>
                  </a:lnTo>
                  <a:lnTo>
                    <a:pt x="6100198" y="3804904"/>
                  </a:lnTo>
                  <a:lnTo>
                    <a:pt x="6100198" y="3804904"/>
                  </a:lnTo>
                  <a:lnTo>
                    <a:pt x="6094761" y="3804904"/>
                  </a:lnTo>
                  <a:lnTo>
                    <a:pt x="6094761" y="3803116"/>
                  </a:lnTo>
                  <a:lnTo>
                    <a:pt x="6089324" y="3803116"/>
                  </a:lnTo>
                  <a:lnTo>
                    <a:pt x="6089324" y="3803116"/>
                  </a:lnTo>
                  <a:lnTo>
                    <a:pt x="6073014" y="3803116"/>
                  </a:lnTo>
                  <a:lnTo>
                    <a:pt x="6073014" y="3799542"/>
                  </a:lnTo>
                  <a:lnTo>
                    <a:pt x="6062140" y="3799542"/>
                  </a:lnTo>
                  <a:lnTo>
                    <a:pt x="6062140" y="3797756"/>
                  </a:lnTo>
                  <a:lnTo>
                    <a:pt x="6056703" y="3797756"/>
                  </a:lnTo>
                  <a:lnTo>
                    <a:pt x="6056703" y="3797756"/>
                  </a:lnTo>
                  <a:lnTo>
                    <a:pt x="6051266" y="3797756"/>
                  </a:lnTo>
                  <a:lnTo>
                    <a:pt x="6051266" y="3795973"/>
                  </a:lnTo>
                  <a:lnTo>
                    <a:pt x="6040392" y="3795973"/>
                  </a:lnTo>
                  <a:lnTo>
                    <a:pt x="6040392" y="3794190"/>
                  </a:lnTo>
                  <a:lnTo>
                    <a:pt x="6029518" y="3794190"/>
                  </a:lnTo>
                  <a:lnTo>
                    <a:pt x="6029518" y="3792407"/>
                  </a:lnTo>
                  <a:lnTo>
                    <a:pt x="6002334" y="3792407"/>
                  </a:lnTo>
                  <a:lnTo>
                    <a:pt x="6002334" y="3792407"/>
                  </a:lnTo>
                  <a:lnTo>
                    <a:pt x="5996897" y="3792407"/>
                  </a:lnTo>
                  <a:lnTo>
                    <a:pt x="5996897" y="3790629"/>
                  </a:lnTo>
                  <a:lnTo>
                    <a:pt x="5991460" y="3790629"/>
                  </a:lnTo>
                  <a:lnTo>
                    <a:pt x="5991460" y="3790629"/>
                  </a:lnTo>
                  <a:lnTo>
                    <a:pt x="5986023" y="3790629"/>
                  </a:lnTo>
                  <a:lnTo>
                    <a:pt x="5986023" y="3790629"/>
                  </a:lnTo>
                  <a:lnTo>
                    <a:pt x="5980586" y="3790629"/>
                  </a:lnTo>
                  <a:lnTo>
                    <a:pt x="5980586" y="3788854"/>
                  </a:lnTo>
                  <a:lnTo>
                    <a:pt x="5964276" y="3788854"/>
                  </a:lnTo>
                  <a:lnTo>
                    <a:pt x="5964276" y="3788854"/>
                  </a:lnTo>
                  <a:lnTo>
                    <a:pt x="5958839" y="3788854"/>
                  </a:lnTo>
                  <a:lnTo>
                    <a:pt x="5958839" y="3787086"/>
                  </a:lnTo>
                  <a:lnTo>
                    <a:pt x="5953402" y="3787086"/>
                  </a:lnTo>
                  <a:lnTo>
                    <a:pt x="5953402" y="3787086"/>
                  </a:lnTo>
                  <a:lnTo>
                    <a:pt x="5947965" y="3787086"/>
                  </a:lnTo>
                  <a:lnTo>
                    <a:pt x="5947965" y="3787086"/>
                  </a:lnTo>
                  <a:lnTo>
                    <a:pt x="5942528" y="3787086"/>
                  </a:lnTo>
                  <a:lnTo>
                    <a:pt x="5942528" y="3783557"/>
                  </a:lnTo>
                  <a:lnTo>
                    <a:pt x="5937091" y="3783557"/>
                  </a:lnTo>
                  <a:lnTo>
                    <a:pt x="5937091" y="3783557"/>
                  </a:lnTo>
                  <a:lnTo>
                    <a:pt x="5931654" y="3783557"/>
                  </a:lnTo>
                  <a:lnTo>
                    <a:pt x="5931654" y="3781798"/>
                  </a:lnTo>
                  <a:lnTo>
                    <a:pt x="5926217" y="3781798"/>
                  </a:lnTo>
                  <a:lnTo>
                    <a:pt x="5926217" y="3781798"/>
                  </a:lnTo>
                  <a:lnTo>
                    <a:pt x="5920781" y="3781798"/>
                  </a:lnTo>
                  <a:lnTo>
                    <a:pt x="5920781" y="3781798"/>
                  </a:lnTo>
                  <a:lnTo>
                    <a:pt x="5915344" y="3781798"/>
                  </a:lnTo>
                  <a:lnTo>
                    <a:pt x="5915344" y="3780046"/>
                  </a:lnTo>
                  <a:lnTo>
                    <a:pt x="5909907" y="3780046"/>
                  </a:lnTo>
                  <a:lnTo>
                    <a:pt x="5909907" y="3778297"/>
                  </a:lnTo>
                  <a:lnTo>
                    <a:pt x="5904470" y="3778297"/>
                  </a:lnTo>
                  <a:lnTo>
                    <a:pt x="5904470" y="3776549"/>
                  </a:lnTo>
                  <a:lnTo>
                    <a:pt x="5893596" y="3776549"/>
                  </a:lnTo>
                  <a:lnTo>
                    <a:pt x="5893596" y="3773051"/>
                  </a:lnTo>
                  <a:lnTo>
                    <a:pt x="5871848" y="3773051"/>
                  </a:lnTo>
                  <a:lnTo>
                    <a:pt x="5871848" y="3769558"/>
                  </a:lnTo>
                  <a:lnTo>
                    <a:pt x="5866412" y="3769558"/>
                  </a:lnTo>
                  <a:lnTo>
                    <a:pt x="5866412" y="3769558"/>
                  </a:lnTo>
                  <a:lnTo>
                    <a:pt x="5860975" y="3769558"/>
                  </a:lnTo>
                  <a:lnTo>
                    <a:pt x="5860975" y="3766071"/>
                  </a:lnTo>
                  <a:lnTo>
                    <a:pt x="5855538" y="3766071"/>
                  </a:lnTo>
                  <a:lnTo>
                    <a:pt x="5855538" y="3762585"/>
                  </a:lnTo>
                  <a:lnTo>
                    <a:pt x="5850101" y="3762585"/>
                  </a:lnTo>
                  <a:lnTo>
                    <a:pt x="5850101" y="3760842"/>
                  </a:lnTo>
                  <a:lnTo>
                    <a:pt x="5839227" y="3760842"/>
                  </a:lnTo>
                  <a:lnTo>
                    <a:pt x="5839227" y="3759100"/>
                  </a:lnTo>
                  <a:lnTo>
                    <a:pt x="5822916" y="3759100"/>
                  </a:lnTo>
                  <a:lnTo>
                    <a:pt x="5822916" y="3759100"/>
                  </a:lnTo>
                  <a:lnTo>
                    <a:pt x="5795732" y="3759100"/>
                  </a:lnTo>
                  <a:lnTo>
                    <a:pt x="5795732" y="3757361"/>
                  </a:lnTo>
                  <a:lnTo>
                    <a:pt x="5790295" y="3757361"/>
                  </a:lnTo>
                  <a:lnTo>
                    <a:pt x="5790295" y="3757361"/>
                  </a:lnTo>
                  <a:lnTo>
                    <a:pt x="5784858" y="3757361"/>
                  </a:lnTo>
                  <a:lnTo>
                    <a:pt x="5784858" y="3757361"/>
                  </a:lnTo>
                  <a:lnTo>
                    <a:pt x="5779421" y="3757361"/>
                  </a:lnTo>
                  <a:lnTo>
                    <a:pt x="5779421" y="3755625"/>
                  </a:lnTo>
                  <a:lnTo>
                    <a:pt x="5773984" y="3755625"/>
                  </a:lnTo>
                  <a:lnTo>
                    <a:pt x="5773984" y="3755625"/>
                  </a:lnTo>
                  <a:lnTo>
                    <a:pt x="5757674" y="3755625"/>
                  </a:lnTo>
                  <a:lnTo>
                    <a:pt x="5757674" y="3753891"/>
                  </a:lnTo>
                  <a:lnTo>
                    <a:pt x="5752237" y="3753891"/>
                  </a:lnTo>
                  <a:lnTo>
                    <a:pt x="5752237" y="3752159"/>
                  </a:lnTo>
                  <a:lnTo>
                    <a:pt x="5746800" y="3752159"/>
                  </a:lnTo>
                  <a:lnTo>
                    <a:pt x="5746800" y="3752159"/>
                  </a:lnTo>
                  <a:lnTo>
                    <a:pt x="5741363" y="3752159"/>
                  </a:lnTo>
                  <a:lnTo>
                    <a:pt x="5741363" y="3743527"/>
                  </a:lnTo>
                  <a:lnTo>
                    <a:pt x="5730489" y="3743527"/>
                  </a:lnTo>
                  <a:lnTo>
                    <a:pt x="5730489" y="3741800"/>
                  </a:lnTo>
                  <a:lnTo>
                    <a:pt x="5725052" y="3741800"/>
                  </a:lnTo>
                  <a:lnTo>
                    <a:pt x="5725052" y="3740074"/>
                  </a:lnTo>
                  <a:lnTo>
                    <a:pt x="5719615" y="3740074"/>
                  </a:lnTo>
                  <a:lnTo>
                    <a:pt x="5719615" y="3740074"/>
                  </a:lnTo>
                  <a:lnTo>
                    <a:pt x="5714178" y="3740074"/>
                  </a:lnTo>
                  <a:lnTo>
                    <a:pt x="5714178" y="3738351"/>
                  </a:lnTo>
                  <a:lnTo>
                    <a:pt x="5708742" y="3738351"/>
                  </a:lnTo>
                  <a:lnTo>
                    <a:pt x="5708742" y="3738351"/>
                  </a:lnTo>
                  <a:lnTo>
                    <a:pt x="5703305" y="3738351"/>
                  </a:lnTo>
                  <a:lnTo>
                    <a:pt x="5703305" y="3738351"/>
                  </a:lnTo>
                  <a:lnTo>
                    <a:pt x="5697868" y="3738351"/>
                  </a:lnTo>
                  <a:lnTo>
                    <a:pt x="5697868" y="3738351"/>
                  </a:lnTo>
                  <a:lnTo>
                    <a:pt x="5692431" y="3738351"/>
                  </a:lnTo>
                  <a:lnTo>
                    <a:pt x="5692431" y="3736637"/>
                  </a:lnTo>
                  <a:lnTo>
                    <a:pt x="5686994" y="3736637"/>
                  </a:lnTo>
                  <a:lnTo>
                    <a:pt x="5686994" y="3734923"/>
                  </a:lnTo>
                  <a:lnTo>
                    <a:pt x="5681557" y="3734923"/>
                  </a:lnTo>
                  <a:lnTo>
                    <a:pt x="5681557" y="3733210"/>
                  </a:lnTo>
                  <a:lnTo>
                    <a:pt x="5676120" y="3733210"/>
                  </a:lnTo>
                  <a:lnTo>
                    <a:pt x="5676120" y="3731496"/>
                  </a:lnTo>
                  <a:lnTo>
                    <a:pt x="5670683" y="3731496"/>
                  </a:lnTo>
                  <a:lnTo>
                    <a:pt x="5670683" y="3731496"/>
                  </a:lnTo>
                  <a:lnTo>
                    <a:pt x="5659809" y="3731496"/>
                  </a:lnTo>
                  <a:lnTo>
                    <a:pt x="5659809" y="3729786"/>
                  </a:lnTo>
                  <a:lnTo>
                    <a:pt x="5654373" y="3729786"/>
                  </a:lnTo>
                  <a:lnTo>
                    <a:pt x="5654373" y="3729786"/>
                  </a:lnTo>
                  <a:lnTo>
                    <a:pt x="5648936" y="3729786"/>
                  </a:lnTo>
                  <a:lnTo>
                    <a:pt x="5648936" y="3729786"/>
                  </a:lnTo>
                  <a:lnTo>
                    <a:pt x="5632625" y="3729786"/>
                  </a:lnTo>
                  <a:lnTo>
                    <a:pt x="5632625" y="3729786"/>
                  </a:lnTo>
                  <a:lnTo>
                    <a:pt x="5605440" y="3729786"/>
                  </a:lnTo>
                  <a:lnTo>
                    <a:pt x="5605440" y="3728085"/>
                  </a:lnTo>
                  <a:lnTo>
                    <a:pt x="5600004" y="3728085"/>
                  </a:lnTo>
                  <a:lnTo>
                    <a:pt x="5600004" y="3728085"/>
                  </a:lnTo>
                  <a:lnTo>
                    <a:pt x="5594567" y="3728085"/>
                  </a:lnTo>
                  <a:lnTo>
                    <a:pt x="5594567" y="3724701"/>
                  </a:lnTo>
                  <a:lnTo>
                    <a:pt x="5589130" y="3724701"/>
                  </a:lnTo>
                  <a:lnTo>
                    <a:pt x="5589130" y="3723011"/>
                  </a:lnTo>
                  <a:lnTo>
                    <a:pt x="5583693" y="3723011"/>
                  </a:lnTo>
                  <a:lnTo>
                    <a:pt x="5583693" y="3721320"/>
                  </a:lnTo>
                  <a:lnTo>
                    <a:pt x="5572819" y="3721320"/>
                  </a:lnTo>
                  <a:lnTo>
                    <a:pt x="5572819" y="3721320"/>
                  </a:lnTo>
                  <a:lnTo>
                    <a:pt x="5567382" y="3721320"/>
                  </a:lnTo>
                  <a:lnTo>
                    <a:pt x="5567382" y="3719632"/>
                  </a:lnTo>
                  <a:lnTo>
                    <a:pt x="5561945" y="3719632"/>
                  </a:lnTo>
                  <a:lnTo>
                    <a:pt x="5561945" y="3719632"/>
                  </a:lnTo>
                  <a:lnTo>
                    <a:pt x="5556508" y="3719632"/>
                  </a:lnTo>
                  <a:lnTo>
                    <a:pt x="5556508" y="3719632"/>
                  </a:lnTo>
                  <a:lnTo>
                    <a:pt x="5551072" y="3719632"/>
                  </a:lnTo>
                  <a:lnTo>
                    <a:pt x="5551072" y="3717959"/>
                  </a:lnTo>
                  <a:lnTo>
                    <a:pt x="5540198" y="3717959"/>
                  </a:lnTo>
                  <a:lnTo>
                    <a:pt x="5540198" y="3716287"/>
                  </a:lnTo>
                  <a:lnTo>
                    <a:pt x="5534761" y="3716287"/>
                  </a:lnTo>
                  <a:lnTo>
                    <a:pt x="5534761" y="3714614"/>
                  </a:lnTo>
                  <a:lnTo>
                    <a:pt x="5529324" y="3714614"/>
                  </a:lnTo>
                  <a:lnTo>
                    <a:pt x="5529324" y="3714614"/>
                  </a:lnTo>
                  <a:lnTo>
                    <a:pt x="5518450" y="3714614"/>
                  </a:lnTo>
                  <a:lnTo>
                    <a:pt x="5518450" y="3714614"/>
                  </a:lnTo>
                  <a:lnTo>
                    <a:pt x="5507576" y="3714614"/>
                  </a:lnTo>
                  <a:lnTo>
                    <a:pt x="5507576" y="3714614"/>
                  </a:lnTo>
                  <a:lnTo>
                    <a:pt x="5496703" y="3714614"/>
                  </a:lnTo>
                  <a:lnTo>
                    <a:pt x="5496703" y="3712952"/>
                  </a:lnTo>
                  <a:lnTo>
                    <a:pt x="5491266" y="3712952"/>
                  </a:lnTo>
                  <a:lnTo>
                    <a:pt x="5491266" y="3712952"/>
                  </a:lnTo>
                  <a:lnTo>
                    <a:pt x="5480392" y="3712952"/>
                  </a:lnTo>
                  <a:lnTo>
                    <a:pt x="5480392" y="3712952"/>
                  </a:lnTo>
                  <a:lnTo>
                    <a:pt x="5474955" y="3712952"/>
                  </a:lnTo>
                  <a:lnTo>
                    <a:pt x="5474955" y="3712952"/>
                  </a:lnTo>
                  <a:lnTo>
                    <a:pt x="5469518" y="3712952"/>
                  </a:lnTo>
                  <a:lnTo>
                    <a:pt x="5469518" y="3711296"/>
                  </a:lnTo>
                  <a:lnTo>
                    <a:pt x="5458644" y="3711296"/>
                  </a:lnTo>
                  <a:lnTo>
                    <a:pt x="5458644" y="3706330"/>
                  </a:lnTo>
                  <a:lnTo>
                    <a:pt x="5453207" y="3706330"/>
                  </a:lnTo>
                  <a:lnTo>
                    <a:pt x="5453207" y="3706330"/>
                  </a:lnTo>
                  <a:lnTo>
                    <a:pt x="5447770" y="3706330"/>
                  </a:lnTo>
                  <a:lnTo>
                    <a:pt x="5447770" y="3706330"/>
                  </a:lnTo>
                  <a:lnTo>
                    <a:pt x="5442334" y="3706330"/>
                  </a:lnTo>
                  <a:lnTo>
                    <a:pt x="5442334" y="3704680"/>
                  </a:lnTo>
                  <a:lnTo>
                    <a:pt x="5436897" y="3704680"/>
                  </a:lnTo>
                  <a:lnTo>
                    <a:pt x="5436897" y="3701382"/>
                  </a:lnTo>
                  <a:lnTo>
                    <a:pt x="5420586" y="3701382"/>
                  </a:lnTo>
                  <a:lnTo>
                    <a:pt x="5420586" y="3698087"/>
                  </a:lnTo>
                  <a:lnTo>
                    <a:pt x="5409712" y="3698087"/>
                  </a:lnTo>
                  <a:lnTo>
                    <a:pt x="5409712" y="3698087"/>
                  </a:lnTo>
                  <a:lnTo>
                    <a:pt x="5404275" y="3698087"/>
                  </a:lnTo>
                  <a:lnTo>
                    <a:pt x="5404275" y="3698087"/>
                  </a:lnTo>
                  <a:lnTo>
                    <a:pt x="5398838" y="3698087"/>
                  </a:lnTo>
                  <a:lnTo>
                    <a:pt x="5398838" y="3696445"/>
                  </a:lnTo>
                  <a:lnTo>
                    <a:pt x="5393402" y="3696445"/>
                  </a:lnTo>
                  <a:lnTo>
                    <a:pt x="5393402" y="3694804"/>
                  </a:lnTo>
                  <a:lnTo>
                    <a:pt x="5387965" y="3694804"/>
                  </a:lnTo>
                  <a:lnTo>
                    <a:pt x="5387965" y="3693164"/>
                  </a:lnTo>
                  <a:lnTo>
                    <a:pt x="5371654" y="3693164"/>
                  </a:lnTo>
                  <a:lnTo>
                    <a:pt x="5371654" y="3691524"/>
                  </a:lnTo>
                  <a:lnTo>
                    <a:pt x="5366217" y="3691524"/>
                  </a:lnTo>
                  <a:lnTo>
                    <a:pt x="5366217" y="3688249"/>
                  </a:lnTo>
                  <a:lnTo>
                    <a:pt x="5360780" y="3688249"/>
                  </a:lnTo>
                  <a:lnTo>
                    <a:pt x="5360780" y="3686615"/>
                  </a:lnTo>
                  <a:lnTo>
                    <a:pt x="5355343" y="3686615"/>
                  </a:lnTo>
                  <a:lnTo>
                    <a:pt x="5355343" y="3684981"/>
                  </a:lnTo>
                  <a:lnTo>
                    <a:pt x="5349906" y="3684981"/>
                  </a:lnTo>
                  <a:lnTo>
                    <a:pt x="5349906" y="3681715"/>
                  </a:lnTo>
                  <a:lnTo>
                    <a:pt x="5344469" y="3681715"/>
                  </a:lnTo>
                  <a:lnTo>
                    <a:pt x="5344469" y="3681715"/>
                  </a:lnTo>
                  <a:lnTo>
                    <a:pt x="5339033" y="3681715"/>
                  </a:lnTo>
                  <a:lnTo>
                    <a:pt x="5339033" y="3681715"/>
                  </a:lnTo>
                  <a:lnTo>
                    <a:pt x="5333596" y="3681715"/>
                  </a:lnTo>
                  <a:lnTo>
                    <a:pt x="5333596" y="3680087"/>
                  </a:lnTo>
                  <a:lnTo>
                    <a:pt x="5328159" y="3680087"/>
                  </a:lnTo>
                  <a:lnTo>
                    <a:pt x="5328159" y="3680087"/>
                  </a:lnTo>
                  <a:lnTo>
                    <a:pt x="5322722" y="3680087"/>
                  </a:lnTo>
                  <a:lnTo>
                    <a:pt x="5322722" y="3676847"/>
                  </a:lnTo>
                  <a:lnTo>
                    <a:pt x="5317285" y="3676847"/>
                  </a:lnTo>
                  <a:lnTo>
                    <a:pt x="5317285" y="3675227"/>
                  </a:lnTo>
                  <a:lnTo>
                    <a:pt x="5311848" y="3675227"/>
                  </a:lnTo>
                  <a:lnTo>
                    <a:pt x="5311848" y="3675227"/>
                  </a:lnTo>
                  <a:lnTo>
                    <a:pt x="5290100" y="3675227"/>
                  </a:lnTo>
                  <a:lnTo>
                    <a:pt x="5290100" y="3673610"/>
                  </a:lnTo>
                  <a:lnTo>
                    <a:pt x="5284664" y="3673610"/>
                  </a:lnTo>
                  <a:lnTo>
                    <a:pt x="5284664" y="3671995"/>
                  </a:lnTo>
                  <a:lnTo>
                    <a:pt x="5273790" y="3671995"/>
                  </a:lnTo>
                  <a:lnTo>
                    <a:pt x="5273790" y="3670381"/>
                  </a:lnTo>
                  <a:lnTo>
                    <a:pt x="5268353" y="3670381"/>
                  </a:lnTo>
                  <a:lnTo>
                    <a:pt x="5268353" y="3668767"/>
                  </a:lnTo>
                  <a:lnTo>
                    <a:pt x="5262916" y="3668767"/>
                  </a:lnTo>
                  <a:lnTo>
                    <a:pt x="5262916" y="3667153"/>
                  </a:lnTo>
                  <a:lnTo>
                    <a:pt x="5257479" y="3667153"/>
                  </a:lnTo>
                  <a:lnTo>
                    <a:pt x="5257479" y="3667153"/>
                  </a:lnTo>
                  <a:lnTo>
                    <a:pt x="5252042" y="3667153"/>
                  </a:lnTo>
                  <a:lnTo>
                    <a:pt x="5252042" y="3667153"/>
                  </a:lnTo>
                  <a:lnTo>
                    <a:pt x="5246605" y="3667153"/>
                  </a:lnTo>
                  <a:lnTo>
                    <a:pt x="5246605" y="3665544"/>
                  </a:lnTo>
                  <a:lnTo>
                    <a:pt x="5241168" y="3665544"/>
                  </a:lnTo>
                  <a:lnTo>
                    <a:pt x="5241168" y="3659113"/>
                  </a:lnTo>
                  <a:lnTo>
                    <a:pt x="5224858" y="3659113"/>
                  </a:lnTo>
                  <a:lnTo>
                    <a:pt x="5224858" y="3657505"/>
                  </a:lnTo>
                  <a:lnTo>
                    <a:pt x="5219421" y="3657505"/>
                  </a:lnTo>
                  <a:lnTo>
                    <a:pt x="5219421" y="3657505"/>
                  </a:lnTo>
                  <a:lnTo>
                    <a:pt x="5213984" y="3657505"/>
                  </a:lnTo>
                  <a:lnTo>
                    <a:pt x="5213984" y="3655900"/>
                  </a:lnTo>
                  <a:lnTo>
                    <a:pt x="5208547" y="3655900"/>
                  </a:lnTo>
                  <a:lnTo>
                    <a:pt x="5208547" y="3654296"/>
                  </a:lnTo>
                  <a:lnTo>
                    <a:pt x="5197673" y="3654296"/>
                  </a:lnTo>
                  <a:lnTo>
                    <a:pt x="5197673" y="3654296"/>
                  </a:lnTo>
                  <a:lnTo>
                    <a:pt x="5192236" y="3654296"/>
                  </a:lnTo>
                  <a:lnTo>
                    <a:pt x="5192236" y="3652692"/>
                  </a:lnTo>
                  <a:lnTo>
                    <a:pt x="5181363" y="3652692"/>
                  </a:lnTo>
                  <a:lnTo>
                    <a:pt x="5181363" y="3652692"/>
                  </a:lnTo>
                  <a:lnTo>
                    <a:pt x="5175926" y="3652692"/>
                  </a:lnTo>
                  <a:lnTo>
                    <a:pt x="5175926" y="3651093"/>
                  </a:lnTo>
                  <a:lnTo>
                    <a:pt x="5170489" y="3651093"/>
                  </a:lnTo>
                  <a:lnTo>
                    <a:pt x="5170489" y="3651093"/>
                  </a:lnTo>
                  <a:lnTo>
                    <a:pt x="5154178" y="3651093"/>
                  </a:lnTo>
                  <a:lnTo>
                    <a:pt x="5154178" y="3649498"/>
                  </a:lnTo>
                  <a:lnTo>
                    <a:pt x="5148741" y="3649498"/>
                  </a:lnTo>
                  <a:lnTo>
                    <a:pt x="5148741" y="3647902"/>
                  </a:lnTo>
                  <a:lnTo>
                    <a:pt x="5143304" y="3647902"/>
                  </a:lnTo>
                  <a:lnTo>
                    <a:pt x="5143304" y="3644716"/>
                  </a:lnTo>
                  <a:lnTo>
                    <a:pt x="5137867" y="3644716"/>
                  </a:lnTo>
                  <a:lnTo>
                    <a:pt x="5137867" y="3644716"/>
                  </a:lnTo>
                  <a:lnTo>
                    <a:pt x="5126994" y="3644716"/>
                  </a:lnTo>
                  <a:lnTo>
                    <a:pt x="5126994" y="3644716"/>
                  </a:lnTo>
                  <a:lnTo>
                    <a:pt x="5121557" y="3644716"/>
                  </a:lnTo>
                  <a:lnTo>
                    <a:pt x="5121557" y="3644716"/>
                  </a:lnTo>
                  <a:lnTo>
                    <a:pt x="5105246" y="3644716"/>
                  </a:lnTo>
                  <a:lnTo>
                    <a:pt x="5105246" y="3644716"/>
                  </a:lnTo>
                  <a:lnTo>
                    <a:pt x="5099809" y="3644716"/>
                  </a:lnTo>
                  <a:lnTo>
                    <a:pt x="5099809" y="3641549"/>
                  </a:lnTo>
                  <a:lnTo>
                    <a:pt x="5094372" y="3641549"/>
                  </a:lnTo>
                  <a:lnTo>
                    <a:pt x="5094372" y="3639967"/>
                  </a:lnTo>
                  <a:lnTo>
                    <a:pt x="5088935" y="3639967"/>
                  </a:lnTo>
                  <a:lnTo>
                    <a:pt x="5088935" y="3638384"/>
                  </a:lnTo>
                  <a:lnTo>
                    <a:pt x="5078061" y="3638384"/>
                  </a:lnTo>
                  <a:lnTo>
                    <a:pt x="5078061" y="3635219"/>
                  </a:lnTo>
                  <a:lnTo>
                    <a:pt x="5072625" y="3635219"/>
                  </a:lnTo>
                  <a:lnTo>
                    <a:pt x="5072625" y="3633637"/>
                  </a:lnTo>
                  <a:lnTo>
                    <a:pt x="5067188" y="3633637"/>
                  </a:lnTo>
                  <a:lnTo>
                    <a:pt x="5067188" y="3633637"/>
                  </a:lnTo>
                  <a:lnTo>
                    <a:pt x="5056314" y="3633637"/>
                  </a:lnTo>
                  <a:lnTo>
                    <a:pt x="5056314" y="3633637"/>
                  </a:lnTo>
                  <a:lnTo>
                    <a:pt x="5050877" y="3633637"/>
                  </a:lnTo>
                  <a:lnTo>
                    <a:pt x="5050877" y="3627324"/>
                  </a:lnTo>
                  <a:lnTo>
                    <a:pt x="5045440" y="3627324"/>
                  </a:lnTo>
                  <a:lnTo>
                    <a:pt x="5045440" y="3627324"/>
                  </a:lnTo>
                  <a:lnTo>
                    <a:pt x="5040003" y="3627324"/>
                  </a:lnTo>
                  <a:lnTo>
                    <a:pt x="5040003" y="3625749"/>
                  </a:lnTo>
                  <a:lnTo>
                    <a:pt x="5034566" y="3625749"/>
                  </a:lnTo>
                  <a:lnTo>
                    <a:pt x="5034566" y="3619447"/>
                  </a:lnTo>
                  <a:lnTo>
                    <a:pt x="5023693" y="3619447"/>
                  </a:lnTo>
                  <a:lnTo>
                    <a:pt x="5023693" y="3619447"/>
                  </a:lnTo>
                  <a:lnTo>
                    <a:pt x="5012819" y="3619447"/>
                  </a:lnTo>
                  <a:lnTo>
                    <a:pt x="5012819" y="3619447"/>
                  </a:lnTo>
                  <a:lnTo>
                    <a:pt x="5007382" y="3619447"/>
                  </a:lnTo>
                  <a:lnTo>
                    <a:pt x="5007382" y="3617880"/>
                  </a:lnTo>
                  <a:lnTo>
                    <a:pt x="5001945" y="3617880"/>
                  </a:lnTo>
                  <a:lnTo>
                    <a:pt x="5001945" y="3614747"/>
                  </a:lnTo>
                  <a:lnTo>
                    <a:pt x="4996508" y="3614747"/>
                  </a:lnTo>
                  <a:lnTo>
                    <a:pt x="4996508" y="3613181"/>
                  </a:lnTo>
                  <a:lnTo>
                    <a:pt x="4991071" y="3613181"/>
                  </a:lnTo>
                  <a:lnTo>
                    <a:pt x="4991071" y="3611617"/>
                  </a:lnTo>
                  <a:lnTo>
                    <a:pt x="4985634" y="3611617"/>
                  </a:lnTo>
                  <a:lnTo>
                    <a:pt x="4985634" y="3611617"/>
                  </a:lnTo>
                  <a:lnTo>
                    <a:pt x="4980197" y="3611617"/>
                  </a:lnTo>
                  <a:lnTo>
                    <a:pt x="4980197" y="3611617"/>
                  </a:lnTo>
                  <a:lnTo>
                    <a:pt x="4974760" y="3611617"/>
                  </a:lnTo>
                  <a:lnTo>
                    <a:pt x="4974760" y="3608495"/>
                  </a:lnTo>
                  <a:lnTo>
                    <a:pt x="4969324" y="3608495"/>
                  </a:lnTo>
                  <a:lnTo>
                    <a:pt x="4969324" y="3606936"/>
                  </a:lnTo>
                  <a:lnTo>
                    <a:pt x="4958450" y="3606936"/>
                  </a:lnTo>
                  <a:lnTo>
                    <a:pt x="4958450" y="3602269"/>
                  </a:lnTo>
                  <a:lnTo>
                    <a:pt x="4953013" y="3602269"/>
                  </a:lnTo>
                  <a:lnTo>
                    <a:pt x="4953013" y="3602269"/>
                  </a:lnTo>
                  <a:lnTo>
                    <a:pt x="4947576" y="3602269"/>
                  </a:lnTo>
                  <a:lnTo>
                    <a:pt x="4947576" y="3599169"/>
                  </a:lnTo>
                  <a:lnTo>
                    <a:pt x="4942139" y="3599169"/>
                  </a:lnTo>
                  <a:lnTo>
                    <a:pt x="4942139" y="3596074"/>
                  </a:lnTo>
                  <a:lnTo>
                    <a:pt x="4936702" y="3596074"/>
                  </a:lnTo>
                  <a:lnTo>
                    <a:pt x="4936702" y="3596074"/>
                  </a:lnTo>
                  <a:lnTo>
                    <a:pt x="4931265" y="3596074"/>
                  </a:lnTo>
                  <a:lnTo>
                    <a:pt x="4931265" y="3596074"/>
                  </a:lnTo>
                  <a:lnTo>
                    <a:pt x="4925828" y="3596074"/>
                  </a:lnTo>
                  <a:lnTo>
                    <a:pt x="4925828" y="3594534"/>
                  </a:lnTo>
                  <a:lnTo>
                    <a:pt x="4920391" y="3594534"/>
                  </a:lnTo>
                  <a:lnTo>
                    <a:pt x="4920391" y="3592995"/>
                  </a:lnTo>
                  <a:lnTo>
                    <a:pt x="4914955" y="3592995"/>
                  </a:lnTo>
                  <a:lnTo>
                    <a:pt x="4914955" y="3589924"/>
                  </a:lnTo>
                  <a:lnTo>
                    <a:pt x="4909518" y="3589924"/>
                  </a:lnTo>
                  <a:lnTo>
                    <a:pt x="4909518" y="3586857"/>
                  </a:lnTo>
                  <a:lnTo>
                    <a:pt x="4904081" y="3586857"/>
                  </a:lnTo>
                  <a:lnTo>
                    <a:pt x="4904081" y="3585326"/>
                  </a:lnTo>
                  <a:lnTo>
                    <a:pt x="4898644" y="3585326"/>
                  </a:lnTo>
                  <a:lnTo>
                    <a:pt x="4898644" y="3585326"/>
                  </a:lnTo>
                  <a:lnTo>
                    <a:pt x="4887770" y="3585326"/>
                  </a:lnTo>
                  <a:lnTo>
                    <a:pt x="4887770" y="3583796"/>
                  </a:lnTo>
                  <a:lnTo>
                    <a:pt x="4882333" y="3583796"/>
                  </a:lnTo>
                  <a:lnTo>
                    <a:pt x="4882333" y="3582266"/>
                  </a:lnTo>
                  <a:lnTo>
                    <a:pt x="4876896" y="3582266"/>
                  </a:lnTo>
                  <a:lnTo>
                    <a:pt x="4876896" y="3582266"/>
                  </a:lnTo>
                  <a:lnTo>
                    <a:pt x="4871459" y="3582266"/>
                  </a:lnTo>
                  <a:lnTo>
                    <a:pt x="4871459" y="3577693"/>
                  </a:lnTo>
                  <a:lnTo>
                    <a:pt x="4866022" y="3577693"/>
                  </a:lnTo>
                  <a:lnTo>
                    <a:pt x="4866022" y="3577693"/>
                  </a:lnTo>
                  <a:lnTo>
                    <a:pt x="4860586" y="3577693"/>
                  </a:lnTo>
                  <a:lnTo>
                    <a:pt x="4860586" y="3577693"/>
                  </a:lnTo>
                  <a:lnTo>
                    <a:pt x="4849712" y="3577693"/>
                  </a:lnTo>
                  <a:lnTo>
                    <a:pt x="4849712" y="3576173"/>
                  </a:lnTo>
                  <a:lnTo>
                    <a:pt x="4838838" y="3576173"/>
                  </a:lnTo>
                  <a:lnTo>
                    <a:pt x="4838838" y="3576173"/>
                  </a:lnTo>
                  <a:lnTo>
                    <a:pt x="4833401" y="3576173"/>
                  </a:lnTo>
                  <a:lnTo>
                    <a:pt x="4833401" y="3574658"/>
                  </a:lnTo>
                  <a:lnTo>
                    <a:pt x="4827964" y="3574658"/>
                  </a:lnTo>
                  <a:lnTo>
                    <a:pt x="4827964" y="3568602"/>
                  </a:lnTo>
                  <a:lnTo>
                    <a:pt x="4822527" y="3568602"/>
                  </a:lnTo>
                  <a:lnTo>
                    <a:pt x="4822527" y="3567089"/>
                  </a:lnTo>
                  <a:lnTo>
                    <a:pt x="4817090" y="3567089"/>
                  </a:lnTo>
                  <a:lnTo>
                    <a:pt x="4817090" y="3564064"/>
                  </a:lnTo>
                  <a:lnTo>
                    <a:pt x="4811654" y="3564064"/>
                  </a:lnTo>
                  <a:lnTo>
                    <a:pt x="4811654" y="3562552"/>
                  </a:lnTo>
                  <a:lnTo>
                    <a:pt x="4806217" y="3562552"/>
                  </a:lnTo>
                  <a:lnTo>
                    <a:pt x="4806217" y="3562552"/>
                  </a:lnTo>
                  <a:lnTo>
                    <a:pt x="4800780" y="3562552"/>
                  </a:lnTo>
                  <a:lnTo>
                    <a:pt x="4800780" y="3561042"/>
                  </a:lnTo>
                  <a:lnTo>
                    <a:pt x="4795343" y="3561042"/>
                  </a:lnTo>
                  <a:lnTo>
                    <a:pt x="4795343" y="3558026"/>
                  </a:lnTo>
                  <a:lnTo>
                    <a:pt x="4779032" y="3558026"/>
                  </a:lnTo>
                  <a:lnTo>
                    <a:pt x="4779032" y="3558026"/>
                  </a:lnTo>
                  <a:lnTo>
                    <a:pt x="4773595" y="3558026"/>
                  </a:lnTo>
                  <a:lnTo>
                    <a:pt x="4773595" y="3558026"/>
                  </a:lnTo>
                  <a:lnTo>
                    <a:pt x="4768158" y="3558026"/>
                  </a:lnTo>
                  <a:lnTo>
                    <a:pt x="4768158" y="3556523"/>
                  </a:lnTo>
                  <a:lnTo>
                    <a:pt x="4762721" y="3556523"/>
                  </a:lnTo>
                  <a:lnTo>
                    <a:pt x="4762721" y="3556523"/>
                  </a:lnTo>
                  <a:lnTo>
                    <a:pt x="4757285" y="3556523"/>
                  </a:lnTo>
                  <a:lnTo>
                    <a:pt x="4757285" y="3552023"/>
                  </a:lnTo>
                  <a:lnTo>
                    <a:pt x="4751848" y="3552023"/>
                  </a:lnTo>
                  <a:lnTo>
                    <a:pt x="4751848" y="3552023"/>
                  </a:lnTo>
                  <a:lnTo>
                    <a:pt x="4746411" y="3552023"/>
                  </a:lnTo>
                  <a:lnTo>
                    <a:pt x="4746411" y="3547537"/>
                  </a:lnTo>
                  <a:lnTo>
                    <a:pt x="4740974" y="3547537"/>
                  </a:lnTo>
                  <a:lnTo>
                    <a:pt x="4740974" y="3544547"/>
                  </a:lnTo>
                  <a:lnTo>
                    <a:pt x="4735537" y="3544547"/>
                  </a:lnTo>
                  <a:lnTo>
                    <a:pt x="4735537" y="3544547"/>
                  </a:lnTo>
                  <a:lnTo>
                    <a:pt x="4730100" y="3544547"/>
                  </a:lnTo>
                  <a:lnTo>
                    <a:pt x="4730100" y="3543054"/>
                  </a:lnTo>
                  <a:lnTo>
                    <a:pt x="4724663" y="3543054"/>
                  </a:lnTo>
                  <a:lnTo>
                    <a:pt x="4724663" y="3541562"/>
                  </a:lnTo>
                  <a:lnTo>
                    <a:pt x="4713789" y="3541562"/>
                  </a:lnTo>
                  <a:lnTo>
                    <a:pt x="4713789" y="3540073"/>
                  </a:lnTo>
                  <a:lnTo>
                    <a:pt x="4702916" y="3540073"/>
                  </a:lnTo>
                  <a:lnTo>
                    <a:pt x="4702916" y="3538587"/>
                  </a:lnTo>
                  <a:lnTo>
                    <a:pt x="4686605" y="3538587"/>
                  </a:lnTo>
                  <a:lnTo>
                    <a:pt x="4686605" y="3538587"/>
                  </a:lnTo>
                  <a:lnTo>
                    <a:pt x="4681168" y="3538587"/>
                  </a:lnTo>
                  <a:lnTo>
                    <a:pt x="4681168" y="3537103"/>
                  </a:lnTo>
                  <a:lnTo>
                    <a:pt x="4675731" y="3537103"/>
                  </a:lnTo>
                  <a:lnTo>
                    <a:pt x="4675731" y="3532650"/>
                  </a:lnTo>
                  <a:lnTo>
                    <a:pt x="4670294" y="3532650"/>
                  </a:lnTo>
                  <a:lnTo>
                    <a:pt x="4670294" y="3531166"/>
                  </a:lnTo>
                  <a:lnTo>
                    <a:pt x="4664857" y="3531166"/>
                  </a:lnTo>
                  <a:lnTo>
                    <a:pt x="4664857" y="3529684"/>
                  </a:lnTo>
                  <a:lnTo>
                    <a:pt x="4653983" y="3529684"/>
                  </a:lnTo>
                  <a:lnTo>
                    <a:pt x="4653983" y="3526720"/>
                  </a:lnTo>
                  <a:lnTo>
                    <a:pt x="4648547" y="3526720"/>
                  </a:lnTo>
                  <a:lnTo>
                    <a:pt x="4648547" y="3526720"/>
                  </a:lnTo>
                  <a:lnTo>
                    <a:pt x="4643110" y="3526720"/>
                  </a:lnTo>
                  <a:lnTo>
                    <a:pt x="4643110" y="3526720"/>
                  </a:lnTo>
                  <a:lnTo>
                    <a:pt x="4637673" y="3526720"/>
                  </a:lnTo>
                  <a:lnTo>
                    <a:pt x="4637673" y="3525247"/>
                  </a:lnTo>
                  <a:lnTo>
                    <a:pt x="4632236" y="3525247"/>
                  </a:lnTo>
                  <a:lnTo>
                    <a:pt x="4632236" y="3522302"/>
                  </a:lnTo>
                  <a:lnTo>
                    <a:pt x="4626799" y="3522302"/>
                  </a:lnTo>
                  <a:lnTo>
                    <a:pt x="4626799" y="3517889"/>
                  </a:lnTo>
                  <a:lnTo>
                    <a:pt x="4621362" y="3517889"/>
                  </a:lnTo>
                  <a:lnTo>
                    <a:pt x="4621362" y="3517889"/>
                  </a:lnTo>
                  <a:lnTo>
                    <a:pt x="4615925" y="3517889"/>
                  </a:lnTo>
                  <a:lnTo>
                    <a:pt x="4615925" y="3517889"/>
                  </a:lnTo>
                  <a:lnTo>
                    <a:pt x="4610488" y="3517889"/>
                  </a:lnTo>
                  <a:lnTo>
                    <a:pt x="4610488" y="3517889"/>
                  </a:lnTo>
                  <a:lnTo>
                    <a:pt x="4605051" y="3517889"/>
                  </a:lnTo>
                  <a:lnTo>
                    <a:pt x="4605051" y="3513497"/>
                  </a:lnTo>
                  <a:lnTo>
                    <a:pt x="4594178" y="3513497"/>
                  </a:lnTo>
                  <a:lnTo>
                    <a:pt x="4594178" y="3512034"/>
                  </a:lnTo>
                  <a:lnTo>
                    <a:pt x="4588741" y="3512034"/>
                  </a:lnTo>
                  <a:lnTo>
                    <a:pt x="4588741" y="3510571"/>
                  </a:lnTo>
                  <a:lnTo>
                    <a:pt x="4577867" y="3510571"/>
                  </a:lnTo>
                  <a:lnTo>
                    <a:pt x="4577867" y="3509109"/>
                  </a:lnTo>
                  <a:lnTo>
                    <a:pt x="4572430" y="3509109"/>
                  </a:lnTo>
                  <a:lnTo>
                    <a:pt x="4572430" y="3506190"/>
                  </a:lnTo>
                  <a:lnTo>
                    <a:pt x="4566993" y="3506190"/>
                  </a:lnTo>
                  <a:lnTo>
                    <a:pt x="4566993" y="3506190"/>
                  </a:lnTo>
                  <a:lnTo>
                    <a:pt x="4561556" y="3506190"/>
                  </a:lnTo>
                  <a:lnTo>
                    <a:pt x="4561556" y="3504733"/>
                  </a:lnTo>
                  <a:lnTo>
                    <a:pt x="4556119" y="3504733"/>
                  </a:lnTo>
                  <a:lnTo>
                    <a:pt x="4556119" y="3503276"/>
                  </a:lnTo>
                  <a:lnTo>
                    <a:pt x="4550682" y="3503276"/>
                  </a:lnTo>
                  <a:lnTo>
                    <a:pt x="4550682" y="3501820"/>
                  </a:lnTo>
                  <a:lnTo>
                    <a:pt x="4545246" y="3501820"/>
                  </a:lnTo>
                  <a:lnTo>
                    <a:pt x="4545246" y="3497451"/>
                  </a:lnTo>
                  <a:lnTo>
                    <a:pt x="4539809" y="3497451"/>
                  </a:lnTo>
                  <a:lnTo>
                    <a:pt x="4539809" y="3494539"/>
                  </a:lnTo>
                  <a:lnTo>
                    <a:pt x="4534372" y="3494539"/>
                  </a:lnTo>
                  <a:lnTo>
                    <a:pt x="4534372" y="3493083"/>
                  </a:lnTo>
                  <a:lnTo>
                    <a:pt x="4528935" y="3493083"/>
                  </a:lnTo>
                  <a:lnTo>
                    <a:pt x="4528935" y="3491628"/>
                  </a:lnTo>
                  <a:lnTo>
                    <a:pt x="4523498" y="3491628"/>
                  </a:lnTo>
                  <a:lnTo>
                    <a:pt x="4523498" y="3490173"/>
                  </a:lnTo>
                  <a:lnTo>
                    <a:pt x="4518061" y="3490173"/>
                  </a:lnTo>
                  <a:lnTo>
                    <a:pt x="4518061" y="3488719"/>
                  </a:lnTo>
                  <a:lnTo>
                    <a:pt x="4512624" y="3488719"/>
                  </a:lnTo>
                  <a:lnTo>
                    <a:pt x="4512624" y="3488719"/>
                  </a:lnTo>
                  <a:lnTo>
                    <a:pt x="4507187" y="3488719"/>
                  </a:lnTo>
                  <a:lnTo>
                    <a:pt x="4507187" y="3487269"/>
                  </a:lnTo>
                  <a:lnTo>
                    <a:pt x="4490877" y="3487269"/>
                  </a:lnTo>
                  <a:lnTo>
                    <a:pt x="4490877" y="3482932"/>
                  </a:lnTo>
                  <a:lnTo>
                    <a:pt x="4485440" y="3482932"/>
                  </a:lnTo>
                  <a:lnTo>
                    <a:pt x="4485440" y="3480040"/>
                  </a:lnTo>
                  <a:lnTo>
                    <a:pt x="4474566" y="3480040"/>
                  </a:lnTo>
                  <a:lnTo>
                    <a:pt x="4474566" y="3478593"/>
                  </a:lnTo>
                  <a:lnTo>
                    <a:pt x="4469129" y="3478593"/>
                  </a:lnTo>
                  <a:lnTo>
                    <a:pt x="4469129" y="3478593"/>
                  </a:lnTo>
                  <a:lnTo>
                    <a:pt x="4463692" y="3478593"/>
                  </a:lnTo>
                  <a:lnTo>
                    <a:pt x="4463692" y="3472822"/>
                  </a:lnTo>
                  <a:lnTo>
                    <a:pt x="4458255" y="3472822"/>
                  </a:lnTo>
                  <a:lnTo>
                    <a:pt x="4458255" y="3468494"/>
                  </a:lnTo>
                  <a:lnTo>
                    <a:pt x="4452818" y="3468494"/>
                  </a:lnTo>
                  <a:lnTo>
                    <a:pt x="4452818" y="3467051"/>
                  </a:lnTo>
                  <a:lnTo>
                    <a:pt x="4447381" y="3467051"/>
                  </a:lnTo>
                  <a:lnTo>
                    <a:pt x="4447381" y="3465610"/>
                  </a:lnTo>
                  <a:lnTo>
                    <a:pt x="4436508" y="3465610"/>
                  </a:lnTo>
                  <a:lnTo>
                    <a:pt x="4436508" y="3464169"/>
                  </a:lnTo>
                  <a:lnTo>
                    <a:pt x="4425634" y="3464169"/>
                  </a:lnTo>
                  <a:lnTo>
                    <a:pt x="4425634" y="3461288"/>
                  </a:lnTo>
                  <a:lnTo>
                    <a:pt x="4420197" y="3461288"/>
                  </a:lnTo>
                  <a:lnTo>
                    <a:pt x="4420197" y="3458406"/>
                  </a:lnTo>
                  <a:lnTo>
                    <a:pt x="4409323" y="3458406"/>
                  </a:lnTo>
                  <a:lnTo>
                    <a:pt x="4409323" y="3458406"/>
                  </a:lnTo>
                  <a:lnTo>
                    <a:pt x="4403886" y="3458406"/>
                  </a:lnTo>
                  <a:lnTo>
                    <a:pt x="4403886" y="3456969"/>
                  </a:lnTo>
                  <a:lnTo>
                    <a:pt x="4393012" y="3456969"/>
                  </a:lnTo>
                  <a:lnTo>
                    <a:pt x="4393012" y="3455535"/>
                  </a:lnTo>
                  <a:lnTo>
                    <a:pt x="4382139" y="3455535"/>
                  </a:lnTo>
                  <a:lnTo>
                    <a:pt x="4382139" y="3454102"/>
                  </a:lnTo>
                  <a:lnTo>
                    <a:pt x="4376702" y="3454102"/>
                  </a:lnTo>
                  <a:lnTo>
                    <a:pt x="4376702" y="3454102"/>
                  </a:lnTo>
                  <a:lnTo>
                    <a:pt x="4371265" y="3454102"/>
                  </a:lnTo>
                  <a:lnTo>
                    <a:pt x="4371265" y="3454102"/>
                  </a:lnTo>
                  <a:lnTo>
                    <a:pt x="4365828" y="3454102"/>
                  </a:lnTo>
                  <a:lnTo>
                    <a:pt x="4365828" y="3448391"/>
                  </a:lnTo>
                  <a:lnTo>
                    <a:pt x="4354954" y="3448391"/>
                  </a:lnTo>
                  <a:lnTo>
                    <a:pt x="4354954" y="3446963"/>
                  </a:lnTo>
                  <a:lnTo>
                    <a:pt x="4349517" y="3446963"/>
                  </a:lnTo>
                  <a:lnTo>
                    <a:pt x="4349517" y="3445536"/>
                  </a:lnTo>
                  <a:lnTo>
                    <a:pt x="4344080" y="3445536"/>
                  </a:lnTo>
                  <a:lnTo>
                    <a:pt x="4344080" y="3445536"/>
                  </a:lnTo>
                  <a:lnTo>
                    <a:pt x="4338643" y="3445536"/>
                  </a:lnTo>
                  <a:lnTo>
                    <a:pt x="4338643" y="3436995"/>
                  </a:lnTo>
                  <a:lnTo>
                    <a:pt x="4333207" y="3436995"/>
                  </a:lnTo>
                  <a:lnTo>
                    <a:pt x="4333207" y="3434147"/>
                  </a:lnTo>
                  <a:lnTo>
                    <a:pt x="4327770" y="3434147"/>
                  </a:lnTo>
                  <a:lnTo>
                    <a:pt x="4327770" y="3432724"/>
                  </a:lnTo>
                  <a:lnTo>
                    <a:pt x="4322333" y="3432724"/>
                  </a:lnTo>
                  <a:lnTo>
                    <a:pt x="4322333" y="3431301"/>
                  </a:lnTo>
                  <a:lnTo>
                    <a:pt x="4316896" y="3431301"/>
                  </a:lnTo>
                  <a:lnTo>
                    <a:pt x="4316896" y="3429878"/>
                  </a:lnTo>
                  <a:lnTo>
                    <a:pt x="4311459" y="3429878"/>
                  </a:lnTo>
                  <a:lnTo>
                    <a:pt x="4311459" y="3428455"/>
                  </a:lnTo>
                  <a:lnTo>
                    <a:pt x="4306022" y="3428455"/>
                  </a:lnTo>
                  <a:lnTo>
                    <a:pt x="4306022" y="3424193"/>
                  </a:lnTo>
                  <a:lnTo>
                    <a:pt x="4300585" y="3424193"/>
                  </a:lnTo>
                  <a:lnTo>
                    <a:pt x="4300585" y="3424193"/>
                  </a:lnTo>
                  <a:lnTo>
                    <a:pt x="4295148" y="3424193"/>
                  </a:lnTo>
                  <a:lnTo>
                    <a:pt x="4295148" y="3421354"/>
                  </a:lnTo>
                  <a:lnTo>
                    <a:pt x="4289711" y="3421354"/>
                  </a:lnTo>
                  <a:lnTo>
                    <a:pt x="4289711" y="3418514"/>
                  </a:lnTo>
                  <a:lnTo>
                    <a:pt x="4284274" y="3418514"/>
                  </a:lnTo>
                  <a:lnTo>
                    <a:pt x="4284274" y="3415675"/>
                  </a:lnTo>
                  <a:lnTo>
                    <a:pt x="4278838" y="3415675"/>
                  </a:lnTo>
                  <a:lnTo>
                    <a:pt x="4278838" y="3414255"/>
                  </a:lnTo>
                  <a:lnTo>
                    <a:pt x="4273401" y="3414255"/>
                  </a:lnTo>
                  <a:lnTo>
                    <a:pt x="4273401" y="3414255"/>
                  </a:lnTo>
                  <a:lnTo>
                    <a:pt x="4267964" y="3414255"/>
                  </a:lnTo>
                  <a:lnTo>
                    <a:pt x="4267964" y="3412836"/>
                  </a:lnTo>
                  <a:lnTo>
                    <a:pt x="4262527" y="3412836"/>
                  </a:lnTo>
                  <a:lnTo>
                    <a:pt x="4262527" y="3411419"/>
                  </a:lnTo>
                  <a:lnTo>
                    <a:pt x="4257090" y="3411419"/>
                  </a:lnTo>
                  <a:lnTo>
                    <a:pt x="4257090" y="3405760"/>
                  </a:lnTo>
                  <a:lnTo>
                    <a:pt x="4246216" y="3405760"/>
                  </a:lnTo>
                  <a:lnTo>
                    <a:pt x="4246216" y="3401519"/>
                  </a:lnTo>
                  <a:lnTo>
                    <a:pt x="4235342" y="3401519"/>
                  </a:lnTo>
                  <a:lnTo>
                    <a:pt x="4235342" y="3395863"/>
                  </a:lnTo>
                  <a:lnTo>
                    <a:pt x="4229906" y="3395863"/>
                  </a:lnTo>
                  <a:lnTo>
                    <a:pt x="4229906" y="3394449"/>
                  </a:lnTo>
                  <a:lnTo>
                    <a:pt x="4224469" y="3394449"/>
                  </a:lnTo>
                  <a:lnTo>
                    <a:pt x="4224469" y="3394449"/>
                  </a:lnTo>
                  <a:lnTo>
                    <a:pt x="4219032" y="3394449"/>
                  </a:lnTo>
                  <a:lnTo>
                    <a:pt x="4219032" y="3390232"/>
                  </a:lnTo>
                  <a:lnTo>
                    <a:pt x="4213595" y="3390232"/>
                  </a:lnTo>
                  <a:lnTo>
                    <a:pt x="4213595" y="3388826"/>
                  </a:lnTo>
                  <a:lnTo>
                    <a:pt x="4208158" y="3388826"/>
                  </a:lnTo>
                  <a:lnTo>
                    <a:pt x="4208158" y="3386014"/>
                  </a:lnTo>
                  <a:lnTo>
                    <a:pt x="4197284" y="3386014"/>
                  </a:lnTo>
                  <a:lnTo>
                    <a:pt x="4197284" y="3384609"/>
                  </a:lnTo>
                  <a:lnTo>
                    <a:pt x="4191847" y="3384609"/>
                  </a:lnTo>
                  <a:lnTo>
                    <a:pt x="4191847" y="3383206"/>
                  </a:lnTo>
                  <a:lnTo>
                    <a:pt x="4186410" y="3383206"/>
                  </a:lnTo>
                  <a:lnTo>
                    <a:pt x="4186410" y="3381805"/>
                  </a:lnTo>
                  <a:lnTo>
                    <a:pt x="4180973" y="3381805"/>
                  </a:lnTo>
                  <a:lnTo>
                    <a:pt x="4180973" y="3379003"/>
                  </a:lnTo>
                  <a:lnTo>
                    <a:pt x="4170100" y="3379003"/>
                  </a:lnTo>
                  <a:lnTo>
                    <a:pt x="4170100" y="3377603"/>
                  </a:lnTo>
                  <a:lnTo>
                    <a:pt x="4159226" y="3377603"/>
                  </a:lnTo>
                  <a:lnTo>
                    <a:pt x="4159226" y="3376204"/>
                  </a:lnTo>
                  <a:lnTo>
                    <a:pt x="4153789" y="3376204"/>
                  </a:lnTo>
                  <a:lnTo>
                    <a:pt x="4153789" y="3374807"/>
                  </a:lnTo>
                  <a:lnTo>
                    <a:pt x="4148352" y="3374807"/>
                  </a:lnTo>
                  <a:lnTo>
                    <a:pt x="4148352" y="3373411"/>
                  </a:lnTo>
                  <a:lnTo>
                    <a:pt x="4137478" y="3373411"/>
                  </a:lnTo>
                  <a:lnTo>
                    <a:pt x="4137478" y="3370619"/>
                  </a:lnTo>
                  <a:lnTo>
                    <a:pt x="4126604" y="3370619"/>
                  </a:lnTo>
                  <a:lnTo>
                    <a:pt x="4126604" y="3369224"/>
                  </a:lnTo>
                  <a:lnTo>
                    <a:pt x="4115731" y="3369224"/>
                  </a:lnTo>
                  <a:lnTo>
                    <a:pt x="4115731" y="3367830"/>
                  </a:lnTo>
                  <a:lnTo>
                    <a:pt x="4110294" y="3367830"/>
                  </a:lnTo>
                  <a:lnTo>
                    <a:pt x="4110294" y="3366438"/>
                  </a:lnTo>
                  <a:lnTo>
                    <a:pt x="4099420" y="3366438"/>
                  </a:lnTo>
                  <a:lnTo>
                    <a:pt x="4099420" y="3365048"/>
                  </a:lnTo>
                  <a:lnTo>
                    <a:pt x="4093983" y="3365048"/>
                  </a:lnTo>
                  <a:lnTo>
                    <a:pt x="4093983" y="3365048"/>
                  </a:lnTo>
                  <a:lnTo>
                    <a:pt x="4088546" y="3365048"/>
                  </a:lnTo>
                  <a:lnTo>
                    <a:pt x="4088546" y="3362272"/>
                  </a:lnTo>
                  <a:lnTo>
                    <a:pt x="4083109" y="3362272"/>
                  </a:lnTo>
                  <a:lnTo>
                    <a:pt x="4083109" y="3360884"/>
                  </a:lnTo>
                  <a:lnTo>
                    <a:pt x="4077672" y="3360884"/>
                  </a:lnTo>
                  <a:lnTo>
                    <a:pt x="4077672" y="3360884"/>
                  </a:lnTo>
                  <a:lnTo>
                    <a:pt x="4072235" y="3360884"/>
                  </a:lnTo>
                  <a:lnTo>
                    <a:pt x="4072235" y="3356725"/>
                  </a:lnTo>
                  <a:lnTo>
                    <a:pt x="4066799" y="3356725"/>
                  </a:lnTo>
                  <a:lnTo>
                    <a:pt x="4066799" y="3353958"/>
                  </a:lnTo>
                  <a:lnTo>
                    <a:pt x="4061362" y="3353958"/>
                  </a:lnTo>
                  <a:lnTo>
                    <a:pt x="4061362" y="3352576"/>
                  </a:lnTo>
                  <a:lnTo>
                    <a:pt x="4055925" y="3352576"/>
                  </a:lnTo>
                  <a:lnTo>
                    <a:pt x="4055925" y="3349813"/>
                  </a:lnTo>
                  <a:lnTo>
                    <a:pt x="4045051" y="3349813"/>
                  </a:lnTo>
                  <a:lnTo>
                    <a:pt x="4045051" y="3348431"/>
                  </a:lnTo>
                  <a:lnTo>
                    <a:pt x="4039614" y="3348431"/>
                  </a:lnTo>
                  <a:lnTo>
                    <a:pt x="4039614" y="3347052"/>
                  </a:lnTo>
                  <a:lnTo>
                    <a:pt x="4034177" y="3347052"/>
                  </a:lnTo>
                  <a:lnTo>
                    <a:pt x="4034177" y="3347052"/>
                  </a:lnTo>
                  <a:lnTo>
                    <a:pt x="4028740" y="3347052"/>
                  </a:lnTo>
                  <a:lnTo>
                    <a:pt x="4028740" y="3342930"/>
                  </a:lnTo>
                  <a:lnTo>
                    <a:pt x="4023303" y="3342930"/>
                  </a:lnTo>
                  <a:lnTo>
                    <a:pt x="4023303" y="3340182"/>
                  </a:lnTo>
                  <a:lnTo>
                    <a:pt x="4017867" y="3340182"/>
                  </a:lnTo>
                  <a:lnTo>
                    <a:pt x="4017867" y="3336063"/>
                  </a:lnTo>
                  <a:lnTo>
                    <a:pt x="4012430" y="3336063"/>
                  </a:lnTo>
                  <a:lnTo>
                    <a:pt x="4012430" y="3334692"/>
                  </a:lnTo>
                  <a:lnTo>
                    <a:pt x="4006993" y="3334692"/>
                  </a:lnTo>
                  <a:lnTo>
                    <a:pt x="4006993" y="3331953"/>
                  </a:lnTo>
                  <a:lnTo>
                    <a:pt x="4001556" y="3331953"/>
                  </a:lnTo>
                  <a:lnTo>
                    <a:pt x="4001556" y="3330585"/>
                  </a:lnTo>
                  <a:lnTo>
                    <a:pt x="3996119" y="3330585"/>
                  </a:lnTo>
                  <a:lnTo>
                    <a:pt x="3996119" y="3330585"/>
                  </a:lnTo>
                  <a:lnTo>
                    <a:pt x="3990682" y="3330585"/>
                  </a:lnTo>
                  <a:lnTo>
                    <a:pt x="3990682" y="3329220"/>
                  </a:lnTo>
                  <a:lnTo>
                    <a:pt x="3985245" y="3329220"/>
                  </a:lnTo>
                  <a:lnTo>
                    <a:pt x="3985245" y="3327857"/>
                  </a:lnTo>
                  <a:lnTo>
                    <a:pt x="3979808" y="3327857"/>
                  </a:lnTo>
                  <a:lnTo>
                    <a:pt x="3979808" y="3326494"/>
                  </a:lnTo>
                  <a:lnTo>
                    <a:pt x="3974371" y="3326494"/>
                  </a:lnTo>
                  <a:lnTo>
                    <a:pt x="3974371" y="3322408"/>
                  </a:lnTo>
                  <a:lnTo>
                    <a:pt x="3968934" y="3322408"/>
                  </a:lnTo>
                  <a:lnTo>
                    <a:pt x="3968934" y="3322408"/>
                  </a:lnTo>
                  <a:lnTo>
                    <a:pt x="3963498" y="3322408"/>
                  </a:lnTo>
                  <a:lnTo>
                    <a:pt x="3963498" y="3318330"/>
                  </a:lnTo>
                  <a:lnTo>
                    <a:pt x="3958061" y="3318330"/>
                  </a:lnTo>
                  <a:lnTo>
                    <a:pt x="3958061" y="3315614"/>
                  </a:lnTo>
                  <a:lnTo>
                    <a:pt x="3947187" y="3315614"/>
                  </a:lnTo>
                  <a:lnTo>
                    <a:pt x="3947187" y="3314255"/>
                  </a:lnTo>
                  <a:lnTo>
                    <a:pt x="3936313" y="3314255"/>
                  </a:lnTo>
                  <a:lnTo>
                    <a:pt x="3936313" y="3310180"/>
                  </a:lnTo>
                  <a:lnTo>
                    <a:pt x="3930876" y="3310180"/>
                  </a:lnTo>
                  <a:lnTo>
                    <a:pt x="3930876" y="3310180"/>
                  </a:lnTo>
                  <a:lnTo>
                    <a:pt x="3925439" y="3310180"/>
                  </a:lnTo>
                  <a:lnTo>
                    <a:pt x="3925439" y="3310180"/>
                  </a:lnTo>
                  <a:lnTo>
                    <a:pt x="3920002" y="3310180"/>
                  </a:lnTo>
                  <a:lnTo>
                    <a:pt x="3920002" y="3306121"/>
                  </a:lnTo>
                  <a:lnTo>
                    <a:pt x="3914565" y="3306121"/>
                  </a:lnTo>
                  <a:lnTo>
                    <a:pt x="3914565" y="3303417"/>
                  </a:lnTo>
                  <a:lnTo>
                    <a:pt x="3909129" y="3303417"/>
                  </a:lnTo>
                  <a:lnTo>
                    <a:pt x="3909129" y="3300714"/>
                  </a:lnTo>
                  <a:lnTo>
                    <a:pt x="3898255" y="3300714"/>
                  </a:lnTo>
                  <a:lnTo>
                    <a:pt x="3898255" y="3298013"/>
                  </a:lnTo>
                  <a:lnTo>
                    <a:pt x="3892818" y="3298013"/>
                  </a:lnTo>
                  <a:lnTo>
                    <a:pt x="3892818" y="3296663"/>
                  </a:lnTo>
                  <a:lnTo>
                    <a:pt x="3887381" y="3296663"/>
                  </a:lnTo>
                  <a:lnTo>
                    <a:pt x="3887381" y="3295313"/>
                  </a:lnTo>
                  <a:lnTo>
                    <a:pt x="3881944" y="3295313"/>
                  </a:lnTo>
                  <a:lnTo>
                    <a:pt x="3881944" y="3293966"/>
                  </a:lnTo>
                  <a:lnTo>
                    <a:pt x="3876507" y="3293966"/>
                  </a:lnTo>
                  <a:lnTo>
                    <a:pt x="3876507" y="3291270"/>
                  </a:lnTo>
                  <a:lnTo>
                    <a:pt x="3871070" y="3291270"/>
                  </a:lnTo>
                  <a:lnTo>
                    <a:pt x="3871070" y="3288574"/>
                  </a:lnTo>
                  <a:lnTo>
                    <a:pt x="3865633" y="3288574"/>
                  </a:lnTo>
                  <a:lnTo>
                    <a:pt x="3865633" y="3287227"/>
                  </a:lnTo>
                  <a:lnTo>
                    <a:pt x="3860197" y="3287227"/>
                  </a:lnTo>
                  <a:lnTo>
                    <a:pt x="3860197" y="3287227"/>
                  </a:lnTo>
                  <a:lnTo>
                    <a:pt x="3854760" y="3287227"/>
                  </a:lnTo>
                  <a:lnTo>
                    <a:pt x="3854760" y="3284537"/>
                  </a:lnTo>
                  <a:lnTo>
                    <a:pt x="3849323" y="3284537"/>
                  </a:lnTo>
                  <a:lnTo>
                    <a:pt x="3849323" y="3281846"/>
                  </a:lnTo>
                  <a:lnTo>
                    <a:pt x="3843886" y="3281846"/>
                  </a:lnTo>
                  <a:lnTo>
                    <a:pt x="3843886" y="3279161"/>
                  </a:lnTo>
                  <a:lnTo>
                    <a:pt x="3838449" y="3279161"/>
                  </a:lnTo>
                  <a:lnTo>
                    <a:pt x="3838449" y="3276477"/>
                  </a:lnTo>
                  <a:lnTo>
                    <a:pt x="3827575" y="3276477"/>
                  </a:lnTo>
                  <a:lnTo>
                    <a:pt x="3827575" y="3276477"/>
                  </a:lnTo>
                  <a:lnTo>
                    <a:pt x="3816701" y="3276477"/>
                  </a:lnTo>
                  <a:lnTo>
                    <a:pt x="3816701" y="3275137"/>
                  </a:lnTo>
                  <a:lnTo>
                    <a:pt x="3811264" y="3275137"/>
                  </a:lnTo>
                  <a:lnTo>
                    <a:pt x="3811264" y="3275137"/>
                  </a:lnTo>
                  <a:lnTo>
                    <a:pt x="3805828" y="3275137"/>
                  </a:lnTo>
                  <a:lnTo>
                    <a:pt x="3805828" y="3272465"/>
                  </a:lnTo>
                  <a:lnTo>
                    <a:pt x="3794954" y="3272465"/>
                  </a:lnTo>
                  <a:lnTo>
                    <a:pt x="3794954" y="3272465"/>
                  </a:lnTo>
                  <a:lnTo>
                    <a:pt x="3789517" y="3272465"/>
                  </a:lnTo>
                  <a:lnTo>
                    <a:pt x="3789517" y="3269795"/>
                  </a:lnTo>
                  <a:lnTo>
                    <a:pt x="3784080" y="3269795"/>
                  </a:lnTo>
                  <a:lnTo>
                    <a:pt x="3784080" y="3268462"/>
                  </a:lnTo>
                  <a:lnTo>
                    <a:pt x="3778643" y="3268462"/>
                  </a:lnTo>
                  <a:lnTo>
                    <a:pt x="3778643" y="3267130"/>
                  </a:lnTo>
                  <a:lnTo>
                    <a:pt x="3773206" y="3267130"/>
                  </a:lnTo>
                  <a:lnTo>
                    <a:pt x="3773206" y="3264467"/>
                  </a:lnTo>
                  <a:lnTo>
                    <a:pt x="3767769" y="3264467"/>
                  </a:lnTo>
                  <a:lnTo>
                    <a:pt x="3767769" y="3263136"/>
                  </a:lnTo>
                  <a:lnTo>
                    <a:pt x="3756895" y="3263136"/>
                  </a:lnTo>
                  <a:lnTo>
                    <a:pt x="3756895" y="3259147"/>
                  </a:lnTo>
                  <a:lnTo>
                    <a:pt x="3751459" y="3259147"/>
                  </a:lnTo>
                  <a:lnTo>
                    <a:pt x="3751459" y="3257819"/>
                  </a:lnTo>
                  <a:lnTo>
                    <a:pt x="3746022" y="3257819"/>
                  </a:lnTo>
                  <a:lnTo>
                    <a:pt x="3746022" y="3255165"/>
                  </a:lnTo>
                  <a:lnTo>
                    <a:pt x="3735148" y="3255165"/>
                  </a:lnTo>
                  <a:lnTo>
                    <a:pt x="3735148" y="3253840"/>
                  </a:lnTo>
                  <a:lnTo>
                    <a:pt x="3729711" y="3253840"/>
                  </a:lnTo>
                  <a:lnTo>
                    <a:pt x="3729711" y="3249868"/>
                  </a:lnTo>
                  <a:lnTo>
                    <a:pt x="3724274" y="3249868"/>
                  </a:lnTo>
                  <a:lnTo>
                    <a:pt x="3724274" y="3247220"/>
                  </a:lnTo>
                  <a:lnTo>
                    <a:pt x="3718837" y="3247220"/>
                  </a:lnTo>
                  <a:lnTo>
                    <a:pt x="3718837" y="3244571"/>
                  </a:lnTo>
                  <a:lnTo>
                    <a:pt x="3713400" y="3244571"/>
                  </a:lnTo>
                  <a:lnTo>
                    <a:pt x="3713400" y="3241925"/>
                  </a:lnTo>
                  <a:lnTo>
                    <a:pt x="3707963" y="3241925"/>
                  </a:lnTo>
                  <a:lnTo>
                    <a:pt x="3707963" y="3239278"/>
                  </a:lnTo>
                  <a:lnTo>
                    <a:pt x="3702526" y="3239278"/>
                  </a:lnTo>
                  <a:lnTo>
                    <a:pt x="3702526" y="3239278"/>
                  </a:lnTo>
                  <a:lnTo>
                    <a:pt x="3697090" y="3239278"/>
                  </a:lnTo>
                  <a:lnTo>
                    <a:pt x="3697090" y="3236638"/>
                  </a:lnTo>
                  <a:lnTo>
                    <a:pt x="3691653" y="3236638"/>
                  </a:lnTo>
                  <a:lnTo>
                    <a:pt x="3691653" y="3234004"/>
                  </a:lnTo>
                  <a:lnTo>
                    <a:pt x="3686216" y="3234004"/>
                  </a:lnTo>
                  <a:lnTo>
                    <a:pt x="3686216" y="3231371"/>
                  </a:lnTo>
                  <a:lnTo>
                    <a:pt x="3680779" y="3231371"/>
                  </a:lnTo>
                  <a:lnTo>
                    <a:pt x="3680779" y="3230054"/>
                  </a:lnTo>
                  <a:lnTo>
                    <a:pt x="3675342" y="3230054"/>
                  </a:lnTo>
                  <a:lnTo>
                    <a:pt x="3675342" y="3228738"/>
                  </a:lnTo>
                  <a:lnTo>
                    <a:pt x="3659031" y="3228738"/>
                  </a:lnTo>
                  <a:lnTo>
                    <a:pt x="3659031" y="3224793"/>
                  </a:lnTo>
                  <a:lnTo>
                    <a:pt x="3653594" y="3224793"/>
                  </a:lnTo>
                  <a:lnTo>
                    <a:pt x="3653594" y="3223479"/>
                  </a:lnTo>
                  <a:lnTo>
                    <a:pt x="3648158" y="3223479"/>
                  </a:lnTo>
                  <a:lnTo>
                    <a:pt x="3648158" y="3222168"/>
                  </a:lnTo>
                  <a:lnTo>
                    <a:pt x="3637284" y="3222168"/>
                  </a:lnTo>
                  <a:lnTo>
                    <a:pt x="3637284" y="3220857"/>
                  </a:lnTo>
                  <a:lnTo>
                    <a:pt x="3631847" y="3220857"/>
                  </a:lnTo>
                  <a:lnTo>
                    <a:pt x="3631847" y="3219546"/>
                  </a:lnTo>
                  <a:lnTo>
                    <a:pt x="3626410" y="3219546"/>
                  </a:lnTo>
                  <a:lnTo>
                    <a:pt x="3626410" y="3216925"/>
                  </a:lnTo>
                  <a:lnTo>
                    <a:pt x="3620973" y="3216925"/>
                  </a:lnTo>
                  <a:lnTo>
                    <a:pt x="3620973" y="3215614"/>
                  </a:lnTo>
                  <a:lnTo>
                    <a:pt x="3615536" y="3215614"/>
                  </a:lnTo>
                  <a:lnTo>
                    <a:pt x="3615536" y="3215614"/>
                  </a:lnTo>
                  <a:lnTo>
                    <a:pt x="3604662" y="3215614"/>
                  </a:lnTo>
                  <a:lnTo>
                    <a:pt x="3604662" y="3214306"/>
                  </a:lnTo>
                  <a:lnTo>
                    <a:pt x="3599225" y="3214306"/>
                  </a:lnTo>
                  <a:lnTo>
                    <a:pt x="3599225" y="3211688"/>
                  </a:lnTo>
                  <a:lnTo>
                    <a:pt x="3593789" y="3211688"/>
                  </a:lnTo>
                  <a:lnTo>
                    <a:pt x="3593789" y="3207761"/>
                  </a:lnTo>
                  <a:lnTo>
                    <a:pt x="3588352" y="3207761"/>
                  </a:lnTo>
                  <a:lnTo>
                    <a:pt x="3588352" y="3206452"/>
                  </a:lnTo>
                  <a:lnTo>
                    <a:pt x="3582915" y="3206452"/>
                  </a:lnTo>
                  <a:lnTo>
                    <a:pt x="3582915" y="3203836"/>
                  </a:lnTo>
                  <a:lnTo>
                    <a:pt x="3577478" y="3203836"/>
                  </a:lnTo>
                  <a:lnTo>
                    <a:pt x="3577478" y="3203836"/>
                  </a:lnTo>
                  <a:lnTo>
                    <a:pt x="3572041" y="3203836"/>
                  </a:lnTo>
                  <a:lnTo>
                    <a:pt x="3572041" y="3202531"/>
                  </a:lnTo>
                  <a:lnTo>
                    <a:pt x="3566604" y="3202531"/>
                  </a:lnTo>
                  <a:lnTo>
                    <a:pt x="3566604" y="3201227"/>
                  </a:lnTo>
                  <a:lnTo>
                    <a:pt x="3561167" y="3201227"/>
                  </a:lnTo>
                  <a:lnTo>
                    <a:pt x="3561167" y="3199923"/>
                  </a:lnTo>
                  <a:lnTo>
                    <a:pt x="3555730" y="3199923"/>
                  </a:lnTo>
                  <a:lnTo>
                    <a:pt x="3555730" y="3197314"/>
                  </a:lnTo>
                  <a:lnTo>
                    <a:pt x="3550293" y="3197314"/>
                  </a:lnTo>
                  <a:lnTo>
                    <a:pt x="3550293" y="3193409"/>
                  </a:lnTo>
                  <a:lnTo>
                    <a:pt x="3539420" y="3193409"/>
                  </a:lnTo>
                  <a:lnTo>
                    <a:pt x="3539420" y="3193409"/>
                  </a:lnTo>
                  <a:lnTo>
                    <a:pt x="3533983" y="3193409"/>
                  </a:lnTo>
                  <a:lnTo>
                    <a:pt x="3533983" y="3193409"/>
                  </a:lnTo>
                  <a:lnTo>
                    <a:pt x="3528546" y="3193409"/>
                  </a:lnTo>
                  <a:lnTo>
                    <a:pt x="3528546" y="3193409"/>
                  </a:lnTo>
                  <a:lnTo>
                    <a:pt x="3523109" y="3193409"/>
                  </a:lnTo>
                  <a:lnTo>
                    <a:pt x="3523109" y="3190816"/>
                  </a:lnTo>
                  <a:lnTo>
                    <a:pt x="3517672" y="3190816"/>
                  </a:lnTo>
                  <a:lnTo>
                    <a:pt x="3517672" y="3189522"/>
                  </a:lnTo>
                  <a:lnTo>
                    <a:pt x="3512235" y="3189522"/>
                  </a:lnTo>
                  <a:lnTo>
                    <a:pt x="3512235" y="3186932"/>
                  </a:lnTo>
                  <a:lnTo>
                    <a:pt x="3506798" y="3186932"/>
                  </a:lnTo>
                  <a:lnTo>
                    <a:pt x="3506798" y="3185639"/>
                  </a:lnTo>
                  <a:lnTo>
                    <a:pt x="3501361" y="3185639"/>
                  </a:lnTo>
                  <a:lnTo>
                    <a:pt x="3501361" y="3184348"/>
                  </a:lnTo>
                  <a:lnTo>
                    <a:pt x="3495924" y="3184348"/>
                  </a:lnTo>
                  <a:lnTo>
                    <a:pt x="3495924" y="3181769"/>
                  </a:lnTo>
                  <a:lnTo>
                    <a:pt x="3490487" y="3181769"/>
                  </a:lnTo>
                  <a:lnTo>
                    <a:pt x="3490487" y="3181769"/>
                  </a:lnTo>
                  <a:lnTo>
                    <a:pt x="3485051" y="3181769"/>
                  </a:lnTo>
                  <a:lnTo>
                    <a:pt x="3485051" y="3180481"/>
                  </a:lnTo>
                  <a:lnTo>
                    <a:pt x="3479614" y="3180481"/>
                  </a:lnTo>
                  <a:lnTo>
                    <a:pt x="3479614" y="3177907"/>
                  </a:lnTo>
                  <a:lnTo>
                    <a:pt x="3474177" y="3177907"/>
                  </a:lnTo>
                  <a:lnTo>
                    <a:pt x="3474177" y="3175333"/>
                  </a:lnTo>
                  <a:lnTo>
                    <a:pt x="3468740" y="3175333"/>
                  </a:lnTo>
                  <a:lnTo>
                    <a:pt x="3468740" y="3172759"/>
                  </a:lnTo>
                  <a:lnTo>
                    <a:pt x="3463303" y="3172759"/>
                  </a:lnTo>
                  <a:lnTo>
                    <a:pt x="3463303" y="3170191"/>
                  </a:lnTo>
                  <a:lnTo>
                    <a:pt x="3457866" y="3170191"/>
                  </a:lnTo>
                  <a:lnTo>
                    <a:pt x="3457866" y="3165054"/>
                  </a:lnTo>
                  <a:lnTo>
                    <a:pt x="3452429" y="3165054"/>
                  </a:lnTo>
                  <a:lnTo>
                    <a:pt x="3452429" y="3163772"/>
                  </a:lnTo>
                  <a:lnTo>
                    <a:pt x="3446992" y="3163772"/>
                  </a:lnTo>
                  <a:lnTo>
                    <a:pt x="3446992" y="3162489"/>
                  </a:lnTo>
                  <a:lnTo>
                    <a:pt x="3436119" y="3162489"/>
                  </a:lnTo>
                  <a:lnTo>
                    <a:pt x="3436119" y="3159923"/>
                  </a:lnTo>
                  <a:lnTo>
                    <a:pt x="3430682" y="3159923"/>
                  </a:lnTo>
                  <a:lnTo>
                    <a:pt x="3430682" y="3156075"/>
                  </a:lnTo>
                  <a:lnTo>
                    <a:pt x="3425245" y="3156075"/>
                  </a:lnTo>
                  <a:lnTo>
                    <a:pt x="3425245" y="3154795"/>
                  </a:lnTo>
                  <a:lnTo>
                    <a:pt x="3419808" y="3154795"/>
                  </a:lnTo>
                  <a:lnTo>
                    <a:pt x="3419808" y="3152237"/>
                  </a:lnTo>
                  <a:lnTo>
                    <a:pt x="3414371" y="3152237"/>
                  </a:lnTo>
                  <a:lnTo>
                    <a:pt x="3414371" y="3148399"/>
                  </a:lnTo>
                  <a:lnTo>
                    <a:pt x="3408934" y="3148399"/>
                  </a:lnTo>
                  <a:lnTo>
                    <a:pt x="3408934" y="3147120"/>
                  </a:lnTo>
                  <a:lnTo>
                    <a:pt x="3403497" y="3147120"/>
                  </a:lnTo>
                  <a:lnTo>
                    <a:pt x="3403497" y="3144565"/>
                  </a:lnTo>
                  <a:lnTo>
                    <a:pt x="3398060" y="3144565"/>
                  </a:lnTo>
                  <a:lnTo>
                    <a:pt x="3398060" y="3143288"/>
                  </a:lnTo>
                  <a:lnTo>
                    <a:pt x="3392623" y="3143288"/>
                  </a:lnTo>
                  <a:lnTo>
                    <a:pt x="3392623" y="3142012"/>
                  </a:lnTo>
                  <a:lnTo>
                    <a:pt x="3387186" y="3142012"/>
                  </a:lnTo>
                  <a:lnTo>
                    <a:pt x="3387186" y="3140739"/>
                  </a:lnTo>
                  <a:lnTo>
                    <a:pt x="3381750" y="3140739"/>
                  </a:lnTo>
                  <a:lnTo>
                    <a:pt x="3381750" y="3139469"/>
                  </a:lnTo>
                  <a:lnTo>
                    <a:pt x="3370876" y="3139469"/>
                  </a:lnTo>
                  <a:lnTo>
                    <a:pt x="3370876" y="3135656"/>
                  </a:lnTo>
                  <a:lnTo>
                    <a:pt x="3365439" y="3135656"/>
                  </a:lnTo>
                  <a:lnTo>
                    <a:pt x="3365439" y="3131842"/>
                  </a:lnTo>
                  <a:lnTo>
                    <a:pt x="3360002" y="3131842"/>
                  </a:lnTo>
                  <a:lnTo>
                    <a:pt x="3360002" y="3129300"/>
                  </a:lnTo>
                  <a:lnTo>
                    <a:pt x="3354565" y="3129300"/>
                  </a:lnTo>
                  <a:lnTo>
                    <a:pt x="3354565" y="3126759"/>
                  </a:lnTo>
                  <a:lnTo>
                    <a:pt x="3349128" y="3126759"/>
                  </a:lnTo>
                  <a:lnTo>
                    <a:pt x="3349128" y="3122952"/>
                  </a:lnTo>
                  <a:lnTo>
                    <a:pt x="3343691" y="3122952"/>
                  </a:lnTo>
                  <a:lnTo>
                    <a:pt x="3343691" y="3119145"/>
                  </a:lnTo>
                  <a:lnTo>
                    <a:pt x="3332817" y="3119145"/>
                  </a:lnTo>
                  <a:lnTo>
                    <a:pt x="3332817" y="3117876"/>
                  </a:lnTo>
                  <a:lnTo>
                    <a:pt x="3321944" y="3117876"/>
                  </a:lnTo>
                  <a:lnTo>
                    <a:pt x="3321944" y="3117876"/>
                  </a:lnTo>
                  <a:lnTo>
                    <a:pt x="3316507" y="3117876"/>
                  </a:lnTo>
                  <a:lnTo>
                    <a:pt x="3316507" y="3115341"/>
                  </a:lnTo>
                  <a:lnTo>
                    <a:pt x="3311070" y="3115341"/>
                  </a:lnTo>
                  <a:lnTo>
                    <a:pt x="3311070" y="3112810"/>
                  </a:lnTo>
                  <a:lnTo>
                    <a:pt x="3305633" y="3112810"/>
                  </a:lnTo>
                  <a:lnTo>
                    <a:pt x="3305633" y="3110282"/>
                  </a:lnTo>
                  <a:lnTo>
                    <a:pt x="3300196" y="3110282"/>
                  </a:lnTo>
                  <a:lnTo>
                    <a:pt x="3300196" y="3106489"/>
                  </a:lnTo>
                  <a:lnTo>
                    <a:pt x="3294759" y="3106489"/>
                  </a:lnTo>
                  <a:lnTo>
                    <a:pt x="3294759" y="3105226"/>
                  </a:lnTo>
                  <a:lnTo>
                    <a:pt x="3289322" y="3105226"/>
                  </a:lnTo>
                  <a:lnTo>
                    <a:pt x="3289322" y="3102702"/>
                  </a:lnTo>
                  <a:lnTo>
                    <a:pt x="3283885" y="3102702"/>
                  </a:lnTo>
                  <a:lnTo>
                    <a:pt x="3283885" y="3098918"/>
                  </a:lnTo>
                  <a:lnTo>
                    <a:pt x="3278449" y="3098918"/>
                  </a:lnTo>
                  <a:lnTo>
                    <a:pt x="3278449" y="3096395"/>
                  </a:lnTo>
                  <a:lnTo>
                    <a:pt x="3273012" y="3096395"/>
                  </a:lnTo>
                  <a:lnTo>
                    <a:pt x="3273012" y="3095137"/>
                  </a:lnTo>
                  <a:lnTo>
                    <a:pt x="3267575" y="3095137"/>
                  </a:lnTo>
                  <a:lnTo>
                    <a:pt x="3267575" y="3093879"/>
                  </a:lnTo>
                  <a:lnTo>
                    <a:pt x="3262138" y="3093879"/>
                  </a:lnTo>
                  <a:lnTo>
                    <a:pt x="3262138" y="3092621"/>
                  </a:lnTo>
                  <a:lnTo>
                    <a:pt x="3256701" y="3092621"/>
                  </a:lnTo>
                  <a:lnTo>
                    <a:pt x="3256701" y="3092621"/>
                  </a:lnTo>
                  <a:lnTo>
                    <a:pt x="3251264" y="3092621"/>
                  </a:lnTo>
                  <a:lnTo>
                    <a:pt x="3251264" y="3090107"/>
                  </a:lnTo>
                  <a:lnTo>
                    <a:pt x="3245827" y="3090107"/>
                  </a:lnTo>
                  <a:lnTo>
                    <a:pt x="3245827" y="3086339"/>
                  </a:lnTo>
                  <a:lnTo>
                    <a:pt x="3240390" y="3086339"/>
                  </a:lnTo>
                  <a:lnTo>
                    <a:pt x="3240390" y="3086339"/>
                  </a:lnTo>
                  <a:lnTo>
                    <a:pt x="3234953" y="3086339"/>
                  </a:lnTo>
                  <a:lnTo>
                    <a:pt x="3234953" y="3081327"/>
                  </a:lnTo>
                  <a:lnTo>
                    <a:pt x="3229516" y="3081327"/>
                  </a:lnTo>
                  <a:lnTo>
                    <a:pt x="3229516" y="3081327"/>
                  </a:lnTo>
                  <a:lnTo>
                    <a:pt x="3224080" y="3081327"/>
                  </a:lnTo>
                  <a:lnTo>
                    <a:pt x="3224080" y="3077572"/>
                  </a:lnTo>
                  <a:lnTo>
                    <a:pt x="3218643" y="3077572"/>
                  </a:lnTo>
                  <a:lnTo>
                    <a:pt x="3218643" y="3073817"/>
                  </a:lnTo>
                  <a:lnTo>
                    <a:pt x="3213206" y="3073817"/>
                  </a:lnTo>
                  <a:lnTo>
                    <a:pt x="3213206" y="3068810"/>
                  </a:lnTo>
                  <a:lnTo>
                    <a:pt x="3207769" y="3068810"/>
                  </a:lnTo>
                  <a:lnTo>
                    <a:pt x="3207769" y="3067558"/>
                  </a:lnTo>
                  <a:lnTo>
                    <a:pt x="3202332" y="3067558"/>
                  </a:lnTo>
                  <a:lnTo>
                    <a:pt x="3202332" y="3065056"/>
                  </a:lnTo>
                  <a:lnTo>
                    <a:pt x="3196895" y="3065056"/>
                  </a:lnTo>
                  <a:lnTo>
                    <a:pt x="3196895" y="3063808"/>
                  </a:lnTo>
                  <a:lnTo>
                    <a:pt x="3191458" y="3063808"/>
                  </a:lnTo>
                  <a:lnTo>
                    <a:pt x="3191458" y="3061314"/>
                  </a:lnTo>
                  <a:lnTo>
                    <a:pt x="3186021" y="3061314"/>
                  </a:lnTo>
                  <a:lnTo>
                    <a:pt x="3186021" y="3060067"/>
                  </a:lnTo>
                  <a:lnTo>
                    <a:pt x="3180584" y="3060067"/>
                  </a:lnTo>
                  <a:lnTo>
                    <a:pt x="3180584" y="3051342"/>
                  </a:lnTo>
                  <a:lnTo>
                    <a:pt x="3175147" y="3051342"/>
                  </a:lnTo>
                  <a:lnTo>
                    <a:pt x="3175147" y="3048849"/>
                  </a:lnTo>
                  <a:lnTo>
                    <a:pt x="3164274" y="3048849"/>
                  </a:lnTo>
                  <a:lnTo>
                    <a:pt x="3164274" y="3041369"/>
                  </a:lnTo>
                  <a:lnTo>
                    <a:pt x="3158837" y="3041369"/>
                  </a:lnTo>
                  <a:lnTo>
                    <a:pt x="3158837" y="3040123"/>
                  </a:lnTo>
                  <a:lnTo>
                    <a:pt x="3153400" y="3040123"/>
                  </a:lnTo>
                  <a:lnTo>
                    <a:pt x="3153400" y="3038880"/>
                  </a:lnTo>
                  <a:lnTo>
                    <a:pt x="3147963" y="3038880"/>
                  </a:lnTo>
                  <a:lnTo>
                    <a:pt x="3147963" y="3035147"/>
                  </a:lnTo>
                  <a:lnTo>
                    <a:pt x="3142526" y="3035147"/>
                  </a:lnTo>
                  <a:lnTo>
                    <a:pt x="3142526" y="3035147"/>
                  </a:lnTo>
                  <a:lnTo>
                    <a:pt x="3137089" y="3035147"/>
                  </a:lnTo>
                  <a:lnTo>
                    <a:pt x="3137089" y="3032662"/>
                  </a:lnTo>
                  <a:lnTo>
                    <a:pt x="3131652" y="3032662"/>
                  </a:lnTo>
                  <a:lnTo>
                    <a:pt x="3131652" y="3030177"/>
                  </a:lnTo>
                  <a:lnTo>
                    <a:pt x="3126215" y="3030177"/>
                  </a:lnTo>
                  <a:lnTo>
                    <a:pt x="3126215" y="3030177"/>
                  </a:lnTo>
                  <a:lnTo>
                    <a:pt x="3115342" y="3030177"/>
                  </a:lnTo>
                  <a:lnTo>
                    <a:pt x="3115342" y="3022732"/>
                  </a:lnTo>
                  <a:lnTo>
                    <a:pt x="3109905" y="3022732"/>
                  </a:lnTo>
                  <a:lnTo>
                    <a:pt x="3109905" y="3020250"/>
                  </a:lnTo>
                  <a:lnTo>
                    <a:pt x="3104468" y="3020250"/>
                  </a:lnTo>
                  <a:lnTo>
                    <a:pt x="3104468" y="3016527"/>
                  </a:lnTo>
                  <a:lnTo>
                    <a:pt x="3099031" y="3016527"/>
                  </a:lnTo>
                  <a:lnTo>
                    <a:pt x="3099031" y="3014045"/>
                  </a:lnTo>
                  <a:lnTo>
                    <a:pt x="3093594" y="3014045"/>
                  </a:lnTo>
                  <a:lnTo>
                    <a:pt x="3093594" y="3011566"/>
                  </a:lnTo>
                  <a:lnTo>
                    <a:pt x="3088157" y="3011566"/>
                  </a:lnTo>
                  <a:lnTo>
                    <a:pt x="3088157" y="3009087"/>
                  </a:lnTo>
                  <a:lnTo>
                    <a:pt x="3077283" y="3009087"/>
                  </a:lnTo>
                  <a:lnTo>
                    <a:pt x="3077283" y="3005368"/>
                  </a:lnTo>
                  <a:lnTo>
                    <a:pt x="3071846" y="3005368"/>
                  </a:lnTo>
                  <a:lnTo>
                    <a:pt x="3071846" y="3005368"/>
                  </a:lnTo>
                  <a:lnTo>
                    <a:pt x="3060973" y="3005368"/>
                  </a:lnTo>
                  <a:lnTo>
                    <a:pt x="3060973" y="3002891"/>
                  </a:lnTo>
                  <a:lnTo>
                    <a:pt x="3055536" y="3002891"/>
                  </a:lnTo>
                  <a:lnTo>
                    <a:pt x="3055536" y="3000414"/>
                  </a:lnTo>
                  <a:lnTo>
                    <a:pt x="3050099" y="3000414"/>
                  </a:lnTo>
                  <a:lnTo>
                    <a:pt x="3050099" y="2997937"/>
                  </a:lnTo>
                  <a:lnTo>
                    <a:pt x="3044662" y="2997937"/>
                  </a:lnTo>
                  <a:lnTo>
                    <a:pt x="3044662" y="2996701"/>
                  </a:lnTo>
                  <a:lnTo>
                    <a:pt x="3039225" y="2996701"/>
                  </a:lnTo>
                  <a:lnTo>
                    <a:pt x="3039225" y="2994230"/>
                  </a:lnTo>
                  <a:lnTo>
                    <a:pt x="3033788" y="2994230"/>
                  </a:lnTo>
                  <a:lnTo>
                    <a:pt x="3033788" y="2994230"/>
                  </a:lnTo>
                  <a:lnTo>
                    <a:pt x="3028351" y="2994230"/>
                  </a:lnTo>
                  <a:lnTo>
                    <a:pt x="3028351" y="2990526"/>
                  </a:lnTo>
                  <a:lnTo>
                    <a:pt x="3022914" y="2990526"/>
                  </a:lnTo>
                  <a:lnTo>
                    <a:pt x="3022914" y="2986822"/>
                  </a:lnTo>
                  <a:lnTo>
                    <a:pt x="3017477" y="2986822"/>
                  </a:lnTo>
                  <a:lnTo>
                    <a:pt x="3017477" y="2984353"/>
                  </a:lnTo>
                  <a:lnTo>
                    <a:pt x="3012041" y="2984353"/>
                  </a:lnTo>
                  <a:lnTo>
                    <a:pt x="3012041" y="2984353"/>
                  </a:lnTo>
                  <a:lnTo>
                    <a:pt x="3006604" y="2984353"/>
                  </a:lnTo>
                  <a:lnTo>
                    <a:pt x="3006604" y="2983120"/>
                  </a:lnTo>
                  <a:lnTo>
                    <a:pt x="3001167" y="2983120"/>
                  </a:lnTo>
                  <a:lnTo>
                    <a:pt x="3001167" y="2979421"/>
                  </a:lnTo>
                  <a:lnTo>
                    <a:pt x="2995730" y="2979421"/>
                  </a:lnTo>
                  <a:lnTo>
                    <a:pt x="2995730" y="2978188"/>
                  </a:lnTo>
                  <a:lnTo>
                    <a:pt x="2990293" y="2978188"/>
                  </a:lnTo>
                  <a:lnTo>
                    <a:pt x="2990293" y="2976956"/>
                  </a:lnTo>
                  <a:lnTo>
                    <a:pt x="2984856" y="2976956"/>
                  </a:lnTo>
                  <a:lnTo>
                    <a:pt x="2984856" y="2973257"/>
                  </a:lnTo>
                  <a:lnTo>
                    <a:pt x="2979419" y="2973257"/>
                  </a:lnTo>
                  <a:lnTo>
                    <a:pt x="2979419" y="2967092"/>
                  </a:lnTo>
                  <a:lnTo>
                    <a:pt x="2973982" y="2967092"/>
                  </a:lnTo>
                  <a:lnTo>
                    <a:pt x="2973982" y="2965860"/>
                  </a:lnTo>
                  <a:lnTo>
                    <a:pt x="2968545" y="2965860"/>
                  </a:lnTo>
                  <a:lnTo>
                    <a:pt x="2968545" y="2962170"/>
                  </a:lnTo>
                  <a:lnTo>
                    <a:pt x="2963108" y="2962170"/>
                  </a:lnTo>
                  <a:lnTo>
                    <a:pt x="2963108" y="2960942"/>
                  </a:lnTo>
                  <a:lnTo>
                    <a:pt x="2957672" y="2960942"/>
                  </a:lnTo>
                  <a:lnTo>
                    <a:pt x="2957672" y="2959714"/>
                  </a:lnTo>
                  <a:lnTo>
                    <a:pt x="2952235" y="2959714"/>
                  </a:lnTo>
                  <a:lnTo>
                    <a:pt x="2952235" y="2958487"/>
                  </a:lnTo>
                  <a:lnTo>
                    <a:pt x="2946798" y="2958487"/>
                  </a:lnTo>
                  <a:lnTo>
                    <a:pt x="2946798" y="2957260"/>
                  </a:lnTo>
                  <a:lnTo>
                    <a:pt x="2935924" y="2957260"/>
                  </a:lnTo>
                  <a:lnTo>
                    <a:pt x="2935924" y="2953582"/>
                  </a:lnTo>
                  <a:lnTo>
                    <a:pt x="2930487" y="2953582"/>
                  </a:lnTo>
                  <a:lnTo>
                    <a:pt x="2930487" y="2947457"/>
                  </a:lnTo>
                  <a:lnTo>
                    <a:pt x="2925050" y="2947457"/>
                  </a:lnTo>
                  <a:lnTo>
                    <a:pt x="2925050" y="2946232"/>
                  </a:lnTo>
                  <a:lnTo>
                    <a:pt x="2919613" y="2946232"/>
                  </a:lnTo>
                  <a:lnTo>
                    <a:pt x="2919613" y="2946232"/>
                  </a:lnTo>
                  <a:lnTo>
                    <a:pt x="2914176" y="2946232"/>
                  </a:lnTo>
                  <a:lnTo>
                    <a:pt x="2914176" y="2945008"/>
                  </a:lnTo>
                  <a:lnTo>
                    <a:pt x="2908739" y="2945008"/>
                  </a:lnTo>
                  <a:lnTo>
                    <a:pt x="2908739" y="2940111"/>
                  </a:lnTo>
                  <a:lnTo>
                    <a:pt x="2903303" y="2940111"/>
                  </a:lnTo>
                  <a:lnTo>
                    <a:pt x="2903303" y="2938886"/>
                  </a:lnTo>
                  <a:lnTo>
                    <a:pt x="2897866" y="2938886"/>
                  </a:lnTo>
                  <a:lnTo>
                    <a:pt x="2897866" y="2931539"/>
                  </a:lnTo>
                  <a:lnTo>
                    <a:pt x="2892429" y="2931539"/>
                  </a:lnTo>
                  <a:lnTo>
                    <a:pt x="2892429" y="2929092"/>
                  </a:lnTo>
                  <a:lnTo>
                    <a:pt x="2886992" y="2929092"/>
                  </a:lnTo>
                  <a:lnTo>
                    <a:pt x="2886992" y="2927870"/>
                  </a:lnTo>
                  <a:lnTo>
                    <a:pt x="2881555" y="2927870"/>
                  </a:lnTo>
                  <a:lnTo>
                    <a:pt x="2881555" y="2926648"/>
                  </a:lnTo>
                  <a:lnTo>
                    <a:pt x="2876118" y="2926648"/>
                  </a:lnTo>
                  <a:lnTo>
                    <a:pt x="2876118" y="2924203"/>
                  </a:lnTo>
                  <a:lnTo>
                    <a:pt x="2865244" y="2924203"/>
                  </a:lnTo>
                  <a:lnTo>
                    <a:pt x="2865244" y="2921759"/>
                  </a:lnTo>
                  <a:lnTo>
                    <a:pt x="2859807" y="2921759"/>
                  </a:lnTo>
                  <a:lnTo>
                    <a:pt x="2859807" y="2918092"/>
                  </a:lnTo>
                  <a:lnTo>
                    <a:pt x="2854371" y="2918092"/>
                  </a:lnTo>
                  <a:lnTo>
                    <a:pt x="2854371" y="2913206"/>
                  </a:lnTo>
                  <a:lnTo>
                    <a:pt x="2848934" y="2913206"/>
                  </a:lnTo>
                  <a:lnTo>
                    <a:pt x="2848934" y="2910763"/>
                  </a:lnTo>
                  <a:lnTo>
                    <a:pt x="2843497" y="2910763"/>
                  </a:lnTo>
                  <a:lnTo>
                    <a:pt x="2843497" y="2909541"/>
                  </a:lnTo>
                  <a:lnTo>
                    <a:pt x="2838060" y="2909541"/>
                  </a:lnTo>
                  <a:lnTo>
                    <a:pt x="2838060" y="2907099"/>
                  </a:lnTo>
                  <a:lnTo>
                    <a:pt x="2832623" y="2907099"/>
                  </a:lnTo>
                  <a:lnTo>
                    <a:pt x="2832623" y="2905877"/>
                  </a:lnTo>
                  <a:lnTo>
                    <a:pt x="2827186" y="2905877"/>
                  </a:lnTo>
                  <a:lnTo>
                    <a:pt x="2827186" y="2899774"/>
                  </a:lnTo>
                  <a:lnTo>
                    <a:pt x="2821749" y="2899774"/>
                  </a:lnTo>
                  <a:lnTo>
                    <a:pt x="2821749" y="2896116"/>
                  </a:lnTo>
                  <a:lnTo>
                    <a:pt x="2816312" y="2896116"/>
                  </a:lnTo>
                  <a:lnTo>
                    <a:pt x="2816312" y="2893677"/>
                  </a:lnTo>
                  <a:lnTo>
                    <a:pt x="2810875" y="2893677"/>
                  </a:lnTo>
                  <a:lnTo>
                    <a:pt x="2810875" y="2891240"/>
                  </a:lnTo>
                  <a:lnTo>
                    <a:pt x="2805438" y="2891240"/>
                  </a:lnTo>
                  <a:lnTo>
                    <a:pt x="2805438" y="2887583"/>
                  </a:lnTo>
                  <a:lnTo>
                    <a:pt x="2800002" y="2887583"/>
                  </a:lnTo>
                  <a:lnTo>
                    <a:pt x="2800002" y="2885145"/>
                  </a:lnTo>
                  <a:lnTo>
                    <a:pt x="2794565" y="2885145"/>
                  </a:lnTo>
                  <a:lnTo>
                    <a:pt x="2794565" y="2883926"/>
                  </a:lnTo>
                  <a:lnTo>
                    <a:pt x="2789128" y="2883926"/>
                  </a:lnTo>
                  <a:lnTo>
                    <a:pt x="2789128" y="2879050"/>
                  </a:lnTo>
                  <a:lnTo>
                    <a:pt x="2783691" y="2879050"/>
                  </a:lnTo>
                  <a:lnTo>
                    <a:pt x="2783691" y="2875392"/>
                  </a:lnTo>
                  <a:lnTo>
                    <a:pt x="2778254" y="2875392"/>
                  </a:lnTo>
                  <a:lnTo>
                    <a:pt x="2778254" y="2871735"/>
                  </a:lnTo>
                  <a:lnTo>
                    <a:pt x="2767380" y="2871735"/>
                  </a:lnTo>
                  <a:lnTo>
                    <a:pt x="2767380" y="2869296"/>
                  </a:lnTo>
                  <a:lnTo>
                    <a:pt x="2761943" y="2869296"/>
                  </a:lnTo>
                  <a:lnTo>
                    <a:pt x="2761943" y="2866858"/>
                  </a:lnTo>
                  <a:lnTo>
                    <a:pt x="2756506" y="2866858"/>
                  </a:lnTo>
                  <a:lnTo>
                    <a:pt x="2756506" y="2861981"/>
                  </a:lnTo>
                  <a:lnTo>
                    <a:pt x="2751069" y="2861981"/>
                  </a:lnTo>
                  <a:lnTo>
                    <a:pt x="2751069" y="2855884"/>
                  </a:lnTo>
                  <a:lnTo>
                    <a:pt x="2745633" y="2855884"/>
                  </a:lnTo>
                  <a:lnTo>
                    <a:pt x="2745633" y="2854664"/>
                  </a:lnTo>
                  <a:lnTo>
                    <a:pt x="2740196" y="2854664"/>
                  </a:lnTo>
                  <a:lnTo>
                    <a:pt x="2740196" y="2851006"/>
                  </a:lnTo>
                  <a:lnTo>
                    <a:pt x="2734759" y="2851006"/>
                  </a:lnTo>
                  <a:lnTo>
                    <a:pt x="2734759" y="2848567"/>
                  </a:lnTo>
                  <a:lnTo>
                    <a:pt x="2729322" y="2848567"/>
                  </a:lnTo>
                  <a:lnTo>
                    <a:pt x="2729322" y="2844908"/>
                  </a:lnTo>
                  <a:lnTo>
                    <a:pt x="2723885" y="2844908"/>
                  </a:lnTo>
                  <a:lnTo>
                    <a:pt x="2723885" y="2838810"/>
                  </a:lnTo>
                  <a:lnTo>
                    <a:pt x="2718448" y="2838810"/>
                  </a:lnTo>
                  <a:lnTo>
                    <a:pt x="2718448" y="2836372"/>
                  </a:lnTo>
                  <a:lnTo>
                    <a:pt x="2713011" y="2836372"/>
                  </a:lnTo>
                  <a:lnTo>
                    <a:pt x="2713011" y="2833934"/>
                  </a:lnTo>
                  <a:lnTo>
                    <a:pt x="2707574" y="2833934"/>
                  </a:lnTo>
                  <a:lnTo>
                    <a:pt x="2707574" y="2832715"/>
                  </a:lnTo>
                  <a:lnTo>
                    <a:pt x="2702137" y="2832715"/>
                  </a:lnTo>
                  <a:lnTo>
                    <a:pt x="2702137" y="2829057"/>
                  </a:lnTo>
                  <a:lnTo>
                    <a:pt x="2696701" y="2829057"/>
                  </a:lnTo>
                  <a:lnTo>
                    <a:pt x="2696701" y="2825401"/>
                  </a:lnTo>
                  <a:lnTo>
                    <a:pt x="2691264" y="2825401"/>
                  </a:lnTo>
                  <a:lnTo>
                    <a:pt x="2691264" y="2825401"/>
                  </a:lnTo>
                  <a:lnTo>
                    <a:pt x="2685827" y="2825401"/>
                  </a:lnTo>
                  <a:lnTo>
                    <a:pt x="2685827" y="2820529"/>
                  </a:lnTo>
                  <a:lnTo>
                    <a:pt x="2680390" y="2820529"/>
                  </a:lnTo>
                  <a:lnTo>
                    <a:pt x="2680390" y="2819311"/>
                  </a:lnTo>
                  <a:lnTo>
                    <a:pt x="2674953" y="2819311"/>
                  </a:lnTo>
                  <a:lnTo>
                    <a:pt x="2674953" y="2816876"/>
                  </a:lnTo>
                  <a:lnTo>
                    <a:pt x="2669516" y="2816876"/>
                  </a:lnTo>
                  <a:lnTo>
                    <a:pt x="2669516" y="2815658"/>
                  </a:lnTo>
                  <a:lnTo>
                    <a:pt x="2664079" y="2815658"/>
                  </a:lnTo>
                  <a:lnTo>
                    <a:pt x="2664079" y="2813224"/>
                  </a:lnTo>
                  <a:lnTo>
                    <a:pt x="2658642" y="2813224"/>
                  </a:lnTo>
                  <a:lnTo>
                    <a:pt x="2658642" y="2809573"/>
                  </a:lnTo>
                  <a:lnTo>
                    <a:pt x="2653205" y="2809573"/>
                  </a:lnTo>
                  <a:lnTo>
                    <a:pt x="2653205" y="2807139"/>
                  </a:lnTo>
                  <a:lnTo>
                    <a:pt x="2647768" y="2807139"/>
                  </a:lnTo>
                  <a:lnTo>
                    <a:pt x="2647768" y="2804706"/>
                  </a:lnTo>
                  <a:lnTo>
                    <a:pt x="2642332" y="2804706"/>
                  </a:lnTo>
                  <a:lnTo>
                    <a:pt x="2642332" y="2796189"/>
                  </a:lnTo>
                  <a:lnTo>
                    <a:pt x="2636895" y="2796189"/>
                  </a:lnTo>
                  <a:lnTo>
                    <a:pt x="2636895" y="2793756"/>
                  </a:lnTo>
                  <a:lnTo>
                    <a:pt x="2631458" y="2793756"/>
                  </a:lnTo>
                  <a:lnTo>
                    <a:pt x="2631458" y="2787672"/>
                  </a:lnTo>
                  <a:lnTo>
                    <a:pt x="2626021" y="2787672"/>
                  </a:lnTo>
                  <a:lnTo>
                    <a:pt x="2626021" y="2780371"/>
                  </a:lnTo>
                  <a:lnTo>
                    <a:pt x="2620584" y="2780371"/>
                  </a:lnTo>
                  <a:lnTo>
                    <a:pt x="2620584" y="2776720"/>
                  </a:lnTo>
                  <a:lnTo>
                    <a:pt x="2615147" y="2776720"/>
                  </a:lnTo>
                  <a:lnTo>
                    <a:pt x="2615147" y="2775503"/>
                  </a:lnTo>
                  <a:lnTo>
                    <a:pt x="2609710" y="2775503"/>
                  </a:lnTo>
                  <a:lnTo>
                    <a:pt x="2609710" y="2771856"/>
                  </a:lnTo>
                  <a:lnTo>
                    <a:pt x="2604273" y="2771856"/>
                  </a:lnTo>
                  <a:lnTo>
                    <a:pt x="2604273" y="2769424"/>
                  </a:lnTo>
                  <a:lnTo>
                    <a:pt x="2598836" y="2769424"/>
                  </a:lnTo>
                  <a:lnTo>
                    <a:pt x="2598836" y="2762128"/>
                  </a:lnTo>
                  <a:lnTo>
                    <a:pt x="2593399" y="2762128"/>
                  </a:lnTo>
                  <a:lnTo>
                    <a:pt x="2593399" y="2760913"/>
                  </a:lnTo>
                  <a:lnTo>
                    <a:pt x="2587963" y="2760913"/>
                  </a:lnTo>
                  <a:lnTo>
                    <a:pt x="2587963" y="2758482"/>
                  </a:lnTo>
                  <a:lnTo>
                    <a:pt x="2582526" y="2758482"/>
                  </a:lnTo>
                  <a:lnTo>
                    <a:pt x="2582526" y="2753619"/>
                  </a:lnTo>
                  <a:lnTo>
                    <a:pt x="2577089" y="2753619"/>
                  </a:lnTo>
                  <a:lnTo>
                    <a:pt x="2577089" y="2749973"/>
                  </a:lnTo>
                  <a:lnTo>
                    <a:pt x="2571652" y="2749973"/>
                  </a:lnTo>
                  <a:lnTo>
                    <a:pt x="2571652" y="2747541"/>
                  </a:lnTo>
                  <a:lnTo>
                    <a:pt x="2566215" y="2747541"/>
                  </a:lnTo>
                  <a:lnTo>
                    <a:pt x="2566215" y="2745110"/>
                  </a:lnTo>
                  <a:lnTo>
                    <a:pt x="2560778" y="2745110"/>
                  </a:lnTo>
                  <a:lnTo>
                    <a:pt x="2560778" y="2740247"/>
                  </a:lnTo>
                  <a:lnTo>
                    <a:pt x="2555341" y="2740247"/>
                  </a:lnTo>
                  <a:lnTo>
                    <a:pt x="2555341" y="2739031"/>
                  </a:lnTo>
                  <a:lnTo>
                    <a:pt x="2549904" y="2739031"/>
                  </a:lnTo>
                  <a:lnTo>
                    <a:pt x="2549904" y="2737816"/>
                  </a:lnTo>
                  <a:lnTo>
                    <a:pt x="2544467" y="2737816"/>
                  </a:lnTo>
                  <a:lnTo>
                    <a:pt x="2544467" y="2736601"/>
                  </a:lnTo>
                  <a:lnTo>
                    <a:pt x="2539030" y="2736601"/>
                  </a:lnTo>
                  <a:lnTo>
                    <a:pt x="2539030" y="2735387"/>
                  </a:lnTo>
                  <a:lnTo>
                    <a:pt x="2533594" y="2735387"/>
                  </a:lnTo>
                  <a:lnTo>
                    <a:pt x="2533594" y="2734172"/>
                  </a:lnTo>
                  <a:lnTo>
                    <a:pt x="2528157" y="2734172"/>
                  </a:lnTo>
                  <a:lnTo>
                    <a:pt x="2528157" y="2728101"/>
                  </a:lnTo>
                  <a:lnTo>
                    <a:pt x="2522720" y="2728101"/>
                  </a:lnTo>
                  <a:lnTo>
                    <a:pt x="2522720" y="2728101"/>
                  </a:lnTo>
                  <a:lnTo>
                    <a:pt x="2517283" y="2728101"/>
                  </a:lnTo>
                  <a:lnTo>
                    <a:pt x="2517283" y="2724464"/>
                  </a:lnTo>
                  <a:lnTo>
                    <a:pt x="2511846" y="2724464"/>
                  </a:lnTo>
                  <a:lnTo>
                    <a:pt x="2511846" y="2724464"/>
                  </a:lnTo>
                  <a:lnTo>
                    <a:pt x="2506409" y="2724464"/>
                  </a:lnTo>
                  <a:lnTo>
                    <a:pt x="2506409" y="2723252"/>
                  </a:lnTo>
                  <a:lnTo>
                    <a:pt x="2500972" y="2723252"/>
                  </a:lnTo>
                  <a:lnTo>
                    <a:pt x="2500972" y="2719618"/>
                  </a:lnTo>
                  <a:lnTo>
                    <a:pt x="2495535" y="2719618"/>
                  </a:lnTo>
                  <a:lnTo>
                    <a:pt x="2495535" y="2719618"/>
                  </a:lnTo>
                  <a:lnTo>
                    <a:pt x="2490098" y="2719618"/>
                  </a:lnTo>
                  <a:lnTo>
                    <a:pt x="2490098" y="2715987"/>
                  </a:lnTo>
                  <a:lnTo>
                    <a:pt x="2484662" y="2715987"/>
                  </a:lnTo>
                  <a:lnTo>
                    <a:pt x="2484662" y="2714776"/>
                  </a:lnTo>
                  <a:lnTo>
                    <a:pt x="2479225" y="2714776"/>
                  </a:lnTo>
                  <a:lnTo>
                    <a:pt x="2479225" y="2711148"/>
                  </a:lnTo>
                  <a:lnTo>
                    <a:pt x="2473788" y="2711148"/>
                  </a:lnTo>
                  <a:lnTo>
                    <a:pt x="2473788" y="2708730"/>
                  </a:lnTo>
                  <a:lnTo>
                    <a:pt x="2468351" y="2708730"/>
                  </a:lnTo>
                  <a:lnTo>
                    <a:pt x="2468351" y="2707520"/>
                  </a:lnTo>
                  <a:lnTo>
                    <a:pt x="2462914" y="2707520"/>
                  </a:lnTo>
                  <a:lnTo>
                    <a:pt x="2462914" y="2701473"/>
                  </a:lnTo>
                  <a:lnTo>
                    <a:pt x="2457477" y="2701473"/>
                  </a:lnTo>
                  <a:lnTo>
                    <a:pt x="2457477" y="2699054"/>
                  </a:lnTo>
                  <a:lnTo>
                    <a:pt x="2452040" y="2699054"/>
                  </a:lnTo>
                  <a:lnTo>
                    <a:pt x="2452040" y="2696636"/>
                  </a:lnTo>
                  <a:lnTo>
                    <a:pt x="2446603" y="2696636"/>
                  </a:lnTo>
                  <a:lnTo>
                    <a:pt x="2446603" y="2694218"/>
                  </a:lnTo>
                  <a:lnTo>
                    <a:pt x="2441166" y="2694218"/>
                  </a:lnTo>
                  <a:lnTo>
                    <a:pt x="2441166" y="2690591"/>
                  </a:lnTo>
                  <a:lnTo>
                    <a:pt x="2435729" y="2690591"/>
                  </a:lnTo>
                  <a:lnTo>
                    <a:pt x="2435729" y="2688173"/>
                  </a:lnTo>
                  <a:lnTo>
                    <a:pt x="2430293" y="2688173"/>
                  </a:lnTo>
                  <a:lnTo>
                    <a:pt x="2430293" y="2683336"/>
                  </a:lnTo>
                  <a:lnTo>
                    <a:pt x="2424856" y="2683336"/>
                  </a:lnTo>
                  <a:lnTo>
                    <a:pt x="2424856" y="2673662"/>
                  </a:lnTo>
                  <a:lnTo>
                    <a:pt x="2419419" y="2673662"/>
                  </a:lnTo>
                  <a:lnTo>
                    <a:pt x="2419419" y="2672454"/>
                  </a:lnTo>
                  <a:lnTo>
                    <a:pt x="2413982" y="2672454"/>
                  </a:lnTo>
                  <a:lnTo>
                    <a:pt x="2413982" y="2668827"/>
                  </a:lnTo>
                  <a:lnTo>
                    <a:pt x="2408545" y="2668827"/>
                  </a:lnTo>
                  <a:lnTo>
                    <a:pt x="2408545" y="2662783"/>
                  </a:lnTo>
                  <a:lnTo>
                    <a:pt x="2403108" y="2662783"/>
                  </a:lnTo>
                  <a:lnTo>
                    <a:pt x="2403108" y="2662783"/>
                  </a:lnTo>
                  <a:lnTo>
                    <a:pt x="2397671" y="2662783"/>
                  </a:lnTo>
                  <a:lnTo>
                    <a:pt x="2397671" y="2660368"/>
                  </a:lnTo>
                  <a:lnTo>
                    <a:pt x="2392234" y="2660368"/>
                  </a:lnTo>
                  <a:lnTo>
                    <a:pt x="2392234" y="2659161"/>
                  </a:lnTo>
                  <a:lnTo>
                    <a:pt x="2386797" y="2659161"/>
                  </a:lnTo>
                  <a:lnTo>
                    <a:pt x="2386797" y="2656747"/>
                  </a:lnTo>
                  <a:lnTo>
                    <a:pt x="2381360" y="2656747"/>
                  </a:lnTo>
                  <a:lnTo>
                    <a:pt x="2381360" y="2654332"/>
                  </a:lnTo>
                  <a:lnTo>
                    <a:pt x="2375924" y="2654332"/>
                  </a:lnTo>
                  <a:lnTo>
                    <a:pt x="2375924" y="2650710"/>
                  </a:lnTo>
                  <a:lnTo>
                    <a:pt x="2370487" y="2650710"/>
                  </a:lnTo>
                  <a:lnTo>
                    <a:pt x="2370487" y="2649502"/>
                  </a:lnTo>
                  <a:lnTo>
                    <a:pt x="2365050" y="2649502"/>
                  </a:lnTo>
                  <a:lnTo>
                    <a:pt x="2365050" y="2647087"/>
                  </a:lnTo>
                  <a:lnTo>
                    <a:pt x="2359613" y="2647087"/>
                  </a:lnTo>
                  <a:lnTo>
                    <a:pt x="2359613" y="2647087"/>
                  </a:lnTo>
                  <a:lnTo>
                    <a:pt x="2354176" y="2647087"/>
                  </a:lnTo>
                  <a:lnTo>
                    <a:pt x="2354176" y="2645881"/>
                  </a:lnTo>
                  <a:lnTo>
                    <a:pt x="2348739" y="2645881"/>
                  </a:lnTo>
                  <a:lnTo>
                    <a:pt x="2348739" y="2644676"/>
                  </a:lnTo>
                  <a:lnTo>
                    <a:pt x="2343302" y="2644676"/>
                  </a:lnTo>
                  <a:lnTo>
                    <a:pt x="2343302" y="2641058"/>
                  </a:lnTo>
                  <a:lnTo>
                    <a:pt x="2337865" y="2641058"/>
                  </a:lnTo>
                  <a:lnTo>
                    <a:pt x="2337865" y="2635028"/>
                  </a:lnTo>
                  <a:lnTo>
                    <a:pt x="2332428" y="2635028"/>
                  </a:lnTo>
                  <a:lnTo>
                    <a:pt x="2332428" y="2631410"/>
                  </a:lnTo>
                  <a:lnTo>
                    <a:pt x="2326991" y="2631410"/>
                  </a:lnTo>
                  <a:lnTo>
                    <a:pt x="2326991" y="2627792"/>
                  </a:lnTo>
                  <a:lnTo>
                    <a:pt x="2321555" y="2627792"/>
                  </a:lnTo>
                  <a:lnTo>
                    <a:pt x="2321555" y="2624175"/>
                  </a:lnTo>
                  <a:lnTo>
                    <a:pt x="2316118" y="2624175"/>
                  </a:lnTo>
                  <a:lnTo>
                    <a:pt x="2316118" y="2621766"/>
                  </a:lnTo>
                  <a:lnTo>
                    <a:pt x="2310681" y="2621766"/>
                  </a:lnTo>
                  <a:lnTo>
                    <a:pt x="2310681" y="2619357"/>
                  </a:lnTo>
                  <a:lnTo>
                    <a:pt x="2305244" y="2619357"/>
                  </a:lnTo>
                  <a:lnTo>
                    <a:pt x="2305244" y="2618152"/>
                  </a:lnTo>
                  <a:lnTo>
                    <a:pt x="2299807" y="2618152"/>
                  </a:lnTo>
                  <a:lnTo>
                    <a:pt x="2299807" y="2615743"/>
                  </a:lnTo>
                  <a:lnTo>
                    <a:pt x="2294370" y="2615743"/>
                  </a:lnTo>
                  <a:lnTo>
                    <a:pt x="2294370" y="2610926"/>
                  </a:lnTo>
                  <a:lnTo>
                    <a:pt x="2288933" y="2610926"/>
                  </a:lnTo>
                  <a:lnTo>
                    <a:pt x="2288933" y="2604908"/>
                  </a:lnTo>
                  <a:lnTo>
                    <a:pt x="2283496" y="2604908"/>
                  </a:lnTo>
                  <a:lnTo>
                    <a:pt x="2283496" y="2603705"/>
                  </a:lnTo>
                  <a:lnTo>
                    <a:pt x="2278059" y="2603705"/>
                  </a:lnTo>
                  <a:lnTo>
                    <a:pt x="2278059" y="2598899"/>
                  </a:lnTo>
                  <a:lnTo>
                    <a:pt x="2272623" y="2598899"/>
                  </a:lnTo>
                  <a:lnTo>
                    <a:pt x="2272623" y="2597698"/>
                  </a:lnTo>
                  <a:lnTo>
                    <a:pt x="2267186" y="2597698"/>
                  </a:lnTo>
                  <a:lnTo>
                    <a:pt x="2267186" y="2596497"/>
                  </a:lnTo>
                  <a:lnTo>
                    <a:pt x="2261749" y="2596497"/>
                  </a:lnTo>
                  <a:lnTo>
                    <a:pt x="2261749" y="2594094"/>
                  </a:lnTo>
                  <a:lnTo>
                    <a:pt x="2256312" y="2594094"/>
                  </a:lnTo>
                  <a:lnTo>
                    <a:pt x="2256312" y="2589289"/>
                  </a:lnTo>
                  <a:lnTo>
                    <a:pt x="2250875" y="2589289"/>
                  </a:lnTo>
                  <a:lnTo>
                    <a:pt x="2250875" y="2588089"/>
                  </a:lnTo>
                  <a:lnTo>
                    <a:pt x="2245438" y="2588089"/>
                  </a:lnTo>
                  <a:lnTo>
                    <a:pt x="2245438" y="2588089"/>
                  </a:lnTo>
                  <a:lnTo>
                    <a:pt x="2240001" y="2588089"/>
                  </a:lnTo>
                  <a:lnTo>
                    <a:pt x="2240001" y="2585690"/>
                  </a:lnTo>
                  <a:lnTo>
                    <a:pt x="2234564" y="2585690"/>
                  </a:lnTo>
                  <a:lnTo>
                    <a:pt x="2234564" y="2584492"/>
                  </a:lnTo>
                  <a:lnTo>
                    <a:pt x="2229127" y="2584492"/>
                  </a:lnTo>
                  <a:lnTo>
                    <a:pt x="2229127" y="2583294"/>
                  </a:lnTo>
                  <a:lnTo>
                    <a:pt x="2223690" y="2583294"/>
                  </a:lnTo>
                  <a:lnTo>
                    <a:pt x="2223690" y="2580899"/>
                  </a:lnTo>
                  <a:lnTo>
                    <a:pt x="2218254" y="2580899"/>
                  </a:lnTo>
                  <a:lnTo>
                    <a:pt x="2218254" y="2574913"/>
                  </a:lnTo>
                  <a:lnTo>
                    <a:pt x="2212817" y="2574913"/>
                  </a:lnTo>
                  <a:lnTo>
                    <a:pt x="2212817" y="2571323"/>
                  </a:lnTo>
                  <a:lnTo>
                    <a:pt x="2207380" y="2571323"/>
                  </a:lnTo>
                  <a:lnTo>
                    <a:pt x="2207380" y="2567732"/>
                  </a:lnTo>
                  <a:lnTo>
                    <a:pt x="2201943" y="2567732"/>
                  </a:lnTo>
                  <a:lnTo>
                    <a:pt x="2201943" y="2562947"/>
                  </a:lnTo>
                  <a:lnTo>
                    <a:pt x="2196506" y="2562947"/>
                  </a:lnTo>
                  <a:lnTo>
                    <a:pt x="2196506" y="2560554"/>
                  </a:lnTo>
                  <a:lnTo>
                    <a:pt x="2191069" y="2560554"/>
                  </a:lnTo>
                  <a:lnTo>
                    <a:pt x="2191069" y="2558163"/>
                  </a:lnTo>
                  <a:lnTo>
                    <a:pt x="2185632" y="2558163"/>
                  </a:lnTo>
                  <a:lnTo>
                    <a:pt x="2185632" y="2554575"/>
                  </a:lnTo>
                  <a:lnTo>
                    <a:pt x="2180195" y="2554575"/>
                  </a:lnTo>
                  <a:lnTo>
                    <a:pt x="2180195" y="2549791"/>
                  </a:lnTo>
                  <a:lnTo>
                    <a:pt x="2174758" y="2549791"/>
                  </a:lnTo>
                  <a:lnTo>
                    <a:pt x="2174758" y="2547400"/>
                  </a:lnTo>
                  <a:lnTo>
                    <a:pt x="2169321" y="2547400"/>
                  </a:lnTo>
                  <a:lnTo>
                    <a:pt x="2169321" y="2545010"/>
                  </a:lnTo>
                  <a:lnTo>
                    <a:pt x="2163885" y="2545010"/>
                  </a:lnTo>
                  <a:lnTo>
                    <a:pt x="2163885" y="2542620"/>
                  </a:lnTo>
                  <a:lnTo>
                    <a:pt x="2158448" y="2542620"/>
                  </a:lnTo>
                  <a:lnTo>
                    <a:pt x="2158448" y="2537840"/>
                  </a:lnTo>
                  <a:lnTo>
                    <a:pt x="2153011" y="2537840"/>
                  </a:lnTo>
                  <a:lnTo>
                    <a:pt x="2153011" y="2535449"/>
                  </a:lnTo>
                  <a:lnTo>
                    <a:pt x="2147574" y="2535449"/>
                  </a:lnTo>
                  <a:lnTo>
                    <a:pt x="2147574" y="2529476"/>
                  </a:lnTo>
                  <a:lnTo>
                    <a:pt x="2142137" y="2529476"/>
                  </a:lnTo>
                  <a:lnTo>
                    <a:pt x="2142137" y="2525893"/>
                  </a:lnTo>
                  <a:lnTo>
                    <a:pt x="2136700" y="2525893"/>
                  </a:lnTo>
                  <a:lnTo>
                    <a:pt x="2136700" y="2518727"/>
                  </a:lnTo>
                  <a:lnTo>
                    <a:pt x="2131263" y="2518727"/>
                  </a:lnTo>
                  <a:lnTo>
                    <a:pt x="2131263" y="2513950"/>
                  </a:lnTo>
                  <a:lnTo>
                    <a:pt x="2125826" y="2513950"/>
                  </a:lnTo>
                  <a:lnTo>
                    <a:pt x="2125826" y="2512755"/>
                  </a:lnTo>
                  <a:lnTo>
                    <a:pt x="2120389" y="2512755"/>
                  </a:lnTo>
                  <a:lnTo>
                    <a:pt x="2120389" y="2507977"/>
                  </a:lnTo>
                  <a:lnTo>
                    <a:pt x="2114953" y="2507977"/>
                  </a:lnTo>
                  <a:lnTo>
                    <a:pt x="2114953" y="2504395"/>
                  </a:lnTo>
                  <a:lnTo>
                    <a:pt x="2109516" y="2504395"/>
                  </a:lnTo>
                  <a:lnTo>
                    <a:pt x="2109516" y="2502007"/>
                  </a:lnTo>
                  <a:lnTo>
                    <a:pt x="2104079" y="2502007"/>
                  </a:lnTo>
                  <a:lnTo>
                    <a:pt x="2104079" y="2498425"/>
                  </a:lnTo>
                  <a:lnTo>
                    <a:pt x="2098642" y="2498425"/>
                  </a:lnTo>
                  <a:lnTo>
                    <a:pt x="2098642" y="2497230"/>
                  </a:lnTo>
                  <a:lnTo>
                    <a:pt x="2093205" y="2497230"/>
                  </a:lnTo>
                  <a:lnTo>
                    <a:pt x="2093205" y="2496036"/>
                  </a:lnTo>
                  <a:lnTo>
                    <a:pt x="2087768" y="2496036"/>
                  </a:lnTo>
                  <a:lnTo>
                    <a:pt x="2087768" y="2493648"/>
                  </a:lnTo>
                  <a:lnTo>
                    <a:pt x="2082331" y="2493648"/>
                  </a:lnTo>
                  <a:lnTo>
                    <a:pt x="2082331" y="2492454"/>
                  </a:lnTo>
                  <a:lnTo>
                    <a:pt x="2076894" y="2492454"/>
                  </a:lnTo>
                  <a:lnTo>
                    <a:pt x="2076894" y="2490065"/>
                  </a:lnTo>
                  <a:lnTo>
                    <a:pt x="2071457" y="2490065"/>
                  </a:lnTo>
                  <a:lnTo>
                    <a:pt x="2071457" y="2486482"/>
                  </a:lnTo>
                  <a:lnTo>
                    <a:pt x="2066020" y="2486482"/>
                  </a:lnTo>
                  <a:lnTo>
                    <a:pt x="2066020" y="2480513"/>
                  </a:lnTo>
                  <a:lnTo>
                    <a:pt x="2060584" y="2480513"/>
                  </a:lnTo>
                  <a:lnTo>
                    <a:pt x="2060584" y="2478125"/>
                  </a:lnTo>
                  <a:lnTo>
                    <a:pt x="2055147" y="2478125"/>
                  </a:lnTo>
                  <a:lnTo>
                    <a:pt x="2055147" y="2470965"/>
                  </a:lnTo>
                  <a:lnTo>
                    <a:pt x="2049710" y="2470965"/>
                  </a:lnTo>
                  <a:lnTo>
                    <a:pt x="2049710" y="2466190"/>
                  </a:lnTo>
                  <a:lnTo>
                    <a:pt x="2044273" y="2466190"/>
                  </a:lnTo>
                  <a:lnTo>
                    <a:pt x="2044273" y="2461418"/>
                  </a:lnTo>
                  <a:lnTo>
                    <a:pt x="2038836" y="2461418"/>
                  </a:lnTo>
                  <a:lnTo>
                    <a:pt x="2038836" y="2460225"/>
                  </a:lnTo>
                  <a:lnTo>
                    <a:pt x="2033399" y="2460225"/>
                  </a:lnTo>
                  <a:lnTo>
                    <a:pt x="2033399" y="2454259"/>
                  </a:lnTo>
                  <a:lnTo>
                    <a:pt x="2027962" y="2454259"/>
                  </a:lnTo>
                  <a:lnTo>
                    <a:pt x="2027962" y="2450682"/>
                  </a:lnTo>
                  <a:lnTo>
                    <a:pt x="2022525" y="2450682"/>
                  </a:lnTo>
                  <a:lnTo>
                    <a:pt x="2022525" y="2445913"/>
                  </a:lnTo>
                  <a:lnTo>
                    <a:pt x="2017088" y="2445913"/>
                  </a:lnTo>
                  <a:lnTo>
                    <a:pt x="2017088" y="2439951"/>
                  </a:lnTo>
                  <a:lnTo>
                    <a:pt x="2011651" y="2439951"/>
                  </a:lnTo>
                  <a:lnTo>
                    <a:pt x="2011651" y="2439951"/>
                  </a:lnTo>
                  <a:lnTo>
                    <a:pt x="2006215" y="2439951"/>
                  </a:lnTo>
                  <a:lnTo>
                    <a:pt x="2006215" y="2437567"/>
                  </a:lnTo>
                  <a:lnTo>
                    <a:pt x="2000778" y="2437567"/>
                  </a:lnTo>
                  <a:lnTo>
                    <a:pt x="2000778" y="2437567"/>
                  </a:lnTo>
                  <a:lnTo>
                    <a:pt x="1995341" y="2437567"/>
                  </a:lnTo>
                  <a:lnTo>
                    <a:pt x="1995341" y="2430420"/>
                  </a:lnTo>
                  <a:lnTo>
                    <a:pt x="1989904" y="2430420"/>
                  </a:lnTo>
                  <a:lnTo>
                    <a:pt x="1989904" y="2428038"/>
                  </a:lnTo>
                  <a:lnTo>
                    <a:pt x="1984467" y="2428038"/>
                  </a:lnTo>
                  <a:lnTo>
                    <a:pt x="1984467" y="2426847"/>
                  </a:lnTo>
                  <a:lnTo>
                    <a:pt x="1979030" y="2426847"/>
                  </a:lnTo>
                  <a:lnTo>
                    <a:pt x="1979030" y="2422089"/>
                  </a:lnTo>
                  <a:lnTo>
                    <a:pt x="1973593" y="2422089"/>
                  </a:lnTo>
                  <a:lnTo>
                    <a:pt x="1973593" y="2418519"/>
                  </a:lnTo>
                  <a:lnTo>
                    <a:pt x="1968156" y="2418519"/>
                  </a:lnTo>
                  <a:lnTo>
                    <a:pt x="1968156" y="2418519"/>
                  </a:lnTo>
                  <a:lnTo>
                    <a:pt x="1962719" y="2418519"/>
                  </a:lnTo>
                  <a:lnTo>
                    <a:pt x="1962719" y="2411383"/>
                  </a:lnTo>
                  <a:lnTo>
                    <a:pt x="1957282" y="2411383"/>
                  </a:lnTo>
                  <a:lnTo>
                    <a:pt x="1957282" y="2409005"/>
                  </a:lnTo>
                  <a:lnTo>
                    <a:pt x="1951846" y="2409005"/>
                  </a:lnTo>
                  <a:lnTo>
                    <a:pt x="1951846" y="2405436"/>
                  </a:lnTo>
                  <a:lnTo>
                    <a:pt x="1946409" y="2405436"/>
                  </a:lnTo>
                  <a:lnTo>
                    <a:pt x="1946409" y="2401868"/>
                  </a:lnTo>
                  <a:lnTo>
                    <a:pt x="1940972" y="2401868"/>
                  </a:lnTo>
                  <a:lnTo>
                    <a:pt x="1940972" y="2401868"/>
                  </a:lnTo>
                  <a:lnTo>
                    <a:pt x="1935535" y="2401868"/>
                  </a:lnTo>
                  <a:lnTo>
                    <a:pt x="1935535" y="2395925"/>
                  </a:lnTo>
                  <a:lnTo>
                    <a:pt x="1930098" y="2395925"/>
                  </a:lnTo>
                  <a:lnTo>
                    <a:pt x="1930098" y="2394736"/>
                  </a:lnTo>
                  <a:lnTo>
                    <a:pt x="1924661" y="2394736"/>
                  </a:lnTo>
                  <a:lnTo>
                    <a:pt x="1924661" y="2392359"/>
                  </a:lnTo>
                  <a:lnTo>
                    <a:pt x="1919224" y="2392359"/>
                  </a:lnTo>
                  <a:lnTo>
                    <a:pt x="1919224" y="2388793"/>
                  </a:lnTo>
                  <a:lnTo>
                    <a:pt x="1913787" y="2388793"/>
                  </a:lnTo>
                  <a:lnTo>
                    <a:pt x="1913787" y="2386416"/>
                  </a:lnTo>
                  <a:lnTo>
                    <a:pt x="1908350" y="2386416"/>
                  </a:lnTo>
                  <a:lnTo>
                    <a:pt x="1908350" y="2381665"/>
                  </a:lnTo>
                  <a:lnTo>
                    <a:pt x="1902914" y="2381665"/>
                  </a:lnTo>
                  <a:lnTo>
                    <a:pt x="1902914" y="2378101"/>
                  </a:lnTo>
                  <a:lnTo>
                    <a:pt x="1897477" y="2378101"/>
                  </a:lnTo>
                  <a:lnTo>
                    <a:pt x="1897477" y="2369785"/>
                  </a:lnTo>
                  <a:lnTo>
                    <a:pt x="1886603" y="2369785"/>
                  </a:lnTo>
                  <a:lnTo>
                    <a:pt x="1886603" y="2362657"/>
                  </a:lnTo>
                  <a:lnTo>
                    <a:pt x="1881166" y="2362657"/>
                  </a:lnTo>
                  <a:lnTo>
                    <a:pt x="1881166" y="2356716"/>
                  </a:lnTo>
                  <a:lnTo>
                    <a:pt x="1875729" y="2356716"/>
                  </a:lnTo>
                  <a:lnTo>
                    <a:pt x="1875729" y="2354341"/>
                  </a:lnTo>
                  <a:lnTo>
                    <a:pt x="1870292" y="2354341"/>
                  </a:lnTo>
                  <a:lnTo>
                    <a:pt x="1870292" y="2350777"/>
                  </a:lnTo>
                  <a:lnTo>
                    <a:pt x="1864855" y="2350777"/>
                  </a:lnTo>
                  <a:lnTo>
                    <a:pt x="1864855" y="2348404"/>
                  </a:lnTo>
                  <a:lnTo>
                    <a:pt x="1859418" y="2348404"/>
                  </a:lnTo>
                  <a:lnTo>
                    <a:pt x="1859418" y="2344843"/>
                  </a:lnTo>
                  <a:lnTo>
                    <a:pt x="1853981" y="2344843"/>
                  </a:lnTo>
                  <a:lnTo>
                    <a:pt x="1853981" y="2334164"/>
                  </a:lnTo>
                  <a:lnTo>
                    <a:pt x="1848545" y="2334164"/>
                  </a:lnTo>
                  <a:lnTo>
                    <a:pt x="1848545" y="2330604"/>
                  </a:lnTo>
                  <a:lnTo>
                    <a:pt x="1843108" y="2330604"/>
                  </a:lnTo>
                  <a:lnTo>
                    <a:pt x="1843108" y="2328231"/>
                  </a:lnTo>
                  <a:lnTo>
                    <a:pt x="1837671" y="2328231"/>
                  </a:lnTo>
                  <a:lnTo>
                    <a:pt x="1837671" y="2324672"/>
                  </a:lnTo>
                  <a:lnTo>
                    <a:pt x="1832234" y="2324672"/>
                  </a:lnTo>
                  <a:lnTo>
                    <a:pt x="1832234" y="2321114"/>
                  </a:lnTo>
                  <a:lnTo>
                    <a:pt x="1826797" y="2321114"/>
                  </a:lnTo>
                  <a:lnTo>
                    <a:pt x="1826797" y="2316373"/>
                  </a:lnTo>
                  <a:lnTo>
                    <a:pt x="1821360" y="2316373"/>
                  </a:lnTo>
                  <a:lnTo>
                    <a:pt x="1821360" y="2310450"/>
                  </a:lnTo>
                  <a:lnTo>
                    <a:pt x="1815923" y="2310450"/>
                  </a:lnTo>
                  <a:lnTo>
                    <a:pt x="1815923" y="2303342"/>
                  </a:lnTo>
                  <a:lnTo>
                    <a:pt x="1810486" y="2303342"/>
                  </a:lnTo>
                  <a:lnTo>
                    <a:pt x="1810486" y="2297419"/>
                  </a:lnTo>
                  <a:lnTo>
                    <a:pt x="1805049" y="2297419"/>
                  </a:lnTo>
                  <a:lnTo>
                    <a:pt x="1805049" y="2296234"/>
                  </a:lnTo>
                  <a:lnTo>
                    <a:pt x="1799612" y="2296234"/>
                  </a:lnTo>
                  <a:lnTo>
                    <a:pt x="1799612" y="2292679"/>
                  </a:lnTo>
                  <a:lnTo>
                    <a:pt x="1794176" y="2292679"/>
                  </a:lnTo>
                  <a:lnTo>
                    <a:pt x="1794176" y="2285570"/>
                  </a:lnTo>
                  <a:lnTo>
                    <a:pt x="1788739" y="2285570"/>
                  </a:lnTo>
                  <a:lnTo>
                    <a:pt x="1788739" y="2283201"/>
                  </a:lnTo>
                  <a:lnTo>
                    <a:pt x="1783302" y="2283201"/>
                  </a:lnTo>
                  <a:lnTo>
                    <a:pt x="1783302" y="2280832"/>
                  </a:lnTo>
                  <a:lnTo>
                    <a:pt x="1777865" y="2280832"/>
                  </a:lnTo>
                  <a:lnTo>
                    <a:pt x="1777865" y="2272543"/>
                  </a:lnTo>
                  <a:lnTo>
                    <a:pt x="1772428" y="2272543"/>
                  </a:lnTo>
                  <a:lnTo>
                    <a:pt x="1772428" y="2268990"/>
                  </a:lnTo>
                  <a:lnTo>
                    <a:pt x="1766991" y="2268990"/>
                  </a:lnTo>
                  <a:lnTo>
                    <a:pt x="1766991" y="2260703"/>
                  </a:lnTo>
                  <a:lnTo>
                    <a:pt x="1761554" y="2260703"/>
                  </a:lnTo>
                  <a:lnTo>
                    <a:pt x="1761554" y="2257153"/>
                  </a:lnTo>
                  <a:lnTo>
                    <a:pt x="1756117" y="2257153"/>
                  </a:lnTo>
                  <a:lnTo>
                    <a:pt x="1756117" y="2253602"/>
                  </a:lnTo>
                  <a:lnTo>
                    <a:pt x="1750680" y="2253602"/>
                  </a:lnTo>
                  <a:lnTo>
                    <a:pt x="1750680" y="2251235"/>
                  </a:lnTo>
                  <a:lnTo>
                    <a:pt x="1745243" y="2251235"/>
                  </a:lnTo>
                  <a:lnTo>
                    <a:pt x="1745243" y="2245320"/>
                  </a:lnTo>
                  <a:lnTo>
                    <a:pt x="1739807" y="2245320"/>
                  </a:lnTo>
                  <a:lnTo>
                    <a:pt x="1739807" y="2240588"/>
                  </a:lnTo>
                  <a:lnTo>
                    <a:pt x="1734370" y="2240588"/>
                  </a:lnTo>
                  <a:lnTo>
                    <a:pt x="1734370" y="2238223"/>
                  </a:lnTo>
                  <a:lnTo>
                    <a:pt x="1728933" y="2238223"/>
                  </a:lnTo>
                  <a:lnTo>
                    <a:pt x="1728933" y="2234676"/>
                  </a:lnTo>
                  <a:lnTo>
                    <a:pt x="1723496" y="2234676"/>
                  </a:lnTo>
                  <a:lnTo>
                    <a:pt x="1723496" y="2232311"/>
                  </a:lnTo>
                  <a:lnTo>
                    <a:pt x="1718059" y="2232311"/>
                  </a:lnTo>
                  <a:lnTo>
                    <a:pt x="1718059" y="2225216"/>
                  </a:lnTo>
                  <a:lnTo>
                    <a:pt x="1712622" y="2225216"/>
                  </a:lnTo>
                  <a:lnTo>
                    <a:pt x="1712622" y="2222850"/>
                  </a:lnTo>
                  <a:lnTo>
                    <a:pt x="1707185" y="2222850"/>
                  </a:lnTo>
                  <a:lnTo>
                    <a:pt x="1707185" y="2219305"/>
                  </a:lnTo>
                  <a:lnTo>
                    <a:pt x="1701748" y="2219305"/>
                  </a:lnTo>
                  <a:lnTo>
                    <a:pt x="1701748" y="2214578"/>
                  </a:lnTo>
                  <a:lnTo>
                    <a:pt x="1696311" y="2214578"/>
                  </a:lnTo>
                  <a:lnTo>
                    <a:pt x="1696311" y="2213396"/>
                  </a:lnTo>
                  <a:lnTo>
                    <a:pt x="1690875" y="2213396"/>
                  </a:lnTo>
                  <a:lnTo>
                    <a:pt x="1690875" y="2209852"/>
                  </a:lnTo>
                  <a:lnTo>
                    <a:pt x="1685438" y="2209852"/>
                  </a:lnTo>
                  <a:lnTo>
                    <a:pt x="1685438" y="2208671"/>
                  </a:lnTo>
                  <a:lnTo>
                    <a:pt x="1680001" y="2208671"/>
                  </a:lnTo>
                  <a:lnTo>
                    <a:pt x="1680001" y="2201588"/>
                  </a:lnTo>
                  <a:lnTo>
                    <a:pt x="1674564" y="2201588"/>
                  </a:lnTo>
                  <a:lnTo>
                    <a:pt x="1674564" y="2195686"/>
                  </a:lnTo>
                  <a:lnTo>
                    <a:pt x="1669127" y="2195686"/>
                  </a:lnTo>
                  <a:lnTo>
                    <a:pt x="1669127" y="2190967"/>
                  </a:lnTo>
                  <a:lnTo>
                    <a:pt x="1663690" y="2190967"/>
                  </a:lnTo>
                  <a:lnTo>
                    <a:pt x="1663690" y="2187427"/>
                  </a:lnTo>
                  <a:lnTo>
                    <a:pt x="1658253" y="2187427"/>
                  </a:lnTo>
                  <a:lnTo>
                    <a:pt x="1658253" y="2185068"/>
                  </a:lnTo>
                  <a:lnTo>
                    <a:pt x="1652816" y="2185068"/>
                  </a:lnTo>
                  <a:lnTo>
                    <a:pt x="1652816" y="2181530"/>
                  </a:lnTo>
                  <a:lnTo>
                    <a:pt x="1641942" y="2181530"/>
                  </a:lnTo>
                  <a:lnTo>
                    <a:pt x="1641942" y="2175634"/>
                  </a:lnTo>
                  <a:lnTo>
                    <a:pt x="1636506" y="2175634"/>
                  </a:lnTo>
                  <a:lnTo>
                    <a:pt x="1636506" y="2166207"/>
                  </a:lnTo>
                  <a:lnTo>
                    <a:pt x="1625632" y="2166207"/>
                  </a:lnTo>
                  <a:lnTo>
                    <a:pt x="1625632" y="2159141"/>
                  </a:lnTo>
                  <a:lnTo>
                    <a:pt x="1620195" y="2159141"/>
                  </a:lnTo>
                  <a:lnTo>
                    <a:pt x="1620195" y="2155608"/>
                  </a:lnTo>
                  <a:lnTo>
                    <a:pt x="1614758" y="2155608"/>
                  </a:lnTo>
                  <a:lnTo>
                    <a:pt x="1614758" y="2154430"/>
                  </a:lnTo>
                  <a:lnTo>
                    <a:pt x="1609321" y="2154430"/>
                  </a:lnTo>
                  <a:lnTo>
                    <a:pt x="1609321" y="2148541"/>
                  </a:lnTo>
                  <a:lnTo>
                    <a:pt x="1603884" y="2148541"/>
                  </a:lnTo>
                  <a:lnTo>
                    <a:pt x="1603884" y="2140296"/>
                  </a:lnTo>
                  <a:lnTo>
                    <a:pt x="1598447" y="2140296"/>
                  </a:lnTo>
                  <a:lnTo>
                    <a:pt x="1598447" y="2135586"/>
                  </a:lnTo>
                  <a:lnTo>
                    <a:pt x="1593010" y="2135586"/>
                  </a:lnTo>
                  <a:lnTo>
                    <a:pt x="1593010" y="2133230"/>
                  </a:lnTo>
                  <a:lnTo>
                    <a:pt x="1587573" y="2133230"/>
                  </a:lnTo>
                  <a:lnTo>
                    <a:pt x="1587573" y="2132053"/>
                  </a:lnTo>
                  <a:lnTo>
                    <a:pt x="1582137" y="2132053"/>
                  </a:lnTo>
                  <a:lnTo>
                    <a:pt x="1582137" y="2128520"/>
                  </a:lnTo>
                  <a:lnTo>
                    <a:pt x="1576700" y="2128520"/>
                  </a:lnTo>
                  <a:lnTo>
                    <a:pt x="1576700" y="2124987"/>
                  </a:lnTo>
                  <a:lnTo>
                    <a:pt x="1571263" y="2124987"/>
                  </a:lnTo>
                  <a:lnTo>
                    <a:pt x="1571263" y="2121455"/>
                  </a:lnTo>
                  <a:lnTo>
                    <a:pt x="1565826" y="2121455"/>
                  </a:lnTo>
                  <a:lnTo>
                    <a:pt x="1565826" y="2120278"/>
                  </a:lnTo>
                  <a:lnTo>
                    <a:pt x="1560389" y="2120278"/>
                  </a:lnTo>
                  <a:lnTo>
                    <a:pt x="1560389" y="2116748"/>
                  </a:lnTo>
                  <a:lnTo>
                    <a:pt x="1554952" y="2116748"/>
                  </a:lnTo>
                  <a:lnTo>
                    <a:pt x="1554952" y="2112044"/>
                  </a:lnTo>
                  <a:lnTo>
                    <a:pt x="1549515" y="2112044"/>
                  </a:lnTo>
                  <a:lnTo>
                    <a:pt x="1549515" y="2106163"/>
                  </a:lnTo>
                  <a:lnTo>
                    <a:pt x="1544078" y="2106163"/>
                  </a:lnTo>
                  <a:lnTo>
                    <a:pt x="1544078" y="2103810"/>
                  </a:lnTo>
                  <a:lnTo>
                    <a:pt x="1538641" y="2103810"/>
                  </a:lnTo>
                  <a:lnTo>
                    <a:pt x="1538641" y="2100281"/>
                  </a:lnTo>
                  <a:lnTo>
                    <a:pt x="1533205" y="2100281"/>
                  </a:lnTo>
                  <a:lnTo>
                    <a:pt x="1533205" y="2090873"/>
                  </a:lnTo>
                  <a:lnTo>
                    <a:pt x="1527768" y="2090873"/>
                  </a:lnTo>
                  <a:lnTo>
                    <a:pt x="1527768" y="2086169"/>
                  </a:lnTo>
                  <a:lnTo>
                    <a:pt x="1522331" y="2086169"/>
                  </a:lnTo>
                  <a:lnTo>
                    <a:pt x="1522331" y="2084993"/>
                  </a:lnTo>
                  <a:lnTo>
                    <a:pt x="1516894" y="2084993"/>
                  </a:lnTo>
                  <a:lnTo>
                    <a:pt x="1516894" y="2081464"/>
                  </a:lnTo>
                  <a:lnTo>
                    <a:pt x="1511457" y="2081464"/>
                  </a:lnTo>
                  <a:lnTo>
                    <a:pt x="1511457" y="2076761"/>
                  </a:lnTo>
                  <a:lnTo>
                    <a:pt x="1506020" y="2076761"/>
                  </a:lnTo>
                  <a:lnTo>
                    <a:pt x="1506020" y="2068530"/>
                  </a:lnTo>
                  <a:lnTo>
                    <a:pt x="1500583" y="2068530"/>
                  </a:lnTo>
                  <a:lnTo>
                    <a:pt x="1500583" y="2067354"/>
                  </a:lnTo>
                  <a:lnTo>
                    <a:pt x="1495146" y="2067354"/>
                  </a:lnTo>
                  <a:lnTo>
                    <a:pt x="1495146" y="2061474"/>
                  </a:lnTo>
                  <a:lnTo>
                    <a:pt x="1489709" y="2061474"/>
                  </a:lnTo>
                  <a:lnTo>
                    <a:pt x="1489709" y="2057947"/>
                  </a:lnTo>
                  <a:lnTo>
                    <a:pt x="1484272" y="2057947"/>
                  </a:lnTo>
                  <a:lnTo>
                    <a:pt x="1484272" y="2050895"/>
                  </a:lnTo>
                  <a:lnTo>
                    <a:pt x="1478836" y="2050895"/>
                  </a:lnTo>
                  <a:lnTo>
                    <a:pt x="1478836" y="2047371"/>
                  </a:lnTo>
                  <a:lnTo>
                    <a:pt x="1473399" y="2047371"/>
                  </a:lnTo>
                  <a:lnTo>
                    <a:pt x="1473399" y="2043848"/>
                  </a:lnTo>
                  <a:lnTo>
                    <a:pt x="1467962" y="2043848"/>
                  </a:lnTo>
                  <a:lnTo>
                    <a:pt x="1467962" y="2035629"/>
                  </a:lnTo>
                  <a:lnTo>
                    <a:pt x="1462525" y="2035629"/>
                  </a:lnTo>
                  <a:lnTo>
                    <a:pt x="1462525" y="2030931"/>
                  </a:lnTo>
                  <a:lnTo>
                    <a:pt x="1457088" y="2030931"/>
                  </a:lnTo>
                  <a:lnTo>
                    <a:pt x="1457088" y="2025061"/>
                  </a:lnTo>
                  <a:lnTo>
                    <a:pt x="1451651" y="2025061"/>
                  </a:lnTo>
                  <a:lnTo>
                    <a:pt x="1451651" y="2021540"/>
                  </a:lnTo>
                  <a:lnTo>
                    <a:pt x="1446214" y="2021540"/>
                  </a:lnTo>
                  <a:lnTo>
                    <a:pt x="1446214" y="2013324"/>
                  </a:lnTo>
                  <a:lnTo>
                    <a:pt x="1440777" y="2013324"/>
                  </a:lnTo>
                  <a:lnTo>
                    <a:pt x="1440777" y="2010977"/>
                  </a:lnTo>
                  <a:lnTo>
                    <a:pt x="1435340" y="2010977"/>
                  </a:lnTo>
                  <a:lnTo>
                    <a:pt x="1435340" y="2006281"/>
                  </a:lnTo>
                  <a:lnTo>
                    <a:pt x="1429903" y="2006281"/>
                  </a:lnTo>
                  <a:lnTo>
                    <a:pt x="1429903" y="1999238"/>
                  </a:lnTo>
                  <a:lnTo>
                    <a:pt x="1424467" y="1999238"/>
                  </a:lnTo>
                  <a:lnTo>
                    <a:pt x="1424467" y="1998064"/>
                  </a:lnTo>
                  <a:lnTo>
                    <a:pt x="1419030" y="1998064"/>
                  </a:lnTo>
                  <a:lnTo>
                    <a:pt x="1419030" y="1993368"/>
                  </a:lnTo>
                  <a:lnTo>
                    <a:pt x="1413593" y="1993368"/>
                  </a:lnTo>
                  <a:lnTo>
                    <a:pt x="1413593" y="1992194"/>
                  </a:lnTo>
                  <a:lnTo>
                    <a:pt x="1408156" y="1992194"/>
                  </a:lnTo>
                  <a:lnTo>
                    <a:pt x="1408156" y="1988674"/>
                  </a:lnTo>
                  <a:lnTo>
                    <a:pt x="1402719" y="1988674"/>
                  </a:lnTo>
                  <a:lnTo>
                    <a:pt x="1402719" y="1986331"/>
                  </a:lnTo>
                  <a:lnTo>
                    <a:pt x="1397282" y="1986331"/>
                  </a:lnTo>
                  <a:lnTo>
                    <a:pt x="1397282" y="1980472"/>
                  </a:lnTo>
                  <a:lnTo>
                    <a:pt x="1391845" y="1980472"/>
                  </a:lnTo>
                  <a:lnTo>
                    <a:pt x="1391845" y="1972269"/>
                  </a:lnTo>
                  <a:lnTo>
                    <a:pt x="1386408" y="1972269"/>
                  </a:lnTo>
                  <a:lnTo>
                    <a:pt x="1386408" y="1969925"/>
                  </a:lnTo>
                  <a:lnTo>
                    <a:pt x="1380971" y="1969925"/>
                  </a:lnTo>
                  <a:lnTo>
                    <a:pt x="1380971" y="1962894"/>
                  </a:lnTo>
                  <a:lnTo>
                    <a:pt x="1375534" y="1962894"/>
                  </a:lnTo>
                  <a:lnTo>
                    <a:pt x="1375534" y="1958205"/>
                  </a:lnTo>
                  <a:lnTo>
                    <a:pt x="1370098" y="1958205"/>
                  </a:lnTo>
                  <a:lnTo>
                    <a:pt x="1370098" y="1954690"/>
                  </a:lnTo>
                  <a:lnTo>
                    <a:pt x="1364661" y="1954690"/>
                  </a:lnTo>
                  <a:lnTo>
                    <a:pt x="1364661" y="1950005"/>
                  </a:lnTo>
                  <a:lnTo>
                    <a:pt x="1359224" y="1950005"/>
                  </a:lnTo>
                  <a:lnTo>
                    <a:pt x="1359224" y="1940633"/>
                  </a:lnTo>
                  <a:lnTo>
                    <a:pt x="1353787" y="1940633"/>
                  </a:lnTo>
                  <a:lnTo>
                    <a:pt x="1353787" y="1938290"/>
                  </a:lnTo>
                  <a:lnTo>
                    <a:pt x="1348350" y="1938290"/>
                  </a:lnTo>
                  <a:lnTo>
                    <a:pt x="1348350" y="1932432"/>
                  </a:lnTo>
                  <a:lnTo>
                    <a:pt x="1342913" y="1932432"/>
                  </a:lnTo>
                  <a:lnTo>
                    <a:pt x="1342913" y="1928917"/>
                  </a:lnTo>
                  <a:lnTo>
                    <a:pt x="1337476" y="1928917"/>
                  </a:lnTo>
                  <a:lnTo>
                    <a:pt x="1337476" y="1923060"/>
                  </a:lnTo>
                  <a:lnTo>
                    <a:pt x="1332039" y="1923060"/>
                  </a:lnTo>
                  <a:lnTo>
                    <a:pt x="1332039" y="1919547"/>
                  </a:lnTo>
                  <a:lnTo>
                    <a:pt x="1326602" y="1919547"/>
                  </a:lnTo>
                  <a:lnTo>
                    <a:pt x="1326602" y="1916034"/>
                  </a:lnTo>
                  <a:lnTo>
                    <a:pt x="1321166" y="1916034"/>
                  </a:lnTo>
                  <a:lnTo>
                    <a:pt x="1321166" y="1911351"/>
                  </a:lnTo>
                  <a:lnTo>
                    <a:pt x="1315729" y="1911351"/>
                  </a:lnTo>
                  <a:lnTo>
                    <a:pt x="1315729" y="1909009"/>
                  </a:lnTo>
                  <a:lnTo>
                    <a:pt x="1310292" y="1909009"/>
                  </a:lnTo>
                  <a:lnTo>
                    <a:pt x="1310292" y="1903157"/>
                  </a:lnTo>
                  <a:lnTo>
                    <a:pt x="1304855" y="1903157"/>
                  </a:lnTo>
                  <a:lnTo>
                    <a:pt x="1304855" y="1901986"/>
                  </a:lnTo>
                  <a:lnTo>
                    <a:pt x="1299418" y="1901986"/>
                  </a:lnTo>
                  <a:lnTo>
                    <a:pt x="1299418" y="1896138"/>
                  </a:lnTo>
                  <a:lnTo>
                    <a:pt x="1293981" y="1896138"/>
                  </a:lnTo>
                  <a:lnTo>
                    <a:pt x="1293981" y="1887957"/>
                  </a:lnTo>
                  <a:lnTo>
                    <a:pt x="1288544" y="1887957"/>
                  </a:lnTo>
                  <a:lnTo>
                    <a:pt x="1288544" y="1882115"/>
                  </a:lnTo>
                  <a:lnTo>
                    <a:pt x="1283107" y="1882115"/>
                  </a:lnTo>
                  <a:lnTo>
                    <a:pt x="1283107" y="1878613"/>
                  </a:lnTo>
                  <a:lnTo>
                    <a:pt x="1277670" y="1878613"/>
                  </a:lnTo>
                  <a:lnTo>
                    <a:pt x="1277670" y="1875111"/>
                  </a:lnTo>
                  <a:lnTo>
                    <a:pt x="1272233" y="1875111"/>
                  </a:lnTo>
                  <a:lnTo>
                    <a:pt x="1272233" y="1869276"/>
                  </a:lnTo>
                  <a:lnTo>
                    <a:pt x="1266797" y="1869276"/>
                  </a:lnTo>
                  <a:lnTo>
                    <a:pt x="1266797" y="1868109"/>
                  </a:lnTo>
                  <a:lnTo>
                    <a:pt x="1261360" y="1868109"/>
                  </a:lnTo>
                  <a:lnTo>
                    <a:pt x="1261360" y="1858776"/>
                  </a:lnTo>
                  <a:lnTo>
                    <a:pt x="1255923" y="1858776"/>
                  </a:lnTo>
                  <a:lnTo>
                    <a:pt x="1255923" y="1852945"/>
                  </a:lnTo>
                  <a:lnTo>
                    <a:pt x="1250486" y="1852945"/>
                  </a:lnTo>
                  <a:lnTo>
                    <a:pt x="1250486" y="1849448"/>
                  </a:lnTo>
                  <a:lnTo>
                    <a:pt x="1245049" y="1849448"/>
                  </a:lnTo>
                  <a:lnTo>
                    <a:pt x="1245049" y="1847118"/>
                  </a:lnTo>
                  <a:lnTo>
                    <a:pt x="1239612" y="1847118"/>
                  </a:lnTo>
                  <a:lnTo>
                    <a:pt x="1239612" y="1843622"/>
                  </a:lnTo>
                  <a:lnTo>
                    <a:pt x="1234175" y="1843622"/>
                  </a:lnTo>
                  <a:lnTo>
                    <a:pt x="1234175" y="1836629"/>
                  </a:lnTo>
                  <a:lnTo>
                    <a:pt x="1228738" y="1836629"/>
                  </a:lnTo>
                  <a:lnTo>
                    <a:pt x="1228738" y="1829638"/>
                  </a:lnTo>
                  <a:lnTo>
                    <a:pt x="1223301" y="1829638"/>
                  </a:lnTo>
                  <a:lnTo>
                    <a:pt x="1223301" y="1827308"/>
                  </a:lnTo>
                  <a:lnTo>
                    <a:pt x="1217864" y="1827308"/>
                  </a:lnTo>
                  <a:lnTo>
                    <a:pt x="1217864" y="1821485"/>
                  </a:lnTo>
                  <a:lnTo>
                    <a:pt x="1212428" y="1821485"/>
                  </a:lnTo>
                  <a:lnTo>
                    <a:pt x="1212428" y="1819157"/>
                  </a:lnTo>
                  <a:lnTo>
                    <a:pt x="1206991" y="1819157"/>
                  </a:lnTo>
                  <a:lnTo>
                    <a:pt x="1206991" y="1812174"/>
                  </a:lnTo>
                  <a:lnTo>
                    <a:pt x="1201554" y="1812174"/>
                  </a:lnTo>
                  <a:lnTo>
                    <a:pt x="1201554" y="1808682"/>
                  </a:lnTo>
                  <a:lnTo>
                    <a:pt x="1196117" y="1808682"/>
                  </a:lnTo>
                  <a:lnTo>
                    <a:pt x="1196117" y="1799369"/>
                  </a:lnTo>
                  <a:lnTo>
                    <a:pt x="1190680" y="1799369"/>
                  </a:lnTo>
                  <a:lnTo>
                    <a:pt x="1190680" y="1797041"/>
                  </a:lnTo>
                  <a:lnTo>
                    <a:pt x="1185243" y="1797041"/>
                  </a:lnTo>
                  <a:lnTo>
                    <a:pt x="1185243" y="1788894"/>
                  </a:lnTo>
                  <a:lnTo>
                    <a:pt x="1179806" y="1788894"/>
                  </a:lnTo>
                  <a:lnTo>
                    <a:pt x="1179806" y="1784238"/>
                  </a:lnTo>
                  <a:lnTo>
                    <a:pt x="1174369" y="1784238"/>
                  </a:lnTo>
                  <a:lnTo>
                    <a:pt x="1174369" y="1781910"/>
                  </a:lnTo>
                  <a:lnTo>
                    <a:pt x="1168932" y="1781910"/>
                  </a:lnTo>
                  <a:lnTo>
                    <a:pt x="1168932" y="1774926"/>
                  </a:lnTo>
                  <a:lnTo>
                    <a:pt x="1163495" y="1774926"/>
                  </a:lnTo>
                  <a:lnTo>
                    <a:pt x="1163495" y="1765612"/>
                  </a:lnTo>
                  <a:lnTo>
                    <a:pt x="1158059" y="1765612"/>
                  </a:lnTo>
                  <a:lnTo>
                    <a:pt x="1158059" y="1755133"/>
                  </a:lnTo>
                  <a:lnTo>
                    <a:pt x="1152622" y="1755133"/>
                  </a:lnTo>
                  <a:lnTo>
                    <a:pt x="1152622" y="1749310"/>
                  </a:lnTo>
                  <a:lnTo>
                    <a:pt x="1147185" y="1749310"/>
                  </a:lnTo>
                  <a:lnTo>
                    <a:pt x="1147185" y="1742325"/>
                  </a:lnTo>
                  <a:lnTo>
                    <a:pt x="1141748" y="1742325"/>
                  </a:lnTo>
                  <a:lnTo>
                    <a:pt x="1141748" y="1737671"/>
                  </a:lnTo>
                  <a:lnTo>
                    <a:pt x="1136311" y="1737671"/>
                  </a:lnTo>
                  <a:lnTo>
                    <a:pt x="1136311" y="1729525"/>
                  </a:lnTo>
                  <a:lnTo>
                    <a:pt x="1130874" y="1729525"/>
                  </a:lnTo>
                  <a:lnTo>
                    <a:pt x="1130874" y="1723709"/>
                  </a:lnTo>
                  <a:lnTo>
                    <a:pt x="1125437" y="1723709"/>
                  </a:lnTo>
                  <a:lnTo>
                    <a:pt x="1125437" y="1717891"/>
                  </a:lnTo>
                  <a:lnTo>
                    <a:pt x="1120000" y="1717891"/>
                  </a:lnTo>
                  <a:lnTo>
                    <a:pt x="1120000" y="1714401"/>
                  </a:lnTo>
                  <a:lnTo>
                    <a:pt x="1114563" y="1714401"/>
                  </a:lnTo>
                  <a:lnTo>
                    <a:pt x="1114563" y="1705094"/>
                  </a:lnTo>
                  <a:lnTo>
                    <a:pt x="1109127" y="1705094"/>
                  </a:lnTo>
                  <a:lnTo>
                    <a:pt x="1109127" y="1700442"/>
                  </a:lnTo>
                  <a:lnTo>
                    <a:pt x="1103690" y="1700442"/>
                  </a:lnTo>
                  <a:lnTo>
                    <a:pt x="1103690" y="1694627"/>
                  </a:lnTo>
                  <a:lnTo>
                    <a:pt x="1098253" y="1694627"/>
                  </a:lnTo>
                  <a:lnTo>
                    <a:pt x="1098253" y="1680672"/>
                  </a:lnTo>
                  <a:lnTo>
                    <a:pt x="1092816" y="1680672"/>
                  </a:lnTo>
                  <a:lnTo>
                    <a:pt x="1092816" y="1672531"/>
                  </a:lnTo>
                  <a:lnTo>
                    <a:pt x="1087379" y="1672531"/>
                  </a:lnTo>
                  <a:lnTo>
                    <a:pt x="1087379" y="1663225"/>
                  </a:lnTo>
                  <a:lnTo>
                    <a:pt x="1081942" y="1663225"/>
                  </a:lnTo>
                  <a:lnTo>
                    <a:pt x="1081942" y="1659736"/>
                  </a:lnTo>
                  <a:lnTo>
                    <a:pt x="1076505" y="1659736"/>
                  </a:lnTo>
                  <a:lnTo>
                    <a:pt x="1076505" y="1652755"/>
                  </a:lnTo>
                  <a:lnTo>
                    <a:pt x="1071068" y="1652755"/>
                  </a:lnTo>
                  <a:lnTo>
                    <a:pt x="1071068" y="1648103"/>
                  </a:lnTo>
                  <a:lnTo>
                    <a:pt x="1065631" y="1648103"/>
                  </a:lnTo>
                  <a:lnTo>
                    <a:pt x="1065631" y="1642290"/>
                  </a:lnTo>
                  <a:lnTo>
                    <a:pt x="1060194" y="1642290"/>
                  </a:lnTo>
                  <a:lnTo>
                    <a:pt x="1060194" y="1635315"/>
                  </a:lnTo>
                  <a:lnTo>
                    <a:pt x="1054758" y="1635315"/>
                  </a:lnTo>
                  <a:lnTo>
                    <a:pt x="1054758" y="1629503"/>
                  </a:lnTo>
                  <a:lnTo>
                    <a:pt x="1049321" y="1629503"/>
                  </a:lnTo>
                  <a:lnTo>
                    <a:pt x="1049321" y="1617879"/>
                  </a:lnTo>
                  <a:lnTo>
                    <a:pt x="1043884" y="1617879"/>
                  </a:lnTo>
                  <a:lnTo>
                    <a:pt x="1043884" y="1606256"/>
                  </a:lnTo>
                  <a:lnTo>
                    <a:pt x="1038447" y="1606256"/>
                  </a:lnTo>
                  <a:lnTo>
                    <a:pt x="1038447" y="1599281"/>
                  </a:lnTo>
                  <a:lnTo>
                    <a:pt x="1033010" y="1599281"/>
                  </a:lnTo>
                  <a:lnTo>
                    <a:pt x="1033010" y="1591143"/>
                  </a:lnTo>
                  <a:lnTo>
                    <a:pt x="1027573" y="1591143"/>
                  </a:lnTo>
                  <a:lnTo>
                    <a:pt x="1027573" y="1584167"/>
                  </a:lnTo>
                  <a:lnTo>
                    <a:pt x="1022136" y="1584167"/>
                  </a:lnTo>
                  <a:lnTo>
                    <a:pt x="1022136" y="1579519"/>
                  </a:lnTo>
                  <a:lnTo>
                    <a:pt x="1016699" y="1579519"/>
                  </a:lnTo>
                  <a:lnTo>
                    <a:pt x="1016699" y="1572546"/>
                  </a:lnTo>
                  <a:lnTo>
                    <a:pt x="1011262" y="1572546"/>
                  </a:lnTo>
                  <a:lnTo>
                    <a:pt x="1011262" y="1569059"/>
                  </a:lnTo>
                  <a:lnTo>
                    <a:pt x="1005825" y="1569059"/>
                  </a:lnTo>
                  <a:lnTo>
                    <a:pt x="1005825" y="1559760"/>
                  </a:lnTo>
                  <a:lnTo>
                    <a:pt x="1000389" y="1559760"/>
                  </a:lnTo>
                  <a:lnTo>
                    <a:pt x="1000389" y="1551625"/>
                  </a:lnTo>
                  <a:lnTo>
                    <a:pt x="994952" y="1551625"/>
                  </a:lnTo>
                  <a:lnTo>
                    <a:pt x="994952" y="1548138"/>
                  </a:lnTo>
                  <a:lnTo>
                    <a:pt x="989515" y="1548138"/>
                  </a:lnTo>
                  <a:lnTo>
                    <a:pt x="989515" y="1545814"/>
                  </a:lnTo>
                  <a:lnTo>
                    <a:pt x="984078" y="1545814"/>
                  </a:lnTo>
                  <a:lnTo>
                    <a:pt x="984078" y="1541166"/>
                  </a:lnTo>
                  <a:lnTo>
                    <a:pt x="978641" y="1541166"/>
                  </a:lnTo>
                  <a:lnTo>
                    <a:pt x="978641" y="1538843"/>
                  </a:lnTo>
                  <a:lnTo>
                    <a:pt x="973204" y="1538843"/>
                  </a:lnTo>
                  <a:lnTo>
                    <a:pt x="973204" y="1534196"/>
                  </a:lnTo>
                  <a:lnTo>
                    <a:pt x="967767" y="1534196"/>
                  </a:lnTo>
                  <a:lnTo>
                    <a:pt x="967767" y="1524903"/>
                  </a:lnTo>
                  <a:lnTo>
                    <a:pt x="962330" y="1524903"/>
                  </a:lnTo>
                  <a:lnTo>
                    <a:pt x="962330" y="1519095"/>
                  </a:lnTo>
                  <a:lnTo>
                    <a:pt x="956893" y="1519095"/>
                  </a:lnTo>
                  <a:lnTo>
                    <a:pt x="956893" y="1514451"/>
                  </a:lnTo>
                  <a:lnTo>
                    <a:pt x="951457" y="1514451"/>
                  </a:lnTo>
                  <a:lnTo>
                    <a:pt x="951457" y="1512129"/>
                  </a:lnTo>
                  <a:lnTo>
                    <a:pt x="946020" y="1512129"/>
                  </a:lnTo>
                  <a:lnTo>
                    <a:pt x="946020" y="1502845"/>
                  </a:lnTo>
                  <a:lnTo>
                    <a:pt x="940583" y="1502845"/>
                  </a:lnTo>
                  <a:lnTo>
                    <a:pt x="940583" y="1497045"/>
                  </a:lnTo>
                  <a:lnTo>
                    <a:pt x="935146" y="1497045"/>
                  </a:lnTo>
                  <a:lnTo>
                    <a:pt x="935146" y="1490087"/>
                  </a:lnTo>
                  <a:lnTo>
                    <a:pt x="929709" y="1490087"/>
                  </a:lnTo>
                  <a:lnTo>
                    <a:pt x="929709" y="1483128"/>
                  </a:lnTo>
                  <a:lnTo>
                    <a:pt x="924272" y="1483128"/>
                  </a:lnTo>
                  <a:lnTo>
                    <a:pt x="924272" y="1478489"/>
                  </a:lnTo>
                  <a:lnTo>
                    <a:pt x="918835" y="1478489"/>
                  </a:lnTo>
                  <a:lnTo>
                    <a:pt x="918835" y="1473851"/>
                  </a:lnTo>
                  <a:lnTo>
                    <a:pt x="913398" y="1473851"/>
                  </a:lnTo>
                  <a:lnTo>
                    <a:pt x="913398" y="1465740"/>
                  </a:lnTo>
                  <a:lnTo>
                    <a:pt x="907961" y="1465740"/>
                  </a:lnTo>
                  <a:lnTo>
                    <a:pt x="907961" y="1461105"/>
                  </a:lnTo>
                  <a:lnTo>
                    <a:pt x="902524" y="1461105"/>
                  </a:lnTo>
                  <a:lnTo>
                    <a:pt x="902524" y="1454151"/>
                  </a:lnTo>
                  <a:lnTo>
                    <a:pt x="897088" y="1454151"/>
                  </a:lnTo>
                  <a:lnTo>
                    <a:pt x="897088" y="1449516"/>
                  </a:lnTo>
                  <a:lnTo>
                    <a:pt x="891651" y="1449516"/>
                  </a:lnTo>
                  <a:lnTo>
                    <a:pt x="891651" y="1441405"/>
                  </a:lnTo>
                  <a:lnTo>
                    <a:pt x="886214" y="1441405"/>
                  </a:lnTo>
                  <a:lnTo>
                    <a:pt x="886214" y="1426342"/>
                  </a:lnTo>
                  <a:lnTo>
                    <a:pt x="880777" y="1426342"/>
                  </a:lnTo>
                  <a:lnTo>
                    <a:pt x="880777" y="1419392"/>
                  </a:lnTo>
                  <a:lnTo>
                    <a:pt x="875340" y="1419392"/>
                  </a:lnTo>
                  <a:lnTo>
                    <a:pt x="875340" y="1408967"/>
                  </a:lnTo>
                  <a:lnTo>
                    <a:pt x="869903" y="1408967"/>
                  </a:lnTo>
                  <a:lnTo>
                    <a:pt x="869903" y="1399699"/>
                  </a:lnTo>
                  <a:lnTo>
                    <a:pt x="864466" y="1399699"/>
                  </a:lnTo>
                  <a:lnTo>
                    <a:pt x="864466" y="1393905"/>
                  </a:lnTo>
                  <a:lnTo>
                    <a:pt x="859029" y="1393905"/>
                  </a:lnTo>
                  <a:lnTo>
                    <a:pt x="859029" y="1385796"/>
                  </a:lnTo>
                  <a:lnTo>
                    <a:pt x="853592" y="1385796"/>
                  </a:lnTo>
                  <a:lnTo>
                    <a:pt x="853592" y="1375368"/>
                  </a:lnTo>
                  <a:lnTo>
                    <a:pt x="848155" y="1375368"/>
                  </a:lnTo>
                  <a:lnTo>
                    <a:pt x="848155" y="1369574"/>
                  </a:lnTo>
                  <a:lnTo>
                    <a:pt x="842719" y="1369574"/>
                  </a:lnTo>
                  <a:lnTo>
                    <a:pt x="842719" y="1364941"/>
                  </a:lnTo>
                  <a:lnTo>
                    <a:pt x="837282" y="1364941"/>
                  </a:lnTo>
                  <a:lnTo>
                    <a:pt x="837282" y="1360310"/>
                  </a:lnTo>
                  <a:lnTo>
                    <a:pt x="831845" y="1360310"/>
                  </a:lnTo>
                  <a:lnTo>
                    <a:pt x="831845" y="1355679"/>
                  </a:lnTo>
                  <a:lnTo>
                    <a:pt x="826408" y="1355679"/>
                  </a:lnTo>
                  <a:lnTo>
                    <a:pt x="826408" y="1347574"/>
                  </a:lnTo>
                  <a:lnTo>
                    <a:pt x="820971" y="1347574"/>
                  </a:lnTo>
                  <a:lnTo>
                    <a:pt x="820971" y="1337152"/>
                  </a:lnTo>
                  <a:lnTo>
                    <a:pt x="815534" y="1337152"/>
                  </a:lnTo>
                  <a:lnTo>
                    <a:pt x="815534" y="1329044"/>
                  </a:lnTo>
                  <a:lnTo>
                    <a:pt x="810097" y="1329044"/>
                  </a:lnTo>
                  <a:lnTo>
                    <a:pt x="810097" y="1326728"/>
                  </a:lnTo>
                  <a:lnTo>
                    <a:pt x="804660" y="1326728"/>
                  </a:lnTo>
                  <a:lnTo>
                    <a:pt x="804660" y="1320937"/>
                  </a:lnTo>
                  <a:lnTo>
                    <a:pt x="799223" y="1320937"/>
                  </a:lnTo>
                  <a:lnTo>
                    <a:pt x="799223" y="1309358"/>
                  </a:lnTo>
                  <a:lnTo>
                    <a:pt x="793786" y="1309358"/>
                  </a:lnTo>
                  <a:lnTo>
                    <a:pt x="793786" y="1305886"/>
                  </a:lnTo>
                  <a:lnTo>
                    <a:pt x="788350" y="1305886"/>
                  </a:lnTo>
                  <a:lnTo>
                    <a:pt x="788350" y="1300098"/>
                  </a:lnTo>
                  <a:lnTo>
                    <a:pt x="782913" y="1300098"/>
                  </a:lnTo>
                  <a:lnTo>
                    <a:pt x="782913" y="1295468"/>
                  </a:lnTo>
                  <a:lnTo>
                    <a:pt x="777476" y="1295468"/>
                  </a:lnTo>
                  <a:lnTo>
                    <a:pt x="777476" y="1286206"/>
                  </a:lnTo>
                  <a:lnTo>
                    <a:pt x="772039" y="1286206"/>
                  </a:lnTo>
                  <a:lnTo>
                    <a:pt x="772039" y="1278103"/>
                  </a:lnTo>
                  <a:lnTo>
                    <a:pt x="766602" y="1278103"/>
                  </a:lnTo>
                  <a:lnTo>
                    <a:pt x="766602" y="1266528"/>
                  </a:lnTo>
                  <a:lnTo>
                    <a:pt x="761165" y="1266528"/>
                  </a:lnTo>
                  <a:lnTo>
                    <a:pt x="761165" y="1253797"/>
                  </a:lnTo>
                  <a:lnTo>
                    <a:pt x="755728" y="1253797"/>
                  </a:lnTo>
                  <a:lnTo>
                    <a:pt x="755728" y="1249167"/>
                  </a:lnTo>
                  <a:lnTo>
                    <a:pt x="750291" y="1249167"/>
                  </a:lnTo>
                  <a:lnTo>
                    <a:pt x="750291" y="1238747"/>
                  </a:lnTo>
                  <a:lnTo>
                    <a:pt x="744854" y="1238747"/>
                  </a:lnTo>
                  <a:lnTo>
                    <a:pt x="744854" y="1234116"/>
                  </a:lnTo>
                  <a:lnTo>
                    <a:pt x="739418" y="1234116"/>
                  </a:lnTo>
                  <a:lnTo>
                    <a:pt x="739418" y="1229484"/>
                  </a:lnTo>
                  <a:lnTo>
                    <a:pt x="733981" y="1229484"/>
                  </a:lnTo>
                  <a:lnTo>
                    <a:pt x="733981" y="1221377"/>
                  </a:lnTo>
                  <a:lnTo>
                    <a:pt x="728544" y="1221377"/>
                  </a:lnTo>
                  <a:lnTo>
                    <a:pt x="728544" y="1212113"/>
                  </a:lnTo>
                  <a:lnTo>
                    <a:pt x="723107" y="1212113"/>
                  </a:lnTo>
                  <a:lnTo>
                    <a:pt x="723107" y="1210955"/>
                  </a:lnTo>
                  <a:lnTo>
                    <a:pt x="717670" y="1210955"/>
                  </a:lnTo>
                  <a:lnTo>
                    <a:pt x="717670" y="1204010"/>
                  </a:lnTo>
                  <a:lnTo>
                    <a:pt x="712233" y="1204010"/>
                  </a:lnTo>
                  <a:lnTo>
                    <a:pt x="712233" y="1198222"/>
                  </a:lnTo>
                  <a:lnTo>
                    <a:pt x="706796" y="1198222"/>
                  </a:lnTo>
                  <a:lnTo>
                    <a:pt x="706796" y="1193593"/>
                  </a:lnTo>
                  <a:lnTo>
                    <a:pt x="701359" y="1193593"/>
                  </a:lnTo>
                  <a:lnTo>
                    <a:pt x="701359" y="1186649"/>
                  </a:lnTo>
                  <a:lnTo>
                    <a:pt x="695922" y="1186649"/>
                  </a:lnTo>
                  <a:lnTo>
                    <a:pt x="695922" y="1179709"/>
                  </a:lnTo>
                  <a:lnTo>
                    <a:pt x="690485" y="1179709"/>
                  </a:lnTo>
                  <a:lnTo>
                    <a:pt x="690485" y="1170453"/>
                  </a:lnTo>
                  <a:lnTo>
                    <a:pt x="685049" y="1170453"/>
                  </a:lnTo>
                  <a:lnTo>
                    <a:pt x="685049" y="1162360"/>
                  </a:lnTo>
                  <a:lnTo>
                    <a:pt x="679612" y="1162360"/>
                  </a:lnTo>
                  <a:lnTo>
                    <a:pt x="679612" y="1157734"/>
                  </a:lnTo>
                  <a:lnTo>
                    <a:pt x="674175" y="1157734"/>
                  </a:lnTo>
                  <a:lnTo>
                    <a:pt x="674175" y="1153109"/>
                  </a:lnTo>
                  <a:lnTo>
                    <a:pt x="668738" y="1153109"/>
                  </a:lnTo>
                  <a:lnTo>
                    <a:pt x="668738" y="1146171"/>
                  </a:lnTo>
                  <a:lnTo>
                    <a:pt x="663301" y="1146171"/>
                  </a:lnTo>
                  <a:lnTo>
                    <a:pt x="663301" y="1139234"/>
                  </a:lnTo>
                  <a:lnTo>
                    <a:pt x="657864" y="1139234"/>
                  </a:lnTo>
                  <a:lnTo>
                    <a:pt x="657864" y="1133453"/>
                  </a:lnTo>
                  <a:lnTo>
                    <a:pt x="652427" y="1133453"/>
                  </a:lnTo>
                  <a:lnTo>
                    <a:pt x="652427" y="1127674"/>
                  </a:lnTo>
                  <a:lnTo>
                    <a:pt x="646990" y="1127674"/>
                  </a:lnTo>
                  <a:lnTo>
                    <a:pt x="646990" y="1116115"/>
                  </a:lnTo>
                  <a:lnTo>
                    <a:pt x="641553" y="1116115"/>
                  </a:lnTo>
                  <a:lnTo>
                    <a:pt x="641553" y="1109178"/>
                  </a:lnTo>
                  <a:lnTo>
                    <a:pt x="636116" y="1109178"/>
                  </a:lnTo>
                  <a:lnTo>
                    <a:pt x="636116" y="1097614"/>
                  </a:lnTo>
                  <a:lnTo>
                    <a:pt x="630680" y="1097614"/>
                  </a:lnTo>
                  <a:lnTo>
                    <a:pt x="630680" y="1094145"/>
                  </a:lnTo>
                  <a:lnTo>
                    <a:pt x="625243" y="1094145"/>
                  </a:lnTo>
                  <a:lnTo>
                    <a:pt x="625243" y="1088368"/>
                  </a:lnTo>
                  <a:lnTo>
                    <a:pt x="619806" y="1088368"/>
                  </a:lnTo>
                  <a:lnTo>
                    <a:pt x="619806" y="1081439"/>
                  </a:lnTo>
                  <a:lnTo>
                    <a:pt x="614369" y="1081439"/>
                  </a:lnTo>
                  <a:lnTo>
                    <a:pt x="614369" y="1076818"/>
                  </a:lnTo>
                  <a:lnTo>
                    <a:pt x="608932" y="1076818"/>
                  </a:lnTo>
                  <a:lnTo>
                    <a:pt x="608932" y="1072199"/>
                  </a:lnTo>
                  <a:lnTo>
                    <a:pt x="603495" y="1072199"/>
                  </a:lnTo>
                  <a:lnTo>
                    <a:pt x="603495" y="1066425"/>
                  </a:lnTo>
                  <a:lnTo>
                    <a:pt x="598058" y="1066425"/>
                  </a:lnTo>
                  <a:lnTo>
                    <a:pt x="598058" y="1058343"/>
                  </a:lnTo>
                  <a:lnTo>
                    <a:pt x="592621" y="1058343"/>
                  </a:lnTo>
                  <a:lnTo>
                    <a:pt x="592621" y="1049105"/>
                  </a:lnTo>
                  <a:lnTo>
                    <a:pt x="587184" y="1049105"/>
                  </a:lnTo>
                  <a:lnTo>
                    <a:pt x="587184" y="1042179"/>
                  </a:lnTo>
                  <a:lnTo>
                    <a:pt x="581747" y="1042179"/>
                  </a:lnTo>
                  <a:lnTo>
                    <a:pt x="581747" y="1036406"/>
                  </a:lnTo>
                  <a:lnTo>
                    <a:pt x="576311" y="1036406"/>
                  </a:lnTo>
                  <a:lnTo>
                    <a:pt x="576311" y="1026017"/>
                  </a:lnTo>
                  <a:lnTo>
                    <a:pt x="570874" y="1026017"/>
                  </a:lnTo>
                  <a:lnTo>
                    <a:pt x="570874" y="1021401"/>
                  </a:lnTo>
                  <a:lnTo>
                    <a:pt x="565437" y="1021401"/>
                  </a:lnTo>
                  <a:lnTo>
                    <a:pt x="565437" y="1017939"/>
                  </a:lnTo>
                  <a:lnTo>
                    <a:pt x="560000" y="1017939"/>
                  </a:lnTo>
                  <a:lnTo>
                    <a:pt x="560000" y="1007556"/>
                  </a:lnTo>
                  <a:lnTo>
                    <a:pt x="554563" y="1007556"/>
                  </a:lnTo>
                  <a:lnTo>
                    <a:pt x="554563" y="997174"/>
                  </a:lnTo>
                  <a:lnTo>
                    <a:pt x="549126" y="997174"/>
                  </a:lnTo>
                  <a:lnTo>
                    <a:pt x="549126" y="989099"/>
                  </a:lnTo>
                  <a:lnTo>
                    <a:pt x="543689" y="989099"/>
                  </a:lnTo>
                  <a:lnTo>
                    <a:pt x="543689" y="983330"/>
                  </a:lnTo>
                  <a:lnTo>
                    <a:pt x="538252" y="983330"/>
                  </a:lnTo>
                  <a:lnTo>
                    <a:pt x="538252" y="981023"/>
                  </a:lnTo>
                  <a:lnTo>
                    <a:pt x="532815" y="981023"/>
                  </a:lnTo>
                  <a:lnTo>
                    <a:pt x="532815" y="972953"/>
                  </a:lnTo>
                  <a:lnTo>
                    <a:pt x="527379" y="972953"/>
                  </a:lnTo>
                  <a:lnTo>
                    <a:pt x="527379" y="967190"/>
                  </a:lnTo>
                  <a:lnTo>
                    <a:pt x="521942" y="967190"/>
                  </a:lnTo>
                  <a:lnTo>
                    <a:pt x="521942" y="957969"/>
                  </a:lnTo>
                  <a:lnTo>
                    <a:pt x="516505" y="957969"/>
                  </a:lnTo>
                  <a:lnTo>
                    <a:pt x="516505" y="941828"/>
                  </a:lnTo>
                  <a:lnTo>
                    <a:pt x="511068" y="941828"/>
                  </a:lnTo>
                  <a:lnTo>
                    <a:pt x="511068" y="931451"/>
                  </a:lnTo>
                  <a:lnTo>
                    <a:pt x="505631" y="931451"/>
                  </a:lnTo>
                  <a:lnTo>
                    <a:pt x="505631" y="913001"/>
                  </a:lnTo>
                  <a:lnTo>
                    <a:pt x="500194" y="913001"/>
                  </a:lnTo>
                  <a:lnTo>
                    <a:pt x="500194" y="907234"/>
                  </a:lnTo>
                  <a:lnTo>
                    <a:pt x="494757" y="907234"/>
                  </a:lnTo>
                  <a:lnTo>
                    <a:pt x="494757" y="895702"/>
                  </a:lnTo>
                  <a:lnTo>
                    <a:pt x="489320" y="895702"/>
                  </a:lnTo>
                  <a:lnTo>
                    <a:pt x="489320" y="888784"/>
                  </a:lnTo>
                  <a:lnTo>
                    <a:pt x="483883" y="888784"/>
                  </a:lnTo>
                  <a:lnTo>
                    <a:pt x="483883" y="886477"/>
                  </a:lnTo>
                  <a:lnTo>
                    <a:pt x="478446" y="886477"/>
                  </a:lnTo>
                  <a:lnTo>
                    <a:pt x="478446" y="881865"/>
                  </a:lnTo>
                  <a:lnTo>
                    <a:pt x="473010" y="881865"/>
                  </a:lnTo>
                  <a:lnTo>
                    <a:pt x="473010" y="876098"/>
                  </a:lnTo>
                  <a:lnTo>
                    <a:pt x="467573" y="876098"/>
                  </a:lnTo>
                  <a:lnTo>
                    <a:pt x="467573" y="869178"/>
                  </a:lnTo>
                  <a:lnTo>
                    <a:pt x="462136" y="869178"/>
                  </a:lnTo>
                  <a:lnTo>
                    <a:pt x="462136" y="859953"/>
                  </a:lnTo>
                  <a:lnTo>
                    <a:pt x="456699" y="859953"/>
                  </a:lnTo>
                  <a:lnTo>
                    <a:pt x="456699" y="846119"/>
                  </a:lnTo>
                  <a:lnTo>
                    <a:pt x="451262" y="846119"/>
                  </a:lnTo>
                  <a:lnTo>
                    <a:pt x="451262" y="838052"/>
                  </a:lnTo>
                  <a:lnTo>
                    <a:pt x="445825" y="838052"/>
                  </a:lnTo>
                  <a:lnTo>
                    <a:pt x="445825" y="831139"/>
                  </a:lnTo>
                  <a:lnTo>
                    <a:pt x="440388" y="831139"/>
                  </a:lnTo>
                  <a:lnTo>
                    <a:pt x="440388" y="824223"/>
                  </a:lnTo>
                  <a:lnTo>
                    <a:pt x="434951" y="824223"/>
                  </a:lnTo>
                  <a:lnTo>
                    <a:pt x="434951" y="816156"/>
                  </a:lnTo>
                  <a:lnTo>
                    <a:pt x="429514" y="816156"/>
                  </a:lnTo>
                  <a:lnTo>
                    <a:pt x="429514" y="808089"/>
                  </a:lnTo>
                  <a:lnTo>
                    <a:pt x="424077" y="808089"/>
                  </a:lnTo>
                  <a:lnTo>
                    <a:pt x="424077" y="800020"/>
                  </a:lnTo>
                  <a:lnTo>
                    <a:pt x="418641" y="800020"/>
                  </a:lnTo>
                  <a:lnTo>
                    <a:pt x="418641" y="789645"/>
                  </a:lnTo>
                  <a:lnTo>
                    <a:pt x="413204" y="789645"/>
                  </a:lnTo>
                  <a:lnTo>
                    <a:pt x="413204" y="778116"/>
                  </a:lnTo>
                  <a:lnTo>
                    <a:pt x="407767" y="778116"/>
                  </a:lnTo>
                  <a:lnTo>
                    <a:pt x="407767" y="771199"/>
                  </a:lnTo>
                  <a:lnTo>
                    <a:pt x="402330" y="771199"/>
                  </a:lnTo>
                  <a:lnTo>
                    <a:pt x="402330" y="759669"/>
                  </a:lnTo>
                  <a:lnTo>
                    <a:pt x="396893" y="759669"/>
                  </a:lnTo>
                  <a:lnTo>
                    <a:pt x="396893" y="751600"/>
                  </a:lnTo>
                  <a:lnTo>
                    <a:pt x="391456" y="751600"/>
                  </a:lnTo>
                  <a:lnTo>
                    <a:pt x="391456" y="746988"/>
                  </a:lnTo>
                  <a:lnTo>
                    <a:pt x="386019" y="746988"/>
                  </a:lnTo>
                  <a:lnTo>
                    <a:pt x="386019" y="737763"/>
                  </a:lnTo>
                  <a:lnTo>
                    <a:pt x="380582" y="737763"/>
                  </a:lnTo>
                  <a:lnTo>
                    <a:pt x="380582" y="729694"/>
                  </a:lnTo>
                  <a:lnTo>
                    <a:pt x="375145" y="729694"/>
                  </a:lnTo>
                  <a:lnTo>
                    <a:pt x="375145" y="718166"/>
                  </a:lnTo>
                  <a:lnTo>
                    <a:pt x="369709" y="718166"/>
                  </a:lnTo>
                  <a:lnTo>
                    <a:pt x="369709" y="711254"/>
                  </a:lnTo>
                  <a:lnTo>
                    <a:pt x="364272" y="711254"/>
                  </a:lnTo>
                  <a:lnTo>
                    <a:pt x="364272" y="697431"/>
                  </a:lnTo>
                  <a:lnTo>
                    <a:pt x="358835" y="697431"/>
                  </a:lnTo>
                  <a:lnTo>
                    <a:pt x="358835" y="689367"/>
                  </a:lnTo>
                  <a:lnTo>
                    <a:pt x="353398" y="689367"/>
                  </a:lnTo>
                  <a:lnTo>
                    <a:pt x="353398" y="666319"/>
                  </a:lnTo>
                  <a:lnTo>
                    <a:pt x="347961" y="666319"/>
                  </a:lnTo>
                  <a:lnTo>
                    <a:pt x="347961" y="652481"/>
                  </a:lnTo>
                  <a:lnTo>
                    <a:pt x="342524" y="652481"/>
                  </a:lnTo>
                  <a:lnTo>
                    <a:pt x="342524" y="644413"/>
                  </a:lnTo>
                  <a:lnTo>
                    <a:pt x="337087" y="644413"/>
                  </a:lnTo>
                  <a:lnTo>
                    <a:pt x="337087" y="635190"/>
                  </a:lnTo>
                  <a:lnTo>
                    <a:pt x="331650" y="635190"/>
                  </a:lnTo>
                  <a:lnTo>
                    <a:pt x="331650" y="625967"/>
                  </a:lnTo>
                  <a:lnTo>
                    <a:pt x="326213" y="625967"/>
                  </a:lnTo>
                  <a:lnTo>
                    <a:pt x="326213" y="610976"/>
                  </a:lnTo>
                  <a:lnTo>
                    <a:pt x="320776" y="610976"/>
                  </a:lnTo>
                  <a:lnTo>
                    <a:pt x="320776" y="608670"/>
                  </a:lnTo>
                  <a:lnTo>
                    <a:pt x="315340" y="608670"/>
                  </a:lnTo>
                  <a:lnTo>
                    <a:pt x="315340" y="599442"/>
                  </a:lnTo>
                  <a:lnTo>
                    <a:pt x="309903" y="599442"/>
                  </a:lnTo>
                  <a:lnTo>
                    <a:pt x="309903" y="589060"/>
                  </a:lnTo>
                  <a:lnTo>
                    <a:pt x="304466" y="589060"/>
                  </a:lnTo>
                  <a:lnTo>
                    <a:pt x="304466" y="578682"/>
                  </a:lnTo>
                  <a:lnTo>
                    <a:pt x="299029" y="578682"/>
                  </a:lnTo>
                  <a:lnTo>
                    <a:pt x="299029" y="570606"/>
                  </a:lnTo>
                  <a:lnTo>
                    <a:pt x="293592" y="570606"/>
                  </a:lnTo>
                  <a:lnTo>
                    <a:pt x="293592" y="564840"/>
                  </a:lnTo>
                  <a:lnTo>
                    <a:pt x="288155" y="564840"/>
                  </a:lnTo>
                  <a:lnTo>
                    <a:pt x="288155" y="553306"/>
                  </a:lnTo>
                  <a:lnTo>
                    <a:pt x="282718" y="553306"/>
                  </a:lnTo>
                  <a:lnTo>
                    <a:pt x="282718" y="542923"/>
                  </a:lnTo>
                  <a:lnTo>
                    <a:pt x="277281" y="542923"/>
                  </a:lnTo>
                  <a:lnTo>
                    <a:pt x="277281" y="531380"/>
                  </a:lnTo>
                  <a:lnTo>
                    <a:pt x="271844" y="531380"/>
                  </a:lnTo>
                  <a:lnTo>
                    <a:pt x="271844" y="518683"/>
                  </a:lnTo>
                  <a:lnTo>
                    <a:pt x="266407" y="518683"/>
                  </a:lnTo>
                  <a:lnTo>
                    <a:pt x="266407" y="503681"/>
                  </a:lnTo>
                  <a:lnTo>
                    <a:pt x="260971" y="503681"/>
                  </a:lnTo>
                  <a:lnTo>
                    <a:pt x="260971" y="494443"/>
                  </a:lnTo>
                  <a:lnTo>
                    <a:pt x="255534" y="494443"/>
                  </a:lnTo>
                  <a:lnTo>
                    <a:pt x="255534" y="481733"/>
                  </a:lnTo>
                  <a:lnTo>
                    <a:pt x="250097" y="481733"/>
                  </a:lnTo>
                  <a:lnTo>
                    <a:pt x="250097" y="472484"/>
                  </a:lnTo>
                  <a:lnTo>
                    <a:pt x="244660" y="472484"/>
                  </a:lnTo>
                  <a:lnTo>
                    <a:pt x="244660" y="464390"/>
                  </a:lnTo>
                  <a:lnTo>
                    <a:pt x="239223" y="464390"/>
                  </a:lnTo>
                  <a:lnTo>
                    <a:pt x="239223" y="459767"/>
                  </a:lnTo>
                  <a:lnTo>
                    <a:pt x="233786" y="459767"/>
                  </a:lnTo>
                  <a:lnTo>
                    <a:pt x="233786" y="447055"/>
                  </a:lnTo>
                  <a:lnTo>
                    <a:pt x="228349" y="447055"/>
                  </a:lnTo>
                  <a:lnTo>
                    <a:pt x="228349" y="441291"/>
                  </a:lnTo>
                  <a:lnTo>
                    <a:pt x="222912" y="441291"/>
                  </a:lnTo>
                  <a:lnTo>
                    <a:pt x="222912" y="435526"/>
                  </a:lnTo>
                  <a:lnTo>
                    <a:pt x="217475" y="435526"/>
                  </a:lnTo>
                  <a:lnTo>
                    <a:pt x="217475" y="425144"/>
                  </a:lnTo>
                  <a:lnTo>
                    <a:pt x="212038" y="425144"/>
                  </a:lnTo>
                  <a:lnTo>
                    <a:pt x="212038" y="411289"/>
                  </a:lnTo>
                  <a:lnTo>
                    <a:pt x="206602" y="411289"/>
                  </a:lnTo>
                  <a:lnTo>
                    <a:pt x="206602" y="395111"/>
                  </a:lnTo>
                  <a:lnTo>
                    <a:pt x="201165" y="395111"/>
                  </a:lnTo>
                  <a:lnTo>
                    <a:pt x="201165" y="384701"/>
                  </a:lnTo>
                  <a:lnTo>
                    <a:pt x="195728" y="384701"/>
                  </a:lnTo>
                  <a:lnTo>
                    <a:pt x="195728" y="376600"/>
                  </a:lnTo>
                  <a:lnTo>
                    <a:pt x="190291" y="376600"/>
                  </a:lnTo>
                  <a:lnTo>
                    <a:pt x="190291" y="369656"/>
                  </a:lnTo>
                  <a:lnTo>
                    <a:pt x="184854" y="369656"/>
                  </a:lnTo>
                  <a:lnTo>
                    <a:pt x="184854" y="356920"/>
                  </a:lnTo>
                  <a:lnTo>
                    <a:pt x="179417" y="356920"/>
                  </a:lnTo>
                  <a:lnTo>
                    <a:pt x="179417" y="345328"/>
                  </a:lnTo>
                  <a:lnTo>
                    <a:pt x="173980" y="345328"/>
                  </a:lnTo>
                  <a:lnTo>
                    <a:pt x="173980" y="329079"/>
                  </a:lnTo>
                  <a:lnTo>
                    <a:pt x="168543" y="329079"/>
                  </a:lnTo>
                  <a:lnTo>
                    <a:pt x="168543" y="309322"/>
                  </a:lnTo>
                  <a:lnTo>
                    <a:pt x="163106" y="309322"/>
                  </a:lnTo>
                  <a:lnTo>
                    <a:pt x="163106" y="302343"/>
                  </a:lnTo>
                  <a:lnTo>
                    <a:pt x="157670" y="302343"/>
                  </a:lnTo>
                  <a:lnTo>
                    <a:pt x="157670" y="287212"/>
                  </a:lnTo>
                  <a:lnTo>
                    <a:pt x="152233" y="287212"/>
                  </a:lnTo>
                  <a:lnTo>
                    <a:pt x="152233" y="270897"/>
                  </a:lnTo>
                  <a:lnTo>
                    <a:pt x="146796" y="270897"/>
                  </a:lnTo>
                  <a:lnTo>
                    <a:pt x="146796" y="260394"/>
                  </a:lnTo>
                  <a:lnTo>
                    <a:pt x="141359" y="260394"/>
                  </a:lnTo>
                  <a:lnTo>
                    <a:pt x="141359" y="240526"/>
                  </a:lnTo>
                  <a:lnTo>
                    <a:pt x="135922" y="240526"/>
                  </a:lnTo>
                  <a:lnTo>
                    <a:pt x="135922" y="226468"/>
                  </a:lnTo>
                  <a:lnTo>
                    <a:pt x="130485" y="226468"/>
                  </a:lnTo>
                  <a:lnTo>
                    <a:pt x="130485" y="214728"/>
                  </a:lnTo>
                  <a:lnTo>
                    <a:pt x="125048" y="214728"/>
                  </a:lnTo>
                  <a:lnTo>
                    <a:pt x="125048" y="208849"/>
                  </a:lnTo>
                  <a:lnTo>
                    <a:pt x="119611" y="208849"/>
                  </a:lnTo>
                  <a:lnTo>
                    <a:pt x="119611" y="197079"/>
                  </a:lnTo>
                  <a:lnTo>
                    <a:pt x="114174" y="197079"/>
                  </a:lnTo>
                  <a:lnTo>
                    <a:pt x="114174" y="192370"/>
                  </a:lnTo>
                  <a:lnTo>
                    <a:pt x="108737" y="192370"/>
                  </a:lnTo>
                  <a:lnTo>
                    <a:pt x="108737" y="172314"/>
                  </a:lnTo>
                  <a:lnTo>
                    <a:pt x="103301" y="172314"/>
                  </a:lnTo>
                  <a:lnTo>
                    <a:pt x="103301" y="167583"/>
                  </a:lnTo>
                  <a:lnTo>
                    <a:pt x="97864" y="167583"/>
                  </a:lnTo>
                  <a:lnTo>
                    <a:pt x="97864" y="153354"/>
                  </a:lnTo>
                  <a:lnTo>
                    <a:pt x="92427" y="153354"/>
                  </a:lnTo>
                  <a:lnTo>
                    <a:pt x="92427" y="142645"/>
                  </a:lnTo>
                  <a:lnTo>
                    <a:pt x="86990" y="142645"/>
                  </a:lnTo>
                  <a:lnTo>
                    <a:pt x="86990" y="124712"/>
                  </a:lnTo>
                  <a:lnTo>
                    <a:pt x="81553" y="124712"/>
                  </a:lnTo>
                  <a:lnTo>
                    <a:pt x="81553" y="115100"/>
                  </a:lnTo>
                  <a:lnTo>
                    <a:pt x="76116" y="115100"/>
                  </a:lnTo>
                  <a:lnTo>
                    <a:pt x="76116" y="105465"/>
                  </a:lnTo>
                  <a:lnTo>
                    <a:pt x="70679" y="105465"/>
                  </a:lnTo>
                  <a:lnTo>
                    <a:pt x="70679" y="99419"/>
                  </a:lnTo>
                  <a:lnTo>
                    <a:pt x="65242" y="99419"/>
                  </a:lnTo>
                  <a:lnTo>
                    <a:pt x="65242" y="92137"/>
                  </a:lnTo>
                  <a:lnTo>
                    <a:pt x="59805" y="92137"/>
                  </a:lnTo>
                  <a:lnTo>
                    <a:pt x="59805" y="83601"/>
                  </a:lnTo>
                  <a:lnTo>
                    <a:pt x="54368" y="83601"/>
                  </a:lnTo>
                  <a:lnTo>
                    <a:pt x="54368" y="68844"/>
                  </a:lnTo>
                  <a:lnTo>
                    <a:pt x="48932" y="68844"/>
                  </a:lnTo>
                  <a:lnTo>
                    <a:pt x="48932" y="56388"/>
                  </a:lnTo>
                  <a:lnTo>
                    <a:pt x="43495" y="56388"/>
                  </a:lnTo>
                  <a:lnTo>
                    <a:pt x="43495" y="42454"/>
                  </a:lnTo>
                  <a:lnTo>
                    <a:pt x="38058" y="42454"/>
                  </a:lnTo>
                  <a:lnTo>
                    <a:pt x="38058" y="37303"/>
                  </a:lnTo>
                  <a:lnTo>
                    <a:pt x="32621" y="37303"/>
                  </a:lnTo>
                  <a:lnTo>
                    <a:pt x="32621" y="28131"/>
                  </a:lnTo>
                  <a:lnTo>
                    <a:pt x="27184" y="28131"/>
                  </a:lnTo>
                  <a:lnTo>
                    <a:pt x="27184" y="17261"/>
                  </a:lnTo>
                  <a:lnTo>
                    <a:pt x="21747" y="17261"/>
                  </a:lnTo>
                  <a:lnTo>
                    <a:pt x="21747" y="11544"/>
                  </a:lnTo>
                  <a:lnTo>
                    <a:pt x="16310" y="11544"/>
                  </a:lnTo>
                  <a:lnTo>
                    <a:pt x="16310" y="8554"/>
                  </a:lnTo>
                  <a:lnTo>
                    <a:pt x="10873" y="8554"/>
                  </a:lnTo>
                  <a:lnTo>
                    <a:pt x="10873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1152757" y="5508818"/>
              <a:ext cx="510326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p&lt;0.001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812580" y="524963"/>
              <a:ext cx="0" cy="5828959"/>
            </a:xfrm>
            <a:custGeom>
              <a:avLst/>
              <a:pathLst>
                <a:path w="0" h="5828959">
                  <a:moveTo>
                    <a:pt x="0" y="582895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588466" y="6048919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26287" y="472415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26287" y="3399392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26287" y="2074628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64108" y="749865"/>
              <a:ext cx="2858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777785" y="60889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77785" y="47642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777785" y="34394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77785" y="21146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77785" y="7899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12580" y="6353922"/>
              <a:ext cx="10319230" cy="0"/>
            </a:xfrm>
            <a:custGeom>
              <a:avLst/>
              <a:pathLst>
                <a:path w="10319230" h="0">
                  <a:moveTo>
                    <a:pt x="0" y="0"/>
                  </a:moveTo>
                  <a:lnTo>
                    <a:pt x="1031923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011026" y="63539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95494" y="63539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979961" y="63539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964429" y="63539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948896" y="63539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0933364" y="63539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979937" y="64165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964404" y="64165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948872" y="64165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933339" y="64165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917807" y="64165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0902274" y="64165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5331749" y="6556228"/>
              <a:ext cx="1280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Years since ICI Start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-140768" y="3389333"/>
              <a:ext cx="97813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Survival</a:t>
              </a:r>
            </a:p>
          </p:txBody>
        </p:sp>
        <p:sp>
          <p:nvSpPr>
            <p:cNvPr id="57" name="rc57"/>
            <p:cNvSpPr/>
            <p:nvPr/>
          </p:nvSpPr>
          <p:spPr>
            <a:xfrm>
              <a:off x="4793888" y="6826531"/>
              <a:ext cx="2356614" cy="6476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4863477" y="68961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885423" y="70058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4872477" y="6905120"/>
              <a:ext cx="201456" cy="201455"/>
            </a:xfrm>
            <a:prstGeom prst="rect">
              <a:avLst/>
            </a:prstGeom>
            <a:solidFill>
              <a:srgbClr val="F8766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4863477" y="71851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885423" y="72948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4872477" y="7194165"/>
              <a:ext cx="201456" cy="201455"/>
            </a:xfrm>
            <a:prstGeom prst="rect">
              <a:avLst/>
            </a:prstGeom>
            <a:solidFill>
              <a:srgbClr val="B79F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5762704" y="68961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784650" y="70058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5771704" y="6905120"/>
              <a:ext cx="201456" cy="201455"/>
            </a:xfrm>
            <a:prstGeom prst="rect">
              <a:avLst/>
            </a:prstGeom>
            <a:solidFill>
              <a:srgbClr val="00BA3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5762704" y="71851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784650" y="72948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5771704" y="7194165"/>
              <a:ext cx="201456" cy="201455"/>
            </a:xfrm>
            <a:prstGeom prst="rect">
              <a:avLst/>
            </a:prstGeom>
            <a:solidFill>
              <a:srgbClr val="00BFC4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363380" y="68961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385326" y="70058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372380" y="6905120"/>
              <a:ext cx="201456" cy="201455"/>
            </a:xfrm>
            <a:prstGeom prst="rect">
              <a:avLst/>
            </a:prstGeom>
            <a:solidFill>
              <a:srgbClr val="619C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363380" y="71851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385326" y="72948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6372380" y="7194165"/>
              <a:ext cx="201456" cy="201455"/>
            </a:xfrm>
            <a:prstGeom prst="rect">
              <a:avLst/>
            </a:prstGeom>
            <a:solidFill>
              <a:srgbClr val="F564E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5152522" y="6965798"/>
              <a:ext cx="54059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Cutaneous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152522" y="7254843"/>
              <a:ext cx="1178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GI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051749" y="6965798"/>
              <a:ext cx="16751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051749" y="7254843"/>
              <a:ext cx="2420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GYN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652425" y="6965798"/>
              <a:ext cx="27944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652425" y="7254843"/>
              <a:ext cx="42848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Thoracic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12580" y="298189"/>
              <a:ext cx="341665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Survival by Cancer Type (5-year view)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2026-06-10T23:45:31Z</dcterms:modified>
  <cp:category/>
</cp:coreProperties>
</file>